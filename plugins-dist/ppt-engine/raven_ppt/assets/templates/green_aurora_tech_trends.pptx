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89" r:id="rId7"/>
    <p:sldId id="263" r:id="rId8"/>
    <p:sldId id="276" r:id="rId9"/>
    <p:sldId id="265" r:id="rId10"/>
    <p:sldId id="284" r:id="rId11"/>
    <p:sldId id="267" r:id="rId12"/>
    <p:sldId id="268" r:id="rId13"/>
    <p:sldId id="269" r:id="rId14"/>
    <p:sldId id="287" r:id="rId15"/>
    <p:sldId id="272" r:id="rId16"/>
    <p:sldId id="291" r:id="rId17"/>
    <p:sldId id="292" r:id="rId25"/>
    <p:sldId id="293" r:id="rId26"/>
    <p:sldId id="294" r:id="rId27"/>
    <p:sldId id="295" r:id="rId28"/>
    <p:sldId id="296" r:id="rId29"/>
    <p:sldId id="297" r:id="rId30"/>
    <p:sldId id="298" r:id="rId31"/>
    <p:sldId id="299" r:id="rId32"/>
    <p:sldId id="300" r:id="rId33"/>
    <p:sldId id="301" r:id="rId34"/>
    <p:sldId id="302" r:id="rId35"/>
    <p:sldId id="275"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1D"/>
    <a:srgbClr val="FFFFFF"/>
    <a:srgbClr val="171B1E"/>
    <a:srgbClr val="00484B"/>
    <a:srgbClr val="0024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p:scale>
          <a:sx n="25" d="100"/>
          <a:sy n="25" d="100"/>
        </p:scale>
        <p:origin x="1698" y="19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28.xml"/><Relationship Id="rId19" Type="http://schemas.openxmlformats.org/officeDocument/2006/relationships/notesMaster" Target="notesMasters/notesMaster1.xml"/><Relationship Id="rId20" Type="http://schemas.openxmlformats.org/officeDocument/2006/relationships/tags" Target="tags/tag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gradFill>
              <a:gsLst>
                <a:gs pos="30000">
                  <a:schemeClr val="accent1"/>
                </a:gs>
                <a:gs pos="100000">
                  <a:schemeClr val="accent1">
                    <a:lumMod val="60000"/>
                    <a:lumOff val="40000"/>
                  </a:schemeClr>
                </a:gs>
              </a:gsLst>
              <a:lin ang="5400000" scaled="1"/>
            </a:gradFill>
            <a:ln w="31750">
              <a:noFill/>
            </a:ln>
            <a:effectLst/>
          </c:spPr>
          <c:invertIfNegative val="0"/>
          <c:cat>
            <c:strRef>
              <c:f>Sheet1!$A$2:$A$9</c:f>
              <c:strCache>
                <c:ptCount val="8"/>
                <c:pt idx="0">
                  <c:v>类别1</c:v>
                </c:pt>
                <c:pt idx="1">
                  <c:v>类别2</c:v>
                </c:pt>
                <c:pt idx="2">
                  <c:v>类别3</c:v>
                </c:pt>
                <c:pt idx="3">
                  <c:v>类别4</c:v>
                </c:pt>
                <c:pt idx="4">
                  <c:v>类别5</c:v>
                </c:pt>
                <c:pt idx="5">
                  <c:v>类别6</c:v>
                </c:pt>
                <c:pt idx="6">
                  <c:v>类别7</c:v>
                </c:pt>
                <c:pt idx="7">
                  <c:v>类别8</c:v>
                </c:pt>
              </c:strCache>
            </c:strRef>
          </c:cat>
          <c:val>
            <c:numRef>
              <c:f>Sheet1!$B$2:$B$9</c:f>
              <c:numCache>
                <c:formatCode>General</c:formatCode>
                <c:ptCount val="8"/>
                <c:pt idx="0">
                  <c:v>54</c:v>
                </c:pt>
                <c:pt idx="1">
                  <c:v>56</c:v>
                </c:pt>
                <c:pt idx="2">
                  <c:v>58</c:v>
                </c:pt>
                <c:pt idx="3">
                  <c:v>65</c:v>
                </c:pt>
                <c:pt idx="4">
                  <c:v>74</c:v>
                </c:pt>
                <c:pt idx="5">
                  <c:v>76</c:v>
                </c:pt>
                <c:pt idx="6">
                  <c:v>78</c:v>
                </c:pt>
                <c:pt idx="7">
                  <c:v>85</c:v>
                </c:pt>
              </c:numCache>
            </c:numRef>
          </c:val>
          <c:extLst>
            <c:ext xmlns:c16="http://schemas.microsoft.com/office/drawing/2014/chart" uri="{C3380CC4-5D6E-409C-BE32-E72D297353CC}">
              <c16:uniqueId val="{00000000-880F-4512-8720-50B531FE6E44}"/>
            </c:ext>
          </c:extLst>
        </c:ser>
        <c:dLbls>
          <c:showLegendKey val="0"/>
          <c:showVal val="0"/>
          <c:showCatName val="0"/>
          <c:showSerName val="0"/>
          <c:showPercent val="0"/>
          <c:showBubbleSize val="0"/>
        </c:dLbls>
        <c:gapWidth val="120"/>
        <c:axId val="1124406904"/>
        <c:axId val="1124409424"/>
      </c:barChart>
      <c:catAx>
        <c:axId val="1124406904"/>
        <c:scaling>
          <c:orientation val="minMax"/>
        </c:scaling>
        <c:delete val="0"/>
        <c:axPos val="b"/>
        <c:numFmt formatCode="General" sourceLinked="1"/>
        <c:majorTickMark val="none"/>
        <c:minorTickMark val="none"/>
        <c:tickLblPos val="nextTo"/>
        <c:spPr>
          <a:noFill/>
          <a:ln w="6350" cap="flat" cmpd="sng" algn="ctr">
            <a:solidFill>
              <a:schemeClr val="tx1">
                <a:lumMod val="65000"/>
                <a:lumOff val="35000"/>
                <a:alpha val="40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1124409424"/>
        <c:crosses val="autoZero"/>
        <c:auto val="1"/>
        <c:lblAlgn val="ctr"/>
        <c:lblOffset val="100"/>
        <c:noMultiLvlLbl val="0"/>
      </c:catAx>
      <c:valAx>
        <c:axId val="1124409424"/>
        <c:scaling>
          <c:orientation val="minMax"/>
          <c:max val="100"/>
          <c:min val="40"/>
        </c:scaling>
        <c:delete val="0"/>
        <c:axPos val="l"/>
        <c:majorGridlines>
          <c:spPr>
            <a:ln w="6350" cap="flat" cmpd="sng" algn="ctr">
              <a:solidFill>
                <a:schemeClr val="tx1">
                  <a:lumMod val="50000"/>
                  <a:lumOff val="50000"/>
                  <a:alpha val="4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1124406904"/>
        <c:crosses val="autoZero"/>
        <c:crossBetween val="between"/>
        <c:majorUnit val="20"/>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单击此处添加文本</c:v>
                </c:pt>
              </c:strCache>
            </c:strRef>
          </c:tx>
          <c:spPr>
            <a:gradFill flip="none" rotWithShape="1">
              <a:gsLst>
                <a:gs pos="0">
                  <a:schemeClr val="accent1"/>
                </a:gs>
                <a:gs pos="100000">
                  <a:schemeClr val="accent1">
                    <a:alpha val="0"/>
                    <a:lumMod val="30000"/>
                    <a:lumOff val="70000"/>
                  </a:schemeClr>
                </a:gs>
              </a:gsLst>
              <a:lin ang="5400000" scaled="1"/>
              <a:tileRect/>
            </a:gradFill>
            <a:ln>
              <a:noFill/>
            </a:ln>
            <a:effectLst/>
          </c:spPr>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45000</c:v>
                </c:pt>
                <c:pt idx="1">
                  <c:v>35000</c:v>
                </c:pt>
                <c:pt idx="2">
                  <c:v>50000</c:v>
                </c:pt>
                <c:pt idx="3">
                  <c:v>40000</c:v>
                </c:pt>
              </c:numCache>
            </c:numRef>
          </c:val>
          <c:extLst>
            <c:ext xmlns:c16="http://schemas.microsoft.com/office/drawing/2014/chart" uri="{C3380CC4-5D6E-409C-BE32-E72D297353CC}">
              <c16:uniqueId val="{00000000-0E09-4B98-8988-0EAC2603A01C}"/>
            </c:ext>
          </c:extLst>
        </c:ser>
        <c:dLbls>
          <c:showLegendKey val="0"/>
          <c:showVal val="0"/>
          <c:showCatName val="0"/>
          <c:showSerName val="0"/>
          <c:showPercent val="0"/>
          <c:showBubbleSize val="0"/>
        </c:dLbls>
        <c:axId val="710698112"/>
        <c:axId val="710698832"/>
      </c:areaChart>
      <c:catAx>
        <c:axId val="71069811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crossAx val="710698832"/>
        <c:crosses val="autoZero"/>
        <c:auto val="1"/>
        <c:lblAlgn val="ctr"/>
        <c:lblOffset val="100"/>
        <c:noMultiLvlLbl val="0"/>
      </c:catAx>
      <c:valAx>
        <c:axId val="710698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crossAx val="71069811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29197652852351"/>
          <c:y val="8.2861368548524349E-3"/>
          <c:w val="0.67470112401257221"/>
          <c:h val="0.88863686375872231"/>
        </c:manualLayout>
      </c:layout>
      <c:doughnutChart>
        <c:varyColors val="1"/>
        <c:ser>
          <c:idx val="0"/>
          <c:order val="0"/>
          <c:tx>
            <c:strRef>
              <c:f>Sheet1!$B$1</c:f>
              <c:strCache>
                <c:ptCount val="1"/>
                <c:pt idx="0">
                  <c:v>项目完成率</c:v>
                </c:pt>
              </c:strCache>
            </c:strRef>
          </c:tx>
          <c:spPr>
            <a:solidFill>
              <a:schemeClr val="accent2">
                <a:lumMod val="75000"/>
              </a:schemeClr>
            </a:solidFill>
            <a:ln>
              <a:noFill/>
            </a:ln>
          </c:spPr>
          <c:explosion val="2"/>
          <c:dPt>
            <c:idx val="0"/>
            <c:bubble3D val="0"/>
            <c:spPr>
              <a:solidFill>
                <a:schemeClr val="accent1">
                  <a:lumMod val="50000"/>
                </a:schemeClr>
              </a:solidFill>
              <a:ln w="19050">
                <a:noFill/>
              </a:ln>
              <a:effectLst/>
            </c:spPr>
            <c:extLst>
              <c:ext xmlns:c16="http://schemas.microsoft.com/office/drawing/2014/chart" uri="{C3380CC4-5D6E-409C-BE32-E72D297353CC}">
                <c16:uniqueId val="{00000001-4247-4B99-8729-2EE9E5A776A4}"/>
              </c:ext>
            </c:extLst>
          </c:dPt>
          <c:dPt>
            <c:idx val="1"/>
            <c:bubble3D val="0"/>
            <c:spPr>
              <a:solidFill>
                <a:schemeClr val="accent1">
                  <a:lumMod val="75000"/>
                </a:schemeClr>
              </a:solidFill>
              <a:ln w="19050">
                <a:noFill/>
              </a:ln>
              <a:effectLst/>
            </c:spPr>
            <c:extLst>
              <c:ext xmlns:c16="http://schemas.microsoft.com/office/drawing/2014/chart" uri="{C3380CC4-5D6E-409C-BE32-E72D297353CC}">
                <c16:uniqueId val="{00000003-4247-4B99-8729-2EE9E5A776A4}"/>
              </c:ext>
            </c:extLst>
          </c:dPt>
          <c:dPt>
            <c:idx val="2"/>
            <c:bubble3D val="0"/>
            <c:spPr>
              <a:solidFill>
                <a:schemeClr val="accent1"/>
              </a:solidFill>
              <a:ln w="19050">
                <a:noFill/>
              </a:ln>
              <a:effectLst/>
            </c:spPr>
            <c:extLst>
              <c:ext xmlns:c16="http://schemas.microsoft.com/office/drawing/2014/chart" uri="{C3380CC4-5D6E-409C-BE32-E72D297353CC}">
                <c16:uniqueId val="{00000005-4247-4B99-8729-2EE9E5A776A4}"/>
              </c:ext>
            </c:extLst>
          </c:dPt>
          <c:dPt>
            <c:idx val="3"/>
            <c:bubble3D val="0"/>
            <c:spPr>
              <a:solidFill>
                <a:schemeClr val="accent1">
                  <a:lumMod val="60000"/>
                  <a:lumOff val="40000"/>
                </a:schemeClr>
              </a:solidFill>
              <a:ln w="19050">
                <a:noFill/>
              </a:ln>
              <a:effectLst/>
            </c:spPr>
            <c:extLst>
              <c:ext xmlns:c16="http://schemas.microsoft.com/office/drawing/2014/chart" uri="{C3380CC4-5D6E-409C-BE32-E72D297353CC}">
                <c16:uniqueId val="{00000007-4247-4B99-8729-2EE9E5A776A4}"/>
              </c:ext>
            </c:extLst>
          </c:dPt>
          <c:dLbls>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0000"/>
                      </a:solidFill>
                      <a:latin typeface="+mn-lt"/>
                      <a:ea typeface="+mn-ea"/>
                      <a:cs typeface="+mn-cs"/>
                    </a:defRPr>
                  </a:pPr>
                  <a:endParaRPr lang="zh-CN"/>
                </a:p>
              </c:txPr>
              <c:showLegendKey val="0"/>
              <c:showVal val="1"/>
              <c:showCatName val="0"/>
              <c:showSerName val="0"/>
              <c:showPercent val="0"/>
              <c:showBubbleSize val="0"/>
              <c:extLst>
                <c:ext xmlns:c16="http://schemas.microsoft.com/office/drawing/2014/chart" uri="{C3380CC4-5D6E-409C-BE32-E72D297353CC}">
                  <c16:uniqueId val="{00000007-4247-4B99-8729-2EE9E5A776A4}"/>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F8F8F8"/>
                    </a:solidFill>
                    <a:latin typeface="+mn-lt"/>
                    <a:ea typeface="+mn-ea"/>
                    <a:cs typeface="+mn-cs"/>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第一季度</c:v>
                </c:pt>
                <c:pt idx="1">
                  <c:v>第二季度</c:v>
                </c:pt>
                <c:pt idx="2">
                  <c:v>第三季度</c:v>
                </c:pt>
                <c:pt idx="3">
                  <c:v>第四季度</c:v>
                </c:pt>
              </c:strCache>
            </c:strRef>
          </c:cat>
          <c:val>
            <c:numRef>
              <c:f>Sheet1!$B$2:$B$5</c:f>
              <c:numCache>
                <c:formatCode>0.0%</c:formatCode>
                <c:ptCount val="4"/>
                <c:pt idx="0">
                  <c:v>0.23</c:v>
                </c:pt>
                <c:pt idx="1">
                  <c:v>0.22</c:v>
                </c:pt>
                <c:pt idx="2">
                  <c:v>0.26</c:v>
                </c:pt>
                <c:pt idx="3">
                  <c:v>0.28999999999999998</c:v>
                </c:pt>
              </c:numCache>
            </c:numRef>
          </c:val>
          <c:extLst>
            <c:ext xmlns:c16="http://schemas.microsoft.com/office/drawing/2014/chart" uri="{C3380CC4-5D6E-409C-BE32-E72D297353CC}">
              <c16:uniqueId val="{00000008-4247-4B99-8729-2EE9E5A776A4}"/>
            </c:ext>
          </c:extLst>
        </c:ser>
        <c:dLbls>
          <c:showLegendKey val="0"/>
          <c:showVal val="1"/>
          <c:showCatName val="0"/>
          <c:showSerName val="0"/>
          <c:showPercent val="0"/>
          <c:showBubbleSize val="0"/>
          <c:showLeaderLines val="1"/>
        </c:dLbls>
        <c:firstSliceAng val="0"/>
        <c:holeSize val="4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677850051352272E-2"/>
          <c:y val="3.2463758362572384E-2"/>
          <c:w val="0.90340910647038686"/>
          <c:h val="0.731046175721906"/>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Sheet1!$A$2:$A$8</c:f>
              <c:strCache>
                <c:ptCount val="7"/>
                <c:pt idx="0">
                  <c:v>类别 1</c:v>
                </c:pt>
                <c:pt idx="1">
                  <c:v>类别 2</c:v>
                </c:pt>
                <c:pt idx="2">
                  <c:v>类别 3</c:v>
                </c:pt>
                <c:pt idx="3">
                  <c:v>类别 4</c:v>
                </c:pt>
                <c:pt idx="4">
                  <c:v>类别 5</c:v>
                </c:pt>
                <c:pt idx="5">
                  <c:v>类别 6</c:v>
                </c:pt>
                <c:pt idx="6">
                  <c:v>类别 7</c:v>
                </c:pt>
              </c:strCache>
            </c:strRef>
          </c:cat>
          <c:val>
            <c:numRef>
              <c:f>Sheet1!$B$2:$B$8</c:f>
              <c:numCache>
                <c:formatCode>General</c:formatCode>
                <c:ptCount val="7"/>
                <c:pt idx="0">
                  <c:v>4.3</c:v>
                </c:pt>
                <c:pt idx="1">
                  <c:v>2.5</c:v>
                </c:pt>
                <c:pt idx="2">
                  <c:v>3.5</c:v>
                </c:pt>
                <c:pt idx="3">
                  <c:v>4.5</c:v>
                </c:pt>
                <c:pt idx="4">
                  <c:v>4.5</c:v>
                </c:pt>
                <c:pt idx="5">
                  <c:v>4.5</c:v>
                </c:pt>
                <c:pt idx="6">
                  <c:v>4.5</c:v>
                </c:pt>
              </c:numCache>
            </c:numRef>
          </c:val>
          <c:extLst>
            <c:ext xmlns:c16="http://schemas.microsoft.com/office/drawing/2014/chart" uri="{C3380CC4-5D6E-409C-BE32-E72D297353CC}">
              <c16:uniqueId val="{00000000-0DC3-455F-8F43-8D4B07D441DC}"/>
            </c:ext>
          </c:extLst>
        </c:ser>
        <c:dLbls>
          <c:showLegendKey val="0"/>
          <c:showVal val="0"/>
          <c:showCatName val="0"/>
          <c:showSerName val="0"/>
          <c:showPercent val="0"/>
          <c:showBubbleSize val="0"/>
        </c:dLbls>
        <c:gapWidth val="87"/>
        <c:overlap val="-27"/>
        <c:axId val="77872199"/>
        <c:axId val="77874719"/>
      </c:barChart>
      <c:catAx>
        <c:axId val="778721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zh-CN"/>
          </a:p>
        </c:txPr>
        <c:crossAx val="77874719"/>
        <c:crosses val="autoZero"/>
        <c:auto val="1"/>
        <c:lblAlgn val="ctr"/>
        <c:lblOffset val="100"/>
        <c:noMultiLvlLbl val="0"/>
      </c:catAx>
      <c:valAx>
        <c:axId val="778747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zh-CN"/>
          </a:p>
        </c:txPr>
        <c:crossAx val="77872199"/>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用户活跃度</c:v>
                </c:pt>
              </c:strCache>
            </c:strRef>
          </c:tx>
          <c:spPr>
            <a:ln w="38100" cap="rnd">
              <a:solidFill>
                <a:schemeClr val="accent1">
                  <a:lumMod val="75000"/>
                </a:schemeClr>
              </a:solidFill>
              <a:round/>
            </a:ln>
            <a:effectLst/>
          </c:spPr>
          <c:marker>
            <c:symbol val="none"/>
          </c:marker>
          <c:dPt>
            <c:idx val="1"/>
            <c:marker>
              <c:symbol val="circle"/>
              <c:size val="7"/>
              <c:spPr>
                <a:solidFill>
                  <a:schemeClr val="accent2">
                    <a:lumMod val="50000"/>
                  </a:schemeClr>
                </a:solidFill>
                <a:ln w="101600">
                  <a:solidFill>
                    <a:schemeClr val="accent2">
                      <a:lumMod val="20000"/>
                      <a:lumOff val="80000"/>
                      <a:alpha val="50000"/>
                    </a:schemeClr>
                  </a:solidFill>
                </a:ln>
                <a:effectLst/>
              </c:spPr>
            </c:marker>
            <c:bubble3D val="0"/>
            <c:spPr>
              <a:ln w="38100" cap="rnd">
                <a:solidFill>
                  <a:schemeClr val="accent1">
                    <a:lumMod val="75000"/>
                  </a:schemeClr>
                </a:solidFill>
                <a:round/>
              </a:ln>
              <a:effectLst/>
            </c:spPr>
            <c:extLst>
              <c:ext xmlns:c16="http://schemas.microsoft.com/office/drawing/2014/chart" uri="{C3380CC4-5D6E-409C-BE32-E72D297353CC}">
                <c16:uniqueId val="{00000001-B5D7-45A6-BB73-49D68843E26F}"/>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600</c:v>
                </c:pt>
                <c:pt idx="1">
                  <c:v>1200</c:v>
                </c:pt>
                <c:pt idx="2">
                  <c:v>800</c:v>
                </c:pt>
                <c:pt idx="3">
                  <c:v>1700</c:v>
                </c:pt>
              </c:numCache>
            </c:numRef>
          </c:val>
          <c:smooth val="1"/>
          <c:extLst>
            <c:ext xmlns:c16="http://schemas.microsoft.com/office/drawing/2014/chart" uri="{C3380CC4-5D6E-409C-BE32-E72D297353CC}">
              <c16:uniqueId val="{00000002-B5D7-45A6-BB73-49D68843E26F}"/>
            </c:ext>
          </c:extLst>
        </c:ser>
        <c:ser>
          <c:idx val="1"/>
          <c:order val="1"/>
          <c:tx>
            <c:strRef>
              <c:f>Sheet1!#REF!</c:f>
              <c:strCache>
                <c:ptCount val="1"/>
                <c:pt idx="0">
                  <c:v>#REF!</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Sheet1!#REF!</c:f>
              <c:numCache>
                <c:formatCode>General</c:formatCode>
                <c:ptCount val="1"/>
                <c:pt idx="0">
                  <c:v>1</c:v>
                </c:pt>
              </c:numCache>
            </c:numRef>
          </c:val>
          <c:smooth val="1"/>
          <c:extLst>
            <c:ext xmlns:c16="http://schemas.microsoft.com/office/drawing/2014/chart" uri="{C3380CC4-5D6E-409C-BE32-E72D297353CC}">
              <c16:uniqueId val="{00000003-B5D7-45A6-BB73-49D68843E26F}"/>
            </c:ext>
          </c:extLst>
        </c:ser>
        <c:dLbls>
          <c:dLblPos val="t"/>
          <c:showLegendKey val="0"/>
          <c:showVal val="1"/>
          <c:showCatName val="0"/>
          <c:showSerName val="0"/>
          <c:showPercent val="0"/>
          <c:showBubbleSize val="0"/>
        </c:dLbls>
        <c:smooth val="0"/>
        <c:axId val="2113814592"/>
        <c:axId val="2113811312"/>
      </c:lineChart>
      <c:catAx>
        <c:axId val="2113814592"/>
        <c:scaling>
          <c:orientation val="minMax"/>
        </c:scaling>
        <c:delete val="0"/>
        <c:axPos val="b"/>
        <c:numFmt formatCode="General" sourceLinked="1"/>
        <c:majorTickMark val="out"/>
        <c:minorTickMark val="out"/>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ea"/>
                <a:sym typeface="+mn-lt"/>
              </a:defRPr>
            </a:pPr>
            <a:endParaRPr lang="zh-CN"/>
          </a:p>
        </c:txPr>
        <c:crossAx val="2113811312"/>
        <c:crosses val="autoZero"/>
        <c:auto val="1"/>
        <c:lblAlgn val="ctr"/>
        <c:lblOffset val="100"/>
        <c:tickMarkSkip val="10"/>
        <c:noMultiLvlLbl val="0"/>
      </c:catAx>
      <c:valAx>
        <c:axId val="2113811312"/>
        <c:scaling>
          <c:orientation val="minMax"/>
          <c:max val="2000"/>
          <c:min val="0"/>
        </c:scaling>
        <c:delete val="0"/>
        <c:axPos val="l"/>
        <c:majorGridlines>
          <c:spPr>
            <a:ln w="9525" cap="flat" cmpd="sng" algn="ctr">
              <a:solidFill>
                <a:schemeClr val="tx2">
                  <a:alpha val="15000"/>
                </a:schemeClr>
              </a:solidFill>
              <a:round/>
            </a:ln>
            <a:effectLst/>
          </c:spPr>
        </c:majorGridlines>
        <c:numFmt formatCode="General" sourceLinked="1"/>
        <c:majorTickMark val="out"/>
        <c:minorTickMark val="none"/>
        <c:tickLblPos val="nextTo"/>
        <c:spPr>
          <a:noFill/>
          <a:ln>
            <a:solidFill>
              <a:schemeClr val="tx2">
                <a:alpha val="50000"/>
              </a:schemeClr>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ea"/>
                <a:sym typeface="+mn-lt"/>
              </a:defRPr>
            </a:pPr>
            <a:endParaRPr lang="zh-CN"/>
          </a:p>
        </c:txPr>
        <c:crossAx val="2113814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2A1305-8168-4769-8BD0-34225926FCE7}" type="datetimeFigureOut">
              <a:rPr lang="zh-CN" altLang="en-US" smtClean="0"/>
              <a:t>2024/4/9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57B8A3-BC73-498D-8BD8-5FA51292DDCB}" type="slidenum">
              <a:rPr lang="zh-CN" altLang="en-US" smtClean="0"/>
              <a:t>‹#›</a:t>
            </a:fld>
            <a:endParaRPr lang="zh-CN" altLang="en-US"/>
          </a:p>
        </p:txBody>
      </p:sp>
    </p:spTree>
    <p:extLst>
      <p:ext uri="{BB962C8B-B14F-4D97-AF65-F5344CB8AC3E}">
        <p14:creationId xmlns:p14="http://schemas.microsoft.com/office/powerpoint/2010/main" val="1296952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matchingName="Title Slide" type="title" preserve="1">
  <p:cSld name="Title Slide">
    <p:bg>
      <p:bgPr>
        <a:solidFill>
          <a:srgbClr val="171B1E"/>
        </a:solidFill>
        <a:effectLst/>
      </p:bgPr>
    </p:bg>
    <p:spTree>
      <p:nvGrpSpPr>
        <p:cNvPr id="1" name=""/>
        <p:cNvGrpSpPr/>
        <p:nvPr/>
      </p:nvGrpSpPr>
      <p:grpSpPr>
        <a:xfrm>
          <a:off x="0" y="0"/>
          <a:ext cx="0" cy="0"/>
          <a:chOff x="0" y="0"/>
          <a:chExt cx="0" cy="0"/>
        </a:xfrm>
      </p:grpSpPr>
      <p:grpSp>
        <p:nvGrpSpPr>
          <p:cNvPr id="108" name="组合 107">
            <a:extLst>
              <a:ext uri="{FF2B5EF4-FFF2-40B4-BE49-F238E27FC236}">
                <a16:creationId xmlns:a16="http://schemas.microsoft.com/office/drawing/2014/main" id="{6F5F52FA-4AF3-C5A9-4896-E0685CED9C4B}"/>
              </a:ext>
            </a:extLst>
          </p:cNvPr>
          <p:cNvGrpSpPr/>
          <p:nvPr userDrawn="1"/>
        </p:nvGrpSpPr>
        <p:grpSpPr>
          <a:xfrm>
            <a:off x="0" y="12560"/>
            <a:ext cx="12192000" cy="6832879"/>
            <a:chOff x="0" y="12560"/>
            <a:chExt cx="12192000" cy="6832879"/>
          </a:xfrm>
        </p:grpSpPr>
        <p:pic>
          <p:nvPicPr>
            <p:cNvPr id="6" name="图片 5">
              <a:extLst>
                <a:ext uri="{FF2B5EF4-FFF2-40B4-BE49-F238E27FC236}">
                  <a16:creationId xmlns:a16="http://schemas.microsoft.com/office/drawing/2014/main" id="{59B50A4D-7665-E9A2-8189-BCD0CA15266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2560"/>
              <a:ext cx="12192000" cy="6832879"/>
            </a:xfrm>
            <a:prstGeom prst="rect">
              <a:avLst/>
            </a:prstGeom>
          </p:spPr>
        </p:pic>
        <p:grpSp>
          <p:nvGrpSpPr>
            <p:cNvPr id="53" name="组合 52">
              <a:extLst>
                <a:ext uri="{FF2B5EF4-FFF2-40B4-BE49-F238E27FC236}">
                  <a16:creationId xmlns:a16="http://schemas.microsoft.com/office/drawing/2014/main" id="{7650D1C1-3095-37A3-5B84-2D8C681CB479}"/>
                </a:ext>
              </a:extLst>
            </p:cNvPr>
            <p:cNvGrpSpPr/>
            <p:nvPr userDrawn="1"/>
          </p:nvGrpSpPr>
          <p:grpSpPr>
            <a:xfrm>
              <a:off x="9575037" y="1037621"/>
              <a:ext cx="1935310" cy="2538125"/>
              <a:chOff x="9244965" y="1047570"/>
              <a:chExt cx="1935310" cy="2538125"/>
            </a:xfrm>
          </p:grpSpPr>
          <p:grpSp>
            <p:nvGrpSpPr>
              <p:cNvPr id="38" name="组合 37">
                <a:extLst>
                  <a:ext uri="{FF2B5EF4-FFF2-40B4-BE49-F238E27FC236}">
                    <a16:creationId xmlns:a16="http://schemas.microsoft.com/office/drawing/2014/main" id="{4A66E2BE-09DC-12D4-1269-015BE2BAE4F5}"/>
                  </a:ext>
                </a:extLst>
              </p:cNvPr>
              <p:cNvGrpSpPr/>
              <p:nvPr userDrawn="1"/>
            </p:nvGrpSpPr>
            <p:grpSpPr>
              <a:xfrm>
                <a:off x="9244965" y="1716740"/>
                <a:ext cx="47243" cy="923067"/>
                <a:chOff x="5953125" y="2150268"/>
                <a:chExt cx="47243" cy="923067"/>
              </a:xfrm>
            </p:grpSpPr>
            <p:sp>
              <p:nvSpPr>
                <p:cNvPr id="36" name="任意多边形: 形状 35">
                  <a:extLst>
                    <a:ext uri="{FF2B5EF4-FFF2-40B4-BE49-F238E27FC236}">
                      <a16:creationId xmlns:a16="http://schemas.microsoft.com/office/drawing/2014/main" id="{EFA3B987-4171-C89A-82CC-7D97A91BCAB7}"/>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38BF6A1D-1D7C-4E98-1553-CE38C7E64366}"/>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39" name="Group 37_1">
                <a:extLst>
                  <a:ext uri="{FF2B5EF4-FFF2-40B4-BE49-F238E27FC236}">
                    <a16:creationId xmlns:a16="http://schemas.microsoft.com/office/drawing/2014/main" id="{4DADC386-4921-49CD-51A9-4DD9E303EA2A}"/>
                  </a:ext>
                </a:extLst>
              </p:cNvPr>
              <p:cNvGrpSpPr/>
              <p:nvPr userDrawn="1"/>
            </p:nvGrpSpPr>
            <p:grpSpPr>
              <a:xfrm>
                <a:off x="9244965" y="1716740"/>
                <a:ext cx="47243" cy="923067"/>
                <a:chOff x="5953125" y="2150268"/>
                <a:chExt cx="47243" cy="923067"/>
              </a:xfrm>
            </p:grpSpPr>
            <p:sp>
              <p:nvSpPr>
                <p:cNvPr id="40" name="任意多边形: 形状 39">
                  <a:extLst>
                    <a:ext uri="{FF2B5EF4-FFF2-40B4-BE49-F238E27FC236}">
                      <a16:creationId xmlns:a16="http://schemas.microsoft.com/office/drawing/2014/main" id="{FFDF517F-7A73-EAFD-1F89-9B56B4C76DDF}"/>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581A721A-FCC5-5945-9837-7DDB2EA9DEF1}"/>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49" name="组合 48">
                <a:extLst>
                  <a:ext uri="{FF2B5EF4-FFF2-40B4-BE49-F238E27FC236}">
                    <a16:creationId xmlns:a16="http://schemas.microsoft.com/office/drawing/2014/main" id="{11EEF37D-6C31-9736-ABD0-1693A34BEBC9}"/>
                  </a:ext>
                </a:extLst>
              </p:cNvPr>
              <p:cNvGrpSpPr/>
              <p:nvPr userDrawn="1"/>
            </p:nvGrpSpPr>
            <p:grpSpPr>
              <a:xfrm>
                <a:off x="9983512" y="1047570"/>
                <a:ext cx="61533" cy="2334188"/>
                <a:chOff x="9983512" y="1047569"/>
                <a:chExt cx="82731" cy="3138325"/>
              </a:xfrm>
            </p:grpSpPr>
            <p:sp>
              <p:nvSpPr>
                <p:cNvPr id="46" name="任意多边形: 形状 45">
                  <a:extLst>
                    <a:ext uri="{FF2B5EF4-FFF2-40B4-BE49-F238E27FC236}">
                      <a16:creationId xmlns:a16="http://schemas.microsoft.com/office/drawing/2014/main" id="{85955346-345D-0402-F0CF-133C9392F12A}"/>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7863957E-CEFF-7D6D-743A-58C3582D590E}"/>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52" name="组合 51">
                <a:extLst>
                  <a:ext uri="{FF2B5EF4-FFF2-40B4-BE49-F238E27FC236}">
                    <a16:creationId xmlns:a16="http://schemas.microsoft.com/office/drawing/2014/main" id="{CEA61064-2D10-0C30-817B-04DC8F089F69}"/>
                  </a:ext>
                </a:extLst>
              </p:cNvPr>
              <p:cNvGrpSpPr/>
              <p:nvPr userDrawn="1"/>
            </p:nvGrpSpPr>
            <p:grpSpPr>
              <a:xfrm>
                <a:off x="11134556" y="1851394"/>
                <a:ext cx="45719" cy="1734301"/>
                <a:chOff x="11134556" y="1851394"/>
                <a:chExt cx="61533" cy="2334188"/>
              </a:xfrm>
            </p:grpSpPr>
            <p:sp>
              <p:nvSpPr>
                <p:cNvPr id="50" name="Freeform 45_1">
                  <a:extLst>
                    <a:ext uri="{FF2B5EF4-FFF2-40B4-BE49-F238E27FC236}">
                      <a16:creationId xmlns:a16="http://schemas.microsoft.com/office/drawing/2014/main" id="{3F8A1575-79CB-BBFA-1AC7-2FEDE4B902A0}"/>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51" name="Freeform 46_1">
                  <a:extLst>
                    <a:ext uri="{FF2B5EF4-FFF2-40B4-BE49-F238E27FC236}">
                      <a16:creationId xmlns:a16="http://schemas.microsoft.com/office/drawing/2014/main" id="{82B3B5C3-F52A-183C-4363-222DDF64B471}"/>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grpSp>
          <p:nvGrpSpPr>
            <p:cNvPr id="54" name="Group 52_1">
              <a:extLst>
                <a:ext uri="{FF2B5EF4-FFF2-40B4-BE49-F238E27FC236}">
                  <a16:creationId xmlns:a16="http://schemas.microsoft.com/office/drawing/2014/main" id="{9B573FC3-5EF5-A810-3D79-84DAEAAE3D0E}"/>
                </a:ext>
              </a:extLst>
            </p:cNvPr>
            <p:cNvGrpSpPr/>
            <p:nvPr userDrawn="1"/>
          </p:nvGrpSpPr>
          <p:grpSpPr>
            <a:xfrm>
              <a:off x="9575037" y="1037621"/>
              <a:ext cx="1935310" cy="2538125"/>
              <a:chOff x="9244965" y="1047570"/>
              <a:chExt cx="1935310" cy="2538125"/>
            </a:xfrm>
          </p:grpSpPr>
          <p:grpSp>
            <p:nvGrpSpPr>
              <p:cNvPr id="55" name="组合 54">
                <a:extLst>
                  <a:ext uri="{FF2B5EF4-FFF2-40B4-BE49-F238E27FC236}">
                    <a16:creationId xmlns:a16="http://schemas.microsoft.com/office/drawing/2014/main" id="{D2AC6668-7C85-4DF4-3341-92900FBD0EB9}"/>
                  </a:ext>
                </a:extLst>
              </p:cNvPr>
              <p:cNvGrpSpPr/>
              <p:nvPr userDrawn="1"/>
            </p:nvGrpSpPr>
            <p:grpSpPr>
              <a:xfrm>
                <a:off x="9244965" y="1716740"/>
                <a:ext cx="47243" cy="923067"/>
                <a:chOff x="5953125" y="2150268"/>
                <a:chExt cx="47243" cy="923067"/>
              </a:xfrm>
            </p:grpSpPr>
            <p:sp>
              <p:nvSpPr>
                <p:cNvPr id="65" name="任意多边形: 形状 64">
                  <a:extLst>
                    <a:ext uri="{FF2B5EF4-FFF2-40B4-BE49-F238E27FC236}">
                      <a16:creationId xmlns:a16="http://schemas.microsoft.com/office/drawing/2014/main" id="{8C7172C9-8AF4-1604-A12D-497C052D41E4}"/>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66" name="任意多边形: 形状 65">
                  <a:extLst>
                    <a:ext uri="{FF2B5EF4-FFF2-40B4-BE49-F238E27FC236}">
                      <a16:creationId xmlns:a16="http://schemas.microsoft.com/office/drawing/2014/main" id="{6FAFE4E4-19EB-BFB2-7CD8-AEA823967168}"/>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56" name="Group 37_1">
                <a:extLst>
                  <a:ext uri="{FF2B5EF4-FFF2-40B4-BE49-F238E27FC236}">
                    <a16:creationId xmlns:a16="http://schemas.microsoft.com/office/drawing/2014/main" id="{0F7599C5-E361-663E-A04F-DDC60395D40C}"/>
                  </a:ext>
                </a:extLst>
              </p:cNvPr>
              <p:cNvGrpSpPr/>
              <p:nvPr userDrawn="1"/>
            </p:nvGrpSpPr>
            <p:grpSpPr>
              <a:xfrm>
                <a:off x="9244965" y="1716740"/>
                <a:ext cx="47243" cy="923067"/>
                <a:chOff x="5953125" y="2150268"/>
                <a:chExt cx="47243" cy="923067"/>
              </a:xfrm>
            </p:grpSpPr>
            <p:sp>
              <p:nvSpPr>
                <p:cNvPr id="63" name="任意多边形: 形状 62">
                  <a:extLst>
                    <a:ext uri="{FF2B5EF4-FFF2-40B4-BE49-F238E27FC236}">
                      <a16:creationId xmlns:a16="http://schemas.microsoft.com/office/drawing/2014/main" id="{BF7865C1-2BE6-9FAC-FD97-AE1CBC091CCC}"/>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64" name="任意多边形: 形状 63">
                  <a:extLst>
                    <a:ext uri="{FF2B5EF4-FFF2-40B4-BE49-F238E27FC236}">
                      <a16:creationId xmlns:a16="http://schemas.microsoft.com/office/drawing/2014/main" id="{28F26279-8B0D-D636-A203-8AD5343A1C42}"/>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57" name="组合 56">
                <a:extLst>
                  <a:ext uri="{FF2B5EF4-FFF2-40B4-BE49-F238E27FC236}">
                    <a16:creationId xmlns:a16="http://schemas.microsoft.com/office/drawing/2014/main" id="{35814ED6-D67C-6457-E99E-2119BC8B8F13}"/>
                  </a:ext>
                </a:extLst>
              </p:cNvPr>
              <p:cNvGrpSpPr/>
              <p:nvPr userDrawn="1"/>
            </p:nvGrpSpPr>
            <p:grpSpPr>
              <a:xfrm>
                <a:off x="9983512" y="1047570"/>
                <a:ext cx="61533" cy="2334188"/>
                <a:chOff x="9983512" y="1047569"/>
                <a:chExt cx="82731" cy="3138325"/>
              </a:xfrm>
            </p:grpSpPr>
            <p:sp>
              <p:nvSpPr>
                <p:cNvPr id="61" name="任意多边形: 形状 60">
                  <a:extLst>
                    <a:ext uri="{FF2B5EF4-FFF2-40B4-BE49-F238E27FC236}">
                      <a16:creationId xmlns:a16="http://schemas.microsoft.com/office/drawing/2014/main" id="{99D31BF2-BA71-00C6-EE1D-1D739BDB294A}"/>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62" name="任意多边形: 形状 61">
                  <a:extLst>
                    <a:ext uri="{FF2B5EF4-FFF2-40B4-BE49-F238E27FC236}">
                      <a16:creationId xmlns:a16="http://schemas.microsoft.com/office/drawing/2014/main" id="{427B4E6B-F496-A727-7D15-014120610BBC}"/>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58" name="组合 57">
                <a:extLst>
                  <a:ext uri="{FF2B5EF4-FFF2-40B4-BE49-F238E27FC236}">
                    <a16:creationId xmlns:a16="http://schemas.microsoft.com/office/drawing/2014/main" id="{684C0571-A42D-0C07-6D96-7434968E6EE1}"/>
                  </a:ext>
                </a:extLst>
              </p:cNvPr>
              <p:cNvGrpSpPr/>
              <p:nvPr userDrawn="1"/>
            </p:nvGrpSpPr>
            <p:grpSpPr>
              <a:xfrm>
                <a:off x="11134556" y="1851394"/>
                <a:ext cx="45719" cy="1734301"/>
                <a:chOff x="11134556" y="1851394"/>
                <a:chExt cx="61533" cy="2334188"/>
              </a:xfrm>
            </p:grpSpPr>
            <p:sp>
              <p:nvSpPr>
                <p:cNvPr id="59" name="Freeform 45_1">
                  <a:extLst>
                    <a:ext uri="{FF2B5EF4-FFF2-40B4-BE49-F238E27FC236}">
                      <a16:creationId xmlns:a16="http://schemas.microsoft.com/office/drawing/2014/main" id="{9ADC0FB5-52A4-0942-47AE-358FBB0FC908}"/>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60" name="Freeform 46_1">
                  <a:extLst>
                    <a:ext uri="{FF2B5EF4-FFF2-40B4-BE49-F238E27FC236}">
                      <a16:creationId xmlns:a16="http://schemas.microsoft.com/office/drawing/2014/main" id="{4CD86FBE-60E0-3FFC-4D4E-82AEB3CBFD4E}"/>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grpSp>
          <p:nvGrpSpPr>
            <p:cNvPr id="68" name="组合 67">
              <a:extLst>
                <a:ext uri="{FF2B5EF4-FFF2-40B4-BE49-F238E27FC236}">
                  <a16:creationId xmlns:a16="http://schemas.microsoft.com/office/drawing/2014/main" id="{CC78F730-1595-4C4B-7410-C728A7826E59}"/>
                </a:ext>
              </a:extLst>
            </p:cNvPr>
            <p:cNvGrpSpPr/>
            <p:nvPr userDrawn="1"/>
          </p:nvGrpSpPr>
          <p:grpSpPr>
            <a:xfrm>
              <a:off x="983540" y="629634"/>
              <a:ext cx="47243" cy="923067"/>
              <a:chOff x="5953125" y="2150268"/>
              <a:chExt cx="47243" cy="923067"/>
            </a:xfrm>
          </p:grpSpPr>
          <p:sp>
            <p:nvSpPr>
              <p:cNvPr id="78" name="任意多边形: 形状 77">
                <a:extLst>
                  <a:ext uri="{FF2B5EF4-FFF2-40B4-BE49-F238E27FC236}">
                    <a16:creationId xmlns:a16="http://schemas.microsoft.com/office/drawing/2014/main" id="{1C7399EC-7563-FC84-114C-24E4F0C7E78C}"/>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79" name="任意多边形: 形状 78">
                <a:extLst>
                  <a:ext uri="{FF2B5EF4-FFF2-40B4-BE49-F238E27FC236}">
                    <a16:creationId xmlns:a16="http://schemas.microsoft.com/office/drawing/2014/main" id="{673B4020-3749-F1CD-88CF-50D443AB6A39}"/>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69" name="Group 37_1">
              <a:extLst>
                <a:ext uri="{FF2B5EF4-FFF2-40B4-BE49-F238E27FC236}">
                  <a16:creationId xmlns:a16="http://schemas.microsoft.com/office/drawing/2014/main" id="{AB4D46CF-7200-444B-DFBA-C7E904F0C17E}"/>
                </a:ext>
              </a:extLst>
            </p:cNvPr>
            <p:cNvGrpSpPr/>
            <p:nvPr userDrawn="1"/>
          </p:nvGrpSpPr>
          <p:grpSpPr>
            <a:xfrm>
              <a:off x="983540" y="629634"/>
              <a:ext cx="47243" cy="923067"/>
              <a:chOff x="5953125" y="2150268"/>
              <a:chExt cx="47243" cy="923067"/>
            </a:xfrm>
          </p:grpSpPr>
          <p:sp>
            <p:nvSpPr>
              <p:cNvPr id="76" name="任意多边形: 形状 75">
                <a:extLst>
                  <a:ext uri="{FF2B5EF4-FFF2-40B4-BE49-F238E27FC236}">
                    <a16:creationId xmlns:a16="http://schemas.microsoft.com/office/drawing/2014/main" id="{51041058-BD06-5F34-9DD7-F0847F493C8B}"/>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77" name="任意多边形: 形状 76">
                <a:extLst>
                  <a:ext uri="{FF2B5EF4-FFF2-40B4-BE49-F238E27FC236}">
                    <a16:creationId xmlns:a16="http://schemas.microsoft.com/office/drawing/2014/main" id="{AEC46040-AA74-20AB-EF52-6227E75221FC}"/>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70" name="组合 69">
              <a:extLst>
                <a:ext uri="{FF2B5EF4-FFF2-40B4-BE49-F238E27FC236}">
                  <a16:creationId xmlns:a16="http://schemas.microsoft.com/office/drawing/2014/main" id="{941EB9DF-21E6-4D4B-F4C6-A9DE7CC9FE5B}"/>
                </a:ext>
              </a:extLst>
            </p:cNvPr>
            <p:cNvGrpSpPr/>
            <p:nvPr userDrawn="1"/>
          </p:nvGrpSpPr>
          <p:grpSpPr>
            <a:xfrm>
              <a:off x="1974267" y="1462764"/>
              <a:ext cx="61533" cy="2334188"/>
              <a:chOff x="9983512" y="1047569"/>
              <a:chExt cx="82731" cy="3138325"/>
            </a:xfrm>
          </p:grpSpPr>
          <p:sp>
            <p:nvSpPr>
              <p:cNvPr id="74" name="任意多边形: 形状 73">
                <a:extLst>
                  <a:ext uri="{FF2B5EF4-FFF2-40B4-BE49-F238E27FC236}">
                    <a16:creationId xmlns:a16="http://schemas.microsoft.com/office/drawing/2014/main" id="{A6436AB1-0101-A997-9184-152E6D618A79}"/>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75" name="任意多边形: 形状 74">
                <a:extLst>
                  <a:ext uri="{FF2B5EF4-FFF2-40B4-BE49-F238E27FC236}">
                    <a16:creationId xmlns:a16="http://schemas.microsoft.com/office/drawing/2014/main" id="{80A579FD-0268-6C65-713D-693A4EBCD72A}"/>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81" name="组合 80">
              <a:extLst>
                <a:ext uri="{FF2B5EF4-FFF2-40B4-BE49-F238E27FC236}">
                  <a16:creationId xmlns:a16="http://schemas.microsoft.com/office/drawing/2014/main" id="{02E00562-DCD0-508E-0335-AD5294B2944E}"/>
                </a:ext>
              </a:extLst>
            </p:cNvPr>
            <p:cNvGrpSpPr/>
            <p:nvPr userDrawn="1"/>
          </p:nvGrpSpPr>
          <p:grpSpPr>
            <a:xfrm>
              <a:off x="983540" y="1085016"/>
              <a:ext cx="47243" cy="923067"/>
              <a:chOff x="5953125" y="2150268"/>
              <a:chExt cx="47243" cy="923067"/>
            </a:xfrm>
          </p:grpSpPr>
          <p:sp>
            <p:nvSpPr>
              <p:cNvPr id="91" name="任意多边形: 形状 90">
                <a:extLst>
                  <a:ext uri="{FF2B5EF4-FFF2-40B4-BE49-F238E27FC236}">
                    <a16:creationId xmlns:a16="http://schemas.microsoft.com/office/drawing/2014/main" id="{74E029B1-795F-1931-E1FE-949A3AEE7655}"/>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1E3C48F6-AD88-C542-BCAE-8B2C9129FB2F}"/>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82" name="Group 37_1">
              <a:extLst>
                <a:ext uri="{FF2B5EF4-FFF2-40B4-BE49-F238E27FC236}">
                  <a16:creationId xmlns:a16="http://schemas.microsoft.com/office/drawing/2014/main" id="{09A0D6A4-95BC-07AA-E753-71813622B34A}"/>
                </a:ext>
              </a:extLst>
            </p:cNvPr>
            <p:cNvGrpSpPr/>
            <p:nvPr userDrawn="1"/>
          </p:nvGrpSpPr>
          <p:grpSpPr>
            <a:xfrm>
              <a:off x="868441" y="3423895"/>
              <a:ext cx="47243" cy="923067"/>
              <a:chOff x="5953125" y="2150268"/>
              <a:chExt cx="47243" cy="923067"/>
            </a:xfrm>
          </p:grpSpPr>
          <p:sp>
            <p:nvSpPr>
              <p:cNvPr id="89" name="任意多边形: 形状 88">
                <a:extLst>
                  <a:ext uri="{FF2B5EF4-FFF2-40B4-BE49-F238E27FC236}">
                    <a16:creationId xmlns:a16="http://schemas.microsoft.com/office/drawing/2014/main" id="{4CA2101F-7B64-B3B2-B89F-E06D672EB4B7}"/>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90" name="任意多边形: 形状 89">
                <a:extLst>
                  <a:ext uri="{FF2B5EF4-FFF2-40B4-BE49-F238E27FC236}">
                    <a16:creationId xmlns:a16="http://schemas.microsoft.com/office/drawing/2014/main" id="{6D237A58-8CB7-52AB-D59C-689EF51AFE07}"/>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83" name="组合 82">
              <a:extLst>
                <a:ext uri="{FF2B5EF4-FFF2-40B4-BE49-F238E27FC236}">
                  <a16:creationId xmlns:a16="http://schemas.microsoft.com/office/drawing/2014/main" id="{310BD19E-3418-ED8E-ADE7-B4F070029357}"/>
                </a:ext>
              </a:extLst>
            </p:cNvPr>
            <p:cNvGrpSpPr/>
            <p:nvPr userDrawn="1"/>
          </p:nvGrpSpPr>
          <p:grpSpPr>
            <a:xfrm>
              <a:off x="348692" y="2384941"/>
              <a:ext cx="61533" cy="2334188"/>
              <a:chOff x="9983512" y="1047569"/>
              <a:chExt cx="82731" cy="3138325"/>
            </a:xfrm>
          </p:grpSpPr>
          <p:sp>
            <p:nvSpPr>
              <p:cNvPr id="87" name="任意多边形: 形状 86">
                <a:extLst>
                  <a:ext uri="{FF2B5EF4-FFF2-40B4-BE49-F238E27FC236}">
                    <a16:creationId xmlns:a16="http://schemas.microsoft.com/office/drawing/2014/main" id="{2938D8A9-DC92-974D-B4EC-5362F77D5024}"/>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88" name="任意多边形: 形状 87">
                <a:extLst>
                  <a:ext uri="{FF2B5EF4-FFF2-40B4-BE49-F238E27FC236}">
                    <a16:creationId xmlns:a16="http://schemas.microsoft.com/office/drawing/2014/main" id="{E414A90E-0D20-66D3-0EFE-BB5B30F7593A}"/>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84" name="组合 83">
              <a:extLst>
                <a:ext uri="{FF2B5EF4-FFF2-40B4-BE49-F238E27FC236}">
                  <a16:creationId xmlns:a16="http://schemas.microsoft.com/office/drawing/2014/main" id="{976BB53C-3F7C-CE3B-23C2-4DA53BBCFF49}"/>
                </a:ext>
              </a:extLst>
            </p:cNvPr>
            <p:cNvGrpSpPr/>
            <p:nvPr userDrawn="1"/>
          </p:nvGrpSpPr>
          <p:grpSpPr>
            <a:xfrm>
              <a:off x="11822930" y="374839"/>
              <a:ext cx="45719" cy="1734301"/>
              <a:chOff x="11134556" y="1851394"/>
              <a:chExt cx="61533" cy="2334188"/>
            </a:xfrm>
          </p:grpSpPr>
          <p:sp>
            <p:nvSpPr>
              <p:cNvPr id="85" name="Freeform 45_1">
                <a:extLst>
                  <a:ext uri="{FF2B5EF4-FFF2-40B4-BE49-F238E27FC236}">
                    <a16:creationId xmlns:a16="http://schemas.microsoft.com/office/drawing/2014/main" id="{ABCC022B-F1D0-00F1-12B1-0FAEC8FE3D43}"/>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86" name="Freeform 46_1">
                <a:extLst>
                  <a:ext uri="{FF2B5EF4-FFF2-40B4-BE49-F238E27FC236}">
                    <a16:creationId xmlns:a16="http://schemas.microsoft.com/office/drawing/2014/main" id="{8F805C0D-5878-B9B7-8D8C-8E7ADAB260C4}"/>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93" name="Group 37_1_1">
              <a:extLst>
                <a:ext uri="{FF2B5EF4-FFF2-40B4-BE49-F238E27FC236}">
                  <a16:creationId xmlns:a16="http://schemas.microsoft.com/office/drawing/2014/main" id="{2A3D9982-74B6-48B5-D748-AA939A76DFAE}"/>
                </a:ext>
              </a:extLst>
            </p:cNvPr>
            <p:cNvGrpSpPr/>
            <p:nvPr userDrawn="1"/>
          </p:nvGrpSpPr>
          <p:grpSpPr>
            <a:xfrm>
              <a:off x="4248706" y="3428999"/>
              <a:ext cx="47243" cy="923067"/>
              <a:chOff x="5953125" y="2150268"/>
              <a:chExt cx="47243" cy="923067"/>
            </a:xfrm>
          </p:grpSpPr>
          <p:sp>
            <p:nvSpPr>
              <p:cNvPr id="94" name="任意多边形: 形状 93">
                <a:extLst>
                  <a:ext uri="{FF2B5EF4-FFF2-40B4-BE49-F238E27FC236}">
                    <a16:creationId xmlns:a16="http://schemas.microsoft.com/office/drawing/2014/main" id="{3C7FF82D-0828-FA37-15FD-9CED5C69F0C8}"/>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95" name="任意多边形: 形状 94">
                <a:extLst>
                  <a:ext uri="{FF2B5EF4-FFF2-40B4-BE49-F238E27FC236}">
                    <a16:creationId xmlns:a16="http://schemas.microsoft.com/office/drawing/2014/main" id="{5662FB9D-697F-5D1C-0474-8B6E331671F1}"/>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99" name="Group 37_1_1_1">
              <a:extLst>
                <a:ext uri="{FF2B5EF4-FFF2-40B4-BE49-F238E27FC236}">
                  <a16:creationId xmlns:a16="http://schemas.microsoft.com/office/drawing/2014/main" id="{5492A7DF-7BA0-D4C4-590E-D610BAC35E88}"/>
                </a:ext>
              </a:extLst>
            </p:cNvPr>
            <p:cNvGrpSpPr/>
            <p:nvPr userDrawn="1"/>
          </p:nvGrpSpPr>
          <p:grpSpPr>
            <a:xfrm>
              <a:off x="2636782" y="1003413"/>
              <a:ext cx="47243" cy="923067"/>
              <a:chOff x="5953125" y="2150268"/>
              <a:chExt cx="47243" cy="923067"/>
            </a:xfrm>
          </p:grpSpPr>
          <p:sp>
            <p:nvSpPr>
              <p:cNvPr id="100" name="任意多边形: 形状 99">
                <a:extLst>
                  <a:ext uri="{FF2B5EF4-FFF2-40B4-BE49-F238E27FC236}">
                    <a16:creationId xmlns:a16="http://schemas.microsoft.com/office/drawing/2014/main" id="{94E81842-9A2E-2629-40E4-5D1F434ABE1E}"/>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09B6A2FF-A0CB-7944-BA4D-22C8F6CDACCF}"/>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05" name="Group 37_1_1_1_2">
              <a:extLst>
                <a:ext uri="{FF2B5EF4-FFF2-40B4-BE49-F238E27FC236}">
                  <a16:creationId xmlns:a16="http://schemas.microsoft.com/office/drawing/2014/main" id="{264D04D8-32EB-B1BA-65BF-51C5CE76CD1D}"/>
                </a:ext>
              </a:extLst>
            </p:cNvPr>
            <p:cNvGrpSpPr/>
            <p:nvPr userDrawn="1"/>
          </p:nvGrpSpPr>
          <p:grpSpPr>
            <a:xfrm>
              <a:off x="5837483" y="3946239"/>
              <a:ext cx="45719" cy="550191"/>
              <a:chOff x="5953125" y="2150268"/>
              <a:chExt cx="47243" cy="923067"/>
            </a:xfrm>
          </p:grpSpPr>
          <p:sp>
            <p:nvSpPr>
              <p:cNvPr id="106" name="任意多边形: 形状 105">
                <a:extLst>
                  <a:ext uri="{FF2B5EF4-FFF2-40B4-BE49-F238E27FC236}">
                    <a16:creationId xmlns:a16="http://schemas.microsoft.com/office/drawing/2014/main" id="{32A8275F-35A9-667C-476A-7F8741E534D3}"/>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107" name="任意多边形: 形状 106">
                <a:extLst>
                  <a:ext uri="{FF2B5EF4-FFF2-40B4-BE49-F238E27FC236}">
                    <a16:creationId xmlns:a16="http://schemas.microsoft.com/office/drawing/2014/main" id="{A23E8676-C875-1AD4-E2CB-9312EBF808B0}"/>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sp>
        <p:nvSpPr>
          <p:cNvPr id="5" name="4009d508-2185-4f27-bb2e-e857decbccc8"/>
          <p:cNvSpPr>
            <a:spLocks noGrp="1"/>
          </p:cNvSpPr>
          <p:nvPr userDrawn="1">
            <p:ph type="ctrTitle" hasCustomPrompt="1"/>
          </p:nvPr>
        </p:nvSpPr>
        <p:spPr>
          <a:xfrm>
            <a:off x="1369834" y="1398002"/>
            <a:ext cx="9452333" cy="1560545"/>
          </a:xfrm>
          <a:prstGeom prst="rect">
            <a:avLst/>
          </a:prstGeom>
        </p:spPr>
        <p:txBody>
          <a:bodyPr wrap="square" anchor="b">
            <a:normAutofit/>
          </a:bodyPr>
          <a:lstStyle>
            <a:lvl1pPr algn="ctr">
              <a:lnSpc>
                <a:spcPct val="100000"/>
              </a:lnSpc>
              <a:defRPr sz="60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1369834" y="3077062"/>
            <a:ext cx="9452333" cy="948579"/>
          </a:xfrm>
          <a:prstGeom prst="roundRect">
            <a:avLst>
              <a:gd name="adj" fmla="val 0"/>
            </a:avLst>
          </a:prstGeom>
          <a:noFill/>
          <a:ln>
            <a:noFill/>
          </a:ln>
        </p:spPr>
        <p:txBody>
          <a:bodyPr vert="horz" wrap="square" lIns="91440" tIns="45720" rIns="91440" bIns="45720" rtlCol="0" anchor="t" anchorCtr="0">
            <a:normAutofit/>
          </a:bodyPr>
          <a:lstStyle>
            <a:lvl1pPr marL="0" indent="0" algn="ctr">
              <a:lnSpc>
                <a:spcPct val="100000"/>
              </a:lnSpc>
              <a:buNone/>
              <a:defRPr lang="en-US" sz="200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6200904" y="5857100"/>
            <a:ext cx="5317994" cy="276999"/>
          </a:xfrm>
          <a:prstGeom prst="rect">
            <a:avLst/>
          </a:prstGeom>
        </p:spPr>
        <p:txBody>
          <a:bodyPr wrap="square" lIns="90000">
            <a:normAutofit/>
          </a:bodyPr>
          <a:lstStyle>
            <a:lvl1pPr marL="0" indent="0" algn="r">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660399" y="5840343"/>
            <a:ext cx="4880106" cy="276999"/>
          </a:xfrm>
          <a:prstGeom prst="rect">
            <a:avLst/>
          </a:prstGeom>
        </p:spPr>
        <p:txBody>
          <a:bodyPr wrap="none">
            <a:normAutofit/>
          </a:bodyPr>
          <a:lstStyle>
            <a:lvl1pPr marL="0" indent="0" algn="l">
              <a:lnSpc>
                <a:spcPct val="100000"/>
              </a:lnSpc>
              <a:buNone/>
              <a:defRPr sz="1200">
                <a:solidFill>
                  <a:schemeClr val="tx1"/>
                </a:solidFill>
              </a:defRPr>
            </a:lvl1pPr>
          </a:lstStyle>
          <a:p>
            <a:pPr lvl="0"/>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bg>
      <p:bgPr>
        <a:solidFill>
          <a:srgbClr val="171B1E"/>
        </a:solidFill>
        <a:effectLst/>
      </p:bgPr>
    </p:bg>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BF6F60A3-AE5F-DB4F-7432-685DFA9B243A}"/>
              </a:ext>
            </a:extLst>
          </p:cNvPr>
          <p:cNvGrpSpPr/>
          <p:nvPr userDrawn="1"/>
        </p:nvGrpSpPr>
        <p:grpSpPr>
          <a:xfrm>
            <a:off x="0" y="0"/>
            <a:ext cx="12192000" cy="6858000"/>
            <a:chOff x="0" y="0"/>
            <a:chExt cx="12192000" cy="6858000"/>
          </a:xfrm>
        </p:grpSpPr>
        <p:sp>
          <p:nvSpPr>
            <p:cNvPr id="7" name="任意多边形: 形状 6">
              <a:extLst>
                <a:ext uri="{FF2B5EF4-FFF2-40B4-BE49-F238E27FC236}">
                  <a16:creationId xmlns:a16="http://schemas.microsoft.com/office/drawing/2014/main" id="{C81332B7-748F-3D16-9B6C-5C2FA6AA980C}"/>
                </a:ext>
              </a:extLst>
            </p:cNvPr>
            <p:cNvSpPr/>
            <p:nvPr/>
          </p:nvSpPr>
          <p:spPr>
            <a:xfrm flipH="1">
              <a:off x="0" y="1130300"/>
              <a:ext cx="12192000" cy="5727700"/>
            </a:xfrm>
            <a:custGeom>
              <a:avLst/>
              <a:gdLst>
                <a:gd name="connsiteX0" fmla="*/ 12192000 w 12192000"/>
                <a:gd name="connsiteY0" fmla="*/ 0 h 5727700"/>
                <a:gd name="connsiteX1" fmla="*/ 0 w 12192000"/>
                <a:gd name="connsiteY1" fmla="*/ 0 h 5727700"/>
                <a:gd name="connsiteX2" fmla="*/ 0 w 12192000"/>
                <a:gd name="connsiteY2" fmla="*/ 5727700 h 5727700"/>
                <a:gd name="connsiteX3" fmla="*/ 12192000 w 12192000"/>
                <a:gd name="connsiteY3" fmla="*/ 5727700 h 5727700"/>
              </a:gdLst>
              <a:ahLst/>
              <a:cxnLst>
                <a:cxn ang="0">
                  <a:pos x="connsiteX0" y="connsiteY0"/>
                </a:cxn>
                <a:cxn ang="0">
                  <a:pos x="connsiteX1" y="connsiteY1"/>
                </a:cxn>
                <a:cxn ang="0">
                  <a:pos x="connsiteX2" y="connsiteY2"/>
                </a:cxn>
                <a:cxn ang="0">
                  <a:pos x="connsiteX3" y="connsiteY3"/>
                </a:cxn>
              </a:cxnLst>
              <a:rect l="l" t="t" r="r" b="b"/>
              <a:pathLst>
                <a:path w="12192000" h="5727700">
                  <a:moveTo>
                    <a:pt x="12192000" y="0"/>
                  </a:moveTo>
                  <a:lnTo>
                    <a:pt x="0" y="0"/>
                  </a:lnTo>
                  <a:lnTo>
                    <a:pt x="0" y="5727700"/>
                  </a:lnTo>
                  <a:lnTo>
                    <a:pt x="12192000" y="5727700"/>
                  </a:lnTo>
                  <a:close/>
                </a:path>
              </a:pathLst>
            </a:custGeom>
            <a:blipFill>
              <a:blip r:embed="rId2"/>
              <a:srcRect/>
              <a:stretch>
                <a:fillRect l="-167" r="-16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Rectangle 14_1">
              <a:extLst>
                <a:ext uri="{FF2B5EF4-FFF2-40B4-BE49-F238E27FC236}">
                  <a16:creationId xmlns:a16="http://schemas.microsoft.com/office/drawing/2014/main" id="{FDC4E6DF-6ABE-495F-CE43-A7981A693D15}"/>
                </a:ext>
              </a:extLst>
            </p:cNvPr>
            <p:cNvSpPr/>
            <p:nvPr/>
          </p:nvSpPr>
          <p:spPr>
            <a:xfrm>
              <a:off x="3425371" y="0"/>
              <a:ext cx="8766629" cy="6858000"/>
            </a:xfrm>
            <a:prstGeom prst="rect">
              <a:avLst/>
            </a:prstGeom>
            <a:gradFill flip="none" rotWithShape="1">
              <a:gsLst>
                <a:gs pos="0">
                  <a:srgbClr val="161A1D"/>
                </a:gs>
                <a:gs pos="58000">
                  <a:srgbClr val="161A1D">
                    <a:alpha val="88000"/>
                  </a:srgbClr>
                </a:gs>
                <a:gs pos="100000">
                  <a:srgbClr val="161A1D">
                    <a:alpha val="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7df810f9-e805-4efc-9632-8511d2ce6aa8"/>
          <p:cNvSpPr>
            <a:spLocks noGrp="1"/>
          </p:cNvSpPr>
          <p:nvPr>
            <p:ph type="title" hasCustomPrompt="1"/>
          </p:nvPr>
        </p:nvSpPr>
        <p:spPr>
          <a:xfrm>
            <a:off x="660400" y="1500188"/>
            <a:ext cx="2836800" cy="914400"/>
          </a:xfrm>
          <a:prstGeom prst="rect">
            <a:avLst/>
          </a:prstGeom>
        </p:spPr>
        <p:txBody>
          <a:bodyPr wrap="none" anchor="t">
            <a:normAutofit/>
          </a:bodyPr>
          <a:lstStyle>
            <a:lvl1pPr algn="r">
              <a:lnSpc>
                <a:spcPct val="100000"/>
              </a:lnSpc>
              <a:defRPr sz="2800"/>
            </a:lvl1pPr>
          </a:lstStyle>
          <a:p>
            <a:pPr lvl="0"/>
            <a:r>
              <a:rPr lang="zh-CN" altLang="en-US" dirty="0"/>
              <a:t>Agenda</a:t>
            </a:r>
            <a:endParaRPr lang="en-US" dirty="0"/>
          </a:p>
        </p:txBody>
      </p:sp>
      <p:sp>
        <p:nvSpPr>
          <p:cNvPr id="11" name="内容占位符 10"/>
          <p:cNvSpPr>
            <a:spLocks noGrp="1"/>
          </p:cNvSpPr>
          <p:nvPr>
            <p:ph sz="quarter" idx="1" hasCustomPrompt="1"/>
          </p:nvPr>
        </p:nvSpPr>
        <p:spPr>
          <a:xfrm>
            <a:off x="3746500" y="1500187"/>
            <a:ext cx="7772400" cy="4633200"/>
          </a:xfrm>
          <a:prstGeom prst="rect">
            <a:avLst/>
          </a:prstGeom>
        </p:spPr>
        <p:txBody>
          <a:bodyPr wrap="square">
            <a:normAutofit/>
          </a:bodyPr>
          <a:lstStyle>
            <a:lvl1pPr marL="457200" indent="-457200">
              <a:lnSpc>
                <a:spcPct val="130000"/>
              </a:lnSpc>
              <a:buFont typeface="+mj-lt"/>
              <a:buAutoNum type="arabicPeriod"/>
              <a:defRPr sz="2400" b="0">
                <a:solidFill>
                  <a:schemeClr val="tx1"/>
                </a:solidFill>
                <a:latin typeface="+mn-lt"/>
              </a:defRPr>
            </a:lvl1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2" name="日期占位符 1"/>
          <p:cNvSpPr>
            <a:spLocks noGrp="1"/>
          </p:cNvSpPr>
          <p:nvPr>
            <p:ph type="dt" sz="half" idx="10"/>
          </p:nvPr>
        </p:nvSpPr>
        <p:spPr/>
        <p:txBody>
          <a:bodyPr/>
          <a:lstStyle/>
          <a:p>
            <a:fld id="{2A27A813-B2FD-42E1-9222-83B574E99074}" type="datetime1">
              <a:rPr lang="zh-CN" altLang="en-US" smtClean="0"/>
              <a:t>2024/4/9</a:t>
            </a:fld>
            <a:endParaRPr lang="en-US" altLang="zh-CN"/>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65B630-C7FF-41C0-9923-C5E5E29EED81}" type="slidenum">
              <a:rPr lang="en-US" altLang="zh-CN" smtClean="0"/>
              <a:pPr/>
              <a:t>‹#›</a:t>
            </a:fld>
            <a:endParaRPr lang="en-US" altLang="zh-CN"/>
          </a:p>
        </p:txBody>
      </p:sp>
      <p:grpSp>
        <p:nvGrpSpPr>
          <p:cNvPr id="9" name="组合 8"/>
          <p:cNvGrpSpPr/>
          <p:nvPr/>
        </p:nvGrpSpPr>
        <p:grpSpPr>
          <a:xfrm>
            <a:off x="2626456" y="1500188"/>
            <a:ext cx="994563" cy="4634686"/>
            <a:chOff x="2626456" y="1500188"/>
            <a:chExt cx="994563" cy="4634686"/>
          </a:xfrm>
        </p:grpSpPr>
        <p:cxnSp>
          <p:nvCxnSpPr>
            <p:cNvPr id="10" name="直接连接符 9"/>
            <p:cNvCxnSpPr>
              <a:cxnSpLocks/>
            </p:cNvCxnSpPr>
            <p:nvPr/>
          </p:nvCxnSpPr>
          <p:spPr>
            <a:xfrm>
              <a:off x="3621019" y="1500188"/>
              <a:ext cx="0" cy="4633913"/>
            </a:xfrm>
            <a:prstGeom prst="line">
              <a:avLst/>
            </a:prstGeom>
            <a:solidFill>
              <a:srgbClr val="FFCC00"/>
            </a:solidFill>
            <a:ln w="3175" cap="flat" cmpd="sng" algn="ctr">
              <a:solidFill>
                <a:schemeClr val="tx1">
                  <a:alpha val="50000"/>
                </a:schemeClr>
              </a:solidFill>
              <a:prstDash val="solid"/>
              <a:round/>
              <a:headEnd type="none" w="med" len="med"/>
              <a:tailEnd type="none" w="med" len="med"/>
            </a:ln>
            <a:effectLst/>
          </p:spPr>
        </p:cxnSp>
        <p:sp>
          <p:nvSpPr>
            <p:cNvPr id="12" name="任意多边形: 形状 11"/>
            <p:cNvSpPr>
              <a:spLocks noChangeAspect="1"/>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1">
                <a:alpha val="15000"/>
              </a:schemeClr>
            </a:solidFill>
            <a:ln>
              <a:noFill/>
            </a:ln>
          </p:spPr>
          <p:txBody>
            <a:bodyPr/>
            <a:lstStyle/>
            <a:p>
              <a:endParaRPr lang="zh-CN" altLang="en-US">
                <a:cs typeface="+mn-ea"/>
                <a:sym typeface="+mn-lt"/>
              </a:endParaRPr>
            </a:p>
          </p:txBody>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bg>
      <p:bgRef idx="1001">
        <a:schemeClr val="bg1"/>
      </p:bgRef>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D649736-643D-9C01-A753-66A703968FE4}"/>
              </a:ext>
            </a:extLst>
          </p:cNvPr>
          <p:cNvGrpSpPr/>
          <p:nvPr userDrawn="1"/>
        </p:nvGrpSpPr>
        <p:grpSpPr>
          <a:xfrm flipH="1">
            <a:off x="0" y="12560"/>
            <a:ext cx="12192000" cy="6832879"/>
            <a:chOff x="0" y="12560"/>
            <a:chExt cx="12192000" cy="6832879"/>
          </a:xfrm>
        </p:grpSpPr>
        <p:pic>
          <p:nvPicPr>
            <p:cNvPr id="7" name="图片 6">
              <a:extLst>
                <a:ext uri="{FF2B5EF4-FFF2-40B4-BE49-F238E27FC236}">
                  <a16:creationId xmlns:a16="http://schemas.microsoft.com/office/drawing/2014/main" id="{22F2EB58-256B-E8C6-D653-23B78D6E472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2560"/>
              <a:ext cx="12192000" cy="6832879"/>
            </a:xfrm>
            <a:prstGeom prst="rect">
              <a:avLst/>
            </a:prstGeom>
          </p:spPr>
        </p:pic>
        <p:grpSp>
          <p:nvGrpSpPr>
            <p:cNvPr id="9" name="组合 8">
              <a:extLst>
                <a:ext uri="{FF2B5EF4-FFF2-40B4-BE49-F238E27FC236}">
                  <a16:creationId xmlns:a16="http://schemas.microsoft.com/office/drawing/2014/main" id="{2B857862-D53A-CE25-07F5-ACA313BB0FF4}"/>
                </a:ext>
              </a:extLst>
            </p:cNvPr>
            <p:cNvGrpSpPr/>
            <p:nvPr userDrawn="1"/>
          </p:nvGrpSpPr>
          <p:grpSpPr>
            <a:xfrm>
              <a:off x="9575037" y="1037621"/>
              <a:ext cx="1935310" cy="2538125"/>
              <a:chOff x="9244965" y="1047570"/>
              <a:chExt cx="1935310" cy="2538125"/>
            </a:xfrm>
          </p:grpSpPr>
          <p:grpSp>
            <p:nvGrpSpPr>
              <p:cNvPr id="52" name="组合 51">
                <a:extLst>
                  <a:ext uri="{FF2B5EF4-FFF2-40B4-BE49-F238E27FC236}">
                    <a16:creationId xmlns:a16="http://schemas.microsoft.com/office/drawing/2014/main" id="{7205108F-B7C3-B0CC-1416-2E89FE360B06}"/>
                  </a:ext>
                </a:extLst>
              </p:cNvPr>
              <p:cNvGrpSpPr/>
              <p:nvPr userDrawn="1"/>
            </p:nvGrpSpPr>
            <p:grpSpPr>
              <a:xfrm>
                <a:off x="9244965" y="1716740"/>
                <a:ext cx="47243" cy="923067"/>
                <a:chOff x="5953125" y="2150268"/>
                <a:chExt cx="47243" cy="923067"/>
              </a:xfrm>
            </p:grpSpPr>
            <p:sp>
              <p:nvSpPr>
                <p:cNvPr id="62" name="任意多边形: 形状 61">
                  <a:extLst>
                    <a:ext uri="{FF2B5EF4-FFF2-40B4-BE49-F238E27FC236}">
                      <a16:creationId xmlns:a16="http://schemas.microsoft.com/office/drawing/2014/main" id="{BD1C5637-A387-FD3A-61EA-743F33832FB9}"/>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63" name="任意多边形: 形状 62">
                  <a:extLst>
                    <a:ext uri="{FF2B5EF4-FFF2-40B4-BE49-F238E27FC236}">
                      <a16:creationId xmlns:a16="http://schemas.microsoft.com/office/drawing/2014/main" id="{96533E20-6E71-42FA-FBAE-F36F79E6730C}"/>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53" name="Group 37_1">
                <a:extLst>
                  <a:ext uri="{FF2B5EF4-FFF2-40B4-BE49-F238E27FC236}">
                    <a16:creationId xmlns:a16="http://schemas.microsoft.com/office/drawing/2014/main" id="{B477AF1B-D27E-5AED-6159-72315E338A0D}"/>
                  </a:ext>
                </a:extLst>
              </p:cNvPr>
              <p:cNvGrpSpPr/>
              <p:nvPr userDrawn="1"/>
            </p:nvGrpSpPr>
            <p:grpSpPr>
              <a:xfrm>
                <a:off x="9244965" y="1716740"/>
                <a:ext cx="47243" cy="923067"/>
                <a:chOff x="5953125" y="2150268"/>
                <a:chExt cx="47243" cy="923067"/>
              </a:xfrm>
            </p:grpSpPr>
            <p:sp>
              <p:nvSpPr>
                <p:cNvPr id="60" name="任意多边形: 形状 59">
                  <a:extLst>
                    <a:ext uri="{FF2B5EF4-FFF2-40B4-BE49-F238E27FC236}">
                      <a16:creationId xmlns:a16="http://schemas.microsoft.com/office/drawing/2014/main" id="{A6E3DE64-CA19-D715-C373-762D9EE35992}"/>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61" name="任意多边形: 形状 60">
                  <a:extLst>
                    <a:ext uri="{FF2B5EF4-FFF2-40B4-BE49-F238E27FC236}">
                      <a16:creationId xmlns:a16="http://schemas.microsoft.com/office/drawing/2014/main" id="{B8EA831A-7062-289A-F219-AE805755C979}"/>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54" name="组合 53">
                <a:extLst>
                  <a:ext uri="{FF2B5EF4-FFF2-40B4-BE49-F238E27FC236}">
                    <a16:creationId xmlns:a16="http://schemas.microsoft.com/office/drawing/2014/main" id="{B1671F4E-3503-E9C3-2EA2-DE2C00A2B3F0}"/>
                  </a:ext>
                </a:extLst>
              </p:cNvPr>
              <p:cNvGrpSpPr/>
              <p:nvPr userDrawn="1"/>
            </p:nvGrpSpPr>
            <p:grpSpPr>
              <a:xfrm>
                <a:off x="9983512" y="1047570"/>
                <a:ext cx="61533" cy="2334188"/>
                <a:chOff x="9983512" y="1047569"/>
                <a:chExt cx="82731" cy="3138325"/>
              </a:xfrm>
            </p:grpSpPr>
            <p:sp>
              <p:nvSpPr>
                <p:cNvPr id="58" name="任意多边形: 形状 57">
                  <a:extLst>
                    <a:ext uri="{FF2B5EF4-FFF2-40B4-BE49-F238E27FC236}">
                      <a16:creationId xmlns:a16="http://schemas.microsoft.com/office/drawing/2014/main" id="{BC59BC2D-BCB3-0C15-9E86-E828A0EAEE5F}"/>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BA3642EA-1D04-9C68-4174-160B291D41B2}"/>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55" name="组合 54">
                <a:extLst>
                  <a:ext uri="{FF2B5EF4-FFF2-40B4-BE49-F238E27FC236}">
                    <a16:creationId xmlns:a16="http://schemas.microsoft.com/office/drawing/2014/main" id="{F4572AF5-0B7B-7984-DA93-30BC58E9876A}"/>
                  </a:ext>
                </a:extLst>
              </p:cNvPr>
              <p:cNvGrpSpPr/>
              <p:nvPr userDrawn="1"/>
            </p:nvGrpSpPr>
            <p:grpSpPr>
              <a:xfrm>
                <a:off x="11134556" y="1851394"/>
                <a:ext cx="45719" cy="1734301"/>
                <a:chOff x="11134556" y="1851394"/>
                <a:chExt cx="61533" cy="2334188"/>
              </a:xfrm>
            </p:grpSpPr>
            <p:sp>
              <p:nvSpPr>
                <p:cNvPr id="56" name="Freeform 45_1">
                  <a:extLst>
                    <a:ext uri="{FF2B5EF4-FFF2-40B4-BE49-F238E27FC236}">
                      <a16:creationId xmlns:a16="http://schemas.microsoft.com/office/drawing/2014/main" id="{5810B297-AD86-DE2E-0EB3-1F96FDB261CD}"/>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57" name="Freeform 46_1">
                  <a:extLst>
                    <a:ext uri="{FF2B5EF4-FFF2-40B4-BE49-F238E27FC236}">
                      <a16:creationId xmlns:a16="http://schemas.microsoft.com/office/drawing/2014/main" id="{5EA3A0C0-EC9A-7CD5-AA77-3BD371F33BF9}"/>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grpSp>
          <p:nvGrpSpPr>
            <p:cNvPr id="10" name="Group 52_1">
              <a:extLst>
                <a:ext uri="{FF2B5EF4-FFF2-40B4-BE49-F238E27FC236}">
                  <a16:creationId xmlns:a16="http://schemas.microsoft.com/office/drawing/2014/main" id="{58A17F74-D218-DD9E-A079-12F4AC4F2F97}"/>
                </a:ext>
              </a:extLst>
            </p:cNvPr>
            <p:cNvGrpSpPr/>
            <p:nvPr userDrawn="1"/>
          </p:nvGrpSpPr>
          <p:grpSpPr>
            <a:xfrm>
              <a:off x="9575037" y="1037621"/>
              <a:ext cx="1935310" cy="2538125"/>
              <a:chOff x="9244965" y="1047570"/>
              <a:chExt cx="1935310" cy="2538125"/>
            </a:xfrm>
          </p:grpSpPr>
          <p:grpSp>
            <p:nvGrpSpPr>
              <p:cNvPr id="40" name="组合 39">
                <a:extLst>
                  <a:ext uri="{FF2B5EF4-FFF2-40B4-BE49-F238E27FC236}">
                    <a16:creationId xmlns:a16="http://schemas.microsoft.com/office/drawing/2014/main" id="{F7F46DD4-38B2-A40C-CB28-147EE0AEE34F}"/>
                  </a:ext>
                </a:extLst>
              </p:cNvPr>
              <p:cNvGrpSpPr/>
              <p:nvPr userDrawn="1"/>
            </p:nvGrpSpPr>
            <p:grpSpPr>
              <a:xfrm>
                <a:off x="9244965" y="1716740"/>
                <a:ext cx="47243" cy="923067"/>
                <a:chOff x="5953125" y="2150268"/>
                <a:chExt cx="47243" cy="923067"/>
              </a:xfrm>
            </p:grpSpPr>
            <p:sp>
              <p:nvSpPr>
                <p:cNvPr id="50" name="任意多边形: 形状 49">
                  <a:extLst>
                    <a:ext uri="{FF2B5EF4-FFF2-40B4-BE49-F238E27FC236}">
                      <a16:creationId xmlns:a16="http://schemas.microsoft.com/office/drawing/2014/main" id="{D792B1F2-EE59-3B9E-F62D-14626CE451E0}"/>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1ABB90BF-48FF-0185-EAD7-4DA56104AE3B}"/>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41" name="Group 37_1">
                <a:extLst>
                  <a:ext uri="{FF2B5EF4-FFF2-40B4-BE49-F238E27FC236}">
                    <a16:creationId xmlns:a16="http://schemas.microsoft.com/office/drawing/2014/main" id="{E64DC060-EA00-6CDE-F356-58951EBFF6C3}"/>
                  </a:ext>
                </a:extLst>
              </p:cNvPr>
              <p:cNvGrpSpPr/>
              <p:nvPr userDrawn="1"/>
            </p:nvGrpSpPr>
            <p:grpSpPr>
              <a:xfrm>
                <a:off x="9244965" y="1716740"/>
                <a:ext cx="47243" cy="923067"/>
                <a:chOff x="5953125" y="2150268"/>
                <a:chExt cx="47243" cy="923067"/>
              </a:xfrm>
            </p:grpSpPr>
            <p:sp>
              <p:nvSpPr>
                <p:cNvPr id="48" name="任意多边形: 形状 47">
                  <a:extLst>
                    <a:ext uri="{FF2B5EF4-FFF2-40B4-BE49-F238E27FC236}">
                      <a16:creationId xmlns:a16="http://schemas.microsoft.com/office/drawing/2014/main" id="{D335FDCC-7DCE-5FD0-8714-48A98A34F76E}"/>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70014F77-D71B-378D-D6DA-C88306BD7B59}"/>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42" name="组合 41">
                <a:extLst>
                  <a:ext uri="{FF2B5EF4-FFF2-40B4-BE49-F238E27FC236}">
                    <a16:creationId xmlns:a16="http://schemas.microsoft.com/office/drawing/2014/main" id="{3A0C4C64-22B1-29B4-DDA9-8B8830BB0709}"/>
                  </a:ext>
                </a:extLst>
              </p:cNvPr>
              <p:cNvGrpSpPr/>
              <p:nvPr userDrawn="1"/>
            </p:nvGrpSpPr>
            <p:grpSpPr>
              <a:xfrm>
                <a:off x="9983512" y="1047570"/>
                <a:ext cx="61533" cy="2334188"/>
                <a:chOff x="9983512" y="1047569"/>
                <a:chExt cx="82731" cy="3138325"/>
              </a:xfrm>
            </p:grpSpPr>
            <p:sp>
              <p:nvSpPr>
                <p:cNvPr id="46" name="任意多边形: 形状 45">
                  <a:extLst>
                    <a:ext uri="{FF2B5EF4-FFF2-40B4-BE49-F238E27FC236}">
                      <a16:creationId xmlns:a16="http://schemas.microsoft.com/office/drawing/2014/main" id="{CB8FE679-26E8-EBCB-B69B-74E0EC1E2790}"/>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3CE2C3FE-E5B7-7E40-505B-D0316D7964E2}"/>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43" name="组合 42">
                <a:extLst>
                  <a:ext uri="{FF2B5EF4-FFF2-40B4-BE49-F238E27FC236}">
                    <a16:creationId xmlns:a16="http://schemas.microsoft.com/office/drawing/2014/main" id="{A0214912-CEE4-8E60-4870-D4489A96BC65}"/>
                  </a:ext>
                </a:extLst>
              </p:cNvPr>
              <p:cNvGrpSpPr/>
              <p:nvPr userDrawn="1"/>
            </p:nvGrpSpPr>
            <p:grpSpPr>
              <a:xfrm>
                <a:off x="11134556" y="1851394"/>
                <a:ext cx="45719" cy="1734301"/>
                <a:chOff x="11134556" y="1851394"/>
                <a:chExt cx="61533" cy="2334188"/>
              </a:xfrm>
            </p:grpSpPr>
            <p:sp>
              <p:nvSpPr>
                <p:cNvPr id="44" name="Freeform 45_1">
                  <a:extLst>
                    <a:ext uri="{FF2B5EF4-FFF2-40B4-BE49-F238E27FC236}">
                      <a16:creationId xmlns:a16="http://schemas.microsoft.com/office/drawing/2014/main" id="{304DA42A-C6F4-CEA7-4A6C-6FCC0ABDA499}"/>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45" name="Freeform 46_1">
                  <a:extLst>
                    <a:ext uri="{FF2B5EF4-FFF2-40B4-BE49-F238E27FC236}">
                      <a16:creationId xmlns:a16="http://schemas.microsoft.com/office/drawing/2014/main" id="{09F1306D-B1BF-04C7-F1CB-55965FD1DC10}"/>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grpSp>
          <p:nvGrpSpPr>
            <p:cNvPr id="12" name="组合 11">
              <a:extLst>
                <a:ext uri="{FF2B5EF4-FFF2-40B4-BE49-F238E27FC236}">
                  <a16:creationId xmlns:a16="http://schemas.microsoft.com/office/drawing/2014/main" id="{F3017C55-3169-D195-C201-329382540DE2}"/>
                </a:ext>
              </a:extLst>
            </p:cNvPr>
            <p:cNvGrpSpPr/>
            <p:nvPr userDrawn="1"/>
          </p:nvGrpSpPr>
          <p:grpSpPr>
            <a:xfrm>
              <a:off x="1211623" y="1547693"/>
              <a:ext cx="47243" cy="923067"/>
              <a:chOff x="5953125" y="2150268"/>
              <a:chExt cx="47243" cy="923067"/>
            </a:xfrm>
          </p:grpSpPr>
          <p:sp>
            <p:nvSpPr>
              <p:cNvPr id="38" name="任意多边形: 形状 37">
                <a:extLst>
                  <a:ext uri="{FF2B5EF4-FFF2-40B4-BE49-F238E27FC236}">
                    <a16:creationId xmlns:a16="http://schemas.microsoft.com/office/drawing/2014/main" id="{9B15E49E-15C9-DB10-FE2C-75BACEE787AC}"/>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4B7526D7-EDD6-1E28-0433-0EB9613905D4}"/>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3" name="Group 37_1">
              <a:extLst>
                <a:ext uri="{FF2B5EF4-FFF2-40B4-BE49-F238E27FC236}">
                  <a16:creationId xmlns:a16="http://schemas.microsoft.com/office/drawing/2014/main" id="{4C2B851C-58D4-B81E-0870-E5C5AFB12282}"/>
                </a:ext>
              </a:extLst>
            </p:cNvPr>
            <p:cNvGrpSpPr/>
            <p:nvPr userDrawn="1"/>
          </p:nvGrpSpPr>
          <p:grpSpPr>
            <a:xfrm>
              <a:off x="1211623" y="1547693"/>
              <a:ext cx="47243" cy="923067"/>
              <a:chOff x="5953125" y="2150268"/>
              <a:chExt cx="47243" cy="923067"/>
            </a:xfrm>
          </p:grpSpPr>
          <p:sp>
            <p:nvSpPr>
              <p:cNvPr id="36" name="任意多边形: 形状 35">
                <a:extLst>
                  <a:ext uri="{FF2B5EF4-FFF2-40B4-BE49-F238E27FC236}">
                    <a16:creationId xmlns:a16="http://schemas.microsoft.com/office/drawing/2014/main" id="{F89B08CB-7119-5DE2-289F-882346CABEF2}"/>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A9B175AF-E54D-12E2-A946-B9D5E153E6B6}"/>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4" name="组合 13">
              <a:extLst>
                <a:ext uri="{FF2B5EF4-FFF2-40B4-BE49-F238E27FC236}">
                  <a16:creationId xmlns:a16="http://schemas.microsoft.com/office/drawing/2014/main" id="{BFC17744-187A-EFD4-B7D4-3CC68AA90BD7}"/>
                </a:ext>
              </a:extLst>
            </p:cNvPr>
            <p:cNvGrpSpPr/>
            <p:nvPr userDrawn="1"/>
          </p:nvGrpSpPr>
          <p:grpSpPr>
            <a:xfrm>
              <a:off x="1950170" y="879157"/>
              <a:ext cx="61533" cy="2334188"/>
              <a:chOff x="9983512" y="1047569"/>
              <a:chExt cx="82731" cy="3138325"/>
            </a:xfrm>
          </p:grpSpPr>
          <p:sp>
            <p:nvSpPr>
              <p:cNvPr id="34" name="任意多边形: 形状 33">
                <a:extLst>
                  <a:ext uri="{FF2B5EF4-FFF2-40B4-BE49-F238E27FC236}">
                    <a16:creationId xmlns:a16="http://schemas.microsoft.com/office/drawing/2014/main" id="{7DEBFAC6-896A-6168-4EA1-97304BC468DA}"/>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278D4C4A-E1DB-ADFD-098D-73C55690B45B}"/>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5" name="组合 14">
              <a:extLst>
                <a:ext uri="{FF2B5EF4-FFF2-40B4-BE49-F238E27FC236}">
                  <a16:creationId xmlns:a16="http://schemas.microsoft.com/office/drawing/2014/main" id="{1E42F9D4-14B4-68CF-F65A-D950ACF68570}"/>
                </a:ext>
              </a:extLst>
            </p:cNvPr>
            <p:cNvGrpSpPr/>
            <p:nvPr userDrawn="1"/>
          </p:nvGrpSpPr>
          <p:grpSpPr>
            <a:xfrm>
              <a:off x="3101214" y="2046251"/>
              <a:ext cx="45719" cy="1734301"/>
              <a:chOff x="11134556" y="1851394"/>
              <a:chExt cx="61533" cy="2334188"/>
            </a:xfrm>
          </p:grpSpPr>
          <p:sp>
            <p:nvSpPr>
              <p:cNvPr id="32" name="Freeform 45_1">
                <a:extLst>
                  <a:ext uri="{FF2B5EF4-FFF2-40B4-BE49-F238E27FC236}">
                    <a16:creationId xmlns:a16="http://schemas.microsoft.com/office/drawing/2014/main" id="{7982602D-B704-ACC2-1B77-7DCA7A3A4A23}"/>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3" name="Freeform 46_1">
                <a:extLst>
                  <a:ext uri="{FF2B5EF4-FFF2-40B4-BE49-F238E27FC236}">
                    <a16:creationId xmlns:a16="http://schemas.microsoft.com/office/drawing/2014/main" id="{125A52F8-90E8-AF09-4AE4-E4DB6BE546B0}"/>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6" name="组合 15">
              <a:extLst>
                <a:ext uri="{FF2B5EF4-FFF2-40B4-BE49-F238E27FC236}">
                  <a16:creationId xmlns:a16="http://schemas.microsoft.com/office/drawing/2014/main" id="{633CFBB2-BC11-2FF0-16DF-3B9004E0CFE2}"/>
                </a:ext>
              </a:extLst>
            </p:cNvPr>
            <p:cNvGrpSpPr/>
            <p:nvPr userDrawn="1"/>
          </p:nvGrpSpPr>
          <p:grpSpPr>
            <a:xfrm>
              <a:off x="1211623" y="1547693"/>
              <a:ext cx="47243" cy="923067"/>
              <a:chOff x="5953125" y="2150268"/>
              <a:chExt cx="47243" cy="923067"/>
            </a:xfrm>
          </p:grpSpPr>
          <p:sp>
            <p:nvSpPr>
              <p:cNvPr id="30" name="任意多边形: 形状 29">
                <a:extLst>
                  <a:ext uri="{FF2B5EF4-FFF2-40B4-BE49-F238E27FC236}">
                    <a16:creationId xmlns:a16="http://schemas.microsoft.com/office/drawing/2014/main" id="{29EF950A-B0F5-BD71-FD79-743450173F9A}"/>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0751F764-09E1-C6B2-59A2-4C71D9E30FAF}"/>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7" name="Group 37_1">
              <a:extLst>
                <a:ext uri="{FF2B5EF4-FFF2-40B4-BE49-F238E27FC236}">
                  <a16:creationId xmlns:a16="http://schemas.microsoft.com/office/drawing/2014/main" id="{B1F7AC62-6C6A-AB80-6D18-4D4025EDDEE0}"/>
                </a:ext>
              </a:extLst>
            </p:cNvPr>
            <p:cNvGrpSpPr/>
            <p:nvPr userDrawn="1"/>
          </p:nvGrpSpPr>
          <p:grpSpPr>
            <a:xfrm>
              <a:off x="868441" y="3423895"/>
              <a:ext cx="47243" cy="923067"/>
              <a:chOff x="5953125" y="2150268"/>
              <a:chExt cx="47243" cy="923067"/>
            </a:xfrm>
          </p:grpSpPr>
          <p:sp>
            <p:nvSpPr>
              <p:cNvPr id="28" name="任意多边形: 形状 27">
                <a:extLst>
                  <a:ext uri="{FF2B5EF4-FFF2-40B4-BE49-F238E27FC236}">
                    <a16:creationId xmlns:a16="http://schemas.microsoft.com/office/drawing/2014/main" id="{F84CB58A-D65E-F4EF-52CE-397D1D54F5B0}"/>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1B200754-73DB-572C-9DEF-82D4A4D508B7}"/>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8" name="组合 17">
              <a:extLst>
                <a:ext uri="{FF2B5EF4-FFF2-40B4-BE49-F238E27FC236}">
                  <a16:creationId xmlns:a16="http://schemas.microsoft.com/office/drawing/2014/main" id="{04FED7FE-22A1-DAA8-971C-6BA2020D6225}"/>
                </a:ext>
              </a:extLst>
            </p:cNvPr>
            <p:cNvGrpSpPr/>
            <p:nvPr userDrawn="1"/>
          </p:nvGrpSpPr>
          <p:grpSpPr>
            <a:xfrm>
              <a:off x="348692" y="2384941"/>
              <a:ext cx="61533" cy="2334188"/>
              <a:chOff x="9983512" y="1047569"/>
              <a:chExt cx="82731" cy="3138325"/>
            </a:xfrm>
          </p:grpSpPr>
          <p:sp>
            <p:nvSpPr>
              <p:cNvPr id="26" name="任意多边形: 形状 25">
                <a:extLst>
                  <a:ext uri="{FF2B5EF4-FFF2-40B4-BE49-F238E27FC236}">
                    <a16:creationId xmlns:a16="http://schemas.microsoft.com/office/drawing/2014/main" id="{1271253F-B41D-BBE7-7059-3C8377A27EB0}"/>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6F7BA03B-B1D0-F05C-4E24-090F6D752BF7}"/>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9" name="组合 18">
              <a:extLst>
                <a:ext uri="{FF2B5EF4-FFF2-40B4-BE49-F238E27FC236}">
                  <a16:creationId xmlns:a16="http://schemas.microsoft.com/office/drawing/2014/main" id="{D4C15070-1315-2F24-46B9-48FA3444448B}"/>
                </a:ext>
              </a:extLst>
            </p:cNvPr>
            <p:cNvGrpSpPr/>
            <p:nvPr userDrawn="1"/>
          </p:nvGrpSpPr>
          <p:grpSpPr>
            <a:xfrm>
              <a:off x="3101214" y="2046251"/>
              <a:ext cx="45719" cy="1734301"/>
              <a:chOff x="11134556" y="1851394"/>
              <a:chExt cx="61533" cy="2334188"/>
            </a:xfrm>
          </p:grpSpPr>
          <p:sp>
            <p:nvSpPr>
              <p:cNvPr id="23" name="Freeform 45_1">
                <a:extLst>
                  <a:ext uri="{FF2B5EF4-FFF2-40B4-BE49-F238E27FC236}">
                    <a16:creationId xmlns:a16="http://schemas.microsoft.com/office/drawing/2014/main" id="{F0E7EC3F-995D-FCD0-C8AB-E92DDE494DC1}"/>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24" name="Freeform 46_1">
                <a:extLst>
                  <a:ext uri="{FF2B5EF4-FFF2-40B4-BE49-F238E27FC236}">
                    <a16:creationId xmlns:a16="http://schemas.microsoft.com/office/drawing/2014/main" id="{1A8586B6-E1C5-C563-DCB9-5DFB0EB67BD7}"/>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20" name="Group 37_1_1">
              <a:extLst>
                <a:ext uri="{FF2B5EF4-FFF2-40B4-BE49-F238E27FC236}">
                  <a16:creationId xmlns:a16="http://schemas.microsoft.com/office/drawing/2014/main" id="{B6AB4656-A727-E450-84BA-BBC94DB3C819}"/>
                </a:ext>
              </a:extLst>
            </p:cNvPr>
            <p:cNvGrpSpPr/>
            <p:nvPr userDrawn="1"/>
          </p:nvGrpSpPr>
          <p:grpSpPr>
            <a:xfrm>
              <a:off x="4248706" y="3428999"/>
              <a:ext cx="47243" cy="923067"/>
              <a:chOff x="5953125" y="2150268"/>
              <a:chExt cx="47243" cy="923067"/>
            </a:xfrm>
          </p:grpSpPr>
          <p:sp>
            <p:nvSpPr>
              <p:cNvPr id="21" name="任意多边形: 形状 20">
                <a:extLst>
                  <a:ext uri="{FF2B5EF4-FFF2-40B4-BE49-F238E27FC236}">
                    <a16:creationId xmlns:a16="http://schemas.microsoft.com/office/drawing/2014/main" id="{6CB2F548-05A8-8562-79E3-9C1B8058F630}"/>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4E43D21C-859E-6369-F8E7-01D4A20BE682}"/>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sp>
        <p:nvSpPr>
          <p:cNvPr id="5" name="4009d508-2185-4f27-bb2e-e857decbccc8"/>
          <p:cNvSpPr>
            <a:spLocks noGrp="1"/>
          </p:cNvSpPr>
          <p:nvPr>
            <p:ph type="title" hasCustomPrompt="1"/>
          </p:nvPr>
        </p:nvSpPr>
        <p:spPr>
          <a:xfrm>
            <a:off x="2446015" y="1995417"/>
            <a:ext cx="7299971" cy="830997"/>
          </a:xfrm>
          <a:prstGeom prst="rect">
            <a:avLst/>
          </a:prstGeom>
        </p:spPr>
        <p:txBody>
          <a:bodyPr>
            <a:normAutofit/>
          </a:bodyPr>
          <a:lstStyle>
            <a:lvl1pPr algn="ctr">
              <a:lnSpc>
                <a:spcPct val="100000"/>
              </a:lnSpc>
              <a:defRPr sz="4000">
                <a:solidFill>
                  <a:schemeClr val="tx1"/>
                </a:solidFill>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2446015" y="2838267"/>
            <a:ext cx="7299971" cy="830997"/>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lvl1pPr>
              <a:defRPr>
                <a:solidFill>
                  <a:schemeClr val="tx1"/>
                </a:solidFill>
              </a:defRPr>
            </a:lvl1pPr>
          </a:lstStyle>
          <a:p>
            <a:fld id="{2A27A813-B2FD-42E1-9222-83B574E99074}" type="datetime1">
              <a:rPr lang="en-US" altLang="zh-CN" smtClean="0"/>
              <a:pPr/>
              <a:t>4/9/2024</a:t>
            </a:fld>
            <a:endParaRPr lang="en-US" dirty="0"/>
          </a:p>
        </p:txBody>
      </p:sp>
      <p:sp>
        <p:nvSpPr>
          <p:cNvPr id="6" name="页脚占位符 5"/>
          <p:cNvSpPr>
            <a:spLocks noGrp="1"/>
          </p:cNvSpPr>
          <p:nvPr>
            <p:ph type="ftr" sz="quarter" idx="11"/>
          </p:nvPr>
        </p:nvSpPr>
        <p:spPr/>
        <p:txBody>
          <a:bodyPr/>
          <a:lstStyle>
            <a:lvl1pPr>
              <a:defRPr>
                <a:solidFill>
                  <a:schemeClr val="tx1"/>
                </a:solidFill>
              </a:defRPr>
            </a:lvl1pPr>
          </a:lstStyle>
          <a:p>
            <a:endParaRPr lang="af-ZA" dirty="0"/>
          </a:p>
        </p:txBody>
      </p:sp>
      <p:sp>
        <p:nvSpPr>
          <p:cNvPr id="8" name="灯片编号占位符 7"/>
          <p:cNvSpPr>
            <a:spLocks noGrp="1"/>
          </p:cNvSpPr>
          <p:nvPr>
            <p:ph type="sldNum" sz="quarter" idx="12"/>
          </p:nvPr>
        </p:nvSpPr>
        <p:spPr/>
        <p:txBody>
          <a:bodyPr/>
          <a:lstStyle>
            <a:lvl1pPr>
              <a:defRPr>
                <a:solidFill>
                  <a:schemeClr val="tx1"/>
                </a:solidFill>
              </a:defRPr>
            </a:lvl1pPr>
          </a:lstStyle>
          <a:p>
            <a:fld id="{7F65B630-C7FF-41C0-9923-C5E5E29EED81}" type="slidenum">
              <a:rPr lang="en-US" altLang="zh-CN" smtClean="0"/>
              <a:pPr/>
              <a:t>‹#›</a:t>
            </a:fld>
            <a:endParaRPr lang="en-US" altLang="zh-CN" dirty="0"/>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matchingName="Closing" preserve="1">
  <p:cSld name="Closing">
    <p:bg>
      <p:bgRef idx="1001">
        <a:schemeClr val="bg1"/>
      </p:bgRef>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EDD961E-017D-06FF-971E-F9F630A472B4}"/>
              </a:ext>
            </a:extLst>
          </p:cNvPr>
          <p:cNvGrpSpPr/>
          <p:nvPr userDrawn="1"/>
        </p:nvGrpSpPr>
        <p:grpSpPr>
          <a:xfrm>
            <a:off x="0" y="12560"/>
            <a:ext cx="12192000" cy="6832879"/>
            <a:chOff x="0" y="12560"/>
            <a:chExt cx="12192000" cy="6832879"/>
          </a:xfrm>
        </p:grpSpPr>
        <p:pic>
          <p:nvPicPr>
            <p:cNvPr id="6" name="图片 5">
              <a:extLst>
                <a:ext uri="{FF2B5EF4-FFF2-40B4-BE49-F238E27FC236}">
                  <a16:creationId xmlns:a16="http://schemas.microsoft.com/office/drawing/2014/main" id="{8126F96C-DEED-7B3B-6211-5B7EFE14504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2560"/>
              <a:ext cx="12192000" cy="6832879"/>
            </a:xfrm>
            <a:prstGeom prst="rect">
              <a:avLst/>
            </a:prstGeom>
          </p:spPr>
        </p:pic>
        <p:grpSp>
          <p:nvGrpSpPr>
            <p:cNvPr id="9" name="组合 8">
              <a:extLst>
                <a:ext uri="{FF2B5EF4-FFF2-40B4-BE49-F238E27FC236}">
                  <a16:creationId xmlns:a16="http://schemas.microsoft.com/office/drawing/2014/main" id="{B90E0805-A29A-7DAC-B8F2-F19F32CFE325}"/>
                </a:ext>
              </a:extLst>
            </p:cNvPr>
            <p:cNvGrpSpPr/>
            <p:nvPr userDrawn="1"/>
          </p:nvGrpSpPr>
          <p:grpSpPr>
            <a:xfrm>
              <a:off x="9575037" y="1037621"/>
              <a:ext cx="1935310" cy="2538125"/>
              <a:chOff x="9244965" y="1047570"/>
              <a:chExt cx="1935310" cy="2538125"/>
            </a:xfrm>
          </p:grpSpPr>
          <p:grpSp>
            <p:nvGrpSpPr>
              <p:cNvPr id="60" name="组合 59">
                <a:extLst>
                  <a:ext uri="{FF2B5EF4-FFF2-40B4-BE49-F238E27FC236}">
                    <a16:creationId xmlns:a16="http://schemas.microsoft.com/office/drawing/2014/main" id="{75757CB7-AEED-2ECC-53D6-172616A4A0DC}"/>
                  </a:ext>
                </a:extLst>
              </p:cNvPr>
              <p:cNvGrpSpPr/>
              <p:nvPr userDrawn="1"/>
            </p:nvGrpSpPr>
            <p:grpSpPr>
              <a:xfrm>
                <a:off x="9244965" y="1716740"/>
                <a:ext cx="47243" cy="923067"/>
                <a:chOff x="5953125" y="2150268"/>
                <a:chExt cx="47243" cy="923067"/>
              </a:xfrm>
            </p:grpSpPr>
            <p:sp>
              <p:nvSpPr>
                <p:cNvPr id="70" name="任意多边形: 形状 69">
                  <a:extLst>
                    <a:ext uri="{FF2B5EF4-FFF2-40B4-BE49-F238E27FC236}">
                      <a16:creationId xmlns:a16="http://schemas.microsoft.com/office/drawing/2014/main" id="{5F54CFC3-527D-6261-C8C2-6154B2067716}"/>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71" name="任意多边形: 形状 70">
                  <a:extLst>
                    <a:ext uri="{FF2B5EF4-FFF2-40B4-BE49-F238E27FC236}">
                      <a16:creationId xmlns:a16="http://schemas.microsoft.com/office/drawing/2014/main" id="{E24F8811-541D-9F15-9F58-EBDDB0617F53}"/>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61" name="Group 37_1">
                <a:extLst>
                  <a:ext uri="{FF2B5EF4-FFF2-40B4-BE49-F238E27FC236}">
                    <a16:creationId xmlns:a16="http://schemas.microsoft.com/office/drawing/2014/main" id="{223D2290-6F83-7ED9-FD08-19E1C488DC04}"/>
                  </a:ext>
                </a:extLst>
              </p:cNvPr>
              <p:cNvGrpSpPr/>
              <p:nvPr userDrawn="1"/>
            </p:nvGrpSpPr>
            <p:grpSpPr>
              <a:xfrm>
                <a:off x="9244965" y="1716740"/>
                <a:ext cx="47243" cy="923067"/>
                <a:chOff x="5953125" y="2150268"/>
                <a:chExt cx="47243" cy="923067"/>
              </a:xfrm>
            </p:grpSpPr>
            <p:sp>
              <p:nvSpPr>
                <p:cNvPr id="68" name="任意多边形: 形状 67">
                  <a:extLst>
                    <a:ext uri="{FF2B5EF4-FFF2-40B4-BE49-F238E27FC236}">
                      <a16:creationId xmlns:a16="http://schemas.microsoft.com/office/drawing/2014/main" id="{70724BA8-D487-2425-1FD6-39D7AEDF0A76}"/>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69" name="任意多边形: 形状 68">
                  <a:extLst>
                    <a:ext uri="{FF2B5EF4-FFF2-40B4-BE49-F238E27FC236}">
                      <a16:creationId xmlns:a16="http://schemas.microsoft.com/office/drawing/2014/main" id="{BDBD48D4-19F0-D689-29BE-15ACC2D564BF}"/>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62" name="组合 61">
                <a:extLst>
                  <a:ext uri="{FF2B5EF4-FFF2-40B4-BE49-F238E27FC236}">
                    <a16:creationId xmlns:a16="http://schemas.microsoft.com/office/drawing/2014/main" id="{53DF45E5-240B-9B9A-6937-3378A2B1041F}"/>
                  </a:ext>
                </a:extLst>
              </p:cNvPr>
              <p:cNvGrpSpPr/>
              <p:nvPr userDrawn="1"/>
            </p:nvGrpSpPr>
            <p:grpSpPr>
              <a:xfrm>
                <a:off x="9983512" y="1047570"/>
                <a:ext cx="61533" cy="2334188"/>
                <a:chOff x="9983512" y="1047569"/>
                <a:chExt cx="82731" cy="3138325"/>
              </a:xfrm>
            </p:grpSpPr>
            <p:sp>
              <p:nvSpPr>
                <p:cNvPr id="66" name="任意多边形: 形状 65">
                  <a:extLst>
                    <a:ext uri="{FF2B5EF4-FFF2-40B4-BE49-F238E27FC236}">
                      <a16:creationId xmlns:a16="http://schemas.microsoft.com/office/drawing/2014/main" id="{D3F4D731-3612-A14C-E22F-C61CD43707E8}"/>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67" name="任意多边形: 形状 66">
                  <a:extLst>
                    <a:ext uri="{FF2B5EF4-FFF2-40B4-BE49-F238E27FC236}">
                      <a16:creationId xmlns:a16="http://schemas.microsoft.com/office/drawing/2014/main" id="{34D886C7-A201-6158-6AAD-D4BA10A3E1EA}"/>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63" name="组合 62">
                <a:extLst>
                  <a:ext uri="{FF2B5EF4-FFF2-40B4-BE49-F238E27FC236}">
                    <a16:creationId xmlns:a16="http://schemas.microsoft.com/office/drawing/2014/main" id="{165A57E2-3484-4F32-397A-600E543AD66E}"/>
                  </a:ext>
                </a:extLst>
              </p:cNvPr>
              <p:cNvGrpSpPr/>
              <p:nvPr userDrawn="1"/>
            </p:nvGrpSpPr>
            <p:grpSpPr>
              <a:xfrm>
                <a:off x="11134556" y="1851394"/>
                <a:ext cx="45719" cy="1734301"/>
                <a:chOff x="11134556" y="1851394"/>
                <a:chExt cx="61533" cy="2334188"/>
              </a:xfrm>
            </p:grpSpPr>
            <p:sp>
              <p:nvSpPr>
                <p:cNvPr id="64" name="Freeform 45_1">
                  <a:extLst>
                    <a:ext uri="{FF2B5EF4-FFF2-40B4-BE49-F238E27FC236}">
                      <a16:creationId xmlns:a16="http://schemas.microsoft.com/office/drawing/2014/main" id="{A006C66A-BCC8-8A37-F068-4855868CFE64}"/>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65" name="Freeform 46_1">
                  <a:extLst>
                    <a:ext uri="{FF2B5EF4-FFF2-40B4-BE49-F238E27FC236}">
                      <a16:creationId xmlns:a16="http://schemas.microsoft.com/office/drawing/2014/main" id="{BBF930B6-5A36-25BF-DBB1-181A6B137B27}"/>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grpSp>
          <p:nvGrpSpPr>
            <p:cNvPr id="10" name="Group 52_1">
              <a:extLst>
                <a:ext uri="{FF2B5EF4-FFF2-40B4-BE49-F238E27FC236}">
                  <a16:creationId xmlns:a16="http://schemas.microsoft.com/office/drawing/2014/main" id="{07225ECC-103A-F046-1EA2-A43A4C5646EA}"/>
                </a:ext>
              </a:extLst>
            </p:cNvPr>
            <p:cNvGrpSpPr/>
            <p:nvPr userDrawn="1"/>
          </p:nvGrpSpPr>
          <p:grpSpPr>
            <a:xfrm>
              <a:off x="9575037" y="1037621"/>
              <a:ext cx="1935310" cy="2538125"/>
              <a:chOff x="9244965" y="1047570"/>
              <a:chExt cx="1935310" cy="2538125"/>
            </a:xfrm>
          </p:grpSpPr>
          <p:grpSp>
            <p:nvGrpSpPr>
              <p:cNvPr id="48" name="组合 47">
                <a:extLst>
                  <a:ext uri="{FF2B5EF4-FFF2-40B4-BE49-F238E27FC236}">
                    <a16:creationId xmlns:a16="http://schemas.microsoft.com/office/drawing/2014/main" id="{FF5C8378-8E57-8959-67F4-FE70D1661F7F}"/>
                  </a:ext>
                </a:extLst>
              </p:cNvPr>
              <p:cNvGrpSpPr/>
              <p:nvPr userDrawn="1"/>
            </p:nvGrpSpPr>
            <p:grpSpPr>
              <a:xfrm>
                <a:off x="9244965" y="1716740"/>
                <a:ext cx="47243" cy="923067"/>
                <a:chOff x="5953125" y="2150268"/>
                <a:chExt cx="47243" cy="923067"/>
              </a:xfrm>
            </p:grpSpPr>
            <p:sp>
              <p:nvSpPr>
                <p:cNvPr id="58" name="任意多边形: 形状 57">
                  <a:extLst>
                    <a:ext uri="{FF2B5EF4-FFF2-40B4-BE49-F238E27FC236}">
                      <a16:creationId xmlns:a16="http://schemas.microsoft.com/office/drawing/2014/main" id="{EECDCAA8-75C1-62EA-178F-3D5F56193A56}"/>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E697180F-ED3A-9481-5D3C-3878E4AA1865}"/>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49" name="Group 37_1">
                <a:extLst>
                  <a:ext uri="{FF2B5EF4-FFF2-40B4-BE49-F238E27FC236}">
                    <a16:creationId xmlns:a16="http://schemas.microsoft.com/office/drawing/2014/main" id="{CD7DB4FA-3B3A-05E1-15D6-0C98FFAD5300}"/>
                  </a:ext>
                </a:extLst>
              </p:cNvPr>
              <p:cNvGrpSpPr/>
              <p:nvPr userDrawn="1"/>
            </p:nvGrpSpPr>
            <p:grpSpPr>
              <a:xfrm>
                <a:off x="9244965" y="1716740"/>
                <a:ext cx="47243" cy="923067"/>
                <a:chOff x="5953125" y="2150268"/>
                <a:chExt cx="47243" cy="923067"/>
              </a:xfrm>
            </p:grpSpPr>
            <p:sp>
              <p:nvSpPr>
                <p:cNvPr id="56" name="任意多边形: 形状 55">
                  <a:extLst>
                    <a:ext uri="{FF2B5EF4-FFF2-40B4-BE49-F238E27FC236}">
                      <a16:creationId xmlns:a16="http://schemas.microsoft.com/office/drawing/2014/main" id="{53E41E8C-65B2-B3A2-754A-1C4650C5A52A}"/>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57" name="任意多边形: 形状 56">
                  <a:extLst>
                    <a:ext uri="{FF2B5EF4-FFF2-40B4-BE49-F238E27FC236}">
                      <a16:creationId xmlns:a16="http://schemas.microsoft.com/office/drawing/2014/main" id="{155365CF-F3F2-AAE7-D62F-A2F404494455}"/>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50" name="组合 49">
                <a:extLst>
                  <a:ext uri="{FF2B5EF4-FFF2-40B4-BE49-F238E27FC236}">
                    <a16:creationId xmlns:a16="http://schemas.microsoft.com/office/drawing/2014/main" id="{3723AB87-E832-41C0-6F59-DBAA593F3321}"/>
                  </a:ext>
                </a:extLst>
              </p:cNvPr>
              <p:cNvGrpSpPr/>
              <p:nvPr userDrawn="1"/>
            </p:nvGrpSpPr>
            <p:grpSpPr>
              <a:xfrm>
                <a:off x="9983512" y="1047570"/>
                <a:ext cx="61533" cy="2334188"/>
                <a:chOff x="9983512" y="1047569"/>
                <a:chExt cx="82731" cy="3138325"/>
              </a:xfrm>
            </p:grpSpPr>
            <p:sp>
              <p:nvSpPr>
                <p:cNvPr id="54" name="任意多边形: 形状 53">
                  <a:extLst>
                    <a:ext uri="{FF2B5EF4-FFF2-40B4-BE49-F238E27FC236}">
                      <a16:creationId xmlns:a16="http://schemas.microsoft.com/office/drawing/2014/main" id="{4CA66C33-903C-7B92-FF86-AD43515C7E31}"/>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97604846-7934-7596-7C76-283A514D0D8C}"/>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51" name="组合 50">
                <a:extLst>
                  <a:ext uri="{FF2B5EF4-FFF2-40B4-BE49-F238E27FC236}">
                    <a16:creationId xmlns:a16="http://schemas.microsoft.com/office/drawing/2014/main" id="{CA4B7BD0-FAE3-AD9F-FD4A-0E98867BB9D7}"/>
                  </a:ext>
                </a:extLst>
              </p:cNvPr>
              <p:cNvGrpSpPr/>
              <p:nvPr userDrawn="1"/>
            </p:nvGrpSpPr>
            <p:grpSpPr>
              <a:xfrm>
                <a:off x="11134556" y="1851394"/>
                <a:ext cx="45719" cy="1734301"/>
                <a:chOff x="11134556" y="1851394"/>
                <a:chExt cx="61533" cy="2334188"/>
              </a:xfrm>
            </p:grpSpPr>
            <p:sp>
              <p:nvSpPr>
                <p:cNvPr id="52" name="Freeform 45_1">
                  <a:extLst>
                    <a:ext uri="{FF2B5EF4-FFF2-40B4-BE49-F238E27FC236}">
                      <a16:creationId xmlns:a16="http://schemas.microsoft.com/office/drawing/2014/main" id="{974E7877-A8A5-37CE-4037-9CF3777C6458}"/>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53" name="Freeform 46_1">
                  <a:extLst>
                    <a:ext uri="{FF2B5EF4-FFF2-40B4-BE49-F238E27FC236}">
                      <a16:creationId xmlns:a16="http://schemas.microsoft.com/office/drawing/2014/main" id="{9BBF9732-2339-C086-3802-A72F3EBEFA35}"/>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grpSp>
          <p:nvGrpSpPr>
            <p:cNvPr id="14" name="组合 13">
              <a:extLst>
                <a:ext uri="{FF2B5EF4-FFF2-40B4-BE49-F238E27FC236}">
                  <a16:creationId xmlns:a16="http://schemas.microsoft.com/office/drawing/2014/main" id="{0AC53680-0563-3D23-C46B-3A6516673D84}"/>
                </a:ext>
              </a:extLst>
            </p:cNvPr>
            <p:cNvGrpSpPr/>
            <p:nvPr userDrawn="1"/>
          </p:nvGrpSpPr>
          <p:grpSpPr>
            <a:xfrm>
              <a:off x="1211623" y="1547693"/>
              <a:ext cx="47243" cy="923067"/>
              <a:chOff x="5953125" y="2150268"/>
              <a:chExt cx="47243" cy="923067"/>
            </a:xfrm>
          </p:grpSpPr>
          <p:sp>
            <p:nvSpPr>
              <p:cNvPr id="46" name="任意多边形: 形状 45">
                <a:extLst>
                  <a:ext uri="{FF2B5EF4-FFF2-40B4-BE49-F238E27FC236}">
                    <a16:creationId xmlns:a16="http://schemas.microsoft.com/office/drawing/2014/main" id="{D58EF816-C78D-341C-F6A7-F2AEC71D6FC4}"/>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87F00C4C-ADBE-26A9-F929-9248DE2F84F2}"/>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7" name="Group 37_1">
              <a:extLst>
                <a:ext uri="{FF2B5EF4-FFF2-40B4-BE49-F238E27FC236}">
                  <a16:creationId xmlns:a16="http://schemas.microsoft.com/office/drawing/2014/main" id="{CC777E3E-405D-47A2-A579-AF3C7622BD10}"/>
                </a:ext>
              </a:extLst>
            </p:cNvPr>
            <p:cNvGrpSpPr/>
            <p:nvPr userDrawn="1"/>
          </p:nvGrpSpPr>
          <p:grpSpPr>
            <a:xfrm>
              <a:off x="1211623" y="1547693"/>
              <a:ext cx="47243" cy="923067"/>
              <a:chOff x="5953125" y="2150268"/>
              <a:chExt cx="47243" cy="923067"/>
            </a:xfrm>
          </p:grpSpPr>
          <p:sp>
            <p:nvSpPr>
              <p:cNvPr id="44" name="任意多边形: 形状 43">
                <a:extLst>
                  <a:ext uri="{FF2B5EF4-FFF2-40B4-BE49-F238E27FC236}">
                    <a16:creationId xmlns:a16="http://schemas.microsoft.com/office/drawing/2014/main" id="{5F2DC6D6-A328-91AC-1777-721F9DCA860B}"/>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45" name="任意多边形: 形状 44">
                <a:extLst>
                  <a:ext uri="{FF2B5EF4-FFF2-40B4-BE49-F238E27FC236}">
                    <a16:creationId xmlns:a16="http://schemas.microsoft.com/office/drawing/2014/main" id="{7682E2FE-7822-B7C3-F6F8-A88F2C92988B}"/>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9" name="组合 18">
              <a:extLst>
                <a:ext uri="{FF2B5EF4-FFF2-40B4-BE49-F238E27FC236}">
                  <a16:creationId xmlns:a16="http://schemas.microsoft.com/office/drawing/2014/main" id="{C361A4F5-B889-FC0C-471C-A30E9E44ADA9}"/>
                </a:ext>
              </a:extLst>
            </p:cNvPr>
            <p:cNvGrpSpPr/>
            <p:nvPr userDrawn="1"/>
          </p:nvGrpSpPr>
          <p:grpSpPr>
            <a:xfrm>
              <a:off x="1950170" y="879157"/>
              <a:ext cx="61533" cy="2334188"/>
              <a:chOff x="9983512" y="1047569"/>
              <a:chExt cx="82731" cy="3138325"/>
            </a:xfrm>
          </p:grpSpPr>
          <p:sp>
            <p:nvSpPr>
              <p:cNvPr id="42" name="任意多边形: 形状 41">
                <a:extLst>
                  <a:ext uri="{FF2B5EF4-FFF2-40B4-BE49-F238E27FC236}">
                    <a16:creationId xmlns:a16="http://schemas.microsoft.com/office/drawing/2014/main" id="{B110FEE3-0B19-D706-BBF3-81321C5525FA}"/>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DD494E92-7C6A-E9F4-E6B2-B77ADCE8695E}"/>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22" name="组合 21">
              <a:extLst>
                <a:ext uri="{FF2B5EF4-FFF2-40B4-BE49-F238E27FC236}">
                  <a16:creationId xmlns:a16="http://schemas.microsoft.com/office/drawing/2014/main" id="{7AA0EBA7-0D12-FD8E-7327-FC38537A7B72}"/>
                </a:ext>
              </a:extLst>
            </p:cNvPr>
            <p:cNvGrpSpPr/>
            <p:nvPr userDrawn="1"/>
          </p:nvGrpSpPr>
          <p:grpSpPr>
            <a:xfrm>
              <a:off x="3101214" y="2046251"/>
              <a:ext cx="45719" cy="1734301"/>
              <a:chOff x="11134556" y="1851394"/>
              <a:chExt cx="61533" cy="2334188"/>
            </a:xfrm>
          </p:grpSpPr>
          <p:sp>
            <p:nvSpPr>
              <p:cNvPr id="40" name="Freeform 45_1">
                <a:extLst>
                  <a:ext uri="{FF2B5EF4-FFF2-40B4-BE49-F238E27FC236}">
                    <a16:creationId xmlns:a16="http://schemas.microsoft.com/office/drawing/2014/main" id="{09835B48-5977-FEA6-2F92-5E134FCB57FB}"/>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41" name="Freeform 46_1">
                <a:extLst>
                  <a:ext uri="{FF2B5EF4-FFF2-40B4-BE49-F238E27FC236}">
                    <a16:creationId xmlns:a16="http://schemas.microsoft.com/office/drawing/2014/main" id="{020E5BB8-8374-DC5F-4748-46EFDCC932D7}"/>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24" name="组合 23">
              <a:extLst>
                <a:ext uri="{FF2B5EF4-FFF2-40B4-BE49-F238E27FC236}">
                  <a16:creationId xmlns:a16="http://schemas.microsoft.com/office/drawing/2014/main" id="{8ACA586B-5161-1FC6-9CFA-66884428E113}"/>
                </a:ext>
              </a:extLst>
            </p:cNvPr>
            <p:cNvGrpSpPr/>
            <p:nvPr userDrawn="1"/>
          </p:nvGrpSpPr>
          <p:grpSpPr>
            <a:xfrm>
              <a:off x="1211623" y="1547693"/>
              <a:ext cx="47243" cy="923067"/>
              <a:chOff x="5953125" y="2150268"/>
              <a:chExt cx="47243" cy="923067"/>
            </a:xfrm>
          </p:grpSpPr>
          <p:sp>
            <p:nvSpPr>
              <p:cNvPr id="38" name="任意多边形: 形状 37">
                <a:extLst>
                  <a:ext uri="{FF2B5EF4-FFF2-40B4-BE49-F238E27FC236}">
                    <a16:creationId xmlns:a16="http://schemas.microsoft.com/office/drawing/2014/main" id="{F8ECDE36-570D-BFCE-FB04-24648B3803C4}"/>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63E9B5CC-61BB-ED95-CFB5-FDC26E4A3086}"/>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25" name="Group 37_1">
              <a:extLst>
                <a:ext uri="{FF2B5EF4-FFF2-40B4-BE49-F238E27FC236}">
                  <a16:creationId xmlns:a16="http://schemas.microsoft.com/office/drawing/2014/main" id="{D22F4CCF-2D2A-E3AF-306F-93104EC2A48B}"/>
                </a:ext>
              </a:extLst>
            </p:cNvPr>
            <p:cNvGrpSpPr/>
            <p:nvPr userDrawn="1"/>
          </p:nvGrpSpPr>
          <p:grpSpPr>
            <a:xfrm>
              <a:off x="868441" y="3423895"/>
              <a:ext cx="47243" cy="923067"/>
              <a:chOff x="5953125" y="2150268"/>
              <a:chExt cx="47243" cy="923067"/>
            </a:xfrm>
          </p:grpSpPr>
          <p:sp>
            <p:nvSpPr>
              <p:cNvPr id="36" name="任意多边形: 形状 35">
                <a:extLst>
                  <a:ext uri="{FF2B5EF4-FFF2-40B4-BE49-F238E27FC236}">
                    <a16:creationId xmlns:a16="http://schemas.microsoft.com/office/drawing/2014/main" id="{A4A52A78-6D40-B4EA-0A64-23038D035D4E}"/>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AE2B081E-BC53-BF21-2F53-2AC3D9FE5A66}"/>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27" name="组合 26">
              <a:extLst>
                <a:ext uri="{FF2B5EF4-FFF2-40B4-BE49-F238E27FC236}">
                  <a16:creationId xmlns:a16="http://schemas.microsoft.com/office/drawing/2014/main" id="{B185F88B-0CE4-A5D4-677F-3F137C47613C}"/>
                </a:ext>
              </a:extLst>
            </p:cNvPr>
            <p:cNvGrpSpPr/>
            <p:nvPr userDrawn="1"/>
          </p:nvGrpSpPr>
          <p:grpSpPr>
            <a:xfrm>
              <a:off x="348692" y="2384941"/>
              <a:ext cx="61533" cy="2334188"/>
              <a:chOff x="9983512" y="1047569"/>
              <a:chExt cx="82731" cy="3138325"/>
            </a:xfrm>
          </p:grpSpPr>
          <p:sp>
            <p:nvSpPr>
              <p:cNvPr id="34" name="任意多边形: 形状 33">
                <a:extLst>
                  <a:ext uri="{FF2B5EF4-FFF2-40B4-BE49-F238E27FC236}">
                    <a16:creationId xmlns:a16="http://schemas.microsoft.com/office/drawing/2014/main" id="{DFCFDBB2-1724-7440-1B9C-1288F3A83383}"/>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417441F6-2FB4-852D-5D68-C63298CF3A76}"/>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28" name="组合 27">
              <a:extLst>
                <a:ext uri="{FF2B5EF4-FFF2-40B4-BE49-F238E27FC236}">
                  <a16:creationId xmlns:a16="http://schemas.microsoft.com/office/drawing/2014/main" id="{DA821D28-D2E8-EAC3-8C8F-466C7024D3F1}"/>
                </a:ext>
              </a:extLst>
            </p:cNvPr>
            <p:cNvGrpSpPr/>
            <p:nvPr userDrawn="1"/>
          </p:nvGrpSpPr>
          <p:grpSpPr>
            <a:xfrm>
              <a:off x="3101214" y="2046251"/>
              <a:ext cx="45719" cy="1734301"/>
              <a:chOff x="11134556" y="1851394"/>
              <a:chExt cx="61533" cy="2334188"/>
            </a:xfrm>
          </p:grpSpPr>
          <p:sp>
            <p:nvSpPr>
              <p:cNvPr id="32" name="Freeform 45_1">
                <a:extLst>
                  <a:ext uri="{FF2B5EF4-FFF2-40B4-BE49-F238E27FC236}">
                    <a16:creationId xmlns:a16="http://schemas.microsoft.com/office/drawing/2014/main" id="{C4F4993E-6188-5DC8-4B6E-85C0E02C4E91}"/>
                  </a:ext>
                </a:extLst>
              </p:cNvPr>
              <p:cNvSpPr/>
              <p:nvPr userDrawn="1"/>
            </p:nvSpPr>
            <p:spPr>
              <a:xfrm>
                <a:off x="11165323" y="1888810"/>
                <a:ext cx="7781" cy="2296772"/>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3" name="Freeform 46_1">
                <a:extLst>
                  <a:ext uri="{FF2B5EF4-FFF2-40B4-BE49-F238E27FC236}">
                    <a16:creationId xmlns:a16="http://schemas.microsoft.com/office/drawing/2014/main" id="{CC257A9F-E5BB-7E5A-C966-434A624726DA}"/>
                  </a:ext>
                </a:extLst>
              </p:cNvPr>
              <p:cNvSpPr/>
              <p:nvPr userDrawn="1"/>
            </p:nvSpPr>
            <p:spPr>
              <a:xfrm>
                <a:off x="11134556" y="1851394"/>
                <a:ext cx="61533" cy="6153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29" name="Group 37_1_1">
              <a:extLst>
                <a:ext uri="{FF2B5EF4-FFF2-40B4-BE49-F238E27FC236}">
                  <a16:creationId xmlns:a16="http://schemas.microsoft.com/office/drawing/2014/main" id="{6D3D4242-44F4-D679-0E72-D12B604BFA31}"/>
                </a:ext>
              </a:extLst>
            </p:cNvPr>
            <p:cNvGrpSpPr/>
            <p:nvPr userDrawn="1"/>
          </p:nvGrpSpPr>
          <p:grpSpPr>
            <a:xfrm>
              <a:off x="4248706" y="3428999"/>
              <a:ext cx="47243" cy="923067"/>
              <a:chOff x="5953125" y="2150268"/>
              <a:chExt cx="47243" cy="923067"/>
            </a:xfrm>
          </p:grpSpPr>
          <p:sp>
            <p:nvSpPr>
              <p:cNvPr id="30" name="任意多边形: 形状 29">
                <a:extLst>
                  <a:ext uri="{FF2B5EF4-FFF2-40B4-BE49-F238E27FC236}">
                    <a16:creationId xmlns:a16="http://schemas.microsoft.com/office/drawing/2014/main" id="{9F865728-B261-929F-493D-8642FE8B4917}"/>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4BEF29B0-5366-7FE8-B6F2-951D295ADD95}"/>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sp>
        <p:nvSpPr>
          <p:cNvPr id="5" name="4009d508-2185-4f27-bb2e-e857decbccc8"/>
          <p:cNvSpPr>
            <a:spLocks noGrp="1"/>
          </p:cNvSpPr>
          <p:nvPr>
            <p:ph type="ctrTitle" hasCustomPrompt="1"/>
          </p:nvPr>
        </p:nvSpPr>
        <p:spPr>
          <a:xfrm>
            <a:off x="681653" y="1475013"/>
            <a:ext cx="10837247" cy="2095500"/>
          </a:xfrm>
          <a:prstGeom prst="rect">
            <a:avLst/>
          </a:prstGeom>
        </p:spPr>
        <p:txBody>
          <a:bodyPr wrap="square" anchor="b">
            <a:normAutofit/>
          </a:bodyPr>
          <a:lstStyle>
            <a:lvl1pPr algn="ctr">
              <a:lnSpc>
                <a:spcPct val="100000"/>
              </a:lnSpc>
              <a:defRPr sz="7200">
                <a:ln w="19050">
                  <a:noFill/>
                </a:ln>
                <a:solidFill>
                  <a:schemeClr val="tx1"/>
                </a:solidFill>
              </a:defRPr>
            </a:lvl1pPr>
          </a:lstStyle>
          <a:p>
            <a:pPr lvl="0"/>
            <a:r>
              <a:rPr lang="zh-CN" altLang="en-US" dirty="0"/>
              <a:t>Click to add title</a:t>
            </a:r>
            <a:endParaRPr lang="en-US" dirty="0"/>
          </a:p>
        </p:txBody>
      </p:sp>
      <p:sp>
        <p:nvSpPr>
          <p:cNvPr id="4" name="文本占位符 3"/>
          <p:cNvSpPr>
            <a:spLocks noGrp="1"/>
          </p:cNvSpPr>
          <p:nvPr>
            <p:ph type="body" sz="quarter" idx="13" hasCustomPrompt="1"/>
          </p:nvPr>
        </p:nvSpPr>
        <p:spPr>
          <a:xfrm>
            <a:off x="6610349" y="5857100"/>
            <a:ext cx="4908550" cy="276999"/>
          </a:xfrm>
          <a:prstGeom prst="rect">
            <a:avLst/>
          </a:prstGeom>
        </p:spPr>
        <p:txBody>
          <a:bodyPr wrap="square" lIns="90000">
            <a:normAutofit/>
          </a:bodyPr>
          <a:lstStyle>
            <a:lvl1pPr marL="0" indent="0" algn="r">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646939" y="5857100"/>
            <a:ext cx="4908550" cy="276999"/>
          </a:xfrm>
          <a:prstGeom prst="rect">
            <a:avLst/>
          </a:prstGeom>
        </p:spPr>
        <p:txBody>
          <a:bodyPr wrap="none">
            <a:normAutofit/>
          </a:bodyPr>
          <a:lstStyle>
            <a:lvl1pPr marL="0" indent="0" algn="l">
              <a:lnSpc>
                <a:spcPct val="100000"/>
              </a:lnSpc>
              <a:buNone/>
              <a:defRPr sz="1200">
                <a:solidFill>
                  <a:schemeClr val="tx1"/>
                </a:solidFill>
              </a:defRPr>
            </a:lvl1pPr>
          </a:lstStyle>
          <a:p>
            <a:pPr lvl="0"/>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rgbClr val="171B1E"/>
        </a:solidFill>
        <a:effectLst/>
      </p:bgPr>
    </p:bg>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E5899DD3-B777-6667-D4A9-D91E0A0B0DD1}"/>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0" y="12560"/>
            <a:ext cx="12192000" cy="6832879"/>
          </a:xfrm>
          <a:prstGeom prst="rect">
            <a:avLst/>
          </a:prstGeom>
        </p:spPr>
      </p:pic>
      <p:sp>
        <p:nvSpPr>
          <p:cNvPr id="2" name="286dbd1e-d2e6-4f9a-b92f-a50d3bbfa1f7"/>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grpSp>
        <p:nvGrpSpPr>
          <p:cNvPr id="18" name="组合 17">
            <a:extLst>
              <a:ext uri="{FF2B5EF4-FFF2-40B4-BE49-F238E27FC236}">
                <a16:creationId xmlns:a16="http://schemas.microsoft.com/office/drawing/2014/main" id="{83E4A05E-40C0-141F-F840-4E9E6E1A1397}"/>
              </a:ext>
            </a:extLst>
          </p:cNvPr>
          <p:cNvGrpSpPr/>
          <p:nvPr userDrawn="1"/>
        </p:nvGrpSpPr>
        <p:grpSpPr>
          <a:xfrm>
            <a:off x="11305134" y="4147658"/>
            <a:ext cx="446241" cy="2334188"/>
            <a:chOff x="11305134" y="4147658"/>
            <a:chExt cx="446241" cy="2334188"/>
          </a:xfrm>
        </p:grpSpPr>
        <p:grpSp>
          <p:nvGrpSpPr>
            <p:cNvPr id="143" name="组合 142">
              <a:extLst>
                <a:ext uri="{FF2B5EF4-FFF2-40B4-BE49-F238E27FC236}">
                  <a16:creationId xmlns:a16="http://schemas.microsoft.com/office/drawing/2014/main" id="{44E9771A-FC6A-338B-63C8-CE471C220DBE}"/>
                </a:ext>
              </a:extLst>
            </p:cNvPr>
            <p:cNvGrpSpPr/>
            <p:nvPr userDrawn="1"/>
          </p:nvGrpSpPr>
          <p:grpSpPr>
            <a:xfrm>
              <a:off x="11305134" y="5266166"/>
              <a:ext cx="47243" cy="923067"/>
              <a:chOff x="5953125" y="2150268"/>
              <a:chExt cx="47243" cy="923067"/>
            </a:xfrm>
          </p:grpSpPr>
          <p:sp>
            <p:nvSpPr>
              <p:cNvPr id="153" name="任意多边形: 形状 152">
                <a:extLst>
                  <a:ext uri="{FF2B5EF4-FFF2-40B4-BE49-F238E27FC236}">
                    <a16:creationId xmlns:a16="http://schemas.microsoft.com/office/drawing/2014/main" id="{84814EA5-1991-D79D-002A-94AF066F42EC}"/>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154" name="任意多边形: 形状 153">
                <a:extLst>
                  <a:ext uri="{FF2B5EF4-FFF2-40B4-BE49-F238E27FC236}">
                    <a16:creationId xmlns:a16="http://schemas.microsoft.com/office/drawing/2014/main" id="{AF03C533-81E1-EE08-3385-D7ED98978237}"/>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44" name="Group 37_1">
              <a:extLst>
                <a:ext uri="{FF2B5EF4-FFF2-40B4-BE49-F238E27FC236}">
                  <a16:creationId xmlns:a16="http://schemas.microsoft.com/office/drawing/2014/main" id="{5E243525-D270-A1F4-01B6-5A2EA82DB688}"/>
                </a:ext>
              </a:extLst>
            </p:cNvPr>
            <p:cNvGrpSpPr/>
            <p:nvPr userDrawn="1"/>
          </p:nvGrpSpPr>
          <p:grpSpPr>
            <a:xfrm>
              <a:off x="11305134" y="5266166"/>
              <a:ext cx="47243" cy="923067"/>
              <a:chOff x="5953125" y="2150268"/>
              <a:chExt cx="47243" cy="923067"/>
            </a:xfrm>
          </p:grpSpPr>
          <p:sp>
            <p:nvSpPr>
              <p:cNvPr id="151" name="任意多边形: 形状 150">
                <a:extLst>
                  <a:ext uri="{FF2B5EF4-FFF2-40B4-BE49-F238E27FC236}">
                    <a16:creationId xmlns:a16="http://schemas.microsoft.com/office/drawing/2014/main" id="{99897C64-2609-02E1-628B-FC5D55CBFFFA}"/>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152" name="任意多边形: 形状 151">
                <a:extLst>
                  <a:ext uri="{FF2B5EF4-FFF2-40B4-BE49-F238E27FC236}">
                    <a16:creationId xmlns:a16="http://schemas.microsoft.com/office/drawing/2014/main" id="{CA47B298-9EFF-F69E-1A26-D646F8A47C04}"/>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45" name="组合 144">
              <a:extLst>
                <a:ext uri="{FF2B5EF4-FFF2-40B4-BE49-F238E27FC236}">
                  <a16:creationId xmlns:a16="http://schemas.microsoft.com/office/drawing/2014/main" id="{E8C39EAB-A0D2-EC21-830E-67D62A873225}"/>
                </a:ext>
              </a:extLst>
            </p:cNvPr>
            <p:cNvGrpSpPr/>
            <p:nvPr userDrawn="1"/>
          </p:nvGrpSpPr>
          <p:grpSpPr>
            <a:xfrm>
              <a:off x="11689842" y="4147658"/>
              <a:ext cx="61533" cy="2334188"/>
              <a:chOff x="9983512" y="1047569"/>
              <a:chExt cx="82731" cy="3138325"/>
            </a:xfrm>
          </p:grpSpPr>
          <p:sp>
            <p:nvSpPr>
              <p:cNvPr id="149" name="任意多边形: 形状 148">
                <a:extLst>
                  <a:ext uri="{FF2B5EF4-FFF2-40B4-BE49-F238E27FC236}">
                    <a16:creationId xmlns:a16="http://schemas.microsoft.com/office/drawing/2014/main" id="{7C7918E9-1450-7802-1E77-35D3D4EB4E06}"/>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150" name="任意多边形: 形状 149">
                <a:extLst>
                  <a:ext uri="{FF2B5EF4-FFF2-40B4-BE49-F238E27FC236}">
                    <a16:creationId xmlns:a16="http://schemas.microsoft.com/office/drawing/2014/main" id="{B681C82B-2B0D-25D9-C83B-471A2D806D25}"/>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grpSp>
        <p:nvGrpSpPr>
          <p:cNvPr id="19" name="组合 18">
            <a:extLst>
              <a:ext uri="{FF2B5EF4-FFF2-40B4-BE49-F238E27FC236}">
                <a16:creationId xmlns:a16="http://schemas.microsoft.com/office/drawing/2014/main" id="{D9C3AEA4-F89E-DF8C-A87F-A1E409686501}"/>
              </a:ext>
            </a:extLst>
          </p:cNvPr>
          <p:cNvGrpSpPr/>
          <p:nvPr userDrawn="1"/>
        </p:nvGrpSpPr>
        <p:grpSpPr>
          <a:xfrm>
            <a:off x="101319" y="912585"/>
            <a:ext cx="457763" cy="2937103"/>
            <a:chOff x="-1751449" y="1435100"/>
            <a:chExt cx="457763" cy="2937103"/>
          </a:xfrm>
        </p:grpSpPr>
        <p:grpSp>
          <p:nvGrpSpPr>
            <p:cNvPr id="116" name="组合 115">
              <a:extLst>
                <a:ext uri="{FF2B5EF4-FFF2-40B4-BE49-F238E27FC236}">
                  <a16:creationId xmlns:a16="http://schemas.microsoft.com/office/drawing/2014/main" id="{CA8AB71E-2A67-B096-D693-1DFAFE60F51A}"/>
                </a:ext>
              </a:extLst>
            </p:cNvPr>
            <p:cNvGrpSpPr/>
            <p:nvPr userDrawn="1"/>
          </p:nvGrpSpPr>
          <p:grpSpPr>
            <a:xfrm>
              <a:off x="-1340929" y="1435100"/>
              <a:ext cx="47243" cy="923067"/>
              <a:chOff x="5953125" y="2150268"/>
              <a:chExt cx="47243" cy="923067"/>
            </a:xfrm>
          </p:grpSpPr>
          <p:sp>
            <p:nvSpPr>
              <p:cNvPr id="135" name="任意多边形: 形状 134">
                <a:extLst>
                  <a:ext uri="{FF2B5EF4-FFF2-40B4-BE49-F238E27FC236}">
                    <a16:creationId xmlns:a16="http://schemas.microsoft.com/office/drawing/2014/main" id="{B5AFB135-9601-EB9D-CB5F-ECABCAEF9706}"/>
                  </a:ext>
                </a:extLst>
              </p:cNvPr>
              <p:cNvSpPr/>
              <p:nvPr/>
            </p:nvSpPr>
            <p:spPr>
              <a:xfrm>
                <a:off x="5974175" y="2173890"/>
                <a:ext cx="3047" cy="899445"/>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136" name="任意多边形: 形状 135">
                <a:extLst>
                  <a:ext uri="{FF2B5EF4-FFF2-40B4-BE49-F238E27FC236}">
                    <a16:creationId xmlns:a16="http://schemas.microsoft.com/office/drawing/2014/main" id="{20C36A6A-04DC-8577-1DC5-CC36AF7B549C}"/>
                  </a:ext>
                </a:extLst>
              </p:cNvPr>
              <p:cNvSpPr/>
              <p:nvPr/>
            </p:nvSpPr>
            <p:spPr>
              <a:xfrm>
                <a:off x="5953125" y="2150268"/>
                <a:ext cx="47243" cy="47243"/>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nvGrpSpPr>
            <p:cNvPr id="118" name="组合 117">
              <a:extLst>
                <a:ext uri="{FF2B5EF4-FFF2-40B4-BE49-F238E27FC236}">
                  <a16:creationId xmlns:a16="http://schemas.microsoft.com/office/drawing/2014/main" id="{FA732214-BA0A-A241-9C0E-10C3C0511294}"/>
                </a:ext>
              </a:extLst>
            </p:cNvPr>
            <p:cNvGrpSpPr/>
            <p:nvPr userDrawn="1"/>
          </p:nvGrpSpPr>
          <p:grpSpPr>
            <a:xfrm>
              <a:off x="-1751449" y="2038015"/>
              <a:ext cx="61533" cy="2334188"/>
              <a:chOff x="9983512" y="1047569"/>
              <a:chExt cx="82731" cy="3138325"/>
            </a:xfrm>
          </p:grpSpPr>
          <p:sp>
            <p:nvSpPr>
              <p:cNvPr id="131" name="任意多边形: 形状 130">
                <a:extLst>
                  <a:ext uri="{FF2B5EF4-FFF2-40B4-BE49-F238E27FC236}">
                    <a16:creationId xmlns:a16="http://schemas.microsoft.com/office/drawing/2014/main" id="{8EE9170C-25EE-6956-89F6-92D2799DB28F}"/>
                  </a:ext>
                </a:extLst>
              </p:cNvPr>
              <p:cNvSpPr/>
              <p:nvPr/>
            </p:nvSpPr>
            <p:spPr>
              <a:xfrm>
                <a:off x="10024878" y="1097875"/>
                <a:ext cx="10461" cy="3088019"/>
              </a:xfrm>
              <a:custGeom>
                <a:avLst/>
                <a:gdLst>
                  <a:gd name="connsiteX0" fmla="*/ 0 w 3047"/>
                  <a:gd name="connsiteY0" fmla="*/ 0 h 899445"/>
                  <a:gd name="connsiteX1" fmla="*/ 3048 w 3047"/>
                  <a:gd name="connsiteY1" fmla="*/ 0 h 899445"/>
                  <a:gd name="connsiteX2" fmla="*/ 3048 w 3047"/>
                  <a:gd name="connsiteY2" fmla="*/ 899446 h 899445"/>
                  <a:gd name="connsiteX3" fmla="*/ 0 w 3047"/>
                  <a:gd name="connsiteY3" fmla="*/ 899446 h 899445"/>
                </a:gdLst>
                <a:ahLst/>
                <a:cxnLst>
                  <a:cxn ang="0">
                    <a:pos x="connsiteX0" y="connsiteY0"/>
                  </a:cxn>
                  <a:cxn ang="0">
                    <a:pos x="connsiteX1" y="connsiteY1"/>
                  </a:cxn>
                  <a:cxn ang="0">
                    <a:pos x="connsiteX2" y="connsiteY2"/>
                  </a:cxn>
                  <a:cxn ang="0">
                    <a:pos x="connsiteX3" y="connsiteY3"/>
                  </a:cxn>
                </a:cxnLst>
                <a:rect l="l" t="t" r="r" b="b"/>
                <a:pathLst>
                  <a:path w="3047" h="899445">
                    <a:moveTo>
                      <a:pt x="0" y="0"/>
                    </a:moveTo>
                    <a:lnTo>
                      <a:pt x="3048" y="0"/>
                    </a:lnTo>
                    <a:lnTo>
                      <a:pt x="3048" y="899446"/>
                    </a:lnTo>
                    <a:lnTo>
                      <a:pt x="0" y="899446"/>
                    </a:ln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sp>
            <p:nvSpPr>
              <p:cNvPr id="132" name="任意多边形: 形状 131">
                <a:extLst>
                  <a:ext uri="{FF2B5EF4-FFF2-40B4-BE49-F238E27FC236}">
                    <a16:creationId xmlns:a16="http://schemas.microsoft.com/office/drawing/2014/main" id="{72C0B251-9B11-6ABD-B14E-4BD4293C6B93}"/>
                  </a:ext>
                </a:extLst>
              </p:cNvPr>
              <p:cNvSpPr/>
              <p:nvPr/>
            </p:nvSpPr>
            <p:spPr>
              <a:xfrm>
                <a:off x="9983512" y="1047569"/>
                <a:ext cx="82731" cy="82731"/>
              </a:xfrm>
              <a:custGeom>
                <a:avLst/>
                <a:gdLst>
                  <a:gd name="connsiteX0" fmla="*/ 46986 w 47243"/>
                  <a:gd name="connsiteY0" fmla="*/ 23512 h 47243"/>
                  <a:gd name="connsiteX1" fmla="*/ 23364 w 47243"/>
                  <a:gd name="connsiteY1" fmla="*/ 47134 h 47243"/>
                  <a:gd name="connsiteX2" fmla="*/ -258 w 47243"/>
                  <a:gd name="connsiteY2" fmla="*/ 23512 h 47243"/>
                  <a:gd name="connsiteX3" fmla="*/ 23364 w 47243"/>
                  <a:gd name="connsiteY3" fmla="*/ -110 h 47243"/>
                  <a:gd name="connsiteX4" fmla="*/ 46986 w 47243"/>
                  <a:gd name="connsiteY4" fmla="*/ 23512 h 47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 h="47243">
                    <a:moveTo>
                      <a:pt x="46986" y="23512"/>
                    </a:moveTo>
                    <a:cubicBezTo>
                      <a:pt x="46986" y="36561"/>
                      <a:pt x="36413" y="47134"/>
                      <a:pt x="23364" y="47134"/>
                    </a:cubicBezTo>
                    <a:cubicBezTo>
                      <a:pt x="10314" y="47134"/>
                      <a:pt x="-258" y="36561"/>
                      <a:pt x="-258" y="23512"/>
                    </a:cubicBezTo>
                    <a:cubicBezTo>
                      <a:pt x="-258" y="10463"/>
                      <a:pt x="10314" y="-110"/>
                      <a:pt x="23364" y="-110"/>
                    </a:cubicBezTo>
                    <a:cubicBezTo>
                      <a:pt x="36413" y="-110"/>
                      <a:pt x="46986" y="10463"/>
                      <a:pt x="46986" y="23512"/>
                    </a:cubicBezTo>
                    <a:close/>
                  </a:path>
                </a:pathLst>
              </a:custGeom>
              <a:gradFill>
                <a:gsLst>
                  <a:gs pos="0">
                    <a:srgbClr val="00FFB9"/>
                  </a:gs>
                  <a:gs pos="13000">
                    <a:srgbClr val="00F4B1">
                      <a:alpha val="95686"/>
                    </a:srgbClr>
                  </a:gs>
                  <a:gs pos="69000">
                    <a:srgbClr val="00C891">
                      <a:alpha val="78824"/>
                    </a:srgbClr>
                  </a:gs>
                  <a:gs pos="72000">
                    <a:srgbClr val="00A376">
                      <a:alpha val="63922"/>
                    </a:srgbClr>
                  </a:gs>
                  <a:gs pos="79000">
                    <a:srgbClr val="00694C">
                      <a:alpha val="40784"/>
                    </a:srgbClr>
                  </a:gs>
                  <a:gs pos="85000">
                    <a:srgbClr val="003B2B">
                      <a:alpha val="22745"/>
                    </a:srgbClr>
                  </a:gs>
                  <a:gs pos="90000">
                    <a:srgbClr val="001B13">
                      <a:alpha val="9804"/>
                    </a:srgbClr>
                  </a:gs>
                  <a:gs pos="95000">
                    <a:srgbClr val="000705">
                      <a:alpha val="2745"/>
                    </a:srgbClr>
                  </a:gs>
                  <a:gs pos="99000">
                    <a:srgbClr val="000000">
                      <a:alpha val="0"/>
                    </a:srgbClr>
                  </a:gs>
                </a:gsLst>
                <a:lin ang="5400000" scaled="1"/>
              </a:gradFill>
              <a:ln w="9525" cap="flat">
                <a:noFill/>
                <a:prstDash val="solid"/>
                <a:miter/>
              </a:ln>
            </p:spPr>
            <p:txBody>
              <a:bodyPr rtlCol="0" anchor="ctr"/>
              <a:lstStyle/>
              <a:p>
                <a:endParaRPr lang="zh-CN" altLang="en-US"/>
              </a:p>
            </p:txBody>
          </p:sp>
        </p:grpSp>
      </p:gr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9"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Layout" Target="../slideLayouts/slideLayout6.xml"/><Relationship Id="rId3"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themeOverride" Target="../theme/themeOverride7.xml"/><Relationship Id="rId2"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themeOverride" Target="../theme/themeOverride8.xml"/><Relationship Id="rId2" Type="http://schemas.openxmlformats.org/officeDocument/2006/relationships/slideLayout" Target="../slideLayouts/slideLayout5.xml"/><Relationship Id="rId3"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themeOverride" Target="../theme/themeOverride9.xml"/><Relationship Id="rId2"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themeOverride" Target="../theme/themeOverride10.xml"/><Relationship Id="rId2"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themeOverride" Target="../theme/themeOverride11.xml"/><Relationship Id="rId2"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themeOverride" Target="../theme/themeOverride12.xml"/><Relationship Id="rId2"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themeOverride" Target="../theme/themeOverride13.xml"/><Relationship Id="rId2"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themeOverride" Target="../theme/themeOverride14.xml"/><Relationship Id="rId2"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themeOverride" Target="../theme/themeOverride15.xml"/><Relationship Id="rId2"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themeOverride" Target="../theme/themeOverride16.xml"/><Relationship Id="rId2"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chart" Target="../charts/char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g"/></Relationships>
</file>

<file path=ppt/slides/_rels/slide28.xml.rels><?xml version='1.0' encoding='UTF-8' standalone='yes'?>
<Relationships xmlns="http://schemas.openxmlformats.org/package/2006/relationships"><Relationship Id="rId1" Type="http://schemas.openxmlformats.org/officeDocument/2006/relationships/themeOverride" Target="../theme/themeOverride17.xml"/><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1369834" y="1398002"/>
            <a:ext cx="9452333" cy="1560545"/>
          </a:xfrm>
        </p:spPr>
        <p:txBody>
          <a:bodyPr>
            <a:normAutofit/>
          </a:bodyPr>
          <a:lstStyle/>
          <a:p>
            <a:r>
              <a:rPr lang="zh-CN" altLang="en-US" dirty="0">
                <a:solidFill>
                  <a:schemeClr val="accent1">
                    <a:lumMod val="60000"/>
                    <a:lumOff val="40000"/>
                  </a:schemeClr>
                </a:solidFill>
              </a:rPr>
              <a:t>科幻未来</a:t>
            </a:r>
            <a:r>
              <a:rPr lang="en-US" altLang="zh-CN" dirty="0"/>
              <a:t>·</a:t>
            </a:r>
            <a:r>
              <a:rPr lang="zh-CN" altLang="en-US" dirty="0"/>
              <a:t>推动行业革新</a:t>
            </a:r>
            <a:endParaRPr lang="en-US" dirty="0"/>
          </a:p>
        </p:txBody>
      </p:sp>
      <p:sp>
        <p:nvSpPr>
          <p:cNvPr id="9" name="副标题 8"/>
          <p:cNvSpPr>
            <a:spLocks noGrp="1"/>
          </p:cNvSpPr>
          <p:nvPr>
            <p:ph type="subTitle" sz="quarter" idx="1" hasCustomPrompt="1"/>
          </p:nvPr>
        </p:nvSpPr>
        <p:spPr>
          <a:xfrm>
            <a:off x="1369834" y="3077062"/>
            <a:ext cx="9452333" cy="948579"/>
          </a:xfrm>
        </p:spPr>
        <p:txBody>
          <a:bodyPr/>
          <a:lstStyle/>
          <a:p>
            <a:r>
              <a:rPr lang="zh-CN" altLang="en-US" dirty="0"/>
              <a:t>深入探讨科技进步与行业变革的无限可能</a:t>
            </a:r>
            <a:endParaRPr lang="en-US" dirty="0"/>
          </a:p>
        </p:txBody>
      </p:sp>
      <p:sp>
        <p:nvSpPr>
          <p:cNvPr id="4" name="文本占位符 3"/>
          <p:cNvSpPr>
            <a:spLocks noGrp="1"/>
          </p:cNvSpPr>
          <p:nvPr>
            <p:ph type="body" sz="quarter" idx="13" hasCustomPrompt="1"/>
          </p:nvPr>
        </p:nvSpPr>
        <p:spPr>
          <a:xfrm>
            <a:off x="6200904" y="5857100"/>
            <a:ext cx="5317994" cy="276999"/>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660399" y="5840343"/>
            <a:ext cx="4880106" cy="276999"/>
          </a:xfrm>
        </p:spPr>
        <p:txBody>
          <a:bodyPr/>
          <a:lstStyle/>
          <a:p>
            <a:endParaRPr lang="en-US" dirty="0"/>
          </a:p>
        </p:txBody>
      </p:sp>
      <p:sp>
        <p:nvSpPr>
          <p:cNvPr id="18" name="文本框 17">
            <a:extLst>
              <a:ext uri="{FF2B5EF4-FFF2-40B4-BE49-F238E27FC236}">
                <a16:creationId xmlns:a16="http://schemas.microsoft.com/office/drawing/2014/main" id="{D586D646-55E7-AE31-FBAF-C38D395D670F}"/>
              </a:ext>
            </a:extLst>
          </p:cNvPr>
          <p:cNvSpPr txBox="1"/>
          <p:nvPr/>
        </p:nvSpPr>
        <p:spPr>
          <a:xfrm>
            <a:off x="3040743" y="7507905"/>
            <a:ext cx="6110514" cy="369332"/>
          </a:xfrm>
          <a:prstGeom prst="rect">
            <a:avLst/>
          </a:prstGeom>
          <a:noFill/>
        </p:spPr>
        <p:txBody>
          <a:bodyPr wrap="square">
            <a:spAutoFit/>
          </a:bodyPr>
          <a:lstStyle/>
          <a:p>
            <a:endParaRPr lang="zh-CN" altLang="en-US" dirty="0"/>
          </a:p>
        </p:txBody>
      </p:sp>
      <p:sp>
        <p:nvSpPr>
          <p:cNvPr id="20" name="文本框 19">
            <a:extLst>
              <a:ext uri="{FF2B5EF4-FFF2-40B4-BE49-F238E27FC236}">
                <a16:creationId xmlns:a16="http://schemas.microsoft.com/office/drawing/2014/main" id="{A1F9884E-83D1-9F28-C341-1DB5D6A62E46}"/>
              </a:ext>
            </a:extLst>
          </p:cNvPr>
          <p:cNvSpPr txBox="1"/>
          <p:nvPr/>
        </p:nvSpPr>
        <p:spPr>
          <a:xfrm>
            <a:off x="3040743" y="7507905"/>
            <a:ext cx="6110514" cy="369332"/>
          </a:xfrm>
          <a:prstGeom prst="rect">
            <a:avLst/>
          </a:prstGeom>
          <a:noFill/>
        </p:spPr>
        <p:txBody>
          <a:bodyPr wrap="square">
            <a:spAutoFit/>
          </a:bodyPr>
          <a:lstStyle/>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C78BAC9-7740-D57C-E294-544358250CD6}"/>
              </a:ext>
            </a:extLst>
          </p:cNvPr>
          <p:cNvGrpSpPr/>
          <p:nvPr/>
        </p:nvGrpSpPr>
        <p:grpSpPr>
          <a:xfrm>
            <a:off x="0" y="0"/>
            <a:ext cx="12192000" cy="6858000"/>
            <a:chOff x="0" y="0"/>
            <a:chExt cx="12192000" cy="6858000"/>
          </a:xfrm>
        </p:grpSpPr>
        <p:sp>
          <p:nvSpPr>
            <p:cNvPr id="3" name="任意多边形: 形状 2">
              <a:extLst>
                <a:ext uri="{FF2B5EF4-FFF2-40B4-BE49-F238E27FC236}">
                  <a16:creationId xmlns:a16="http://schemas.microsoft.com/office/drawing/2014/main" id="{C118FDC0-87F6-E68A-6D94-9EA3F9C3D6A0}"/>
                </a:ext>
              </a:extLst>
            </p:cNvPr>
            <p:cNvSpPr/>
            <p:nvPr/>
          </p:nvSpPr>
          <p:spPr>
            <a:xfrm flipH="1">
              <a:off x="0" y="1130300"/>
              <a:ext cx="12192000" cy="5727700"/>
            </a:xfrm>
            <a:custGeom>
              <a:avLst/>
              <a:gdLst>
                <a:gd name="connsiteX0" fmla="*/ 12192000 w 12192000"/>
                <a:gd name="connsiteY0" fmla="*/ 0 h 5727700"/>
                <a:gd name="connsiteX1" fmla="*/ 0 w 12192000"/>
                <a:gd name="connsiteY1" fmla="*/ 0 h 5727700"/>
                <a:gd name="connsiteX2" fmla="*/ 0 w 12192000"/>
                <a:gd name="connsiteY2" fmla="*/ 5727700 h 5727700"/>
                <a:gd name="connsiteX3" fmla="*/ 12192000 w 12192000"/>
                <a:gd name="connsiteY3" fmla="*/ 5727700 h 5727700"/>
              </a:gdLst>
              <a:ahLst/>
              <a:cxnLst>
                <a:cxn ang="0">
                  <a:pos x="connsiteX0" y="connsiteY0"/>
                </a:cxn>
                <a:cxn ang="0">
                  <a:pos x="connsiteX1" y="connsiteY1"/>
                </a:cxn>
                <a:cxn ang="0">
                  <a:pos x="connsiteX2" y="connsiteY2"/>
                </a:cxn>
                <a:cxn ang="0">
                  <a:pos x="connsiteX3" y="connsiteY3"/>
                </a:cxn>
              </a:cxnLst>
              <a:rect l="l" t="t" r="r" b="b"/>
              <a:pathLst>
                <a:path w="12192000" h="5727700">
                  <a:moveTo>
                    <a:pt x="12192000" y="0"/>
                  </a:moveTo>
                  <a:lnTo>
                    <a:pt x="0" y="0"/>
                  </a:lnTo>
                  <a:lnTo>
                    <a:pt x="0" y="5727700"/>
                  </a:lnTo>
                  <a:lnTo>
                    <a:pt x="12192000" y="5727700"/>
                  </a:lnTo>
                  <a:close/>
                </a:path>
              </a:pathLst>
            </a:custGeom>
            <a:blipFill>
              <a:blip r:embed="rId3"/>
              <a:srcRect/>
              <a:stretch>
                <a:fillRect l="-167" r="-16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7" name="Rectangle 14_1">
              <a:extLst>
                <a:ext uri="{FF2B5EF4-FFF2-40B4-BE49-F238E27FC236}">
                  <a16:creationId xmlns:a16="http://schemas.microsoft.com/office/drawing/2014/main" id="{742F6F74-43B0-DCB3-798B-1C9B19FB0128}"/>
                </a:ext>
              </a:extLst>
            </p:cNvPr>
            <p:cNvSpPr/>
            <p:nvPr/>
          </p:nvSpPr>
          <p:spPr>
            <a:xfrm>
              <a:off x="3425371" y="0"/>
              <a:ext cx="8766629" cy="6858000"/>
            </a:xfrm>
            <a:prstGeom prst="rect">
              <a:avLst/>
            </a:prstGeom>
            <a:gradFill flip="none" rotWithShape="1">
              <a:gsLst>
                <a:gs pos="0">
                  <a:srgbClr val="161A1D"/>
                </a:gs>
                <a:gs pos="58000">
                  <a:srgbClr val="161A1D">
                    <a:alpha val="88000"/>
                  </a:srgbClr>
                </a:gs>
                <a:gs pos="100000">
                  <a:srgbClr val="161A1D">
                    <a:alpha val="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43FCA2C7-8C20-16BA-57BB-596F9AB67720}"/>
                </a:ext>
              </a:extLst>
            </p:cNvPr>
            <p:cNvGrpSpPr/>
            <p:nvPr/>
          </p:nvGrpSpPr>
          <p:grpSpPr>
            <a:xfrm>
              <a:off x="659027" y="1718584"/>
              <a:ext cx="10364719" cy="3772028"/>
              <a:chOff x="659027" y="1718584"/>
              <a:chExt cx="10364719" cy="3772028"/>
            </a:xfrm>
          </p:grpSpPr>
          <p:sp>
            <p:nvSpPr>
              <p:cNvPr id="13" name="îsḻiḍê">
                <a:extLst>
                  <a:ext uri="{FF2B5EF4-FFF2-40B4-BE49-F238E27FC236}">
                    <a16:creationId xmlns:a16="http://schemas.microsoft.com/office/drawing/2014/main" id="{8E8EF01E-0E82-5B85-C0EB-3FCC93D35BA3}"/>
                  </a:ext>
                </a:extLst>
              </p:cNvPr>
              <p:cNvSpPr/>
              <p:nvPr/>
            </p:nvSpPr>
            <p:spPr>
              <a:xfrm>
                <a:off x="659027" y="1718584"/>
                <a:ext cx="1877438" cy="11079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t" anchorCtr="0">
                <a:spAutoFit/>
              </a:bodyPr>
              <a:lstStyle/>
              <a:p>
                <a:pPr algn="ctr"/>
                <a:r>
                  <a:rPr kumimoji="1" lang="zh-CN" altLang="en-US" sz="6600" b="1" dirty="0">
                    <a:gradFill>
                      <a:gsLst>
                        <a:gs pos="0">
                          <a:schemeClr val="accent1"/>
                        </a:gs>
                        <a:gs pos="100000">
                          <a:schemeClr val="accent1">
                            <a:lumMod val="60000"/>
                            <a:lumOff val="40000"/>
                          </a:schemeClr>
                        </a:gs>
                      </a:gsLst>
                      <a:lin ang="10800000" scaled="1"/>
                    </a:gradFill>
                  </a:rPr>
                  <a:t>目录</a:t>
                </a:r>
                <a:endParaRPr kumimoji="1" lang="en-US" altLang="zh-CN" sz="6600" b="1" dirty="0">
                  <a:gradFill>
                    <a:gsLst>
                      <a:gs pos="0">
                        <a:schemeClr val="accent1"/>
                      </a:gs>
                      <a:gs pos="100000">
                        <a:schemeClr val="accent1">
                          <a:lumMod val="60000"/>
                          <a:lumOff val="40000"/>
                        </a:schemeClr>
                      </a:gs>
                    </a:gsLst>
                    <a:lin ang="10800000" scaled="1"/>
                  </a:gradFill>
                </a:endParaRPr>
              </a:p>
            </p:txBody>
          </p:sp>
          <p:grpSp>
            <p:nvGrpSpPr>
              <p:cNvPr id="5" name="íṡļïďè">
                <a:extLst>
                  <a:ext uri="{FF2B5EF4-FFF2-40B4-BE49-F238E27FC236}">
                    <a16:creationId xmlns:a16="http://schemas.microsoft.com/office/drawing/2014/main" id="{3AFD7ADE-8DE0-86E2-B5DA-737B3FE7458E}"/>
                  </a:ext>
                </a:extLst>
              </p:cNvPr>
              <p:cNvGrpSpPr/>
              <p:nvPr/>
            </p:nvGrpSpPr>
            <p:grpSpPr>
              <a:xfrm>
                <a:off x="5651499" y="1773787"/>
                <a:ext cx="5372247" cy="3716825"/>
                <a:chOff x="5651499" y="1773787"/>
                <a:chExt cx="5372247" cy="3716825"/>
              </a:xfrm>
            </p:grpSpPr>
            <p:grpSp>
              <p:nvGrpSpPr>
                <p:cNvPr id="34" name="í$ḷîḍê">
                  <a:extLst>
                    <a:ext uri="{FF2B5EF4-FFF2-40B4-BE49-F238E27FC236}">
                      <a16:creationId xmlns:a16="http://schemas.microsoft.com/office/drawing/2014/main" id="{460FE3E4-0C80-5A30-B644-2768B6F46613}"/>
                    </a:ext>
                  </a:extLst>
                </p:cNvPr>
                <p:cNvGrpSpPr/>
                <p:nvPr/>
              </p:nvGrpSpPr>
              <p:grpSpPr>
                <a:xfrm>
                  <a:off x="5651499" y="1773787"/>
                  <a:ext cx="5372247" cy="707886"/>
                  <a:chOff x="5651499" y="1945207"/>
                  <a:chExt cx="5372247" cy="707886"/>
                </a:xfrm>
              </p:grpSpPr>
              <p:sp>
                <p:nvSpPr>
                  <p:cNvPr id="14" name="íṣlïḍé">
                    <a:extLst>
                      <a:ext uri="{FF2B5EF4-FFF2-40B4-BE49-F238E27FC236}">
                        <a16:creationId xmlns:a16="http://schemas.microsoft.com/office/drawing/2014/main" id="{47B7BD55-6436-4AD1-7F83-AEDF4C853B7F}"/>
                      </a:ext>
                    </a:extLst>
                  </p:cNvPr>
                  <p:cNvSpPr/>
                  <p:nvPr/>
                </p:nvSpPr>
                <p:spPr>
                  <a:xfrm>
                    <a:off x="5651499" y="2110406"/>
                    <a:ext cx="4368801" cy="400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2000" b="1" dirty="0">
                        <a:solidFill>
                          <a:schemeClr val="tx1"/>
                        </a:solidFill>
                      </a:rPr>
                      <a:t>科技革新：未来行业的动力引擎</a:t>
                    </a:r>
                  </a:p>
                </p:txBody>
              </p:sp>
              <p:cxnSp>
                <p:nvCxnSpPr>
                  <p:cNvPr id="23" name="í$ḻîdè">
                    <a:extLst>
                      <a:ext uri="{FF2B5EF4-FFF2-40B4-BE49-F238E27FC236}">
                        <a16:creationId xmlns:a16="http://schemas.microsoft.com/office/drawing/2014/main" id="{47D76268-00EC-A9F5-261D-8FE0E33B1782}"/>
                      </a:ext>
                    </a:extLst>
                  </p:cNvPr>
                  <p:cNvCxnSpPr>
                    <a:cxnSpLocks/>
                  </p:cNvCxnSpPr>
                  <p:nvPr/>
                </p:nvCxnSpPr>
                <p:spPr>
                  <a:xfrm>
                    <a:off x="5740400" y="2529123"/>
                    <a:ext cx="5217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í$liḍè">
                    <a:extLst>
                      <a:ext uri="{FF2B5EF4-FFF2-40B4-BE49-F238E27FC236}">
                        <a16:creationId xmlns:a16="http://schemas.microsoft.com/office/drawing/2014/main" id="{3B7A864F-AED4-3099-1438-A1635FEAE63F}"/>
                      </a:ext>
                    </a:extLst>
                  </p:cNvPr>
                  <p:cNvSpPr txBox="1"/>
                  <p:nvPr/>
                </p:nvSpPr>
                <p:spPr>
                  <a:xfrm>
                    <a:off x="10268411" y="1945207"/>
                    <a:ext cx="755335" cy="707886"/>
                  </a:xfrm>
                  <a:prstGeom prst="rect">
                    <a:avLst/>
                  </a:prstGeom>
                  <a:noFill/>
                </p:spPr>
                <p:txBody>
                  <a:bodyPr wrap="none" lIns="91440" tIns="45720" rIns="91440" bIns="45720" rtlCol="0" anchor="ctr" anchorCtr="0">
                    <a:spAutoFit/>
                  </a:bodyPr>
                  <a:lstStyle/>
                  <a:p>
                    <a:pPr algn="ctr"/>
                    <a:r>
                      <a:rPr kumimoji="1" lang="en-US" altLang="zh-CN" sz="4000" b="1" dirty="0">
                        <a:gradFill>
                          <a:gsLst>
                            <a:gs pos="0">
                              <a:schemeClr val="accent1">
                                <a:lumMod val="60000"/>
                                <a:lumOff val="40000"/>
                              </a:schemeClr>
                            </a:gs>
                            <a:gs pos="60000">
                              <a:schemeClr val="accent1"/>
                            </a:gs>
                          </a:gsLst>
                          <a:lin ang="2700000" scaled="0"/>
                        </a:gradFill>
                      </a:rPr>
                      <a:t>01</a:t>
                    </a:r>
                    <a:endParaRPr kumimoji="1" lang="zh-CN" altLang="en-US" sz="4000" b="1" dirty="0">
                      <a:gradFill>
                        <a:gsLst>
                          <a:gs pos="0">
                            <a:schemeClr val="accent1">
                              <a:lumMod val="60000"/>
                              <a:lumOff val="40000"/>
                            </a:schemeClr>
                          </a:gs>
                          <a:gs pos="60000">
                            <a:schemeClr val="accent1"/>
                          </a:gs>
                        </a:gsLst>
                        <a:lin ang="2700000" scaled="0"/>
                      </a:gradFill>
                    </a:endParaRPr>
                  </a:p>
                </p:txBody>
              </p:sp>
            </p:grpSp>
            <p:grpSp>
              <p:nvGrpSpPr>
                <p:cNvPr id="35" name="íśḻíḍe">
                  <a:extLst>
                    <a:ext uri="{FF2B5EF4-FFF2-40B4-BE49-F238E27FC236}">
                      <a16:creationId xmlns:a16="http://schemas.microsoft.com/office/drawing/2014/main" id="{4D3A12F7-2030-BE1C-040E-83A6E849E3F5}"/>
                    </a:ext>
                  </a:extLst>
                </p:cNvPr>
                <p:cNvGrpSpPr/>
                <p:nvPr/>
              </p:nvGrpSpPr>
              <p:grpSpPr>
                <a:xfrm>
                  <a:off x="5651499" y="3278257"/>
                  <a:ext cx="5372247" cy="707886"/>
                  <a:chOff x="5651499" y="1945207"/>
                  <a:chExt cx="5372247" cy="707886"/>
                </a:xfrm>
              </p:grpSpPr>
              <p:sp>
                <p:nvSpPr>
                  <p:cNvPr id="39" name="iṧḷiḋê">
                    <a:extLst>
                      <a:ext uri="{FF2B5EF4-FFF2-40B4-BE49-F238E27FC236}">
                        <a16:creationId xmlns:a16="http://schemas.microsoft.com/office/drawing/2014/main" id="{F77B6B3F-785B-D4C6-791E-696D753BD760}"/>
                      </a:ext>
                    </a:extLst>
                  </p:cNvPr>
                  <p:cNvSpPr/>
                  <p:nvPr/>
                </p:nvSpPr>
                <p:spPr>
                  <a:xfrm>
                    <a:off x="5651499" y="2110406"/>
                    <a:ext cx="4368801" cy="400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2000" b="1" dirty="0">
                        <a:solidFill>
                          <a:schemeClr val="tx1"/>
                        </a:solidFill>
                      </a:rPr>
                      <a:t>科技与人文：通用行业的和谐共生</a:t>
                    </a:r>
                  </a:p>
                </p:txBody>
              </p:sp>
              <p:cxnSp>
                <p:nvCxnSpPr>
                  <p:cNvPr id="44" name="íś1ïḓê">
                    <a:extLst>
                      <a:ext uri="{FF2B5EF4-FFF2-40B4-BE49-F238E27FC236}">
                        <a16:creationId xmlns:a16="http://schemas.microsoft.com/office/drawing/2014/main" id="{FA876F99-A27F-681D-805A-0772EA4869AC}"/>
                      </a:ext>
                    </a:extLst>
                  </p:cNvPr>
                  <p:cNvCxnSpPr>
                    <a:cxnSpLocks/>
                  </p:cNvCxnSpPr>
                  <p:nvPr/>
                </p:nvCxnSpPr>
                <p:spPr>
                  <a:xfrm>
                    <a:off x="5740400" y="2529123"/>
                    <a:ext cx="5217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5" name="íṥlíḋè">
                    <a:extLst>
                      <a:ext uri="{FF2B5EF4-FFF2-40B4-BE49-F238E27FC236}">
                        <a16:creationId xmlns:a16="http://schemas.microsoft.com/office/drawing/2014/main" id="{5E42E800-901D-47F5-47E5-24911E6EC6FF}"/>
                      </a:ext>
                    </a:extLst>
                  </p:cNvPr>
                  <p:cNvSpPr txBox="1"/>
                  <p:nvPr/>
                </p:nvSpPr>
                <p:spPr>
                  <a:xfrm>
                    <a:off x="10268411" y="1945207"/>
                    <a:ext cx="755335" cy="707886"/>
                  </a:xfrm>
                  <a:prstGeom prst="rect">
                    <a:avLst/>
                  </a:prstGeom>
                  <a:noFill/>
                </p:spPr>
                <p:txBody>
                  <a:bodyPr wrap="none" lIns="91440" tIns="45720" rIns="91440" bIns="45720" rtlCol="0" anchor="ctr" anchorCtr="0">
                    <a:spAutoFit/>
                  </a:bodyPr>
                  <a:lstStyle/>
                  <a:p>
                    <a:pPr algn="ctr"/>
                    <a:r>
                      <a:rPr kumimoji="1" lang="en-US" altLang="zh-CN" sz="4000" b="1" dirty="0">
                        <a:gradFill>
                          <a:gsLst>
                            <a:gs pos="0">
                              <a:schemeClr val="accent1">
                                <a:lumMod val="60000"/>
                                <a:lumOff val="40000"/>
                              </a:schemeClr>
                            </a:gs>
                            <a:gs pos="60000">
                              <a:schemeClr val="accent1"/>
                            </a:gs>
                          </a:gsLst>
                          <a:lin ang="2700000" scaled="0"/>
                        </a:gradFill>
                      </a:rPr>
                      <a:t>02</a:t>
                    </a:r>
                    <a:endParaRPr kumimoji="1" lang="zh-CN" altLang="en-US" sz="4000" b="1" dirty="0">
                      <a:gradFill>
                        <a:gsLst>
                          <a:gs pos="0">
                            <a:schemeClr val="accent1">
                              <a:lumMod val="60000"/>
                              <a:lumOff val="40000"/>
                            </a:schemeClr>
                          </a:gs>
                          <a:gs pos="60000">
                            <a:schemeClr val="accent1"/>
                          </a:gs>
                        </a:gsLst>
                        <a:lin ang="2700000" scaled="0"/>
                      </a:gradFill>
                    </a:endParaRPr>
                  </a:p>
                </p:txBody>
              </p:sp>
            </p:grpSp>
            <p:grpSp>
              <p:nvGrpSpPr>
                <p:cNvPr id="46" name="îslïḍe">
                  <a:extLst>
                    <a:ext uri="{FF2B5EF4-FFF2-40B4-BE49-F238E27FC236}">
                      <a16:creationId xmlns:a16="http://schemas.microsoft.com/office/drawing/2014/main" id="{3030BA37-5999-87C6-EB92-BE60F657F756}"/>
                    </a:ext>
                  </a:extLst>
                </p:cNvPr>
                <p:cNvGrpSpPr/>
                <p:nvPr/>
              </p:nvGrpSpPr>
              <p:grpSpPr>
                <a:xfrm>
                  <a:off x="5651499" y="4782726"/>
                  <a:ext cx="5372247" cy="707886"/>
                  <a:chOff x="5651499" y="1945207"/>
                  <a:chExt cx="5372247" cy="707886"/>
                </a:xfrm>
              </p:grpSpPr>
              <p:sp>
                <p:nvSpPr>
                  <p:cNvPr id="47" name="îšḻídè">
                    <a:extLst>
                      <a:ext uri="{FF2B5EF4-FFF2-40B4-BE49-F238E27FC236}">
                        <a16:creationId xmlns:a16="http://schemas.microsoft.com/office/drawing/2014/main" id="{7C4BC238-3433-7497-0FC4-3DA210BFBA37}"/>
                      </a:ext>
                    </a:extLst>
                  </p:cNvPr>
                  <p:cNvSpPr/>
                  <p:nvPr/>
                </p:nvSpPr>
                <p:spPr>
                  <a:xfrm>
                    <a:off x="5651499" y="2110406"/>
                    <a:ext cx="4368801" cy="400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2000" b="1" dirty="0">
                        <a:solidFill>
                          <a:schemeClr val="tx1"/>
                        </a:solidFill>
                      </a:rPr>
                      <a:t>科技引领：通用行业的未来趋势</a:t>
                    </a:r>
                  </a:p>
                </p:txBody>
              </p:sp>
              <p:cxnSp>
                <p:nvCxnSpPr>
                  <p:cNvPr id="49" name="îslíḓe">
                    <a:extLst>
                      <a:ext uri="{FF2B5EF4-FFF2-40B4-BE49-F238E27FC236}">
                        <a16:creationId xmlns:a16="http://schemas.microsoft.com/office/drawing/2014/main" id="{02A044D6-6A7A-AA3B-C12E-E5C5944ABD86}"/>
                      </a:ext>
                    </a:extLst>
                  </p:cNvPr>
                  <p:cNvCxnSpPr>
                    <a:cxnSpLocks/>
                  </p:cNvCxnSpPr>
                  <p:nvPr/>
                </p:nvCxnSpPr>
                <p:spPr>
                  <a:xfrm>
                    <a:off x="5740400" y="2529123"/>
                    <a:ext cx="52171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iṣļiďê">
                    <a:extLst>
                      <a:ext uri="{FF2B5EF4-FFF2-40B4-BE49-F238E27FC236}">
                        <a16:creationId xmlns:a16="http://schemas.microsoft.com/office/drawing/2014/main" id="{7E344C66-BE52-1AA5-8CAD-64D13A8E8D76}"/>
                      </a:ext>
                    </a:extLst>
                  </p:cNvPr>
                  <p:cNvSpPr txBox="1"/>
                  <p:nvPr/>
                </p:nvSpPr>
                <p:spPr>
                  <a:xfrm>
                    <a:off x="10268411" y="1945207"/>
                    <a:ext cx="755335" cy="707886"/>
                  </a:xfrm>
                  <a:prstGeom prst="rect">
                    <a:avLst/>
                  </a:prstGeom>
                  <a:noFill/>
                </p:spPr>
                <p:txBody>
                  <a:bodyPr wrap="none" lIns="91440" tIns="45720" rIns="91440" bIns="45720" rtlCol="0" anchor="ctr" anchorCtr="0">
                    <a:spAutoFit/>
                  </a:bodyPr>
                  <a:lstStyle/>
                  <a:p>
                    <a:pPr algn="ctr"/>
                    <a:r>
                      <a:rPr kumimoji="1" lang="en-US" altLang="zh-CN" sz="4000" b="1" dirty="0">
                        <a:gradFill>
                          <a:gsLst>
                            <a:gs pos="0">
                              <a:schemeClr val="accent1">
                                <a:lumMod val="60000"/>
                                <a:lumOff val="40000"/>
                              </a:schemeClr>
                            </a:gs>
                            <a:gs pos="60000">
                              <a:schemeClr val="accent1"/>
                            </a:gs>
                          </a:gsLst>
                          <a:lin ang="2700000" scaled="0"/>
                        </a:gradFill>
                      </a:rPr>
                      <a:t>03</a:t>
                    </a:r>
                    <a:endParaRPr kumimoji="1" lang="zh-CN" altLang="en-US" sz="4000" b="1" dirty="0">
                      <a:gradFill>
                        <a:gsLst>
                          <a:gs pos="0">
                            <a:schemeClr val="accent1">
                              <a:lumMod val="60000"/>
                              <a:lumOff val="40000"/>
                            </a:schemeClr>
                          </a:gs>
                          <a:gs pos="60000">
                            <a:schemeClr val="accent1"/>
                          </a:gs>
                        </a:gsLst>
                        <a:lin ang="2700000" scaled="0"/>
                      </a:gradFill>
                    </a:endParaRPr>
                  </a:p>
                </p:txBody>
              </p:sp>
            </p:grpSp>
          </p:gr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a:bodyPr>
          <a:lstStyle/>
          <a:p>
            <a:r>
              <a:rPr lang="zh-CN" altLang="en-US" dirty="0"/>
              <a:t>科技革新：未来行业的动力引擎</a:t>
            </a:r>
            <a:endParaRPr lang="en-US" dirty="0"/>
          </a:p>
        </p:txBody>
      </p:sp>
      <p:sp>
        <p:nvSpPr>
          <p:cNvPr id="25" name="文本占位符 24"/>
          <p:cNvSpPr>
            <a:spLocks noGrp="1"/>
          </p:cNvSpPr>
          <p:nvPr>
            <p:ph type="body" sz="quarter" idx="1" hasCustomPrompt="1"/>
          </p:nvPr>
        </p:nvSpPr>
        <p:spPr/>
        <p:txBody>
          <a:bodyPr/>
          <a:lstStyle/>
          <a:p>
            <a:r>
              <a:rPr lang="zh-CN" altLang="en-US" dirty="0"/>
              <a:t>数据和实例见证科技对通用行业的巨大推动</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5d9447d3-d0be-4e1f-b42d-192fda1161d5.source.5.zh-Hans">
            <a:extLst>
              <a:ext uri="{FF2B5EF4-FFF2-40B4-BE49-F238E27FC236}">
                <a16:creationId xmlns:a16="http://schemas.microsoft.com/office/drawing/2014/main" id="{4D7B1076-ADB4-22B6-C095-EA312AEBEDB2}"/>
              </a:ext>
            </a:extLst>
          </p:cNvPr>
          <p:cNvGrpSpPr/>
          <p:nvPr/>
        </p:nvGrpSpPr>
        <p:grpSpPr>
          <a:xfrm>
            <a:off x="222250" y="1313180"/>
            <a:ext cx="10858500" cy="4603946"/>
            <a:chOff x="660400" y="1313180"/>
            <a:chExt cx="10858500" cy="4603946"/>
          </a:xfrm>
        </p:grpSpPr>
        <p:grpSp>
          <p:nvGrpSpPr>
            <p:cNvPr id="44" name="组合 43">
              <a:extLst>
                <a:ext uri="{FF2B5EF4-FFF2-40B4-BE49-F238E27FC236}">
                  <a16:creationId xmlns:a16="http://schemas.microsoft.com/office/drawing/2014/main" id="{F52A42FC-1B33-2F9E-80F3-2FAF92277802}"/>
                </a:ext>
              </a:extLst>
            </p:cNvPr>
            <p:cNvGrpSpPr/>
            <p:nvPr/>
          </p:nvGrpSpPr>
          <p:grpSpPr>
            <a:xfrm>
              <a:off x="3491067" y="2393853"/>
              <a:ext cx="5209866" cy="3500713"/>
              <a:chOff x="3491067" y="2393853"/>
              <a:chExt cx="5209866" cy="3500713"/>
            </a:xfrm>
          </p:grpSpPr>
          <p:sp>
            <p:nvSpPr>
              <p:cNvPr id="3" name="ïṡļïḋè">
                <a:extLst>
                  <a:ext uri="{FF2B5EF4-FFF2-40B4-BE49-F238E27FC236}">
                    <a16:creationId xmlns:a16="http://schemas.microsoft.com/office/drawing/2014/main" id="{7378B0F5-AF38-67CF-7FD1-BB53639A8C0C}"/>
                  </a:ext>
                </a:extLst>
              </p:cNvPr>
              <p:cNvSpPr/>
              <p:nvPr/>
            </p:nvSpPr>
            <p:spPr bwMode="auto">
              <a:xfrm rot="16200000" flipH="1">
                <a:off x="6424664" y="1613067"/>
                <a:ext cx="583568" cy="2718604"/>
              </a:xfrm>
              <a:custGeom>
                <a:avLst/>
                <a:gdLst>
                  <a:gd name="T0" fmla="*/ 462 w 462"/>
                  <a:gd name="T1" fmla="*/ 0 h 1722"/>
                  <a:gd name="T2" fmla="*/ 0 w 462"/>
                  <a:gd name="T3" fmla="*/ 367 h 1722"/>
                  <a:gd name="T4" fmla="*/ 0 w 462"/>
                  <a:gd name="T5" fmla="*/ 1722 h 1722"/>
                  <a:gd name="T6" fmla="*/ 231 w 462"/>
                  <a:gd name="T7" fmla="*/ 1722 h 1722"/>
                  <a:gd name="T8" fmla="*/ 462 w 462"/>
                  <a:gd name="T9" fmla="*/ 1722 h 1722"/>
                  <a:gd name="T10" fmla="*/ 462 w 462"/>
                  <a:gd name="T11" fmla="*/ 0 h 1722"/>
                </a:gdLst>
                <a:ahLst/>
                <a:cxnLst>
                  <a:cxn ang="0">
                    <a:pos x="T0" y="T1"/>
                  </a:cxn>
                  <a:cxn ang="0">
                    <a:pos x="T2" y="T3"/>
                  </a:cxn>
                  <a:cxn ang="0">
                    <a:pos x="T4" y="T5"/>
                  </a:cxn>
                  <a:cxn ang="0">
                    <a:pos x="T6" y="T7"/>
                  </a:cxn>
                  <a:cxn ang="0">
                    <a:pos x="T8" y="T9"/>
                  </a:cxn>
                  <a:cxn ang="0">
                    <a:pos x="T10" y="T11"/>
                  </a:cxn>
                </a:cxnLst>
                <a:rect l="0" t="0" r="r" b="b"/>
                <a:pathLst>
                  <a:path w="462" h="1722">
                    <a:moveTo>
                      <a:pt x="462" y="0"/>
                    </a:moveTo>
                    <a:lnTo>
                      <a:pt x="0" y="367"/>
                    </a:lnTo>
                    <a:lnTo>
                      <a:pt x="0" y="1722"/>
                    </a:lnTo>
                    <a:lnTo>
                      <a:pt x="231" y="1722"/>
                    </a:lnTo>
                    <a:lnTo>
                      <a:pt x="462" y="1722"/>
                    </a:lnTo>
                    <a:lnTo>
                      <a:pt x="462" y="0"/>
                    </a:lnTo>
                    <a:close/>
                  </a:path>
                </a:pathLst>
              </a:cu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endParaRPr b="1">
                  <a:solidFill>
                    <a:srgbClr val="FFFFFF"/>
                  </a:solidFill>
                  <a:cs typeface="+mn-ea"/>
                </a:endParaRPr>
              </a:p>
            </p:txBody>
          </p:sp>
          <p:sp>
            <p:nvSpPr>
              <p:cNvPr id="4" name="i$ḻiḑê">
                <a:extLst>
                  <a:ext uri="{FF2B5EF4-FFF2-40B4-BE49-F238E27FC236}">
                    <a16:creationId xmlns:a16="http://schemas.microsoft.com/office/drawing/2014/main" id="{F69E7B2F-93C6-395E-9330-8B223D2A5243}"/>
                  </a:ext>
                </a:extLst>
              </p:cNvPr>
              <p:cNvSpPr/>
              <p:nvPr/>
            </p:nvSpPr>
            <p:spPr bwMode="auto">
              <a:xfrm rot="16200000" flipH="1">
                <a:off x="7809825" y="2659777"/>
                <a:ext cx="1157031" cy="625184"/>
              </a:xfrm>
              <a:custGeom>
                <a:avLst/>
                <a:gdLst>
                  <a:gd name="T0" fmla="*/ 916 w 916"/>
                  <a:gd name="T1" fmla="*/ 0 h 396"/>
                  <a:gd name="T2" fmla="*/ 689 w 916"/>
                  <a:gd name="T3" fmla="*/ 0 h 396"/>
                  <a:gd name="T4" fmla="*/ 458 w 916"/>
                  <a:gd name="T5" fmla="*/ 0 h 396"/>
                  <a:gd name="T6" fmla="*/ 227 w 916"/>
                  <a:gd name="T7" fmla="*/ 0 h 396"/>
                  <a:gd name="T8" fmla="*/ 0 w 916"/>
                  <a:gd name="T9" fmla="*/ 0 h 396"/>
                  <a:gd name="T10" fmla="*/ 458 w 916"/>
                  <a:gd name="T11" fmla="*/ 396 h 396"/>
                  <a:gd name="T12" fmla="*/ 916 w 916"/>
                  <a:gd name="T13" fmla="*/ 0 h 396"/>
                </a:gdLst>
                <a:ahLst/>
                <a:cxnLst>
                  <a:cxn ang="0">
                    <a:pos x="T0" y="T1"/>
                  </a:cxn>
                  <a:cxn ang="0">
                    <a:pos x="T2" y="T3"/>
                  </a:cxn>
                  <a:cxn ang="0">
                    <a:pos x="T4" y="T5"/>
                  </a:cxn>
                  <a:cxn ang="0">
                    <a:pos x="T6" y="T7"/>
                  </a:cxn>
                  <a:cxn ang="0">
                    <a:pos x="T8" y="T9"/>
                  </a:cxn>
                  <a:cxn ang="0">
                    <a:pos x="T10" y="T11"/>
                  </a:cxn>
                  <a:cxn ang="0">
                    <a:pos x="T12" y="T13"/>
                  </a:cxn>
                </a:cxnLst>
                <a:rect l="0" t="0" r="r" b="b"/>
                <a:pathLst>
                  <a:path w="916" h="396">
                    <a:moveTo>
                      <a:pt x="916" y="0"/>
                    </a:moveTo>
                    <a:lnTo>
                      <a:pt x="689" y="0"/>
                    </a:lnTo>
                    <a:lnTo>
                      <a:pt x="458" y="0"/>
                    </a:lnTo>
                    <a:lnTo>
                      <a:pt x="227" y="0"/>
                    </a:lnTo>
                    <a:lnTo>
                      <a:pt x="0" y="0"/>
                    </a:lnTo>
                    <a:lnTo>
                      <a:pt x="458" y="396"/>
                    </a:lnTo>
                    <a:lnTo>
                      <a:pt x="916" y="0"/>
                    </a:lnTo>
                    <a:close/>
                  </a:path>
                </a:pathLst>
              </a:custGeom>
              <a:solidFill>
                <a:schemeClr val="accent2"/>
              </a:solidFill>
              <a:ln>
                <a:noFill/>
              </a:ln>
            </p:spPr>
            <p:txBody>
              <a:bodyPr anchor="ctr"/>
              <a:lstStyle/>
              <a:p>
                <a:pPr algn="ctr"/>
                <a:endParaRPr/>
              </a:p>
            </p:txBody>
          </p:sp>
          <p:sp>
            <p:nvSpPr>
              <p:cNvPr id="6" name="ïŝľíḑé">
                <a:extLst>
                  <a:ext uri="{FF2B5EF4-FFF2-40B4-BE49-F238E27FC236}">
                    <a16:creationId xmlns:a16="http://schemas.microsoft.com/office/drawing/2014/main" id="{0422B94A-CDDF-5691-AD6C-64F9DDE0DD35}"/>
                  </a:ext>
                </a:extLst>
              </p:cNvPr>
              <p:cNvSpPr/>
              <p:nvPr/>
            </p:nvSpPr>
            <p:spPr bwMode="auto">
              <a:xfrm rot="16200000" flipH="1">
                <a:off x="3612565" y="3245871"/>
                <a:ext cx="1162084" cy="625184"/>
              </a:xfrm>
              <a:custGeom>
                <a:avLst/>
                <a:gdLst>
                  <a:gd name="T0" fmla="*/ 462 w 920"/>
                  <a:gd name="T1" fmla="*/ 0 h 396"/>
                  <a:gd name="T2" fmla="*/ 0 w 920"/>
                  <a:gd name="T3" fmla="*/ 396 h 396"/>
                  <a:gd name="T4" fmla="*/ 462 w 920"/>
                  <a:gd name="T5" fmla="*/ 396 h 396"/>
                  <a:gd name="T6" fmla="*/ 920 w 920"/>
                  <a:gd name="T7" fmla="*/ 396 h 396"/>
                  <a:gd name="T8" fmla="*/ 462 w 920"/>
                  <a:gd name="T9" fmla="*/ 0 h 396"/>
                </a:gdLst>
                <a:ahLst/>
                <a:cxnLst>
                  <a:cxn ang="0">
                    <a:pos x="T0" y="T1"/>
                  </a:cxn>
                  <a:cxn ang="0">
                    <a:pos x="T2" y="T3"/>
                  </a:cxn>
                  <a:cxn ang="0">
                    <a:pos x="T4" y="T5"/>
                  </a:cxn>
                  <a:cxn ang="0">
                    <a:pos x="T6" y="T7"/>
                  </a:cxn>
                  <a:cxn ang="0">
                    <a:pos x="T8" y="T9"/>
                  </a:cxn>
                </a:cxnLst>
                <a:rect l="0" t="0" r="r" b="b"/>
                <a:pathLst>
                  <a:path w="920" h="396">
                    <a:moveTo>
                      <a:pt x="462" y="0"/>
                    </a:moveTo>
                    <a:lnTo>
                      <a:pt x="0" y="396"/>
                    </a:lnTo>
                    <a:lnTo>
                      <a:pt x="462" y="396"/>
                    </a:lnTo>
                    <a:lnTo>
                      <a:pt x="920" y="396"/>
                    </a:lnTo>
                    <a:lnTo>
                      <a:pt x="46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 name="ïśľïḑê">
                <a:extLst>
                  <a:ext uri="{FF2B5EF4-FFF2-40B4-BE49-F238E27FC236}">
                    <a16:creationId xmlns:a16="http://schemas.microsoft.com/office/drawing/2014/main" id="{A730C2B0-CF4A-F94D-A6F5-864138253EB9}"/>
                  </a:ext>
                </a:extLst>
              </p:cNvPr>
              <p:cNvSpPr/>
              <p:nvPr/>
            </p:nvSpPr>
            <p:spPr bwMode="auto">
              <a:xfrm rot="16200000" flipH="1">
                <a:off x="5434629" y="2335723"/>
                <a:ext cx="588620" cy="2445480"/>
              </a:xfrm>
              <a:custGeom>
                <a:avLst/>
                <a:gdLst>
                  <a:gd name="T0" fmla="*/ 466 w 466"/>
                  <a:gd name="T1" fmla="*/ 0 h 1549"/>
                  <a:gd name="T2" fmla="*/ 235 w 466"/>
                  <a:gd name="T3" fmla="*/ 0 h 1549"/>
                  <a:gd name="T4" fmla="*/ 0 w 466"/>
                  <a:gd name="T5" fmla="*/ 0 h 1549"/>
                  <a:gd name="T6" fmla="*/ 0 w 466"/>
                  <a:gd name="T7" fmla="*/ 539 h 1549"/>
                  <a:gd name="T8" fmla="*/ 0 w 466"/>
                  <a:gd name="T9" fmla="*/ 539 h 1549"/>
                  <a:gd name="T10" fmla="*/ 0 w 466"/>
                  <a:gd name="T11" fmla="*/ 1182 h 1549"/>
                  <a:gd name="T12" fmla="*/ 466 w 466"/>
                  <a:gd name="T13" fmla="*/ 1549 h 1549"/>
                  <a:gd name="T14" fmla="*/ 466 w 466"/>
                  <a:gd name="T15" fmla="*/ 0 h 15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6" h="1549">
                    <a:moveTo>
                      <a:pt x="466" y="0"/>
                    </a:moveTo>
                    <a:lnTo>
                      <a:pt x="235" y="0"/>
                    </a:lnTo>
                    <a:lnTo>
                      <a:pt x="0" y="0"/>
                    </a:lnTo>
                    <a:lnTo>
                      <a:pt x="0" y="539"/>
                    </a:lnTo>
                    <a:lnTo>
                      <a:pt x="0" y="539"/>
                    </a:lnTo>
                    <a:lnTo>
                      <a:pt x="0" y="1182"/>
                    </a:lnTo>
                    <a:lnTo>
                      <a:pt x="466" y="1549"/>
                    </a:lnTo>
                    <a:lnTo>
                      <a:pt x="466" y="0"/>
                    </a:lnTo>
                    <a:close/>
                  </a:path>
                </a:pathLst>
              </a:custGeom>
              <a:gradFill>
                <a:gsLst>
                  <a:gs pos="100000">
                    <a:schemeClr val="accent1">
                      <a:lumMod val="60000"/>
                      <a:lumOff val="40000"/>
                    </a:schemeClr>
                  </a:gs>
                  <a:gs pos="38000">
                    <a:schemeClr val="accent1"/>
                  </a:gs>
                </a:gsLst>
                <a:lin ang="2700000" scaled="0"/>
              </a:gradFill>
            </p:spPr>
            <p:txBody>
              <a:bodyPr wrap="square" lIns="91440" tIns="45720" rIns="91440" bIns="45720" rtlCol="0" anchor="ctr" anchorCtr="1">
                <a:normAutofit/>
              </a:bodyPr>
              <a:lstStyle/>
              <a:p>
                <a:pPr algn="ctr"/>
                <a:endParaRPr b="1" dirty="0">
                  <a:solidFill>
                    <a:srgbClr val="FFFFFF"/>
                  </a:solidFill>
                </a:endParaRPr>
              </a:p>
            </p:txBody>
          </p:sp>
          <p:sp>
            <p:nvSpPr>
              <p:cNvPr id="9" name="ï$ļïḑe">
                <a:extLst>
                  <a:ext uri="{FF2B5EF4-FFF2-40B4-BE49-F238E27FC236}">
                    <a16:creationId xmlns:a16="http://schemas.microsoft.com/office/drawing/2014/main" id="{23E9EFCD-6FDF-84E9-6554-85759CB79969}"/>
                  </a:ext>
                </a:extLst>
              </p:cNvPr>
              <p:cNvSpPr/>
              <p:nvPr/>
            </p:nvSpPr>
            <p:spPr bwMode="auto">
              <a:xfrm rot="16200000" flipH="1">
                <a:off x="7354514" y="3832597"/>
                <a:ext cx="1158294" cy="625184"/>
              </a:xfrm>
              <a:custGeom>
                <a:avLst/>
                <a:gdLst>
                  <a:gd name="T0" fmla="*/ 458 w 917"/>
                  <a:gd name="T1" fmla="*/ 396 h 396"/>
                  <a:gd name="T2" fmla="*/ 917 w 917"/>
                  <a:gd name="T3" fmla="*/ 0 h 396"/>
                  <a:gd name="T4" fmla="*/ 458 w 917"/>
                  <a:gd name="T5" fmla="*/ 0 h 396"/>
                  <a:gd name="T6" fmla="*/ 0 w 917"/>
                  <a:gd name="T7" fmla="*/ 0 h 396"/>
                  <a:gd name="T8" fmla="*/ 458 w 917"/>
                  <a:gd name="T9" fmla="*/ 396 h 396"/>
                </a:gdLst>
                <a:ahLst/>
                <a:cxnLst>
                  <a:cxn ang="0">
                    <a:pos x="T0" y="T1"/>
                  </a:cxn>
                  <a:cxn ang="0">
                    <a:pos x="T2" y="T3"/>
                  </a:cxn>
                  <a:cxn ang="0">
                    <a:pos x="T4" y="T5"/>
                  </a:cxn>
                  <a:cxn ang="0">
                    <a:pos x="T6" y="T7"/>
                  </a:cxn>
                  <a:cxn ang="0">
                    <a:pos x="T8" y="T9"/>
                  </a:cxn>
                </a:cxnLst>
                <a:rect l="0" t="0" r="r" b="b"/>
                <a:pathLst>
                  <a:path w="917" h="396">
                    <a:moveTo>
                      <a:pt x="458" y="396"/>
                    </a:moveTo>
                    <a:lnTo>
                      <a:pt x="917" y="0"/>
                    </a:lnTo>
                    <a:lnTo>
                      <a:pt x="458" y="0"/>
                    </a:lnTo>
                    <a:lnTo>
                      <a:pt x="0" y="0"/>
                    </a:lnTo>
                    <a:lnTo>
                      <a:pt x="458" y="396"/>
                    </a:lnTo>
                    <a:close/>
                  </a:path>
                </a:pathLst>
              </a:custGeom>
              <a:solidFill>
                <a:schemeClr val="accent2"/>
              </a:solidFill>
              <a:ln>
                <a:noFill/>
              </a:ln>
            </p:spPr>
            <p:txBody>
              <a:bodyPr anchor="ctr"/>
              <a:lstStyle/>
              <a:p>
                <a:pPr algn="ctr"/>
                <a:endParaRPr/>
              </a:p>
            </p:txBody>
          </p:sp>
          <p:sp>
            <p:nvSpPr>
              <p:cNvPr id="10" name="îṧḻîḋè">
                <a:extLst>
                  <a:ext uri="{FF2B5EF4-FFF2-40B4-BE49-F238E27FC236}">
                    <a16:creationId xmlns:a16="http://schemas.microsoft.com/office/drawing/2014/main" id="{D090C9B1-FCC8-0257-9092-654623074FBC}"/>
                  </a:ext>
                </a:extLst>
              </p:cNvPr>
              <p:cNvSpPr/>
              <p:nvPr/>
            </p:nvSpPr>
            <p:spPr bwMode="auto">
              <a:xfrm rot="16200000" flipH="1">
                <a:off x="6149171" y="2970759"/>
                <a:ext cx="589884" cy="2353913"/>
              </a:xfrm>
              <a:custGeom>
                <a:avLst/>
                <a:gdLst>
                  <a:gd name="T0" fmla="*/ 0 w 467"/>
                  <a:gd name="T1" fmla="*/ 0 h 1491"/>
                  <a:gd name="T2" fmla="*/ 0 w 467"/>
                  <a:gd name="T3" fmla="*/ 1491 h 1491"/>
                  <a:gd name="T4" fmla="*/ 0 w 467"/>
                  <a:gd name="T5" fmla="*/ 1491 h 1491"/>
                  <a:gd name="T6" fmla="*/ 231 w 467"/>
                  <a:gd name="T7" fmla="*/ 1491 h 1491"/>
                  <a:gd name="T8" fmla="*/ 467 w 467"/>
                  <a:gd name="T9" fmla="*/ 1491 h 1491"/>
                  <a:gd name="T10" fmla="*/ 467 w 467"/>
                  <a:gd name="T11" fmla="*/ 366 h 1491"/>
                  <a:gd name="T12" fmla="*/ 0 w 467"/>
                  <a:gd name="T13" fmla="*/ 0 h 1491"/>
                </a:gdLst>
                <a:ahLst/>
                <a:cxnLst>
                  <a:cxn ang="0">
                    <a:pos x="T0" y="T1"/>
                  </a:cxn>
                  <a:cxn ang="0">
                    <a:pos x="T2" y="T3"/>
                  </a:cxn>
                  <a:cxn ang="0">
                    <a:pos x="T4" y="T5"/>
                  </a:cxn>
                  <a:cxn ang="0">
                    <a:pos x="T6" y="T7"/>
                  </a:cxn>
                  <a:cxn ang="0">
                    <a:pos x="T8" y="T9"/>
                  </a:cxn>
                  <a:cxn ang="0">
                    <a:pos x="T10" y="T11"/>
                  </a:cxn>
                  <a:cxn ang="0">
                    <a:pos x="T12" y="T13"/>
                  </a:cxn>
                </a:cxnLst>
                <a:rect l="0" t="0" r="r" b="b"/>
                <a:pathLst>
                  <a:path w="467" h="1491">
                    <a:moveTo>
                      <a:pt x="0" y="0"/>
                    </a:moveTo>
                    <a:lnTo>
                      <a:pt x="0" y="1491"/>
                    </a:lnTo>
                    <a:lnTo>
                      <a:pt x="0" y="1491"/>
                    </a:lnTo>
                    <a:lnTo>
                      <a:pt x="231" y="1491"/>
                    </a:lnTo>
                    <a:lnTo>
                      <a:pt x="467" y="1491"/>
                    </a:lnTo>
                    <a:lnTo>
                      <a:pt x="467" y="366"/>
                    </a:lnTo>
                    <a:lnTo>
                      <a:pt x="0" y="0"/>
                    </a:lnTo>
                    <a:close/>
                  </a:path>
                </a:pathLst>
              </a:cu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endParaRPr b="1">
                  <a:solidFill>
                    <a:srgbClr val="FFFFFF"/>
                  </a:solidFill>
                  <a:cs typeface="+mn-ea"/>
                </a:endParaRPr>
              </a:p>
            </p:txBody>
          </p:sp>
          <p:sp>
            <p:nvSpPr>
              <p:cNvPr id="12" name="íS1iďé">
                <a:extLst>
                  <a:ext uri="{FF2B5EF4-FFF2-40B4-BE49-F238E27FC236}">
                    <a16:creationId xmlns:a16="http://schemas.microsoft.com/office/drawing/2014/main" id="{447135BE-C2B2-3AEE-9DEF-735A8EE1AE60}"/>
                  </a:ext>
                </a:extLst>
              </p:cNvPr>
              <p:cNvSpPr/>
              <p:nvPr/>
            </p:nvSpPr>
            <p:spPr bwMode="auto">
              <a:xfrm rot="16200000" flipH="1">
                <a:off x="5422948" y="3134381"/>
                <a:ext cx="583568" cy="3200122"/>
              </a:xfrm>
              <a:custGeom>
                <a:avLst/>
                <a:gdLst>
                  <a:gd name="T0" fmla="*/ 462 w 462"/>
                  <a:gd name="T1" fmla="*/ 0 h 2027"/>
                  <a:gd name="T2" fmla="*/ 231 w 462"/>
                  <a:gd name="T3" fmla="*/ 0 h 2027"/>
                  <a:gd name="T4" fmla="*/ 0 w 462"/>
                  <a:gd name="T5" fmla="*/ 0 h 2027"/>
                  <a:gd name="T6" fmla="*/ 0 w 462"/>
                  <a:gd name="T7" fmla="*/ 2027 h 2027"/>
                  <a:gd name="T8" fmla="*/ 462 w 462"/>
                  <a:gd name="T9" fmla="*/ 1661 h 2027"/>
                  <a:gd name="T10" fmla="*/ 462 w 462"/>
                  <a:gd name="T11" fmla="*/ 0 h 2027"/>
                </a:gdLst>
                <a:ahLst/>
                <a:cxnLst>
                  <a:cxn ang="0">
                    <a:pos x="T0" y="T1"/>
                  </a:cxn>
                  <a:cxn ang="0">
                    <a:pos x="T2" y="T3"/>
                  </a:cxn>
                  <a:cxn ang="0">
                    <a:pos x="T4" y="T5"/>
                  </a:cxn>
                  <a:cxn ang="0">
                    <a:pos x="T6" y="T7"/>
                  </a:cxn>
                  <a:cxn ang="0">
                    <a:pos x="T8" y="T9"/>
                  </a:cxn>
                  <a:cxn ang="0">
                    <a:pos x="T10" y="T11"/>
                  </a:cxn>
                </a:cxnLst>
                <a:rect l="0" t="0" r="r" b="b"/>
                <a:pathLst>
                  <a:path w="462" h="2027">
                    <a:moveTo>
                      <a:pt x="462" y="0"/>
                    </a:moveTo>
                    <a:lnTo>
                      <a:pt x="231" y="0"/>
                    </a:lnTo>
                    <a:lnTo>
                      <a:pt x="0" y="0"/>
                    </a:lnTo>
                    <a:lnTo>
                      <a:pt x="0" y="2027"/>
                    </a:lnTo>
                    <a:lnTo>
                      <a:pt x="462" y="1661"/>
                    </a:lnTo>
                    <a:lnTo>
                      <a:pt x="462" y="0"/>
                    </a:lnTo>
                    <a:close/>
                  </a:path>
                </a:pathLst>
              </a:custGeom>
              <a:gradFill>
                <a:gsLst>
                  <a:gs pos="100000">
                    <a:schemeClr val="accent1">
                      <a:lumMod val="60000"/>
                      <a:lumOff val="40000"/>
                    </a:schemeClr>
                  </a:gs>
                  <a:gs pos="38000">
                    <a:schemeClr val="accent1"/>
                  </a:gs>
                </a:gsLst>
                <a:lin ang="2700000" scaled="0"/>
              </a:gradFill>
            </p:spPr>
            <p:txBody>
              <a:bodyPr wrap="square" lIns="91440" tIns="45720" rIns="91440" bIns="45720" rtlCol="0" anchor="ctr" anchorCtr="1">
                <a:normAutofit/>
              </a:bodyPr>
              <a:lstStyle/>
              <a:p>
                <a:pPr algn="ctr"/>
                <a:endParaRPr b="1">
                  <a:solidFill>
                    <a:srgbClr val="FFFFFF"/>
                  </a:solidFill>
                </a:endParaRPr>
              </a:p>
            </p:txBody>
          </p:sp>
          <p:sp>
            <p:nvSpPr>
              <p:cNvPr id="13" name="íşḻïďé">
                <a:extLst>
                  <a:ext uri="{FF2B5EF4-FFF2-40B4-BE49-F238E27FC236}">
                    <a16:creationId xmlns:a16="http://schemas.microsoft.com/office/drawing/2014/main" id="{5DE82E1C-C22F-0D7C-1EAE-B8E1F7D2E52A}"/>
                  </a:ext>
                </a:extLst>
              </p:cNvPr>
              <p:cNvSpPr/>
              <p:nvPr/>
            </p:nvSpPr>
            <p:spPr bwMode="auto">
              <a:xfrm rot="16200000" flipH="1">
                <a:off x="3224354" y="4422638"/>
                <a:ext cx="1157031" cy="623605"/>
              </a:xfrm>
              <a:custGeom>
                <a:avLst/>
                <a:gdLst>
                  <a:gd name="T0" fmla="*/ 458 w 916"/>
                  <a:gd name="T1" fmla="*/ 0 h 395"/>
                  <a:gd name="T2" fmla="*/ 458 w 916"/>
                  <a:gd name="T3" fmla="*/ 0 h 395"/>
                  <a:gd name="T4" fmla="*/ 210 w 916"/>
                  <a:gd name="T5" fmla="*/ 214 h 395"/>
                  <a:gd name="T6" fmla="*/ 0 w 916"/>
                  <a:gd name="T7" fmla="*/ 395 h 395"/>
                  <a:gd name="T8" fmla="*/ 227 w 916"/>
                  <a:gd name="T9" fmla="*/ 395 h 395"/>
                  <a:gd name="T10" fmla="*/ 458 w 916"/>
                  <a:gd name="T11" fmla="*/ 395 h 395"/>
                  <a:gd name="T12" fmla="*/ 689 w 916"/>
                  <a:gd name="T13" fmla="*/ 395 h 395"/>
                  <a:gd name="T14" fmla="*/ 916 w 916"/>
                  <a:gd name="T15" fmla="*/ 395 h 395"/>
                  <a:gd name="T16" fmla="*/ 458 w 916"/>
                  <a:gd name="T17" fmla="*/ 0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6" h="395">
                    <a:moveTo>
                      <a:pt x="458" y="0"/>
                    </a:moveTo>
                    <a:lnTo>
                      <a:pt x="458" y="0"/>
                    </a:lnTo>
                    <a:lnTo>
                      <a:pt x="210" y="214"/>
                    </a:lnTo>
                    <a:lnTo>
                      <a:pt x="0" y="395"/>
                    </a:lnTo>
                    <a:lnTo>
                      <a:pt x="227" y="395"/>
                    </a:lnTo>
                    <a:lnTo>
                      <a:pt x="458" y="395"/>
                    </a:lnTo>
                    <a:lnTo>
                      <a:pt x="689" y="395"/>
                    </a:lnTo>
                    <a:lnTo>
                      <a:pt x="916" y="395"/>
                    </a:lnTo>
                    <a:lnTo>
                      <a:pt x="45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 name="íṡḻíḓè">
                <a:extLst>
                  <a:ext uri="{FF2B5EF4-FFF2-40B4-BE49-F238E27FC236}">
                    <a16:creationId xmlns:a16="http://schemas.microsoft.com/office/drawing/2014/main" id="{0AC4FDCA-9E13-3FB0-51B2-B5550C903E50}"/>
                  </a:ext>
                </a:extLst>
              </p:cNvPr>
              <p:cNvSpPr/>
              <p:nvPr/>
            </p:nvSpPr>
            <p:spPr bwMode="auto">
              <a:xfrm rot="16200000" flipH="1">
                <a:off x="6424662" y="3956749"/>
                <a:ext cx="583568" cy="2718604"/>
              </a:xfrm>
              <a:custGeom>
                <a:avLst/>
                <a:gdLst>
                  <a:gd name="T0" fmla="*/ 462 w 462"/>
                  <a:gd name="T1" fmla="*/ 0 h 1722"/>
                  <a:gd name="T2" fmla="*/ 0 w 462"/>
                  <a:gd name="T3" fmla="*/ 367 h 1722"/>
                  <a:gd name="T4" fmla="*/ 0 w 462"/>
                  <a:gd name="T5" fmla="*/ 1722 h 1722"/>
                  <a:gd name="T6" fmla="*/ 231 w 462"/>
                  <a:gd name="T7" fmla="*/ 1722 h 1722"/>
                  <a:gd name="T8" fmla="*/ 462 w 462"/>
                  <a:gd name="T9" fmla="*/ 1722 h 1722"/>
                  <a:gd name="T10" fmla="*/ 462 w 462"/>
                  <a:gd name="T11" fmla="*/ 0 h 1722"/>
                </a:gdLst>
                <a:ahLst/>
                <a:cxnLst>
                  <a:cxn ang="0">
                    <a:pos x="T0" y="T1"/>
                  </a:cxn>
                  <a:cxn ang="0">
                    <a:pos x="T2" y="T3"/>
                  </a:cxn>
                  <a:cxn ang="0">
                    <a:pos x="T4" y="T5"/>
                  </a:cxn>
                  <a:cxn ang="0">
                    <a:pos x="T6" y="T7"/>
                  </a:cxn>
                  <a:cxn ang="0">
                    <a:pos x="T8" y="T9"/>
                  </a:cxn>
                  <a:cxn ang="0">
                    <a:pos x="T10" y="T11"/>
                  </a:cxn>
                </a:cxnLst>
                <a:rect l="0" t="0" r="r" b="b"/>
                <a:pathLst>
                  <a:path w="462" h="1722">
                    <a:moveTo>
                      <a:pt x="462" y="0"/>
                    </a:moveTo>
                    <a:lnTo>
                      <a:pt x="0" y="367"/>
                    </a:lnTo>
                    <a:lnTo>
                      <a:pt x="0" y="1722"/>
                    </a:lnTo>
                    <a:lnTo>
                      <a:pt x="231" y="1722"/>
                    </a:lnTo>
                    <a:lnTo>
                      <a:pt x="462" y="1722"/>
                    </a:lnTo>
                    <a:lnTo>
                      <a:pt x="462" y="0"/>
                    </a:lnTo>
                    <a:close/>
                  </a:path>
                </a:pathLst>
              </a:cu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endParaRPr b="1">
                  <a:solidFill>
                    <a:srgbClr val="FFFFFF"/>
                  </a:solidFill>
                  <a:cs typeface="+mn-ea"/>
                </a:endParaRPr>
              </a:p>
            </p:txBody>
          </p:sp>
          <p:sp>
            <p:nvSpPr>
              <p:cNvPr id="16" name="iṣḷïḋe">
                <a:extLst>
                  <a:ext uri="{FF2B5EF4-FFF2-40B4-BE49-F238E27FC236}">
                    <a16:creationId xmlns:a16="http://schemas.microsoft.com/office/drawing/2014/main" id="{02C9CE69-A10D-CDC3-E0FA-CF8D786100A9}"/>
                  </a:ext>
                </a:extLst>
              </p:cNvPr>
              <p:cNvSpPr/>
              <p:nvPr/>
            </p:nvSpPr>
            <p:spPr bwMode="auto">
              <a:xfrm rot="16200000" flipH="1">
                <a:off x="7809823" y="5003459"/>
                <a:ext cx="1157031" cy="625184"/>
              </a:xfrm>
              <a:custGeom>
                <a:avLst/>
                <a:gdLst>
                  <a:gd name="T0" fmla="*/ 916 w 916"/>
                  <a:gd name="T1" fmla="*/ 0 h 396"/>
                  <a:gd name="T2" fmla="*/ 689 w 916"/>
                  <a:gd name="T3" fmla="*/ 0 h 396"/>
                  <a:gd name="T4" fmla="*/ 458 w 916"/>
                  <a:gd name="T5" fmla="*/ 0 h 396"/>
                  <a:gd name="T6" fmla="*/ 227 w 916"/>
                  <a:gd name="T7" fmla="*/ 0 h 396"/>
                  <a:gd name="T8" fmla="*/ 0 w 916"/>
                  <a:gd name="T9" fmla="*/ 0 h 396"/>
                  <a:gd name="T10" fmla="*/ 458 w 916"/>
                  <a:gd name="T11" fmla="*/ 396 h 396"/>
                  <a:gd name="T12" fmla="*/ 916 w 916"/>
                  <a:gd name="T13" fmla="*/ 0 h 396"/>
                </a:gdLst>
                <a:ahLst/>
                <a:cxnLst>
                  <a:cxn ang="0">
                    <a:pos x="T0" y="T1"/>
                  </a:cxn>
                  <a:cxn ang="0">
                    <a:pos x="T2" y="T3"/>
                  </a:cxn>
                  <a:cxn ang="0">
                    <a:pos x="T4" y="T5"/>
                  </a:cxn>
                  <a:cxn ang="0">
                    <a:pos x="T6" y="T7"/>
                  </a:cxn>
                  <a:cxn ang="0">
                    <a:pos x="T8" y="T9"/>
                  </a:cxn>
                  <a:cxn ang="0">
                    <a:pos x="T10" y="T11"/>
                  </a:cxn>
                  <a:cxn ang="0">
                    <a:pos x="T12" y="T13"/>
                  </a:cxn>
                </a:cxnLst>
                <a:rect l="0" t="0" r="r" b="b"/>
                <a:pathLst>
                  <a:path w="916" h="396">
                    <a:moveTo>
                      <a:pt x="916" y="0"/>
                    </a:moveTo>
                    <a:lnTo>
                      <a:pt x="689" y="0"/>
                    </a:lnTo>
                    <a:lnTo>
                      <a:pt x="458" y="0"/>
                    </a:lnTo>
                    <a:lnTo>
                      <a:pt x="227" y="0"/>
                    </a:lnTo>
                    <a:lnTo>
                      <a:pt x="0" y="0"/>
                    </a:lnTo>
                    <a:lnTo>
                      <a:pt x="458" y="396"/>
                    </a:lnTo>
                    <a:lnTo>
                      <a:pt x="916" y="0"/>
                    </a:lnTo>
                    <a:close/>
                  </a:path>
                </a:pathLst>
              </a:custGeom>
              <a:solidFill>
                <a:schemeClr val="accent2"/>
              </a:solidFill>
              <a:ln>
                <a:noFill/>
              </a:ln>
            </p:spPr>
            <p:txBody>
              <a:bodyPr anchor="ctr"/>
              <a:lstStyle/>
              <a:p>
                <a:pPr algn="ctr"/>
                <a:endParaRPr/>
              </a:p>
            </p:txBody>
          </p:sp>
        </p:grpSp>
        <p:grpSp>
          <p:nvGrpSpPr>
            <p:cNvPr id="38" name="组合 37">
              <a:extLst>
                <a:ext uri="{FF2B5EF4-FFF2-40B4-BE49-F238E27FC236}">
                  <a16:creationId xmlns:a16="http://schemas.microsoft.com/office/drawing/2014/main" id="{1E52BCF4-E2FE-2F6A-7AA4-E1AA51C38FE8}"/>
                </a:ext>
              </a:extLst>
            </p:cNvPr>
            <p:cNvGrpSpPr/>
            <p:nvPr/>
          </p:nvGrpSpPr>
          <p:grpSpPr>
            <a:xfrm>
              <a:off x="6576262" y="2615015"/>
              <a:ext cx="4942638" cy="1052111"/>
              <a:chOff x="6576262" y="2615015"/>
              <a:chExt cx="4942638" cy="1052111"/>
            </a:xfrm>
          </p:grpSpPr>
          <p:sp>
            <p:nvSpPr>
              <p:cNvPr id="5" name="Number1">
                <a:extLst>
                  <a:ext uri="{FF2B5EF4-FFF2-40B4-BE49-F238E27FC236}">
                    <a16:creationId xmlns:a16="http://schemas.microsoft.com/office/drawing/2014/main" id="{D9BCE84D-D67A-3B6A-AB2A-EDD9499C254E}"/>
                  </a:ext>
                </a:extLst>
              </p:cNvPr>
              <p:cNvSpPr txBox="1"/>
              <p:nvPr/>
            </p:nvSpPr>
            <p:spPr>
              <a:xfrm flipH="1">
                <a:off x="6576262" y="2742278"/>
                <a:ext cx="1209987" cy="460179"/>
              </a:xfrm>
              <a:prstGeom prst="rect">
                <a:avLst/>
              </a:prstGeom>
              <a:noFill/>
              <a:effectLst/>
            </p:spPr>
            <p:txBody>
              <a:bodyPr wrap="none" lIns="90000" tIns="46800" rIns="90000" bIns="46800" anchor="ctr" anchorCtr="1">
                <a:normAutofit/>
              </a:bodyPr>
              <a:lstStyle/>
              <a:p>
                <a:pPr algn="ctr"/>
                <a:r>
                  <a:rPr lang="en-US" altLang="zh-CN" sz="1600" b="1" dirty="0"/>
                  <a:t>01</a:t>
                </a:r>
                <a:endParaRPr lang="zh-CN" altLang="en-US" sz="1600" b="1" dirty="0"/>
              </a:p>
            </p:txBody>
          </p:sp>
          <p:sp>
            <p:nvSpPr>
              <p:cNvPr id="23" name="Text1">
                <a:extLst>
                  <a:ext uri="{FF2B5EF4-FFF2-40B4-BE49-F238E27FC236}">
                    <a16:creationId xmlns:a16="http://schemas.microsoft.com/office/drawing/2014/main" id="{552640ED-A312-3252-92D0-5DE010FFF250}"/>
                  </a:ext>
                </a:extLst>
              </p:cNvPr>
              <p:cNvSpPr/>
              <p:nvPr/>
            </p:nvSpPr>
            <p:spPr bwMode="auto">
              <a:xfrm>
                <a:off x="9207937" y="3002614"/>
                <a:ext cx="2310963" cy="66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t>自动化与人工智能助力产业升级</a:t>
                </a:r>
                <a:endParaRPr lang="en-US" dirty="0"/>
              </a:p>
            </p:txBody>
          </p:sp>
          <p:sp>
            <p:nvSpPr>
              <p:cNvPr id="24" name="Bullet1">
                <a:extLst>
                  <a:ext uri="{FF2B5EF4-FFF2-40B4-BE49-F238E27FC236}">
                    <a16:creationId xmlns:a16="http://schemas.microsoft.com/office/drawing/2014/main" id="{89486776-AB72-4A71-83F0-25E52CA092AC}"/>
                  </a:ext>
                </a:extLst>
              </p:cNvPr>
              <p:cNvSpPr txBox="1"/>
              <p:nvPr/>
            </p:nvSpPr>
            <p:spPr bwMode="auto">
              <a:xfrm>
                <a:off x="9207937" y="2615015"/>
                <a:ext cx="23109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buFontTx/>
                  <a:buNone/>
                </a:pPr>
                <a:r>
                  <a:rPr lang="zh-CN" altLang="en-US" b="1" dirty="0"/>
                  <a:t>智能制造崛起</a:t>
                </a:r>
                <a:endParaRPr lang="en-US" dirty="0"/>
              </a:p>
            </p:txBody>
          </p:sp>
        </p:grpSp>
        <p:grpSp>
          <p:nvGrpSpPr>
            <p:cNvPr id="39" name="组合 38">
              <a:extLst>
                <a:ext uri="{FF2B5EF4-FFF2-40B4-BE49-F238E27FC236}">
                  <a16:creationId xmlns:a16="http://schemas.microsoft.com/office/drawing/2014/main" id="{D4626F47-B571-9048-7435-4DF8900AD797}"/>
                </a:ext>
              </a:extLst>
            </p:cNvPr>
            <p:cNvGrpSpPr/>
            <p:nvPr/>
          </p:nvGrpSpPr>
          <p:grpSpPr>
            <a:xfrm>
              <a:off x="660401" y="3065015"/>
              <a:ext cx="5253227" cy="1052111"/>
              <a:chOff x="660401" y="3065015"/>
              <a:chExt cx="5253227" cy="1052111"/>
            </a:xfrm>
          </p:grpSpPr>
          <p:sp>
            <p:nvSpPr>
              <p:cNvPr id="8" name="Number2">
                <a:extLst>
                  <a:ext uri="{FF2B5EF4-FFF2-40B4-BE49-F238E27FC236}">
                    <a16:creationId xmlns:a16="http://schemas.microsoft.com/office/drawing/2014/main" id="{9495AF93-BDE5-DBE3-10FB-1B9D7BC7352C}"/>
                  </a:ext>
                </a:extLst>
              </p:cNvPr>
              <p:cNvSpPr txBox="1"/>
              <p:nvPr/>
            </p:nvSpPr>
            <p:spPr>
              <a:xfrm flipH="1">
                <a:off x="4703641" y="3328372"/>
                <a:ext cx="1209987" cy="460179"/>
              </a:xfrm>
              <a:prstGeom prst="rect">
                <a:avLst/>
              </a:prstGeom>
              <a:noFill/>
              <a:effectLst/>
            </p:spPr>
            <p:txBody>
              <a:bodyPr wrap="none" lIns="90000" tIns="46800" rIns="90000" bIns="46800" anchor="ctr" anchorCtr="1">
                <a:normAutofit/>
              </a:bodyPr>
              <a:lstStyle/>
              <a:p>
                <a:pPr algn="ctr"/>
                <a:r>
                  <a:rPr lang="en-US" altLang="zh-CN" sz="1600" b="1">
                    <a:solidFill>
                      <a:srgbClr val="FFFFFF"/>
                    </a:solidFill>
                  </a:rPr>
                  <a:t>02</a:t>
                </a:r>
                <a:endParaRPr lang="zh-CN" altLang="en-US" sz="1600" b="1" dirty="0">
                  <a:solidFill>
                    <a:srgbClr val="FFFFFF"/>
                  </a:solidFill>
                </a:endParaRPr>
              </a:p>
            </p:txBody>
          </p:sp>
          <p:sp>
            <p:nvSpPr>
              <p:cNvPr id="29" name="Text2">
                <a:extLst>
                  <a:ext uri="{FF2B5EF4-FFF2-40B4-BE49-F238E27FC236}">
                    <a16:creationId xmlns:a16="http://schemas.microsoft.com/office/drawing/2014/main" id="{76E1BB20-1E81-3427-1606-31755EA2E132}"/>
                  </a:ext>
                </a:extLst>
              </p:cNvPr>
              <p:cNvSpPr/>
              <p:nvPr/>
            </p:nvSpPr>
            <p:spPr bwMode="auto">
              <a:xfrm>
                <a:off x="660401" y="3452614"/>
                <a:ext cx="2600600" cy="66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a:lnSpc>
                    <a:spcPct val="120000"/>
                  </a:lnSpc>
                </a:pPr>
                <a:r>
                  <a:rPr lang="zh-CN" altLang="en-US" sz="1200" dirty="0"/>
                  <a:t>未来交通出行新方式</a:t>
                </a:r>
                <a:endParaRPr lang="en-US" dirty="0"/>
              </a:p>
            </p:txBody>
          </p:sp>
          <p:sp>
            <p:nvSpPr>
              <p:cNvPr id="30" name="Bullet2">
                <a:extLst>
                  <a:ext uri="{FF2B5EF4-FFF2-40B4-BE49-F238E27FC236}">
                    <a16:creationId xmlns:a16="http://schemas.microsoft.com/office/drawing/2014/main" id="{6A183913-D477-EBC1-FDB9-26B2D77FC6F8}"/>
                  </a:ext>
                </a:extLst>
              </p:cNvPr>
              <p:cNvSpPr txBox="1"/>
              <p:nvPr/>
            </p:nvSpPr>
            <p:spPr bwMode="auto">
              <a:xfrm>
                <a:off x="660401" y="3065015"/>
                <a:ext cx="260060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eaLnBrk="1" hangingPunct="1">
                  <a:spcBef>
                    <a:spcPct val="0"/>
                  </a:spcBef>
                  <a:buFontTx/>
                  <a:buNone/>
                </a:pPr>
                <a:r>
                  <a:rPr lang="zh-CN" altLang="en-US" b="1" dirty="0"/>
                  <a:t>自动驾驶革命</a:t>
                </a:r>
                <a:endParaRPr lang="en-US" dirty="0"/>
              </a:p>
            </p:txBody>
          </p:sp>
        </p:grpSp>
        <p:grpSp>
          <p:nvGrpSpPr>
            <p:cNvPr id="40" name="组合 39">
              <a:extLst>
                <a:ext uri="{FF2B5EF4-FFF2-40B4-BE49-F238E27FC236}">
                  <a16:creationId xmlns:a16="http://schemas.microsoft.com/office/drawing/2014/main" id="{61EA8A3D-6416-C858-1173-4EC7D884A9AB}"/>
                </a:ext>
              </a:extLst>
            </p:cNvPr>
            <p:cNvGrpSpPr/>
            <p:nvPr/>
          </p:nvGrpSpPr>
          <p:grpSpPr>
            <a:xfrm>
              <a:off x="6255117" y="3740012"/>
              <a:ext cx="5263783" cy="1052111"/>
              <a:chOff x="6255117" y="3740012"/>
              <a:chExt cx="5263783" cy="1052111"/>
            </a:xfrm>
          </p:grpSpPr>
          <p:sp>
            <p:nvSpPr>
              <p:cNvPr id="11" name="Number3">
                <a:extLst>
                  <a:ext uri="{FF2B5EF4-FFF2-40B4-BE49-F238E27FC236}">
                    <a16:creationId xmlns:a16="http://schemas.microsoft.com/office/drawing/2014/main" id="{B3D72ACE-F672-E073-310E-B448CEC81B87}"/>
                  </a:ext>
                </a:extLst>
              </p:cNvPr>
              <p:cNvSpPr txBox="1"/>
              <p:nvPr/>
            </p:nvSpPr>
            <p:spPr>
              <a:xfrm flipH="1">
                <a:off x="6255117" y="3917625"/>
                <a:ext cx="1209987" cy="460179"/>
              </a:xfrm>
              <a:prstGeom prst="rect">
                <a:avLst/>
              </a:prstGeom>
              <a:noFill/>
              <a:effectLst/>
            </p:spPr>
            <p:txBody>
              <a:bodyPr wrap="none" lIns="90000" tIns="46800" rIns="90000" bIns="46800" anchor="ctr" anchorCtr="1">
                <a:normAutofit/>
              </a:bodyPr>
              <a:lstStyle/>
              <a:p>
                <a:pPr algn="ctr"/>
                <a:r>
                  <a:rPr lang="en-US" altLang="zh-CN" sz="1600" b="1"/>
                  <a:t>03</a:t>
                </a:r>
                <a:endParaRPr lang="zh-CN" altLang="en-US" sz="1600" b="1" dirty="0"/>
              </a:p>
            </p:txBody>
          </p:sp>
          <p:sp>
            <p:nvSpPr>
              <p:cNvPr id="25" name="Text3">
                <a:extLst>
                  <a:ext uri="{FF2B5EF4-FFF2-40B4-BE49-F238E27FC236}">
                    <a16:creationId xmlns:a16="http://schemas.microsoft.com/office/drawing/2014/main" id="{036F1ADF-0AC7-DFB2-F9B0-4D2E0AD68048}"/>
                  </a:ext>
                </a:extLst>
              </p:cNvPr>
              <p:cNvSpPr/>
              <p:nvPr/>
            </p:nvSpPr>
            <p:spPr bwMode="auto">
              <a:xfrm>
                <a:off x="8796000" y="4127611"/>
                <a:ext cx="2722900" cy="66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t>人工智能提升精准治疗</a:t>
                </a:r>
                <a:endParaRPr lang="en-US" dirty="0"/>
              </a:p>
            </p:txBody>
          </p:sp>
          <p:sp>
            <p:nvSpPr>
              <p:cNvPr id="26" name="Bullet3">
                <a:extLst>
                  <a:ext uri="{FF2B5EF4-FFF2-40B4-BE49-F238E27FC236}">
                    <a16:creationId xmlns:a16="http://schemas.microsoft.com/office/drawing/2014/main" id="{6AD35D69-5D33-1850-9458-AF414696C2C3}"/>
                  </a:ext>
                </a:extLst>
              </p:cNvPr>
              <p:cNvSpPr txBox="1"/>
              <p:nvPr/>
            </p:nvSpPr>
            <p:spPr bwMode="auto">
              <a:xfrm>
                <a:off x="8796000" y="3740012"/>
                <a:ext cx="272290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buFontTx/>
                  <a:buNone/>
                </a:pPr>
                <a:r>
                  <a:rPr lang="zh-CN" altLang="en-US" b="1" dirty="0"/>
                  <a:t>医疗诊断革新</a:t>
                </a:r>
                <a:endParaRPr lang="en-US" dirty="0"/>
              </a:p>
            </p:txBody>
          </p:sp>
        </p:grpSp>
        <p:grpSp>
          <p:nvGrpSpPr>
            <p:cNvPr id="41" name="组合 40">
              <a:extLst>
                <a:ext uri="{FF2B5EF4-FFF2-40B4-BE49-F238E27FC236}">
                  <a16:creationId xmlns:a16="http://schemas.microsoft.com/office/drawing/2014/main" id="{BC212AD3-78E0-7CBE-16DB-84C421226C52}"/>
                </a:ext>
              </a:extLst>
            </p:cNvPr>
            <p:cNvGrpSpPr/>
            <p:nvPr/>
          </p:nvGrpSpPr>
          <p:grpSpPr>
            <a:xfrm>
              <a:off x="660401" y="4280012"/>
              <a:ext cx="5253226" cy="1052111"/>
              <a:chOff x="660401" y="4280012"/>
              <a:chExt cx="5253226" cy="1052111"/>
            </a:xfrm>
          </p:grpSpPr>
          <p:sp>
            <p:nvSpPr>
              <p:cNvPr id="14" name="Number4">
                <a:extLst>
                  <a:ext uri="{FF2B5EF4-FFF2-40B4-BE49-F238E27FC236}">
                    <a16:creationId xmlns:a16="http://schemas.microsoft.com/office/drawing/2014/main" id="{293F19F5-34F8-D014-7F1B-0A94099C6769}"/>
                  </a:ext>
                </a:extLst>
              </p:cNvPr>
              <p:cNvSpPr txBox="1"/>
              <p:nvPr/>
            </p:nvSpPr>
            <p:spPr>
              <a:xfrm flipH="1">
                <a:off x="4703640" y="4504351"/>
                <a:ext cx="1209987" cy="460179"/>
              </a:xfrm>
              <a:prstGeom prst="rect">
                <a:avLst/>
              </a:prstGeom>
              <a:noFill/>
              <a:effectLst/>
            </p:spPr>
            <p:txBody>
              <a:bodyPr wrap="none" lIns="90000" tIns="46800" rIns="90000" bIns="46800" anchor="ctr" anchorCtr="1">
                <a:normAutofit/>
              </a:bodyPr>
              <a:lstStyle/>
              <a:p>
                <a:pPr algn="ctr"/>
                <a:r>
                  <a:rPr lang="en-US" altLang="zh-CN" sz="1600" b="1">
                    <a:solidFill>
                      <a:srgbClr val="FFFFFF"/>
                    </a:solidFill>
                  </a:rPr>
                  <a:t>04</a:t>
                </a:r>
                <a:endParaRPr lang="zh-CN" altLang="en-US" sz="1600" b="1" dirty="0">
                  <a:solidFill>
                    <a:srgbClr val="FFFFFF"/>
                  </a:solidFill>
                </a:endParaRPr>
              </a:p>
            </p:txBody>
          </p:sp>
          <p:sp>
            <p:nvSpPr>
              <p:cNvPr id="31" name="Text4">
                <a:extLst>
                  <a:ext uri="{FF2B5EF4-FFF2-40B4-BE49-F238E27FC236}">
                    <a16:creationId xmlns:a16="http://schemas.microsoft.com/office/drawing/2014/main" id="{C0F5CC39-D95C-FD6A-D728-E962E34CB307}"/>
                  </a:ext>
                </a:extLst>
              </p:cNvPr>
              <p:cNvSpPr/>
              <p:nvPr/>
            </p:nvSpPr>
            <p:spPr bwMode="auto">
              <a:xfrm>
                <a:off x="660401" y="4667611"/>
                <a:ext cx="2285600" cy="66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a:lnSpc>
                    <a:spcPct val="120000"/>
                  </a:lnSpc>
                </a:pPr>
                <a:r>
                  <a:rPr lang="zh-CN" altLang="en-US" sz="1200" dirty="0"/>
                  <a:t>生活便捷化与个性化</a:t>
                </a:r>
                <a:endParaRPr lang="en-US" dirty="0"/>
              </a:p>
            </p:txBody>
          </p:sp>
          <p:sp>
            <p:nvSpPr>
              <p:cNvPr id="32" name="Bullet4">
                <a:extLst>
                  <a:ext uri="{FF2B5EF4-FFF2-40B4-BE49-F238E27FC236}">
                    <a16:creationId xmlns:a16="http://schemas.microsoft.com/office/drawing/2014/main" id="{8A860806-836F-977F-44DD-25863D0159B4}"/>
                  </a:ext>
                </a:extLst>
              </p:cNvPr>
              <p:cNvSpPr txBox="1"/>
              <p:nvPr/>
            </p:nvSpPr>
            <p:spPr bwMode="auto">
              <a:xfrm>
                <a:off x="660401" y="4280012"/>
                <a:ext cx="228560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eaLnBrk="1" hangingPunct="1">
                  <a:spcBef>
                    <a:spcPct val="0"/>
                  </a:spcBef>
                  <a:buFontTx/>
                  <a:buNone/>
                </a:pPr>
                <a:r>
                  <a:rPr lang="zh-CN" altLang="en-US" b="1" dirty="0"/>
                  <a:t>智能家居普及</a:t>
                </a:r>
                <a:endParaRPr lang="en-US" dirty="0"/>
              </a:p>
            </p:txBody>
          </p:sp>
        </p:grpSp>
        <p:grpSp>
          <p:nvGrpSpPr>
            <p:cNvPr id="42" name="组合 41">
              <a:extLst>
                <a:ext uri="{FF2B5EF4-FFF2-40B4-BE49-F238E27FC236}">
                  <a16:creationId xmlns:a16="http://schemas.microsoft.com/office/drawing/2014/main" id="{F9D2F29D-468A-08D3-8B86-B15615FC2F75}"/>
                </a:ext>
              </a:extLst>
            </p:cNvPr>
            <p:cNvGrpSpPr/>
            <p:nvPr/>
          </p:nvGrpSpPr>
          <p:grpSpPr>
            <a:xfrm>
              <a:off x="6576262" y="4865015"/>
              <a:ext cx="4942638" cy="1052111"/>
              <a:chOff x="6576262" y="4865015"/>
              <a:chExt cx="4942638" cy="1052111"/>
            </a:xfrm>
          </p:grpSpPr>
          <p:sp>
            <p:nvSpPr>
              <p:cNvPr id="17" name="Number5">
                <a:extLst>
                  <a:ext uri="{FF2B5EF4-FFF2-40B4-BE49-F238E27FC236}">
                    <a16:creationId xmlns:a16="http://schemas.microsoft.com/office/drawing/2014/main" id="{B4C62869-EE8A-176E-ED7D-56A980F61F5F}"/>
                  </a:ext>
                </a:extLst>
              </p:cNvPr>
              <p:cNvSpPr txBox="1"/>
              <p:nvPr/>
            </p:nvSpPr>
            <p:spPr>
              <a:xfrm flipH="1">
                <a:off x="6576262" y="5085960"/>
                <a:ext cx="1209987" cy="460179"/>
              </a:xfrm>
              <a:prstGeom prst="rect">
                <a:avLst/>
              </a:prstGeom>
              <a:noFill/>
              <a:effectLst/>
            </p:spPr>
            <p:txBody>
              <a:bodyPr wrap="none" lIns="90000" tIns="46800" rIns="90000" bIns="46800" anchor="ctr" anchorCtr="1">
                <a:normAutofit/>
              </a:bodyPr>
              <a:lstStyle/>
              <a:p>
                <a:pPr algn="ctr"/>
                <a:r>
                  <a:rPr lang="en-US" altLang="zh-CN" sz="1600" b="1"/>
                  <a:t>05</a:t>
                </a:r>
                <a:endParaRPr lang="zh-CN" altLang="en-US" sz="1600" b="1" dirty="0"/>
              </a:p>
            </p:txBody>
          </p:sp>
          <p:sp>
            <p:nvSpPr>
              <p:cNvPr id="27" name="Text5">
                <a:extLst>
                  <a:ext uri="{FF2B5EF4-FFF2-40B4-BE49-F238E27FC236}">
                    <a16:creationId xmlns:a16="http://schemas.microsoft.com/office/drawing/2014/main" id="{BE312BB6-F980-B1E5-08D6-109B40DF1A20}"/>
                  </a:ext>
                </a:extLst>
              </p:cNvPr>
              <p:cNvSpPr/>
              <p:nvPr/>
            </p:nvSpPr>
            <p:spPr bwMode="auto">
              <a:xfrm>
                <a:off x="9246000" y="5252614"/>
                <a:ext cx="2272900" cy="66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t>智能教育改变学习模式</a:t>
                </a:r>
                <a:endParaRPr lang="en-US" dirty="0"/>
              </a:p>
            </p:txBody>
          </p:sp>
          <p:sp>
            <p:nvSpPr>
              <p:cNvPr id="28" name="Bullet5">
                <a:extLst>
                  <a:ext uri="{FF2B5EF4-FFF2-40B4-BE49-F238E27FC236}">
                    <a16:creationId xmlns:a16="http://schemas.microsoft.com/office/drawing/2014/main" id="{47FC7A83-DB68-EA9F-E44F-7AFD324A6040}"/>
                  </a:ext>
                </a:extLst>
              </p:cNvPr>
              <p:cNvSpPr txBox="1"/>
              <p:nvPr/>
            </p:nvSpPr>
            <p:spPr bwMode="auto">
              <a:xfrm>
                <a:off x="9246000" y="4865015"/>
                <a:ext cx="227290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buFontTx/>
                  <a:buNone/>
                </a:pPr>
                <a:r>
                  <a:rPr lang="zh-CN" altLang="en-US" b="1" dirty="0"/>
                  <a:t>教育个性化发展</a:t>
                </a:r>
                <a:endParaRPr lang="en-US" dirty="0"/>
              </a:p>
            </p:txBody>
          </p:sp>
        </p:grpSp>
        <p:sp>
          <p:nvSpPr>
            <p:cNvPr id="36" name="Title">
              <a:extLst>
                <a:ext uri="{FF2B5EF4-FFF2-40B4-BE49-F238E27FC236}">
                  <a16:creationId xmlns:a16="http://schemas.microsoft.com/office/drawing/2014/main" id="{483800D9-2C78-9586-07FA-1F47C2A23296}"/>
                </a:ext>
              </a:extLst>
            </p:cNvPr>
            <p:cNvSpPr txBox="1"/>
            <p:nvPr/>
          </p:nvSpPr>
          <p:spPr>
            <a:xfrm>
              <a:off x="660400" y="1313180"/>
              <a:ext cx="10858500" cy="731677"/>
            </a:xfrm>
            <a:prstGeom prst="rect">
              <a:avLst/>
            </a:prstGeom>
            <a:noFill/>
          </p:spPr>
          <p:txBody>
            <a:bodyPr vert="horz" wrap="square" rtlCol="0" anchor="t" anchorCtr="1">
              <a:normAutofit/>
            </a:bodyPr>
            <a:lstStyle/>
            <a:p>
              <a:pPr algn="ctr"/>
              <a:r>
                <a:rPr lang="zh-CN" altLang="en-US" sz="2400" b="1" dirty="0"/>
                <a:t>智能化在行业中的应用与前景</a:t>
              </a:r>
              <a:endParaRPr lang="en-US" dirty="0"/>
            </a:p>
          </p:txBody>
        </p:sp>
      </p:grpSp>
      <p:sp>
        <p:nvSpPr>
          <p:cNvPr id="2" name="标题 1"/>
          <p:cNvSpPr>
            <a:spLocks noGrp="1"/>
          </p:cNvSpPr>
          <p:nvPr>
            <p:ph type="title"/>
          </p:nvPr>
        </p:nvSpPr>
        <p:spPr/>
        <p:txBody>
          <a:bodyPr/>
          <a:lstStyle/>
          <a:p>
            <a:r>
              <a:rPr lang="zh-CN" altLang="en-US" dirty="0"/>
              <a:t>自动化与人工智能</a:t>
            </a:r>
            <a:endParaRPr lang="en-US" dirty="0"/>
          </a:p>
        </p:txBody>
      </p:sp>
    </p:spTree>
    <p:extLst>
      <p:ext uri="{BB962C8B-B14F-4D97-AF65-F5344CB8AC3E}">
        <p14:creationId xmlns:p14="http://schemas.microsoft.com/office/powerpoint/2010/main" val="1777462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a022b6a6-4eeb-4b5c-a58f-00962b4ea0c1.source.3.zh-Hans">
            <a:extLst>
              <a:ext uri="{FF2B5EF4-FFF2-40B4-BE49-F238E27FC236}">
                <a16:creationId xmlns:a16="http://schemas.microsoft.com/office/drawing/2014/main" id="{99B6D904-BB8B-AC65-1CFE-BCDA579030E2}"/>
              </a:ext>
            </a:extLst>
          </p:cNvPr>
          <p:cNvGrpSpPr/>
          <p:nvPr/>
        </p:nvGrpSpPr>
        <p:grpSpPr>
          <a:xfrm>
            <a:off x="617705" y="1882555"/>
            <a:ext cx="10927926" cy="3809142"/>
            <a:chOff x="617705" y="1882555"/>
            <a:chExt cx="10927926" cy="3809142"/>
          </a:xfrm>
        </p:grpSpPr>
        <p:sp>
          <p:nvSpPr>
            <p:cNvPr id="27" name="Title">
              <a:extLst>
                <a:ext uri="{FF2B5EF4-FFF2-40B4-BE49-F238E27FC236}">
                  <a16:creationId xmlns:a16="http://schemas.microsoft.com/office/drawing/2014/main" id="{12071376-AE0E-48A7-8DDD-9050A5819C45}"/>
                </a:ext>
              </a:extLst>
            </p:cNvPr>
            <p:cNvSpPr txBox="1"/>
            <p:nvPr/>
          </p:nvSpPr>
          <p:spPr>
            <a:xfrm>
              <a:off x="617705" y="1882555"/>
              <a:ext cx="10805994" cy="617517"/>
            </a:xfrm>
            <a:prstGeom prst="rect">
              <a:avLst/>
            </a:prstGeom>
            <a:noFill/>
          </p:spPr>
          <p:txBody>
            <a:bodyPr wrap="square">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rPr>
                <a:t>行业如何通过数字转型实现飞跃</a:t>
              </a:r>
              <a:endParaRPr lang="en-US" dirty="0"/>
            </a:p>
          </p:txBody>
        </p:sp>
        <p:sp>
          <p:nvSpPr>
            <p:cNvPr id="23" name="矩形: 圆角 22">
              <a:extLst>
                <a:ext uri="{FF2B5EF4-FFF2-40B4-BE49-F238E27FC236}">
                  <a16:creationId xmlns:a16="http://schemas.microsoft.com/office/drawing/2014/main" id="{A1394231-F5EC-4A07-908F-BC6EE6D38BC2}"/>
                </a:ext>
              </a:extLst>
            </p:cNvPr>
            <p:cNvSpPr/>
            <p:nvPr/>
          </p:nvSpPr>
          <p:spPr>
            <a:xfrm>
              <a:off x="8348053" y="3361762"/>
              <a:ext cx="3197578" cy="617517"/>
            </a:xfrm>
            <a:prstGeom prst="roundRect">
              <a:avLst>
                <a:gd name="adj" fmla="val 50000"/>
              </a:avLst>
            </a:prstGeom>
            <a:solidFill>
              <a:schemeClr val="accent1">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lumMod val="95000"/>
                    <a:lumOff val="5000"/>
                  </a:schemeClr>
                </a:solidFill>
              </a:endParaRPr>
            </a:p>
          </p:txBody>
        </p:sp>
        <p:sp>
          <p:nvSpPr>
            <p:cNvPr id="24" name="Bullet1">
              <a:extLst>
                <a:ext uri="{FF2B5EF4-FFF2-40B4-BE49-F238E27FC236}">
                  <a16:creationId xmlns:a16="http://schemas.microsoft.com/office/drawing/2014/main" id="{70F37703-3BE4-47E1-ACB5-25FF77C0750F}"/>
                </a:ext>
              </a:extLst>
            </p:cNvPr>
            <p:cNvSpPr txBox="1"/>
            <p:nvPr/>
          </p:nvSpPr>
          <p:spPr>
            <a:xfrm>
              <a:off x="9364141" y="3516636"/>
              <a:ext cx="2167459" cy="462644"/>
            </a:xfrm>
            <a:prstGeom prst="rect">
              <a:avLst/>
            </a:prstGeom>
            <a:noFill/>
          </p:spPr>
          <p:txBody>
            <a:bodyPr wrap="square" rtlCol="0">
              <a:normAutofit/>
            </a:bodyPr>
            <a:lstStyle/>
            <a:p>
              <a:r>
                <a:rPr lang="zh-CN" altLang="en-US" b="1" dirty="0"/>
                <a:t>数字化的基础建设</a:t>
              </a:r>
              <a:endParaRPr lang="en-US" dirty="0"/>
            </a:p>
          </p:txBody>
        </p:sp>
        <p:sp>
          <p:nvSpPr>
            <p:cNvPr id="32" name="Text1">
              <a:extLst>
                <a:ext uri="{FF2B5EF4-FFF2-40B4-BE49-F238E27FC236}">
                  <a16:creationId xmlns:a16="http://schemas.microsoft.com/office/drawing/2014/main" id="{18AEC7AA-937C-4411-86DB-598E49ACB36F}"/>
                </a:ext>
              </a:extLst>
            </p:cNvPr>
            <p:cNvSpPr txBox="1"/>
            <p:nvPr/>
          </p:nvSpPr>
          <p:spPr>
            <a:xfrm>
              <a:off x="8493709" y="4207337"/>
              <a:ext cx="2929990" cy="1438719"/>
            </a:xfrm>
            <a:prstGeom prst="rect">
              <a:avLst/>
            </a:prstGeom>
            <a:noFill/>
          </p:spPr>
          <p:txBody>
            <a:bodyPr wrap="square" rtlCol="0">
              <a:normAutofit/>
            </a:bodyPr>
            <a:lstStyle>
              <a:defPPr>
                <a:defRPr lang="zh-CN"/>
              </a:defPPr>
              <a:lvl1pPr lvl="0" defTabSz="913765">
                <a:lnSpc>
                  <a:spcPct val="150000"/>
                </a:lnSpc>
                <a:buSzPct val="25000"/>
                <a:defRPr sz="1050">
                  <a:solidFill>
                    <a:schemeClr val="tx1">
                      <a:lumMod val="95000"/>
                      <a:lumOff val="5000"/>
                      <a:alpha val="80000"/>
                    </a:schemeClr>
                  </a:solidFill>
                </a:defRPr>
              </a:lvl1pPr>
            </a:lstStyle>
            <a:p>
              <a:pPr>
                <a:lnSpc>
                  <a:spcPct val="120000"/>
                </a:lnSpc>
              </a:pPr>
              <a:r>
                <a:rPr lang="zh-CN" altLang="en-US" sz="1200" dirty="0">
                  <a:solidFill>
                    <a:schemeClr val="tx1"/>
                  </a:solidFill>
                </a:rPr>
                <a:t>升级网络和数据中心，为数字化转型打下坚实基础。</a:t>
              </a:r>
              <a:endParaRPr lang="en-US" dirty="0"/>
            </a:p>
          </p:txBody>
        </p:sp>
        <p:sp>
          <p:nvSpPr>
            <p:cNvPr id="48" name="矩形: 圆角 47">
              <a:extLst>
                <a:ext uri="{FF2B5EF4-FFF2-40B4-BE49-F238E27FC236}">
                  <a16:creationId xmlns:a16="http://schemas.microsoft.com/office/drawing/2014/main" id="{51CE427B-1F24-44DE-9500-45CAE6AD8ABC}"/>
                </a:ext>
              </a:extLst>
            </p:cNvPr>
            <p:cNvSpPr/>
            <p:nvPr/>
          </p:nvSpPr>
          <p:spPr>
            <a:xfrm>
              <a:off x="703557" y="3364763"/>
              <a:ext cx="3197578" cy="617517"/>
            </a:xfrm>
            <a:prstGeom prst="roundRect">
              <a:avLst>
                <a:gd name="adj" fmla="val 50000"/>
              </a:avLst>
            </a:prstGeom>
            <a:solidFill>
              <a:schemeClr val="accent1">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95000"/>
                    <a:lumOff val="5000"/>
                  </a:schemeClr>
                </a:solidFill>
              </a:endParaRPr>
            </a:p>
          </p:txBody>
        </p:sp>
        <p:sp>
          <p:nvSpPr>
            <p:cNvPr id="49" name="Bullet2">
              <a:extLst>
                <a:ext uri="{FF2B5EF4-FFF2-40B4-BE49-F238E27FC236}">
                  <a16:creationId xmlns:a16="http://schemas.microsoft.com/office/drawing/2014/main" id="{5A8076D1-E45D-4723-8BE8-0FF869C996DD}"/>
                </a:ext>
              </a:extLst>
            </p:cNvPr>
            <p:cNvSpPr txBox="1"/>
            <p:nvPr/>
          </p:nvSpPr>
          <p:spPr>
            <a:xfrm>
              <a:off x="1676488" y="3519637"/>
              <a:ext cx="2167459" cy="462644"/>
            </a:xfrm>
            <a:prstGeom prst="rect">
              <a:avLst/>
            </a:prstGeom>
            <a:noFill/>
          </p:spPr>
          <p:txBody>
            <a:bodyPr wrap="square" rtlCol="0">
              <a:normAutofit fontScale="92500"/>
            </a:bodyPr>
            <a:lstStyle/>
            <a:p>
              <a:r>
                <a:rPr lang="zh-CN" altLang="en-US" b="1" dirty="0"/>
                <a:t>数据驱动的决策制定</a:t>
              </a:r>
              <a:endParaRPr lang="en-US" dirty="0"/>
            </a:p>
          </p:txBody>
        </p:sp>
        <p:sp>
          <p:nvSpPr>
            <p:cNvPr id="50" name="Text2">
              <a:extLst>
                <a:ext uri="{FF2B5EF4-FFF2-40B4-BE49-F238E27FC236}">
                  <a16:creationId xmlns:a16="http://schemas.microsoft.com/office/drawing/2014/main" id="{2F4A533D-6E35-499D-A2C3-B072A4A43083}"/>
                </a:ext>
              </a:extLst>
            </p:cNvPr>
            <p:cNvSpPr txBox="1"/>
            <p:nvPr/>
          </p:nvSpPr>
          <p:spPr>
            <a:xfrm>
              <a:off x="814174" y="4252978"/>
              <a:ext cx="2929990" cy="1438719"/>
            </a:xfrm>
            <a:prstGeom prst="rect">
              <a:avLst/>
            </a:prstGeom>
            <a:noFill/>
          </p:spPr>
          <p:txBody>
            <a:bodyPr wrap="square" rtlCol="0">
              <a:normAutofit/>
            </a:bodyPr>
            <a:lstStyle>
              <a:defPPr>
                <a:defRPr lang="zh-CN"/>
              </a:defPPr>
              <a:lvl1pPr lvl="0" defTabSz="913765">
                <a:lnSpc>
                  <a:spcPct val="150000"/>
                </a:lnSpc>
                <a:buSzPct val="25000"/>
                <a:defRPr sz="900">
                  <a:solidFill>
                    <a:schemeClr val="tx1">
                      <a:lumMod val="95000"/>
                      <a:lumOff val="5000"/>
                      <a:alpha val="80000"/>
                    </a:schemeClr>
                  </a:solidFill>
                </a:defRPr>
              </a:lvl1pPr>
            </a:lstStyle>
            <a:p>
              <a:pPr>
                <a:lnSpc>
                  <a:spcPct val="120000"/>
                </a:lnSpc>
              </a:pPr>
              <a:r>
                <a:rPr lang="zh-CN" altLang="en-US" sz="1200" dirty="0">
                  <a:solidFill>
                    <a:schemeClr val="tx1"/>
                  </a:solidFill>
                </a:rPr>
                <a:t>利用大数据分析，使企业决策更加精准和高效。</a:t>
              </a:r>
              <a:endParaRPr lang="en-US" dirty="0"/>
            </a:p>
          </p:txBody>
        </p:sp>
        <p:sp>
          <p:nvSpPr>
            <p:cNvPr id="51" name="矩形: 圆角 50">
              <a:extLst>
                <a:ext uri="{FF2B5EF4-FFF2-40B4-BE49-F238E27FC236}">
                  <a16:creationId xmlns:a16="http://schemas.microsoft.com/office/drawing/2014/main" id="{46B24886-7DDE-4130-8337-2091051FF219}"/>
                </a:ext>
              </a:extLst>
            </p:cNvPr>
            <p:cNvSpPr/>
            <p:nvPr/>
          </p:nvSpPr>
          <p:spPr>
            <a:xfrm>
              <a:off x="4547384" y="3361765"/>
              <a:ext cx="3197578" cy="617517"/>
            </a:xfrm>
            <a:prstGeom prst="roundRect">
              <a:avLst>
                <a:gd name="adj" fmla="val 50000"/>
              </a:avLst>
            </a:prstGeom>
            <a:solidFill>
              <a:schemeClr val="accent1">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95000"/>
                    <a:lumOff val="5000"/>
                  </a:schemeClr>
                </a:solidFill>
              </a:endParaRPr>
            </a:p>
          </p:txBody>
        </p:sp>
        <p:sp>
          <p:nvSpPr>
            <p:cNvPr id="52" name="Bullet3">
              <a:extLst>
                <a:ext uri="{FF2B5EF4-FFF2-40B4-BE49-F238E27FC236}">
                  <a16:creationId xmlns:a16="http://schemas.microsoft.com/office/drawing/2014/main" id="{714C6C11-D0CD-4363-90E4-8C3388EE9759}"/>
                </a:ext>
              </a:extLst>
            </p:cNvPr>
            <p:cNvSpPr txBox="1"/>
            <p:nvPr/>
          </p:nvSpPr>
          <p:spPr>
            <a:xfrm>
              <a:off x="5534346" y="3516639"/>
              <a:ext cx="2153428" cy="462644"/>
            </a:xfrm>
            <a:prstGeom prst="rect">
              <a:avLst/>
            </a:prstGeom>
            <a:noFill/>
          </p:spPr>
          <p:txBody>
            <a:bodyPr wrap="square" rtlCol="0">
              <a:normAutofit fontScale="92500"/>
            </a:bodyPr>
            <a:lstStyle/>
            <a:p>
              <a:r>
                <a:rPr lang="zh-CN" altLang="en-US" b="1" dirty="0"/>
                <a:t>客户体验的优化升级</a:t>
              </a:r>
              <a:endParaRPr lang="en-US" dirty="0"/>
            </a:p>
          </p:txBody>
        </p:sp>
        <p:sp>
          <p:nvSpPr>
            <p:cNvPr id="53" name="Text3">
              <a:extLst>
                <a:ext uri="{FF2B5EF4-FFF2-40B4-BE49-F238E27FC236}">
                  <a16:creationId xmlns:a16="http://schemas.microsoft.com/office/drawing/2014/main" id="{98493290-1276-46D1-BC6E-D3250C6C82F0}"/>
                </a:ext>
              </a:extLst>
            </p:cNvPr>
            <p:cNvSpPr txBox="1"/>
            <p:nvPr/>
          </p:nvSpPr>
          <p:spPr>
            <a:xfrm>
              <a:off x="4649883" y="4207340"/>
              <a:ext cx="2929990" cy="1438719"/>
            </a:xfrm>
            <a:prstGeom prst="rect">
              <a:avLst/>
            </a:prstGeom>
            <a:noFill/>
          </p:spPr>
          <p:txBody>
            <a:bodyPr wrap="square" rtlCol="0">
              <a:normAutofit/>
            </a:bodyPr>
            <a:lstStyle>
              <a:defPPr>
                <a:defRPr lang="zh-CN"/>
              </a:defPPr>
              <a:lvl1pPr lvl="0" defTabSz="913765">
                <a:lnSpc>
                  <a:spcPct val="150000"/>
                </a:lnSpc>
                <a:buSzPct val="25000"/>
                <a:defRPr sz="900">
                  <a:solidFill>
                    <a:schemeClr val="tx1">
                      <a:lumMod val="95000"/>
                      <a:lumOff val="5000"/>
                      <a:alpha val="80000"/>
                    </a:schemeClr>
                  </a:solidFill>
                </a:defRPr>
              </a:lvl1pPr>
            </a:lstStyle>
            <a:p>
              <a:pPr>
                <a:lnSpc>
                  <a:spcPct val="120000"/>
                </a:lnSpc>
              </a:pPr>
              <a:r>
                <a:rPr lang="zh-CN" altLang="en-US" sz="1200" dirty="0">
                  <a:solidFill>
                    <a:schemeClr val="tx1"/>
                  </a:solidFill>
                </a:rPr>
                <a:t>通过数字化手段提升客户互动体验，增强客户满意度。</a:t>
              </a:r>
              <a:endParaRPr lang="en-US" dirty="0"/>
            </a:p>
          </p:txBody>
        </p:sp>
        <p:grpSp>
          <p:nvGrpSpPr>
            <p:cNvPr id="33" name="组合 32">
              <a:extLst>
                <a:ext uri="{FF2B5EF4-FFF2-40B4-BE49-F238E27FC236}">
                  <a16:creationId xmlns:a16="http://schemas.microsoft.com/office/drawing/2014/main" id="{6BACA2A6-A573-4CCF-94AB-C0DA55CEA65F}"/>
                </a:ext>
              </a:extLst>
            </p:cNvPr>
            <p:cNvGrpSpPr/>
            <p:nvPr/>
          </p:nvGrpSpPr>
          <p:grpSpPr>
            <a:xfrm>
              <a:off x="8602141" y="3289523"/>
              <a:ext cx="762000" cy="762000"/>
              <a:chOff x="1669581" y="5003514"/>
              <a:chExt cx="762000" cy="762000"/>
            </a:xfrm>
          </p:grpSpPr>
          <p:sp>
            <p:nvSpPr>
              <p:cNvPr id="34" name="矩形: 圆角 33">
                <a:extLst>
                  <a:ext uri="{FF2B5EF4-FFF2-40B4-BE49-F238E27FC236}">
                    <a16:creationId xmlns:a16="http://schemas.microsoft.com/office/drawing/2014/main" id="{B09FE490-A956-41E8-A227-42935AB98770}"/>
                  </a:ext>
                </a:extLst>
              </p:cNvPr>
              <p:cNvSpPr/>
              <p:nvPr/>
            </p:nvSpPr>
            <p:spPr>
              <a:xfrm>
                <a:off x="1669581" y="5003514"/>
                <a:ext cx="762000" cy="762000"/>
              </a:xfrm>
              <a:prstGeom prst="roundRect">
                <a:avLst>
                  <a:gd name="adj" fmla="val 6500"/>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lang="zh-CN" altLang="en-US" b="1">
                  <a:solidFill>
                    <a:srgbClr val="FFFFFF"/>
                  </a:solidFill>
                </a:endParaRPr>
              </a:p>
            </p:txBody>
          </p:sp>
          <p:sp>
            <p:nvSpPr>
              <p:cNvPr id="35" name="Icon1">
                <a:extLst>
                  <a:ext uri="{FF2B5EF4-FFF2-40B4-BE49-F238E27FC236}">
                    <a16:creationId xmlns:a16="http://schemas.microsoft.com/office/drawing/2014/main" id="{E86E5F7C-F58A-4C2E-B5C2-8737C103E535}"/>
                  </a:ext>
                </a:extLst>
              </p:cNvPr>
              <p:cNvSpPr/>
              <p:nvPr/>
            </p:nvSpPr>
            <p:spPr bwMode="auto">
              <a:xfrm>
                <a:off x="1889256" y="5213945"/>
                <a:ext cx="311210" cy="341136"/>
              </a:xfrm>
              <a:custGeom>
                <a:avLst/>
                <a:gdLst>
                  <a:gd name="connsiteX0" fmla="*/ 248770 w 495300"/>
                  <a:gd name="connsiteY0" fmla="*/ 621 h 542925"/>
                  <a:gd name="connsiteX1" fmla="*/ 496420 w 495300"/>
                  <a:gd name="connsiteY1" fmla="*/ 248271 h 542925"/>
                  <a:gd name="connsiteX2" fmla="*/ 323827 w 495300"/>
                  <a:gd name="connsiteY2" fmla="*/ 484396 h 542925"/>
                  <a:gd name="connsiteX3" fmla="*/ 346973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567 w 495300"/>
                  <a:gd name="connsiteY8" fmla="*/ 524496 h 542925"/>
                  <a:gd name="connsiteX9" fmla="*/ 173713 w 495300"/>
                  <a:gd name="connsiteY9" fmla="*/ 484396 h 542925"/>
                  <a:gd name="connsiteX10" fmla="*/ 1120 w 495300"/>
                  <a:gd name="connsiteY10" fmla="*/ 248271 h 542925"/>
                  <a:gd name="connsiteX11" fmla="*/ 248770 w 495300"/>
                  <a:gd name="connsiteY11" fmla="*/ 621 h 542925"/>
                  <a:gd name="connsiteX12" fmla="*/ 192763 w 495300"/>
                  <a:gd name="connsiteY12" fmla="*/ 489539 h 542925"/>
                  <a:gd name="connsiteX13" fmla="*/ 172570 w 495300"/>
                  <a:gd name="connsiteY13" fmla="*/ 524496 h 542925"/>
                  <a:gd name="connsiteX14" fmla="*/ 324970 w 495300"/>
                  <a:gd name="connsiteY14" fmla="*/ 524496 h 542925"/>
                  <a:gd name="connsiteX15" fmla="*/ 304777 w 495300"/>
                  <a:gd name="connsiteY15" fmla="*/ 489539 h 542925"/>
                  <a:gd name="connsiteX16" fmla="*/ 248770 w 495300"/>
                  <a:gd name="connsiteY16" fmla="*/ 495921 h 542925"/>
                  <a:gd name="connsiteX17" fmla="*/ 192763 w 495300"/>
                  <a:gd name="connsiteY17" fmla="*/ 489539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dirty="0">
                  <a:solidFill>
                    <a:srgbClr val="FFFFFF"/>
                  </a:solidFill>
                </a:endParaRPr>
              </a:p>
            </p:txBody>
          </p:sp>
        </p:grpSp>
        <p:grpSp>
          <p:nvGrpSpPr>
            <p:cNvPr id="54" name="组合 53">
              <a:extLst>
                <a:ext uri="{FF2B5EF4-FFF2-40B4-BE49-F238E27FC236}">
                  <a16:creationId xmlns:a16="http://schemas.microsoft.com/office/drawing/2014/main" id="{AEDFC0B3-F5AA-47A1-92BC-ACCEABB7AF09}"/>
                </a:ext>
              </a:extLst>
            </p:cNvPr>
            <p:cNvGrpSpPr/>
            <p:nvPr/>
          </p:nvGrpSpPr>
          <p:grpSpPr>
            <a:xfrm>
              <a:off x="914488" y="3297052"/>
              <a:ext cx="762000" cy="762000"/>
              <a:chOff x="6643916" y="2496457"/>
              <a:chExt cx="762000" cy="762000"/>
            </a:xfrm>
          </p:grpSpPr>
          <p:sp>
            <p:nvSpPr>
              <p:cNvPr id="55" name="矩形: 圆角 54">
                <a:extLst>
                  <a:ext uri="{FF2B5EF4-FFF2-40B4-BE49-F238E27FC236}">
                    <a16:creationId xmlns:a16="http://schemas.microsoft.com/office/drawing/2014/main" id="{01FD3405-14D4-4EA9-88D6-963D824E85EA}"/>
                  </a:ext>
                </a:extLst>
              </p:cNvPr>
              <p:cNvSpPr/>
              <p:nvPr/>
            </p:nvSpPr>
            <p:spPr>
              <a:xfrm>
                <a:off x="6643916" y="2496457"/>
                <a:ext cx="762000" cy="762000"/>
              </a:xfrm>
              <a:prstGeom prst="roundRect">
                <a:avLst>
                  <a:gd name="adj" fmla="val 6500"/>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lang="zh-CN" altLang="en-US" b="1">
                  <a:solidFill>
                    <a:srgbClr val="FFFFFF"/>
                  </a:solidFill>
                </a:endParaRPr>
              </a:p>
            </p:txBody>
          </p:sp>
          <p:sp>
            <p:nvSpPr>
              <p:cNvPr id="56" name="Icon2">
                <a:extLst>
                  <a:ext uri="{FF2B5EF4-FFF2-40B4-BE49-F238E27FC236}">
                    <a16:creationId xmlns:a16="http://schemas.microsoft.com/office/drawing/2014/main" id="{0CA2369A-25EF-4005-875B-D9155D51A490}"/>
                  </a:ext>
                </a:extLst>
              </p:cNvPr>
              <p:cNvSpPr/>
              <p:nvPr/>
            </p:nvSpPr>
            <p:spPr bwMode="auto">
              <a:xfrm>
                <a:off x="6862828" y="2755892"/>
                <a:ext cx="324176" cy="243130"/>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a:lstStyle/>
              <a:p>
                <a:endParaRPr lang="zh-CN" altLang="en-US"/>
              </a:p>
            </p:txBody>
          </p:sp>
        </p:grpSp>
        <p:grpSp>
          <p:nvGrpSpPr>
            <p:cNvPr id="57" name="组合 56">
              <a:extLst>
                <a:ext uri="{FF2B5EF4-FFF2-40B4-BE49-F238E27FC236}">
                  <a16:creationId xmlns:a16="http://schemas.microsoft.com/office/drawing/2014/main" id="{9A58F007-B9B7-4BD1-98B5-A3FCD0E6CDEC}"/>
                </a:ext>
              </a:extLst>
            </p:cNvPr>
            <p:cNvGrpSpPr/>
            <p:nvPr/>
          </p:nvGrpSpPr>
          <p:grpSpPr>
            <a:xfrm>
              <a:off x="4758315" y="3289523"/>
              <a:ext cx="762000" cy="762000"/>
              <a:chOff x="6851292" y="3695700"/>
              <a:chExt cx="762000" cy="762000"/>
            </a:xfrm>
          </p:grpSpPr>
          <p:sp>
            <p:nvSpPr>
              <p:cNvPr id="58" name="矩形: 圆角 57">
                <a:extLst>
                  <a:ext uri="{FF2B5EF4-FFF2-40B4-BE49-F238E27FC236}">
                    <a16:creationId xmlns:a16="http://schemas.microsoft.com/office/drawing/2014/main" id="{72996DBF-96FD-41E7-8AC9-D5218E28C125}"/>
                  </a:ext>
                </a:extLst>
              </p:cNvPr>
              <p:cNvSpPr/>
              <p:nvPr/>
            </p:nvSpPr>
            <p:spPr>
              <a:xfrm>
                <a:off x="6851292" y="3695700"/>
                <a:ext cx="762000" cy="762000"/>
              </a:xfrm>
              <a:prstGeom prst="roundRect">
                <a:avLst>
                  <a:gd name="adj" fmla="val 65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endParaRPr lang="zh-CN" altLang="en-US" b="1">
                  <a:solidFill>
                    <a:srgbClr val="FFFFFF"/>
                  </a:solidFill>
                  <a:cs typeface="+mn-ea"/>
                </a:endParaRPr>
              </a:p>
            </p:txBody>
          </p:sp>
          <p:sp>
            <p:nvSpPr>
              <p:cNvPr id="59" name="Icon3">
                <a:extLst>
                  <a:ext uri="{FF2B5EF4-FFF2-40B4-BE49-F238E27FC236}">
                    <a16:creationId xmlns:a16="http://schemas.microsoft.com/office/drawing/2014/main" id="{BD33E3AF-2EC5-4034-ABA1-BAF01FABB325}"/>
                  </a:ext>
                </a:extLst>
              </p:cNvPr>
              <p:cNvSpPr/>
              <p:nvPr/>
            </p:nvSpPr>
            <p:spPr>
              <a:xfrm>
                <a:off x="7076863" y="3926617"/>
                <a:ext cx="305624" cy="300166"/>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408 h 523875"/>
                  <a:gd name="connsiteX30" fmla="*/ 11151 w 533400"/>
                  <a:gd name="connsiteY30" fmla="*/ 175405 h 523875"/>
                  <a:gd name="connsiteX31" fmla="*/ 56300 w 533400"/>
                  <a:gd name="connsiteY31" fmla="*/ 127018 h 523875"/>
                  <a:gd name="connsiteX32" fmla="*/ 8411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576" y="276846"/>
                      <a:pt x="372339" y="289610"/>
                      <a:pt x="372339" y="305421"/>
                    </a:cubicBezTo>
                    <a:lnTo>
                      <a:pt x="372339" y="495921"/>
                    </a:lnTo>
                    <a:cubicBezTo>
                      <a:pt x="372339" y="511732"/>
                      <a:pt x="359576" y="524496"/>
                      <a:pt x="343764" y="524496"/>
                    </a:cubicBezTo>
                    <a:lnTo>
                      <a:pt x="191364" y="524496"/>
                    </a:lnTo>
                    <a:cubicBezTo>
                      <a:pt x="175552" y="524496"/>
                      <a:pt x="162789" y="511732"/>
                      <a:pt x="162789" y="495921"/>
                    </a:cubicBezTo>
                    <a:lnTo>
                      <a:pt x="162789" y="305421"/>
                    </a:lnTo>
                    <a:cubicBezTo>
                      <a:pt x="162789" y="289610"/>
                      <a:pt x="175552" y="276846"/>
                      <a:pt x="191364" y="276846"/>
                    </a:cubicBezTo>
                    <a:lnTo>
                      <a:pt x="343764" y="276846"/>
                    </a:lnTo>
                    <a:close/>
                    <a:moveTo>
                      <a:pt x="143739" y="114921"/>
                    </a:moveTo>
                    <a:cubicBezTo>
                      <a:pt x="143739" y="135305"/>
                      <a:pt x="159741" y="151973"/>
                      <a:pt x="179934" y="153021"/>
                    </a:cubicBezTo>
                    <a:lnTo>
                      <a:pt x="181839" y="153021"/>
                    </a:lnTo>
                    <a:lnTo>
                      <a:pt x="353289" y="153021"/>
                    </a:lnTo>
                    <a:cubicBezTo>
                      <a:pt x="373673" y="153021"/>
                      <a:pt x="390341" y="137019"/>
                      <a:pt x="391389" y="116826"/>
                    </a:cubicBezTo>
                    <a:lnTo>
                      <a:pt x="391389" y="114921"/>
                    </a:lnTo>
                    <a:lnTo>
                      <a:pt x="505689" y="114921"/>
                    </a:lnTo>
                    <a:cubicBezTo>
                      <a:pt x="521501" y="114921"/>
                      <a:pt x="534264" y="127685"/>
                      <a:pt x="534264" y="143496"/>
                    </a:cubicBezTo>
                    <a:lnTo>
                      <a:pt x="534264" y="381621"/>
                    </a:lnTo>
                    <a:cubicBezTo>
                      <a:pt x="534264" y="397432"/>
                      <a:pt x="521501" y="410196"/>
                      <a:pt x="505689" y="410196"/>
                    </a:cubicBezTo>
                    <a:lnTo>
                      <a:pt x="391389" y="410196"/>
                    </a:lnTo>
                    <a:lnTo>
                      <a:pt x="391389" y="295896"/>
                    </a:lnTo>
                    <a:cubicBezTo>
                      <a:pt x="391389" y="275512"/>
                      <a:pt x="375387" y="258844"/>
                      <a:pt x="355194" y="257796"/>
                    </a:cubicBezTo>
                    <a:lnTo>
                      <a:pt x="353289" y="257796"/>
                    </a:lnTo>
                    <a:lnTo>
                      <a:pt x="181839" y="257796"/>
                    </a:lnTo>
                    <a:cubicBezTo>
                      <a:pt x="161455" y="257796"/>
                      <a:pt x="144787" y="273798"/>
                      <a:pt x="143739" y="293991"/>
                    </a:cubicBezTo>
                    <a:lnTo>
                      <a:pt x="143739" y="295896"/>
                    </a:lnTo>
                    <a:lnTo>
                      <a:pt x="143739" y="410196"/>
                    </a:lnTo>
                    <a:lnTo>
                      <a:pt x="29439" y="410196"/>
                    </a:lnTo>
                    <a:cubicBezTo>
                      <a:pt x="13627" y="410196"/>
                      <a:pt x="864" y="397432"/>
                      <a:pt x="864" y="381621"/>
                    </a:cubicBezTo>
                    <a:lnTo>
                      <a:pt x="864" y="201408"/>
                    </a:lnTo>
                    <a:cubicBezTo>
                      <a:pt x="864" y="191788"/>
                      <a:pt x="4484" y="182454"/>
                      <a:pt x="11151" y="175405"/>
                    </a:cubicBezTo>
                    <a:lnTo>
                      <a:pt x="56300" y="127018"/>
                    </a:lnTo>
                    <a:cubicBezTo>
                      <a:pt x="63538" y="119303"/>
                      <a:pt x="73635" y="114921"/>
                      <a:pt x="84112" y="114921"/>
                    </a:cubicBezTo>
                    <a:lnTo>
                      <a:pt x="143739" y="114921"/>
                    </a:lnTo>
                    <a:close/>
                    <a:moveTo>
                      <a:pt x="462827" y="172071"/>
                    </a:moveTo>
                    <a:cubicBezTo>
                      <a:pt x="454921" y="172071"/>
                      <a:pt x="448539" y="178453"/>
                      <a:pt x="448539" y="186359"/>
                    </a:cubicBezTo>
                    <a:cubicBezTo>
                      <a:pt x="448539" y="194264"/>
                      <a:pt x="454921" y="200646"/>
                      <a:pt x="462827" y="200646"/>
                    </a:cubicBezTo>
                    <a:cubicBezTo>
                      <a:pt x="470732" y="200646"/>
                      <a:pt x="477114" y="194264"/>
                      <a:pt x="477114" y="186359"/>
                    </a:cubicBezTo>
                    <a:cubicBezTo>
                      <a:pt x="477114" y="178453"/>
                      <a:pt x="470732" y="172071"/>
                      <a:pt x="462827" y="172071"/>
                    </a:cubicBezTo>
                    <a:close/>
                    <a:moveTo>
                      <a:pt x="343764" y="621"/>
                    </a:moveTo>
                    <a:cubicBezTo>
                      <a:pt x="359576" y="621"/>
                      <a:pt x="372339" y="13385"/>
                      <a:pt x="372339" y="29196"/>
                    </a:cubicBezTo>
                    <a:lnTo>
                      <a:pt x="372339" y="105396"/>
                    </a:lnTo>
                    <a:cubicBezTo>
                      <a:pt x="372339" y="121207"/>
                      <a:pt x="359576" y="133971"/>
                      <a:pt x="343764" y="133971"/>
                    </a:cubicBezTo>
                    <a:lnTo>
                      <a:pt x="191364" y="133971"/>
                    </a:lnTo>
                    <a:cubicBezTo>
                      <a:pt x="175552" y="133971"/>
                      <a:pt x="162789" y="121207"/>
                      <a:pt x="162789" y="105396"/>
                    </a:cubicBezTo>
                    <a:lnTo>
                      <a:pt x="162789" y="29196"/>
                    </a:lnTo>
                    <a:cubicBezTo>
                      <a:pt x="162789" y="13385"/>
                      <a:pt x="175552" y="621"/>
                      <a:pt x="191364" y="621"/>
                    </a:cubicBezTo>
                    <a:lnTo>
                      <a:pt x="343764" y="621"/>
                    </a:ln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
        <p:nvSpPr>
          <p:cNvPr id="2" name="标题 1"/>
          <p:cNvSpPr>
            <a:spLocks noGrp="1"/>
          </p:cNvSpPr>
          <p:nvPr>
            <p:ph type="title"/>
          </p:nvPr>
        </p:nvSpPr>
        <p:spPr/>
        <p:txBody>
          <a:bodyPr/>
          <a:lstStyle/>
          <a:p>
            <a:r>
              <a:rPr lang="zh-CN" altLang="en-US" dirty="0"/>
              <a:t>数字化转型</a:t>
            </a:r>
            <a:endParaRPr lang="en-US" dirty="0"/>
          </a:p>
        </p:txBody>
      </p:sp>
    </p:spTree>
    <p:extLst>
      <p:ext uri="{BB962C8B-B14F-4D97-AF65-F5344CB8AC3E}">
        <p14:creationId xmlns:p14="http://schemas.microsoft.com/office/powerpoint/2010/main" val="1777462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6372AE4D-80B9-10B4-E814-92749FDA4992}"/>
              </a:ext>
            </a:extLst>
          </p:cNvPr>
          <p:cNvGrpSpPr/>
          <p:nvPr/>
        </p:nvGrpSpPr>
        <p:grpSpPr>
          <a:xfrm>
            <a:off x="660400" y="1665715"/>
            <a:ext cx="10858500" cy="4215941"/>
            <a:chOff x="660400" y="1665715"/>
            <a:chExt cx="10858500" cy="4215941"/>
          </a:xfrm>
        </p:grpSpPr>
        <p:grpSp>
          <p:nvGrpSpPr>
            <p:cNvPr id="4" name="组合 3">
              <a:extLst>
                <a:ext uri="{FF2B5EF4-FFF2-40B4-BE49-F238E27FC236}">
                  <a16:creationId xmlns:a16="http://schemas.microsoft.com/office/drawing/2014/main" id="{1AA528BC-9A1E-F6F2-478E-6CE45E1DDEDC}"/>
                </a:ext>
              </a:extLst>
            </p:cNvPr>
            <p:cNvGrpSpPr/>
            <p:nvPr/>
          </p:nvGrpSpPr>
          <p:grpSpPr>
            <a:xfrm>
              <a:off x="1765722" y="2733149"/>
              <a:ext cx="8689146" cy="1729978"/>
              <a:chOff x="1765722" y="2733149"/>
              <a:chExt cx="8689146" cy="1729978"/>
            </a:xfrm>
          </p:grpSpPr>
          <p:cxnSp>
            <p:nvCxnSpPr>
              <p:cNvPr id="34" name="直接连接符 33">
                <a:extLst>
                  <a:ext uri="{FF2B5EF4-FFF2-40B4-BE49-F238E27FC236}">
                    <a16:creationId xmlns:a16="http://schemas.microsoft.com/office/drawing/2014/main" id="{2D4923CC-1291-70BA-F2A2-98B121215BA5}"/>
                  </a:ext>
                </a:extLst>
              </p:cNvPr>
              <p:cNvCxnSpPr>
                <a:cxnSpLocks/>
              </p:cNvCxnSpPr>
              <p:nvPr/>
            </p:nvCxnSpPr>
            <p:spPr>
              <a:xfrm flipH="1">
                <a:off x="5735905" y="3562584"/>
                <a:ext cx="717913" cy="0"/>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D9E8184C-9F80-17A8-8DAD-C2AF0A38F65D}"/>
                  </a:ext>
                </a:extLst>
              </p:cNvPr>
              <p:cNvCxnSpPr>
                <a:cxnSpLocks/>
              </p:cNvCxnSpPr>
              <p:nvPr/>
            </p:nvCxnSpPr>
            <p:spPr>
              <a:xfrm flipH="1">
                <a:off x="1765722" y="4463127"/>
                <a:ext cx="8689146" cy="0"/>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E87AD69A-806D-9D56-B6AF-B6B4C8DED41C}"/>
                  </a:ext>
                </a:extLst>
              </p:cNvPr>
              <p:cNvCxnSpPr>
                <a:cxnSpLocks/>
              </p:cNvCxnSpPr>
              <p:nvPr/>
            </p:nvCxnSpPr>
            <p:spPr>
              <a:xfrm>
                <a:off x="6096028" y="2733149"/>
                <a:ext cx="0" cy="1729978"/>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773DC917-1ECB-808A-9604-733BE7CC4A04}"/>
                </a:ext>
              </a:extLst>
            </p:cNvPr>
            <p:cNvGrpSpPr/>
            <p:nvPr/>
          </p:nvGrpSpPr>
          <p:grpSpPr>
            <a:xfrm>
              <a:off x="677308" y="1698320"/>
              <a:ext cx="10841592" cy="4183336"/>
              <a:chOff x="677308" y="1698320"/>
              <a:chExt cx="10841592" cy="4183336"/>
            </a:xfrm>
          </p:grpSpPr>
          <p:grpSp>
            <p:nvGrpSpPr>
              <p:cNvPr id="7" name="组合 6">
                <a:extLst>
                  <a:ext uri="{FF2B5EF4-FFF2-40B4-BE49-F238E27FC236}">
                    <a16:creationId xmlns:a16="http://schemas.microsoft.com/office/drawing/2014/main" id="{6D5637DD-29A2-3493-FA37-7C9E190D2A69}"/>
                  </a:ext>
                </a:extLst>
              </p:cNvPr>
              <p:cNvGrpSpPr>
                <a:grpSpLocks/>
              </p:cNvGrpSpPr>
              <p:nvPr/>
            </p:nvGrpSpPr>
            <p:grpSpPr>
              <a:xfrm>
                <a:off x="5025903" y="1698320"/>
                <a:ext cx="2176828" cy="1118212"/>
                <a:chOff x="8472619" y="1406121"/>
                <a:chExt cx="2717780" cy="1104185"/>
              </a:xfrm>
            </p:grpSpPr>
            <p:sp>
              <p:nvSpPr>
                <p:cNvPr id="32" name="Text1">
                  <a:extLst>
                    <a:ext uri="{FF2B5EF4-FFF2-40B4-BE49-F238E27FC236}">
                      <a16:creationId xmlns:a16="http://schemas.microsoft.com/office/drawing/2014/main" id="{B1919A0E-7FCA-6D4B-1D08-77CABC312F05}"/>
                    </a:ext>
                  </a:extLst>
                </p:cNvPr>
                <p:cNvSpPr/>
                <p:nvPr/>
              </p:nvSpPr>
              <p:spPr>
                <a:xfrm>
                  <a:off x="8472620" y="2000522"/>
                  <a:ext cx="2717779" cy="50978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1" forceAA="0" compatLnSpc="1">
                  <a:normAutofit/>
                </a:bodyPr>
                <a:lstStyle/>
                <a:p>
                  <a:pPr algn="ctr">
                    <a:lnSpc>
                      <a:spcPct val="120000"/>
                    </a:lnSpc>
                  </a:pPr>
                  <a:r>
                    <a:rPr lang="zh-CN" altLang="en-US" sz="1200">
                      <a:solidFill>
                        <a:schemeClr val="tx1"/>
                      </a:solidFill>
                    </a:rPr>
                    <a:t>可再生资源成为主流能源形式。</a:t>
                  </a:r>
                  <a:endParaRPr lang="en-US" altLang="zh-CN" sz="1200" dirty="0">
                    <a:solidFill>
                      <a:schemeClr val="tx1"/>
                    </a:solidFill>
                  </a:endParaRPr>
                </a:p>
              </p:txBody>
            </p:sp>
            <p:sp>
              <p:nvSpPr>
                <p:cNvPr id="33" name="Bullet1">
                  <a:extLst>
                    <a:ext uri="{FF2B5EF4-FFF2-40B4-BE49-F238E27FC236}">
                      <a16:creationId xmlns:a16="http://schemas.microsoft.com/office/drawing/2014/main" id="{99AC3D81-62DC-EED3-055F-CDA4E6B8BA3E}"/>
                    </a:ext>
                  </a:extLst>
                </p:cNvPr>
                <p:cNvSpPr txBox="1"/>
                <p:nvPr/>
              </p:nvSpPr>
              <p:spPr>
                <a:xfrm>
                  <a:off x="8472619" y="1406121"/>
                  <a:ext cx="2705842" cy="509783"/>
                </a:xfrm>
                <a:prstGeom prst="roundRect">
                  <a:avLst>
                    <a:gd name="adj" fmla="val 50000"/>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lnSpcReduction="10000"/>
                </a:bodyPr>
                <a:lstStyle/>
                <a:p>
                  <a:pPr algn="ctr"/>
                  <a:r>
                    <a:rPr lang="zh-CN" altLang="en-US" b="1" dirty="0">
                      <a:solidFill>
                        <a:srgbClr val="FFFFFF"/>
                      </a:solidFill>
                    </a:rPr>
                    <a:t>绿色能源的崛起</a:t>
                  </a:r>
                </a:p>
              </p:txBody>
            </p:sp>
          </p:grpSp>
          <p:grpSp>
            <p:nvGrpSpPr>
              <p:cNvPr id="8" name="组合 7">
                <a:extLst>
                  <a:ext uri="{FF2B5EF4-FFF2-40B4-BE49-F238E27FC236}">
                    <a16:creationId xmlns:a16="http://schemas.microsoft.com/office/drawing/2014/main" id="{53651F2B-87D3-9CC2-5730-4B9DAC38D60F}"/>
                  </a:ext>
                </a:extLst>
              </p:cNvPr>
              <p:cNvGrpSpPr>
                <a:grpSpLocks/>
              </p:cNvGrpSpPr>
              <p:nvPr/>
            </p:nvGrpSpPr>
            <p:grpSpPr>
              <a:xfrm>
                <a:off x="3565563" y="3232275"/>
                <a:ext cx="2176826" cy="1019679"/>
                <a:chOff x="8593377" y="1469779"/>
                <a:chExt cx="2717779" cy="1006888"/>
              </a:xfrm>
            </p:grpSpPr>
            <p:sp>
              <p:nvSpPr>
                <p:cNvPr id="30" name="Text2">
                  <a:extLst>
                    <a:ext uri="{FF2B5EF4-FFF2-40B4-BE49-F238E27FC236}">
                      <a16:creationId xmlns:a16="http://schemas.microsoft.com/office/drawing/2014/main" id="{176A3DB3-CE31-A4A2-ED9F-B1C7A71F5533}"/>
                    </a:ext>
                  </a:extLst>
                </p:cNvPr>
                <p:cNvSpPr/>
                <p:nvPr/>
              </p:nvSpPr>
              <p:spPr>
                <a:xfrm>
                  <a:off x="8593377" y="1966883"/>
                  <a:ext cx="2717779" cy="50978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1" forceAA="0" compatLnSpc="1">
                  <a:normAutofit/>
                </a:bodyPr>
                <a:lstStyle/>
                <a:p>
                  <a:pPr algn="ctr">
                    <a:lnSpc>
                      <a:spcPct val="120000"/>
                    </a:lnSpc>
                  </a:pPr>
                  <a:r>
                    <a:rPr lang="zh-CN" altLang="en-US" sz="1200">
                      <a:solidFill>
                        <a:schemeClr val="tx1"/>
                      </a:solidFill>
                    </a:rPr>
                    <a:t>氢能作为清洁能源的应用前景。</a:t>
                  </a:r>
                  <a:endParaRPr lang="en-US" altLang="zh-CN" sz="1200" dirty="0">
                    <a:solidFill>
                      <a:schemeClr val="tx1"/>
                    </a:solidFill>
                  </a:endParaRPr>
                </a:p>
              </p:txBody>
            </p:sp>
            <p:sp>
              <p:nvSpPr>
                <p:cNvPr id="31" name="Bullet2">
                  <a:extLst>
                    <a:ext uri="{FF2B5EF4-FFF2-40B4-BE49-F238E27FC236}">
                      <a16:creationId xmlns:a16="http://schemas.microsoft.com/office/drawing/2014/main" id="{88052A32-C426-9C42-69AB-37E54F79F8AB}"/>
                    </a:ext>
                  </a:extLst>
                </p:cNvPr>
                <p:cNvSpPr txBox="1"/>
                <p:nvPr/>
              </p:nvSpPr>
              <p:spPr>
                <a:xfrm>
                  <a:off x="8599345" y="1469779"/>
                  <a:ext cx="2705843" cy="412487"/>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342900" indent="-342900" algn="ctr" defTabSz="895350">
                    <a:buSzPct val="120000"/>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氢能能源革命</a:t>
                  </a:r>
                  <a:endParaRPr lang="zh-CN" altLang="en-US" dirty="0"/>
                </a:p>
              </p:txBody>
            </p:sp>
          </p:grpSp>
          <p:grpSp>
            <p:nvGrpSpPr>
              <p:cNvPr id="9" name="组合 8">
                <a:extLst>
                  <a:ext uri="{FF2B5EF4-FFF2-40B4-BE49-F238E27FC236}">
                    <a16:creationId xmlns:a16="http://schemas.microsoft.com/office/drawing/2014/main" id="{7452346F-3969-315E-D739-DC658F252224}"/>
                  </a:ext>
                </a:extLst>
              </p:cNvPr>
              <p:cNvGrpSpPr>
                <a:grpSpLocks/>
              </p:cNvGrpSpPr>
              <p:nvPr/>
            </p:nvGrpSpPr>
            <p:grpSpPr>
              <a:xfrm>
                <a:off x="6453819" y="3232275"/>
                <a:ext cx="2176826" cy="1019679"/>
                <a:chOff x="8287946" y="1469779"/>
                <a:chExt cx="2717779" cy="1006888"/>
              </a:xfrm>
            </p:grpSpPr>
            <p:sp>
              <p:nvSpPr>
                <p:cNvPr id="28" name="Text3">
                  <a:extLst>
                    <a:ext uri="{FF2B5EF4-FFF2-40B4-BE49-F238E27FC236}">
                      <a16:creationId xmlns:a16="http://schemas.microsoft.com/office/drawing/2014/main" id="{9B24C82D-FCA7-4314-E0F2-1B12C7C378BB}"/>
                    </a:ext>
                  </a:extLst>
                </p:cNvPr>
                <p:cNvSpPr/>
                <p:nvPr/>
              </p:nvSpPr>
              <p:spPr>
                <a:xfrm>
                  <a:off x="8287946" y="1966883"/>
                  <a:ext cx="2717779" cy="50978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1" forceAA="0" compatLnSpc="1">
                  <a:normAutofit/>
                </a:bodyPr>
                <a:lstStyle/>
                <a:p>
                  <a:pPr algn="ctr">
                    <a:lnSpc>
                      <a:spcPct val="120000"/>
                    </a:lnSpc>
                  </a:pPr>
                  <a:r>
                    <a:rPr lang="zh-CN" altLang="en-US" sz="1200">
                      <a:solidFill>
                        <a:schemeClr val="tx1"/>
                      </a:solidFill>
                    </a:rPr>
                    <a:t>高效太阳能电池板改变能源格局。</a:t>
                  </a:r>
                  <a:endParaRPr lang="en-US" altLang="zh-CN" sz="1200" dirty="0">
                    <a:solidFill>
                      <a:schemeClr val="tx1"/>
                    </a:solidFill>
                  </a:endParaRPr>
                </a:p>
              </p:txBody>
            </p:sp>
            <p:sp>
              <p:nvSpPr>
                <p:cNvPr id="29" name="Bullet3">
                  <a:extLst>
                    <a:ext uri="{FF2B5EF4-FFF2-40B4-BE49-F238E27FC236}">
                      <a16:creationId xmlns:a16="http://schemas.microsoft.com/office/drawing/2014/main" id="{F2808A32-762B-D59A-43C8-BB37853B2401}"/>
                    </a:ext>
                  </a:extLst>
                </p:cNvPr>
                <p:cNvSpPr txBox="1"/>
                <p:nvPr/>
              </p:nvSpPr>
              <p:spPr>
                <a:xfrm>
                  <a:off x="8293914" y="1469779"/>
                  <a:ext cx="2705843" cy="412487"/>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342900" indent="-342900" algn="ctr" defTabSz="895350">
                    <a:buSzPct val="120000"/>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太阳能技术的突破</a:t>
                  </a:r>
                </a:p>
              </p:txBody>
            </p:sp>
          </p:grpSp>
          <p:grpSp>
            <p:nvGrpSpPr>
              <p:cNvPr id="10" name="组合 9">
                <a:extLst>
                  <a:ext uri="{FF2B5EF4-FFF2-40B4-BE49-F238E27FC236}">
                    <a16:creationId xmlns:a16="http://schemas.microsoft.com/office/drawing/2014/main" id="{C9D8938F-D4BD-6E04-D203-F24D665BD904}"/>
                  </a:ext>
                </a:extLst>
              </p:cNvPr>
              <p:cNvGrpSpPr/>
              <p:nvPr/>
            </p:nvGrpSpPr>
            <p:grpSpPr>
              <a:xfrm>
                <a:off x="677308" y="4550545"/>
                <a:ext cx="2176826" cy="1331111"/>
                <a:chOff x="1918702" y="4463127"/>
                <a:chExt cx="2207660" cy="1331111"/>
              </a:xfrm>
            </p:grpSpPr>
            <p:cxnSp>
              <p:nvCxnSpPr>
                <p:cNvPr id="24" name="直接连接符 23">
                  <a:extLst>
                    <a:ext uri="{FF2B5EF4-FFF2-40B4-BE49-F238E27FC236}">
                      <a16:creationId xmlns:a16="http://schemas.microsoft.com/office/drawing/2014/main" id="{009A077A-9AFE-DE81-AEA8-40AED159E7F8}"/>
                    </a:ext>
                  </a:extLst>
                </p:cNvPr>
                <p:cNvCxnSpPr>
                  <a:cxnSpLocks/>
                </p:cNvCxnSpPr>
                <p:nvPr/>
              </p:nvCxnSpPr>
              <p:spPr>
                <a:xfrm>
                  <a:off x="3022532" y="4463127"/>
                  <a:ext cx="0" cy="311431"/>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603871E5-4EAD-9DB3-DE46-879FA82B7B65}"/>
                    </a:ext>
                  </a:extLst>
                </p:cNvPr>
                <p:cNvGrpSpPr>
                  <a:grpSpLocks/>
                </p:cNvGrpSpPr>
                <p:nvPr/>
              </p:nvGrpSpPr>
              <p:grpSpPr>
                <a:xfrm>
                  <a:off x="1918702" y="4774558"/>
                  <a:ext cx="2207660" cy="1019680"/>
                  <a:chOff x="8466651" y="1334830"/>
                  <a:chExt cx="2717779" cy="1006889"/>
                </a:xfrm>
              </p:grpSpPr>
              <p:sp>
                <p:nvSpPr>
                  <p:cNvPr id="26" name="Text4">
                    <a:extLst>
                      <a:ext uri="{FF2B5EF4-FFF2-40B4-BE49-F238E27FC236}">
                        <a16:creationId xmlns:a16="http://schemas.microsoft.com/office/drawing/2014/main" id="{C38E54E7-CA07-BB3E-1BB9-0C899B31B93E}"/>
                      </a:ext>
                    </a:extLst>
                  </p:cNvPr>
                  <p:cNvSpPr/>
                  <p:nvPr/>
                </p:nvSpPr>
                <p:spPr>
                  <a:xfrm>
                    <a:off x="8466651" y="1831935"/>
                    <a:ext cx="2717779" cy="50978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1" forceAA="0" compatLnSpc="1">
                    <a:normAutofit/>
                  </a:bodyPr>
                  <a:lstStyle/>
                  <a:p>
                    <a:pPr algn="ctr">
                      <a:lnSpc>
                        <a:spcPct val="120000"/>
                      </a:lnSpc>
                    </a:pPr>
                    <a:r>
                      <a:rPr lang="zh-CN" altLang="en-US" sz="1200">
                        <a:solidFill>
                          <a:schemeClr val="tx1"/>
                        </a:solidFill>
                      </a:rPr>
                      <a:t>风力发电技术的进步与普及。</a:t>
                    </a:r>
                    <a:endParaRPr lang="en-US" altLang="zh-CN" sz="1200" dirty="0">
                      <a:solidFill>
                        <a:schemeClr val="tx1"/>
                      </a:solidFill>
                    </a:endParaRPr>
                  </a:p>
                </p:txBody>
              </p:sp>
              <p:sp>
                <p:nvSpPr>
                  <p:cNvPr id="27" name="Bullet4">
                    <a:extLst>
                      <a:ext uri="{FF2B5EF4-FFF2-40B4-BE49-F238E27FC236}">
                        <a16:creationId xmlns:a16="http://schemas.microsoft.com/office/drawing/2014/main" id="{36673A07-C663-5128-1140-543EC1F2B656}"/>
                      </a:ext>
                    </a:extLst>
                  </p:cNvPr>
                  <p:cNvSpPr txBox="1"/>
                  <p:nvPr/>
                </p:nvSpPr>
                <p:spPr>
                  <a:xfrm>
                    <a:off x="8466651" y="1334830"/>
                    <a:ext cx="2705842" cy="412487"/>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342900" indent="-342900" algn="ctr" defTabSz="895350">
                      <a:buSzPct val="120000"/>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风能的全面发展</a:t>
                    </a:r>
                  </a:p>
                </p:txBody>
              </p:sp>
            </p:grpSp>
          </p:grpSp>
          <p:grpSp>
            <p:nvGrpSpPr>
              <p:cNvPr id="11" name="组合 10">
                <a:extLst>
                  <a:ext uri="{FF2B5EF4-FFF2-40B4-BE49-F238E27FC236}">
                    <a16:creationId xmlns:a16="http://schemas.microsoft.com/office/drawing/2014/main" id="{2C37CA96-D1A3-0503-9B31-206DB4D1F68B}"/>
                  </a:ext>
                </a:extLst>
              </p:cNvPr>
              <p:cNvGrpSpPr/>
              <p:nvPr/>
            </p:nvGrpSpPr>
            <p:grpSpPr>
              <a:xfrm>
                <a:off x="3565564" y="4463127"/>
                <a:ext cx="2176826" cy="1331111"/>
                <a:chOff x="1815762" y="4463127"/>
                <a:chExt cx="2207660" cy="1331111"/>
              </a:xfrm>
            </p:grpSpPr>
            <p:cxnSp>
              <p:nvCxnSpPr>
                <p:cNvPr id="20" name="直接连接符 19">
                  <a:extLst>
                    <a:ext uri="{FF2B5EF4-FFF2-40B4-BE49-F238E27FC236}">
                      <a16:creationId xmlns:a16="http://schemas.microsoft.com/office/drawing/2014/main" id="{CE3ADDD8-6A64-0765-2BEC-E256C6E670C3}"/>
                    </a:ext>
                  </a:extLst>
                </p:cNvPr>
                <p:cNvCxnSpPr>
                  <a:cxnSpLocks/>
                </p:cNvCxnSpPr>
                <p:nvPr/>
              </p:nvCxnSpPr>
              <p:spPr>
                <a:xfrm>
                  <a:off x="3022532" y="4463127"/>
                  <a:ext cx="0" cy="311431"/>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7F7300C4-1F21-0875-D436-2DE0EC0DFAFE}"/>
                    </a:ext>
                  </a:extLst>
                </p:cNvPr>
                <p:cNvGrpSpPr>
                  <a:grpSpLocks/>
                </p:cNvGrpSpPr>
                <p:nvPr/>
              </p:nvGrpSpPr>
              <p:grpSpPr>
                <a:xfrm>
                  <a:off x="1815762" y="4774558"/>
                  <a:ext cx="2207660" cy="1019680"/>
                  <a:chOff x="8339924" y="1334830"/>
                  <a:chExt cx="2717779" cy="1006889"/>
                </a:xfrm>
              </p:grpSpPr>
              <p:sp>
                <p:nvSpPr>
                  <p:cNvPr id="22" name="Text5">
                    <a:extLst>
                      <a:ext uri="{FF2B5EF4-FFF2-40B4-BE49-F238E27FC236}">
                        <a16:creationId xmlns:a16="http://schemas.microsoft.com/office/drawing/2014/main" id="{1EA45C89-4DFE-28FF-42B3-08648A11DBE0}"/>
                      </a:ext>
                    </a:extLst>
                  </p:cNvPr>
                  <p:cNvSpPr/>
                  <p:nvPr/>
                </p:nvSpPr>
                <p:spPr>
                  <a:xfrm>
                    <a:off x="8339924" y="1831935"/>
                    <a:ext cx="2717779" cy="50978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1" forceAA="0" compatLnSpc="1">
                    <a:normAutofit/>
                  </a:bodyPr>
                  <a:lstStyle/>
                  <a:p>
                    <a:pPr algn="ctr">
                      <a:lnSpc>
                        <a:spcPct val="120000"/>
                      </a:lnSpc>
                    </a:pPr>
                    <a:r>
                      <a:rPr lang="zh-CN" altLang="en-US" sz="1200">
                        <a:solidFill>
                          <a:schemeClr val="tx1"/>
                        </a:solidFill>
                      </a:rPr>
                      <a:t>第四代核反应堆的安全与效率。</a:t>
                    </a:r>
                    <a:endParaRPr lang="en-US" altLang="zh-CN" sz="1200" dirty="0">
                      <a:solidFill>
                        <a:schemeClr val="tx1"/>
                      </a:solidFill>
                    </a:endParaRPr>
                  </a:p>
                </p:txBody>
              </p:sp>
              <p:sp>
                <p:nvSpPr>
                  <p:cNvPr id="23" name="Bullet5">
                    <a:extLst>
                      <a:ext uri="{FF2B5EF4-FFF2-40B4-BE49-F238E27FC236}">
                        <a16:creationId xmlns:a16="http://schemas.microsoft.com/office/drawing/2014/main" id="{3E9E06BE-1D46-1BF3-99D0-66E944E4F9C8}"/>
                      </a:ext>
                    </a:extLst>
                  </p:cNvPr>
                  <p:cNvSpPr txBox="1"/>
                  <p:nvPr/>
                </p:nvSpPr>
                <p:spPr>
                  <a:xfrm>
                    <a:off x="8345893" y="1334830"/>
                    <a:ext cx="2705842" cy="412487"/>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342900" indent="-342900" algn="ctr" defTabSz="895350">
                      <a:buSzPct val="120000"/>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核能的创新利用</a:t>
                    </a:r>
                    <a:endParaRPr lang="zh-CN" altLang="en-US" dirty="0"/>
                  </a:p>
                </p:txBody>
              </p:sp>
            </p:grpSp>
          </p:grpSp>
          <p:grpSp>
            <p:nvGrpSpPr>
              <p:cNvPr id="12" name="组合 11">
                <a:extLst>
                  <a:ext uri="{FF2B5EF4-FFF2-40B4-BE49-F238E27FC236}">
                    <a16:creationId xmlns:a16="http://schemas.microsoft.com/office/drawing/2014/main" id="{13017BF7-0052-ECBD-3674-EF6D59C1DF3E}"/>
                  </a:ext>
                </a:extLst>
              </p:cNvPr>
              <p:cNvGrpSpPr/>
              <p:nvPr/>
            </p:nvGrpSpPr>
            <p:grpSpPr>
              <a:xfrm>
                <a:off x="6453820" y="4774558"/>
                <a:ext cx="2176826" cy="1019680"/>
                <a:chOff x="4861437" y="5041258"/>
                <a:chExt cx="2814534" cy="1019680"/>
              </a:xfrm>
            </p:grpSpPr>
            <p:sp>
              <p:nvSpPr>
                <p:cNvPr id="18" name="Text6">
                  <a:extLst>
                    <a:ext uri="{FF2B5EF4-FFF2-40B4-BE49-F238E27FC236}">
                      <a16:creationId xmlns:a16="http://schemas.microsoft.com/office/drawing/2014/main" id="{4531B623-2773-EE60-5AE7-2BF605E8D972}"/>
                    </a:ext>
                  </a:extLst>
                </p:cNvPr>
                <p:cNvSpPr/>
                <p:nvPr/>
              </p:nvSpPr>
              <p:spPr>
                <a:xfrm>
                  <a:off x="4861437" y="5544678"/>
                  <a:ext cx="2814534" cy="51626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1" forceAA="0" compatLnSpc="1">
                  <a:normAutofit/>
                </a:bodyPr>
                <a:lstStyle/>
                <a:p>
                  <a:pPr algn="ctr">
                    <a:lnSpc>
                      <a:spcPct val="120000"/>
                    </a:lnSpc>
                  </a:pPr>
                  <a:r>
                    <a:rPr lang="zh-CN" altLang="en-US" sz="1200">
                      <a:solidFill>
                        <a:schemeClr val="tx1"/>
                      </a:solidFill>
                    </a:rPr>
                    <a:t>新型电池材料实现高效储能。</a:t>
                  </a:r>
                  <a:endParaRPr lang="en-US" altLang="zh-CN" sz="1200" dirty="0">
                    <a:solidFill>
                      <a:schemeClr val="tx1"/>
                    </a:solidFill>
                  </a:endParaRPr>
                </a:p>
              </p:txBody>
            </p:sp>
            <p:sp>
              <p:nvSpPr>
                <p:cNvPr id="19" name="Bullet6">
                  <a:extLst>
                    <a:ext uri="{FF2B5EF4-FFF2-40B4-BE49-F238E27FC236}">
                      <a16:creationId xmlns:a16="http://schemas.microsoft.com/office/drawing/2014/main" id="{5A0D1293-C7B2-27A0-B5A6-181636F9A32D}"/>
                    </a:ext>
                  </a:extLst>
                </p:cNvPr>
                <p:cNvSpPr txBox="1"/>
                <p:nvPr/>
              </p:nvSpPr>
              <p:spPr>
                <a:xfrm>
                  <a:off x="4867617" y="5041258"/>
                  <a:ext cx="2802172" cy="417727"/>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342900" indent="-342900" algn="ctr" defTabSz="895350">
                    <a:buSzPct val="120000"/>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储能技术的革新</a:t>
                  </a:r>
                  <a:endParaRPr lang="zh-CN" altLang="en-US" dirty="0"/>
                </a:p>
              </p:txBody>
            </p:sp>
          </p:grpSp>
          <p:grpSp>
            <p:nvGrpSpPr>
              <p:cNvPr id="13" name="组合 12">
                <a:extLst>
                  <a:ext uri="{FF2B5EF4-FFF2-40B4-BE49-F238E27FC236}">
                    <a16:creationId xmlns:a16="http://schemas.microsoft.com/office/drawing/2014/main" id="{9073F6E4-B72F-1D95-BBC0-EBB406942859}"/>
                  </a:ext>
                </a:extLst>
              </p:cNvPr>
              <p:cNvGrpSpPr/>
              <p:nvPr/>
            </p:nvGrpSpPr>
            <p:grpSpPr>
              <a:xfrm>
                <a:off x="9342074" y="4463127"/>
                <a:ext cx="2176826" cy="1331111"/>
                <a:chOff x="8065637" y="4463127"/>
                <a:chExt cx="2207660" cy="1331111"/>
              </a:xfrm>
            </p:grpSpPr>
            <p:cxnSp>
              <p:nvCxnSpPr>
                <p:cNvPr id="14" name="直接连接符 13">
                  <a:extLst>
                    <a:ext uri="{FF2B5EF4-FFF2-40B4-BE49-F238E27FC236}">
                      <a16:creationId xmlns:a16="http://schemas.microsoft.com/office/drawing/2014/main" id="{90EC9C74-A71C-B106-C3D2-79DB0C2DABE8}"/>
                    </a:ext>
                  </a:extLst>
                </p:cNvPr>
                <p:cNvCxnSpPr>
                  <a:cxnSpLocks/>
                </p:cNvCxnSpPr>
                <p:nvPr/>
              </p:nvCxnSpPr>
              <p:spPr>
                <a:xfrm>
                  <a:off x="9194194" y="4463127"/>
                  <a:ext cx="0" cy="311431"/>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E483FE65-D630-03FB-8682-3419162F2C30}"/>
                    </a:ext>
                  </a:extLst>
                </p:cNvPr>
                <p:cNvGrpSpPr/>
                <p:nvPr/>
              </p:nvGrpSpPr>
              <p:grpSpPr>
                <a:xfrm>
                  <a:off x="8065637" y="4774558"/>
                  <a:ext cx="2207660" cy="1019680"/>
                  <a:chOff x="7749837" y="5041258"/>
                  <a:chExt cx="2814534" cy="1019680"/>
                </a:xfrm>
              </p:grpSpPr>
              <p:sp>
                <p:nvSpPr>
                  <p:cNvPr id="16" name="Text7">
                    <a:extLst>
                      <a:ext uri="{FF2B5EF4-FFF2-40B4-BE49-F238E27FC236}">
                        <a16:creationId xmlns:a16="http://schemas.microsoft.com/office/drawing/2014/main" id="{567ABC18-98AA-94B5-A291-768FD0A14FA3}"/>
                      </a:ext>
                    </a:extLst>
                  </p:cNvPr>
                  <p:cNvSpPr/>
                  <p:nvPr/>
                </p:nvSpPr>
                <p:spPr>
                  <a:xfrm>
                    <a:off x="7749837" y="5544678"/>
                    <a:ext cx="2814534" cy="51626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1" forceAA="0" compatLnSpc="1">
                    <a:normAutofit/>
                  </a:bodyPr>
                  <a:lstStyle/>
                  <a:p>
                    <a:pPr algn="ctr">
                      <a:lnSpc>
                        <a:spcPct val="120000"/>
                      </a:lnSpc>
                    </a:pPr>
                    <a:r>
                      <a:rPr lang="zh-CN" altLang="en-US" sz="1200">
                        <a:solidFill>
                          <a:schemeClr val="tx1"/>
                        </a:solidFill>
                      </a:rPr>
                      <a:t>智能电网与物联网结合的能源新体系。</a:t>
                    </a:r>
                    <a:endParaRPr lang="en-US" altLang="zh-CN" sz="1200" dirty="0">
                      <a:solidFill>
                        <a:schemeClr val="tx1"/>
                      </a:solidFill>
                    </a:endParaRPr>
                  </a:p>
                </p:txBody>
              </p:sp>
              <p:sp>
                <p:nvSpPr>
                  <p:cNvPr id="17" name="Bullet7">
                    <a:extLst>
                      <a:ext uri="{FF2B5EF4-FFF2-40B4-BE49-F238E27FC236}">
                        <a16:creationId xmlns:a16="http://schemas.microsoft.com/office/drawing/2014/main" id="{C5EDD2F5-B5BF-6942-2F5A-1CACFC532134}"/>
                      </a:ext>
                    </a:extLst>
                  </p:cNvPr>
                  <p:cNvSpPr txBox="1"/>
                  <p:nvPr/>
                </p:nvSpPr>
                <p:spPr>
                  <a:xfrm>
                    <a:off x="7749837" y="5041258"/>
                    <a:ext cx="2802172" cy="417727"/>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342900" indent="-342900" algn="ctr" defTabSz="895350">
                      <a:buSzPct val="120000"/>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能源互联网构建</a:t>
                    </a:r>
                    <a:endParaRPr lang="zh-CN" altLang="en-US" dirty="0"/>
                  </a:p>
                </p:txBody>
              </p:sp>
            </p:grpSp>
          </p:grpSp>
        </p:grpSp>
        <p:sp>
          <p:nvSpPr>
            <p:cNvPr id="6" name="Title">
              <a:extLst>
                <a:ext uri="{FF2B5EF4-FFF2-40B4-BE49-F238E27FC236}">
                  <a16:creationId xmlns:a16="http://schemas.microsoft.com/office/drawing/2014/main" id="{3BB41483-E652-C13B-1B9D-D4635E7EE882}"/>
                </a:ext>
              </a:extLst>
            </p:cNvPr>
            <p:cNvSpPr/>
            <p:nvPr/>
          </p:nvSpPr>
          <p:spPr>
            <a:xfrm>
              <a:off x="660400" y="1665715"/>
              <a:ext cx="3266669" cy="1176392"/>
            </a:xfrm>
            <a:prstGeom prst="rect">
              <a:avLst/>
            </a:prstGeom>
          </p:spPr>
          <p:txBody>
            <a:bodyPr wrap="square" anchor="t" anchorCtr="0">
              <a:normAutofit/>
            </a:bodyPr>
            <a:lstStyle/>
            <a:p>
              <a:pPr>
                <a:buSzPct val="25000"/>
              </a:pPr>
              <a:r>
                <a:rPr lang="zh-CN" altLang="en-US" sz="2400" b="1" dirty="0"/>
                <a:t>清洁能源与行业可持续发展战略</a:t>
              </a:r>
              <a:endParaRPr lang="en-US" altLang="zh-CN" sz="2400" b="1" dirty="0"/>
            </a:p>
          </p:txBody>
        </p:sp>
      </p:grpSp>
      <p:sp>
        <p:nvSpPr>
          <p:cNvPr id="2" name="标题 1">
            <a:extLst>
              <a:ext uri="{FF2B5EF4-FFF2-40B4-BE49-F238E27FC236}">
                <a16:creationId xmlns:a16="http://schemas.microsoft.com/office/drawing/2014/main" id="{3428663D-45FF-935D-2143-7E411DAFB4E7}"/>
              </a:ext>
            </a:extLst>
          </p:cNvPr>
          <p:cNvSpPr>
            <a:spLocks noGrp="1"/>
          </p:cNvSpPr>
          <p:nvPr>
            <p:ph type="title"/>
          </p:nvPr>
        </p:nvSpPr>
        <p:spPr/>
        <p:txBody>
          <a:bodyPr/>
          <a:lstStyle/>
          <a:p>
            <a:r>
              <a:rPr lang="zh-CN" altLang="en-US"/>
              <a:t>能源革命与可持续发展</a:t>
            </a:r>
          </a:p>
        </p:txBody>
      </p:sp>
    </p:spTree>
    <p:extLst>
      <p:ext uri="{BB962C8B-B14F-4D97-AF65-F5344CB8AC3E}">
        <p14:creationId xmlns:p14="http://schemas.microsoft.com/office/powerpoint/2010/main" val="2814959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fontScale="90000"/>
          </a:bodyPr>
          <a:lstStyle/>
          <a:p>
            <a:r>
              <a:rPr lang="zh-CN" altLang="en-US" dirty="0"/>
              <a:t>科技与人文：通用行业的和谐共生</a:t>
            </a:r>
            <a:endParaRPr lang="en-US" dirty="0"/>
          </a:p>
        </p:txBody>
      </p:sp>
      <p:sp>
        <p:nvSpPr>
          <p:cNvPr id="25" name="文本占位符 24"/>
          <p:cNvSpPr>
            <a:spLocks noGrp="1"/>
          </p:cNvSpPr>
          <p:nvPr>
            <p:ph type="body" sz="quarter" idx="1" hasCustomPrompt="1"/>
          </p:nvPr>
        </p:nvSpPr>
        <p:spPr/>
        <p:txBody>
          <a:bodyPr/>
          <a:lstStyle/>
          <a:p>
            <a:r>
              <a:rPr lang="zh-CN" altLang="en-US" dirty="0"/>
              <a:t>科技创新与人文关怀的完美结合</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26745C-91FD-0808-2C82-A415570ECA78}"/>
              </a:ext>
            </a:extLst>
          </p:cNvPr>
          <p:cNvSpPr>
            <a:spLocks noGrp="1"/>
          </p:cNvSpPr>
          <p:nvPr>
            <p:ph type="title"/>
          </p:nvPr>
        </p:nvSpPr>
        <p:spPr/>
        <p:txBody>
          <a:bodyPr/>
          <a:lstStyle/>
          <a:p>
            <a:r>
              <a:rPr lang="zh-CN" altLang="en-US"/>
              <a:t>用户体验与服务设计</a:t>
            </a:r>
          </a:p>
        </p:txBody>
      </p:sp>
      <p:grpSp>
        <p:nvGrpSpPr>
          <p:cNvPr id="134" name="组合 133">
            <a:extLst>
              <a:ext uri="{FF2B5EF4-FFF2-40B4-BE49-F238E27FC236}">
                <a16:creationId xmlns:a16="http://schemas.microsoft.com/office/drawing/2014/main" id="{BF170E8C-97D6-E7DF-4906-BB5CBA5B9CD9}"/>
              </a:ext>
            </a:extLst>
          </p:cNvPr>
          <p:cNvGrpSpPr/>
          <p:nvPr/>
        </p:nvGrpSpPr>
        <p:grpSpPr>
          <a:xfrm>
            <a:off x="650685" y="1514366"/>
            <a:ext cx="10846780" cy="4619734"/>
            <a:chOff x="650685" y="1514366"/>
            <a:chExt cx="10846780" cy="4619734"/>
          </a:xfrm>
        </p:grpSpPr>
        <p:sp>
          <p:nvSpPr>
            <p:cNvPr id="4" name="Title">
              <a:extLst>
                <a:ext uri="{FF2B5EF4-FFF2-40B4-BE49-F238E27FC236}">
                  <a16:creationId xmlns:a16="http://schemas.microsoft.com/office/drawing/2014/main" id="{A29CA5BD-BFAF-D0CB-BED8-55EA0D118AFD}"/>
                </a:ext>
              </a:extLst>
            </p:cNvPr>
            <p:cNvSpPr txBox="1"/>
            <p:nvPr/>
          </p:nvSpPr>
          <p:spPr>
            <a:xfrm>
              <a:off x="7839392" y="1514366"/>
              <a:ext cx="3658073" cy="1221617"/>
            </a:xfrm>
            <a:prstGeom prst="rect">
              <a:avLst/>
            </a:prstGeom>
            <a:noFill/>
            <a:ln>
              <a:noFill/>
            </a:ln>
          </p:spPr>
          <p:txBody>
            <a:bodyPr wrap="square" lIns="91440" tIns="45720" rIns="91440" bIns="45720" anchor="b" anchorCtr="0">
              <a:normAutofit/>
            </a:bodyPr>
            <a:lstStyle/>
            <a:p>
              <a:pPr marL="0" marR="0" lvl="0" indent="0" algn="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rPr>
                <a:t>以人为本的设计理念在行业中的应用</a:t>
              </a:r>
              <a:endParaRPr kumimoji="0" lang="en-US" altLang="zh-CN" sz="2400" b="1" i="0" u="none" strike="noStrike" kern="1200" cap="none" spc="0" normalizeH="0" baseline="0" noProof="0" dirty="0">
                <a:ln>
                  <a:noFill/>
                </a:ln>
                <a:effectLst/>
                <a:uLnTx/>
                <a:uFillTx/>
              </a:endParaRPr>
            </a:p>
          </p:txBody>
        </p:sp>
        <p:grpSp>
          <p:nvGrpSpPr>
            <p:cNvPr id="132" name="组合 131">
              <a:extLst>
                <a:ext uri="{FF2B5EF4-FFF2-40B4-BE49-F238E27FC236}">
                  <a16:creationId xmlns:a16="http://schemas.microsoft.com/office/drawing/2014/main" id="{A3606C77-D86D-296A-0278-2F683FCD31CD}"/>
                </a:ext>
              </a:extLst>
            </p:cNvPr>
            <p:cNvGrpSpPr/>
            <p:nvPr/>
          </p:nvGrpSpPr>
          <p:grpSpPr>
            <a:xfrm>
              <a:off x="650685" y="2017663"/>
              <a:ext cx="6518491" cy="4116437"/>
              <a:chOff x="650685" y="2017663"/>
              <a:chExt cx="6518491" cy="4116437"/>
            </a:xfrm>
          </p:grpSpPr>
          <p:grpSp>
            <p:nvGrpSpPr>
              <p:cNvPr id="6" name="组合 5">
                <a:extLst>
                  <a:ext uri="{FF2B5EF4-FFF2-40B4-BE49-F238E27FC236}">
                    <a16:creationId xmlns:a16="http://schemas.microsoft.com/office/drawing/2014/main" id="{1FC37C05-F9BA-7F70-FBCE-373692261C78}"/>
                  </a:ext>
                </a:extLst>
              </p:cNvPr>
              <p:cNvGrpSpPr/>
              <p:nvPr/>
            </p:nvGrpSpPr>
            <p:grpSpPr>
              <a:xfrm>
                <a:off x="650685" y="2017663"/>
                <a:ext cx="6518491" cy="713823"/>
                <a:chOff x="616550" y="2091952"/>
                <a:chExt cx="6518491" cy="713823"/>
              </a:xfrm>
            </p:grpSpPr>
            <p:sp>
              <p:nvSpPr>
                <p:cNvPr id="19" name="Bullet1">
                  <a:extLst>
                    <a:ext uri="{FF2B5EF4-FFF2-40B4-BE49-F238E27FC236}">
                      <a16:creationId xmlns:a16="http://schemas.microsoft.com/office/drawing/2014/main" id="{70F42A34-C8A9-8459-CB5A-867C8AFC3A17}"/>
                    </a:ext>
                  </a:extLst>
                </p:cNvPr>
                <p:cNvSpPr/>
                <p:nvPr/>
              </p:nvSpPr>
              <p:spPr>
                <a:xfrm>
                  <a:off x="660400" y="2091952"/>
                  <a:ext cx="2823029" cy="646331"/>
                </a:xfrm>
                <a:prstGeom prst="roundRect">
                  <a:avLst>
                    <a:gd name="adj" fmla="val 50000"/>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zh-CN" altLang="en-US" b="1" dirty="0">
                      <a:solidFill>
                        <a:schemeClr val="tx1"/>
                      </a:solidFill>
                    </a:rPr>
                    <a:t>用户体验优先</a:t>
                  </a:r>
                  <a:endParaRPr lang="en-GB" altLang="zh-CN" b="1" dirty="0">
                    <a:solidFill>
                      <a:schemeClr val="tx1"/>
                    </a:solidFill>
                  </a:endParaRPr>
                </a:p>
              </p:txBody>
            </p:sp>
            <p:sp>
              <p:nvSpPr>
                <p:cNvPr id="20" name="Number1">
                  <a:extLst>
                    <a:ext uri="{FF2B5EF4-FFF2-40B4-BE49-F238E27FC236}">
                      <a16:creationId xmlns:a16="http://schemas.microsoft.com/office/drawing/2014/main" id="{788993F8-7942-8BC1-B5E9-48C0EE701B06}"/>
                    </a:ext>
                  </a:extLst>
                </p:cNvPr>
                <p:cNvSpPr/>
                <p:nvPr/>
              </p:nvSpPr>
              <p:spPr>
                <a:xfrm>
                  <a:off x="616550" y="2102687"/>
                  <a:ext cx="635596" cy="635596"/>
                </a:xfrm>
                <a:prstGeom prst="roundRect">
                  <a:avLst>
                    <a:gd name="adj" fmla="val 50000"/>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GB" b="1" dirty="0">
                      <a:solidFill>
                        <a:srgbClr val="FFFFFF"/>
                      </a:solidFill>
                    </a:rPr>
                    <a:t>01</a:t>
                  </a:r>
                </a:p>
              </p:txBody>
            </p:sp>
            <p:sp>
              <p:nvSpPr>
                <p:cNvPr id="21" name="Text1">
                  <a:extLst>
                    <a:ext uri="{FF2B5EF4-FFF2-40B4-BE49-F238E27FC236}">
                      <a16:creationId xmlns:a16="http://schemas.microsoft.com/office/drawing/2014/main" id="{F6FCA0C4-1748-2AEA-D8EF-04CCDB5405C7}"/>
                    </a:ext>
                  </a:extLst>
                </p:cNvPr>
                <p:cNvSpPr txBox="1"/>
                <p:nvPr/>
              </p:nvSpPr>
              <p:spPr>
                <a:xfrm>
                  <a:off x="3585334" y="2161734"/>
                  <a:ext cx="3549707" cy="644041"/>
                </a:xfrm>
                <a:prstGeom prst="rect">
                  <a:avLst/>
                </a:prstGeom>
                <a:noFill/>
              </p:spPr>
              <p:txBody>
                <a:bodyPr wrap="square" rtlCol="0" anchor="t">
                  <a:normAutofit/>
                </a:bodyPr>
                <a:lstStyle/>
                <a:p>
                  <a:pPr>
                    <a:lnSpc>
                      <a:spcPct val="120000"/>
                    </a:lnSpc>
                  </a:pPr>
                  <a:r>
                    <a:rPr lang="zh-CN" altLang="en-US" sz="1200"/>
                    <a:t>关注个体需求，提升满意度</a:t>
                  </a:r>
                  <a:endParaRPr lang="en-GB" altLang="zh-CN" sz="1200" dirty="0"/>
                </a:p>
              </p:txBody>
            </p:sp>
          </p:grpSp>
          <p:grpSp>
            <p:nvGrpSpPr>
              <p:cNvPr id="7" name="组合 6">
                <a:extLst>
                  <a:ext uri="{FF2B5EF4-FFF2-40B4-BE49-F238E27FC236}">
                    <a16:creationId xmlns:a16="http://schemas.microsoft.com/office/drawing/2014/main" id="{C1E2A282-EF6B-ED7F-25B5-101EBBBB0057}"/>
                  </a:ext>
                </a:extLst>
              </p:cNvPr>
              <p:cNvGrpSpPr/>
              <p:nvPr/>
            </p:nvGrpSpPr>
            <p:grpSpPr>
              <a:xfrm>
                <a:off x="650685" y="3151868"/>
                <a:ext cx="6518491" cy="713823"/>
                <a:chOff x="616550" y="2091952"/>
                <a:chExt cx="6518491" cy="713823"/>
              </a:xfrm>
            </p:grpSpPr>
            <p:sp>
              <p:nvSpPr>
                <p:cNvPr id="16" name="Bullet2">
                  <a:extLst>
                    <a:ext uri="{FF2B5EF4-FFF2-40B4-BE49-F238E27FC236}">
                      <a16:creationId xmlns:a16="http://schemas.microsoft.com/office/drawing/2014/main" id="{85AF6DCD-1E7D-49F9-FE7F-1C2E2ED0A829}"/>
                    </a:ext>
                  </a:extLst>
                </p:cNvPr>
                <p:cNvSpPr/>
                <p:nvPr/>
              </p:nvSpPr>
              <p:spPr>
                <a:xfrm>
                  <a:off x="660400" y="2091952"/>
                  <a:ext cx="2823029" cy="646331"/>
                </a:xfrm>
                <a:prstGeom prst="roundRect">
                  <a:avLst>
                    <a:gd name="adj" fmla="val 50000"/>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zh-CN" altLang="en-US" b="1">
                      <a:solidFill>
                        <a:schemeClr val="tx1"/>
                      </a:solidFill>
                    </a:rPr>
                    <a:t>服务设计创新</a:t>
                  </a:r>
                  <a:endParaRPr lang="en-GB" altLang="zh-CN" b="1" dirty="0">
                    <a:solidFill>
                      <a:schemeClr val="tx1"/>
                    </a:solidFill>
                  </a:endParaRPr>
                </a:p>
              </p:txBody>
            </p:sp>
            <p:sp>
              <p:nvSpPr>
                <p:cNvPr id="17" name="Number2">
                  <a:extLst>
                    <a:ext uri="{FF2B5EF4-FFF2-40B4-BE49-F238E27FC236}">
                      <a16:creationId xmlns:a16="http://schemas.microsoft.com/office/drawing/2014/main" id="{32A3F88C-12C6-8E94-C28F-C4D82E38EFEF}"/>
                    </a:ext>
                  </a:extLst>
                </p:cNvPr>
                <p:cNvSpPr/>
                <p:nvPr/>
              </p:nvSpPr>
              <p:spPr>
                <a:xfrm>
                  <a:off x="616550" y="2102687"/>
                  <a:ext cx="635596" cy="635596"/>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GB" b="1" dirty="0">
                      <a:solidFill>
                        <a:srgbClr val="FFFFFF"/>
                      </a:solidFill>
                      <a:cs typeface="+mn-ea"/>
                    </a:rPr>
                    <a:t>02</a:t>
                  </a:r>
                </a:p>
              </p:txBody>
            </p:sp>
            <p:sp>
              <p:nvSpPr>
                <p:cNvPr id="18" name="Text2">
                  <a:extLst>
                    <a:ext uri="{FF2B5EF4-FFF2-40B4-BE49-F238E27FC236}">
                      <a16:creationId xmlns:a16="http://schemas.microsoft.com/office/drawing/2014/main" id="{E98B4070-35B4-A8CD-F123-7C89C8A4FDE1}"/>
                    </a:ext>
                  </a:extLst>
                </p:cNvPr>
                <p:cNvSpPr txBox="1"/>
                <p:nvPr/>
              </p:nvSpPr>
              <p:spPr>
                <a:xfrm>
                  <a:off x="3585334" y="2161734"/>
                  <a:ext cx="3549707" cy="644041"/>
                </a:xfrm>
                <a:prstGeom prst="rect">
                  <a:avLst/>
                </a:prstGeom>
                <a:noFill/>
              </p:spPr>
              <p:txBody>
                <a:bodyPr wrap="square" rtlCol="0" anchor="t">
                  <a:normAutofit/>
                </a:bodyPr>
                <a:lstStyle/>
                <a:p>
                  <a:pPr>
                    <a:lnSpc>
                      <a:spcPct val="120000"/>
                    </a:lnSpc>
                  </a:pPr>
                  <a:r>
                    <a:rPr lang="zh-CN" altLang="en-US" sz="1200"/>
                    <a:t>融合科技与人文，优化体验</a:t>
                  </a:r>
                  <a:endParaRPr lang="en-GB" altLang="zh-CN" sz="1200" dirty="0"/>
                </a:p>
              </p:txBody>
            </p:sp>
          </p:grpSp>
          <p:grpSp>
            <p:nvGrpSpPr>
              <p:cNvPr id="8" name="组合 7">
                <a:extLst>
                  <a:ext uri="{FF2B5EF4-FFF2-40B4-BE49-F238E27FC236}">
                    <a16:creationId xmlns:a16="http://schemas.microsoft.com/office/drawing/2014/main" id="{D24A051E-6079-B067-C840-D983C3474B39}"/>
                  </a:ext>
                </a:extLst>
              </p:cNvPr>
              <p:cNvGrpSpPr/>
              <p:nvPr/>
            </p:nvGrpSpPr>
            <p:grpSpPr>
              <a:xfrm>
                <a:off x="650685" y="4286073"/>
                <a:ext cx="6518491" cy="713823"/>
                <a:chOff x="616550" y="2091952"/>
                <a:chExt cx="6518491" cy="713823"/>
              </a:xfrm>
            </p:grpSpPr>
            <p:sp>
              <p:nvSpPr>
                <p:cNvPr id="13" name="Bullet3">
                  <a:extLst>
                    <a:ext uri="{FF2B5EF4-FFF2-40B4-BE49-F238E27FC236}">
                      <a16:creationId xmlns:a16="http://schemas.microsoft.com/office/drawing/2014/main" id="{924C9978-856F-13B7-D9D2-A43B0664E388}"/>
                    </a:ext>
                  </a:extLst>
                </p:cNvPr>
                <p:cNvSpPr/>
                <p:nvPr/>
              </p:nvSpPr>
              <p:spPr>
                <a:xfrm>
                  <a:off x="660400" y="2091952"/>
                  <a:ext cx="2823029" cy="646331"/>
                </a:xfrm>
                <a:prstGeom prst="roundRect">
                  <a:avLst>
                    <a:gd name="adj" fmla="val 50000"/>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zh-CN" altLang="en-US" b="1">
                      <a:solidFill>
                        <a:schemeClr val="tx1"/>
                      </a:solidFill>
                    </a:rPr>
                    <a:t>个性化定制服务</a:t>
                  </a:r>
                  <a:endParaRPr lang="en-GB" altLang="zh-CN" b="1" dirty="0">
                    <a:solidFill>
                      <a:schemeClr val="tx1"/>
                    </a:solidFill>
                  </a:endParaRPr>
                </a:p>
              </p:txBody>
            </p:sp>
            <p:sp>
              <p:nvSpPr>
                <p:cNvPr id="14" name="Number3">
                  <a:extLst>
                    <a:ext uri="{FF2B5EF4-FFF2-40B4-BE49-F238E27FC236}">
                      <a16:creationId xmlns:a16="http://schemas.microsoft.com/office/drawing/2014/main" id="{777B4CDC-61ED-B27E-3535-A84E2F114753}"/>
                    </a:ext>
                  </a:extLst>
                </p:cNvPr>
                <p:cNvSpPr/>
                <p:nvPr/>
              </p:nvSpPr>
              <p:spPr>
                <a:xfrm>
                  <a:off x="616550" y="2102687"/>
                  <a:ext cx="635596" cy="635596"/>
                </a:xfrm>
                <a:prstGeom prst="roundRect">
                  <a:avLst>
                    <a:gd name="adj" fmla="val 50000"/>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GB" b="1">
                      <a:solidFill>
                        <a:srgbClr val="FFFFFF"/>
                      </a:solidFill>
                    </a:rPr>
                    <a:t>03</a:t>
                  </a:r>
                  <a:endParaRPr lang="en-GB" b="1" dirty="0">
                    <a:solidFill>
                      <a:srgbClr val="FFFFFF"/>
                    </a:solidFill>
                  </a:endParaRPr>
                </a:p>
              </p:txBody>
            </p:sp>
            <p:sp>
              <p:nvSpPr>
                <p:cNvPr id="15" name="Text3">
                  <a:extLst>
                    <a:ext uri="{FF2B5EF4-FFF2-40B4-BE49-F238E27FC236}">
                      <a16:creationId xmlns:a16="http://schemas.microsoft.com/office/drawing/2014/main" id="{7D78E27B-8484-C5A0-FE94-36CAED005229}"/>
                    </a:ext>
                  </a:extLst>
                </p:cNvPr>
                <p:cNvSpPr txBox="1"/>
                <p:nvPr/>
              </p:nvSpPr>
              <p:spPr>
                <a:xfrm>
                  <a:off x="3585334" y="2161734"/>
                  <a:ext cx="3549707" cy="644041"/>
                </a:xfrm>
                <a:prstGeom prst="rect">
                  <a:avLst/>
                </a:prstGeom>
                <a:noFill/>
              </p:spPr>
              <p:txBody>
                <a:bodyPr wrap="square" rtlCol="0" anchor="t">
                  <a:normAutofit/>
                </a:bodyPr>
                <a:lstStyle/>
                <a:p>
                  <a:pPr>
                    <a:lnSpc>
                      <a:spcPct val="120000"/>
                    </a:lnSpc>
                  </a:pPr>
                  <a:r>
                    <a:rPr lang="zh-CN" altLang="en-US" sz="1200"/>
                    <a:t>利用数据驱动，满足个性化需求</a:t>
                  </a:r>
                  <a:endParaRPr lang="en-GB" altLang="zh-CN" sz="1200" dirty="0"/>
                </a:p>
              </p:txBody>
            </p:sp>
          </p:grpSp>
          <p:grpSp>
            <p:nvGrpSpPr>
              <p:cNvPr id="9" name="组合 8">
                <a:extLst>
                  <a:ext uri="{FF2B5EF4-FFF2-40B4-BE49-F238E27FC236}">
                    <a16:creationId xmlns:a16="http://schemas.microsoft.com/office/drawing/2014/main" id="{026AEC71-0CA7-D664-98BA-6CEC3E32D2D0}"/>
                  </a:ext>
                </a:extLst>
              </p:cNvPr>
              <p:cNvGrpSpPr/>
              <p:nvPr/>
            </p:nvGrpSpPr>
            <p:grpSpPr>
              <a:xfrm>
                <a:off x="650685" y="5420277"/>
                <a:ext cx="6518491" cy="713823"/>
                <a:chOff x="616550" y="2091952"/>
                <a:chExt cx="6518491" cy="713823"/>
              </a:xfrm>
            </p:grpSpPr>
            <p:sp>
              <p:nvSpPr>
                <p:cNvPr id="10" name="Bullet4">
                  <a:extLst>
                    <a:ext uri="{FF2B5EF4-FFF2-40B4-BE49-F238E27FC236}">
                      <a16:creationId xmlns:a16="http://schemas.microsoft.com/office/drawing/2014/main" id="{DC542777-9A1F-F238-C2CD-12206E9BFE9C}"/>
                    </a:ext>
                  </a:extLst>
                </p:cNvPr>
                <p:cNvSpPr/>
                <p:nvPr/>
              </p:nvSpPr>
              <p:spPr>
                <a:xfrm>
                  <a:off x="660400" y="2091952"/>
                  <a:ext cx="2823029" cy="646331"/>
                </a:xfrm>
                <a:prstGeom prst="roundRect">
                  <a:avLst>
                    <a:gd name="adj" fmla="val 50000"/>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zh-CN" altLang="en-US" b="1">
                      <a:solidFill>
                        <a:schemeClr val="tx1"/>
                      </a:solidFill>
                    </a:rPr>
                    <a:t>人工智能助力</a:t>
                  </a:r>
                  <a:endParaRPr lang="en-GB" altLang="zh-CN" b="1" dirty="0">
                    <a:solidFill>
                      <a:schemeClr val="tx1"/>
                    </a:solidFill>
                  </a:endParaRPr>
                </a:p>
              </p:txBody>
            </p:sp>
            <p:sp>
              <p:nvSpPr>
                <p:cNvPr id="11" name="Number4">
                  <a:extLst>
                    <a:ext uri="{FF2B5EF4-FFF2-40B4-BE49-F238E27FC236}">
                      <a16:creationId xmlns:a16="http://schemas.microsoft.com/office/drawing/2014/main" id="{FC667E79-73E2-CB93-C8A3-215DD99D9F54}"/>
                    </a:ext>
                  </a:extLst>
                </p:cNvPr>
                <p:cNvSpPr/>
                <p:nvPr/>
              </p:nvSpPr>
              <p:spPr>
                <a:xfrm>
                  <a:off x="616550" y="2102687"/>
                  <a:ext cx="635596" cy="635596"/>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GB" b="1" dirty="0">
                      <a:solidFill>
                        <a:srgbClr val="FFFFFF"/>
                      </a:solidFill>
                      <a:cs typeface="+mn-ea"/>
                    </a:rPr>
                    <a:t>04</a:t>
                  </a:r>
                </a:p>
              </p:txBody>
            </p:sp>
            <p:sp>
              <p:nvSpPr>
                <p:cNvPr id="12" name="Text4">
                  <a:extLst>
                    <a:ext uri="{FF2B5EF4-FFF2-40B4-BE49-F238E27FC236}">
                      <a16:creationId xmlns:a16="http://schemas.microsoft.com/office/drawing/2014/main" id="{4B2395F9-04BC-6152-9FA1-B07E369F8462}"/>
                    </a:ext>
                  </a:extLst>
                </p:cNvPr>
                <p:cNvSpPr txBox="1"/>
                <p:nvPr/>
              </p:nvSpPr>
              <p:spPr>
                <a:xfrm>
                  <a:off x="3585334" y="2161734"/>
                  <a:ext cx="3549707" cy="644041"/>
                </a:xfrm>
                <a:prstGeom prst="rect">
                  <a:avLst/>
                </a:prstGeom>
                <a:noFill/>
              </p:spPr>
              <p:txBody>
                <a:bodyPr wrap="square" rtlCol="0" anchor="t">
                  <a:normAutofit/>
                </a:bodyPr>
                <a:lstStyle/>
                <a:p>
                  <a:pPr>
                    <a:lnSpc>
                      <a:spcPct val="120000"/>
                    </a:lnSpc>
                  </a:pPr>
                  <a:r>
                    <a:rPr lang="zh-CN" altLang="en-US" sz="1200"/>
                    <a:t>智能助手辅助，提升服务效率</a:t>
                  </a:r>
                  <a:endParaRPr lang="en-GB" altLang="zh-CN" sz="1200" dirty="0"/>
                </a:p>
              </p:txBody>
            </p:sp>
          </p:grpSp>
        </p:grpSp>
        <p:sp>
          <p:nvSpPr>
            <p:cNvPr id="133" name="矩形: 圆角 132">
              <a:extLst>
                <a:ext uri="{FF2B5EF4-FFF2-40B4-BE49-F238E27FC236}">
                  <a16:creationId xmlns:a16="http://schemas.microsoft.com/office/drawing/2014/main" id="{33450451-661B-DBAE-42C4-25018B39D3B3}"/>
                </a:ext>
              </a:extLst>
            </p:cNvPr>
            <p:cNvSpPr/>
            <p:nvPr/>
          </p:nvSpPr>
          <p:spPr>
            <a:xfrm>
              <a:off x="7169176" y="2979420"/>
              <a:ext cx="4328289" cy="2979420"/>
            </a:xfrm>
            <a:prstGeom prst="roundRect">
              <a:avLst>
                <a:gd name="adj" fmla="val 4902"/>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906545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9cec58dc-9256-4134-aed9-c66f2f9f2212.source.5.zh-Hans">
            <a:extLst>
              <a:ext uri="{FF2B5EF4-FFF2-40B4-BE49-F238E27FC236}">
                <a16:creationId xmlns:a16="http://schemas.microsoft.com/office/drawing/2014/main" id="{48D33FDF-9E26-10C5-6E9B-34EFC477E015}"/>
              </a:ext>
            </a:extLst>
          </p:cNvPr>
          <p:cNvGrpSpPr/>
          <p:nvPr/>
        </p:nvGrpSpPr>
        <p:grpSpPr>
          <a:xfrm>
            <a:off x="660400" y="1739958"/>
            <a:ext cx="10858500" cy="3903385"/>
            <a:chOff x="660400" y="1739958"/>
            <a:chExt cx="10858500" cy="3903385"/>
          </a:xfrm>
        </p:grpSpPr>
        <p:sp>
          <p:nvSpPr>
            <p:cNvPr id="6" name="Title">
              <a:extLst>
                <a:ext uri="{FF2B5EF4-FFF2-40B4-BE49-F238E27FC236}">
                  <a16:creationId xmlns:a16="http://schemas.microsoft.com/office/drawing/2014/main" id="{643FE4DC-8A24-31BC-79B7-19B8A2DDC673}"/>
                </a:ext>
              </a:extLst>
            </p:cNvPr>
            <p:cNvSpPr/>
            <p:nvPr/>
          </p:nvSpPr>
          <p:spPr>
            <a:xfrm>
              <a:off x="660400" y="1739958"/>
              <a:ext cx="10858500" cy="650872"/>
            </a:xfrm>
            <a:prstGeom prst="rect">
              <a:avLst/>
            </a:prstGeom>
          </p:spPr>
          <p:txBody>
            <a:bodyPr wrap="square" anchor="t" anchorCtr="1">
              <a:normAutofit/>
            </a:bodyPr>
            <a:lstStyle/>
            <a:p>
              <a:pPr algn="ctr">
                <a:buSzPct val="25000"/>
              </a:pPr>
              <a:r>
                <a:rPr lang="zh-CN" altLang="en-US" sz="2400" b="1" dirty="0"/>
                <a:t>科技发展中面临的伦理挑战与解决方案</a:t>
              </a:r>
              <a:endParaRPr lang="en-US" dirty="0"/>
            </a:p>
          </p:txBody>
        </p:sp>
        <p:grpSp>
          <p:nvGrpSpPr>
            <p:cNvPr id="8" name="组合 7">
              <a:extLst>
                <a:ext uri="{FF2B5EF4-FFF2-40B4-BE49-F238E27FC236}">
                  <a16:creationId xmlns:a16="http://schemas.microsoft.com/office/drawing/2014/main" id="{5F48EA2F-68C7-DF62-AFBD-130D851DC67F}"/>
                </a:ext>
              </a:extLst>
            </p:cNvPr>
            <p:cNvGrpSpPr/>
            <p:nvPr/>
          </p:nvGrpSpPr>
          <p:grpSpPr>
            <a:xfrm>
              <a:off x="660400" y="2736387"/>
              <a:ext cx="2151380" cy="2906956"/>
              <a:chOff x="551540" y="2736387"/>
              <a:chExt cx="1545763" cy="2906956"/>
            </a:xfrm>
          </p:grpSpPr>
          <p:sp>
            <p:nvSpPr>
              <p:cNvPr id="36" name="Text1">
                <a:extLst>
                  <a:ext uri="{FF2B5EF4-FFF2-40B4-BE49-F238E27FC236}">
                    <a16:creationId xmlns:a16="http://schemas.microsoft.com/office/drawing/2014/main" id="{CB1612D9-82C8-23DE-52FF-8C4C7A9FC3EB}"/>
                  </a:ext>
                </a:extLst>
              </p:cNvPr>
              <p:cNvSpPr txBox="1"/>
              <p:nvPr/>
            </p:nvSpPr>
            <p:spPr>
              <a:xfrm>
                <a:off x="553312" y="4971684"/>
                <a:ext cx="1543991" cy="671659"/>
              </a:xfrm>
              <a:prstGeom prst="rect">
                <a:avLst/>
              </a:prstGeom>
              <a:noFill/>
            </p:spPr>
            <p:txBody>
              <a:bodyPr wrap="square" rtlCol="0" anchor="t" anchorCtr="1">
                <a:norm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dirty="0">
                    <a:solidFill>
                      <a:schemeClr val="tx1"/>
                    </a:solidFill>
                  </a:rPr>
                  <a:t>探讨AI在决策中的伦理问题及其规制。</a:t>
                </a:r>
                <a:endParaRPr lang="en-US" dirty="0"/>
              </a:p>
            </p:txBody>
          </p:sp>
          <p:sp>
            <p:nvSpPr>
              <p:cNvPr id="37" name="Bullet1">
                <a:extLst>
                  <a:ext uri="{FF2B5EF4-FFF2-40B4-BE49-F238E27FC236}">
                    <a16:creationId xmlns:a16="http://schemas.microsoft.com/office/drawing/2014/main" id="{EDA147F4-0907-2DD8-168B-681485C63B96}"/>
                  </a:ext>
                </a:extLst>
              </p:cNvPr>
              <p:cNvSpPr txBox="1"/>
              <p:nvPr/>
            </p:nvSpPr>
            <p:spPr>
              <a:xfrm>
                <a:off x="551540" y="4403834"/>
                <a:ext cx="1528201" cy="581926"/>
              </a:xfrm>
              <a:prstGeom prst="rect">
                <a:avLst/>
              </a:prstGeom>
              <a:noFill/>
              <a:ln>
                <a:noFill/>
              </a:ln>
            </p:spPr>
            <p:txBody>
              <a:bodyPr wrap="square" lIns="91440" tIns="45720" rIns="91440" bIns="45720" anchor="b" anchorCtr="1">
                <a:normAutofit fontScale="92500"/>
              </a:bodyPr>
              <a:lstStyle/>
              <a:p>
                <a:pPr algn="ctr">
                  <a:buSzPct val="25000"/>
                </a:pPr>
                <a:r>
                  <a:rPr lang="zh-CN" altLang="en-US" b="1" dirty="0"/>
                  <a:t>人工智能的道德边界</a:t>
                </a:r>
                <a:endParaRPr lang="en-US" dirty="0"/>
              </a:p>
            </p:txBody>
          </p:sp>
          <p:sp>
            <p:nvSpPr>
              <p:cNvPr id="38" name="Number1">
                <a:extLst>
                  <a:ext uri="{FF2B5EF4-FFF2-40B4-BE49-F238E27FC236}">
                    <a16:creationId xmlns:a16="http://schemas.microsoft.com/office/drawing/2014/main" id="{9A855D03-0054-83E8-26F1-94F589C2CD4E}"/>
                  </a:ext>
                </a:extLst>
              </p:cNvPr>
              <p:cNvSpPr/>
              <p:nvPr/>
            </p:nvSpPr>
            <p:spPr>
              <a:xfrm>
                <a:off x="551543" y="2736387"/>
                <a:ext cx="1528199" cy="776490"/>
              </a:xfrm>
              <a:prstGeom prst="chevron">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US" altLang="zh-CN" b="1" dirty="0">
                    <a:solidFill>
                      <a:srgbClr val="FFFFFF"/>
                    </a:solidFill>
                  </a:rPr>
                  <a:t>01</a:t>
                </a:r>
                <a:endParaRPr lang="zh-CN" altLang="en-US" b="1" dirty="0">
                  <a:solidFill>
                    <a:srgbClr val="FFFFFF"/>
                  </a:solidFill>
                </a:endParaRPr>
              </a:p>
            </p:txBody>
          </p:sp>
          <p:cxnSp>
            <p:nvCxnSpPr>
              <p:cNvPr id="39" name="line1">
                <a:extLst>
                  <a:ext uri="{FF2B5EF4-FFF2-40B4-BE49-F238E27FC236}">
                    <a16:creationId xmlns:a16="http://schemas.microsoft.com/office/drawing/2014/main" id="{92BEC7D2-5DE3-C07D-F273-9952E24D9BD3}"/>
                  </a:ext>
                </a:extLst>
              </p:cNvPr>
              <p:cNvCxnSpPr>
                <a:cxnSpLocks/>
              </p:cNvCxnSpPr>
              <p:nvPr/>
            </p:nvCxnSpPr>
            <p:spPr>
              <a:xfrm>
                <a:off x="1315642" y="3512877"/>
                <a:ext cx="0" cy="782051"/>
              </a:xfrm>
              <a:prstGeom prst="line">
                <a:avLst/>
              </a:prstGeom>
              <a:ln w="9525">
                <a:solidFill>
                  <a:schemeClr val="tx2">
                    <a:alpha val="50000"/>
                  </a:schemeClr>
                </a:solidFill>
                <a:tailEnd type="oval"/>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1B0EEB13-6784-6CD7-188A-CAC20E418363}"/>
                </a:ext>
              </a:extLst>
            </p:cNvPr>
            <p:cNvGrpSpPr/>
            <p:nvPr/>
          </p:nvGrpSpPr>
          <p:grpSpPr>
            <a:xfrm>
              <a:off x="2836537" y="2736387"/>
              <a:ext cx="2152666" cy="2906956"/>
              <a:chOff x="2460206" y="2736387"/>
              <a:chExt cx="1546687" cy="2906956"/>
            </a:xfrm>
          </p:grpSpPr>
          <p:sp>
            <p:nvSpPr>
              <p:cNvPr id="32" name="Text2">
                <a:extLst>
                  <a:ext uri="{FF2B5EF4-FFF2-40B4-BE49-F238E27FC236}">
                    <a16:creationId xmlns:a16="http://schemas.microsoft.com/office/drawing/2014/main" id="{7D5414F7-0857-F7CC-6CA4-9D2C9C959C4A}"/>
                  </a:ext>
                </a:extLst>
              </p:cNvPr>
              <p:cNvSpPr txBox="1"/>
              <p:nvPr/>
            </p:nvSpPr>
            <p:spPr>
              <a:xfrm>
                <a:off x="2462904" y="4971684"/>
                <a:ext cx="1543989" cy="671659"/>
              </a:xfrm>
              <a:prstGeom prst="rect">
                <a:avLst/>
              </a:prstGeom>
              <a:noFill/>
            </p:spPr>
            <p:txBody>
              <a:bodyPr wrap="square" rtlCol="0" anchor="t" anchorCtr="1">
                <a:norm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dirty="0">
                    <a:solidFill>
                      <a:schemeClr val="tx1"/>
                    </a:solidFill>
                  </a:rPr>
                  <a:t>分析基因技术在医疗、生物领域的道德争议。</a:t>
                </a:r>
                <a:endParaRPr lang="en-US" dirty="0"/>
              </a:p>
            </p:txBody>
          </p:sp>
          <p:sp>
            <p:nvSpPr>
              <p:cNvPr id="33" name="Bullet2">
                <a:extLst>
                  <a:ext uri="{FF2B5EF4-FFF2-40B4-BE49-F238E27FC236}">
                    <a16:creationId xmlns:a16="http://schemas.microsoft.com/office/drawing/2014/main" id="{C9F2B21E-3C7A-8B9D-1DF0-70F827E22821}"/>
                  </a:ext>
                </a:extLst>
              </p:cNvPr>
              <p:cNvSpPr txBox="1"/>
              <p:nvPr/>
            </p:nvSpPr>
            <p:spPr>
              <a:xfrm>
                <a:off x="2460206" y="4403834"/>
                <a:ext cx="1528200" cy="581926"/>
              </a:xfrm>
              <a:prstGeom prst="rect">
                <a:avLst/>
              </a:prstGeom>
              <a:noFill/>
              <a:ln>
                <a:noFill/>
              </a:ln>
            </p:spPr>
            <p:txBody>
              <a:bodyPr wrap="square" lIns="91440" tIns="45720" rIns="91440" bIns="45720" anchor="b" anchorCtr="1">
                <a:normAutofit fontScale="92500"/>
              </a:bodyPr>
              <a:lstStyle/>
              <a:p>
                <a:pPr algn="ctr">
                  <a:buSzPct val="25000"/>
                </a:pPr>
                <a:r>
                  <a:rPr lang="zh-CN" altLang="en-US" b="1" dirty="0"/>
                  <a:t>基因编辑的技术伦理</a:t>
                </a:r>
                <a:endParaRPr lang="en-US" dirty="0"/>
              </a:p>
            </p:txBody>
          </p:sp>
          <p:sp>
            <p:nvSpPr>
              <p:cNvPr id="34" name="Number2">
                <a:extLst>
                  <a:ext uri="{FF2B5EF4-FFF2-40B4-BE49-F238E27FC236}">
                    <a16:creationId xmlns:a16="http://schemas.microsoft.com/office/drawing/2014/main" id="{3A22F4F2-B2EF-C998-54B8-7988C7FBF0F7}"/>
                  </a:ext>
                </a:extLst>
              </p:cNvPr>
              <p:cNvSpPr/>
              <p:nvPr/>
            </p:nvSpPr>
            <p:spPr>
              <a:xfrm>
                <a:off x="2460206" y="2736387"/>
                <a:ext cx="1528199" cy="776490"/>
              </a:xfrm>
              <a:prstGeom prst="chevron">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02</a:t>
                </a:r>
                <a:endParaRPr lang="zh-CN" altLang="en-US" b="1" dirty="0">
                  <a:solidFill>
                    <a:srgbClr val="FFFFFF"/>
                  </a:solidFill>
                  <a:cs typeface="+mn-ea"/>
                </a:endParaRPr>
              </a:p>
            </p:txBody>
          </p:sp>
          <p:cxnSp>
            <p:nvCxnSpPr>
              <p:cNvPr id="35" name="line2">
                <a:extLst>
                  <a:ext uri="{FF2B5EF4-FFF2-40B4-BE49-F238E27FC236}">
                    <a16:creationId xmlns:a16="http://schemas.microsoft.com/office/drawing/2014/main" id="{BAF6AE60-A886-34EE-6409-BBCE404C87B0}"/>
                  </a:ext>
                </a:extLst>
              </p:cNvPr>
              <p:cNvCxnSpPr>
                <a:cxnSpLocks/>
              </p:cNvCxnSpPr>
              <p:nvPr/>
            </p:nvCxnSpPr>
            <p:spPr>
              <a:xfrm>
                <a:off x="3224305" y="3512877"/>
                <a:ext cx="0" cy="782051"/>
              </a:xfrm>
              <a:prstGeom prst="line">
                <a:avLst/>
              </a:prstGeom>
              <a:ln w="9525">
                <a:solidFill>
                  <a:schemeClr val="tx2">
                    <a:alpha val="50000"/>
                  </a:schemeClr>
                </a:solidFill>
                <a:tailEnd type="ova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80BD8A07-6627-6FB5-CCF1-7D3E653D353A}"/>
                </a:ext>
              </a:extLst>
            </p:cNvPr>
            <p:cNvGrpSpPr/>
            <p:nvPr/>
          </p:nvGrpSpPr>
          <p:grpSpPr>
            <a:xfrm>
              <a:off x="5013960" y="2736387"/>
              <a:ext cx="2151380" cy="2906956"/>
              <a:chOff x="4369796" y="2736387"/>
              <a:chExt cx="1545763" cy="2906956"/>
            </a:xfrm>
          </p:grpSpPr>
          <p:sp>
            <p:nvSpPr>
              <p:cNvPr id="28" name="Text3">
                <a:extLst>
                  <a:ext uri="{FF2B5EF4-FFF2-40B4-BE49-F238E27FC236}">
                    <a16:creationId xmlns:a16="http://schemas.microsoft.com/office/drawing/2014/main" id="{2AD9C603-9433-96C4-2A3D-935AFE895D05}"/>
                  </a:ext>
                </a:extLst>
              </p:cNvPr>
              <p:cNvSpPr txBox="1"/>
              <p:nvPr/>
            </p:nvSpPr>
            <p:spPr>
              <a:xfrm>
                <a:off x="4371568" y="4971684"/>
                <a:ext cx="1543991" cy="671659"/>
              </a:xfrm>
              <a:prstGeom prst="rect">
                <a:avLst/>
              </a:prstGeom>
              <a:noFill/>
            </p:spPr>
            <p:txBody>
              <a:bodyPr wrap="square" rtlCol="0" anchor="t" anchorCtr="1">
                <a:norm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dirty="0">
                    <a:solidFill>
                      <a:schemeClr val="tx1"/>
                    </a:solidFill>
                  </a:rPr>
                  <a:t>讨论大数据时代下个人信息安全的伦理挑战。</a:t>
                </a:r>
                <a:endParaRPr lang="en-US" dirty="0"/>
              </a:p>
            </p:txBody>
          </p:sp>
          <p:sp>
            <p:nvSpPr>
              <p:cNvPr id="29" name="Bullet3">
                <a:extLst>
                  <a:ext uri="{FF2B5EF4-FFF2-40B4-BE49-F238E27FC236}">
                    <a16:creationId xmlns:a16="http://schemas.microsoft.com/office/drawing/2014/main" id="{A469825B-0ECF-47D5-7860-977BA54F7FF7}"/>
                  </a:ext>
                </a:extLst>
              </p:cNvPr>
              <p:cNvSpPr txBox="1"/>
              <p:nvPr/>
            </p:nvSpPr>
            <p:spPr>
              <a:xfrm>
                <a:off x="4369796" y="4403834"/>
                <a:ext cx="1528201" cy="581926"/>
              </a:xfrm>
              <a:prstGeom prst="rect">
                <a:avLst/>
              </a:prstGeom>
              <a:noFill/>
              <a:ln>
                <a:noFill/>
              </a:ln>
            </p:spPr>
            <p:txBody>
              <a:bodyPr wrap="square" lIns="91440" tIns="45720" rIns="91440" bIns="45720" anchor="b" anchorCtr="1">
                <a:normAutofit fontScale="92500"/>
              </a:bodyPr>
              <a:lstStyle/>
              <a:p>
                <a:pPr algn="ctr">
                  <a:buSzPct val="25000"/>
                </a:pPr>
                <a:r>
                  <a:rPr lang="zh-CN" altLang="en-US" b="1" dirty="0"/>
                  <a:t>数据隐私的保护机制</a:t>
                </a:r>
                <a:endParaRPr lang="en-US" dirty="0"/>
              </a:p>
            </p:txBody>
          </p:sp>
          <p:sp>
            <p:nvSpPr>
              <p:cNvPr id="30" name="Number3">
                <a:extLst>
                  <a:ext uri="{FF2B5EF4-FFF2-40B4-BE49-F238E27FC236}">
                    <a16:creationId xmlns:a16="http://schemas.microsoft.com/office/drawing/2014/main" id="{87C83F84-B00B-FE52-46E8-4C19F6A5EED0}"/>
                  </a:ext>
                </a:extLst>
              </p:cNvPr>
              <p:cNvSpPr/>
              <p:nvPr/>
            </p:nvSpPr>
            <p:spPr>
              <a:xfrm>
                <a:off x="4369799" y="2736387"/>
                <a:ext cx="1528199" cy="776490"/>
              </a:xfrm>
              <a:prstGeom prst="chevron">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US" altLang="zh-CN" b="1" dirty="0">
                    <a:solidFill>
                      <a:srgbClr val="FFFFFF"/>
                    </a:solidFill>
                  </a:rPr>
                  <a:t>03</a:t>
                </a:r>
                <a:endParaRPr lang="zh-CN" altLang="en-US" b="1" dirty="0">
                  <a:solidFill>
                    <a:srgbClr val="FFFFFF"/>
                  </a:solidFill>
                </a:endParaRPr>
              </a:p>
            </p:txBody>
          </p:sp>
          <p:cxnSp>
            <p:nvCxnSpPr>
              <p:cNvPr id="31" name="line3">
                <a:extLst>
                  <a:ext uri="{FF2B5EF4-FFF2-40B4-BE49-F238E27FC236}">
                    <a16:creationId xmlns:a16="http://schemas.microsoft.com/office/drawing/2014/main" id="{9148DFBD-EEA0-CEA3-DE68-5C18CB317CCC}"/>
                  </a:ext>
                </a:extLst>
              </p:cNvPr>
              <p:cNvCxnSpPr>
                <a:cxnSpLocks/>
              </p:cNvCxnSpPr>
              <p:nvPr/>
            </p:nvCxnSpPr>
            <p:spPr>
              <a:xfrm>
                <a:off x="5133898" y="3512877"/>
                <a:ext cx="0" cy="782051"/>
              </a:xfrm>
              <a:prstGeom prst="line">
                <a:avLst/>
              </a:prstGeom>
              <a:ln w="9525">
                <a:solidFill>
                  <a:schemeClr val="tx2">
                    <a:alpha val="50000"/>
                  </a:schemeClr>
                </a:solidFill>
                <a:tailEnd type="oval"/>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3D9A6FDB-3C81-6A4A-F9C6-C535081DE258}"/>
                </a:ext>
              </a:extLst>
            </p:cNvPr>
            <p:cNvGrpSpPr/>
            <p:nvPr/>
          </p:nvGrpSpPr>
          <p:grpSpPr>
            <a:xfrm>
              <a:off x="7190097" y="2736387"/>
              <a:ext cx="2152666" cy="2906956"/>
              <a:chOff x="6278462" y="2736387"/>
              <a:chExt cx="1546687" cy="2906956"/>
            </a:xfrm>
          </p:grpSpPr>
          <p:sp>
            <p:nvSpPr>
              <p:cNvPr id="24" name="Text4">
                <a:extLst>
                  <a:ext uri="{FF2B5EF4-FFF2-40B4-BE49-F238E27FC236}">
                    <a16:creationId xmlns:a16="http://schemas.microsoft.com/office/drawing/2014/main" id="{E1B39F68-C796-CA6A-ED21-393BFC38EE63}"/>
                  </a:ext>
                </a:extLst>
              </p:cNvPr>
              <p:cNvSpPr txBox="1"/>
              <p:nvPr/>
            </p:nvSpPr>
            <p:spPr>
              <a:xfrm>
                <a:off x="6281160" y="4971684"/>
                <a:ext cx="1543989" cy="671659"/>
              </a:xfrm>
              <a:prstGeom prst="rect">
                <a:avLst/>
              </a:prstGeom>
              <a:noFill/>
            </p:spPr>
            <p:txBody>
              <a:bodyPr wrap="square" rtlCol="0" anchor="t" anchorCtr="1">
                <a:norm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dirty="0">
                    <a:solidFill>
                      <a:schemeClr val="tx1"/>
                    </a:solidFill>
                  </a:rPr>
                  <a:t>论述网络行为规范与伦理道德的法律约束。</a:t>
                </a:r>
                <a:endParaRPr lang="en-US" dirty="0"/>
              </a:p>
            </p:txBody>
          </p:sp>
          <p:sp>
            <p:nvSpPr>
              <p:cNvPr id="25" name="Bullet4">
                <a:extLst>
                  <a:ext uri="{FF2B5EF4-FFF2-40B4-BE49-F238E27FC236}">
                    <a16:creationId xmlns:a16="http://schemas.microsoft.com/office/drawing/2014/main" id="{0AFAA3B5-759A-6EFE-93BB-7B0749F3C714}"/>
                  </a:ext>
                </a:extLst>
              </p:cNvPr>
              <p:cNvSpPr txBox="1"/>
              <p:nvPr/>
            </p:nvSpPr>
            <p:spPr>
              <a:xfrm>
                <a:off x="6278462" y="4403834"/>
                <a:ext cx="1528200" cy="581926"/>
              </a:xfrm>
              <a:prstGeom prst="rect">
                <a:avLst/>
              </a:prstGeom>
              <a:noFill/>
              <a:ln>
                <a:noFill/>
              </a:ln>
            </p:spPr>
            <p:txBody>
              <a:bodyPr wrap="square" lIns="91440" tIns="45720" rIns="91440" bIns="45720" anchor="b" anchorCtr="1">
                <a:normAutofit/>
              </a:bodyPr>
              <a:lstStyle/>
              <a:p>
                <a:pPr algn="ctr">
                  <a:buSzPct val="25000"/>
                </a:pPr>
                <a:r>
                  <a:rPr lang="zh-CN" altLang="en-US" b="1" dirty="0"/>
                  <a:t>网络空间的法治化</a:t>
                </a:r>
                <a:endParaRPr lang="en-US" dirty="0"/>
              </a:p>
            </p:txBody>
          </p:sp>
          <p:sp>
            <p:nvSpPr>
              <p:cNvPr id="26" name="Number4">
                <a:extLst>
                  <a:ext uri="{FF2B5EF4-FFF2-40B4-BE49-F238E27FC236}">
                    <a16:creationId xmlns:a16="http://schemas.microsoft.com/office/drawing/2014/main" id="{FFA03EF0-695A-D24E-D621-2B26829ED4CB}"/>
                  </a:ext>
                </a:extLst>
              </p:cNvPr>
              <p:cNvSpPr/>
              <p:nvPr/>
            </p:nvSpPr>
            <p:spPr>
              <a:xfrm>
                <a:off x="6278462" y="2736387"/>
                <a:ext cx="1528199" cy="776490"/>
              </a:xfrm>
              <a:prstGeom prst="chevron">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04</a:t>
                </a:r>
                <a:endParaRPr lang="zh-CN" altLang="en-US" b="1" dirty="0">
                  <a:solidFill>
                    <a:srgbClr val="FFFFFF"/>
                  </a:solidFill>
                  <a:cs typeface="+mn-ea"/>
                </a:endParaRPr>
              </a:p>
            </p:txBody>
          </p:sp>
          <p:cxnSp>
            <p:nvCxnSpPr>
              <p:cNvPr id="27" name="line4">
                <a:extLst>
                  <a:ext uri="{FF2B5EF4-FFF2-40B4-BE49-F238E27FC236}">
                    <a16:creationId xmlns:a16="http://schemas.microsoft.com/office/drawing/2014/main" id="{CD12F246-7BC8-8491-FD78-3BCBA1014AE2}"/>
                  </a:ext>
                </a:extLst>
              </p:cNvPr>
              <p:cNvCxnSpPr>
                <a:cxnSpLocks/>
              </p:cNvCxnSpPr>
              <p:nvPr/>
            </p:nvCxnSpPr>
            <p:spPr>
              <a:xfrm>
                <a:off x="7042561" y="3512877"/>
                <a:ext cx="0" cy="782051"/>
              </a:xfrm>
              <a:prstGeom prst="line">
                <a:avLst/>
              </a:prstGeom>
              <a:ln w="9525">
                <a:solidFill>
                  <a:schemeClr val="tx2">
                    <a:alpha val="50000"/>
                  </a:schemeClr>
                </a:solidFill>
                <a:tailEnd type="ova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B8B11E57-7FA2-08E4-430E-EBA49C4460A5}"/>
                </a:ext>
              </a:extLst>
            </p:cNvPr>
            <p:cNvGrpSpPr/>
            <p:nvPr/>
          </p:nvGrpSpPr>
          <p:grpSpPr>
            <a:xfrm>
              <a:off x="9367520" y="2736387"/>
              <a:ext cx="2151380" cy="2906956"/>
              <a:chOff x="8188052" y="2736387"/>
              <a:chExt cx="1545763" cy="2906956"/>
            </a:xfrm>
          </p:grpSpPr>
          <p:sp>
            <p:nvSpPr>
              <p:cNvPr id="20" name="Text5">
                <a:extLst>
                  <a:ext uri="{FF2B5EF4-FFF2-40B4-BE49-F238E27FC236}">
                    <a16:creationId xmlns:a16="http://schemas.microsoft.com/office/drawing/2014/main" id="{EA58975D-9A35-BC19-A0E2-113C5050D720}"/>
                  </a:ext>
                </a:extLst>
              </p:cNvPr>
              <p:cNvSpPr txBox="1"/>
              <p:nvPr/>
            </p:nvSpPr>
            <p:spPr>
              <a:xfrm>
                <a:off x="8189824" y="4971684"/>
                <a:ext cx="1543991" cy="671659"/>
              </a:xfrm>
              <a:prstGeom prst="rect">
                <a:avLst/>
              </a:prstGeom>
              <a:noFill/>
            </p:spPr>
            <p:txBody>
              <a:bodyPr wrap="square" rtlCol="0" anchor="t" anchorCtr="1">
                <a:norm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dirty="0">
                    <a:solidFill>
                      <a:schemeClr val="tx1"/>
                    </a:solidFill>
                  </a:rPr>
                  <a:t>探索未来科技对教育公平和质量的影响及对策。</a:t>
                </a:r>
                <a:endParaRPr lang="en-US" dirty="0"/>
              </a:p>
            </p:txBody>
          </p:sp>
          <p:sp>
            <p:nvSpPr>
              <p:cNvPr id="21" name="Bullet5">
                <a:extLst>
                  <a:ext uri="{FF2B5EF4-FFF2-40B4-BE49-F238E27FC236}">
                    <a16:creationId xmlns:a16="http://schemas.microsoft.com/office/drawing/2014/main" id="{E8F5AC97-8C98-5094-79EE-E21DA982799E}"/>
                  </a:ext>
                </a:extLst>
              </p:cNvPr>
              <p:cNvSpPr txBox="1"/>
              <p:nvPr/>
            </p:nvSpPr>
            <p:spPr>
              <a:xfrm>
                <a:off x="8188052" y="4403834"/>
                <a:ext cx="1528201" cy="581926"/>
              </a:xfrm>
              <a:prstGeom prst="rect">
                <a:avLst/>
              </a:prstGeom>
              <a:noFill/>
              <a:ln>
                <a:noFill/>
              </a:ln>
            </p:spPr>
            <p:txBody>
              <a:bodyPr wrap="square" lIns="91440" tIns="45720" rIns="91440" bIns="45720" anchor="b" anchorCtr="1">
                <a:normAutofit fontScale="92500"/>
              </a:bodyPr>
              <a:lstStyle/>
              <a:p>
                <a:pPr algn="ctr">
                  <a:buSzPct val="25000"/>
                </a:pPr>
                <a:r>
                  <a:rPr lang="zh-CN" altLang="en-US" b="1" dirty="0"/>
                  <a:t>科技发展与教育改革</a:t>
                </a:r>
                <a:endParaRPr lang="en-US" dirty="0"/>
              </a:p>
            </p:txBody>
          </p:sp>
          <p:sp>
            <p:nvSpPr>
              <p:cNvPr id="22" name="Number5">
                <a:extLst>
                  <a:ext uri="{FF2B5EF4-FFF2-40B4-BE49-F238E27FC236}">
                    <a16:creationId xmlns:a16="http://schemas.microsoft.com/office/drawing/2014/main" id="{B64B05D4-125C-E63D-7B5C-D0E03C3F20FD}"/>
                  </a:ext>
                </a:extLst>
              </p:cNvPr>
              <p:cNvSpPr/>
              <p:nvPr/>
            </p:nvSpPr>
            <p:spPr>
              <a:xfrm>
                <a:off x="8188054" y="2736387"/>
                <a:ext cx="1528199" cy="776490"/>
              </a:xfrm>
              <a:prstGeom prst="chevron">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US" altLang="zh-CN" b="1" dirty="0">
                    <a:solidFill>
                      <a:srgbClr val="FFFFFF"/>
                    </a:solidFill>
                  </a:rPr>
                  <a:t>05</a:t>
                </a:r>
                <a:endParaRPr lang="zh-CN" altLang="en-US" b="1" dirty="0">
                  <a:solidFill>
                    <a:srgbClr val="FFFFFF"/>
                  </a:solidFill>
                </a:endParaRPr>
              </a:p>
            </p:txBody>
          </p:sp>
          <p:cxnSp>
            <p:nvCxnSpPr>
              <p:cNvPr id="23" name="line5">
                <a:extLst>
                  <a:ext uri="{FF2B5EF4-FFF2-40B4-BE49-F238E27FC236}">
                    <a16:creationId xmlns:a16="http://schemas.microsoft.com/office/drawing/2014/main" id="{7A9BB84C-B912-5B75-D11F-B96A7AA244C8}"/>
                  </a:ext>
                </a:extLst>
              </p:cNvPr>
              <p:cNvCxnSpPr>
                <a:cxnSpLocks/>
              </p:cNvCxnSpPr>
              <p:nvPr/>
            </p:nvCxnSpPr>
            <p:spPr>
              <a:xfrm>
                <a:off x="8952154" y="3512877"/>
                <a:ext cx="0" cy="782051"/>
              </a:xfrm>
              <a:prstGeom prst="line">
                <a:avLst/>
              </a:prstGeom>
              <a:ln w="9525">
                <a:solidFill>
                  <a:schemeClr val="tx2">
                    <a:alpha val="50000"/>
                  </a:schemeClr>
                </a:solidFill>
                <a:tailEnd type="ova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p:txBody>
          <a:bodyPr/>
          <a:lstStyle/>
          <a:p>
            <a:r>
              <a:rPr lang="zh-CN" altLang="en-US" dirty="0"/>
              <a:t>科技创新与伦理道德</a:t>
            </a:r>
            <a:endParaRPr lang="en-US" dirty="0"/>
          </a:p>
        </p:txBody>
      </p:sp>
    </p:spTree>
    <p:extLst>
      <p:ext uri="{BB962C8B-B14F-4D97-AF65-F5344CB8AC3E}">
        <p14:creationId xmlns:p14="http://schemas.microsoft.com/office/powerpoint/2010/main" val="1777462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8DF3F1E-56AB-28A6-F670-FBD48A38B8D7}"/>
              </a:ext>
            </a:extLst>
          </p:cNvPr>
          <p:cNvGrpSpPr/>
          <p:nvPr/>
        </p:nvGrpSpPr>
        <p:grpSpPr>
          <a:xfrm>
            <a:off x="660400" y="1130300"/>
            <a:ext cx="10858500" cy="5657696"/>
            <a:chOff x="660400" y="1130300"/>
            <a:chExt cx="10858500" cy="5657696"/>
          </a:xfrm>
        </p:grpSpPr>
        <p:sp>
          <p:nvSpPr>
            <p:cNvPr id="6" name="Title">
              <a:extLst>
                <a:ext uri="{FF2B5EF4-FFF2-40B4-BE49-F238E27FC236}">
                  <a16:creationId xmlns:a16="http://schemas.microsoft.com/office/drawing/2014/main" id="{BD365BC8-27FE-6B98-A79C-77C7A7FEC081}"/>
                </a:ext>
              </a:extLst>
            </p:cNvPr>
            <p:cNvSpPr txBox="1"/>
            <p:nvPr/>
          </p:nvSpPr>
          <p:spPr>
            <a:xfrm>
              <a:off x="660400" y="1130300"/>
              <a:ext cx="6585828" cy="954107"/>
            </a:xfrm>
            <a:prstGeom prst="rect">
              <a:avLst/>
            </a:prstGeom>
            <a:noFill/>
          </p:spPr>
          <p:txBody>
            <a:bodyPr wrap="square" lIns="91440" tIns="45720" rIns="91440" bIns="45720" rtlCol="0" anchor="t" anchorCtr="0">
              <a:norm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spcBef>
                  <a:spcPts val="0"/>
                </a:spcBef>
                <a:spcAft>
                  <a:spcPts val="1000"/>
                </a:spcAft>
                <a:buClrTx/>
                <a:buSzTx/>
                <a:buFontTx/>
                <a:buNone/>
                <a:tabLst/>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虚拟技术与现实世界的融合与影响</a:t>
              </a:r>
              <a:endParaRPr kumimoji="0" lang="zh-CN" altLang="en-US" sz="2400" b="1"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7" name="组合 6">
              <a:extLst>
                <a:ext uri="{FF2B5EF4-FFF2-40B4-BE49-F238E27FC236}">
                  <a16:creationId xmlns:a16="http://schemas.microsoft.com/office/drawing/2014/main" id="{F8467954-8349-EA99-AA24-97EDB9EE4A80}"/>
                </a:ext>
              </a:extLst>
            </p:cNvPr>
            <p:cNvGrpSpPr/>
            <p:nvPr/>
          </p:nvGrpSpPr>
          <p:grpSpPr>
            <a:xfrm>
              <a:off x="674048" y="3682271"/>
              <a:ext cx="2424683" cy="3105725"/>
              <a:chOff x="674048" y="3682271"/>
              <a:chExt cx="2424683" cy="3105725"/>
            </a:xfrm>
          </p:grpSpPr>
          <p:cxnSp>
            <p:nvCxnSpPr>
              <p:cNvPr id="26" name="Line1">
                <a:extLst>
                  <a:ext uri="{FF2B5EF4-FFF2-40B4-BE49-F238E27FC236}">
                    <a16:creationId xmlns:a16="http://schemas.microsoft.com/office/drawing/2014/main" id="{D52D22C2-EBE4-944A-1542-808C0C342178}"/>
                  </a:ext>
                </a:extLst>
              </p:cNvPr>
              <p:cNvCxnSpPr>
                <a:cxnSpLocks/>
              </p:cNvCxnSpPr>
              <p:nvPr/>
            </p:nvCxnSpPr>
            <p:spPr>
              <a:xfrm>
                <a:off x="718918" y="3907996"/>
                <a:ext cx="0" cy="2880000"/>
              </a:xfrm>
              <a:prstGeom prst="line">
                <a:avLst/>
              </a:prstGeom>
              <a:ln w="12700">
                <a:gradFill>
                  <a:gsLst>
                    <a:gs pos="0">
                      <a:schemeClr val="accent1"/>
                    </a:gs>
                    <a:gs pos="85000">
                      <a:schemeClr val="accent1">
                        <a:lumMod val="60000"/>
                        <a:lumOff val="40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7" name="Number1">
                <a:extLst>
                  <a:ext uri="{FF2B5EF4-FFF2-40B4-BE49-F238E27FC236}">
                    <a16:creationId xmlns:a16="http://schemas.microsoft.com/office/drawing/2014/main" id="{B97BFC23-5167-D9B0-6B96-FDF2F12478FD}"/>
                  </a:ext>
                </a:extLst>
              </p:cNvPr>
              <p:cNvSpPr/>
              <p:nvPr/>
            </p:nvSpPr>
            <p:spPr>
              <a:xfrm>
                <a:off x="938731" y="3682271"/>
                <a:ext cx="1400414" cy="465722"/>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a:solidFill>
                      <a:srgbClr val="FFFFFF"/>
                    </a:solidFill>
                    <a:cs typeface="+mn-ea"/>
                    <a:sym typeface="+mn-lt"/>
                  </a:rPr>
                  <a:t>01</a:t>
                </a:r>
                <a:endParaRPr lang="zh-CN" altLang="en-US" b="1" dirty="0">
                  <a:solidFill>
                    <a:srgbClr val="FFFFFF"/>
                  </a:solidFill>
                  <a:cs typeface="+mn-ea"/>
                  <a:sym typeface="+mn-lt"/>
                </a:endParaRPr>
              </a:p>
            </p:txBody>
          </p:sp>
          <p:sp>
            <p:nvSpPr>
              <p:cNvPr id="28" name="Shape1">
                <a:extLst>
                  <a:ext uri="{FF2B5EF4-FFF2-40B4-BE49-F238E27FC236}">
                    <a16:creationId xmlns:a16="http://schemas.microsoft.com/office/drawing/2014/main" id="{7D9CB623-4E66-B054-0724-20C68C5791F3}"/>
                  </a:ext>
                </a:extLst>
              </p:cNvPr>
              <p:cNvSpPr/>
              <p:nvPr/>
            </p:nvSpPr>
            <p:spPr>
              <a:xfrm>
                <a:off x="674048" y="3856616"/>
                <a:ext cx="117036" cy="117034"/>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3600" dirty="0">
                  <a:cs typeface="+mn-ea"/>
                  <a:sym typeface="+mn-lt"/>
                </a:endParaRPr>
              </a:p>
            </p:txBody>
          </p:sp>
          <p:sp>
            <p:nvSpPr>
              <p:cNvPr id="29" name="Bullet1">
                <a:extLst>
                  <a:ext uri="{FF2B5EF4-FFF2-40B4-BE49-F238E27FC236}">
                    <a16:creationId xmlns:a16="http://schemas.microsoft.com/office/drawing/2014/main" id="{43538612-B6B1-86CD-2ABD-1158DF1733F7}"/>
                  </a:ext>
                </a:extLst>
              </p:cNvPr>
              <p:cNvSpPr txBox="1"/>
              <p:nvPr/>
            </p:nvSpPr>
            <p:spPr>
              <a:xfrm>
                <a:off x="938731" y="4331795"/>
                <a:ext cx="2160000" cy="394210"/>
              </a:xfrm>
              <a:prstGeom prst="rect">
                <a:avLst/>
              </a:prstGeom>
              <a:noFill/>
            </p:spPr>
            <p:txBody>
              <a:bodyPr wrap="square" lIns="91440" tIns="45720" rIns="91440" bIns="45720" rtlCol="0" anchor="b">
                <a:normAutofit fontScale="92500"/>
              </a:bodyPr>
              <a:lstStyle/>
              <a:p>
                <a:r>
                  <a:rPr lang="zh-CN" altLang="en-US" b="1">
                    <a:cs typeface="+mn-ea"/>
                    <a:sym typeface="+mn-lt"/>
                  </a:rPr>
                  <a:t>虚拟现实技术的突破</a:t>
                </a:r>
                <a:endParaRPr lang="zh-CN" altLang="en-US" b="1" dirty="0">
                  <a:cs typeface="+mn-ea"/>
                  <a:sym typeface="+mn-lt"/>
                </a:endParaRPr>
              </a:p>
            </p:txBody>
          </p:sp>
          <p:sp>
            <p:nvSpPr>
              <p:cNvPr id="30" name="Text1">
                <a:extLst>
                  <a:ext uri="{FF2B5EF4-FFF2-40B4-BE49-F238E27FC236}">
                    <a16:creationId xmlns:a16="http://schemas.microsoft.com/office/drawing/2014/main" id="{5D9530A9-24E8-181D-AE58-55FA241B7A80}"/>
                  </a:ext>
                </a:extLst>
              </p:cNvPr>
              <p:cNvSpPr txBox="1"/>
              <p:nvPr/>
            </p:nvSpPr>
            <p:spPr>
              <a:xfrm>
                <a:off x="938731" y="4743623"/>
                <a:ext cx="2160000" cy="1166153"/>
              </a:xfrm>
              <a:prstGeom prst="rect">
                <a:avLst/>
              </a:prstGeom>
              <a:noFill/>
            </p:spPr>
            <p:txBody>
              <a:bodyPr wrap="square" lIns="91440" tIns="45720" rIns="91440" bIns="45720" rtlCol="0">
                <a:normAutofit/>
              </a:bodyPr>
              <a:lstStyle/>
              <a:p>
                <a:pPr>
                  <a:lnSpc>
                    <a:spcPct val="120000"/>
                  </a:lnSpc>
                </a:pPr>
                <a:r>
                  <a:rPr lang="zh-CN" altLang="en-US" sz="1200">
                    <a:cs typeface="+mn-ea"/>
                    <a:sym typeface="+mn-lt"/>
                  </a:rPr>
                  <a:t>开启全新的沉浸式体验</a:t>
                </a:r>
                <a:endParaRPr lang="zh-CN" altLang="en-US" sz="1200" dirty="0">
                  <a:cs typeface="+mn-ea"/>
                  <a:sym typeface="+mn-lt"/>
                </a:endParaRPr>
              </a:p>
            </p:txBody>
          </p:sp>
        </p:grpSp>
        <p:grpSp>
          <p:nvGrpSpPr>
            <p:cNvPr id="8" name="组合 7">
              <a:extLst>
                <a:ext uri="{FF2B5EF4-FFF2-40B4-BE49-F238E27FC236}">
                  <a16:creationId xmlns:a16="http://schemas.microsoft.com/office/drawing/2014/main" id="{ADCAC314-3D7E-4AFA-9C8E-8C6216F4AF38}"/>
                </a:ext>
              </a:extLst>
            </p:cNvPr>
            <p:cNvGrpSpPr/>
            <p:nvPr/>
          </p:nvGrpSpPr>
          <p:grpSpPr>
            <a:xfrm>
              <a:off x="3467125" y="2962270"/>
              <a:ext cx="2438330" cy="3825726"/>
              <a:chOff x="3467125" y="2962270"/>
              <a:chExt cx="2438330" cy="3825726"/>
            </a:xfrm>
          </p:grpSpPr>
          <p:cxnSp>
            <p:nvCxnSpPr>
              <p:cNvPr id="21" name="Line2">
                <a:extLst>
                  <a:ext uri="{FF2B5EF4-FFF2-40B4-BE49-F238E27FC236}">
                    <a16:creationId xmlns:a16="http://schemas.microsoft.com/office/drawing/2014/main" id="{D5A6F4D9-88C1-8DAB-A983-8C05D0D88DE1}"/>
                  </a:ext>
                </a:extLst>
              </p:cNvPr>
              <p:cNvCxnSpPr>
                <a:cxnSpLocks/>
              </p:cNvCxnSpPr>
              <p:nvPr/>
            </p:nvCxnSpPr>
            <p:spPr>
              <a:xfrm>
                <a:off x="3525643" y="3187996"/>
                <a:ext cx="0" cy="3600000"/>
              </a:xfrm>
              <a:prstGeom prst="line">
                <a:avLst/>
              </a:prstGeom>
              <a:ln w="12700">
                <a:gradFill>
                  <a:gsLst>
                    <a:gs pos="0">
                      <a:schemeClr val="accent1"/>
                    </a:gs>
                    <a:gs pos="85000">
                      <a:schemeClr val="accent1">
                        <a:lumMod val="60000"/>
                        <a:lumOff val="40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2" name="Number2">
                <a:extLst>
                  <a:ext uri="{FF2B5EF4-FFF2-40B4-BE49-F238E27FC236}">
                    <a16:creationId xmlns:a16="http://schemas.microsoft.com/office/drawing/2014/main" id="{28E1E712-2D25-43D5-7D6F-9FB238D9C9F0}"/>
                  </a:ext>
                </a:extLst>
              </p:cNvPr>
              <p:cNvSpPr/>
              <p:nvPr/>
            </p:nvSpPr>
            <p:spPr>
              <a:xfrm>
                <a:off x="3745456" y="2962270"/>
                <a:ext cx="1400414" cy="465722"/>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a:solidFill>
                      <a:srgbClr val="FFFFFF"/>
                    </a:solidFill>
                    <a:cs typeface="+mn-ea"/>
                    <a:sym typeface="+mn-lt"/>
                  </a:rPr>
                  <a:t>02</a:t>
                </a:r>
                <a:endParaRPr lang="zh-CN" altLang="en-US" b="1" dirty="0">
                  <a:solidFill>
                    <a:srgbClr val="FFFFFF"/>
                  </a:solidFill>
                  <a:cs typeface="+mn-ea"/>
                  <a:sym typeface="+mn-lt"/>
                </a:endParaRPr>
              </a:p>
            </p:txBody>
          </p:sp>
          <p:sp>
            <p:nvSpPr>
              <p:cNvPr id="23" name="Shape2">
                <a:extLst>
                  <a:ext uri="{FF2B5EF4-FFF2-40B4-BE49-F238E27FC236}">
                    <a16:creationId xmlns:a16="http://schemas.microsoft.com/office/drawing/2014/main" id="{73349985-7AD1-221C-CD81-E23BE74EC8B2}"/>
                  </a:ext>
                </a:extLst>
              </p:cNvPr>
              <p:cNvSpPr/>
              <p:nvPr/>
            </p:nvSpPr>
            <p:spPr>
              <a:xfrm>
                <a:off x="3467125" y="3136615"/>
                <a:ext cx="117036" cy="117034"/>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3600" dirty="0">
                  <a:cs typeface="+mn-ea"/>
                  <a:sym typeface="+mn-lt"/>
                </a:endParaRPr>
              </a:p>
            </p:txBody>
          </p:sp>
          <p:sp>
            <p:nvSpPr>
              <p:cNvPr id="24" name="Bullet2">
                <a:extLst>
                  <a:ext uri="{FF2B5EF4-FFF2-40B4-BE49-F238E27FC236}">
                    <a16:creationId xmlns:a16="http://schemas.microsoft.com/office/drawing/2014/main" id="{927411DC-13A2-E907-495A-DBB4E2977266}"/>
                  </a:ext>
                </a:extLst>
              </p:cNvPr>
              <p:cNvSpPr txBox="1"/>
              <p:nvPr/>
            </p:nvSpPr>
            <p:spPr>
              <a:xfrm>
                <a:off x="3745455" y="3601833"/>
                <a:ext cx="2160000" cy="394210"/>
              </a:xfrm>
              <a:prstGeom prst="rect">
                <a:avLst/>
              </a:prstGeom>
              <a:noFill/>
            </p:spPr>
            <p:txBody>
              <a:bodyPr wrap="square" lIns="91440" tIns="45720" rIns="91440" bIns="45720" rtlCol="0" anchor="b">
                <a:normAutofit fontScale="92500"/>
              </a:bodyPr>
              <a:lstStyle/>
              <a:p>
                <a:r>
                  <a:rPr lang="zh-CN" altLang="en-US" b="1">
                    <a:cs typeface="+mn-ea"/>
                    <a:sym typeface="+mn-lt"/>
                  </a:rPr>
                  <a:t>增强现实技术的应用</a:t>
                </a:r>
                <a:endParaRPr lang="zh-CN" altLang="en-US" b="1" dirty="0">
                  <a:cs typeface="+mn-ea"/>
                  <a:sym typeface="+mn-lt"/>
                </a:endParaRPr>
              </a:p>
            </p:txBody>
          </p:sp>
          <p:sp>
            <p:nvSpPr>
              <p:cNvPr id="25" name="Text2">
                <a:extLst>
                  <a:ext uri="{FF2B5EF4-FFF2-40B4-BE49-F238E27FC236}">
                    <a16:creationId xmlns:a16="http://schemas.microsoft.com/office/drawing/2014/main" id="{D9CD6F82-B200-F775-5B45-5169F6A5165A}"/>
                  </a:ext>
                </a:extLst>
              </p:cNvPr>
              <p:cNvSpPr txBox="1"/>
              <p:nvPr/>
            </p:nvSpPr>
            <p:spPr>
              <a:xfrm>
                <a:off x="3745455" y="4013661"/>
                <a:ext cx="2160000" cy="1166153"/>
              </a:xfrm>
              <a:prstGeom prst="rect">
                <a:avLst/>
              </a:prstGeom>
              <a:noFill/>
            </p:spPr>
            <p:txBody>
              <a:bodyPr wrap="square" lIns="91440" tIns="45720" rIns="91440" bIns="45720" rtlCol="0">
                <a:normAutofit/>
              </a:bodyPr>
              <a:lstStyle/>
              <a:p>
                <a:pPr>
                  <a:lnSpc>
                    <a:spcPct val="120000"/>
                  </a:lnSpc>
                </a:pPr>
                <a:r>
                  <a:rPr lang="zh-CN" altLang="en-US" sz="1200" dirty="0">
                    <a:cs typeface="+mn-ea"/>
                    <a:sym typeface="+mn-lt"/>
                  </a:rPr>
                  <a:t>现实世界与虚拟元素的结合</a:t>
                </a:r>
              </a:p>
            </p:txBody>
          </p:sp>
        </p:grpSp>
        <p:grpSp>
          <p:nvGrpSpPr>
            <p:cNvPr id="9" name="组合 8">
              <a:extLst>
                <a:ext uri="{FF2B5EF4-FFF2-40B4-BE49-F238E27FC236}">
                  <a16:creationId xmlns:a16="http://schemas.microsoft.com/office/drawing/2014/main" id="{83473D6D-73B8-D2A4-705C-D48F92B2B367}"/>
                </a:ext>
              </a:extLst>
            </p:cNvPr>
            <p:cNvGrpSpPr/>
            <p:nvPr/>
          </p:nvGrpSpPr>
          <p:grpSpPr>
            <a:xfrm>
              <a:off x="6273849" y="2242270"/>
              <a:ext cx="2438329" cy="4545726"/>
              <a:chOff x="6273849" y="2242270"/>
              <a:chExt cx="2438329" cy="4545726"/>
            </a:xfrm>
          </p:grpSpPr>
          <p:cxnSp>
            <p:nvCxnSpPr>
              <p:cNvPr id="16" name="Line3">
                <a:extLst>
                  <a:ext uri="{FF2B5EF4-FFF2-40B4-BE49-F238E27FC236}">
                    <a16:creationId xmlns:a16="http://schemas.microsoft.com/office/drawing/2014/main" id="{95EB1109-B038-CA23-12DF-83C6444E94A0}"/>
                  </a:ext>
                </a:extLst>
              </p:cNvPr>
              <p:cNvCxnSpPr>
                <a:cxnSpLocks/>
              </p:cNvCxnSpPr>
              <p:nvPr/>
            </p:nvCxnSpPr>
            <p:spPr>
              <a:xfrm>
                <a:off x="6332367" y="2467996"/>
                <a:ext cx="0" cy="4320000"/>
              </a:xfrm>
              <a:prstGeom prst="line">
                <a:avLst/>
              </a:prstGeom>
              <a:ln w="12700">
                <a:gradFill>
                  <a:gsLst>
                    <a:gs pos="0">
                      <a:schemeClr val="accent1"/>
                    </a:gs>
                    <a:gs pos="85000">
                      <a:schemeClr val="accent1">
                        <a:lumMod val="60000"/>
                        <a:lumOff val="40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Number3">
                <a:extLst>
                  <a:ext uri="{FF2B5EF4-FFF2-40B4-BE49-F238E27FC236}">
                    <a16:creationId xmlns:a16="http://schemas.microsoft.com/office/drawing/2014/main" id="{2A632632-F76F-A8F8-EE27-27B01F360029}"/>
                  </a:ext>
                </a:extLst>
              </p:cNvPr>
              <p:cNvSpPr/>
              <p:nvPr/>
            </p:nvSpPr>
            <p:spPr>
              <a:xfrm>
                <a:off x="6552180" y="2242270"/>
                <a:ext cx="1400414" cy="465722"/>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a:solidFill>
                      <a:srgbClr val="FFFFFF"/>
                    </a:solidFill>
                    <a:cs typeface="+mn-ea"/>
                    <a:sym typeface="+mn-lt"/>
                  </a:rPr>
                  <a:t>03</a:t>
                </a:r>
                <a:endParaRPr lang="zh-CN" altLang="en-US" b="1" dirty="0">
                  <a:solidFill>
                    <a:srgbClr val="FFFFFF"/>
                  </a:solidFill>
                  <a:cs typeface="+mn-ea"/>
                  <a:sym typeface="+mn-lt"/>
                </a:endParaRPr>
              </a:p>
            </p:txBody>
          </p:sp>
          <p:sp>
            <p:nvSpPr>
              <p:cNvPr id="18" name="Shape3">
                <a:extLst>
                  <a:ext uri="{FF2B5EF4-FFF2-40B4-BE49-F238E27FC236}">
                    <a16:creationId xmlns:a16="http://schemas.microsoft.com/office/drawing/2014/main" id="{33A7102A-4E5C-062B-51F5-E8B958A6DFB6}"/>
                  </a:ext>
                </a:extLst>
              </p:cNvPr>
              <p:cNvSpPr/>
              <p:nvPr/>
            </p:nvSpPr>
            <p:spPr>
              <a:xfrm>
                <a:off x="6273849" y="2416615"/>
                <a:ext cx="117036" cy="117034"/>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3600" dirty="0">
                  <a:cs typeface="+mn-ea"/>
                  <a:sym typeface="+mn-lt"/>
                </a:endParaRPr>
              </a:p>
            </p:txBody>
          </p:sp>
          <p:sp>
            <p:nvSpPr>
              <p:cNvPr id="19" name="Bullet3">
                <a:extLst>
                  <a:ext uri="{FF2B5EF4-FFF2-40B4-BE49-F238E27FC236}">
                    <a16:creationId xmlns:a16="http://schemas.microsoft.com/office/drawing/2014/main" id="{E6A42407-41C9-3839-DA53-76598D228D1A}"/>
                  </a:ext>
                </a:extLst>
              </p:cNvPr>
              <p:cNvSpPr txBox="1"/>
              <p:nvPr/>
            </p:nvSpPr>
            <p:spPr>
              <a:xfrm>
                <a:off x="6552178" y="2870516"/>
                <a:ext cx="2160000" cy="394210"/>
              </a:xfrm>
              <a:prstGeom prst="rect">
                <a:avLst/>
              </a:prstGeom>
              <a:noFill/>
            </p:spPr>
            <p:txBody>
              <a:bodyPr wrap="square" lIns="91440" tIns="45720" rIns="91440" bIns="45720" rtlCol="0" anchor="b">
                <a:normAutofit fontScale="62500" lnSpcReduction="20000"/>
              </a:bodyPr>
              <a:lstStyle/>
              <a:p>
                <a:r>
                  <a:rPr lang="zh-CN" altLang="en-US" b="1">
                    <a:cs typeface="+mn-ea"/>
                    <a:sym typeface="+mn-lt"/>
                  </a:rPr>
                  <a:t>虚拟现实与增强现实的融合</a:t>
                </a:r>
                <a:endParaRPr lang="zh-CN" altLang="en-US" b="1" dirty="0">
                  <a:cs typeface="+mn-ea"/>
                  <a:sym typeface="+mn-lt"/>
                </a:endParaRPr>
              </a:p>
            </p:txBody>
          </p:sp>
          <p:sp>
            <p:nvSpPr>
              <p:cNvPr id="20" name="Text3">
                <a:extLst>
                  <a:ext uri="{FF2B5EF4-FFF2-40B4-BE49-F238E27FC236}">
                    <a16:creationId xmlns:a16="http://schemas.microsoft.com/office/drawing/2014/main" id="{2B489CBC-1DE2-DD71-ECD5-C6159EF7ADE3}"/>
                  </a:ext>
                </a:extLst>
              </p:cNvPr>
              <p:cNvSpPr txBox="1"/>
              <p:nvPr/>
            </p:nvSpPr>
            <p:spPr>
              <a:xfrm>
                <a:off x="6552178" y="3282344"/>
                <a:ext cx="2160000" cy="1166153"/>
              </a:xfrm>
              <a:prstGeom prst="rect">
                <a:avLst/>
              </a:prstGeom>
              <a:noFill/>
            </p:spPr>
            <p:txBody>
              <a:bodyPr wrap="square" lIns="91440" tIns="45720" rIns="91440" bIns="45720" rtlCol="0">
                <a:normAutofit/>
              </a:bodyPr>
              <a:lstStyle/>
              <a:p>
                <a:pPr>
                  <a:lnSpc>
                    <a:spcPct val="120000"/>
                  </a:lnSpc>
                </a:pPr>
                <a:r>
                  <a:rPr lang="zh-CN" altLang="en-US" sz="1200">
                    <a:cs typeface="+mn-ea"/>
                    <a:sym typeface="+mn-lt"/>
                  </a:rPr>
                  <a:t>创造更加真实的数据体验</a:t>
                </a:r>
                <a:endParaRPr lang="zh-CN" altLang="en-US" sz="1200" dirty="0">
                  <a:cs typeface="+mn-ea"/>
                  <a:sym typeface="+mn-lt"/>
                </a:endParaRPr>
              </a:p>
            </p:txBody>
          </p:sp>
        </p:grpSp>
        <p:grpSp>
          <p:nvGrpSpPr>
            <p:cNvPr id="10" name="组合 9">
              <a:extLst>
                <a:ext uri="{FF2B5EF4-FFF2-40B4-BE49-F238E27FC236}">
                  <a16:creationId xmlns:a16="http://schemas.microsoft.com/office/drawing/2014/main" id="{BF648844-0971-934F-D648-98549A8384EB}"/>
                </a:ext>
              </a:extLst>
            </p:cNvPr>
            <p:cNvGrpSpPr/>
            <p:nvPr/>
          </p:nvGrpSpPr>
          <p:grpSpPr>
            <a:xfrm>
              <a:off x="9080573" y="1522270"/>
              <a:ext cx="2438327" cy="5265726"/>
              <a:chOff x="9080573" y="1522270"/>
              <a:chExt cx="2438327" cy="5265726"/>
            </a:xfrm>
          </p:grpSpPr>
          <p:cxnSp>
            <p:nvCxnSpPr>
              <p:cNvPr id="11" name="Line4">
                <a:extLst>
                  <a:ext uri="{FF2B5EF4-FFF2-40B4-BE49-F238E27FC236}">
                    <a16:creationId xmlns:a16="http://schemas.microsoft.com/office/drawing/2014/main" id="{2266702A-6BFB-CC21-73A8-4F6246C59274}"/>
                  </a:ext>
                </a:extLst>
              </p:cNvPr>
              <p:cNvCxnSpPr>
                <a:cxnSpLocks/>
              </p:cNvCxnSpPr>
              <p:nvPr/>
            </p:nvCxnSpPr>
            <p:spPr>
              <a:xfrm>
                <a:off x="9139091" y="1747996"/>
                <a:ext cx="0" cy="5040000"/>
              </a:xfrm>
              <a:prstGeom prst="line">
                <a:avLst/>
              </a:prstGeom>
              <a:ln w="12700">
                <a:gradFill>
                  <a:gsLst>
                    <a:gs pos="0">
                      <a:schemeClr val="accent1"/>
                    </a:gs>
                    <a:gs pos="85000">
                      <a:schemeClr val="accent1">
                        <a:lumMod val="60000"/>
                        <a:lumOff val="40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2" name="Number4">
                <a:extLst>
                  <a:ext uri="{FF2B5EF4-FFF2-40B4-BE49-F238E27FC236}">
                    <a16:creationId xmlns:a16="http://schemas.microsoft.com/office/drawing/2014/main" id="{5D55E3E5-2F6F-BFA7-4058-1FEE1427C6F0}"/>
                  </a:ext>
                </a:extLst>
              </p:cNvPr>
              <p:cNvSpPr/>
              <p:nvPr/>
            </p:nvSpPr>
            <p:spPr>
              <a:xfrm>
                <a:off x="9358904" y="1522270"/>
                <a:ext cx="1400414" cy="465722"/>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a:solidFill>
                      <a:srgbClr val="FFFFFF"/>
                    </a:solidFill>
                    <a:cs typeface="+mn-ea"/>
                    <a:sym typeface="+mn-lt"/>
                  </a:rPr>
                  <a:t>04</a:t>
                </a:r>
                <a:endParaRPr lang="zh-CN" altLang="en-US" b="1" dirty="0">
                  <a:solidFill>
                    <a:srgbClr val="FFFFFF"/>
                  </a:solidFill>
                  <a:cs typeface="+mn-ea"/>
                  <a:sym typeface="+mn-lt"/>
                </a:endParaRPr>
              </a:p>
            </p:txBody>
          </p:sp>
          <p:sp>
            <p:nvSpPr>
              <p:cNvPr id="13" name="Shape4">
                <a:extLst>
                  <a:ext uri="{FF2B5EF4-FFF2-40B4-BE49-F238E27FC236}">
                    <a16:creationId xmlns:a16="http://schemas.microsoft.com/office/drawing/2014/main" id="{0583E43C-4024-B54B-EE1B-3BB8E9149A5E}"/>
                  </a:ext>
                </a:extLst>
              </p:cNvPr>
              <p:cNvSpPr/>
              <p:nvPr/>
            </p:nvSpPr>
            <p:spPr>
              <a:xfrm>
                <a:off x="9080573" y="1696615"/>
                <a:ext cx="117036" cy="117034"/>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3600" dirty="0">
                  <a:cs typeface="+mn-ea"/>
                  <a:sym typeface="+mn-lt"/>
                </a:endParaRPr>
              </a:p>
            </p:txBody>
          </p:sp>
          <p:sp>
            <p:nvSpPr>
              <p:cNvPr id="14" name="Bullet4">
                <a:extLst>
                  <a:ext uri="{FF2B5EF4-FFF2-40B4-BE49-F238E27FC236}">
                    <a16:creationId xmlns:a16="http://schemas.microsoft.com/office/drawing/2014/main" id="{5C071C21-E956-907D-CACB-A72A11387E65}"/>
                  </a:ext>
                </a:extLst>
              </p:cNvPr>
              <p:cNvSpPr txBox="1"/>
              <p:nvPr/>
            </p:nvSpPr>
            <p:spPr>
              <a:xfrm>
                <a:off x="9358900" y="2156436"/>
                <a:ext cx="2160000" cy="394210"/>
              </a:xfrm>
              <a:prstGeom prst="rect">
                <a:avLst/>
              </a:prstGeom>
              <a:noFill/>
            </p:spPr>
            <p:txBody>
              <a:bodyPr wrap="square" lIns="91440" tIns="45720" rIns="91440" bIns="45720" rtlCol="0" anchor="b">
                <a:normAutofit fontScale="85000" lnSpcReduction="10000"/>
              </a:bodyPr>
              <a:lstStyle/>
              <a:p>
                <a:r>
                  <a:rPr lang="zh-CN" altLang="en-US" b="1">
                    <a:cs typeface="+mn-ea"/>
                    <a:sym typeface="+mn-lt"/>
                  </a:rPr>
                  <a:t>通用行业的影响与革新</a:t>
                </a:r>
                <a:endParaRPr lang="zh-CN" altLang="en-US" b="1" dirty="0">
                  <a:cs typeface="+mn-ea"/>
                  <a:sym typeface="+mn-lt"/>
                </a:endParaRPr>
              </a:p>
            </p:txBody>
          </p:sp>
          <p:sp>
            <p:nvSpPr>
              <p:cNvPr id="15" name="Text4">
                <a:extLst>
                  <a:ext uri="{FF2B5EF4-FFF2-40B4-BE49-F238E27FC236}">
                    <a16:creationId xmlns:a16="http://schemas.microsoft.com/office/drawing/2014/main" id="{404878D0-B741-AABE-46D9-3AD26242360C}"/>
                  </a:ext>
                </a:extLst>
              </p:cNvPr>
              <p:cNvSpPr txBox="1"/>
              <p:nvPr/>
            </p:nvSpPr>
            <p:spPr>
              <a:xfrm>
                <a:off x="9358900" y="2568264"/>
                <a:ext cx="2160000" cy="1166153"/>
              </a:xfrm>
              <a:prstGeom prst="rect">
                <a:avLst/>
              </a:prstGeom>
              <a:noFill/>
            </p:spPr>
            <p:txBody>
              <a:bodyPr wrap="square" lIns="91440" tIns="45720" rIns="91440" bIns="45720" rtlCol="0">
                <a:normAutofit/>
              </a:bodyPr>
              <a:lstStyle/>
              <a:p>
                <a:pPr>
                  <a:lnSpc>
                    <a:spcPct val="120000"/>
                  </a:lnSpc>
                </a:pPr>
                <a:r>
                  <a:rPr lang="zh-CN" altLang="en-US" sz="1200">
                    <a:cs typeface="+mn-ea"/>
                    <a:sym typeface="+mn-lt"/>
                  </a:rPr>
                  <a:t>科技与人文的和谐共生</a:t>
                </a:r>
                <a:endParaRPr lang="zh-CN" altLang="en-US" sz="1200" dirty="0">
                  <a:cs typeface="+mn-ea"/>
                  <a:sym typeface="+mn-lt"/>
                </a:endParaRPr>
              </a:p>
            </p:txBody>
          </p:sp>
        </p:grpSp>
      </p:grpSp>
      <p:sp>
        <p:nvSpPr>
          <p:cNvPr id="2" name="标题 1">
            <a:extLst>
              <a:ext uri="{FF2B5EF4-FFF2-40B4-BE49-F238E27FC236}">
                <a16:creationId xmlns:a16="http://schemas.microsoft.com/office/drawing/2014/main" id="{B33885A5-CCA6-FA28-ACDE-E36E18E96E52}"/>
              </a:ext>
            </a:extLst>
          </p:cNvPr>
          <p:cNvSpPr>
            <a:spLocks noGrp="1"/>
          </p:cNvSpPr>
          <p:nvPr>
            <p:ph type="title"/>
          </p:nvPr>
        </p:nvSpPr>
        <p:spPr/>
        <p:txBody>
          <a:bodyPr/>
          <a:lstStyle/>
          <a:p>
            <a:r>
              <a:rPr lang="zh-CN" altLang="en-US"/>
              <a:t>虚拟现实与增强现实</a:t>
            </a:r>
          </a:p>
        </p:txBody>
      </p:sp>
    </p:spTree>
    <p:extLst>
      <p:ext uri="{BB962C8B-B14F-4D97-AF65-F5344CB8AC3E}">
        <p14:creationId xmlns:p14="http://schemas.microsoft.com/office/powerpoint/2010/main" val="820218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3193d8f3-26ed-40de-87e5-1dbc67f102e7.source.5.zh-Hans">
            <a:extLst>
              <a:ext uri="{FF2B5EF4-FFF2-40B4-BE49-F238E27FC236}">
                <a16:creationId xmlns:a16="http://schemas.microsoft.com/office/drawing/2014/main" id="{64A718AD-CDA5-1737-B06C-D2A9EEBA8348}"/>
              </a:ext>
            </a:extLst>
          </p:cNvPr>
          <p:cNvGrpSpPr/>
          <p:nvPr/>
        </p:nvGrpSpPr>
        <p:grpSpPr>
          <a:xfrm>
            <a:off x="660400" y="1095020"/>
            <a:ext cx="10406185" cy="4962880"/>
            <a:chOff x="660400" y="1095020"/>
            <a:chExt cx="10406185" cy="4962880"/>
          </a:xfrm>
        </p:grpSpPr>
        <p:sp>
          <p:nvSpPr>
            <p:cNvPr id="3" name="椭圆 2">
              <a:extLst>
                <a:ext uri="{FF2B5EF4-FFF2-40B4-BE49-F238E27FC236}">
                  <a16:creationId xmlns:a16="http://schemas.microsoft.com/office/drawing/2014/main" id="{F78F7823-9A43-460D-8059-B527CF54D180}"/>
                </a:ext>
              </a:extLst>
            </p:cNvPr>
            <p:cNvSpPr/>
            <p:nvPr/>
          </p:nvSpPr>
          <p:spPr>
            <a:xfrm>
              <a:off x="6912770" y="1185070"/>
              <a:ext cx="1174974" cy="1174974"/>
            </a:xfrm>
            <a:prstGeom prst="ellipse">
              <a:avLst/>
            </a:prstGeom>
            <a:noFill/>
            <a:ln w="6350">
              <a:solidFill>
                <a:schemeClr val="tx1">
                  <a:lumMod val="50000"/>
                  <a:lumOff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870A7AEA-9B1C-49AF-97A2-E9719BC59E37}"/>
                </a:ext>
              </a:extLst>
            </p:cNvPr>
            <p:cNvSpPr/>
            <p:nvPr/>
          </p:nvSpPr>
          <p:spPr>
            <a:xfrm>
              <a:off x="6912770" y="2755577"/>
              <a:ext cx="1174974" cy="1174974"/>
            </a:xfrm>
            <a:prstGeom prst="ellipse">
              <a:avLst/>
            </a:prstGeom>
            <a:noFill/>
            <a:ln w="6350">
              <a:solidFill>
                <a:schemeClr val="tx1">
                  <a:lumMod val="50000"/>
                  <a:lumOff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5F8E7551-8216-4835-BF67-F0B9F7B1260B}"/>
                </a:ext>
              </a:extLst>
            </p:cNvPr>
            <p:cNvSpPr/>
            <p:nvPr/>
          </p:nvSpPr>
          <p:spPr>
            <a:xfrm>
              <a:off x="4104257" y="3433657"/>
              <a:ext cx="1174974" cy="1174974"/>
            </a:xfrm>
            <a:prstGeom prst="ellipse">
              <a:avLst/>
            </a:prstGeom>
            <a:noFill/>
            <a:ln w="6350">
              <a:solidFill>
                <a:schemeClr val="tx1">
                  <a:lumMod val="50000"/>
                  <a:lumOff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1E9B3EE3-EC11-4C84-A9C1-4C63E5894DE5}"/>
                </a:ext>
              </a:extLst>
            </p:cNvPr>
            <p:cNvSpPr/>
            <p:nvPr/>
          </p:nvSpPr>
          <p:spPr>
            <a:xfrm>
              <a:off x="4104257" y="1535891"/>
              <a:ext cx="1174974" cy="1174974"/>
            </a:xfrm>
            <a:prstGeom prst="ellipse">
              <a:avLst/>
            </a:prstGeom>
            <a:noFill/>
            <a:ln w="6350">
              <a:solidFill>
                <a:schemeClr val="tx1">
                  <a:lumMod val="50000"/>
                  <a:lumOff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A093CBA8-3B7D-4D4E-BFD1-9C0BB65E4BF7}"/>
                </a:ext>
              </a:extLst>
            </p:cNvPr>
            <p:cNvSpPr/>
            <p:nvPr/>
          </p:nvSpPr>
          <p:spPr>
            <a:xfrm>
              <a:off x="6912770" y="4853619"/>
              <a:ext cx="1174974" cy="1174974"/>
            </a:xfrm>
            <a:prstGeom prst="ellipse">
              <a:avLst/>
            </a:prstGeom>
            <a:noFill/>
            <a:ln w="6350">
              <a:solidFill>
                <a:schemeClr val="tx1">
                  <a:lumMod val="50000"/>
                  <a:lumOff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a:extLst>
                <a:ext uri="{FF2B5EF4-FFF2-40B4-BE49-F238E27FC236}">
                  <a16:creationId xmlns:a16="http://schemas.microsoft.com/office/drawing/2014/main" id="{A87CAE14-2E92-4A2D-BE3E-C88890642E1E}"/>
                </a:ext>
              </a:extLst>
            </p:cNvPr>
            <p:cNvCxnSpPr>
              <a:cxnSpLocks/>
              <a:stCxn id="3" idx="1"/>
            </p:cNvCxnSpPr>
            <p:nvPr/>
          </p:nvCxnSpPr>
          <p:spPr>
            <a:xfrm flipH="1">
              <a:off x="5258462" y="1357141"/>
              <a:ext cx="1826379" cy="750437"/>
            </a:xfrm>
            <a:prstGeom prst="line">
              <a:avLst/>
            </a:prstGeom>
            <a:noFill/>
            <a:ln w="6350">
              <a:solidFill>
                <a:schemeClr val="tx1">
                  <a:lumMod val="50000"/>
                  <a:lumOff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直接连接符 25">
              <a:extLst>
                <a:ext uri="{FF2B5EF4-FFF2-40B4-BE49-F238E27FC236}">
                  <a16:creationId xmlns:a16="http://schemas.microsoft.com/office/drawing/2014/main" id="{57E6DD0D-CE81-4DEB-B23B-95D2CD642EF9}"/>
                </a:ext>
              </a:extLst>
            </p:cNvPr>
            <p:cNvCxnSpPr>
              <a:cxnSpLocks/>
              <a:stCxn id="16" idx="6"/>
            </p:cNvCxnSpPr>
            <p:nvPr/>
          </p:nvCxnSpPr>
          <p:spPr>
            <a:xfrm>
              <a:off x="5279231" y="2123378"/>
              <a:ext cx="1733113" cy="892890"/>
            </a:xfrm>
            <a:prstGeom prst="line">
              <a:avLst/>
            </a:prstGeom>
            <a:noFill/>
            <a:ln w="6350">
              <a:solidFill>
                <a:schemeClr val="tx1">
                  <a:lumMod val="50000"/>
                  <a:lumOff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 name="直接连接符 27">
              <a:extLst>
                <a:ext uri="{FF2B5EF4-FFF2-40B4-BE49-F238E27FC236}">
                  <a16:creationId xmlns:a16="http://schemas.microsoft.com/office/drawing/2014/main" id="{631B89B8-A060-46C1-92DB-12747639F5AB}"/>
                </a:ext>
              </a:extLst>
            </p:cNvPr>
            <p:cNvCxnSpPr>
              <a:cxnSpLocks/>
            </p:cNvCxnSpPr>
            <p:nvPr/>
          </p:nvCxnSpPr>
          <p:spPr>
            <a:xfrm flipH="1">
              <a:off x="5258462" y="3265994"/>
              <a:ext cx="1685610" cy="698959"/>
            </a:xfrm>
            <a:prstGeom prst="line">
              <a:avLst/>
            </a:prstGeom>
            <a:noFill/>
            <a:ln w="6350">
              <a:solidFill>
                <a:schemeClr val="tx1">
                  <a:lumMod val="50000"/>
                  <a:lumOff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直接连接符 29">
              <a:extLst>
                <a:ext uri="{FF2B5EF4-FFF2-40B4-BE49-F238E27FC236}">
                  <a16:creationId xmlns:a16="http://schemas.microsoft.com/office/drawing/2014/main" id="{D6990B97-7F0F-48B2-9372-E77C7FA6D809}"/>
                </a:ext>
              </a:extLst>
            </p:cNvPr>
            <p:cNvCxnSpPr>
              <a:cxnSpLocks/>
              <a:stCxn id="12" idx="6"/>
              <a:endCxn id="20" idx="1"/>
            </p:cNvCxnSpPr>
            <p:nvPr/>
          </p:nvCxnSpPr>
          <p:spPr>
            <a:xfrm>
              <a:off x="5279231" y="4021144"/>
              <a:ext cx="1805610" cy="1004546"/>
            </a:xfrm>
            <a:prstGeom prst="line">
              <a:avLst/>
            </a:prstGeom>
            <a:noFill/>
            <a:ln w="6350">
              <a:solidFill>
                <a:schemeClr val="tx1">
                  <a:lumMod val="50000"/>
                  <a:lumOff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47" name="Title">
              <a:extLst>
                <a:ext uri="{FF2B5EF4-FFF2-40B4-BE49-F238E27FC236}">
                  <a16:creationId xmlns:a16="http://schemas.microsoft.com/office/drawing/2014/main" id="{28C1C651-3187-87EE-A129-F91D3D7DFE63}"/>
                </a:ext>
              </a:extLst>
            </p:cNvPr>
            <p:cNvSpPr txBox="1"/>
            <p:nvPr/>
          </p:nvSpPr>
          <p:spPr>
            <a:xfrm>
              <a:off x="660400" y="5003924"/>
              <a:ext cx="5963138" cy="1030601"/>
            </a:xfrm>
            <a:prstGeom prst="rect">
              <a:avLst/>
            </a:prstGeom>
            <a:noFill/>
          </p:spPr>
          <p:txBody>
            <a:bodyPr vert="horz" wrap="square" rtlCol="0" anchor="b" anchorCtr="1">
              <a:normAutofit/>
            </a:bodyPr>
            <a:lstStyle/>
            <a:p>
              <a:pPr algn="ctr"/>
              <a:r>
                <a:rPr lang="zh-CN" altLang="en-US" sz="2400" b="1" dirty="0"/>
                <a:t>行业间合作如何创造新的发展机遇</a:t>
              </a:r>
              <a:endParaRPr lang="en-US" dirty="0"/>
            </a:p>
          </p:txBody>
        </p:sp>
        <p:grpSp>
          <p:nvGrpSpPr>
            <p:cNvPr id="58" name="组合 57">
              <a:extLst>
                <a:ext uri="{FF2B5EF4-FFF2-40B4-BE49-F238E27FC236}">
                  <a16:creationId xmlns:a16="http://schemas.microsoft.com/office/drawing/2014/main" id="{5116BD73-A535-2D18-3C43-C8DC622C7320}"/>
                </a:ext>
              </a:extLst>
            </p:cNvPr>
            <p:cNvGrpSpPr/>
            <p:nvPr/>
          </p:nvGrpSpPr>
          <p:grpSpPr>
            <a:xfrm>
              <a:off x="1445117" y="1269997"/>
              <a:ext cx="3734540" cy="1791867"/>
              <a:chOff x="1445117" y="1269997"/>
              <a:chExt cx="3734540" cy="1791867"/>
            </a:xfrm>
          </p:grpSpPr>
          <p:sp>
            <p:nvSpPr>
              <p:cNvPr id="15" name="IconBackground1">
                <a:extLst>
                  <a:ext uri="{FF2B5EF4-FFF2-40B4-BE49-F238E27FC236}">
                    <a16:creationId xmlns:a16="http://schemas.microsoft.com/office/drawing/2014/main" id="{FB9D0AD8-0099-48F1-8968-A70BED0D0340}"/>
                  </a:ext>
                </a:extLst>
              </p:cNvPr>
              <p:cNvSpPr/>
              <p:nvPr/>
            </p:nvSpPr>
            <p:spPr>
              <a:xfrm>
                <a:off x="4203831" y="1635465"/>
                <a:ext cx="975826" cy="975826"/>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lang="zh-CN" altLang="en-US" b="1" dirty="0">
                  <a:solidFill>
                    <a:srgbClr val="FFFFFF"/>
                  </a:solidFill>
                </a:endParaRPr>
              </a:p>
            </p:txBody>
          </p:sp>
          <p:sp>
            <p:nvSpPr>
              <p:cNvPr id="17" name="Icon1">
                <a:extLst>
                  <a:ext uri="{FF2B5EF4-FFF2-40B4-BE49-F238E27FC236}">
                    <a16:creationId xmlns:a16="http://schemas.microsoft.com/office/drawing/2014/main" id="{17833B0E-2F46-465B-9BD1-F83AC31655FE}"/>
                  </a:ext>
                </a:extLst>
              </p:cNvPr>
              <p:cNvSpPr/>
              <p:nvPr/>
            </p:nvSpPr>
            <p:spPr>
              <a:xfrm>
                <a:off x="4565541" y="2028726"/>
                <a:ext cx="252407" cy="189304"/>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32" name="Bullet1">
                <a:extLst>
                  <a:ext uri="{FF2B5EF4-FFF2-40B4-BE49-F238E27FC236}">
                    <a16:creationId xmlns:a16="http://schemas.microsoft.com/office/drawing/2014/main" id="{FE59BBC3-1AF0-471B-9ED5-B4865DB50C8F}"/>
                  </a:ext>
                </a:extLst>
              </p:cNvPr>
              <p:cNvSpPr txBox="1"/>
              <p:nvPr/>
            </p:nvSpPr>
            <p:spPr>
              <a:xfrm>
                <a:off x="1445117" y="1269997"/>
                <a:ext cx="2704235" cy="525465"/>
              </a:xfrm>
              <a:prstGeom prst="rect">
                <a:avLst/>
              </a:prstGeom>
              <a:noFill/>
            </p:spPr>
            <p:txBody>
              <a:bodyPr wrap="square" rtlCol="0" anchor="b" anchorCtr="0">
                <a:normAutofit/>
              </a:bodyPr>
              <a:lstStyle/>
              <a:p>
                <a:r>
                  <a:rPr lang="zh-CN" altLang="en-US" b="1" dirty="0"/>
                  <a:t>跨界合作的意义</a:t>
                </a:r>
                <a:endParaRPr lang="en-US" dirty="0"/>
              </a:p>
            </p:txBody>
          </p:sp>
          <p:sp>
            <p:nvSpPr>
              <p:cNvPr id="33" name="Text1">
                <a:extLst>
                  <a:ext uri="{FF2B5EF4-FFF2-40B4-BE49-F238E27FC236}">
                    <a16:creationId xmlns:a16="http://schemas.microsoft.com/office/drawing/2014/main" id="{B888B055-79EA-4782-9A28-3BCC66C7CD05}"/>
                  </a:ext>
                </a:extLst>
              </p:cNvPr>
              <p:cNvSpPr txBox="1"/>
              <p:nvPr/>
            </p:nvSpPr>
            <p:spPr>
              <a:xfrm>
                <a:off x="1445117" y="1891866"/>
                <a:ext cx="2704235" cy="1169998"/>
              </a:xfrm>
              <a:prstGeom prst="rect">
                <a:avLst/>
              </a:prstGeom>
              <a:noFill/>
            </p:spPr>
            <p:txBody>
              <a:bodyPr wrap="square" rtlCol="0" anchor="t" anchorCtr="0">
                <a:normAutofit/>
              </a:bodyPr>
              <a:lstStyle/>
              <a:p>
                <a:pPr>
                  <a:lnSpc>
                    <a:spcPct val="120000"/>
                  </a:lnSpc>
                </a:pPr>
                <a:r>
                  <a:rPr lang="zh-CN" altLang="en-US" sz="1200" dirty="0"/>
                  <a:t>资源共享，优势互补</a:t>
                </a:r>
                <a:endParaRPr lang="en-US" dirty="0"/>
              </a:p>
            </p:txBody>
          </p:sp>
        </p:grpSp>
        <p:grpSp>
          <p:nvGrpSpPr>
            <p:cNvPr id="55" name="组合 54">
              <a:extLst>
                <a:ext uri="{FF2B5EF4-FFF2-40B4-BE49-F238E27FC236}">
                  <a16:creationId xmlns:a16="http://schemas.microsoft.com/office/drawing/2014/main" id="{9C6A5402-CD9C-FE52-58FF-1075920ADAEA}"/>
                </a:ext>
              </a:extLst>
            </p:cNvPr>
            <p:cNvGrpSpPr/>
            <p:nvPr/>
          </p:nvGrpSpPr>
          <p:grpSpPr>
            <a:xfrm>
              <a:off x="7012344" y="1095020"/>
              <a:ext cx="4054241" cy="1791867"/>
              <a:chOff x="7012344" y="1095020"/>
              <a:chExt cx="4054241" cy="1791867"/>
            </a:xfrm>
          </p:grpSpPr>
          <p:sp>
            <p:nvSpPr>
              <p:cNvPr id="4" name="IconBackground2">
                <a:extLst>
                  <a:ext uri="{FF2B5EF4-FFF2-40B4-BE49-F238E27FC236}">
                    <a16:creationId xmlns:a16="http://schemas.microsoft.com/office/drawing/2014/main" id="{6A3195E9-68E2-4B15-8A9D-863BC9881A38}"/>
                  </a:ext>
                </a:extLst>
              </p:cNvPr>
              <p:cNvSpPr/>
              <p:nvPr/>
            </p:nvSpPr>
            <p:spPr>
              <a:xfrm>
                <a:off x="7012344" y="1284644"/>
                <a:ext cx="975826" cy="975826"/>
              </a:xfrm>
              <a:prstGeom prst="ellipse">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400" b="1">
                  <a:solidFill>
                    <a:schemeClr val="accent1"/>
                  </a:solidFill>
                </a:endParaRPr>
              </a:p>
            </p:txBody>
          </p:sp>
          <p:sp>
            <p:nvSpPr>
              <p:cNvPr id="5" name="Icon2">
                <a:extLst>
                  <a:ext uri="{FF2B5EF4-FFF2-40B4-BE49-F238E27FC236}">
                    <a16:creationId xmlns:a16="http://schemas.microsoft.com/office/drawing/2014/main" id="{696C5C95-8AEB-43EA-AD18-A978A704C9ED}"/>
                  </a:ext>
                </a:extLst>
              </p:cNvPr>
              <p:cNvSpPr/>
              <p:nvPr/>
            </p:nvSpPr>
            <p:spPr>
              <a:xfrm>
                <a:off x="7374053" y="1648608"/>
                <a:ext cx="252409" cy="247897"/>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408 h 523875"/>
                  <a:gd name="connsiteX30" fmla="*/ 11151 w 533400"/>
                  <a:gd name="connsiteY30" fmla="*/ 175405 h 523875"/>
                  <a:gd name="connsiteX31" fmla="*/ 56300 w 533400"/>
                  <a:gd name="connsiteY31" fmla="*/ 127018 h 523875"/>
                  <a:gd name="connsiteX32" fmla="*/ 8411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576" y="276846"/>
                      <a:pt x="372339" y="289610"/>
                      <a:pt x="372339" y="305421"/>
                    </a:cubicBezTo>
                    <a:lnTo>
                      <a:pt x="372339" y="495921"/>
                    </a:lnTo>
                    <a:cubicBezTo>
                      <a:pt x="372339" y="511732"/>
                      <a:pt x="359576" y="524496"/>
                      <a:pt x="343764" y="524496"/>
                    </a:cubicBezTo>
                    <a:lnTo>
                      <a:pt x="191364" y="524496"/>
                    </a:lnTo>
                    <a:cubicBezTo>
                      <a:pt x="175552" y="524496"/>
                      <a:pt x="162789" y="511732"/>
                      <a:pt x="162789" y="495921"/>
                    </a:cubicBezTo>
                    <a:lnTo>
                      <a:pt x="162789" y="305421"/>
                    </a:lnTo>
                    <a:cubicBezTo>
                      <a:pt x="162789" y="289610"/>
                      <a:pt x="175552" y="276846"/>
                      <a:pt x="191364" y="276846"/>
                    </a:cubicBezTo>
                    <a:lnTo>
                      <a:pt x="343764" y="276846"/>
                    </a:lnTo>
                    <a:close/>
                    <a:moveTo>
                      <a:pt x="143739" y="114921"/>
                    </a:moveTo>
                    <a:cubicBezTo>
                      <a:pt x="143739" y="135305"/>
                      <a:pt x="159741" y="151973"/>
                      <a:pt x="179934" y="153021"/>
                    </a:cubicBezTo>
                    <a:lnTo>
                      <a:pt x="181839" y="153021"/>
                    </a:lnTo>
                    <a:lnTo>
                      <a:pt x="353289" y="153021"/>
                    </a:lnTo>
                    <a:cubicBezTo>
                      <a:pt x="373673" y="153021"/>
                      <a:pt x="390341" y="137019"/>
                      <a:pt x="391389" y="116826"/>
                    </a:cubicBezTo>
                    <a:lnTo>
                      <a:pt x="391389" y="114921"/>
                    </a:lnTo>
                    <a:lnTo>
                      <a:pt x="505689" y="114921"/>
                    </a:lnTo>
                    <a:cubicBezTo>
                      <a:pt x="521501" y="114921"/>
                      <a:pt x="534264" y="127685"/>
                      <a:pt x="534264" y="143496"/>
                    </a:cubicBezTo>
                    <a:lnTo>
                      <a:pt x="534264" y="381621"/>
                    </a:lnTo>
                    <a:cubicBezTo>
                      <a:pt x="534264" y="397432"/>
                      <a:pt x="521501" y="410196"/>
                      <a:pt x="505689" y="410196"/>
                    </a:cubicBezTo>
                    <a:lnTo>
                      <a:pt x="391389" y="410196"/>
                    </a:lnTo>
                    <a:lnTo>
                      <a:pt x="391389" y="295896"/>
                    </a:lnTo>
                    <a:cubicBezTo>
                      <a:pt x="391389" y="275512"/>
                      <a:pt x="375387" y="258844"/>
                      <a:pt x="355194" y="257796"/>
                    </a:cubicBezTo>
                    <a:lnTo>
                      <a:pt x="353289" y="257796"/>
                    </a:lnTo>
                    <a:lnTo>
                      <a:pt x="181839" y="257796"/>
                    </a:lnTo>
                    <a:cubicBezTo>
                      <a:pt x="161455" y="257796"/>
                      <a:pt x="144787" y="273798"/>
                      <a:pt x="143739" y="293991"/>
                    </a:cubicBezTo>
                    <a:lnTo>
                      <a:pt x="143739" y="295896"/>
                    </a:lnTo>
                    <a:lnTo>
                      <a:pt x="143739" y="410196"/>
                    </a:lnTo>
                    <a:lnTo>
                      <a:pt x="29439" y="410196"/>
                    </a:lnTo>
                    <a:cubicBezTo>
                      <a:pt x="13627" y="410196"/>
                      <a:pt x="864" y="397432"/>
                      <a:pt x="864" y="381621"/>
                    </a:cubicBezTo>
                    <a:lnTo>
                      <a:pt x="864" y="201408"/>
                    </a:lnTo>
                    <a:cubicBezTo>
                      <a:pt x="864" y="191788"/>
                      <a:pt x="4484" y="182454"/>
                      <a:pt x="11151" y="175405"/>
                    </a:cubicBezTo>
                    <a:lnTo>
                      <a:pt x="56300" y="127018"/>
                    </a:lnTo>
                    <a:cubicBezTo>
                      <a:pt x="63538" y="119303"/>
                      <a:pt x="73635" y="114921"/>
                      <a:pt x="84112" y="114921"/>
                    </a:cubicBezTo>
                    <a:lnTo>
                      <a:pt x="143739" y="114921"/>
                    </a:lnTo>
                    <a:close/>
                    <a:moveTo>
                      <a:pt x="462827" y="172071"/>
                    </a:moveTo>
                    <a:cubicBezTo>
                      <a:pt x="454921" y="172071"/>
                      <a:pt x="448539" y="178453"/>
                      <a:pt x="448539" y="186359"/>
                    </a:cubicBezTo>
                    <a:cubicBezTo>
                      <a:pt x="448539" y="194264"/>
                      <a:pt x="454921" y="200646"/>
                      <a:pt x="462827" y="200646"/>
                    </a:cubicBezTo>
                    <a:cubicBezTo>
                      <a:pt x="470732" y="200646"/>
                      <a:pt x="477114" y="194264"/>
                      <a:pt x="477114" y="186359"/>
                    </a:cubicBezTo>
                    <a:cubicBezTo>
                      <a:pt x="477114" y="178453"/>
                      <a:pt x="470732" y="172071"/>
                      <a:pt x="462827" y="172071"/>
                    </a:cubicBezTo>
                    <a:close/>
                    <a:moveTo>
                      <a:pt x="343764" y="621"/>
                    </a:moveTo>
                    <a:cubicBezTo>
                      <a:pt x="359576" y="621"/>
                      <a:pt x="372339" y="13385"/>
                      <a:pt x="372339" y="29196"/>
                    </a:cubicBezTo>
                    <a:lnTo>
                      <a:pt x="372339" y="105396"/>
                    </a:lnTo>
                    <a:cubicBezTo>
                      <a:pt x="372339" y="121207"/>
                      <a:pt x="359576" y="133971"/>
                      <a:pt x="343764" y="133971"/>
                    </a:cubicBezTo>
                    <a:lnTo>
                      <a:pt x="191364" y="133971"/>
                    </a:lnTo>
                    <a:cubicBezTo>
                      <a:pt x="175552" y="133971"/>
                      <a:pt x="162789" y="121207"/>
                      <a:pt x="162789" y="105396"/>
                    </a:cubicBezTo>
                    <a:lnTo>
                      <a:pt x="162789" y="29196"/>
                    </a:lnTo>
                    <a:cubicBezTo>
                      <a:pt x="162789" y="13385"/>
                      <a:pt x="175552" y="621"/>
                      <a:pt x="191364" y="621"/>
                    </a:cubicBezTo>
                    <a:lnTo>
                      <a:pt x="343764" y="621"/>
                    </a:lnTo>
                    <a:close/>
                  </a:path>
                </a:pathLst>
              </a:custGeom>
              <a:solidFill>
                <a:srgbClr val="FFFFFF"/>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38" name="Bullet2">
                <a:extLst>
                  <a:ext uri="{FF2B5EF4-FFF2-40B4-BE49-F238E27FC236}">
                    <a16:creationId xmlns:a16="http://schemas.microsoft.com/office/drawing/2014/main" id="{90B7020A-55AB-407A-9722-C66F8943C668}"/>
                  </a:ext>
                </a:extLst>
              </p:cNvPr>
              <p:cNvSpPr txBox="1"/>
              <p:nvPr/>
            </p:nvSpPr>
            <p:spPr>
              <a:xfrm>
                <a:off x="8362350" y="1095020"/>
                <a:ext cx="2704235" cy="525465"/>
              </a:xfrm>
              <a:prstGeom prst="rect">
                <a:avLst/>
              </a:prstGeom>
              <a:noFill/>
            </p:spPr>
            <p:txBody>
              <a:bodyPr wrap="square" rtlCol="0" anchor="b" anchorCtr="0">
                <a:normAutofit/>
              </a:bodyPr>
              <a:lstStyle/>
              <a:p>
                <a:r>
                  <a:rPr lang="zh-CN" altLang="en-US" b="1" dirty="0"/>
                  <a:t>创新生态的构建</a:t>
                </a:r>
                <a:endParaRPr lang="en-US" dirty="0"/>
              </a:p>
            </p:txBody>
          </p:sp>
          <p:sp>
            <p:nvSpPr>
              <p:cNvPr id="39" name="Text2">
                <a:extLst>
                  <a:ext uri="{FF2B5EF4-FFF2-40B4-BE49-F238E27FC236}">
                    <a16:creationId xmlns:a16="http://schemas.microsoft.com/office/drawing/2014/main" id="{1CDC8D2D-8B3E-4B9C-A5F6-4092BA13A8FC}"/>
                  </a:ext>
                </a:extLst>
              </p:cNvPr>
              <p:cNvSpPr txBox="1"/>
              <p:nvPr/>
            </p:nvSpPr>
            <p:spPr>
              <a:xfrm>
                <a:off x="8362350" y="1716889"/>
                <a:ext cx="2704235" cy="1169998"/>
              </a:xfrm>
              <a:prstGeom prst="rect">
                <a:avLst/>
              </a:prstGeom>
              <a:noFill/>
            </p:spPr>
            <p:txBody>
              <a:bodyPr wrap="square" rtlCol="0" anchor="t" anchorCtr="0">
                <a:normAutofit/>
              </a:bodyPr>
              <a:lstStyle/>
              <a:p>
                <a:pPr>
                  <a:lnSpc>
                    <a:spcPct val="120000"/>
                  </a:lnSpc>
                </a:pPr>
                <a:r>
                  <a:rPr lang="zh-CN" altLang="en-US" sz="1200" dirty="0"/>
                  <a:t>产业协同，共生共赢</a:t>
                </a:r>
                <a:endParaRPr lang="en-US" dirty="0"/>
              </a:p>
            </p:txBody>
          </p:sp>
        </p:grpSp>
        <p:grpSp>
          <p:nvGrpSpPr>
            <p:cNvPr id="57" name="组合 56">
              <a:extLst>
                <a:ext uri="{FF2B5EF4-FFF2-40B4-BE49-F238E27FC236}">
                  <a16:creationId xmlns:a16="http://schemas.microsoft.com/office/drawing/2014/main" id="{18161559-2E4B-24B1-4467-6DB60C00AEE3}"/>
                </a:ext>
              </a:extLst>
            </p:cNvPr>
            <p:cNvGrpSpPr/>
            <p:nvPr/>
          </p:nvGrpSpPr>
          <p:grpSpPr>
            <a:xfrm>
              <a:off x="1445117" y="3128254"/>
              <a:ext cx="3734540" cy="1754078"/>
              <a:chOff x="1445117" y="3128254"/>
              <a:chExt cx="3734540" cy="1754078"/>
            </a:xfrm>
          </p:grpSpPr>
          <p:sp>
            <p:nvSpPr>
              <p:cNvPr id="11" name="IconBackground3">
                <a:extLst>
                  <a:ext uri="{FF2B5EF4-FFF2-40B4-BE49-F238E27FC236}">
                    <a16:creationId xmlns:a16="http://schemas.microsoft.com/office/drawing/2014/main" id="{A5F711F0-92AB-4E12-8C17-FB0AB4C4A4F9}"/>
                  </a:ext>
                </a:extLst>
              </p:cNvPr>
              <p:cNvSpPr/>
              <p:nvPr/>
            </p:nvSpPr>
            <p:spPr>
              <a:xfrm>
                <a:off x="4203831" y="3533231"/>
                <a:ext cx="975826" cy="975826"/>
              </a:xfrm>
              <a:prstGeom prst="ellipse">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400" b="1">
                  <a:solidFill>
                    <a:schemeClr val="accent1"/>
                  </a:solidFill>
                </a:endParaRPr>
              </a:p>
            </p:txBody>
          </p:sp>
          <p:sp>
            <p:nvSpPr>
              <p:cNvPr id="13" name="Icon3">
                <a:extLst>
                  <a:ext uri="{FF2B5EF4-FFF2-40B4-BE49-F238E27FC236}">
                    <a16:creationId xmlns:a16="http://schemas.microsoft.com/office/drawing/2014/main" id="{8EA63B9C-31E1-497E-B9AA-2C291853E0B5}"/>
                  </a:ext>
                </a:extLst>
              </p:cNvPr>
              <p:cNvSpPr/>
              <p:nvPr/>
            </p:nvSpPr>
            <p:spPr>
              <a:xfrm>
                <a:off x="4565541" y="3906209"/>
                <a:ext cx="252407" cy="229870"/>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35" name="Bullet3">
                <a:extLst>
                  <a:ext uri="{FF2B5EF4-FFF2-40B4-BE49-F238E27FC236}">
                    <a16:creationId xmlns:a16="http://schemas.microsoft.com/office/drawing/2014/main" id="{A9CBBA11-2879-4119-967F-D3AD411A4A05}"/>
                  </a:ext>
                </a:extLst>
              </p:cNvPr>
              <p:cNvSpPr txBox="1"/>
              <p:nvPr/>
            </p:nvSpPr>
            <p:spPr>
              <a:xfrm>
                <a:off x="1445117" y="3128254"/>
                <a:ext cx="2704235" cy="525465"/>
              </a:xfrm>
              <a:prstGeom prst="rect">
                <a:avLst/>
              </a:prstGeom>
              <a:noFill/>
            </p:spPr>
            <p:txBody>
              <a:bodyPr wrap="square" rtlCol="0" anchor="b" anchorCtr="0">
                <a:normAutofit/>
              </a:bodyPr>
              <a:lstStyle/>
              <a:p>
                <a:r>
                  <a:rPr lang="zh-CN" altLang="en-US" b="1" dirty="0"/>
                  <a:t>科技与人文的融合</a:t>
                </a:r>
                <a:endParaRPr lang="en-US" dirty="0"/>
              </a:p>
            </p:txBody>
          </p:sp>
          <p:sp>
            <p:nvSpPr>
              <p:cNvPr id="36" name="Text3">
                <a:extLst>
                  <a:ext uri="{FF2B5EF4-FFF2-40B4-BE49-F238E27FC236}">
                    <a16:creationId xmlns:a16="http://schemas.microsoft.com/office/drawing/2014/main" id="{6AE1292C-9EC4-4391-9746-AE4DD244F3F5}"/>
                  </a:ext>
                </a:extLst>
              </p:cNvPr>
              <p:cNvSpPr txBox="1"/>
              <p:nvPr/>
            </p:nvSpPr>
            <p:spPr>
              <a:xfrm>
                <a:off x="1445117" y="3712334"/>
                <a:ext cx="2704235" cy="1169998"/>
              </a:xfrm>
              <a:prstGeom prst="rect">
                <a:avLst/>
              </a:prstGeom>
              <a:noFill/>
            </p:spPr>
            <p:txBody>
              <a:bodyPr wrap="square" rtlCol="0" anchor="t" anchorCtr="0">
                <a:normAutofit/>
              </a:bodyPr>
              <a:lstStyle/>
              <a:p>
                <a:pPr>
                  <a:lnSpc>
                    <a:spcPct val="120000"/>
                  </a:lnSpc>
                </a:pPr>
                <a:r>
                  <a:rPr lang="zh-CN" altLang="en-US" sz="1200" dirty="0"/>
                  <a:t>提升体验，丰富内涵</a:t>
                </a:r>
                <a:endParaRPr lang="en-US" dirty="0"/>
              </a:p>
            </p:txBody>
          </p:sp>
        </p:grpSp>
        <p:grpSp>
          <p:nvGrpSpPr>
            <p:cNvPr id="56" name="组合 55">
              <a:extLst>
                <a:ext uri="{FF2B5EF4-FFF2-40B4-BE49-F238E27FC236}">
                  <a16:creationId xmlns:a16="http://schemas.microsoft.com/office/drawing/2014/main" id="{5AD79E05-8805-B652-2BDE-CBEC6B0E99EE}"/>
                </a:ext>
              </a:extLst>
            </p:cNvPr>
            <p:cNvGrpSpPr/>
            <p:nvPr/>
          </p:nvGrpSpPr>
          <p:grpSpPr>
            <a:xfrm>
              <a:off x="7012344" y="2855151"/>
              <a:ext cx="4054241" cy="1880976"/>
              <a:chOff x="7012344" y="2855151"/>
              <a:chExt cx="4054241" cy="1880976"/>
            </a:xfrm>
          </p:grpSpPr>
          <p:sp>
            <p:nvSpPr>
              <p:cNvPr id="7" name="IconBackground4">
                <a:extLst>
                  <a:ext uri="{FF2B5EF4-FFF2-40B4-BE49-F238E27FC236}">
                    <a16:creationId xmlns:a16="http://schemas.microsoft.com/office/drawing/2014/main" id="{00BC1193-45B0-4BF4-AA49-F5527BFC5DAD}"/>
                  </a:ext>
                </a:extLst>
              </p:cNvPr>
              <p:cNvSpPr/>
              <p:nvPr/>
            </p:nvSpPr>
            <p:spPr>
              <a:xfrm>
                <a:off x="7012344" y="2855151"/>
                <a:ext cx="975826" cy="975826"/>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lang="zh-CN" altLang="en-US" b="1">
                  <a:solidFill>
                    <a:srgbClr val="FFFFFF"/>
                  </a:solidFill>
                </a:endParaRPr>
              </a:p>
            </p:txBody>
          </p:sp>
          <p:sp>
            <p:nvSpPr>
              <p:cNvPr id="9" name="Icon4">
                <a:extLst>
                  <a:ext uri="{FF2B5EF4-FFF2-40B4-BE49-F238E27FC236}">
                    <a16:creationId xmlns:a16="http://schemas.microsoft.com/office/drawing/2014/main" id="{DB36E592-808B-4247-8F8F-827DE8FEE686}"/>
                  </a:ext>
                </a:extLst>
              </p:cNvPr>
              <p:cNvSpPr/>
              <p:nvPr/>
            </p:nvSpPr>
            <p:spPr>
              <a:xfrm>
                <a:off x="7386524" y="3218396"/>
                <a:ext cx="227466" cy="249337"/>
              </a:xfrm>
              <a:custGeom>
                <a:avLst/>
                <a:gdLst>
                  <a:gd name="connsiteX0" fmla="*/ 248770 w 495300"/>
                  <a:gd name="connsiteY0" fmla="*/ 621 h 542925"/>
                  <a:gd name="connsiteX1" fmla="*/ 496420 w 495300"/>
                  <a:gd name="connsiteY1" fmla="*/ 248271 h 542925"/>
                  <a:gd name="connsiteX2" fmla="*/ 323827 w 495300"/>
                  <a:gd name="connsiteY2" fmla="*/ 484396 h 542925"/>
                  <a:gd name="connsiteX3" fmla="*/ 346973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567 w 495300"/>
                  <a:gd name="connsiteY8" fmla="*/ 524496 h 542925"/>
                  <a:gd name="connsiteX9" fmla="*/ 173713 w 495300"/>
                  <a:gd name="connsiteY9" fmla="*/ 484396 h 542925"/>
                  <a:gd name="connsiteX10" fmla="*/ 1120 w 495300"/>
                  <a:gd name="connsiteY10" fmla="*/ 248271 h 542925"/>
                  <a:gd name="connsiteX11" fmla="*/ 248770 w 495300"/>
                  <a:gd name="connsiteY11" fmla="*/ 621 h 542925"/>
                  <a:gd name="connsiteX12" fmla="*/ 192763 w 495300"/>
                  <a:gd name="connsiteY12" fmla="*/ 489539 h 542925"/>
                  <a:gd name="connsiteX13" fmla="*/ 172570 w 495300"/>
                  <a:gd name="connsiteY13" fmla="*/ 524496 h 542925"/>
                  <a:gd name="connsiteX14" fmla="*/ 324970 w 495300"/>
                  <a:gd name="connsiteY14" fmla="*/ 524496 h 542925"/>
                  <a:gd name="connsiteX15" fmla="*/ 304777 w 495300"/>
                  <a:gd name="connsiteY15" fmla="*/ 489539 h 542925"/>
                  <a:gd name="connsiteX16" fmla="*/ 248770 w 495300"/>
                  <a:gd name="connsiteY16" fmla="*/ 495921 h 542925"/>
                  <a:gd name="connsiteX17" fmla="*/ 192763 w 495300"/>
                  <a:gd name="connsiteY17" fmla="*/ 489539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41" name="Bullet4">
                <a:extLst>
                  <a:ext uri="{FF2B5EF4-FFF2-40B4-BE49-F238E27FC236}">
                    <a16:creationId xmlns:a16="http://schemas.microsoft.com/office/drawing/2014/main" id="{C1F66967-B10E-4CFC-8B12-F464F06F3A96}"/>
                  </a:ext>
                </a:extLst>
              </p:cNvPr>
              <p:cNvSpPr txBox="1"/>
              <p:nvPr/>
            </p:nvSpPr>
            <p:spPr>
              <a:xfrm>
                <a:off x="8362350" y="2982049"/>
                <a:ext cx="2704235" cy="525465"/>
              </a:xfrm>
              <a:prstGeom prst="rect">
                <a:avLst/>
              </a:prstGeom>
              <a:noFill/>
            </p:spPr>
            <p:txBody>
              <a:bodyPr wrap="square" rtlCol="0" anchor="b" anchorCtr="0">
                <a:normAutofit fontScale="92500" lnSpcReduction="20000"/>
              </a:bodyPr>
              <a:lstStyle/>
              <a:p>
                <a:r>
                  <a:rPr lang="zh-CN" altLang="en-US" b="1" dirty="0"/>
                  <a:t>案例分析：跨界合作成功案例</a:t>
                </a:r>
                <a:endParaRPr lang="en-US" dirty="0"/>
              </a:p>
            </p:txBody>
          </p:sp>
          <p:sp>
            <p:nvSpPr>
              <p:cNvPr id="42" name="Text4">
                <a:extLst>
                  <a:ext uri="{FF2B5EF4-FFF2-40B4-BE49-F238E27FC236}">
                    <a16:creationId xmlns:a16="http://schemas.microsoft.com/office/drawing/2014/main" id="{C6111047-6C75-43A8-A220-14DEA7A514E9}"/>
                  </a:ext>
                </a:extLst>
              </p:cNvPr>
              <p:cNvSpPr txBox="1"/>
              <p:nvPr/>
            </p:nvSpPr>
            <p:spPr>
              <a:xfrm>
                <a:off x="8362350" y="3566129"/>
                <a:ext cx="2704235" cy="1169998"/>
              </a:xfrm>
              <a:prstGeom prst="rect">
                <a:avLst/>
              </a:prstGeom>
              <a:noFill/>
            </p:spPr>
            <p:txBody>
              <a:bodyPr wrap="square" rtlCol="0" anchor="t" anchorCtr="0">
                <a:normAutofit/>
              </a:bodyPr>
              <a:lstStyle/>
              <a:p>
                <a:pPr>
                  <a:lnSpc>
                    <a:spcPct val="120000"/>
                  </a:lnSpc>
                </a:pPr>
                <a:r>
                  <a:rPr lang="zh-CN" altLang="en-US" sz="1200" dirty="0"/>
                  <a:t>解析跨界合作的成功要素</a:t>
                </a:r>
                <a:endParaRPr lang="en-US" dirty="0"/>
              </a:p>
            </p:txBody>
          </p:sp>
        </p:grpSp>
        <p:grpSp>
          <p:nvGrpSpPr>
            <p:cNvPr id="59" name="组合 58">
              <a:extLst>
                <a:ext uri="{FF2B5EF4-FFF2-40B4-BE49-F238E27FC236}">
                  <a16:creationId xmlns:a16="http://schemas.microsoft.com/office/drawing/2014/main" id="{56CCBB31-5932-724F-F11B-04DBCB407EC5}"/>
                </a:ext>
              </a:extLst>
            </p:cNvPr>
            <p:cNvGrpSpPr/>
            <p:nvPr/>
          </p:nvGrpSpPr>
          <p:grpSpPr>
            <a:xfrm>
              <a:off x="7012344" y="4869077"/>
              <a:ext cx="4054241" cy="1188823"/>
              <a:chOff x="7012344" y="4869077"/>
              <a:chExt cx="4054241" cy="1188823"/>
            </a:xfrm>
          </p:grpSpPr>
          <p:sp>
            <p:nvSpPr>
              <p:cNvPr id="19" name="IconBackground5">
                <a:extLst>
                  <a:ext uri="{FF2B5EF4-FFF2-40B4-BE49-F238E27FC236}">
                    <a16:creationId xmlns:a16="http://schemas.microsoft.com/office/drawing/2014/main" id="{5D521FAB-FEF6-4FE0-BCE6-86D3199E3E18}"/>
                  </a:ext>
                </a:extLst>
              </p:cNvPr>
              <p:cNvSpPr/>
              <p:nvPr/>
            </p:nvSpPr>
            <p:spPr>
              <a:xfrm>
                <a:off x="7012344" y="4953193"/>
                <a:ext cx="975826" cy="975826"/>
              </a:xfrm>
              <a:prstGeom prst="ellipse">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400" b="1">
                  <a:solidFill>
                    <a:schemeClr val="accent1"/>
                  </a:solidFill>
                </a:endParaRPr>
              </a:p>
            </p:txBody>
          </p:sp>
          <p:sp>
            <p:nvSpPr>
              <p:cNvPr id="21" name="Icon5">
                <a:extLst>
                  <a:ext uri="{FF2B5EF4-FFF2-40B4-BE49-F238E27FC236}">
                    <a16:creationId xmlns:a16="http://schemas.microsoft.com/office/drawing/2014/main" id="{A92778DA-B72E-4976-B9A8-09C04FCB1871}"/>
                  </a:ext>
                </a:extLst>
              </p:cNvPr>
              <p:cNvSpPr/>
              <p:nvPr/>
            </p:nvSpPr>
            <p:spPr>
              <a:xfrm>
                <a:off x="7386524" y="5316438"/>
                <a:ext cx="227466" cy="249337"/>
              </a:xfrm>
              <a:custGeom>
                <a:avLst/>
                <a:gdLst>
                  <a:gd name="connsiteX0" fmla="*/ 248770 w 495300"/>
                  <a:gd name="connsiteY0" fmla="*/ 621 h 542925"/>
                  <a:gd name="connsiteX1" fmla="*/ 496420 w 495300"/>
                  <a:gd name="connsiteY1" fmla="*/ 248271 h 542925"/>
                  <a:gd name="connsiteX2" fmla="*/ 323827 w 495300"/>
                  <a:gd name="connsiteY2" fmla="*/ 484396 h 542925"/>
                  <a:gd name="connsiteX3" fmla="*/ 346973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567 w 495300"/>
                  <a:gd name="connsiteY8" fmla="*/ 524496 h 542925"/>
                  <a:gd name="connsiteX9" fmla="*/ 173713 w 495300"/>
                  <a:gd name="connsiteY9" fmla="*/ 484396 h 542925"/>
                  <a:gd name="connsiteX10" fmla="*/ 1120 w 495300"/>
                  <a:gd name="connsiteY10" fmla="*/ 248271 h 542925"/>
                  <a:gd name="connsiteX11" fmla="*/ 248770 w 495300"/>
                  <a:gd name="connsiteY11" fmla="*/ 621 h 542925"/>
                  <a:gd name="connsiteX12" fmla="*/ 192763 w 495300"/>
                  <a:gd name="connsiteY12" fmla="*/ 489539 h 542925"/>
                  <a:gd name="connsiteX13" fmla="*/ 172570 w 495300"/>
                  <a:gd name="connsiteY13" fmla="*/ 524496 h 542925"/>
                  <a:gd name="connsiteX14" fmla="*/ 324970 w 495300"/>
                  <a:gd name="connsiteY14" fmla="*/ 524496 h 542925"/>
                  <a:gd name="connsiteX15" fmla="*/ 304777 w 495300"/>
                  <a:gd name="connsiteY15" fmla="*/ 489539 h 542925"/>
                  <a:gd name="connsiteX16" fmla="*/ 248770 w 495300"/>
                  <a:gd name="connsiteY16" fmla="*/ 495921 h 542925"/>
                  <a:gd name="connsiteX17" fmla="*/ 192763 w 495300"/>
                  <a:gd name="connsiteY17" fmla="*/ 489539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44" name="Bullet5">
                <a:extLst>
                  <a:ext uri="{FF2B5EF4-FFF2-40B4-BE49-F238E27FC236}">
                    <a16:creationId xmlns:a16="http://schemas.microsoft.com/office/drawing/2014/main" id="{1A36EAD7-2FEE-4135-8B45-69D6B86DA0AB}"/>
                  </a:ext>
                </a:extLst>
              </p:cNvPr>
              <p:cNvSpPr txBox="1"/>
              <p:nvPr/>
            </p:nvSpPr>
            <p:spPr>
              <a:xfrm>
                <a:off x="8362350" y="4869077"/>
                <a:ext cx="2704235" cy="525465"/>
              </a:xfrm>
              <a:prstGeom prst="rect">
                <a:avLst/>
              </a:prstGeom>
              <a:noFill/>
            </p:spPr>
            <p:txBody>
              <a:bodyPr wrap="square" rtlCol="0" anchor="b" anchorCtr="0">
                <a:normAutofit fontScale="92500" lnSpcReduction="20000"/>
              </a:bodyPr>
              <a:lstStyle/>
              <a:p>
                <a:r>
                  <a:rPr lang="zh-CN" altLang="en-US" b="1" dirty="0"/>
                  <a:t>未来发展趋势：跨界合作与创新生态</a:t>
                </a:r>
                <a:endParaRPr lang="en-US" dirty="0"/>
              </a:p>
            </p:txBody>
          </p:sp>
          <p:sp>
            <p:nvSpPr>
              <p:cNvPr id="45" name="Text5">
                <a:extLst>
                  <a:ext uri="{FF2B5EF4-FFF2-40B4-BE49-F238E27FC236}">
                    <a16:creationId xmlns:a16="http://schemas.microsoft.com/office/drawing/2014/main" id="{61F9D0C0-9D4C-4EF7-917A-222AA31D2C98}"/>
                  </a:ext>
                </a:extLst>
              </p:cNvPr>
              <p:cNvSpPr txBox="1"/>
              <p:nvPr/>
            </p:nvSpPr>
            <p:spPr>
              <a:xfrm>
                <a:off x="8362350" y="5453157"/>
                <a:ext cx="2704235" cy="604743"/>
              </a:xfrm>
              <a:prstGeom prst="rect">
                <a:avLst/>
              </a:prstGeom>
              <a:noFill/>
            </p:spPr>
            <p:txBody>
              <a:bodyPr wrap="square" rtlCol="0" anchor="t" anchorCtr="0">
                <a:normAutofit/>
              </a:bodyPr>
              <a:lstStyle/>
              <a:p>
                <a:pPr>
                  <a:lnSpc>
                    <a:spcPct val="120000"/>
                  </a:lnSpc>
                </a:pPr>
                <a:r>
                  <a:rPr lang="zh-CN" altLang="en-US" sz="1200" dirty="0"/>
                  <a:t>预见未来行业发展趋势</a:t>
                </a:r>
                <a:endParaRPr lang="en-US" dirty="0"/>
              </a:p>
            </p:txBody>
          </p:sp>
        </p:grpSp>
      </p:grpSp>
      <p:sp>
        <p:nvSpPr>
          <p:cNvPr id="2" name="标题 1"/>
          <p:cNvSpPr>
            <a:spLocks noGrp="1"/>
          </p:cNvSpPr>
          <p:nvPr>
            <p:ph type="title"/>
          </p:nvPr>
        </p:nvSpPr>
        <p:spPr/>
        <p:txBody>
          <a:bodyPr/>
          <a:lstStyle/>
          <a:p>
            <a:r>
              <a:rPr lang="zh-CN" altLang="en-US" dirty="0"/>
              <a:t>跨界合作与创新生态</a:t>
            </a:r>
            <a:endParaRPr lang="en-US" dirty="0"/>
          </a:p>
        </p:txBody>
      </p:sp>
    </p:spTree>
    <p:extLst>
      <p:ext uri="{BB962C8B-B14F-4D97-AF65-F5344CB8AC3E}">
        <p14:creationId xmlns:p14="http://schemas.microsoft.com/office/powerpoint/2010/main" val="1777462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a:bodyPr>
          <a:lstStyle/>
          <a:p>
            <a:r>
              <a:rPr lang="zh-CN" altLang="en-US" dirty="0"/>
              <a:t>科技引领：通用行业的未来趋势</a:t>
            </a:r>
            <a:endParaRPr lang="en-US" dirty="0"/>
          </a:p>
        </p:txBody>
      </p:sp>
      <p:sp>
        <p:nvSpPr>
          <p:cNvPr id="25" name="文本占位符 24"/>
          <p:cNvSpPr>
            <a:spLocks noGrp="1"/>
          </p:cNvSpPr>
          <p:nvPr>
            <p:ph type="body" sz="quarter" idx="1" hasCustomPrompt="1"/>
          </p:nvPr>
        </p:nvSpPr>
        <p:spPr/>
        <p:txBody>
          <a:bodyPr/>
          <a:lstStyle/>
          <a:p>
            <a:r>
              <a:rPr lang="zh-CN" altLang="en-US" dirty="0"/>
              <a:t>探索科技引领下的通用行业新未来</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3f5629df-8a51-44dd-9676-393f53aa7812.source.7.zh-Hans">
            <a:extLst>
              <a:ext uri="{FF2B5EF4-FFF2-40B4-BE49-F238E27FC236}">
                <a16:creationId xmlns:a16="http://schemas.microsoft.com/office/drawing/2014/main" id="{70434D3C-EEEB-62DA-1BB4-064D7F688859}"/>
              </a:ext>
            </a:extLst>
          </p:cNvPr>
          <p:cNvGrpSpPr/>
          <p:nvPr/>
        </p:nvGrpSpPr>
        <p:grpSpPr>
          <a:xfrm>
            <a:off x="1567545" y="1706137"/>
            <a:ext cx="9056912" cy="4406149"/>
            <a:chOff x="1567545" y="1706137"/>
            <a:chExt cx="9056912" cy="4406149"/>
          </a:xfrm>
        </p:grpSpPr>
        <p:sp>
          <p:nvSpPr>
            <p:cNvPr id="10" name="iṥlíḓè">
              <a:extLst>
                <a:ext uri="{FF2B5EF4-FFF2-40B4-BE49-F238E27FC236}">
                  <a16:creationId xmlns:a16="http://schemas.microsoft.com/office/drawing/2014/main" id="{8D74C5AC-FE92-4E85-9AD1-0C42E060065C}"/>
                </a:ext>
              </a:extLst>
            </p:cNvPr>
            <p:cNvSpPr/>
            <p:nvPr/>
          </p:nvSpPr>
          <p:spPr bwMode="auto">
            <a:xfrm rot="10800000" flipH="1">
              <a:off x="2545894" y="2592871"/>
              <a:ext cx="0" cy="595920"/>
            </a:xfrm>
            <a:prstGeom prst="line">
              <a:avLst/>
            </a:prstGeom>
            <a:noFill/>
            <a:ln w="25400">
              <a:solidFill>
                <a:schemeClr val="tx2">
                  <a:alpha val="50000"/>
                </a:schemeClr>
              </a:solidFill>
              <a:prstDash val="sysDot"/>
              <a:miter lim="800000"/>
              <a:headEnd type="oval" w="med" len="med"/>
              <a:tailEnd/>
            </a:ln>
            <a:extLst>
              <a:ext uri="{909E8E84-426E-40dd-AFC4-6F175D3DCCD1}">
                <a14:hiddenFill xmlns:a16="http://schemas.microsoft.com/office/drawing/2014/main" xmlns:lc="http://schemas.openxmlformats.org/drawingml/2006/lockedCanvas" xmlns:a14="http://schemas.microsoft.com/office/drawing/2010/main" xmlns:p14="http://schemas.microsoft.com/office/powerpoint/2010/main" xmlns="">
                  <a:noFill/>
                </a14:hiddenFill>
              </a:ext>
            </a:extLst>
          </p:spPr>
          <p:txBody>
            <a:bodyPr anchor="ctr"/>
            <a:lstStyle/>
            <a:p>
              <a:pPr algn="ctr"/>
              <a:endParaRPr/>
            </a:p>
          </p:txBody>
        </p:sp>
        <p:sp>
          <p:nvSpPr>
            <p:cNvPr id="11" name="iś1iďe">
              <a:extLst>
                <a:ext uri="{FF2B5EF4-FFF2-40B4-BE49-F238E27FC236}">
                  <a16:creationId xmlns:a16="http://schemas.microsoft.com/office/drawing/2014/main" id="{FFC36B58-56E0-4C97-B71B-FAA3DDE866F1}"/>
                </a:ext>
              </a:extLst>
            </p:cNvPr>
            <p:cNvSpPr/>
            <p:nvPr/>
          </p:nvSpPr>
          <p:spPr bwMode="auto">
            <a:xfrm rot="10800000" flipH="1">
              <a:off x="4841598" y="2596050"/>
              <a:ext cx="0" cy="595920"/>
            </a:xfrm>
            <a:prstGeom prst="line">
              <a:avLst/>
            </a:prstGeom>
            <a:noFill/>
            <a:ln w="25400">
              <a:solidFill>
                <a:schemeClr val="tx2">
                  <a:alpha val="50000"/>
                </a:schemeClr>
              </a:solidFill>
              <a:prstDash val="sysDot"/>
              <a:miter lim="800000"/>
              <a:headEnd type="oval" w="med" len="med"/>
              <a:tailEnd/>
            </a:ln>
            <a:extLst>
              <a:ext uri="{909E8E84-426E-40dd-AFC4-6F175D3DCCD1}">
                <a14:hiddenFill xmlns:a16="http://schemas.microsoft.com/office/drawing/2014/main" xmlns:lc="http://schemas.openxmlformats.org/drawingml/2006/lockedCanvas" xmlns:a14="http://schemas.microsoft.com/office/drawing/2010/main" xmlns:p14="http://schemas.microsoft.com/office/powerpoint/2010/main" xmlns="">
                  <a:noFill/>
                </a14:hiddenFill>
              </a:ext>
            </a:extLst>
          </p:spPr>
          <p:txBody>
            <a:bodyPr anchor="ctr"/>
            <a:lstStyle/>
            <a:p>
              <a:pPr algn="ctr"/>
              <a:endParaRPr/>
            </a:p>
          </p:txBody>
        </p:sp>
        <p:sp>
          <p:nvSpPr>
            <p:cNvPr id="12" name="îŝ1íďê">
              <a:extLst>
                <a:ext uri="{FF2B5EF4-FFF2-40B4-BE49-F238E27FC236}">
                  <a16:creationId xmlns:a16="http://schemas.microsoft.com/office/drawing/2014/main" id="{9191E7AA-CF75-4670-81AF-944762B4784B}"/>
                </a:ext>
              </a:extLst>
            </p:cNvPr>
            <p:cNvSpPr/>
            <p:nvPr/>
          </p:nvSpPr>
          <p:spPr bwMode="auto">
            <a:xfrm rot="10800000" flipH="1">
              <a:off x="7231933" y="2589693"/>
              <a:ext cx="0" cy="595920"/>
            </a:xfrm>
            <a:prstGeom prst="line">
              <a:avLst/>
            </a:prstGeom>
            <a:noFill/>
            <a:ln w="25400">
              <a:solidFill>
                <a:schemeClr val="tx2">
                  <a:alpha val="50000"/>
                </a:schemeClr>
              </a:solidFill>
              <a:prstDash val="sysDot"/>
              <a:miter lim="800000"/>
              <a:headEnd type="oval" w="med" len="med"/>
              <a:tailEnd/>
            </a:ln>
            <a:extLst>
              <a:ext uri="{909E8E84-426E-40dd-AFC4-6F175D3DCCD1}">
                <a14:hiddenFill xmlns:a16="http://schemas.microsoft.com/office/drawing/2014/main" xmlns:lc="http://schemas.openxmlformats.org/drawingml/2006/lockedCanvas" xmlns:a14="http://schemas.microsoft.com/office/drawing/2010/main" xmlns:p14="http://schemas.microsoft.com/office/powerpoint/2010/main" xmlns="">
                  <a:noFill/>
                </a14:hiddenFill>
              </a:ext>
            </a:extLst>
          </p:spPr>
          <p:txBody>
            <a:bodyPr anchor="ctr"/>
            <a:lstStyle/>
            <a:p>
              <a:pPr algn="ctr"/>
              <a:endParaRPr/>
            </a:p>
          </p:txBody>
        </p:sp>
        <p:sp>
          <p:nvSpPr>
            <p:cNvPr id="13" name="îşḻïḑé">
              <a:extLst>
                <a:ext uri="{FF2B5EF4-FFF2-40B4-BE49-F238E27FC236}">
                  <a16:creationId xmlns:a16="http://schemas.microsoft.com/office/drawing/2014/main" id="{A0E5C76C-AA2E-445D-9EC2-5419ABEAF55B}"/>
                </a:ext>
              </a:extLst>
            </p:cNvPr>
            <p:cNvSpPr/>
            <p:nvPr/>
          </p:nvSpPr>
          <p:spPr bwMode="auto">
            <a:xfrm rot="10800000" flipH="1">
              <a:off x="9646110" y="2596050"/>
              <a:ext cx="0" cy="595920"/>
            </a:xfrm>
            <a:prstGeom prst="line">
              <a:avLst/>
            </a:prstGeom>
            <a:noFill/>
            <a:ln w="25400">
              <a:solidFill>
                <a:schemeClr val="tx2">
                  <a:alpha val="50000"/>
                </a:schemeClr>
              </a:solidFill>
              <a:prstDash val="sysDot"/>
              <a:miter lim="800000"/>
              <a:headEnd type="oval" w="med" len="med"/>
              <a:tailEnd/>
            </a:ln>
            <a:extLst>
              <a:ext uri="{909E8E84-426E-40dd-AFC4-6F175D3DCCD1}">
                <a14:hiddenFill xmlns:a16="http://schemas.microsoft.com/office/drawing/2014/main" xmlns:lc="http://schemas.openxmlformats.org/drawingml/2006/lockedCanvas" xmlns:a14="http://schemas.microsoft.com/office/drawing/2010/main" xmlns:p14="http://schemas.microsoft.com/office/powerpoint/2010/main" xmlns="">
                  <a:noFill/>
                </a14:hiddenFill>
              </a:ext>
            </a:extLst>
          </p:spPr>
          <p:txBody>
            <a:bodyPr anchor="ctr"/>
            <a:lstStyle/>
            <a:p>
              <a:pPr algn="ctr"/>
              <a:endParaRPr/>
            </a:p>
          </p:txBody>
        </p:sp>
        <p:sp>
          <p:nvSpPr>
            <p:cNvPr id="14" name="iṩľídè">
              <a:extLst>
                <a:ext uri="{FF2B5EF4-FFF2-40B4-BE49-F238E27FC236}">
                  <a16:creationId xmlns:a16="http://schemas.microsoft.com/office/drawing/2014/main" id="{4D4FF148-46E3-4DFF-8FAA-1E868563D772}"/>
                </a:ext>
              </a:extLst>
            </p:cNvPr>
            <p:cNvSpPr/>
            <p:nvPr/>
          </p:nvSpPr>
          <p:spPr bwMode="auto">
            <a:xfrm rot="10800000" flipH="1">
              <a:off x="3667294" y="4621380"/>
              <a:ext cx="0" cy="595920"/>
            </a:xfrm>
            <a:prstGeom prst="line">
              <a:avLst/>
            </a:prstGeom>
            <a:noFill/>
            <a:ln w="25400">
              <a:solidFill>
                <a:schemeClr val="tx2">
                  <a:alpha val="50000"/>
                </a:schemeClr>
              </a:solidFill>
              <a:prstDash val="sysDot"/>
              <a:miter lim="800000"/>
              <a:headEnd/>
              <a:tailEnd type="oval" w="med" len="med"/>
            </a:ln>
            <a:extLst>
              <a:ext uri="{909E8E84-426E-40dd-AFC4-6F175D3DCCD1}">
                <a14:hiddenFill xmlns:a16="http://schemas.microsoft.com/office/drawing/2014/main" xmlns:lc="http://schemas.openxmlformats.org/drawingml/2006/lockedCanvas" xmlns:a14="http://schemas.microsoft.com/office/drawing/2010/main" xmlns:p14="http://schemas.microsoft.com/office/powerpoint/2010/main" xmlns="">
                  <a:noFill/>
                </a14:hiddenFill>
              </a:ext>
            </a:extLst>
          </p:spPr>
          <p:txBody>
            <a:bodyPr anchor="ctr"/>
            <a:lstStyle/>
            <a:p>
              <a:pPr algn="ctr"/>
              <a:endParaRPr/>
            </a:p>
          </p:txBody>
        </p:sp>
        <p:sp>
          <p:nvSpPr>
            <p:cNvPr id="15" name="îsľîďê">
              <a:extLst>
                <a:ext uri="{FF2B5EF4-FFF2-40B4-BE49-F238E27FC236}">
                  <a16:creationId xmlns:a16="http://schemas.microsoft.com/office/drawing/2014/main" id="{8F1C216D-129A-4C1D-8341-6ACABDA739B7}"/>
                </a:ext>
              </a:extLst>
            </p:cNvPr>
            <p:cNvSpPr/>
            <p:nvPr/>
          </p:nvSpPr>
          <p:spPr bwMode="auto">
            <a:xfrm rot="10800000" flipH="1">
              <a:off x="6057628" y="4615023"/>
              <a:ext cx="0" cy="595920"/>
            </a:xfrm>
            <a:prstGeom prst="line">
              <a:avLst/>
            </a:prstGeom>
            <a:noFill/>
            <a:ln w="25400">
              <a:solidFill>
                <a:schemeClr val="tx2">
                  <a:alpha val="50000"/>
                </a:schemeClr>
              </a:solidFill>
              <a:prstDash val="sysDot"/>
              <a:miter lim="800000"/>
              <a:headEnd/>
              <a:tailEnd type="oval" w="med" len="med"/>
            </a:ln>
            <a:extLst>
              <a:ext uri="{909E8E84-426E-40dd-AFC4-6F175D3DCCD1}">
                <a14:hiddenFill xmlns:a16="http://schemas.microsoft.com/office/drawing/2014/main" xmlns:lc="http://schemas.openxmlformats.org/drawingml/2006/lockedCanvas" xmlns:a14="http://schemas.microsoft.com/office/drawing/2010/main" xmlns:p14="http://schemas.microsoft.com/office/powerpoint/2010/main" xmlns="">
                  <a:noFill/>
                </a14:hiddenFill>
              </a:ext>
            </a:extLst>
          </p:spPr>
          <p:txBody>
            <a:bodyPr anchor="ctr"/>
            <a:lstStyle/>
            <a:p>
              <a:pPr algn="ctr"/>
              <a:endParaRPr/>
            </a:p>
          </p:txBody>
        </p:sp>
        <p:sp>
          <p:nvSpPr>
            <p:cNvPr id="16" name="ísḷïdé">
              <a:extLst>
                <a:ext uri="{FF2B5EF4-FFF2-40B4-BE49-F238E27FC236}">
                  <a16:creationId xmlns:a16="http://schemas.microsoft.com/office/drawing/2014/main" id="{6AFAB016-9B49-4CC3-B466-40C43438D371}"/>
                </a:ext>
              </a:extLst>
            </p:cNvPr>
            <p:cNvSpPr/>
            <p:nvPr/>
          </p:nvSpPr>
          <p:spPr bwMode="auto">
            <a:xfrm rot="10800000" flipH="1">
              <a:off x="8471806" y="4621380"/>
              <a:ext cx="0" cy="595920"/>
            </a:xfrm>
            <a:prstGeom prst="line">
              <a:avLst/>
            </a:prstGeom>
            <a:noFill/>
            <a:ln w="25400">
              <a:solidFill>
                <a:schemeClr val="tx2">
                  <a:alpha val="50000"/>
                </a:schemeClr>
              </a:solidFill>
              <a:prstDash val="sysDot"/>
              <a:miter lim="800000"/>
              <a:headEnd/>
              <a:tailEnd type="oval" w="med" len="med"/>
            </a:ln>
            <a:extLst>
              <a:ext uri="{909E8E84-426E-40dd-AFC4-6F175D3DCCD1}">
                <a14:hiddenFill xmlns:a16="http://schemas.microsoft.com/office/drawing/2014/main" xmlns:lc="http://schemas.openxmlformats.org/drawingml/2006/lockedCanvas" xmlns:a14="http://schemas.microsoft.com/office/drawing/2010/main" xmlns:p14="http://schemas.microsoft.com/office/powerpoint/2010/main" xmlns="">
                  <a:noFill/>
                </a14:hiddenFill>
              </a:ext>
            </a:extLst>
          </p:spPr>
          <p:txBody>
            <a:bodyPr anchor="ctr"/>
            <a:lstStyle/>
            <a:p>
              <a:pPr algn="ctr"/>
              <a:endParaRPr/>
            </a:p>
          </p:txBody>
        </p:sp>
        <p:grpSp>
          <p:nvGrpSpPr>
            <p:cNvPr id="39" name="组合 38">
              <a:extLst>
                <a:ext uri="{FF2B5EF4-FFF2-40B4-BE49-F238E27FC236}">
                  <a16:creationId xmlns:a16="http://schemas.microsoft.com/office/drawing/2014/main" id="{840BEB68-DFA3-2FFC-D91E-6D10FC0E8C1D}"/>
                </a:ext>
              </a:extLst>
            </p:cNvPr>
            <p:cNvGrpSpPr/>
            <p:nvPr/>
          </p:nvGrpSpPr>
          <p:grpSpPr>
            <a:xfrm>
              <a:off x="1567545" y="1706140"/>
              <a:ext cx="1956694" cy="2549236"/>
              <a:chOff x="1567545" y="1706140"/>
              <a:chExt cx="1956694" cy="2549236"/>
            </a:xfrm>
          </p:grpSpPr>
          <p:sp>
            <p:nvSpPr>
              <p:cNvPr id="17" name="Text1">
                <a:extLst>
                  <a:ext uri="{FF2B5EF4-FFF2-40B4-BE49-F238E27FC236}">
                    <a16:creationId xmlns:a16="http://schemas.microsoft.com/office/drawing/2014/main" id="{39340196-E1AA-4B49-976A-BF366BB2B662}"/>
                  </a:ext>
                </a:extLst>
              </p:cNvPr>
              <p:cNvSpPr/>
              <p:nvPr/>
            </p:nvSpPr>
            <p:spPr bwMode="auto">
              <a:xfrm>
                <a:off x="1567545" y="2057224"/>
                <a:ext cx="1956694" cy="51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dirty="0"/>
                  <a:t>提升数据处理速度与效率</a:t>
                </a:r>
                <a:endParaRPr lang="en-US" dirty="0"/>
              </a:p>
            </p:txBody>
          </p:sp>
          <p:sp>
            <p:nvSpPr>
              <p:cNvPr id="26" name="Bullet1">
                <a:extLst>
                  <a:ext uri="{FF2B5EF4-FFF2-40B4-BE49-F238E27FC236}">
                    <a16:creationId xmlns:a16="http://schemas.microsoft.com/office/drawing/2014/main" id="{3A64D93D-DDAC-B5C9-E8AC-43E9C1320A53}"/>
                  </a:ext>
                </a:extLst>
              </p:cNvPr>
              <p:cNvSpPr/>
              <p:nvPr/>
            </p:nvSpPr>
            <p:spPr bwMode="auto">
              <a:xfrm>
                <a:off x="1567545" y="1706140"/>
                <a:ext cx="1956694" cy="35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1">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r>
                  <a:rPr lang="zh-CN" altLang="en-US" b="1" dirty="0"/>
                  <a:t>云计算概述</a:t>
                </a:r>
                <a:endParaRPr lang="en-US" dirty="0"/>
              </a:p>
            </p:txBody>
          </p:sp>
          <p:sp>
            <p:nvSpPr>
              <p:cNvPr id="3" name="Number1">
                <a:extLst>
                  <a:ext uri="{FF2B5EF4-FFF2-40B4-BE49-F238E27FC236}">
                    <a16:creationId xmlns:a16="http://schemas.microsoft.com/office/drawing/2014/main" id="{97CDA03A-9185-1F3B-3E52-531D1A6A2ABF}"/>
                  </a:ext>
                </a:extLst>
              </p:cNvPr>
              <p:cNvSpPr/>
              <p:nvPr/>
            </p:nvSpPr>
            <p:spPr>
              <a:xfrm>
                <a:off x="2034452" y="3232496"/>
                <a:ext cx="1022880" cy="1022880"/>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01</a:t>
                </a:r>
                <a:endParaRPr lang="zh-CN" altLang="en-US" b="1" dirty="0">
                  <a:solidFill>
                    <a:srgbClr val="FFFFFF"/>
                  </a:solidFill>
                  <a:cs typeface="+mn-ea"/>
                </a:endParaRPr>
              </a:p>
            </p:txBody>
          </p:sp>
        </p:grpSp>
        <p:grpSp>
          <p:nvGrpSpPr>
            <p:cNvPr id="40" name="组合 39">
              <a:extLst>
                <a:ext uri="{FF2B5EF4-FFF2-40B4-BE49-F238E27FC236}">
                  <a16:creationId xmlns:a16="http://schemas.microsoft.com/office/drawing/2014/main" id="{DB6272F0-1C1C-9CCB-E335-1E6661DAD21B}"/>
                </a:ext>
              </a:extLst>
            </p:cNvPr>
            <p:cNvGrpSpPr/>
            <p:nvPr/>
          </p:nvGrpSpPr>
          <p:grpSpPr>
            <a:xfrm>
              <a:off x="2688945" y="3564443"/>
              <a:ext cx="1956694" cy="2547843"/>
              <a:chOff x="2688945" y="3564443"/>
              <a:chExt cx="1956694" cy="2547843"/>
            </a:xfrm>
          </p:grpSpPr>
          <p:sp>
            <p:nvSpPr>
              <p:cNvPr id="21" name="Text2">
                <a:extLst>
                  <a:ext uri="{FF2B5EF4-FFF2-40B4-BE49-F238E27FC236}">
                    <a16:creationId xmlns:a16="http://schemas.microsoft.com/office/drawing/2014/main" id="{39340196-E1AA-4B49-976A-BF366BB2B662}"/>
                  </a:ext>
                </a:extLst>
              </p:cNvPr>
              <p:cNvSpPr/>
              <p:nvPr/>
            </p:nvSpPr>
            <p:spPr bwMode="auto">
              <a:xfrm>
                <a:off x="2688945" y="5244312"/>
                <a:ext cx="1956694" cy="51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dirty="0"/>
                  <a:t>实现海量数据高效存储</a:t>
                </a:r>
                <a:endParaRPr lang="en-US" dirty="0"/>
              </a:p>
            </p:txBody>
          </p:sp>
          <p:sp>
            <p:nvSpPr>
              <p:cNvPr id="30" name="Bullet2">
                <a:extLst>
                  <a:ext uri="{FF2B5EF4-FFF2-40B4-BE49-F238E27FC236}">
                    <a16:creationId xmlns:a16="http://schemas.microsoft.com/office/drawing/2014/main" id="{44B0D6F5-0865-FAD3-8CC3-966804A8C156}"/>
                  </a:ext>
                </a:extLst>
              </p:cNvPr>
              <p:cNvSpPr/>
              <p:nvPr/>
            </p:nvSpPr>
            <p:spPr bwMode="auto">
              <a:xfrm>
                <a:off x="2688945" y="5761687"/>
                <a:ext cx="1956694" cy="35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1">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r>
                  <a:rPr lang="zh-CN" altLang="en-US" b="1" dirty="0"/>
                  <a:t>数据存储革命</a:t>
                </a:r>
                <a:endParaRPr lang="en-US" dirty="0"/>
              </a:p>
            </p:txBody>
          </p:sp>
          <p:sp>
            <p:nvSpPr>
              <p:cNvPr id="36" name="Number2">
                <a:extLst>
                  <a:ext uri="{FF2B5EF4-FFF2-40B4-BE49-F238E27FC236}">
                    <a16:creationId xmlns:a16="http://schemas.microsoft.com/office/drawing/2014/main" id="{B280097E-EE08-CE19-5252-8211F534719A}"/>
                  </a:ext>
                </a:extLst>
              </p:cNvPr>
              <p:cNvSpPr/>
              <p:nvPr/>
            </p:nvSpPr>
            <p:spPr>
              <a:xfrm>
                <a:off x="3155853" y="3564443"/>
                <a:ext cx="1022880" cy="1022880"/>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US" altLang="zh-CN" b="1" dirty="0">
                    <a:solidFill>
                      <a:srgbClr val="FFFFFF"/>
                    </a:solidFill>
                  </a:rPr>
                  <a:t>02</a:t>
                </a:r>
                <a:endParaRPr lang="zh-CN" altLang="en-US" b="1" dirty="0">
                  <a:solidFill>
                    <a:srgbClr val="FFFFFF"/>
                  </a:solidFill>
                </a:endParaRPr>
              </a:p>
            </p:txBody>
          </p:sp>
        </p:grpSp>
        <p:grpSp>
          <p:nvGrpSpPr>
            <p:cNvPr id="41" name="组合 40">
              <a:extLst>
                <a:ext uri="{FF2B5EF4-FFF2-40B4-BE49-F238E27FC236}">
                  <a16:creationId xmlns:a16="http://schemas.microsoft.com/office/drawing/2014/main" id="{BC8EAF90-47EE-09C4-E04F-946A369042BC}"/>
                </a:ext>
              </a:extLst>
            </p:cNvPr>
            <p:cNvGrpSpPr/>
            <p:nvPr/>
          </p:nvGrpSpPr>
          <p:grpSpPr>
            <a:xfrm>
              <a:off x="3863250" y="1706139"/>
              <a:ext cx="1956694" cy="2549237"/>
              <a:chOff x="3863250" y="1706139"/>
              <a:chExt cx="1956694" cy="2549237"/>
            </a:xfrm>
          </p:grpSpPr>
          <p:sp>
            <p:nvSpPr>
              <p:cNvPr id="18" name="Text3">
                <a:extLst>
                  <a:ext uri="{FF2B5EF4-FFF2-40B4-BE49-F238E27FC236}">
                    <a16:creationId xmlns:a16="http://schemas.microsoft.com/office/drawing/2014/main" id="{39340196-E1AA-4B49-976A-BF366BB2B662}"/>
                  </a:ext>
                </a:extLst>
              </p:cNvPr>
              <p:cNvSpPr/>
              <p:nvPr/>
            </p:nvSpPr>
            <p:spPr bwMode="auto">
              <a:xfrm>
                <a:off x="3863250" y="2057223"/>
                <a:ext cx="1956694" cy="51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dirty="0"/>
                  <a:t>根据需求调整计算资源</a:t>
                </a:r>
                <a:endParaRPr lang="en-US" dirty="0"/>
              </a:p>
            </p:txBody>
          </p:sp>
          <p:sp>
            <p:nvSpPr>
              <p:cNvPr id="27" name="Bullet3">
                <a:extLst>
                  <a:ext uri="{FF2B5EF4-FFF2-40B4-BE49-F238E27FC236}">
                    <a16:creationId xmlns:a16="http://schemas.microsoft.com/office/drawing/2014/main" id="{4FA4EA15-FEF5-729E-FCF5-23BFF7FD9DF9}"/>
                  </a:ext>
                </a:extLst>
              </p:cNvPr>
              <p:cNvSpPr/>
              <p:nvPr/>
            </p:nvSpPr>
            <p:spPr bwMode="auto">
              <a:xfrm>
                <a:off x="3863250" y="1706139"/>
                <a:ext cx="1956694" cy="35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1">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r>
                  <a:rPr lang="zh-CN" altLang="en-US" b="1" dirty="0"/>
                  <a:t>弹性计算能力</a:t>
                </a:r>
                <a:endParaRPr lang="en-US" dirty="0"/>
              </a:p>
            </p:txBody>
          </p:sp>
          <p:sp>
            <p:nvSpPr>
              <p:cNvPr id="25" name="Number3">
                <a:extLst>
                  <a:ext uri="{FF2B5EF4-FFF2-40B4-BE49-F238E27FC236}">
                    <a16:creationId xmlns:a16="http://schemas.microsoft.com/office/drawing/2014/main" id="{4317144A-99C7-D6D0-1419-6CF0E26D2559}"/>
                  </a:ext>
                </a:extLst>
              </p:cNvPr>
              <p:cNvSpPr/>
              <p:nvPr/>
            </p:nvSpPr>
            <p:spPr>
              <a:xfrm>
                <a:off x="4330157" y="3232496"/>
                <a:ext cx="1022880" cy="1022880"/>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03</a:t>
                </a:r>
                <a:endParaRPr lang="zh-CN" altLang="en-US" b="1" dirty="0">
                  <a:solidFill>
                    <a:srgbClr val="FFFFFF"/>
                  </a:solidFill>
                  <a:cs typeface="+mn-ea"/>
                </a:endParaRPr>
              </a:p>
            </p:txBody>
          </p:sp>
        </p:grpSp>
        <p:grpSp>
          <p:nvGrpSpPr>
            <p:cNvPr id="42" name="组合 41">
              <a:extLst>
                <a:ext uri="{FF2B5EF4-FFF2-40B4-BE49-F238E27FC236}">
                  <a16:creationId xmlns:a16="http://schemas.microsoft.com/office/drawing/2014/main" id="{71A3E0C3-E0E0-3D18-F376-C6507D945258}"/>
                </a:ext>
              </a:extLst>
            </p:cNvPr>
            <p:cNvGrpSpPr/>
            <p:nvPr/>
          </p:nvGrpSpPr>
          <p:grpSpPr>
            <a:xfrm>
              <a:off x="5079279" y="3564443"/>
              <a:ext cx="1956694" cy="2547842"/>
              <a:chOff x="5079279" y="3564443"/>
              <a:chExt cx="1956694" cy="2547842"/>
            </a:xfrm>
          </p:grpSpPr>
          <p:sp>
            <p:nvSpPr>
              <p:cNvPr id="22" name="Text4">
                <a:extLst>
                  <a:ext uri="{FF2B5EF4-FFF2-40B4-BE49-F238E27FC236}">
                    <a16:creationId xmlns:a16="http://schemas.microsoft.com/office/drawing/2014/main" id="{39340196-E1AA-4B49-976A-BF366BB2B662}"/>
                  </a:ext>
                </a:extLst>
              </p:cNvPr>
              <p:cNvSpPr/>
              <p:nvPr/>
            </p:nvSpPr>
            <p:spPr bwMode="auto">
              <a:xfrm>
                <a:off x="5079279" y="5244311"/>
                <a:ext cx="1956694" cy="51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dirty="0"/>
                  <a:t>深入挖掘数据价值</a:t>
                </a:r>
                <a:endParaRPr lang="en-US" dirty="0"/>
              </a:p>
            </p:txBody>
          </p:sp>
          <p:sp>
            <p:nvSpPr>
              <p:cNvPr id="34" name="Bullet4">
                <a:extLst>
                  <a:ext uri="{FF2B5EF4-FFF2-40B4-BE49-F238E27FC236}">
                    <a16:creationId xmlns:a16="http://schemas.microsoft.com/office/drawing/2014/main" id="{7155F30F-7354-39CB-FD16-3E8D4CD2228F}"/>
                  </a:ext>
                </a:extLst>
              </p:cNvPr>
              <p:cNvSpPr/>
              <p:nvPr/>
            </p:nvSpPr>
            <p:spPr bwMode="auto">
              <a:xfrm>
                <a:off x="5079279" y="5761686"/>
                <a:ext cx="1956694" cy="35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1">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r>
                  <a:rPr lang="zh-CN" altLang="en-US" b="1" dirty="0"/>
                  <a:t>数据挖掘与分析</a:t>
                </a:r>
                <a:endParaRPr lang="en-US" dirty="0"/>
              </a:p>
            </p:txBody>
          </p:sp>
          <p:sp>
            <p:nvSpPr>
              <p:cNvPr id="37" name="Number4">
                <a:extLst>
                  <a:ext uri="{FF2B5EF4-FFF2-40B4-BE49-F238E27FC236}">
                    <a16:creationId xmlns:a16="http://schemas.microsoft.com/office/drawing/2014/main" id="{097F4E66-4384-00E5-80D5-149EC86CDD1B}"/>
                  </a:ext>
                </a:extLst>
              </p:cNvPr>
              <p:cNvSpPr/>
              <p:nvPr/>
            </p:nvSpPr>
            <p:spPr>
              <a:xfrm>
                <a:off x="5546187" y="3564443"/>
                <a:ext cx="1022880" cy="1022880"/>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US" altLang="zh-CN" b="1" dirty="0">
                    <a:solidFill>
                      <a:srgbClr val="FFFFFF"/>
                    </a:solidFill>
                  </a:rPr>
                  <a:t>04</a:t>
                </a:r>
                <a:endParaRPr lang="zh-CN" altLang="en-US" b="1" dirty="0">
                  <a:solidFill>
                    <a:srgbClr val="FFFFFF"/>
                  </a:solidFill>
                </a:endParaRPr>
              </a:p>
            </p:txBody>
          </p:sp>
        </p:grpSp>
        <p:grpSp>
          <p:nvGrpSpPr>
            <p:cNvPr id="43" name="组合 42">
              <a:extLst>
                <a:ext uri="{FF2B5EF4-FFF2-40B4-BE49-F238E27FC236}">
                  <a16:creationId xmlns:a16="http://schemas.microsoft.com/office/drawing/2014/main" id="{204F285A-8CAA-EFF9-B1F8-6C345ECADA72}"/>
                </a:ext>
              </a:extLst>
            </p:cNvPr>
            <p:cNvGrpSpPr/>
            <p:nvPr/>
          </p:nvGrpSpPr>
          <p:grpSpPr>
            <a:xfrm>
              <a:off x="6253584" y="1706138"/>
              <a:ext cx="1956694" cy="2549238"/>
              <a:chOff x="6253584" y="1706138"/>
              <a:chExt cx="1956694" cy="2549238"/>
            </a:xfrm>
          </p:grpSpPr>
          <p:sp>
            <p:nvSpPr>
              <p:cNvPr id="19" name="Text5">
                <a:extLst>
                  <a:ext uri="{FF2B5EF4-FFF2-40B4-BE49-F238E27FC236}">
                    <a16:creationId xmlns:a16="http://schemas.microsoft.com/office/drawing/2014/main" id="{39340196-E1AA-4B49-976A-BF366BB2B662}"/>
                  </a:ext>
                </a:extLst>
              </p:cNvPr>
              <p:cNvSpPr/>
              <p:nvPr/>
            </p:nvSpPr>
            <p:spPr bwMode="auto">
              <a:xfrm>
                <a:off x="6253584" y="2057222"/>
                <a:ext cx="1956694" cy="51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dirty="0"/>
                  <a:t>利用数据驱动行业决策</a:t>
                </a:r>
                <a:endParaRPr lang="en-US" dirty="0"/>
              </a:p>
            </p:txBody>
          </p:sp>
          <p:sp>
            <p:nvSpPr>
              <p:cNvPr id="28" name="Bullet5">
                <a:extLst>
                  <a:ext uri="{FF2B5EF4-FFF2-40B4-BE49-F238E27FC236}">
                    <a16:creationId xmlns:a16="http://schemas.microsoft.com/office/drawing/2014/main" id="{CB20CC4B-D784-7F7F-FA8A-D2EAC63E3D91}"/>
                  </a:ext>
                </a:extLst>
              </p:cNvPr>
              <p:cNvSpPr/>
              <p:nvPr/>
            </p:nvSpPr>
            <p:spPr bwMode="auto">
              <a:xfrm>
                <a:off x="6253584" y="1706138"/>
                <a:ext cx="1956694" cy="35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1">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r>
                  <a:rPr lang="zh-CN" altLang="en-US" b="1" dirty="0"/>
                  <a:t>智能决策支持</a:t>
                </a:r>
                <a:endParaRPr lang="en-US" dirty="0"/>
              </a:p>
            </p:txBody>
          </p:sp>
          <p:sp>
            <p:nvSpPr>
              <p:cNvPr id="31" name="Number5">
                <a:extLst>
                  <a:ext uri="{FF2B5EF4-FFF2-40B4-BE49-F238E27FC236}">
                    <a16:creationId xmlns:a16="http://schemas.microsoft.com/office/drawing/2014/main" id="{C4E61508-ECF5-C410-A2F6-FE734328A53E}"/>
                  </a:ext>
                </a:extLst>
              </p:cNvPr>
              <p:cNvSpPr/>
              <p:nvPr/>
            </p:nvSpPr>
            <p:spPr>
              <a:xfrm>
                <a:off x="6720491" y="3232496"/>
                <a:ext cx="1022880" cy="1022880"/>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05</a:t>
                </a:r>
                <a:endParaRPr lang="zh-CN" altLang="en-US" b="1" dirty="0">
                  <a:solidFill>
                    <a:srgbClr val="FFFFFF"/>
                  </a:solidFill>
                  <a:cs typeface="+mn-ea"/>
                </a:endParaRPr>
              </a:p>
            </p:txBody>
          </p:sp>
        </p:grpSp>
        <p:grpSp>
          <p:nvGrpSpPr>
            <p:cNvPr id="44" name="组合 43">
              <a:extLst>
                <a:ext uri="{FF2B5EF4-FFF2-40B4-BE49-F238E27FC236}">
                  <a16:creationId xmlns:a16="http://schemas.microsoft.com/office/drawing/2014/main" id="{DD1D4A9E-73EA-853C-C093-451438ADC507}"/>
                </a:ext>
              </a:extLst>
            </p:cNvPr>
            <p:cNvGrpSpPr/>
            <p:nvPr/>
          </p:nvGrpSpPr>
          <p:grpSpPr>
            <a:xfrm>
              <a:off x="7493458" y="3564443"/>
              <a:ext cx="1956694" cy="2547841"/>
              <a:chOff x="7493458" y="3564443"/>
              <a:chExt cx="1956694" cy="2547841"/>
            </a:xfrm>
          </p:grpSpPr>
          <p:sp>
            <p:nvSpPr>
              <p:cNvPr id="23" name="Text6">
                <a:extLst>
                  <a:ext uri="{FF2B5EF4-FFF2-40B4-BE49-F238E27FC236}">
                    <a16:creationId xmlns:a16="http://schemas.microsoft.com/office/drawing/2014/main" id="{39340196-E1AA-4B49-976A-BF366BB2B662}"/>
                  </a:ext>
                </a:extLst>
              </p:cNvPr>
              <p:cNvSpPr/>
              <p:nvPr/>
            </p:nvSpPr>
            <p:spPr bwMode="auto">
              <a:xfrm>
                <a:off x="7493458" y="5244310"/>
                <a:ext cx="1956694" cy="51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dirty="0"/>
                  <a:t>保护行业数据安全</a:t>
                </a:r>
                <a:endParaRPr lang="en-US" dirty="0"/>
              </a:p>
            </p:txBody>
          </p:sp>
          <p:sp>
            <p:nvSpPr>
              <p:cNvPr id="35" name="Bullet6">
                <a:extLst>
                  <a:ext uri="{FF2B5EF4-FFF2-40B4-BE49-F238E27FC236}">
                    <a16:creationId xmlns:a16="http://schemas.microsoft.com/office/drawing/2014/main" id="{A0B62B93-8367-9FBB-2427-E8FC64246EC7}"/>
                  </a:ext>
                </a:extLst>
              </p:cNvPr>
              <p:cNvSpPr/>
              <p:nvPr/>
            </p:nvSpPr>
            <p:spPr bwMode="auto">
              <a:xfrm>
                <a:off x="7493458" y="5761685"/>
                <a:ext cx="1956694" cy="35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1">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r>
                  <a:rPr lang="zh-CN" altLang="en-US" b="1" dirty="0"/>
                  <a:t>云安全问题探讨</a:t>
                </a:r>
                <a:endParaRPr lang="en-US" dirty="0"/>
              </a:p>
            </p:txBody>
          </p:sp>
          <p:sp>
            <p:nvSpPr>
              <p:cNvPr id="38" name="Number6">
                <a:extLst>
                  <a:ext uri="{FF2B5EF4-FFF2-40B4-BE49-F238E27FC236}">
                    <a16:creationId xmlns:a16="http://schemas.microsoft.com/office/drawing/2014/main" id="{76D70B15-48B1-267D-55BF-7B2A006EC2D7}"/>
                  </a:ext>
                </a:extLst>
              </p:cNvPr>
              <p:cNvSpPr/>
              <p:nvPr/>
            </p:nvSpPr>
            <p:spPr>
              <a:xfrm>
                <a:off x="7960366" y="3564443"/>
                <a:ext cx="1022880" cy="1022880"/>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US" altLang="zh-CN" b="1" dirty="0">
                    <a:solidFill>
                      <a:srgbClr val="FFFFFF"/>
                    </a:solidFill>
                  </a:rPr>
                  <a:t>06</a:t>
                </a:r>
                <a:endParaRPr lang="zh-CN" altLang="en-US" b="1" dirty="0">
                  <a:solidFill>
                    <a:srgbClr val="FFFFFF"/>
                  </a:solidFill>
                </a:endParaRPr>
              </a:p>
            </p:txBody>
          </p:sp>
        </p:grpSp>
        <p:grpSp>
          <p:nvGrpSpPr>
            <p:cNvPr id="52" name="组合 51">
              <a:extLst>
                <a:ext uri="{FF2B5EF4-FFF2-40B4-BE49-F238E27FC236}">
                  <a16:creationId xmlns:a16="http://schemas.microsoft.com/office/drawing/2014/main" id="{7128E2AC-3FE8-299C-35D8-8FD0B636EFDF}"/>
                </a:ext>
              </a:extLst>
            </p:cNvPr>
            <p:cNvGrpSpPr/>
            <p:nvPr/>
          </p:nvGrpSpPr>
          <p:grpSpPr>
            <a:xfrm>
              <a:off x="8667763" y="1706137"/>
              <a:ext cx="1956694" cy="2549239"/>
              <a:chOff x="8667763" y="1706137"/>
              <a:chExt cx="1956694" cy="2549239"/>
            </a:xfrm>
          </p:grpSpPr>
          <p:sp>
            <p:nvSpPr>
              <p:cNvPr id="20" name="Text7">
                <a:extLst>
                  <a:ext uri="{FF2B5EF4-FFF2-40B4-BE49-F238E27FC236}">
                    <a16:creationId xmlns:a16="http://schemas.microsoft.com/office/drawing/2014/main" id="{39340196-E1AA-4B49-976A-BF366BB2B662}"/>
                  </a:ext>
                </a:extLst>
              </p:cNvPr>
              <p:cNvSpPr/>
              <p:nvPr/>
            </p:nvSpPr>
            <p:spPr bwMode="auto">
              <a:xfrm>
                <a:off x="8667763" y="2057221"/>
                <a:ext cx="1956694" cy="51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dirty="0"/>
                  <a:t>引领通用行业革新</a:t>
                </a:r>
                <a:endParaRPr lang="en-US" dirty="0"/>
              </a:p>
            </p:txBody>
          </p:sp>
          <p:sp>
            <p:nvSpPr>
              <p:cNvPr id="29" name="Bullet7">
                <a:extLst>
                  <a:ext uri="{FF2B5EF4-FFF2-40B4-BE49-F238E27FC236}">
                    <a16:creationId xmlns:a16="http://schemas.microsoft.com/office/drawing/2014/main" id="{0202C360-CBB6-AE45-8DC0-15A9E3C370A5}"/>
                  </a:ext>
                </a:extLst>
              </p:cNvPr>
              <p:cNvSpPr/>
              <p:nvPr/>
            </p:nvSpPr>
            <p:spPr bwMode="auto">
              <a:xfrm>
                <a:off x="8667763" y="1706137"/>
                <a:ext cx="1956694" cy="35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1">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r>
                  <a:rPr lang="zh-CN" altLang="en-US" b="1" dirty="0"/>
                  <a:t>云计算未来展望</a:t>
                </a:r>
                <a:endParaRPr lang="en-US" dirty="0"/>
              </a:p>
            </p:txBody>
          </p:sp>
          <p:sp>
            <p:nvSpPr>
              <p:cNvPr id="32" name="Number7">
                <a:extLst>
                  <a:ext uri="{FF2B5EF4-FFF2-40B4-BE49-F238E27FC236}">
                    <a16:creationId xmlns:a16="http://schemas.microsoft.com/office/drawing/2014/main" id="{8E431AD9-D014-8CA3-B580-C374B70A164F}"/>
                  </a:ext>
                </a:extLst>
              </p:cNvPr>
              <p:cNvSpPr/>
              <p:nvPr/>
            </p:nvSpPr>
            <p:spPr>
              <a:xfrm>
                <a:off x="9134670" y="3232496"/>
                <a:ext cx="1022880" cy="1022880"/>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07</a:t>
                </a:r>
                <a:endParaRPr lang="zh-CN" altLang="en-US" b="1" dirty="0">
                  <a:solidFill>
                    <a:srgbClr val="FFFFFF"/>
                  </a:solidFill>
                  <a:cs typeface="+mn-ea"/>
                </a:endParaRPr>
              </a:p>
            </p:txBody>
          </p:sp>
        </p:grpSp>
      </p:grpSp>
      <p:sp>
        <p:nvSpPr>
          <p:cNvPr id="2" name="标题 1"/>
          <p:cNvSpPr>
            <a:spLocks noGrp="1"/>
          </p:cNvSpPr>
          <p:nvPr>
            <p:ph type="title"/>
          </p:nvPr>
        </p:nvSpPr>
        <p:spPr/>
        <p:txBody>
          <a:bodyPr/>
          <a:lstStyle/>
          <a:p>
            <a:r>
              <a:rPr lang="zh-CN" altLang="en-US" dirty="0"/>
              <a:t>云计算与大数据</a:t>
            </a:r>
            <a:endParaRPr lang="en-US" dirty="0"/>
          </a:p>
        </p:txBody>
      </p:sp>
    </p:spTree>
    <p:extLst>
      <p:ext uri="{BB962C8B-B14F-4D97-AF65-F5344CB8AC3E}">
        <p14:creationId xmlns:p14="http://schemas.microsoft.com/office/powerpoint/2010/main" val="1777462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3855FE98-EA40-B3CF-F9E8-FCEDADE3A4D4}"/>
              </a:ext>
            </a:extLst>
          </p:cNvPr>
          <p:cNvGrpSpPr/>
          <p:nvPr/>
        </p:nvGrpSpPr>
        <p:grpSpPr>
          <a:xfrm>
            <a:off x="660400" y="1330962"/>
            <a:ext cx="10858500" cy="4815838"/>
            <a:chOff x="660400" y="1330962"/>
            <a:chExt cx="10858500" cy="4815838"/>
          </a:xfrm>
        </p:grpSpPr>
        <p:cxnSp>
          <p:nvCxnSpPr>
            <p:cNvPr id="8" name="íṥ1ïdè">
              <a:extLst>
                <a:ext uri="{FF2B5EF4-FFF2-40B4-BE49-F238E27FC236}">
                  <a16:creationId xmlns:a16="http://schemas.microsoft.com/office/drawing/2014/main" id="{4F6C6F69-7584-4420-30DC-C0BB224EF5B4}"/>
                </a:ext>
              </a:extLst>
            </p:cNvPr>
            <p:cNvCxnSpPr/>
            <p:nvPr/>
          </p:nvCxnSpPr>
          <p:spPr>
            <a:xfrm flipV="1">
              <a:off x="1944368" y="4060093"/>
              <a:ext cx="0" cy="842068"/>
            </a:xfrm>
            <a:prstGeom prst="line">
              <a:avLst/>
            </a:prstGeom>
            <a:ln w="6350">
              <a:solidFill>
                <a:schemeClr val="accent2">
                  <a:alpha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9" name="îsḷiḍe">
              <a:extLst>
                <a:ext uri="{FF2B5EF4-FFF2-40B4-BE49-F238E27FC236}">
                  <a16:creationId xmlns:a16="http://schemas.microsoft.com/office/drawing/2014/main" id="{7BEABBE3-D7B7-3468-9FE9-414BB756B138}"/>
                </a:ext>
              </a:extLst>
            </p:cNvPr>
            <p:cNvCxnSpPr/>
            <p:nvPr/>
          </p:nvCxnSpPr>
          <p:spPr>
            <a:xfrm flipV="1">
              <a:off x="8162291" y="4060093"/>
              <a:ext cx="0" cy="842068"/>
            </a:xfrm>
            <a:prstGeom prst="line">
              <a:avLst/>
            </a:prstGeom>
            <a:ln w="6350">
              <a:solidFill>
                <a:schemeClr val="accent1">
                  <a:alpha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 name="iṩlîḑé">
              <a:extLst>
                <a:ext uri="{FF2B5EF4-FFF2-40B4-BE49-F238E27FC236}">
                  <a16:creationId xmlns:a16="http://schemas.microsoft.com/office/drawing/2014/main" id="{23B61829-6076-8BBC-AF7D-53D722B3435E}"/>
                </a:ext>
              </a:extLst>
            </p:cNvPr>
            <p:cNvCxnSpPr/>
            <p:nvPr/>
          </p:nvCxnSpPr>
          <p:spPr>
            <a:xfrm flipV="1">
              <a:off x="6089650" y="4060093"/>
              <a:ext cx="0" cy="842068"/>
            </a:xfrm>
            <a:prstGeom prst="line">
              <a:avLst/>
            </a:prstGeom>
            <a:ln w="6350">
              <a:solidFill>
                <a:schemeClr val="accent2">
                  <a:alpha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1" name="ïš1îḑê">
              <a:extLst>
                <a:ext uri="{FF2B5EF4-FFF2-40B4-BE49-F238E27FC236}">
                  <a16:creationId xmlns:a16="http://schemas.microsoft.com/office/drawing/2014/main" id="{F4BBB988-6941-308A-38B0-8E006D6744F9}"/>
                </a:ext>
              </a:extLst>
            </p:cNvPr>
            <p:cNvCxnSpPr/>
            <p:nvPr/>
          </p:nvCxnSpPr>
          <p:spPr>
            <a:xfrm flipV="1">
              <a:off x="4017009" y="4060093"/>
              <a:ext cx="0" cy="842068"/>
            </a:xfrm>
            <a:prstGeom prst="line">
              <a:avLst/>
            </a:prstGeom>
            <a:ln w="6350">
              <a:solidFill>
                <a:schemeClr val="accent1">
                  <a:alpha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í$1íḋé">
              <a:extLst>
                <a:ext uri="{FF2B5EF4-FFF2-40B4-BE49-F238E27FC236}">
                  <a16:creationId xmlns:a16="http://schemas.microsoft.com/office/drawing/2014/main" id="{042ADC1B-A766-2E2E-4CE2-B26653DB81EF}"/>
                </a:ext>
              </a:extLst>
            </p:cNvPr>
            <p:cNvCxnSpPr/>
            <p:nvPr/>
          </p:nvCxnSpPr>
          <p:spPr>
            <a:xfrm flipV="1">
              <a:off x="10234932" y="4060093"/>
              <a:ext cx="0" cy="842068"/>
            </a:xfrm>
            <a:prstGeom prst="line">
              <a:avLst/>
            </a:prstGeom>
            <a:ln w="6350">
              <a:solidFill>
                <a:schemeClr val="accent2">
                  <a:alpha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 name="Title">
              <a:extLst>
                <a:ext uri="{FF2B5EF4-FFF2-40B4-BE49-F238E27FC236}">
                  <a16:creationId xmlns:a16="http://schemas.microsoft.com/office/drawing/2014/main" id="{DFDE400E-8273-C64D-A8E4-29631A9870B6}"/>
                </a:ext>
              </a:extLst>
            </p:cNvPr>
            <p:cNvSpPr txBox="1"/>
            <p:nvPr/>
          </p:nvSpPr>
          <p:spPr>
            <a:xfrm>
              <a:off x="673099" y="1330962"/>
              <a:ext cx="10845800" cy="581926"/>
            </a:xfrm>
            <a:prstGeom prst="rect">
              <a:avLst/>
            </a:prstGeom>
            <a:noFill/>
            <a:ln>
              <a:noFill/>
            </a:ln>
          </p:spPr>
          <p:txBody>
            <a:bodyPr wrap="square" lIns="91440" tIns="45720" rIns="91440" bIns="45720" anchor="t" anchorCtr="1">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rPr>
                <a:t>万物互联时代的行业变革机遇</a:t>
              </a:r>
              <a:endParaRPr kumimoji="0" lang="en-US" sz="2400" b="1" i="0" u="none" strike="noStrike" kern="1200" cap="none" spc="0" normalizeH="0" baseline="0" noProof="0" dirty="0">
                <a:ln>
                  <a:noFill/>
                </a:ln>
                <a:effectLst/>
                <a:uLnTx/>
                <a:uFillTx/>
              </a:endParaRPr>
            </a:p>
          </p:txBody>
        </p:sp>
        <p:grpSp>
          <p:nvGrpSpPr>
            <p:cNvPr id="15" name="组合 14">
              <a:extLst>
                <a:ext uri="{FF2B5EF4-FFF2-40B4-BE49-F238E27FC236}">
                  <a16:creationId xmlns:a16="http://schemas.microsoft.com/office/drawing/2014/main" id="{2E7A0F4D-7FC3-EFF2-A300-A5F3CFE59035}"/>
                </a:ext>
              </a:extLst>
            </p:cNvPr>
            <p:cNvGrpSpPr/>
            <p:nvPr/>
          </p:nvGrpSpPr>
          <p:grpSpPr>
            <a:xfrm>
              <a:off x="660400" y="2124909"/>
              <a:ext cx="2567936" cy="4021891"/>
              <a:chOff x="660400" y="2124909"/>
              <a:chExt cx="2567936" cy="4021891"/>
            </a:xfrm>
          </p:grpSpPr>
          <p:sp>
            <p:nvSpPr>
              <p:cNvPr id="36" name="Text1">
                <a:extLst>
                  <a:ext uri="{FF2B5EF4-FFF2-40B4-BE49-F238E27FC236}">
                    <a16:creationId xmlns:a16="http://schemas.microsoft.com/office/drawing/2014/main" id="{BF5BFD4F-D2B1-9B44-E32E-4352532CB075}"/>
                  </a:ext>
                </a:extLst>
              </p:cNvPr>
              <p:cNvSpPr/>
              <p:nvPr/>
            </p:nvSpPr>
            <p:spPr bwMode="auto">
              <a:xfrm>
                <a:off x="707566" y="2768908"/>
                <a:ext cx="2096291" cy="118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20000"/>
                  </a:lnSpc>
                </a:pPr>
                <a:r>
                  <a:rPr lang="zh-CN" altLang="en-US" sz="1200"/>
                  <a:t>物理世界的数字化连接</a:t>
                </a:r>
                <a:endParaRPr lang="en-US" altLang="zh-CN" sz="1200" dirty="0"/>
              </a:p>
            </p:txBody>
          </p:sp>
          <p:sp>
            <p:nvSpPr>
              <p:cNvPr id="37" name="Bullet1">
                <a:extLst>
                  <a:ext uri="{FF2B5EF4-FFF2-40B4-BE49-F238E27FC236}">
                    <a16:creationId xmlns:a16="http://schemas.microsoft.com/office/drawing/2014/main" id="{766A80E8-3472-FCA9-5EB3-CF175B807546}"/>
                  </a:ext>
                </a:extLst>
              </p:cNvPr>
              <p:cNvSpPr txBox="1"/>
              <p:nvPr/>
            </p:nvSpPr>
            <p:spPr bwMode="auto">
              <a:xfrm>
                <a:off x="707566" y="2124909"/>
                <a:ext cx="2096291" cy="64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eaLnBrk="1" hangingPunct="1">
                  <a:spcBef>
                    <a:spcPct val="0"/>
                  </a:spcBef>
                  <a:buFontTx/>
                  <a:buNone/>
                </a:pPr>
                <a:r>
                  <a:rPr lang="zh-CN" altLang="en-US" b="1" dirty="0"/>
                  <a:t>物联网设施建设</a:t>
                </a:r>
                <a:endParaRPr lang="en-US" altLang="zh-CN" b="1" dirty="0"/>
              </a:p>
            </p:txBody>
          </p:sp>
          <p:sp>
            <p:nvSpPr>
              <p:cNvPr id="38" name="IconBackground1">
                <a:extLst>
                  <a:ext uri="{FF2B5EF4-FFF2-40B4-BE49-F238E27FC236}">
                    <a16:creationId xmlns:a16="http://schemas.microsoft.com/office/drawing/2014/main" id="{411EEE44-577E-99E0-B719-C8C1E6E3E59C}"/>
                  </a:ext>
                </a:extLst>
              </p:cNvPr>
              <p:cNvSpPr/>
              <p:nvPr/>
            </p:nvSpPr>
            <p:spPr>
              <a:xfrm flipV="1">
                <a:off x="660400" y="4960093"/>
                <a:ext cx="2567936" cy="1186707"/>
              </a:xfrm>
              <a:custGeom>
                <a:avLst/>
                <a:gdLst>
                  <a:gd name="connsiteX0" fmla="*/ 0 w 3390900"/>
                  <a:gd name="connsiteY0" fmla="*/ 0 h 1695450"/>
                  <a:gd name="connsiteX1" fmla="*/ 3390900 w 3390900"/>
                  <a:gd name="connsiteY1" fmla="*/ 0 h 1695450"/>
                  <a:gd name="connsiteX2" fmla="*/ 1695450 w 3390900"/>
                  <a:gd name="connsiteY2" fmla="*/ 1695450 h 1695450"/>
                  <a:gd name="connsiteX3" fmla="*/ 0 w 3390900"/>
                  <a:gd name="connsiteY3" fmla="*/ 0 h 1695450"/>
                </a:gdLst>
                <a:ahLst/>
                <a:cxnLst>
                  <a:cxn ang="0">
                    <a:pos x="connsiteX0" y="connsiteY0"/>
                  </a:cxn>
                  <a:cxn ang="0">
                    <a:pos x="connsiteX1" y="connsiteY1"/>
                  </a:cxn>
                  <a:cxn ang="0">
                    <a:pos x="connsiteX2" y="connsiteY2"/>
                  </a:cxn>
                  <a:cxn ang="0">
                    <a:pos x="connsiteX3" y="connsiteY3"/>
                  </a:cxn>
                </a:cxnLst>
                <a:rect l="l" t="t" r="r" b="b"/>
                <a:pathLst>
                  <a:path w="3390900" h="1695450">
                    <a:moveTo>
                      <a:pt x="0" y="0"/>
                    </a:moveTo>
                    <a:lnTo>
                      <a:pt x="3390900" y="0"/>
                    </a:lnTo>
                    <a:cubicBezTo>
                      <a:pt x="3390900" y="936371"/>
                      <a:pt x="2631821" y="1695450"/>
                      <a:pt x="1695450" y="1695450"/>
                    </a:cubicBezTo>
                    <a:cubicBezTo>
                      <a:pt x="759079" y="1695450"/>
                      <a:pt x="0" y="936371"/>
                      <a:pt x="0" y="0"/>
                    </a:cubicBezTo>
                    <a:close/>
                  </a:path>
                </a:pathLst>
              </a:cu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endParaRPr b="1">
                  <a:solidFill>
                    <a:srgbClr val="FFFFFF"/>
                  </a:solidFill>
                  <a:cs typeface="+mn-ea"/>
                </a:endParaRPr>
              </a:p>
            </p:txBody>
          </p:sp>
          <p:sp>
            <p:nvSpPr>
              <p:cNvPr id="39" name="Icon1">
                <a:extLst>
                  <a:ext uri="{FF2B5EF4-FFF2-40B4-BE49-F238E27FC236}">
                    <a16:creationId xmlns:a16="http://schemas.microsoft.com/office/drawing/2014/main" id="{7EC7957E-9D66-B83F-4A3C-79AC2F122A39}"/>
                  </a:ext>
                </a:extLst>
              </p:cNvPr>
              <p:cNvSpPr/>
              <p:nvPr/>
            </p:nvSpPr>
            <p:spPr bwMode="auto">
              <a:xfrm>
                <a:off x="1727653" y="5384135"/>
                <a:ext cx="433431" cy="366280"/>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tx2"/>
              </a:solidFill>
              <a:ln>
                <a:noFill/>
              </a:ln>
            </p:spPr>
            <p:txBody>
              <a:bodyPr wrap="square" lIns="91440" tIns="45720" rIns="91440" bIns="45720" anchor="ctr">
                <a:normAutofit/>
              </a:bodyPr>
              <a:lstStyle/>
              <a:p>
                <a:pPr algn="ctr"/>
                <a:endParaRPr sz="1600"/>
              </a:p>
            </p:txBody>
          </p:sp>
        </p:grpSp>
        <p:grpSp>
          <p:nvGrpSpPr>
            <p:cNvPr id="16" name="组合 15">
              <a:extLst>
                <a:ext uri="{FF2B5EF4-FFF2-40B4-BE49-F238E27FC236}">
                  <a16:creationId xmlns:a16="http://schemas.microsoft.com/office/drawing/2014/main" id="{62F1E9A1-74BD-DEDB-8A81-7D33BB886FF5}"/>
                </a:ext>
              </a:extLst>
            </p:cNvPr>
            <p:cNvGrpSpPr/>
            <p:nvPr/>
          </p:nvGrpSpPr>
          <p:grpSpPr>
            <a:xfrm>
              <a:off x="2733041" y="2124909"/>
              <a:ext cx="2567936" cy="4021891"/>
              <a:chOff x="2733041" y="2124909"/>
              <a:chExt cx="2567936" cy="4021891"/>
            </a:xfrm>
          </p:grpSpPr>
          <p:sp>
            <p:nvSpPr>
              <p:cNvPr id="32" name="Text2">
                <a:extLst>
                  <a:ext uri="{FF2B5EF4-FFF2-40B4-BE49-F238E27FC236}">
                    <a16:creationId xmlns:a16="http://schemas.microsoft.com/office/drawing/2014/main" id="{30D8A2EF-4CB6-482D-B5F5-0D7D7B0B1BF8}"/>
                  </a:ext>
                </a:extLst>
              </p:cNvPr>
              <p:cNvSpPr/>
              <p:nvPr/>
            </p:nvSpPr>
            <p:spPr bwMode="auto">
              <a:xfrm>
                <a:off x="2874535" y="2768908"/>
                <a:ext cx="2096291" cy="118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20000"/>
                  </a:lnSpc>
                </a:pPr>
                <a:r>
                  <a:rPr lang="zh-CN" altLang="en-US" sz="1200"/>
                  <a:t>人工智能与物联网的深度融合</a:t>
                </a:r>
                <a:endParaRPr lang="en-US" altLang="zh-CN" sz="1200" dirty="0"/>
              </a:p>
            </p:txBody>
          </p:sp>
          <p:sp>
            <p:nvSpPr>
              <p:cNvPr id="33" name="Bullet2">
                <a:extLst>
                  <a:ext uri="{FF2B5EF4-FFF2-40B4-BE49-F238E27FC236}">
                    <a16:creationId xmlns:a16="http://schemas.microsoft.com/office/drawing/2014/main" id="{40E710BD-BA90-645B-E5AE-0F089CEFCFF7}"/>
                  </a:ext>
                </a:extLst>
              </p:cNvPr>
              <p:cNvSpPr txBox="1"/>
              <p:nvPr/>
            </p:nvSpPr>
            <p:spPr bwMode="auto">
              <a:xfrm>
                <a:off x="2874535" y="2124909"/>
                <a:ext cx="2096291" cy="64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eaLnBrk="1" hangingPunct="1">
                  <a:spcBef>
                    <a:spcPct val="0"/>
                  </a:spcBef>
                  <a:buFontTx/>
                  <a:buNone/>
                </a:pPr>
                <a:r>
                  <a:rPr lang="zh-CN" altLang="en-US" b="1" dirty="0"/>
                  <a:t>智能互联实际应用</a:t>
                </a:r>
                <a:endParaRPr lang="en-US" altLang="zh-CN" b="1" dirty="0"/>
              </a:p>
            </p:txBody>
          </p:sp>
          <p:sp>
            <p:nvSpPr>
              <p:cNvPr id="34" name="IconBackground2">
                <a:extLst>
                  <a:ext uri="{FF2B5EF4-FFF2-40B4-BE49-F238E27FC236}">
                    <a16:creationId xmlns:a16="http://schemas.microsoft.com/office/drawing/2014/main" id="{9D0C87B5-49FA-A6F5-FEE6-F35285E07BEE}"/>
                  </a:ext>
                </a:extLst>
              </p:cNvPr>
              <p:cNvSpPr/>
              <p:nvPr/>
            </p:nvSpPr>
            <p:spPr>
              <a:xfrm flipV="1">
                <a:off x="2733041" y="4960093"/>
                <a:ext cx="2567936" cy="1186707"/>
              </a:xfrm>
              <a:custGeom>
                <a:avLst/>
                <a:gdLst>
                  <a:gd name="connsiteX0" fmla="*/ 0 w 3390900"/>
                  <a:gd name="connsiteY0" fmla="*/ 0 h 1695450"/>
                  <a:gd name="connsiteX1" fmla="*/ 3390900 w 3390900"/>
                  <a:gd name="connsiteY1" fmla="*/ 0 h 1695450"/>
                  <a:gd name="connsiteX2" fmla="*/ 1695450 w 3390900"/>
                  <a:gd name="connsiteY2" fmla="*/ 1695450 h 1695450"/>
                  <a:gd name="connsiteX3" fmla="*/ 0 w 3390900"/>
                  <a:gd name="connsiteY3" fmla="*/ 0 h 1695450"/>
                </a:gdLst>
                <a:ahLst/>
                <a:cxnLst>
                  <a:cxn ang="0">
                    <a:pos x="connsiteX0" y="connsiteY0"/>
                  </a:cxn>
                  <a:cxn ang="0">
                    <a:pos x="connsiteX1" y="connsiteY1"/>
                  </a:cxn>
                  <a:cxn ang="0">
                    <a:pos x="connsiteX2" y="connsiteY2"/>
                  </a:cxn>
                  <a:cxn ang="0">
                    <a:pos x="connsiteX3" y="connsiteY3"/>
                  </a:cxn>
                </a:cxnLst>
                <a:rect l="l" t="t" r="r" b="b"/>
                <a:pathLst>
                  <a:path w="3390900" h="1695450">
                    <a:moveTo>
                      <a:pt x="0" y="0"/>
                    </a:moveTo>
                    <a:lnTo>
                      <a:pt x="3390900" y="0"/>
                    </a:lnTo>
                    <a:cubicBezTo>
                      <a:pt x="3390900" y="936371"/>
                      <a:pt x="2631821" y="1695450"/>
                      <a:pt x="1695450" y="1695450"/>
                    </a:cubicBezTo>
                    <a:cubicBezTo>
                      <a:pt x="759079" y="1695450"/>
                      <a:pt x="0" y="936371"/>
                      <a:pt x="0" y="0"/>
                    </a:cubicBezTo>
                    <a:close/>
                  </a:path>
                </a:pathLst>
              </a:cu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b="1">
                  <a:solidFill>
                    <a:srgbClr val="FFFFFF"/>
                  </a:solidFill>
                </a:endParaRPr>
              </a:p>
            </p:txBody>
          </p:sp>
          <p:sp>
            <p:nvSpPr>
              <p:cNvPr id="35" name="Icon2">
                <a:extLst>
                  <a:ext uri="{FF2B5EF4-FFF2-40B4-BE49-F238E27FC236}">
                    <a16:creationId xmlns:a16="http://schemas.microsoft.com/office/drawing/2014/main" id="{73145226-8809-B46E-3223-113FDE64FEB3}"/>
                  </a:ext>
                </a:extLst>
              </p:cNvPr>
              <p:cNvSpPr/>
              <p:nvPr/>
            </p:nvSpPr>
            <p:spPr bwMode="auto">
              <a:xfrm>
                <a:off x="3800294" y="5376230"/>
                <a:ext cx="433431" cy="366280"/>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rgbClr val="FFFFFF"/>
              </a:solidFill>
              <a:ln>
                <a:noFill/>
              </a:ln>
            </p:spPr>
            <p:txBody>
              <a:bodyPr wrap="square" lIns="91440" tIns="45720" rIns="91440" bIns="45720" anchor="ctr">
                <a:normAutofit/>
              </a:bodyPr>
              <a:lstStyle/>
              <a:p>
                <a:pPr algn="ctr"/>
                <a:endParaRPr sz="1600"/>
              </a:p>
            </p:txBody>
          </p:sp>
        </p:grpSp>
        <p:grpSp>
          <p:nvGrpSpPr>
            <p:cNvPr id="17" name="组合 16">
              <a:extLst>
                <a:ext uri="{FF2B5EF4-FFF2-40B4-BE49-F238E27FC236}">
                  <a16:creationId xmlns:a16="http://schemas.microsoft.com/office/drawing/2014/main" id="{8E50D672-46DE-A3E9-4A1A-29D78E91C0AA}"/>
                </a:ext>
              </a:extLst>
            </p:cNvPr>
            <p:cNvGrpSpPr/>
            <p:nvPr/>
          </p:nvGrpSpPr>
          <p:grpSpPr>
            <a:xfrm>
              <a:off x="4805682" y="2124909"/>
              <a:ext cx="2567936" cy="4021891"/>
              <a:chOff x="4805682" y="2124909"/>
              <a:chExt cx="2567936" cy="4021891"/>
            </a:xfrm>
          </p:grpSpPr>
          <p:sp>
            <p:nvSpPr>
              <p:cNvPr id="28" name="Text3">
                <a:extLst>
                  <a:ext uri="{FF2B5EF4-FFF2-40B4-BE49-F238E27FC236}">
                    <a16:creationId xmlns:a16="http://schemas.microsoft.com/office/drawing/2014/main" id="{7A0D5A88-AF23-F588-BC68-5033E72EE6AC}"/>
                  </a:ext>
                </a:extLst>
              </p:cNvPr>
              <p:cNvSpPr/>
              <p:nvPr/>
            </p:nvSpPr>
            <p:spPr bwMode="auto">
              <a:xfrm>
                <a:off x="5041505" y="2768908"/>
                <a:ext cx="2096291" cy="118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20000"/>
                  </a:lnSpc>
                </a:pPr>
                <a:r>
                  <a:rPr lang="zh-CN" altLang="en-US" sz="1200"/>
                  <a:t>确保信息时代的安全可信</a:t>
                </a:r>
                <a:endParaRPr lang="en-US" altLang="zh-CN" sz="1200" dirty="0"/>
              </a:p>
            </p:txBody>
          </p:sp>
          <p:sp>
            <p:nvSpPr>
              <p:cNvPr id="29" name="Bullet3">
                <a:extLst>
                  <a:ext uri="{FF2B5EF4-FFF2-40B4-BE49-F238E27FC236}">
                    <a16:creationId xmlns:a16="http://schemas.microsoft.com/office/drawing/2014/main" id="{33BBAB8E-8E2B-F66B-68C9-D19297935FED}"/>
                  </a:ext>
                </a:extLst>
              </p:cNvPr>
              <p:cNvSpPr txBox="1"/>
              <p:nvPr/>
            </p:nvSpPr>
            <p:spPr bwMode="auto">
              <a:xfrm>
                <a:off x="5041505" y="2124909"/>
                <a:ext cx="2096291" cy="64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eaLnBrk="1" hangingPunct="1">
                  <a:spcBef>
                    <a:spcPct val="0"/>
                  </a:spcBef>
                  <a:buFontTx/>
                  <a:buNone/>
                </a:pPr>
                <a:r>
                  <a:rPr lang="zh-CN" altLang="en-US" b="1" dirty="0"/>
                  <a:t>数据安全隐私保护</a:t>
                </a:r>
                <a:endParaRPr lang="en-US" altLang="zh-CN" b="1" dirty="0"/>
              </a:p>
            </p:txBody>
          </p:sp>
          <p:sp>
            <p:nvSpPr>
              <p:cNvPr id="30" name="IconBackground3">
                <a:extLst>
                  <a:ext uri="{FF2B5EF4-FFF2-40B4-BE49-F238E27FC236}">
                    <a16:creationId xmlns:a16="http://schemas.microsoft.com/office/drawing/2014/main" id="{2C89FED8-4002-89CA-6C7B-693DBF2EC66B}"/>
                  </a:ext>
                </a:extLst>
              </p:cNvPr>
              <p:cNvSpPr/>
              <p:nvPr/>
            </p:nvSpPr>
            <p:spPr>
              <a:xfrm flipV="1">
                <a:off x="4805682" y="4960093"/>
                <a:ext cx="2567936" cy="1186707"/>
              </a:xfrm>
              <a:custGeom>
                <a:avLst/>
                <a:gdLst>
                  <a:gd name="connsiteX0" fmla="*/ 0 w 3390900"/>
                  <a:gd name="connsiteY0" fmla="*/ 0 h 1695450"/>
                  <a:gd name="connsiteX1" fmla="*/ 3390900 w 3390900"/>
                  <a:gd name="connsiteY1" fmla="*/ 0 h 1695450"/>
                  <a:gd name="connsiteX2" fmla="*/ 1695450 w 3390900"/>
                  <a:gd name="connsiteY2" fmla="*/ 1695450 h 1695450"/>
                  <a:gd name="connsiteX3" fmla="*/ 0 w 3390900"/>
                  <a:gd name="connsiteY3" fmla="*/ 0 h 1695450"/>
                </a:gdLst>
                <a:ahLst/>
                <a:cxnLst>
                  <a:cxn ang="0">
                    <a:pos x="connsiteX0" y="connsiteY0"/>
                  </a:cxn>
                  <a:cxn ang="0">
                    <a:pos x="connsiteX1" y="connsiteY1"/>
                  </a:cxn>
                  <a:cxn ang="0">
                    <a:pos x="connsiteX2" y="connsiteY2"/>
                  </a:cxn>
                  <a:cxn ang="0">
                    <a:pos x="connsiteX3" y="connsiteY3"/>
                  </a:cxn>
                </a:cxnLst>
                <a:rect l="l" t="t" r="r" b="b"/>
                <a:pathLst>
                  <a:path w="3390900" h="1695450">
                    <a:moveTo>
                      <a:pt x="0" y="0"/>
                    </a:moveTo>
                    <a:lnTo>
                      <a:pt x="3390900" y="0"/>
                    </a:lnTo>
                    <a:cubicBezTo>
                      <a:pt x="3390900" y="936371"/>
                      <a:pt x="2631821" y="1695450"/>
                      <a:pt x="1695450" y="1695450"/>
                    </a:cubicBezTo>
                    <a:cubicBezTo>
                      <a:pt x="759079" y="1695450"/>
                      <a:pt x="0" y="936371"/>
                      <a:pt x="0" y="0"/>
                    </a:cubicBezTo>
                    <a:close/>
                  </a:path>
                </a:pathLst>
              </a:cu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endParaRPr b="1">
                  <a:solidFill>
                    <a:srgbClr val="FFFFFF"/>
                  </a:solidFill>
                  <a:cs typeface="+mn-ea"/>
                </a:endParaRPr>
              </a:p>
            </p:txBody>
          </p:sp>
          <p:sp>
            <p:nvSpPr>
              <p:cNvPr id="31" name="Icon3">
                <a:extLst>
                  <a:ext uri="{FF2B5EF4-FFF2-40B4-BE49-F238E27FC236}">
                    <a16:creationId xmlns:a16="http://schemas.microsoft.com/office/drawing/2014/main" id="{19659121-C5CE-C870-84F2-71FCE7B74F5F}"/>
                  </a:ext>
                </a:extLst>
              </p:cNvPr>
              <p:cNvSpPr/>
              <p:nvPr/>
            </p:nvSpPr>
            <p:spPr bwMode="auto">
              <a:xfrm>
                <a:off x="5872935" y="5401428"/>
                <a:ext cx="433431" cy="366280"/>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tx2"/>
              </a:solidFill>
              <a:ln>
                <a:noFill/>
              </a:ln>
            </p:spPr>
            <p:txBody>
              <a:bodyPr wrap="square" lIns="91440" tIns="45720" rIns="91440" bIns="45720" anchor="ctr">
                <a:normAutofit/>
              </a:bodyPr>
              <a:lstStyle/>
              <a:p>
                <a:pPr algn="ctr"/>
                <a:endParaRPr sz="1600"/>
              </a:p>
            </p:txBody>
          </p:sp>
        </p:grpSp>
        <p:grpSp>
          <p:nvGrpSpPr>
            <p:cNvPr id="18" name="组合 17">
              <a:extLst>
                <a:ext uri="{FF2B5EF4-FFF2-40B4-BE49-F238E27FC236}">
                  <a16:creationId xmlns:a16="http://schemas.microsoft.com/office/drawing/2014/main" id="{B06CFD9F-486E-7A16-335B-2719A7618C08}"/>
                </a:ext>
              </a:extLst>
            </p:cNvPr>
            <p:cNvGrpSpPr/>
            <p:nvPr/>
          </p:nvGrpSpPr>
          <p:grpSpPr>
            <a:xfrm>
              <a:off x="6878323" y="2124909"/>
              <a:ext cx="2567936" cy="4021891"/>
              <a:chOff x="6878323" y="2124909"/>
              <a:chExt cx="2567936" cy="4021891"/>
            </a:xfrm>
          </p:grpSpPr>
          <p:sp>
            <p:nvSpPr>
              <p:cNvPr id="24" name="Text4">
                <a:extLst>
                  <a:ext uri="{FF2B5EF4-FFF2-40B4-BE49-F238E27FC236}">
                    <a16:creationId xmlns:a16="http://schemas.microsoft.com/office/drawing/2014/main" id="{C101CACA-3EEE-669A-C157-757078D72A98}"/>
                  </a:ext>
                </a:extLst>
              </p:cNvPr>
              <p:cNvSpPr/>
              <p:nvPr/>
            </p:nvSpPr>
            <p:spPr bwMode="auto">
              <a:xfrm>
                <a:off x="7208473" y="2768908"/>
                <a:ext cx="2096291" cy="118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20000"/>
                  </a:lnSpc>
                </a:pPr>
                <a:r>
                  <a:rPr lang="zh-CN" altLang="en-US" sz="1200"/>
                  <a:t>实际应用场景与成效展示</a:t>
                </a:r>
                <a:endParaRPr lang="en-US" altLang="zh-CN" sz="1200" dirty="0"/>
              </a:p>
            </p:txBody>
          </p:sp>
          <p:sp>
            <p:nvSpPr>
              <p:cNvPr id="25" name="Bullet4">
                <a:extLst>
                  <a:ext uri="{FF2B5EF4-FFF2-40B4-BE49-F238E27FC236}">
                    <a16:creationId xmlns:a16="http://schemas.microsoft.com/office/drawing/2014/main" id="{BA8C1179-F704-E476-6651-55899E1D6FD2}"/>
                  </a:ext>
                </a:extLst>
              </p:cNvPr>
              <p:cNvSpPr txBox="1"/>
              <p:nvPr/>
            </p:nvSpPr>
            <p:spPr bwMode="auto">
              <a:xfrm>
                <a:off x="7208473" y="2124909"/>
                <a:ext cx="2096291" cy="64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eaLnBrk="1" hangingPunct="1">
                  <a:spcBef>
                    <a:spcPct val="0"/>
                  </a:spcBef>
                  <a:buFontTx/>
                  <a:buNone/>
                </a:pPr>
                <a:r>
                  <a:rPr lang="zh-CN" altLang="en-US" b="1" dirty="0"/>
                  <a:t>行业革新案例分析</a:t>
                </a:r>
                <a:endParaRPr lang="en-US" altLang="zh-CN" b="1" dirty="0"/>
              </a:p>
            </p:txBody>
          </p:sp>
          <p:sp>
            <p:nvSpPr>
              <p:cNvPr id="26" name="IconBackground4">
                <a:extLst>
                  <a:ext uri="{FF2B5EF4-FFF2-40B4-BE49-F238E27FC236}">
                    <a16:creationId xmlns:a16="http://schemas.microsoft.com/office/drawing/2014/main" id="{4E9D006C-2128-9E8A-C835-5215440D685F}"/>
                  </a:ext>
                </a:extLst>
              </p:cNvPr>
              <p:cNvSpPr/>
              <p:nvPr/>
            </p:nvSpPr>
            <p:spPr>
              <a:xfrm flipV="1">
                <a:off x="6878323" y="4960093"/>
                <a:ext cx="2567936" cy="1186707"/>
              </a:xfrm>
              <a:custGeom>
                <a:avLst/>
                <a:gdLst>
                  <a:gd name="connsiteX0" fmla="*/ 0 w 3390900"/>
                  <a:gd name="connsiteY0" fmla="*/ 0 h 1695450"/>
                  <a:gd name="connsiteX1" fmla="*/ 3390900 w 3390900"/>
                  <a:gd name="connsiteY1" fmla="*/ 0 h 1695450"/>
                  <a:gd name="connsiteX2" fmla="*/ 1695450 w 3390900"/>
                  <a:gd name="connsiteY2" fmla="*/ 1695450 h 1695450"/>
                  <a:gd name="connsiteX3" fmla="*/ 0 w 3390900"/>
                  <a:gd name="connsiteY3" fmla="*/ 0 h 1695450"/>
                </a:gdLst>
                <a:ahLst/>
                <a:cxnLst>
                  <a:cxn ang="0">
                    <a:pos x="connsiteX0" y="connsiteY0"/>
                  </a:cxn>
                  <a:cxn ang="0">
                    <a:pos x="connsiteX1" y="connsiteY1"/>
                  </a:cxn>
                  <a:cxn ang="0">
                    <a:pos x="connsiteX2" y="connsiteY2"/>
                  </a:cxn>
                  <a:cxn ang="0">
                    <a:pos x="connsiteX3" y="connsiteY3"/>
                  </a:cxn>
                </a:cxnLst>
                <a:rect l="l" t="t" r="r" b="b"/>
                <a:pathLst>
                  <a:path w="3390900" h="1695450">
                    <a:moveTo>
                      <a:pt x="0" y="0"/>
                    </a:moveTo>
                    <a:lnTo>
                      <a:pt x="3390900" y="0"/>
                    </a:lnTo>
                    <a:cubicBezTo>
                      <a:pt x="3390900" y="936371"/>
                      <a:pt x="2631821" y="1695450"/>
                      <a:pt x="1695450" y="1695450"/>
                    </a:cubicBezTo>
                    <a:cubicBezTo>
                      <a:pt x="759079" y="1695450"/>
                      <a:pt x="0" y="936371"/>
                      <a:pt x="0" y="0"/>
                    </a:cubicBezTo>
                    <a:close/>
                  </a:path>
                </a:pathLst>
              </a:cu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b="1">
                  <a:solidFill>
                    <a:srgbClr val="FFFFFF"/>
                  </a:solidFill>
                </a:endParaRPr>
              </a:p>
            </p:txBody>
          </p:sp>
          <p:sp>
            <p:nvSpPr>
              <p:cNvPr id="27" name="Icon4">
                <a:extLst>
                  <a:ext uri="{FF2B5EF4-FFF2-40B4-BE49-F238E27FC236}">
                    <a16:creationId xmlns:a16="http://schemas.microsoft.com/office/drawing/2014/main" id="{EC07EC62-624F-E26C-93F1-FE5838E1C756}"/>
                  </a:ext>
                </a:extLst>
              </p:cNvPr>
              <p:cNvSpPr/>
              <p:nvPr/>
            </p:nvSpPr>
            <p:spPr bwMode="auto">
              <a:xfrm>
                <a:off x="7945576" y="5372776"/>
                <a:ext cx="433431" cy="366280"/>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rgbClr val="FFFFFF"/>
              </a:solidFill>
              <a:ln>
                <a:noFill/>
              </a:ln>
            </p:spPr>
            <p:txBody>
              <a:bodyPr wrap="square" lIns="91440" tIns="45720" rIns="91440" bIns="45720" anchor="ctr">
                <a:normAutofit/>
              </a:bodyPr>
              <a:lstStyle/>
              <a:p>
                <a:pPr algn="ctr"/>
                <a:endParaRPr sz="1600"/>
              </a:p>
            </p:txBody>
          </p:sp>
        </p:grpSp>
        <p:grpSp>
          <p:nvGrpSpPr>
            <p:cNvPr id="19" name="组合 18">
              <a:extLst>
                <a:ext uri="{FF2B5EF4-FFF2-40B4-BE49-F238E27FC236}">
                  <a16:creationId xmlns:a16="http://schemas.microsoft.com/office/drawing/2014/main" id="{8F06D1A0-2CBA-782D-19AD-73300A67301A}"/>
                </a:ext>
              </a:extLst>
            </p:cNvPr>
            <p:cNvGrpSpPr/>
            <p:nvPr/>
          </p:nvGrpSpPr>
          <p:grpSpPr>
            <a:xfrm>
              <a:off x="8950964" y="2124909"/>
              <a:ext cx="2567936" cy="4021891"/>
              <a:chOff x="8950964" y="2124909"/>
              <a:chExt cx="2567936" cy="4021891"/>
            </a:xfrm>
          </p:grpSpPr>
          <p:sp>
            <p:nvSpPr>
              <p:cNvPr id="20" name="Text5">
                <a:extLst>
                  <a:ext uri="{FF2B5EF4-FFF2-40B4-BE49-F238E27FC236}">
                    <a16:creationId xmlns:a16="http://schemas.microsoft.com/office/drawing/2014/main" id="{86A85735-8B57-D8A7-0C31-E1F52D3FB6CC}"/>
                  </a:ext>
                </a:extLst>
              </p:cNvPr>
              <p:cNvSpPr/>
              <p:nvPr/>
            </p:nvSpPr>
            <p:spPr bwMode="auto">
              <a:xfrm>
                <a:off x="9375443" y="2768908"/>
                <a:ext cx="2096291" cy="118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20000"/>
                  </a:lnSpc>
                </a:pPr>
                <a:r>
                  <a:rPr lang="zh-CN" altLang="en-US" sz="1200"/>
                  <a:t>科技迭代与社会应对</a:t>
                </a:r>
                <a:endParaRPr lang="en-US" altLang="zh-CN" sz="1200" dirty="0"/>
              </a:p>
            </p:txBody>
          </p:sp>
          <p:sp>
            <p:nvSpPr>
              <p:cNvPr id="21" name="Bullet5">
                <a:extLst>
                  <a:ext uri="{FF2B5EF4-FFF2-40B4-BE49-F238E27FC236}">
                    <a16:creationId xmlns:a16="http://schemas.microsoft.com/office/drawing/2014/main" id="{0A008CE9-FD65-1140-D1B8-26BDD651B5C3}"/>
                  </a:ext>
                </a:extLst>
              </p:cNvPr>
              <p:cNvSpPr txBox="1"/>
              <p:nvPr/>
            </p:nvSpPr>
            <p:spPr bwMode="auto">
              <a:xfrm>
                <a:off x="9375443" y="2124909"/>
                <a:ext cx="2096291" cy="64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eaLnBrk="1" hangingPunct="1">
                  <a:spcBef>
                    <a:spcPct val="0"/>
                  </a:spcBef>
                  <a:buFontTx/>
                  <a:buNone/>
                </a:pPr>
                <a:r>
                  <a:rPr lang="zh-CN" altLang="en-US" b="1" dirty="0"/>
                  <a:t>趋势与挑战</a:t>
                </a:r>
                <a:endParaRPr lang="en-US" altLang="zh-CN" b="1" dirty="0"/>
              </a:p>
            </p:txBody>
          </p:sp>
          <p:sp>
            <p:nvSpPr>
              <p:cNvPr id="22" name="IconBackground5">
                <a:extLst>
                  <a:ext uri="{FF2B5EF4-FFF2-40B4-BE49-F238E27FC236}">
                    <a16:creationId xmlns:a16="http://schemas.microsoft.com/office/drawing/2014/main" id="{602D682B-BCB5-400D-8E70-826D89C7E88E}"/>
                  </a:ext>
                </a:extLst>
              </p:cNvPr>
              <p:cNvSpPr/>
              <p:nvPr/>
            </p:nvSpPr>
            <p:spPr>
              <a:xfrm flipV="1">
                <a:off x="8950964" y="4960093"/>
                <a:ext cx="2567936" cy="1186707"/>
              </a:xfrm>
              <a:custGeom>
                <a:avLst/>
                <a:gdLst>
                  <a:gd name="connsiteX0" fmla="*/ 0 w 3390900"/>
                  <a:gd name="connsiteY0" fmla="*/ 0 h 1695450"/>
                  <a:gd name="connsiteX1" fmla="*/ 3390900 w 3390900"/>
                  <a:gd name="connsiteY1" fmla="*/ 0 h 1695450"/>
                  <a:gd name="connsiteX2" fmla="*/ 1695450 w 3390900"/>
                  <a:gd name="connsiteY2" fmla="*/ 1695450 h 1695450"/>
                  <a:gd name="connsiteX3" fmla="*/ 0 w 3390900"/>
                  <a:gd name="connsiteY3" fmla="*/ 0 h 1695450"/>
                </a:gdLst>
                <a:ahLst/>
                <a:cxnLst>
                  <a:cxn ang="0">
                    <a:pos x="connsiteX0" y="connsiteY0"/>
                  </a:cxn>
                  <a:cxn ang="0">
                    <a:pos x="connsiteX1" y="connsiteY1"/>
                  </a:cxn>
                  <a:cxn ang="0">
                    <a:pos x="connsiteX2" y="connsiteY2"/>
                  </a:cxn>
                  <a:cxn ang="0">
                    <a:pos x="connsiteX3" y="connsiteY3"/>
                  </a:cxn>
                </a:cxnLst>
                <a:rect l="l" t="t" r="r" b="b"/>
                <a:pathLst>
                  <a:path w="3390900" h="1695450">
                    <a:moveTo>
                      <a:pt x="0" y="0"/>
                    </a:moveTo>
                    <a:lnTo>
                      <a:pt x="3390900" y="0"/>
                    </a:lnTo>
                    <a:cubicBezTo>
                      <a:pt x="3390900" y="936371"/>
                      <a:pt x="2631821" y="1695450"/>
                      <a:pt x="1695450" y="1695450"/>
                    </a:cubicBezTo>
                    <a:cubicBezTo>
                      <a:pt x="759079" y="1695450"/>
                      <a:pt x="0" y="936371"/>
                      <a:pt x="0" y="0"/>
                    </a:cubicBezTo>
                    <a:close/>
                  </a:path>
                </a:pathLst>
              </a:cu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endParaRPr b="1">
                  <a:solidFill>
                    <a:srgbClr val="FFFFFF"/>
                  </a:solidFill>
                  <a:cs typeface="+mn-ea"/>
                </a:endParaRPr>
              </a:p>
            </p:txBody>
          </p:sp>
          <p:sp>
            <p:nvSpPr>
              <p:cNvPr id="23" name="Icon5">
                <a:extLst>
                  <a:ext uri="{FF2B5EF4-FFF2-40B4-BE49-F238E27FC236}">
                    <a16:creationId xmlns:a16="http://schemas.microsoft.com/office/drawing/2014/main" id="{3730D2A8-3270-E27D-DA2B-447DF756FE1C}"/>
                  </a:ext>
                </a:extLst>
              </p:cNvPr>
              <p:cNvSpPr/>
              <p:nvPr/>
            </p:nvSpPr>
            <p:spPr bwMode="auto">
              <a:xfrm>
                <a:off x="10018217" y="5372776"/>
                <a:ext cx="433431" cy="366280"/>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tx2"/>
              </a:solidFill>
              <a:ln>
                <a:noFill/>
              </a:ln>
            </p:spPr>
            <p:txBody>
              <a:bodyPr wrap="square" lIns="91440" tIns="45720" rIns="91440" bIns="45720" anchor="ctr">
                <a:normAutofit/>
              </a:bodyPr>
              <a:lstStyle/>
              <a:p>
                <a:pPr algn="ctr"/>
                <a:endParaRPr sz="1600"/>
              </a:p>
            </p:txBody>
          </p:sp>
        </p:grpSp>
      </p:grpSp>
      <p:sp>
        <p:nvSpPr>
          <p:cNvPr id="2" name="标题 1">
            <a:extLst>
              <a:ext uri="{FF2B5EF4-FFF2-40B4-BE49-F238E27FC236}">
                <a16:creationId xmlns:a16="http://schemas.microsoft.com/office/drawing/2014/main" id="{44BC1CD9-3142-0BA2-30E7-7FBAA235FFD3}"/>
              </a:ext>
            </a:extLst>
          </p:cNvPr>
          <p:cNvSpPr>
            <a:spLocks noGrp="1"/>
          </p:cNvSpPr>
          <p:nvPr>
            <p:ph type="title"/>
          </p:nvPr>
        </p:nvSpPr>
        <p:spPr/>
        <p:txBody>
          <a:bodyPr/>
          <a:lstStyle/>
          <a:p>
            <a:r>
              <a:rPr lang="zh-CN" altLang="en-US"/>
              <a:t>物联网与智能互联</a:t>
            </a:r>
          </a:p>
        </p:txBody>
      </p:sp>
    </p:spTree>
    <p:extLst>
      <p:ext uri="{BB962C8B-B14F-4D97-AF65-F5344CB8AC3E}">
        <p14:creationId xmlns:p14="http://schemas.microsoft.com/office/powerpoint/2010/main" val="3256712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7d58b97a-0bdd-4b95-8267-d740a6897cc3.source.5.zh-Hans">
            <a:extLst>
              <a:ext uri="{FF2B5EF4-FFF2-40B4-BE49-F238E27FC236}">
                <a16:creationId xmlns:a16="http://schemas.microsoft.com/office/drawing/2014/main" id="{85E8B584-4A41-D287-C458-EE69E47D6F39}"/>
              </a:ext>
            </a:extLst>
          </p:cNvPr>
          <p:cNvGrpSpPr/>
          <p:nvPr/>
        </p:nvGrpSpPr>
        <p:grpSpPr>
          <a:xfrm>
            <a:off x="673100" y="1130300"/>
            <a:ext cx="10845800" cy="5007658"/>
            <a:chOff x="673100" y="1130300"/>
            <a:chExt cx="10845800" cy="5007658"/>
          </a:xfrm>
        </p:grpSpPr>
        <p:sp>
          <p:nvSpPr>
            <p:cNvPr id="43" name="Title">
              <a:extLst>
                <a:ext uri="{FF2B5EF4-FFF2-40B4-BE49-F238E27FC236}">
                  <a16:creationId xmlns:a16="http://schemas.microsoft.com/office/drawing/2014/main" id="{3B9D3445-CB13-FEC1-F6DB-CA81233FEC1F}"/>
                </a:ext>
              </a:extLst>
            </p:cNvPr>
            <p:cNvSpPr txBox="1"/>
            <p:nvPr/>
          </p:nvSpPr>
          <p:spPr>
            <a:xfrm>
              <a:off x="673100" y="1130300"/>
              <a:ext cx="10845800" cy="563784"/>
            </a:xfrm>
            <a:prstGeom prst="rect">
              <a:avLst/>
            </a:prstGeom>
            <a:noFill/>
          </p:spPr>
          <p:txBody>
            <a:bodyPr vert="horz" wrap="square" rtlCol="0" anchor="t" anchorCtr="1">
              <a:normAutofit/>
            </a:bodyPr>
            <a:lstStyle/>
            <a:p>
              <a:pPr algn="ctr"/>
              <a:r>
                <a:rPr lang="zh-CN" altLang="en-US" sz="2400" b="1" dirty="0"/>
                <a:t>航天科技对通用行业的扩展与影响</a:t>
              </a:r>
              <a:endParaRPr lang="en-US" dirty="0"/>
            </a:p>
          </p:txBody>
        </p:sp>
        <p:grpSp>
          <p:nvGrpSpPr>
            <p:cNvPr id="55" name="组合 54">
              <a:extLst>
                <a:ext uri="{FF2B5EF4-FFF2-40B4-BE49-F238E27FC236}">
                  <a16:creationId xmlns:a16="http://schemas.microsoft.com/office/drawing/2014/main" id="{0B59A09B-9E06-A77C-294D-D56CD94A6C68}"/>
                </a:ext>
              </a:extLst>
            </p:cNvPr>
            <p:cNvGrpSpPr/>
            <p:nvPr/>
          </p:nvGrpSpPr>
          <p:grpSpPr>
            <a:xfrm>
              <a:off x="5715001" y="1716728"/>
              <a:ext cx="5803898" cy="1089832"/>
              <a:chOff x="5715001" y="1716728"/>
              <a:chExt cx="5803898" cy="1089832"/>
            </a:xfrm>
          </p:grpSpPr>
          <p:sp>
            <p:nvSpPr>
              <p:cNvPr id="3" name="Text1">
                <a:extLst>
                  <a:ext uri="{FF2B5EF4-FFF2-40B4-BE49-F238E27FC236}">
                    <a16:creationId xmlns:a16="http://schemas.microsoft.com/office/drawing/2014/main" id="{773F196D-B3E5-36E9-24C0-7D6F997171D0}"/>
                  </a:ext>
                </a:extLst>
              </p:cNvPr>
              <p:cNvSpPr txBox="1"/>
              <p:nvPr/>
            </p:nvSpPr>
            <p:spPr>
              <a:xfrm>
                <a:off x="7320259" y="2229304"/>
                <a:ext cx="4198640" cy="577256"/>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buSzPct val="25000"/>
                </a:pPr>
                <a:r>
                  <a:rPr lang="zh-CN" altLang="en-US" sz="1200" dirty="0"/>
                  <a:t>推动航天器设计和制造技术的进步，提高通用行业的技术创新水平。</a:t>
                </a:r>
                <a:endParaRPr lang="en-US" dirty="0"/>
              </a:p>
            </p:txBody>
          </p:sp>
          <p:sp>
            <p:nvSpPr>
              <p:cNvPr id="8" name="Number1">
                <a:extLst>
                  <a:ext uri="{FF2B5EF4-FFF2-40B4-BE49-F238E27FC236}">
                    <a16:creationId xmlns:a16="http://schemas.microsoft.com/office/drawing/2014/main" id="{4067B8CA-9694-59F5-19C7-58528D361F30}"/>
                  </a:ext>
                </a:extLst>
              </p:cNvPr>
              <p:cNvSpPr/>
              <p:nvPr/>
            </p:nvSpPr>
            <p:spPr>
              <a:xfrm>
                <a:off x="6696077" y="1910632"/>
                <a:ext cx="405106" cy="405106"/>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fontScale="85000" lnSpcReduction="20000"/>
              </a:bodyPr>
              <a:lstStyle/>
              <a:p>
                <a:pPr algn="ctr"/>
                <a:r>
                  <a:rPr lang="en-US" altLang="zh-CN" b="1" dirty="0">
                    <a:solidFill>
                      <a:srgbClr val="FFFFFF"/>
                    </a:solidFill>
                  </a:rPr>
                  <a:t>1</a:t>
                </a:r>
                <a:endParaRPr lang="zh-CN" altLang="en-US" b="1" dirty="0">
                  <a:solidFill>
                    <a:srgbClr val="FFFFFF"/>
                  </a:solidFill>
                </a:endParaRPr>
              </a:p>
            </p:txBody>
          </p:sp>
          <p:sp>
            <p:nvSpPr>
              <p:cNvPr id="9" name="IconBackground1">
                <a:extLst>
                  <a:ext uri="{FF2B5EF4-FFF2-40B4-BE49-F238E27FC236}">
                    <a16:creationId xmlns:a16="http://schemas.microsoft.com/office/drawing/2014/main" id="{DA5A2CD1-2981-BDF4-8737-4A0145D13497}"/>
                  </a:ext>
                </a:extLst>
              </p:cNvPr>
              <p:cNvSpPr/>
              <p:nvPr/>
            </p:nvSpPr>
            <p:spPr>
              <a:xfrm>
                <a:off x="5715001" y="1716728"/>
                <a:ext cx="762000" cy="762000"/>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lang="zh-CN" altLang="en-US" b="1">
                  <a:solidFill>
                    <a:srgbClr val="FFFFFF"/>
                  </a:solidFill>
                </a:endParaRPr>
              </a:p>
            </p:txBody>
          </p:sp>
          <p:sp>
            <p:nvSpPr>
              <p:cNvPr id="38" name="Icon1">
                <a:extLst>
                  <a:ext uri="{FF2B5EF4-FFF2-40B4-BE49-F238E27FC236}">
                    <a16:creationId xmlns:a16="http://schemas.microsoft.com/office/drawing/2014/main" id="{4D80BA39-9DC9-08EB-0889-7F537E4BF987}"/>
                  </a:ext>
                </a:extLst>
              </p:cNvPr>
              <p:cNvSpPr/>
              <p:nvPr/>
            </p:nvSpPr>
            <p:spPr>
              <a:xfrm>
                <a:off x="5905502" y="1879718"/>
                <a:ext cx="380998" cy="436020"/>
              </a:xfrm>
              <a:custGeom>
                <a:avLst/>
                <a:gdLst>
                  <a:gd name="connsiteX0" fmla="*/ 60684 w 530158"/>
                  <a:gd name="connsiteY0" fmla="*/ 465988 h 606722"/>
                  <a:gd name="connsiteX1" fmla="*/ 60684 w 530158"/>
                  <a:gd name="connsiteY1" fmla="*/ 487578 h 606722"/>
                  <a:gd name="connsiteX2" fmla="*/ 99923 w 530158"/>
                  <a:gd name="connsiteY2" fmla="*/ 487578 h 606722"/>
                  <a:gd name="connsiteX3" fmla="*/ 99923 w 530158"/>
                  <a:gd name="connsiteY3" fmla="*/ 465988 h 606722"/>
                  <a:gd name="connsiteX4" fmla="*/ 58993 w 530158"/>
                  <a:gd name="connsiteY4" fmla="*/ 445198 h 606722"/>
                  <a:gd name="connsiteX5" fmla="*/ 101614 w 530158"/>
                  <a:gd name="connsiteY5" fmla="*/ 445198 h 606722"/>
                  <a:gd name="connsiteX6" fmla="*/ 120744 w 530158"/>
                  <a:gd name="connsiteY6" fmla="*/ 464300 h 606722"/>
                  <a:gd name="connsiteX7" fmla="*/ 120744 w 530158"/>
                  <a:gd name="connsiteY7" fmla="*/ 487578 h 606722"/>
                  <a:gd name="connsiteX8" fmla="*/ 147171 w 530158"/>
                  <a:gd name="connsiteY8" fmla="*/ 487578 h 606722"/>
                  <a:gd name="connsiteX9" fmla="*/ 160607 w 530158"/>
                  <a:gd name="connsiteY9" fmla="*/ 500994 h 606722"/>
                  <a:gd name="connsiteX10" fmla="*/ 160607 w 530158"/>
                  <a:gd name="connsiteY10" fmla="*/ 593306 h 606722"/>
                  <a:gd name="connsiteX11" fmla="*/ 147171 w 530158"/>
                  <a:gd name="connsiteY11" fmla="*/ 606722 h 606722"/>
                  <a:gd name="connsiteX12" fmla="*/ 13436 w 530158"/>
                  <a:gd name="connsiteY12" fmla="*/ 606722 h 606722"/>
                  <a:gd name="connsiteX13" fmla="*/ 0 w 530158"/>
                  <a:gd name="connsiteY13" fmla="*/ 593306 h 606722"/>
                  <a:gd name="connsiteX14" fmla="*/ 0 w 530158"/>
                  <a:gd name="connsiteY14" fmla="*/ 500994 h 606722"/>
                  <a:gd name="connsiteX15" fmla="*/ 13436 w 530158"/>
                  <a:gd name="connsiteY15" fmla="*/ 487578 h 606722"/>
                  <a:gd name="connsiteX16" fmla="*/ 39863 w 530158"/>
                  <a:gd name="connsiteY16" fmla="*/ 487578 h 606722"/>
                  <a:gd name="connsiteX17" fmla="*/ 39863 w 530158"/>
                  <a:gd name="connsiteY17" fmla="*/ 464300 h 606722"/>
                  <a:gd name="connsiteX18" fmla="*/ 58993 w 530158"/>
                  <a:gd name="connsiteY18" fmla="*/ 445198 h 606722"/>
                  <a:gd name="connsiteX19" fmla="*/ 442581 w 530158"/>
                  <a:gd name="connsiteY19" fmla="*/ 322512 h 606722"/>
                  <a:gd name="connsiteX20" fmla="*/ 442581 w 530158"/>
                  <a:gd name="connsiteY20" fmla="*/ 386499 h 606722"/>
                  <a:gd name="connsiteX21" fmla="*/ 485124 w 530158"/>
                  <a:gd name="connsiteY21" fmla="*/ 386499 h 606722"/>
                  <a:gd name="connsiteX22" fmla="*/ 485124 w 530158"/>
                  <a:gd name="connsiteY22" fmla="*/ 322512 h 606722"/>
                  <a:gd name="connsiteX23" fmla="*/ 204593 w 530158"/>
                  <a:gd name="connsiteY23" fmla="*/ 115798 h 606722"/>
                  <a:gd name="connsiteX24" fmla="*/ 334178 w 530158"/>
                  <a:gd name="connsiteY24" fmla="*/ 115798 h 606722"/>
                  <a:gd name="connsiteX25" fmla="*/ 391228 w 530158"/>
                  <a:gd name="connsiteY25" fmla="*/ 172498 h 606722"/>
                  <a:gd name="connsiteX26" fmla="*/ 391673 w 530158"/>
                  <a:gd name="connsiteY26" fmla="*/ 237463 h 606722"/>
                  <a:gd name="connsiteX27" fmla="*/ 441157 w 530158"/>
                  <a:gd name="connsiteY27" fmla="*/ 268923 h 606722"/>
                  <a:gd name="connsiteX28" fmla="*/ 451036 w 530158"/>
                  <a:gd name="connsiteY28" fmla="*/ 297095 h 606722"/>
                  <a:gd name="connsiteX29" fmla="*/ 513693 w 530158"/>
                  <a:gd name="connsiteY29" fmla="*/ 297095 h 606722"/>
                  <a:gd name="connsiteX30" fmla="*/ 518499 w 530158"/>
                  <a:gd name="connsiteY30" fmla="*/ 301805 h 606722"/>
                  <a:gd name="connsiteX31" fmla="*/ 518499 w 530158"/>
                  <a:gd name="connsiteY31" fmla="*/ 317713 h 606722"/>
                  <a:gd name="connsiteX32" fmla="*/ 513693 w 530158"/>
                  <a:gd name="connsiteY32" fmla="*/ 322512 h 606722"/>
                  <a:gd name="connsiteX33" fmla="*/ 504882 w 530158"/>
                  <a:gd name="connsiteY33" fmla="*/ 322512 h 606722"/>
                  <a:gd name="connsiteX34" fmla="*/ 504882 w 530158"/>
                  <a:gd name="connsiteY34" fmla="*/ 386499 h 606722"/>
                  <a:gd name="connsiteX35" fmla="*/ 515651 w 530158"/>
                  <a:gd name="connsiteY35" fmla="*/ 386499 h 606722"/>
                  <a:gd name="connsiteX36" fmla="*/ 530158 w 530158"/>
                  <a:gd name="connsiteY36" fmla="*/ 400897 h 606722"/>
                  <a:gd name="connsiteX37" fmla="*/ 530158 w 530158"/>
                  <a:gd name="connsiteY37" fmla="*/ 566730 h 606722"/>
                  <a:gd name="connsiteX38" fmla="*/ 515651 w 530158"/>
                  <a:gd name="connsiteY38" fmla="*/ 581216 h 606722"/>
                  <a:gd name="connsiteX39" fmla="*/ 504882 w 530158"/>
                  <a:gd name="connsiteY39" fmla="*/ 581216 h 606722"/>
                  <a:gd name="connsiteX40" fmla="*/ 504882 w 530158"/>
                  <a:gd name="connsiteY40" fmla="*/ 596857 h 606722"/>
                  <a:gd name="connsiteX41" fmla="*/ 495003 w 530158"/>
                  <a:gd name="connsiteY41" fmla="*/ 606722 h 606722"/>
                  <a:gd name="connsiteX42" fmla="*/ 485124 w 530158"/>
                  <a:gd name="connsiteY42" fmla="*/ 596857 h 606722"/>
                  <a:gd name="connsiteX43" fmla="*/ 485124 w 530158"/>
                  <a:gd name="connsiteY43" fmla="*/ 581216 h 606722"/>
                  <a:gd name="connsiteX44" fmla="*/ 442581 w 530158"/>
                  <a:gd name="connsiteY44" fmla="*/ 581216 h 606722"/>
                  <a:gd name="connsiteX45" fmla="*/ 442581 w 530158"/>
                  <a:gd name="connsiteY45" fmla="*/ 596857 h 606722"/>
                  <a:gd name="connsiteX46" fmla="*/ 432702 w 530158"/>
                  <a:gd name="connsiteY46" fmla="*/ 606722 h 606722"/>
                  <a:gd name="connsiteX47" fmla="*/ 422823 w 530158"/>
                  <a:gd name="connsiteY47" fmla="*/ 596857 h 606722"/>
                  <a:gd name="connsiteX48" fmla="*/ 422823 w 530158"/>
                  <a:gd name="connsiteY48" fmla="*/ 581216 h 606722"/>
                  <a:gd name="connsiteX49" fmla="*/ 412054 w 530158"/>
                  <a:gd name="connsiteY49" fmla="*/ 581216 h 606722"/>
                  <a:gd name="connsiteX50" fmla="*/ 397547 w 530158"/>
                  <a:gd name="connsiteY50" fmla="*/ 566730 h 606722"/>
                  <a:gd name="connsiteX51" fmla="*/ 397547 w 530158"/>
                  <a:gd name="connsiteY51" fmla="*/ 400897 h 606722"/>
                  <a:gd name="connsiteX52" fmla="*/ 412054 w 530158"/>
                  <a:gd name="connsiteY52" fmla="*/ 386499 h 606722"/>
                  <a:gd name="connsiteX53" fmla="*/ 422823 w 530158"/>
                  <a:gd name="connsiteY53" fmla="*/ 386499 h 606722"/>
                  <a:gd name="connsiteX54" fmla="*/ 422823 w 530158"/>
                  <a:gd name="connsiteY54" fmla="*/ 322512 h 606722"/>
                  <a:gd name="connsiteX55" fmla="*/ 414012 w 530158"/>
                  <a:gd name="connsiteY55" fmla="*/ 322512 h 606722"/>
                  <a:gd name="connsiteX56" fmla="*/ 409206 w 530158"/>
                  <a:gd name="connsiteY56" fmla="*/ 317713 h 606722"/>
                  <a:gd name="connsiteX57" fmla="*/ 409206 w 530158"/>
                  <a:gd name="connsiteY57" fmla="*/ 305716 h 606722"/>
                  <a:gd name="connsiteX58" fmla="*/ 354648 w 530158"/>
                  <a:gd name="connsiteY58" fmla="*/ 270967 h 606722"/>
                  <a:gd name="connsiteX59" fmla="*/ 343523 w 530158"/>
                  <a:gd name="connsiteY59" fmla="*/ 250793 h 606722"/>
                  <a:gd name="connsiteX60" fmla="*/ 342989 w 530158"/>
                  <a:gd name="connsiteY60" fmla="*/ 172764 h 606722"/>
                  <a:gd name="connsiteX61" fmla="*/ 337916 w 530158"/>
                  <a:gd name="connsiteY61" fmla="*/ 167876 h 606722"/>
                  <a:gd name="connsiteX62" fmla="*/ 332932 w 530158"/>
                  <a:gd name="connsiteY62" fmla="*/ 172942 h 606722"/>
                  <a:gd name="connsiteX63" fmla="*/ 333466 w 530158"/>
                  <a:gd name="connsiteY63" fmla="*/ 577750 h 606722"/>
                  <a:gd name="connsiteX64" fmla="*/ 304452 w 530158"/>
                  <a:gd name="connsiteY64" fmla="*/ 606722 h 606722"/>
                  <a:gd name="connsiteX65" fmla="*/ 275526 w 530158"/>
                  <a:gd name="connsiteY65" fmla="*/ 577750 h 606722"/>
                  <a:gd name="connsiteX66" fmla="*/ 275526 w 530158"/>
                  <a:gd name="connsiteY66" fmla="*/ 346685 h 606722"/>
                  <a:gd name="connsiteX67" fmla="*/ 263066 w 530158"/>
                  <a:gd name="connsiteY67" fmla="*/ 346685 h 606722"/>
                  <a:gd name="connsiteX68" fmla="*/ 263066 w 530158"/>
                  <a:gd name="connsiteY68" fmla="*/ 577750 h 606722"/>
                  <a:gd name="connsiteX69" fmla="*/ 234052 w 530158"/>
                  <a:gd name="connsiteY69" fmla="*/ 606722 h 606722"/>
                  <a:gd name="connsiteX70" fmla="*/ 205127 w 530158"/>
                  <a:gd name="connsiteY70" fmla="*/ 577750 h 606722"/>
                  <a:gd name="connsiteX71" fmla="*/ 205127 w 530158"/>
                  <a:gd name="connsiteY71" fmla="*/ 172764 h 606722"/>
                  <a:gd name="connsiteX72" fmla="*/ 200499 w 530158"/>
                  <a:gd name="connsiteY72" fmla="*/ 168143 h 606722"/>
                  <a:gd name="connsiteX73" fmla="*/ 195782 w 530158"/>
                  <a:gd name="connsiteY73" fmla="*/ 172764 h 606722"/>
                  <a:gd name="connsiteX74" fmla="*/ 194892 w 530158"/>
                  <a:gd name="connsiteY74" fmla="*/ 349796 h 606722"/>
                  <a:gd name="connsiteX75" fmla="*/ 170772 w 530158"/>
                  <a:gd name="connsiteY75" fmla="*/ 373702 h 606722"/>
                  <a:gd name="connsiteX76" fmla="*/ 170683 w 530158"/>
                  <a:gd name="connsiteY76" fmla="*/ 373702 h 606722"/>
                  <a:gd name="connsiteX77" fmla="*/ 146653 w 530158"/>
                  <a:gd name="connsiteY77" fmla="*/ 349529 h 606722"/>
                  <a:gd name="connsiteX78" fmla="*/ 147543 w 530158"/>
                  <a:gd name="connsiteY78" fmla="*/ 172498 h 606722"/>
                  <a:gd name="connsiteX79" fmla="*/ 204593 w 530158"/>
                  <a:gd name="connsiteY79" fmla="*/ 115798 h 606722"/>
                  <a:gd name="connsiteX80" fmla="*/ 269631 w 530158"/>
                  <a:gd name="connsiteY80" fmla="*/ 0 h 606722"/>
                  <a:gd name="connsiteX81" fmla="*/ 319592 w 530158"/>
                  <a:gd name="connsiteY81" fmla="*/ 49961 h 606722"/>
                  <a:gd name="connsiteX82" fmla="*/ 269631 w 530158"/>
                  <a:gd name="connsiteY82" fmla="*/ 99922 h 606722"/>
                  <a:gd name="connsiteX83" fmla="*/ 219670 w 530158"/>
                  <a:gd name="connsiteY83" fmla="*/ 49961 h 606722"/>
                  <a:gd name="connsiteX84" fmla="*/ 269631 w 530158"/>
                  <a:gd name="connsiteY8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30158" h="606722">
                    <a:moveTo>
                      <a:pt x="60684" y="465988"/>
                    </a:moveTo>
                    <a:lnTo>
                      <a:pt x="60684" y="487578"/>
                    </a:lnTo>
                    <a:lnTo>
                      <a:pt x="99923" y="487578"/>
                    </a:lnTo>
                    <a:lnTo>
                      <a:pt x="99923" y="465988"/>
                    </a:lnTo>
                    <a:close/>
                    <a:moveTo>
                      <a:pt x="58993" y="445198"/>
                    </a:moveTo>
                    <a:lnTo>
                      <a:pt x="101614" y="445198"/>
                    </a:lnTo>
                    <a:cubicBezTo>
                      <a:pt x="112202" y="445198"/>
                      <a:pt x="120744" y="453816"/>
                      <a:pt x="120744" y="464300"/>
                    </a:cubicBezTo>
                    <a:lnTo>
                      <a:pt x="120744" y="487578"/>
                    </a:lnTo>
                    <a:lnTo>
                      <a:pt x="147171" y="487578"/>
                    </a:lnTo>
                    <a:cubicBezTo>
                      <a:pt x="154556" y="487578"/>
                      <a:pt x="160607" y="493620"/>
                      <a:pt x="160607" y="500994"/>
                    </a:cubicBezTo>
                    <a:lnTo>
                      <a:pt x="160607" y="593306"/>
                    </a:lnTo>
                    <a:cubicBezTo>
                      <a:pt x="160607" y="600680"/>
                      <a:pt x="154556" y="606722"/>
                      <a:pt x="147171" y="606722"/>
                    </a:cubicBezTo>
                    <a:lnTo>
                      <a:pt x="13436" y="606722"/>
                    </a:lnTo>
                    <a:cubicBezTo>
                      <a:pt x="6051" y="606722"/>
                      <a:pt x="0" y="600680"/>
                      <a:pt x="0" y="593306"/>
                    </a:cubicBezTo>
                    <a:lnTo>
                      <a:pt x="0" y="500994"/>
                    </a:lnTo>
                    <a:cubicBezTo>
                      <a:pt x="0" y="493620"/>
                      <a:pt x="6051" y="487578"/>
                      <a:pt x="13436" y="487578"/>
                    </a:cubicBezTo>
                    <a:lnTo>
                      <a:pt x="39863" y="487578"/>
                    </a:lnTo>
                    <a:lnTo>
                      <a:pt x="39863" y="464300"/>
                    </a:lnTo>
                    <a:cubicBezTo>
                      <a:pt x="39863" y="453816"/>
                      <a:pt x="48405" y="445198"/>
                      <a:pt x="58993" y="445198"/>
                    </a:cubicBezTo>
                    <a:close/>
                    <a:moveTo>
                      <a:pt x="442581" y="322512"/>
                    </a:moveTo>
                    <a:lnTo>
                      <a:pt x="442581" y="386499"/>
                    </a:lnTo>
                    <a:lnTo>
                      <a:pt x="485124" y="386499"/>
                    </a:lnTo>
                    <a:lnTo>
                      <a:pt x="485124" y="322512"/>
                    </a:lnTo>
                    <a:close/>
                    <a:moveTo>
                      <a:pt x="204593" y="115798"/>
                    </a:moveTo>
                    <a:lnTo>
                      <a:pt x="334178" y="115798"/>
                    </a:lnTo>
                    <a:cubicBezTo>
                      <a:pt x="365506" y="115798"/>
                      <a:pt x="391139" y="141215"/>
                      <a:pt x="391228" y="172498"/>
                    </a:cubicBezTo>
                    <a:lnTo>
                      <a:pt x="391673" y="237463"/>
                    </a:lnTo>
                    <a:lnTo>
                      <a:pt x="441157" y="268923"/>
                    </a:lnTo>
                    <a:cubicBezTo>
                      <a:pt x="450769" y="275055"/>
                      <a:pt x="454596" y="286786"/>
                      <a:pt x="451036" y="297095"/>
                    </a:cubicBezTo>
                    <a:lnTo>
                      <a:pt x="513693" y="297095"/>
                    </a:lnTo>
                    <a:cubicBezTo>
                      <a:pt x="516363" y="297095"/>
                      <a:pt x="518499" y="299228"/>
                      <a:pt x="518499" y="301805"/>
                    </a:cubicBezTo>
                    <a:lnTo>
                      <a:pt x="518499" y="317713"/>
                    </a:lnTo>
                    <a:cubicBezTo>
                      <a:pt x="518499" y="320379"/>
                      <a:pt x="516363" y="322512"/>
                      <a:pt x="513693" y="322512"/>
                    </a:cubicBezTo>
                    <a:lnTo>
                      <a:pt x="504882" y="322512"/>
                    </a:lnTo>
                    <a:lnTo>
                      <a:pt x="504882" y="386499"/>
                    </a:lnTo>
                    <a:lnTo>
                      <a:pt x="515651" y="386499"/>
                    </a:lnTo>
                    <a:cubicBezTo>
                      <a:pt x="523661" y="386499"/>
                      <a:pt x="530158" y="392987"/>
                      <a:pt x="530158" y="400897"/>
                    </a:cubicBezTo>
                    <a:lnTo>
                      <a:pt x="530158" y="566730"/>
                    </a:lnTo>
                    <a:cubicBezTo>
                      <a:pt x="530158" y="574728"/>
                      <a:pt x="523661" y="581216"/>
                      <a:pt x="515651" y="581216"/>
                    </a:cubicBezTo>
                    <a:lnTo>
                      <a:pt x="504882" y="581216"/>
                    </a:lnTo>
                    <a:lnTo>
                      <a:pt x="504882" y="596857"/>
                    </a:lnTo>
                    <a:cubicBezTo>
                      <a:pt x="504882" y="602278"/>
                      <a:pt x="500432" y="606722"/>
                      <a:pt x="495003" y="606722"/>
                    </a:cubicBezTo>
                    <a:cubicBezTo>
                      <a:pt x="489574" y="606722"/>
                      <a:pt x="485124" y="602278"/>
                      <a:pt x="485124" y="596857"/>
                    </a:cubicBezTo>
                    <a:lnTo>
                      <a:pt x="485124" y="581216"/>
                    </a:lnTo>
                    <a:lnTo>
                      <a:pt x="442581" y="581216"/>
                    </a:lnTo>
                    <a:lnTo>
                      <a:pt x="442581" y="596857"/>
                    </a:lnTo>
                    <a:cubicBezTo>
                      <a:pt x="442581" y="602278"/>
                      <a:pt x="438131" y="606722"/>
                      <a:pt x="432702" y="606722"/>
                    </a:cubicBezTo>
                    <a:cubicBezTo>
                      <a:pt x="427273" y="606722"/>
                      <a:pt x="422823" y="602278"/>
                      <a:pt x="422823" y="596857"/>
                    </a:cubicBezTo>
                    <a:lnTo>
                      <a:pt x="422823" y="581216"/>
                    </a:lnTo>
                    <a:lnTo>
                      <a:pt x="412054" y="581216"/>
                    </a:lnTo>
                    <a:cubicBezTo>
                      <a:pt x="404044" y="581216"/>
                      <a:pt x="397547" y="574728"/>
                      <a:pt x="397547" y="566730"/>
                    </a:cubicBezTo>
                    <a:lnTo>
                      <a:pt x="397547" y="400897"/>
                    </a:lnTo>
                    <a:cubicBezTo>
                      <a:pt x="397547" y="392987"/>
                      <a:pt x="404044" y="386499"/>
                      <a:pt x="412054" y="386499"/>
                    </a:cubicBezTo>
                    <a:lnTo>
                      <a:pt x="422823" y="386499"/>
                    </a:lnTo>
                    <a:lnTo>
                      <a:pt x="422823" y="322512"/>
                    </a:lnTo>
                    <a:lnTo>
                      <a:pt x="414012" y="322512"/>
                    </a:lnTo>
                    <a:cubicBezTo>
                      <a:pt x="411342" y="322512"/>
                      <a:pt x="409206" y="320379"/>
                      <a:pt x="409206" y="317713"/>
                    </a:cubicBezTo>
                    <a:lnTo>
                      <a:pt x="409206" y="305716"/>
                    </a:lnTo>
                    <a:lnTo>
                      <a:pt x="354648" y="270967"/>
                    </a:lnTo>
                    <a:cubicBezTo>
                      <a:pt x="347706" y="266612"/>
                      <a:pt x="343523" y="258969"/>
                      <a:pt x="343523" y="250793"/>
                    </a:cubicBezTo>
                    <a:lnTo>
                      <a:pt x="342989" y="172764"/>
                    </a:lnTo>
                    <a:cubicBezTo>
                      <a:pt x="342900" y="170009"/>
                      <a:pt x="340675" y="167876"/>
                      <a:pt x="337916" y="167876"/>
                    </a:cubicBezTo>
                    <a:cubicBezTo>
                      <a:pt x="335157" y="167965"/>
                      <a:pt x="332932" y="170187"/>
                      <a:pt x="332932" y="172942"/>
                    </a:cubicBezTo>
                    <a:cubicBezTo>
                      <a:pt x="332932" y="407295"/>
                      <a:pt x="333466" y="200492"/>
                      <a:pt x="333466" y="577750"/>
                    </a:cubicBezTo>
                    <a:cubicBezTo>
                      <a:pt x="333466" y="593747"/>
                      <a:pt x="320472" y="606722"/>
                      <a:pt x="304452" y="606722"/>
                    </a:cubicBezTo>
                    <a:cubicBezTo>
                      <a:pt x="288520" y="606722"/>
                      <a:pt x="275526" y="593747"/>
                      <a:pt x="275526" y="577750"/>
                    </a:cubicBezTo>
                    <a:lnTo>
                      <a:pt x="275526" y="346685"/>
                    </a:lnTo>
                    <a:lnTo>
                      <a:pt x="263066" y="346685"/>
                    </a:lnTo>
                    <a:lnTo>
                      <a:pt x="263066" y="577750"/>
                    </a:lnTo>
                    <a:cubicBezTo>
                      <a:pt x="263066" y="593747"/>
                      <a:pt x="250072" y="606722"/>
                      <a:pt x="234052" y="606722"/>
                    </a:cubicBezTo>
                    <a:cubicBezTo>
                      <a:pt x="218121" y="606722"/>
                      <a:pt x="205127" y="593747"/>
                      <a:pt x="205127" y="577750"/>
                    </a:cubicBezTo>
                    <a:lnTo>
                      <a:pt x="205127" y="172764"/>
                    </a:lnTo>
                    <a:cubicBezTo>
                      <a:pt x="205127" y="170187"/>
                      <a:pt x="202991" y="168143"/>
                      <a:pt x="200499" y="168143"/>
                    </a:cubicBezTo>
                    <a:cubicBezTo>
                      <a:pt x="197918" y="168143"/>
                      <a:pt x="195782" y="170187"/>
                      <a:pt x="195782" y="172764"/>
                    </a:cubicBezTo>
                    <a:lnTo>
                      <a:pt x="194892" y="349796"/>
                    </a:lnTo>
                    <a:cubicBezTo>
                      <a:pt x="194803" y="363037"/>
                      <a:pt x="184033" y="373702"/>
                      <a:pt x="170772" y="373702"/>
                    </a:cubicBezTo>
                    <a:lnTo>
                      <a:pt x="170683" y="373702"/>
                    </a:lnTo>
                    <a:cubicBezTo>
                      <a:pt x="157333" y="373702"/>
                      <a:pt x="146564" y="362860"/>
                      <a:pt x="146653" y="349529"/>
                    </a:cubicBezTo>
                    <a:lnTo>
                      <a:pt x="147543" y="172498"/>
                    </a:lnTo>
                    <a:cubicBezTo>
                      <a:pt x="147721" y="141215"/>
                      <a:pt x="173264" y="115798"/>
                      <a:pt x="204593" y="115798"/>
                    </a:cubicBezTo>
                    <a:close/>
                    <a:moveTo>
                      <a:pt x="269631" y="0"/>
                    </a:moveTo>
                    <a:cubicBezTo>
                      <a:pt x="297224" y="0"/>
                      <a:pt x="319592" y="22368"/>
                      <a:pt x="319592" y="49961"/>
                    </a:cubicBezTo>
                    <a:cubicBezTo>
                      <a:pt x="319592" y="77554"/>
                      <a:pt x="297224" y="99922"/>
                      <a:pt x="269631" y="99922"/>
                    </a:cubicBezTo>
                    <a:cubicBezTo>
                      <a:pt x="242038" y="99922"/>
                      <a:pt x="219670" y="77554"/>
                      <a:pt x="219670" y="49961"/>
                    </a:cubicBezTo>
                    <a:cubicBezTo>
                      <a:pt x="219670" y="22368"/>
                      <a:pt x="242038" y="0"/>
                      <a:pt x="269631"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 name="Bullet1">
                <a:extLst>
                  <a:ext uri="{FF2B5EF4-FFF2-40B4-BE49-F238E27FC236}">
                    <a16:creationId xmlns:a16="http://schemas.microsoft.com/office/drawing/2014/main" id="{EBD6EE5E-7D3D-E4EB-0AB0-EAF9B971ABAD}"/>
                  </a:ext>
                </a:extLst>
              </p:cNvPr>
              <p:cNvSpPr txBox="1"/>
              <p:nvPr/>
            </p:nvSpPr>
            <p:spPr>
              <a:xfrm>
                <a:off x="7320259" y="1734054"/>
                <a:ext cx="4198640" cy="424547"/>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zh-CN" altLang="en-US" b="1" dirty="0"/>
                  <a:t>航天技术革新</a:t>
                </a:r>
                <a:endParaRPr lang="en-US" dirty="0"/>
              </a:p>
            </p:txBody>
          </p:sp>
        </p:grpSp>
        <p:grpSp>
          <p:nvGrpSpPr>
            <p:cNvPr id="56" name="组合 55">
              <a:extLst>
                <a:ext uri="{FF2B5EF4-FFF2-40B4-BE49-F238E27FC236}">
                  <a16:creationId xmlns:a16="http://schemas.microsoft.com/office/drawing/2014/main" id="{D9DDAD8E-52E1-080F-4D47-26F5D44B2FF9}"/>
                </a:ext>
              </a:extLst>
            </p:cNvPr>
            <p:cNvGrpSpPr/>
            <p:nvPr/>
          </p:nvGrpSpPr>
          <p:grpSpPr>
            <a:xfrm>
              <a:off x="673100" y="2446665"/>
              <a:ext cx="5803901" cy="1225214"/>
              <a:chOff x="673100" y="2446665"/>
              <a:chExt cx="5803901" cy="1225214"/>
            </a:xfrm>
          </p:grpSpPr>
          <p:sp>
            <p:nvSpPr>
              <p:cNvPr id="10" name="Text2">
                <a:extLst>
                  <a:ext uri="{FF2B5EF4-FFF2-40B4-BE49-F238E27FC236}">
                    <a16:creationId xmlns:a16="http://schemas.microsoft.com/office/drawing/2014/main" id="{13C195C7-3273-45BA-9416-A4F58315EE14}"/>
                  </a:ext>
                </a:extLst>
              </p:cNvPr>
              <p:cNvSpPr txBox="1"/>
              <p:nvPr/>
            </p:nvSpPr>
            <p:spPr>
              <a:xfrm>
                <a:off x="673100" y="3094623"/>
                <a:ext cx="4091434" cy="577256"/>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20000"/>
                  </a:lnSpc>
                  <a:buSzPct val="25000"/>
                </a:pPr>
                <a:r>
                  <a:rPr lang="zh-CN" altLang="en-US" sz="1200" dirty="0"/>
                  <a:t>商业航天公司的快速发展，改变传统航天领域格局，促进通用行业变革。</a:t>
                </a:r>
                <a:endParaRPr lang="en-US" dirty="0"/>
              </a:p>
            </p:txBody>
          </p:sp>
          <p:sp>
            <p:nvSpPr>
              <p:cNvPr id="15" name="Number2">
                <a:extLst>
                  <a:ext uri="{FF2B5EF4-FFF2-40B4-BE49-F238E27FC236}">
                    <a16:creationId xmlns:a16="http://schemas.microsoft.com/office/drawing/2014/main" id="{E4B27214-532F-11D4-F9FC-4F321EBCAD5A}"/>
                  </a:ext>
                </a:extLst>
              </p:cNvPr>
              <p:cNvSpPr/>
              <p:nvPr/>
            </p:nvSpPr>
            <p:spPr>
              <a:xfrm>
                <a:off x="5090819" y="2839932"/>
                <a:ext cx="405106" cy="405106"/>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2</a:t>
                </a:r>
                <a:endParaRPr lang="zh-CN" altLang="en-US" b="1" dirty="0">
                  <a:solidFill>
                    <a:srgbClr val="FFFFFF"/>
                  </a:solidFill>
                  <a:cs typeface="+mn-ea"/>
                </a:endParaRPr>
              </a:p>
            </p:txBody>
          </p:sp>
          <p:sp>
            <p:nvSpPr>
              <p:cNvPr id="16" name="IconBackground2">
                <a:extLst>
                  <a:ext uri="{FF2B5EF4-FFF2-40B4-BE49-F238E27FC236}">
                    <a16:creationId xmlns:a16="http://schemas.microsoft.com/office/drawing/2014/main" id="{7A691000-3AE8-DDE4-67DB-936D720C1C18}"/>
                  </a:ext>
                </a:extLst>
              </p:cNvPr>
              <p:cNvSpPr/>
              <p:nvPr/>
            </p:nvSpPr>
            <p:spPr>
              <a:xfrm>
                <a:off x="5715001" y="2621251"/>
                <a:ext cx="762000" cy="762000"/>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endParaRPr lang="zh-CN" altLang="en-US" b="1">
                  <a:solidFill>
                    <a:srgbClr val="FFFFFF"/>
                  </a:solidFill>
                  <a:cs typeface="+mn-ea"/>
                </a:endParaRPr>
              </a:p>
            </p:txBody>
          </p:sp>
          <p:sp>
            <p:nvSpPr>
              <p:cNvPr id="39" name="Icon2">
                <a:extLst>
                  <a:ext uri="{FF2B5EF4-FFF2-40B4-BE49-F238E27FC236}">
                    <a16:creationId xmlns:a16="http://schemas.microsoft.com/office/drawing/2014/main" id="{9526924D-BDD5-B544-EB54-BB8A49717E95}"/>
                  </a:ext>
                </a:extLst>
              </p:cNvPr>
              <p:cNvSpPr/>
              <p:nvPr/>
            </p:nvSpPr>
            <p:spPr>
              <a:xfrm>
                <a:off x="5934077" y="2839932"/>
                <a:ext cx="323848" cy="324638"/>
              </a:xfrm>
              <a:custGeom>
                <a:avLst/>
                <a:gdLst>
                  <a:gd name="T0" fmla="*/ 6617 w 6827"/>
                  <a:gd name="T1" fmla="*/ 3079 h 6854"/>
                  <a:gd name="T2" fmla="*/ 3613 w 6827"/>
                  <a:gd name="T3" fmla="*/ 109 h 6854"/>
                  <a:gd name="T4" fmla="*/ 3213 w 6827"/>
                  <a:gd name="T5" fmla="*/ 109 h 6854"/>
                  <a:gd name="T6" fmla="*/ 209 w 6827"/>
                  <a:gd name="T7" fmla="*/ 3079 h 6854"/>
                  <a:gd name="T8" fmla="*/ 208 w 6827"/>
                  <a:gd name="T9" fmla="*/ 3080 h 6854"/>
                  <a:gd name="T10" fmla="*/ 0 w 6827"/>
                  <a:gd name="T11" fmla="*/ 3583 h 6854"/>
                  <a:gd name="T12" fmla="*/ 208 w 6827"/>
                  <a:gd name="T13" fmla="*/ 4086 h 6854"/>
                  <a:gd name="T14" fmla="*/ 285 w 6827"/>
                  <a:gd name="T15" fmla="*/ 4147 h 6854"/>
                  <a:gd name="T16" fmla="*/ 285 w 6827"/>
                  <a:gd name="T17" fmla="*/ 6569 h 6854"/>
                  <a:gd name="T18" fmla="*/ 569 w 6827"/>
                  <a:gd name="T19" fmla="*/ 6854 h 6854"/>
                  <a:gd name="T20" fmla="*/ 6258 w 6827"/>
                  <a:gd name="T21" fmla="*/ 6854 h 6854"/>
                  <a:gd name="T22" fmla="*/ 6542 w 6827"/>
                  <a:gd name="T23" fmla="*/ 6569 h 6854"/>
                  <a:gd name="T24" fmla="*/ 6542 w 6827"/>
                  <a:gd name="T25" fmla="*/ 4148 h 6854"/>
                  <a:gd name="T26" fmla="*/ 6619 w 6827"/>
                  <a:gd name="T27" fmla="*/ 4086 h 6854"/>
                  <a:gd name="T28" fmla="*/ 6827 w 6827"/>
                  <a:gd name="T29" fmla="*/ 3583 h 6854"/>
                  <a:gd name="T30" fmla="*/ 6617 w 6827"/>
                  <a:gd name="T31" fmla="*/ 3079 h 6854"/>
                  <a:gd name="T32" fmla="*/ 4551 w 6827"/>
                  <a:gd name="T33" fmla="*/ 5716 h 6854"/>
                  <a:gd name="T34" fmla="*/ 4267 w 6827"/>
                  <a:gd name="T35" fmla="*/ 6000 h 6854"/>
                  <a:gd name="T36" fmla="*/ 3982 w 6827"/>
                  <a:gd name="T37" fmla="*/ 5716 h 6854"/>
                  <a:gd name="T38" fmla="*/ 3982 w 6827"/>
                  <a:gd name="T39" fmla="*/ 4863 h 6854"/>
                  <a:gd name="T40" fmla="*/ 2845 w 6827"/>
                  <a:gd name="T41" fmla="*/ 4863 h 6854"/>
                  <a:gd name="T42" fmla="*/ 2845 w 6827"/>
                  <a:gd name="T43" fmla="*/ 5716 h 6854"/>
                  <a:gd name="T44" fmla="*/ 2560 w 6827"/>
                  <a:gd name="T45" fmla="*/ 6000 h 6854"/>
                  <a:gd name="T46" fmla="*/ 2276 w 6827"/>
                  <a:gd name="T47" fmla="*/ 5716 h 6854"/>
                  <a:gd name="T48" fmla="*/ 2276 w 6827"/>
                  <a:gd name="T49" fmla="*/ 3440 h 6854"/>
                  <a:gd name="T50" fmla="*/ 2560 w 6827"/>
                  <a:gd name="T51" fmla="*/ 3156 h 6854"/>
                  <a:gd name="T52" fmla="*/ 2845 w 6827"/>
                  <a:gd name="T53" fmla="*/ 3440 h 6854"/>
                  <a:gd name="T54" fmla="*/ 2845 w 6827"/>
                  <a:gd name="T55" fmla="*/ 4294 h 6854"/>
                  <a:gd name="T56" fmla="*/ 3982 w 6827"/>
                  <a:gd name="T57" fmla="*/ 4294 h 6854"/>
                  <a:gd name="T58" fmla="*/ 3982 w 6827"/>
                  <a:gd name="T59" fmla="*/ 3440 h 6854"/>
                  <a:gd name="T60" fmla="*/ 4267 w 6827"/>
                  <a:gd name="T61" fmla="*/ 3156 h 6854"/>
                  <a:gd name="T62" fmla="*/ 4551 w 6827"/>
                  <a:gd name="T63" fmla="*/ 3440 h 6854"/>
                  <a:gd name="T64" fmla="*/ 4551 w 6827"/>
                  <a:gd name="T65" fmla="*/ 5716 h 6854"/>
                  <a:gd name="T66" fmla="*/ 6216 w 6827"/>
                  <a:gd name="T67" fmla="*/ 3683 h 6854"/>
                  <a:gd name="T68" fmla="*/ 6174 w 6827"/>
                  <a:gd name="T69" fmla="*/ 3711 h 6854"/>
                  <a:gd name="T70" fmla="*/ 6163 w 6827"/>
                  <a:gd name="T71" fmla="*/ 3714 h 6854"/>
                  <a:gd name="T72" fmla="*/ 6096 w 6827"/>
                  <a:gd name="T73" fmla="*/ 3721 h 6854"/>
                  <a:gd name="T74" fmla="*/ 6081 w 6827"/>
                  <a:gd name="T75" fmla="*/ 3718 h 6854"/>
                  <a:gd name="T76" fmla="*/ 6056 w 6827"/>
                  <a:gd name="T77" fmla="*/ 3711 h 6854"/>
                  <a:gd name="T78" fmla="*/ 6015 w 6827"/>
                  <a:gd name="T79" fmla="*/ 3683 h 6854"/>
                  <a:gd name="T80" fmla="*/ 3615 w 6827"/>
                  <a:gd name="T81" fmla="*/ 1283 h 6854"/>
                  <a:gd name="T82" fmla="*/ 3413 w 6827"/>
                  <a:gd name="T83" fmla="*/ 1199 h 6854"/>
                  <a:gd name="T84" fmla="*/ 3212 w 6827"/>
                  <a:gd name="T85" fmla="*/ 1283 h 6854"/>
                  <a:gd name="T86" fmla="*/ 812 w 6827"/>
                  <a:gd name="T87" fmla="*/ 3683 h 6854"/>
                  <a:gd name="T88" fmla="*/ 770 w 6827"/>
                  <a:gd name="T89" fmla="*/ 3711 h 6854"/>
                  <a:gd name="T90" fmla="*/ 746 w 6827"/>
                  <a:gd name="T91" fmla="*/ 3718 h 6854"/>
                  <a:gd name="T92" fmla="*/ 731 w 6827"/>
                  <a:gd name="T93" fmla="*/ 3721 h 6854"/>
                  <a:gd name="T94" fmla="*/ 664 w 6827"/>
                  <a:gd name="T95" fmla="*/ 3714 h 6854"/>
                  <a:gd name="T96" fmla="*/ 653 w 6827"/>
                  <a:gd name="T97" fmla="*/ 3711 h 6854"/>
                  <a:gd name="T98" fmla="*/ 610 w 6827"/>
                  <a:gd name="T99" fmla="*/ 3683 h 6854"/>
                  <a:gd name="T100" fmla="*/ 569 w 6827"/>
                  <a:gd name="T101" fmla="*/ 3583 h 6854"/>
                  <a:gd name="T102" fmla="*/ 610 w 6827"/>
                  <a:gd name="T103" fmla="*/ 3482 h 6854"/>
                  <a:gd name="T104" fmla="*/ 3413 w 6827"/>
                  <a:gd name="T105" fmla="*/ 712 h 6854"/>
                  <a:gd name="T106" fmla="*/ 6216 w 6827"/>
                  <a:gd name="T107" fmla="*/ 3482 h 6854"/>
                  <a:gd name="T108" fmla="*/ 6258 w 6827"/>
                  <a:gd name="T109" fmla="*/ 3583 h 6854"/>
                  <a:gd name="T110" fmla="*/ 6216 w 6827"/>
                  <a:gd name="T111" fmla="*/ 3683 h 6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827" h="6854">
                    <a:moveTo>
                      <a:pt x="6617" y="3079"/>
                    </a:moveTo>
                    <a:lnTo>
                      <a:pt x="3613" y="109"/>
                    </a:lnTo>
                    <a:cubicBezTo>
                      <a:pt x="3502" y="0"/>
                      <a:pt x="3324" y="0"/>
                      <a:pt x="3213" y="109"/>
                    </a:cubicBezTo>
                    <a:lnTo>
                      <a:pt x="209" y="3079"/>
                    </a:lnTo>
                    <a:cubicBezTo>
                      <a:pt x="209" y="3079"/>
                      <a:pt x="209" y="3080"/>
                      <a:pt x="208" y="3080"/>
                    </a:cubicBezTo>
                    <a:cubicBezTo>
                      <a:pt x="74" y="3214"/>
                      <a:pt x="0" y="3393"/>
                      <a:pt x="0" y="3583"/>
                    </a:cubicBezTo>
                    <a:cubicBezTo>
                      <a:pt x="0" y="3773"/>
                      <a:pt x="74" y="3951"/>
                      <a:pt x="208" y="4086"/>
                    </a:cubicBezTo>
                    <a:cubicBezTo>
                      <a:pt x="232" y="4109"/>
                      <a:pt x="258" y="4127"/>
                      <a:pt x="285" y="4147"/>
                    </a:cubicBezTo>
                    <a:lnTo>
                      <a:pt x="285" y="6569"/>
                    </a:lnTo>
                    <a:cubicBezTo>
                      <a:pt x="285" y="6726"/>
                      <a:pt x="412" y="6854"/>
                      <a:pt x="569" y="6854"/>
                    </a:cubicBezTo>
                    <a:lnTo>
                      <a:pt x="6258" y="6854"/>
                    </a:lnTo>
                    <a:cubicBezTo>
                      <a:pt x="6415" y="6854"/>
                      <a:pt x="6542" y="6726"/>
                      <a:pt x="6542" y="6569"/>
                    </a:cubicBezTo>
                    <a:lnTo>
                      <a:pt x="6542" y="4148"/>
                    </a:lnTo>
                    <a:cubicBezTo>
                      <a:pt x="6568" y="4128"/>
                      <a:pt x="6595" y="4109"/>
                      <a:pt x="6619" y="4086"/>
                    </a:cubicBezTo>
                    <a:cubicBezTo>
                      <a:pt x="6753" y="3951"/>
                      <a:pt x="6827" y="3773"/>
                      <a:pt x="6827" y="3583"/>
                    </a:cubicBezTo>
                    <a:cubicBezTo>
                      <a:pt x="6827" y="3393"/>
                      <a:pt x="6753" y="3214"/>
                      <a:pt x="6617" y="3079"/>
                    </a:cubicBezTo>
                    <a:close/>
                    <a:moveTo>
                      <a:pt x="4551" y="5716"/>
                    </a:moveTo>
                    <a:cubicBezTo>
                      <a:pt x="4551" y="5873"/>
                      <a:pt x="4424" y="6000"/>
                      <a:pt x="4267" y="6000"/>
                    </a:cubicBezTo>
                    <a:cubicBezTo>
                      <a:pt x="4110" y="6000"/>
                      <a:pt x="3982" y="5873"/>
                      <a:pt x="3982" y="5716"/>
                    </a:cubicBezTo>
                    <a:lnTo>
                      <a:pt x="3982" y="4863"/>
                    </a:lnTo>
                    <a:lnTo>
                      <a:pt x="2845" y="4863"/>
                    </a:lnTo>
                    <a:lnTo>
                      <a:pt x="2845" y="5716"/>
                    </a:lnTo>
                    <a:cubicBezTo>
                      <a:pt x="2845" y="5873"/>
                      <a:pt x="2717" y="6000"/>
                      <a:pt x="2560" y="6000"/>
                    </a:cubicBezTo>
                    <a:cubicBezTo>
                      <a:pt x="2403" y="6000"/>
                      <a:pt x="2276" y="5873"/>
                      <a:pt x="2276" y="5716"/>
                    </a:cubicBezTo>
                    <a:lnTo>
                      <a:pt x="2276" y="3440"/>
                    </a:lnTo>
                    <a:cubicBezTo>
                      <a:pt x="2276" y="3283"/>
                      <a:pt x="2403" y="3156"/>
                      <a:pt x="2560" y="3156"/>
                    </a:cubicBezTo>
                    <a:cubicBezTo>
                      <a:pt x="2717" y="3156"/>
                      <a:pt x="2845" y="3283"/>
                      <a:pt x="2845" y="3440"/>
                    </a:cubicBezTo>
                    <a:lnTo>
                      <a:pt x="2845" y="4294"/>
                    </a:lnTo>
                    <a:lnTo>
                      <a:pt x="3982" y="4294"/>
                    </a:lnTo>
                    <a:lnTo>
                      <a:pt x="3982" y="3440"/>
                    </a:lnTo>
                    <a:cubicBezTo>
                      <a:pt x="3982" y="3283"/>
                      <a:pt x="4110" y="3156"/>
                      <a:pt x="4267" y="3156"/>
                    </a:cubicBezTo>
                    <a:cubicBezTo>
                      <a:pt x="4424" y="3156"/>
                      <a:pt x="4551" y="3283"/>
                      <a:pt x="4551" y="3440"/>
                    </a:cubicBezTo>
                    <a:lnTo>
                      <a:pt x="4551" y="5716"/>
                    </a:lnTo>
                    <a:close/>
                    <a:moveTo>
                      <a:pt x="6216" y="3683"/>
                    </a:moveTo>
                    <a:cubicBezTo>
                      <a:pt x="6204" y="3696"/>
                      <a:pt x="6189" y="3704"/>
                      <a:pt x="6174" y="3711"/>
                    </a:cubicBezTo>
                    <a:cubicBezTo>
                      <a:pt x="6171" y="3712"/>
                      <a:pt x="6167" y="3712"/>
                      <a:pt x="6163" y="3714"/>
                    </a:cubicBezTo>
                    <a:cubicBezTo>
                      <a:pt x="6144" y="3720"/>
                      <a:pt x="6120" y="3723"/>
                      <a:pt x="6096" y="3721"/>
                    </a:cubicBezTo>
                    <a:cubicBezTo>
                      <a:pt x="6091" y="3720"/>
                      <a:pt x="6086" y="3719"/>
                      <a:pt x="6081" y="3718"/>
                    </a:cubicBezTo>
                    <a:cubicBezTo>
                      <a:pt x="6073" y="3716"/>
                      <a:pt x="6064" y="3714"/>
                      <a:pt x="6056" y="3711"/>
                    </a:cubicBezTo>
                    <a:cubicBezTo>
                      <a:pt x="6042" y="3704"/>
                      <a:pt x="6027" y="3695"/>
                      <a:pt x="6015" y="3683"/>
                    </a:cubicBezTo>
                    <a:lnTo>
                      <a:pt x="3615" y="1283"/>
                    </a:lnTo>
                    <a:cubicBezTo>
                      <a:pt x="3559" y="1227"/>
                      <a:pt x="3486" y="1199"/>
                      <a:pt x="3413" y="1199"/>
                    </a:cubicBezTo>
                    <a:cubicBezTo>
                      <a:pt x="3341" y="1199"/>
                      <a:pt x="3268" y="1227"/>
                      <a:pt x="3212" y="1283"/>
                    </a:cubicBezTo>
                    <a:lnTo>
                      <a:pt x="812" y="3683"/>
                    </a:lnTo>
                    <a:cubicBezTo>
                      <a:pt x="799" y="3695"/>
                      <a:pt x="785" y="3704"/>
                      <a:pt x="770" y="3711"/>
                    </a:cubicBezTo>
                    <a:cubicBezTo>
                      <a:pt x="762" y="3714"/>
                      <a:pt x="754" y="3716"/>
                      <a:pt x="746" y="3718"/>
                    </a:cubicBezTo>
                    <a:cubicBezTo>
                      <a:pt x="741" y="3719"/>
                      <a:pt x="736" y="3720"/>
                      <a:pt x="731" y="3721"/>
                    </a:cubicBezTo>
                    <a:cubicBezTo>
                      <a:pt x="707" y="3723"/>
                      <a:pt x="683" y="3720"/>
                      <a:pt x="664" y="3714"/>
                    </a:cubicBezTo>
                    <a:cubicBezTo>
                      <a:pt x="660" y="3712"/>
                      <a:pt x="656" y="3712"/>
                      <a:pt x="653" y="3711"/>
                    </a:cubicBezTo>
                    <a:cubicBezTo>
                      <a:pt x="638" y="3704"/>
                      <a:pt x="623" y="3696"/>
                      <a:pt x="610" y="3683"/>
                    </a:cubicBezTo>
                    <a:cubicBezTo>
                      <a:pt x="574" y="3647"/>
                      <a:pt x="569" y="3605"/>
                      <a:pt x="569" y="3583"/>
                    </a:cubicBezTo>
                    <a:cubicBezTo>
                      <a:pt x="569" y="3561"/>
                      <a:pt x="574" y="3519"/>
                      <a:pt x="610" y="3482"/>
                    </a:cubicBezTo>
                    <a:lnTo>
                      <a:pt x="3413" y="712"/>
                    </a:lnTo>
                    <a:lnTo>
                      <a:pt x="6216" y="3482"/>
                    </a:lnTo>
                    <a:cubicBezTo>
                      <a:pt x="6252" y="3518"/>
                      <a:pt x="6258" y="3561"/>
                      <a:pt x="6258" y="3583"/>
                    </a:cubicBezTo>
                    <a:cubicBezTo>
                      <a:pt x="6258" y="3605"/>
                      <a:pt x="6252" y="3647"/>
                      <a:pt x="6216" y="3683"/>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p>
                <a:pPr algn="ctr"/>
                <a:endParaRPr lang="zh-CN" altLang="en-US"/>
              </a:p>
            </p:txBody>
          </p:sp>
          <p:sp>
            <p:nvSpPr>
              <p:cNvPr id="44" name="Bullet2">
                <a:extLst>
                  <a:ext uri="{FF2B5EF4-FFF2-40B4-BE49-F238E27FC236}">
                    <a16:creationId xmlns:a16="http://schemas.microsoft.com/office/drawing/2014/main" id="{2EC713E7-70D4-2815-26A8-5B417A2CD9BF}"/>
                  </a:ext>
                </a:extLst>
              </p:cNvPr>
              <p:cNvSpPr txBox="1"/>
              <p:nvPr/>
            </p:nvSpPr>
            <p:spPr>
              <a:xfrm>
                <a:off x="673100" y="2446665"/>
                <a:ext cx="4091434" cy="577256"/>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buSzPct val="25000"/>
                </a:pPr>
                <a:r>
                  <a:rPr lang="zh-CN" altLang="en-US" b="1" dirty="0"/>
                  <a:t>商业航天崛起</a:t>
                </a:r>
                <a:endParaRPr lang="en-US" dirty="0"/>
              </a:p>
            </p:txBody>
          </p:sp>
        </p:grpSp>
        <p:grpSp>
          <p:nvGrpSpPr>
            <p:cNvPr id="57" name="组合 56">
              <a:extLst>
                <a:ext uri="{FF2B5EF4-FFF2-40B4-BE49-F238E27FC236}">
                  <a16:creationId xmlns:a16="http://schemas.microsoft.com/office/drawing/2014/main" id="{6478A984-0001-A4CB-006C-62A511FB93BE}"/>
                </a:ext>
              </a:extLst>
            </p:cNvPr>
            <p:cNvGrpSpPr/>
            <p:nvPr/>
          </p:nvGrpSpPr>
          <p:grpSpPr>
            <a:xfrm>
              <a:off x="5715001" y="3265300"/>
              <a:ext cx="5803899" cy="1225214"/>
              <a:chOff x="5715001" y="3265300"/>
              <a:chExt cx="5803899" cy="1225214"/>
            </a:xfrm>
          </p:grpSpPr>
          <p:sp>
            <p:nvSpPr>
              <p:cNvPr id="22" name="Number3">
                <a:extLst>
                  <a:ext uri="{FF2B5EF4-FFF2-40B4-BE49-F238E27FC236}">
                    <a16:creationId xmlns:a16="http://schemas.microsoft.com/office/drawing/2014/main" id="{A983496D-8D37-5576-4FEF-98BBD065998A}"/>
                  </a:ext>
                </a:extLst>
              </p:cNvPr>
              <p:cNvSpPr/>
              <p:nvPr/>
            </p:nvSpPr>
            <p:spPr>
              <a:xfrm>
                <a:off x="6696077" y="3725167"/>
                <a:ext cx="405106" cy="405106"/>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fontScale="85000" lnSpcReduction="20000"/>
              </a:bodyPr>
              <a:lstStyle/>
              <a:p>
                <a:pPr algn="ctr"/>
                <a:r>
                  <a:rPr lang="en-US" altLang="zh-CN" b="1" dirty="0">
                    <a:solidFill>
                      <a:srgbClr val="FFFFFF"/>
                    </a:solidFill>
                  </a:rPr>
                  <a:t>3</a:t>
                </a:r>
                <a:endParaRPr lang="zh-CN" altLang="en-US" b="1" dirty="0">
                  <a:solidFill>
                    <a:srgbClr val="FFFFFF"/>
                  </a:solidFill>
                </a:endParaRPr>
              </a:p>
            </p:txBody>
          </p:sp>
          <p:sp>
            <p:nvSpPr>
              <p:cNvPr id="23" name="IconBackground3">
                <a:extLst>
                  <a:ext uri="{FF2B5EF4-FFF2-40B4-BE49-F238E27FC236}">
                    <a16:creationId xmlns:a16="http://schemas.microsoft.com/office/drawing/2014/main" id="{8C0E06CD-CD55-570B-E2E0-0D855662C778}"/>
                  </a:ext>
                </a:extLst>
              </p:cNvPr>
              <p:cNvSpPr/>
              <p:nvPr/>
            </p:nvSpPr>
            <p:spPr>
              <a:xfrm>
                <a:off x="5715001" y="3525774"/>
                <a:ext cx="762000" cy="762000"/>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lang="zh-CN" altLang="en-US" b="1">
                  <a:solidFill>
                    <a:srgbClr val="FFFFFF"/>
                  </a:solidFill>
                </a:endParaRPr>
              </a:p>
            </p:txBody>
          </p:sp>
          <p:sp>
            <p:nvSpPr>
              <p:cNvPr id="40" name="Icon3">
                <a:extLst>
                  <a:ext uri="{FF2B5EF4-FFF2-40B4-BE49-F238E27FC236}">
                    <a16:creationId xmlns:a16="http://schemas.microsoft.com/office/drawing/2014/main" id="{54372DE7-523F-E887-F532-06C33A0443C0}"/>
                  </a:ext>
                </a:extLst>
              </p:cNvPr>
              <p:cNvSpPr/>
              <p:nvPr/>
            </p:nvSpPr>
            <p:spPr>
              <a:xfrm>
                <a:off x="5913544" y="3735275"/>
                <a:ext cx="364914" cy="342999"/>
              </a:xfrm>
              <a:custGeom>
                <a:avLst/>
                <a:gdLst>
                  <a:gd name="connsiteX0" fmla="*/ 423658 w 610004"/>
                  <a:gd name="connsiteY0" fmla="*/ 497877 h 573371"/>
                  <a:gd name="connsiteX1" fmla="*/ 460927 w 610004"/>
                  <a:gd name="connsiteY1" fmla="*/ 535624 h 573371"/>
                  <a:gd name="connsiteX2" fmla="*/ 423658 w 610004"/>
                  <a:gd name="connsiteY2" fmla="*/ 573371 h 573371"/>
                  <a:gd name="connsiteX3" fmla="*/ 386389 w 610004"/>
                  <a:gd name="connsiteY3" fmla="*/ 535624 h 573371"/>
                  <a:gd name="connsiteX4" fmla="*/ 423658 w 610004"/>
                  <a:gd name="connsiteY4" fmla="*/ 497877 h 573371"/>
                  <a:gd name="connsiteX5" fmla="*/ 132672 w 610004"/>
                  <a:gd name="connsiteY5" fmla="*/ 497877 h 573371"/>
                  <a:gd name="connsiteX6" fmla="*/ 169941 w 610004"/>
                  <a:gd name="connsiteY6" fmla="*/ 535624 h 573371"/>
                  <a:gd name="connsiteX7" fmla="*/ 132672 w 610004"/>
                  <a:gd name="connsiteY7" fmla="*/ 573371 h 573371"/>
                  <a:gd name="connsiteX8" fmla="*/ 95403 w 610004"/>
                  <a:gd name="connsiteY8" fmla="*/ 535624 h 573371"/>
                  <a:gd name="connsiteX9" fmla="*/ 132672 w 610004"/>
                  <a:gd name="connsiteY9" fmla="*/ 497877 h 573371"/>
                  <a:gd name="connsiteX10" fmla="*/ 538100 w 610004"/>
                  <a:gd name="connsiteY10" fmla="*/ 435169 h 573371"/>
                  <a:gd name="connsiteX11" fmla="*/ 517609 w 610004"/>
                  <a:gd name="connsiteY11" fmla="*/ 437401 h 573371"/>
                  <a:gd name="connsiteX12" fmla="*/ 526551 w 610004"/>
                  <a:gd name="connsiteY12" fmla="*/ 483030 h 573371"/>
                  <a:gd name="connsiteX13" fmla="*/ 571258 w 610004"/>
                  <a:gd name="connsiteY13" fmla="*/ 497909 h 573371"/>
                  <a:gd name="connsiteX14" fmla="*/ 562316 w 610004"/>
                  <a:gd name="connsiteY14" fmla="*/ 452280 h 573371"/>
                  <a:gd name="connsiteX15" fmla="*/ 538100 w 610004"/>
                  <a:gd name="connsiteY15" fmla="*/ 435169 h 573371"/>
                  <a:gd name="connsiteX16" fmla="*/ 251353 w 610004"/>
                  <a:gd name="connsiteY16" fmla="*/ 268772 h 573371"/>
                  <a:gd name="connsiteX17" fmla="*/ 251353 w 610004"/>
                  <a:gd name="connsiteY17" fmla="*/ 381852 h 573371"/>
                  <a:gd name="connsiteX18" fmla="*/ 398390 w 610004"/>
                  <a:gd name="connsiteY18" fmla="*/ 381852 h 573371"/>
                  <a:gd name="connsiteX19" fmla="*/ 409319 w 610004"/>
                  <a:gd name="connsiteY19" fmla="*/ 375901 h 573371"/>
                  <a:gd name="connsiteX20" fmla="*/ 407332 w 610004"/>
                  <a:gd name="connsiteY20" fmla="*/ 359038 h 573371"/>
                  <a:gd name="connsiteX21" fmla="*/ 251353 w 610004"/>
                  <a:gd name="connsiteY21" fmla="*/ 268772 h 573371"/>
                  <a:gd name="connsiteX22" fmla="*/ 210620 w 610004"/>
                  <a:gd name="connsiteY22" fmla="*/ 268772 h 573371"/>
                  <a:gd name="connsiteX23" fmla="*/ 53649 w 610004"/>
                  <a:gd name="connsiteY23" fmla="*/ 363006 h 573371"/>
                  <a:gd name="connsiteX24" fmla="*/ 53649 w 610004"/>
                  <a:gd name="connsiteY24" fmla="*/ 375901 h 573371"/>
                  <a:gd name="connsiteX25" fmla="*/ 64577 w 610004"/>
                  <a:gd name="connsiteY25" fmla="*/ 381852 h 573371"/>
                  <a:gd name="connsiteX26" fmla="*/ 211614 w 610004"/>
                  <a:gd name="connsiteY26" fmla="*/ 381852 h 573371"/>
                  <a:gd name="connsiteX27" fmla="*/ 211614 w 610004"/>
                  <a:gd name="connsiteY27" fmla="*/ 268772 h 573371"/>
                  <a:gd name="connsiteX28" fmla="*/ 207640 w 610004"/>
                  <a:gd name="connsiteY28" fmla="*/ 236038 h 573371"/>
                  <a:gd name="connsiteX29" fmla="*/ 252347 w 610004"/>
                  <a:gd name="connsiteY29" fmla="*/ 236038 h 573371"/>
                  <a:gd name="connsiteX30" fmla="*/ 447071 w 610004"/>
                  <a:gd name="connsiteY30" fmla="*/ 353086 h 573371"/>
                  <a:gd name="connsiteX31" fmla="*/ 462967 w 610004"/>
                  <a:gd name="connsiteY31" fmla="*/ 380860 h 573371"/>
                  <a:gd name="connsiteX32" fmla="*/ 480850 w 610004"/>
                  <a:gd name="connsiteY32" fmla="*/ 394748 h 573371"/>
                  <a:gd name="connsiteX33" fmla="*/ 513635 w 610004"/>
                  <a:gd name="connsiteY33" fmla="*/ 401691 h 573371"/>
                  <a:gd name="connsiteX34" fmla="*/ 610004 w 610004"/>
                  <a:gd name="connsiteY34" fmla="*/ 515764 h 573371"/>
                  <a:gd name="connsiteX35" fmla="*/ 582186 w 610004"/>
                  <a:gd name="connsiteY35" fmla="*/ 540562 h 573371"/>
                  <a:gd name="connsiteX36" fmla="*/ 487804 w 610004"/>
                  <a:gd name="connsiteY36" fmla="*/ 540562 h 573371"/>
                  <a:gd name="connsiteX37" fmla="*/ 487804 w 610004"/>
                  <a:gd name="connsiteY37" fmla="*/ 535602 h 573371"/>
                  <a:gd name="connsiteX38" fmla="*/ 423228 w 610004"/>
                  <a:gd name="connsiteY38" fmla="*/ 472119 h 573371"/>
                  <a:gd name="connsiteX39" fmla="*/ 359644 w 610004"/>
                  <a:gd name="connsiteY39" fmla="*/ 535602 h 573371"/>
                  <a:gd name="connsiteX40" fmla="*/ 359644 w 610004"/>
                  <a:gd name="connsiteY40" fmla="*/ 540562 h 573371"/>
                  <a:gd name="connsiteX41" fmla="*/ 196711 w 610004"/>
                  <a:gd name="connsiteY41" fmla="*/ 540562 h 573371"/>
                  <a:gd name="connsiteX42" fmla="*/ 196711 w 610004"/>
                  <a:gd name="connsiteY42" fmla="*/ 535602 h 573371"/>
                  <a:gd name="connsiteX43" fmla="*/ 133128 w 610004"/>
                  <a:gd name="connsiteY43" fmla="*/ 472119 h 573371"/>
                  <a:gd name="connsiteX44" fmla="*/ 68551 w 610004"/>
                  <a:gd name="connsiteY44" fmla="*/ 535602 h 573371"/>
                  <a:gd name="connsiteX45" fmla="*/ 68551 w 610004"/>
                  <a:gd name="connsiteY45" fmla="*/ 540562 h 573371"/>
                  <a:gd name="connsiteX46" fmla="*/ 26824 w 610004"/>
                  <a:gd name="connsiteY46" fmla="*/ 540562 h 573371"/>
                  <a:gd name="connsiteX47" fmla="*/ 0 w 610004"/>
                  <a:gd name="connsiteY47" fmla="*/ 517747 h 573371"/>
                  <a:gd name="connsiteX48" fmla="*/ 0 w 610004"/>
                  <a:gd name="connsiteY48" fmla="*/ 500885 h 573371"/>
                  <a:gd name="connsiteX49" fmla="*/ 28811 w 610004"/>
                  <a:gd name="connsiteY49" fmla="*/ 500885 h 573371"/>
                  <a:gd name="connsiteX50" fmla="*/ 39740 w 610004"/>
                  <a:gd name="connsiteY50" fmla="*/ 489973 h 573371"/>
                  <a:gd name="connsiteX51" fmla="*/ 39740 w 610004"/>
                  <a:gd name="connsiteY51" fmla="*/ 447320 h 573371"/>
                  <a:gd name="connsiteX52" fmla="*/ 28811 w 610004"/>
                  <a:gd name="connsiteY52" fmla="*/ 435417 h 573371"/>
                  <a:gd name="connsiteX53" fmla="*/ 0 w 610004"/>
                  <a:gd name="connsiteY53" fmla="*/ 435417 h 573371"/>
                  <a:gd name="connsiteX54" fmla="*/ 0 w 610004"/>
                  <a:gd name="connsiteY54" fmla="*/ 421530 h 573371"/>
                  <a:gd name="connsiteX55" fmla="*/ 15896 w 610004"/>
                  <a:gd name="connsiteY55" fmla="*/ 353086 h 573371"/>
                  <a:gd name="connsiteX56" fmla="*/ 207640 w 610004"/>
                  <a:gd name="connsiteY56" fmla="*/ 236038 h 573371"/>
                  <a:gd name="connsiteX57" fmla="*/ 228467 w 610004"/>
                  <a:gd name="connsiteY57" fmla="*/ 166596 h 573371"/>
                  <a:gd name="connsiteX58" fmla="*/ 263273 w 610004"/>
                  <a:gd name="connsiteY58" fmla="*/ 220270 h 573371"/>
                  <a:gd name="connsiteX59" fmla="*/ 222500 w 610004"/>
                  <a:gd name="connsiteY59" fmla="*/ 220270 h 573371"/>
                  <a:gd name="connsiteX60" fmla="*/ 228467 w 610004"/>
                  <a:gd name="connsiteY60" fmla="*/ 202379 h 573371"/>
                  <a:gd name="connsiteX61" fmla="*/ 244320 w 610004"/>
                  <a:gd name="connsiteY61" fmla="*/ 143821 h 573371"/>
                  <a:gd name="connsiteX62" fmla="*/ 402316 w 610004"/>
                  <a:gd name="connsiteY62" fmla="*/ 143821 h 573371"/>
                  <a:gd name="connsiteX63" fmla="*/ 402316 w 610004"/>
                  <a:gd name="connsiteY63" fmla="*/ 202399 h 573371"/>
                  <a:gd name="connsiteX64" fmla="*/ 384430 w 610004"/>
                  <a:gd name="connsiteY64" fmla="*/ 220270 h 573371"/>
                  <a:gd name="connsiteX65" fmla="*/ 294998 w 610004"/>
                  <a:gd name="connsiteY65" fmla="*/ 220270 h 573371"/>
                  <a:gd name="connsiteX66" fmla="*/ 48737 w 610004"/>
                  <a:gd name="connsiteY66" fmla="*/ 143821 h 573371"/>
                  <a:gd name="connsiteX67" fmla="*/ 212551 w 610004"/>
                  <a:gd name="connsiteY67" fmla="*/ 143821 h 573371"/>
                  <a:gd name="connsiteX68" fmla="*/ 214537 w 610004"/>
                  <a:gd name="connsiteY68" fmla="*/ 146800 h 573371"/>
                  <a:gd name="connsiteX69" fmla="*/ 214537 w 610004"/>
                  <a:gd name="connsiteY69" fmla="*/ 202399 h 573371"/>
                  <a:gd name="connsiteX70" fmla="*/ 196666 w 610004"/>
                  <a:gd name="connsiteY70" fmla="*/ 220270 h 573371"/>
                  <a:gd name="connsiteX71" fmla="*/ 66608 w 610004"/>
                  <a:gd name="connsiteY71" fmla="*/ 220270 h 573371"/>
                  <a:gd name="connsiteX72" fmla="*/ 48737 w 610004"/>
                  <a:gd name="connsiteY72" fmla="*/ 202399 h 573371"/>
                  <a:gd name="connsiteX73" fmla="*/ 282164 w 610004"/>
                  <a:gd name="connsiteY73" fmla="*/ 75335 h 573371"/>
                  <a:gd name="connsiteX74" fmla="*/ 384442 w 610004"/>
                  <a:gd name="connsiteY74" fmla="*/ 75335 h 573371"/>
                  <a:gd name="connsiteX75" fmla="*/ 402316 w 610004"/>
                  <a:gd name="connsiteY75" fmla="*/ 92210 h 573371"/>
                  <a:gd name="connsiteX76" fmla="*/ 402316 w 610004"/>
                  <a:gd name="connsiteY76" fmla="*/ 118019 h 573371"/>
                  <a:gd name="connsiteX77" fmla="*/ 227550 w 610004"/>
                  <a:gd name="connsiteY77" fmla="*/ 118019 h 573371"/>
                  <a:gd name="connsiteX78" fmla="*/ 224571 w 610004"/>
                  <a:gd name="connsiteY78" fmla="*/ 114048 h 573371"/>
                  <a:gd name="connsiteX79" fmla="*/ 282164 w 610004"/>
                  <a:gd name="connsiteY79" fmla="*/ 75335 h 573371"/>
                  <a:gd name="connsiteX80" fmla="*/ 132175 w 610004"/>
                  <a:gd name="connsiteY80" fmla="*/ 22776 h 573371"/>
                  <a:gd name="connsiteX81" fmla="*/ 156010 w 610004"/>
                  <a:gd name="connsiteY81" fmla="*/ 58492 h 573371"/>
                  <a:gd name="connsiteX82" fmla="*/ 112313 w 610004"/>
                  <a:gd name="connsiteY82" fmla="*/ 83295 h 573371"/>
                  <a:gd name="connsiteX83" fmla="*/ 120258 w 610004"/>
                  <a:gd name="connsiteY83" fmla="*/ 84287 h 573371"/>
                  <a:gd name="connsiteX84" fmla="*/ 167927 w 610004"/>
                  <a:gd name="connsiteY84" fmla="*/ 76350 h 573371"/>
                  <a:gd name="connsiteX85" fmla="*/ 191761 w 610004"/>
                  <a:gd name="connsiteY85" fmla="*/ 112066 h 573371"/>
                  <a:gd name="connsiteX86" fmla="*/ 172892 w 610004"/>
                  <a:gd name="connsiteY86" fmla="*/ 118019 h 573371"/>
                  <a:gd name="connsiteX87" fmla="*/ 83514 w 610004"/>
                  <a:gd name="connsiteY87" fmla="*/ 118019 h 573371"/>
                  <a:gd name="connsiteX88" fmla="*/ 67624 w 610004"/>
                  <a:gd name="connsiteY88" fmla="*/ 99169 h 573371"/>
                  <a:gd name="connsiteX89" fmla="*/ 132175 w 610004"/>
                  <a:gd name="connsiteY89" fmla="*/ 22776 h 573371"/>
                  <a:gd name="connsiteX90" fmla="*/ 229499 w 610004"/>
                  <a:gd name="connsiteY90" fmla="*/ 0 h 573371"/>
                  <a:gd name="connsiteX91" fmla="*/ 283126 w 610004"/>
                  <a:gd name="connsiteY91" fmla="*/ 26804 h 573371"/>
                  <a:gd name="connsiteX92" fmla="*/ 216589 w 610004"/>
                  <a:gd name="connsiteY92" fmla="*/ 102251 h 573371"/>
                  <a:gd name="connsiteX93" fmla="*/ 193747 w 610004"/>
                  <a:gd name="connsiteY93" fmla="*/ 67506 h 573371"/>
                  <a:gd name="connsiteX94" fmla="*/ 237444 w 610004"/>
                  <a:gd name="connsiteY94" fmla="*/ 41695 h 573371"/>
                  <a:gd name="connsiteX95" fmla="*/ 229499 w 610004"/>
                  <a:gd name="connsiteY95" fmla="*/ 41695 h 573371"/>
                  <a:gd name="connsiteX96" fmla="*/ 181830 w 610004"/>
                  <a:gd name="connsiteY96" fmla="*/ 48644 h 573371"/>
                  <a:gd name="connsiteX97" fmla="*/ 157996 w 610004"/>
                  <a:gd name="connsiteY97" fmla="*/ 12905 h 573371"/>
                  <a:gd name="connsiteX98" fmla="*/ 229499 w 610004"/>
                  <a:gd name="connsiteY98" fmla="*/ 0 h 57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610004" h="573371">
                    <a:moveTo>
                      <a:pt x="423658" y="497877"/>
                    </a:moveTo>
                    <a:cubicBezTo>
                      <a:pt x="444241" y="497877"/>
                      <a:pt x="460927" y="514777"/>
                      <a:pt x="460927" y="535624"/>
                    </a:cubicBezTo>
                    <a:cubicBezTo>
                      <a:pt x="460927" y="556471"/>
                      <a:pt x="444241" y="573371"/>
                      <a:pt x="423658" y="573371"/>
                    </a:cubicBezTo>
                    <a:cubicBezTo>
                      <a:pt x="403075" y="573371"/>
                      <a:pt x="386389" y="556471"/>
                      <a:pt x="386389" y="535624"/>
                    </a:cubicBezTo>
                    <a:cubicBezTo>
                      <a:pt x="386389" y="514777"/>
                      <a:pt x="403075" y="497877"/>
                      <a:pt x="423658" y="497877"/>
                    </a:cubicBezTo>
                    <a:close/>
                    <a:moveTo>
                      <a:pt x="132672" y="497877"/>
                    </a:moveTo>
                    <a:cubicBezTo>
                      <a:pt x="153255" y="497877"/>
                      <a:pt x="169941" y="514777"/>
                      <a:pt x="169941" y="535624"/>
                    </a:cubicBezTo>
                    <a:cubicBezTo>
                      <a:pt x="169941" y="556471"/>
                      <a:pt x="153255" y="573371"/>
                      <a:pt x="132672" y="573371"/>
                    </a:cubicBezTo>
                    <a:cubicBezTo>
                      <a:pt x="112089" y="573371"/>
                      <a:pt x="95403" y="556471"/>
                      <a:pt x="95403" y="535624"/>
                    </a:cubicBezTo>
                    <a:cubicBezTo>
                      <a:pt x="95403" y="514777"/>
                      <a:pt x="112089" y="497877"/>
                      <a:pt x="132672" y="497877"/>
                    </a:cubicBezTo>
                    <a:close/>
                    <a:moveTo>
                      <a:pt x="538100" y="435169"/>
                    </a:moveTo>
                    <a:cubicBezTo>
                      <a:pt x="530028" y="432441"/>
                      <a:pt x="522576" y="432937"/>
                      <a:pt x="517609" y="437401"/>
                    </a:cubicBezTo>
                    <a:cubicBezTo>
                      <a:pt x="507674" y="446328"/>
                      <a:pt x="511648" y="466167"/>
                      <a:pt x="526551" y="483030"/>
                    </a:cubicBezTo>
                    <a:cubicBezTo>
                      <a:pt x="541453" y="499893"/>
                      <a:pt x="561323" y="506836"/>
                      <a:pt x="571258" y="497909"/>
                    </a:cubicBezTo>
                    <a:cubicBezTo>
                      <a:pt x="580199" y="488981"/>
                      <a:pt x="577219" y="469143"/>
                      <a:pt x="562316" y="452280"/>
                    </a:cubicBezTo>
                    <a:cubicBezTo>
                      <a:pt x="554865" y="443848"/>
                      <a:pt x="546172" y="437897"/>
                      <a:pt x="538100" y="435169"/>
                    </a:cubicBezTo>
                    <a:close/>
                    <a:moveTo>
                      <a:pt x="251353" y="268772"/>
                    </a:moveTo>
                    <a:lnTo>
                      <a:pt x="251353" y="381852"/>
                    </a:lnTo>
                    <a:lnTo>
                      <a:pt x="398390" y="381852"/>
                    </a:lnTo>
                    <a:cubicBezTo>
                      <a:pt x="402364" y="381852"/>
                      <a:pt x="407332" y="379869"/>
                      <a:pt x="409319" y="375901"/>
                    </a:cubicBezTo>
                    <a:cubicBezTo>
                      <a:pt x="412299" y="368957"/>
                      <a:pt x="409319" y="362014"/>
                      <a:pt x="407332" y="359038"/>
                    </a:cubicBezTo>
                    <a:cubicBezTo>
                      <a:pt x="375540" y="301506"/>
                      <a:pt x="316924" y="269764"/>
                      <a:pt x="251353" y="268772"/>
                    </a:cubicBezTo>
                    <a:close/>
                    <a:moveTo>
                      <a:pt x="210620" y="268772"/>
                    </a:moveTo>
                    <a:cubicBezTo>
                      <a:pt x="144056" y="268772"/>
                      <a:pt x="84447" y="304482"/>
                      <a:pt x="53649" y="363006"/>
                    </a:cubicBezTo>
                    <a:cubicBezTo>
                      <a:pt x="51662" y="366973"/>
                      <a:pt x="51662" y="371933"/>
                      <a:pt x="53649" y="375901"/>
                    </a:cubicBezTo>
                    <a:cubicBezTo>
                      <a:pt x="55636" y="379869"/>
                      <a:pt x="60603" y="381852"/>
                      <a:pt x="64577" y="381852"/>
                    </a:cubicBezTo>
                    <a:lnTo>
                      <a:pt x="211614" y="381852"/>
                    </a:lnTo>
                    <a:lnTo>
                      <a:pt x="211614" y="268772"/>
                    </a:lnTo>
                    <a:close/>
                    <a:moveTo>
                      <a:pt x="207640" y="236038"/>
                    </a:moveTo>
                    <a:lnTo>
                      <a:pt x="252347" y="236038"/>
                    </a:lnTo>
                    <a:cubicBezTo>
                      <a:pt x="332820" y="236038"/>
                      <a:pt x="407332" y="282659"/>
                      <a:pt x="447071" y="353086"/>
                    </a:cubicBezTo>
                    <a:lnTo>
                      <a:pt x="462967" y="380860"/>
                    </a:lnTo>
                    <a:cubicBezTo>
                      <a:pt x="466941" y="387804"/>
                      <a:pt x="472902" y="392764"/>
                      <a:pt x="480850" y="394748"/>
                    </a:cubicBezTo>
                    <a:lnTo>
                      <a:pt x="513635" y="401691"/>
                    </a:lnTo>
                    <a:cubicBezTo>
                      <a:pt x="569271" y="412602"/>
                      <a:pt x="610004" y="459223"/>
                      <a:pt x="610004" y="515764"/>
                    </a:cubicBezTo>
                    <a:cubicBezTo>
                      <a:pt x="610004" y="530643"/>
                      <a:pt x="597089" y="540562"/>
                      <a:pt x="582186" y="540562"/>
                    </a:cubicBezTo>
                    <a:lnTo>
                      <a:pt x="487804" y="540562"/>
                    </a:lnTo>
                    <a:cubicBezTo>
                      <a:pt x="487804" y="538578"/>
                      <a:pt x="487804" y="537586"/>
                      <a:pt x="487804" y="535602"/>
                    </a:cubicBezTo>
                    <a:cubicBezTo>
                      <a:pt x="487804" y="500885"/>
                      <a:pt x="458993" y="472119"/>
                      <a:pt x="423228" y="472119"/>
                    </a:cubicBezTo>
                    <a:cubicBezTo>
                      <a:pt x="388455" y="472119"/>
                      <a:pt x="359644" y="500885"/>
                      <a:pt x="359644" y="535602"/>
                    </a:cubicBezTo>
                    <a:cubicBezTo>
                      <a:pt x="359644" y="537586"/>
                      <a:pt x="359644" y="538578"/>
                      <a:pt x="359644" y="540562"/>
                    </a:cubicBezTo>
                    <a:lnTo>
                      <a:pt x="196711" y="540562"/>
                    </a:lnTo>
                    <a:cubicBezTo>
                      <a:pt x="196711" y="538578"/>
                      <a:pt x="196711" y="537586"/>
                      <a:pt x="196711" y="535602"/>
                    </a:cubicBezTo>
                    <a:cubicBezTo>
                      <a:pt x="196711" y="500885"/>
                      <a:pt x="167900" y="472119"/>
                      <a:pt x="133128" y="472119"/>
                    </a:cubicBezTo>
                    <a:cubicBezTo>
                      <a:pt x="97362" y="472119"/>
                      <a:pt x="68551" y="500885"/>
                      <a:pt x="68551" y="535602"/>
                    </a:cubicBezTo>
                    <a:cubicBezTo>
                      <a:pt x="68551" y="537586"/>
                      <a:pt x="68551" y="538578"/>
                      <a:pt x="68551" y="540562"/>
                    </a:cubicBezTo>
                    <a:lnTo>
                      <a:pt x="26824" y="540562"/>
                    </a:lnTo>
                    <a:cubicBezTo>
                      <a:pt x="11922" y="540562"/>
                      <a:pt x="0" y="532627"/>
                      <a:pt x="0" y="517747"/>
                    </a:cubicBezTo>
                    <a:lnTo>
                      <a:pt x="0" y="500885"/>
                    </a:lnTo>
                    <a:lnTo>
                      <a:pt x="28811" y="500885"/>
                    </a:lnTo>
                    <a:cubicBezTo>
                      <a:pt x="35766" y="500885"/>
                      <a:pt x="39740" y="497909"/>
                      <a:pt x="39740" y="489973"/>
                    </a:cubicBezTo>
                    <a:lnTo>
                      <a:pt x="39740" y="447320"/>
                    </a:lnTo>
                    <a:cubicBezTo>
                      <a:pt x="39740" y="440377"/>
                      <a:pt x="35766" y="435417"/>
                      <a:pt x="28811" y="435417"/>
                    </a:cubicBezTo>
                    <a:lnTo>
                      <a:pt x="0" y="435417"/>
                    </a:lnTo>
                    <a:lnTo>
                      <a:pt x="0" y="421530"/>
                    </a:lnTo>
                    <a:cubicBezTo>
                      <a:pt x="0" y="398715"/>
                      <a:pt x="5961" y="373917"/>
                      <a:pt x="15896" y="353086"/>
                    </a:cubicBezTo>
                    <a:cubicBezTo>
                      <a:pt x="53649" y="282659"/>
                      <a:pt x="127167" y="236038"/>
                      <a:pt x="207640" y="236038"/>
                    </a:cubicBezTo>
                    <a:close/>
                    <a:moveTo>
                      <a:pt x="228467" y="166596"/>
                    </a:moveTo>
                    <a:lnTo>
                      <a:pt x="263273" y="220270"/>
                    </a:lnTo>
                    <a:lnTo>
                      <a:pt x="222500" y="220270"/>
                    </a:lnTo>
                    <a:cubicBezTo>
                      <a:pt x="225483" y="215300"/>
                      <a:pt x="228467" y="209336"/>
                      <a:pt x="228467" y="202379"/>
                    </a:cubicBezTo>
                    <a:close/>
                    <a:moveTo>
                      <a:pt x="244320" y="143821"/>
                    </a:moveTo>
                    <a:lnTo>
                      <a:pt x="402316" y="143821"/>
                    </a:lnTo>
                    <a:lnTo>
                      <a:pt x="402316" y="202399"/>
                    </a:lnTo>
                    <a:cubicBezTo>
                      <a:pt x="402316" y="212327"/>
                      <a:pt x="393373" y="220270"/>
                      <a:pt x="384430" y="220270"/>
                    </a:cubicBezTo>
                    <a:lnTo>
                      <a:pt x="294998" y="220270"/>
                    </a:lnTo>
                    <a:close/>
                    <a:moveTo>
                      <a:pt x="48737" y="143821"/>
                    </a:moveTo>
                    <a:lnTo>
                      <a:pt x="212551" y="143821"/>
                    </a:lnTo>
                    <a:lnTo>
                      <a:pt x="214537" y="146800"/>
                    </a:lnTo>
                    <a:lnTo>
                      <a:pt x="214537" y="202399"/>
                    </a:lnTo>
                    <a:cubicBezTo>
                      <a:pt x="214537" y="212327"/>
                      <a:pt x="206594" y="220270"/>
                      <a:pt x="196666" y="220270"/>
                    </a:cubicBezTo>
                    <a:lnTo>
                      <a:pt x="66608" y="220270"/>
                    </a:lnTo>
                    <a:cubicBezTo>
                      <a:pt x="56680" y="220270"/>
                      <a:pt x="48737" y="212327"/>
                      <a:pt x="48737" y="202399"/>
                    </a:cubicBezTo>
                    <a:close/>
                    <a:moveTo>
                      <a:pt x="282164" y="75335"/>
                    </a:moveTo>
                    <a:lnTo>
                      <a:pt x="384442" y="75335"/>
                    </a:lnTo>
                    <a:cubicBezTo>
                      <a:pt x="393379" y="75335"/>
                      <a:pt x="402316" y="82284"/>
                      <a:pt x="402316" y="92210"/>
                    </a:cubicBezTo>
                    <a:lnTo>
                      <a:pt x="402316" y="118019"/>
                    </a:lnTo>
                    <a:lnTo>
                      <a:pt x="227550" y="118019"/>
                    </a:lnTo>
                    <a:lnTo>
                      <a:pt x="224571" y="114048"/>
                    </a:lnTo>
                    <a:cubicBezTo>
                      <a:pt x="247410" y="103129"/>
                      <a:pt x="268263" y="90225"/>
                      <a:pt x="282164" y="75335"/>
                    </a:cubicBezTo>
                    <a:close/>
                    <a:moveTo>
                      <a:pt x="132175" y="22776"/>
                    </a:moveTo>
                    <a:lnTo>
                      <a:pt x="156010" y="58492"/>
                    </a:lnTo>
                    <a:cubicBezTo>
                      <a:pt x="134161" y="66429"/>
                      <a:pt x="119265" y="76350"/>
                      <a:pt x="112313" y="83295"/>
                    </a:cubicBezTo>
                    <a:cubicBezTo>
                      <a:pt x="114300" y="83295"/>
                      <a:pt x="117279" y="84287"/>
                      <a:pt x="120258" y="84287"/>
                    </a:cubicBezTo>
                    <a:cubicBezTo>
                      <a:pt x="134161" y="84287"/>
                      <a:pt x="151044" y="81311"/>
                      <a:pt x="167927" y="76350"/>
                    </a:cubicBezTo>
                    <a:lnTo>
                      <a:pt x="191761" y="112066"/>
                    </a:lnTo>
                    <a:cubicBezTo>
                      <a:pt x="185802" y="114051"/>
                      <a:pt x="178851" y="116035"/>
                      <a:pt x="172892" y="118019"/>
                    </a:cubicBezTo>
                    <a:lnTo>
                      <a:pt x="83514" y="118019"/>
                    </a:lnTo>
                    <a:cubicBezTo>
                      <a:pt x="74576" y="112066"/>
                      <a:pt x="69610" y="105122"/>
                      <a:pt x="67624" y="99169"/>
                    </a:cubicBezTo>
                    <a:cubicBezTo>
                      <a:pt x="56700" y="68413"/>
                      <a:pt x="91458" y="40634"/>
                      <a:pt x="132175" y="22776"/>
                    </a:cubicBezTo>
                    <a:close/>
                    <a:moveTo>
                      <a:pt x="229499" y="0"/>
                    </a:moveTo>
                    <a:cubicBezTo>
                      <a:pt x="266243" y="0"/>
                      <a:pt x="278161" y="13898"/>
                      <a:pt x="283126" y="26804"/>
                    </a:cubicBezTo>
                    <a:cubicBezTo>
                      <a:pt x="293057" y="56586"/>
                      <a:pt x="257306" y="84382"/>
                      <a:pt x="216589" y="102251"/>
                    </a:cubicBezTo>
                    <a:lnTo>
                      <a:pt x="193747" y="67506"/>
                    </a:lnTo>
                    <a:cubicBezTo>
                      <a:pt x="215596" y="58571"/>
                      <a:pt x="230492" y="48644"/>
                      <a:pt x="237444" y="41695"/>
                    </a:cubicBezTo>
                    <a:cubicBezTo>
                      <a:pt x="235457" y="41695"/>
                      <a:pt x="232478" y="41695"/>
                      <a:pt x="229499" y="41695"/>
                    </a:cubicBezTo>
                    <a:cubicBezTo>
                      <a:pt x="215596" y="41695"/>
                      <a:pt x="198713" y="43680"/>
                      <a:pt x="181830" y="48644"/>
                    </a:cubicBezTo>
                    <a:lnTo>
                      <a:pt x="157996" y="12905"/>
                    </a:lnTo>
                    <a:cubicBezTo>
                      <a:pt x="183816" y="3971"/>
                      <a:pt x="208644" y="0"/>
                      <a:pt x="229499"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a:endParaRPr lang="zh-CN" altLang="en-US"/>
              </a:p>
            </p:txBody>
          </p:sp>
          <p:sp>
            <p:nvSpPr>
              <p:cNvPr id="45" name="Text3">
                <a:extLst>
                  <a:ext uri="{FF2B5EF4-FFF2-40B4-BE49-F238E27FC236}">
                    <a16:creationId xmlns:a16="http://schemas.microsoft.com/office/drawing/2014/main" id="{3D7BFA24-DF51-FFF9-8239-2B2300A7FE76}"/>
                  </a:ext>
                </a:extLst>
              </p:cNvPr>
              <p:cNvSpPr txBox="1"/>
              <p:nvPr/>
            </p:nvSpPr>
            <p:spPr>
              <a:xfrm>
                <a:off x="7320260" y="3913258"/>
                <a:ext cx="4198640" cy="577256"/>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buSzPct val="25000"/>
                </a:pPr>
                <a:r>
                  <a:rPr lang="zh-CN" altLang="en-US" sz="1200" dirty="0"/>
                  <a:t>探索和利用空间资源，为地球提供新材料、新能源，推动通用行业发展。</a:t>
                </a:r>
                <a:endParaRPr lang="en-US" dirty="0"/>
              </a:p>
            </p:txBody>
          </p:sp>
          <p:sp>
            <p:nvSpPr>
              <p:cNvPr id="47" name="Bullet3">
                <a:extLst>
                  <a:ext uri="{FF2B5EF4-FFF2-40B4-BE49-F238E27FC236}">
                    <a16:creationId xmlns:a16="http://schemas.microsoft.com/office/drawing/2014/main" id="{C100D65E-ACAF-B4B7-910D-D3FFEEA9BEC8}"/>
                  </a:ext>
                </a:extLst>
              </p:cNvPr>
              <p:cNvSpPr txBox="1"/>
              <p:nvPr/>
            </p:nvSpPr>
            <p:spPr>
              <a:xfrm>
                <a:off x="7320260" y="3265300"/>
                <a:ext cx="4198640" cy="577256"/>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zh-CN" altLang="en-US" b="1" dirty="0"/>
                  <a:t>空间资源开发</a:t>
                </a:r>
                <a:endParaRPr lang="en-US" dirty="0"/>
              </a:p>
            </p:txBody>
          </p:sp>
        </p:grpSp>
        <p:grpSp>
          <p:nvGrpSpPr>
            <p:cNvPr id="58" name="组合 57">
              <a:extLst>
                <a:ext uri="{FF2B5EF4-FFF2-40B4-BE49-F238E27FC236}">
                  <a16:creationId xmlns:a16="http://schemas.microsoft.com/office/drawing/2014/main" id="{83F67511-FA0E-55C6-384E-F03EA1630CEC}"/>
                </a:ext>
              </a:extLst>
            </p:cNvPr>
            <p:cNvGrpSpPr/>
            <p:nvPr/>
          </p:nvGrpSpPr>
          <p:grpSpPr>
            <a:xfrm>
              <a:off x="673100" y="4281064"/>
              <a:ext cx="5803901" cy="1225214"/>
              <a:chOff x="673100" y="4281064"/>
              <a:chExt cx="5803901" cy="1225214"/>
            </a:xfrm>
          </p:grpSpPr>
          <p:sp>
            <p:nvSpPr>
              <p:cNvPr id="29" name="Number4">
                <a:extLst>
                  <a:ext uri="{FF2B5EF4-FFF2-40B4-BE49-F238E27FC236}">
                    <a16:creationId xmlns:a16="http://schemas.microsoft.com/office/drawing/2014/main" id="{0C725E46-A887-8C69-801D-5655F193EFEE}"/>
                  </a:ext>
                </a:extLst>
              </p:cNvPr>
              <p:cNvSpPr/>
              <p:nvPr/>
            </p:nvSpPr>
            <p:spPr>
              <a:xfrm>
                <a:off x="5090819" y="4629690"/>
                <a:ext cx="405106" cy="405106"/>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4</a:t>
                </a:r>
                <a:endParaRPr lang="zh-CN" altLang="en-US" b="1" dirty="0">
                  <a:solidFill>
                    <a:srgbClr val="FFFFFF"/>
                  </a:solidFill>
                  <a:cs typeface="+mn-ea"/>
                </a:endParaRPr>
              </a:p>
            </p:txBody>
          </p:sp>
          <p:sp>
            <p:nvSpPr>
              <p:cNvPr id="30" name="IconBackground4">
                <a:extLst>
                  <a:ext uri="{FF2B5EF4-FFF2-40B4-BE49-F238E27FC236}">
                    <a16:creationId xmlns:a16="http://schemas.microsoft.com/office/drawing/2014/main" id="{119EACA8-0BA2-CBFE-C9DC-39C7485F94E2}"/>
                  </a:ext>
                </a:extLst>
              </p:cNvPr>
              <p:cNvSpPr/>
              <p:nvPr/>
            </p:nvSpPr>
            <p:spPr>
              <a:xfrm>
                <a:off x="5715001" y="4430297"/>
                <a:ext cx="762000" cy="762000"/>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endParaRPr lang="zh-CN" altLang="en-US" b="1">
                  <a:solidFill>
                    <a:srgbClr val="FFFFFF"/>
                  </a:solidFill>
                  <a:cs typeface="+mn-ea"/>
                </a:endParaRPr>
              </a:p>
            </p:txBody>
          </p:sp>
          <p:sp>
            <p:nvSpPr>
              <p:cNvPr id="41" name="Icon4">
                <a:extLst>
                  <a:ext uri="{FF2B5EF4-FFF2-40B4-BE49-F238E27FC236}">
                    <a16:creationId xmlns:a16="http://schemas.microsoft.com/office/drawing/2014/main" id="{AA27569A-E42F-D5BB-26C7-12193F5749C7}"/>
                  </a:ext>
                </a:extLst>
              </p:cNvPr>
              <p:cNvSpPr/>
              <p:nvPr/>
            </p:nvSpPr>
            <p:spPr>
              <a:xfrm>
                <a:off x="5913544" y="4629690"/>
                <a:ext cx="364914" cy="363214"/>
              </a:xfrm>
              <a:custGeom>
                <a:avLst/>
                <a:gdLst>
                  <a:gd name="connsiteX0" fmla="*/ 483862 w 603951"/>
                  <a:gd name="connsiteY0" fmla="*/ 185549 h 601138"/>
                  <a:gd name="connsiteX1" fmla="*/ 497718 w 603951"/>
                  <a:gd name="connsiteY1" fmla="*/ 186539 h 601138"/>
                  <a:gd name="connsiteX2" fmla="*/ 511575 w 603951"/>
                  <a:gd name="connsiteY2" fmla="*/ 185549 h 601138"/>
                  <a:gd name="connsiteX3" fmla="*/ 511575 w 603951"/>
                  <a:gd name="connsiteY3" fmla="*/ 191488 h 601138"/>
                  <a:gd name="connsiteX4" fmla="*/ 509596 w 603951"/>
                  <a:gd name="connsiteY4" fmla="*/ 198416 h 601138"/>
                  <a:gd name="connsiteX5" fmla="*/ 501678 w 603951"/>
                  <a:gd name="connsiteY5" fmla="*/ 211283 h 601138"/>
                  <a:gd name="connsiteX6" fmla="*/ 497718 w 603951"/>
                  <a:gd name="connsiteY6" fmla="*/ 213262 h 601138"/>
                  <a:gd name="connsiteX7" fmla="*/ 493760 w 603951"/>
                  <a:gd name="connsiteY7" fmla="*/ 211283 h 601138"/>
                  <a:gd name="connsiteX8" fmla="*/ 485842 w 603951"/>
                  <a:gd name="connsiteY8" fmla="*/ 198416 h 601138"/>
                  <a:gd name="connsiteX9" fmla="*/ 483862 w 603951"/>
                  <a:gd name="connsiteY9" fmla="*/ 191488 h 601138"/>
                  <a:gd name="connsiteX10" fmla="*/ 540447 w 603951"/>
                  <a:gd name="connsiteY10" fmla="*/ 174560 h 601138"/>
                  <a:gd name="connsiteX11" fmla="*/ 542435 w 603951"/>
                  <a:gd name="connsiteY11" fmla="*/ 179537 h 601138"/>
                  <a:gd name="connsiteX12" fmla="*/ 543429 w 603951"/>
                  <a:gd name="connsiteY12" fmla="*/ 186505 h 601138"/>
                  <a:gd name="connsiteX13" fmla="*/ 541441 w 603951"/>
                  <a:gd name="connsiteY13" fmla="*/ 201437 h 601138"/>
                  <a:gd name="connsiteX14" fmla="*/ 538459 w 603951"/>
                  <a:gd name="connsiteY14" fmla="*/ 205419 h 601138"/>
                  <a:gd name="connsiteX15" fmla="*/ 533488 w 603951"/>
                  <a:gd name="connsiteY15" fmla="*/ 204423 h 601138"/>
                  <a:gd name="connsiteX16" fmla="*/ 521559 w 603951"/>
                  <a:gd name="connsiteY16" fmla="*/ 195464 h 601138"/>
                  <a:gd name="connsiteX17" fmla="*/ 516589 w 603951"/>
                  <a:gd name="connsiteY17" fmla="*/ 190487 h 601138"/>
                  <a:gd name="connsiteX18" fmla="*/ 514601 w 603951"/>
                  <a:gd name="connsiteY18" fmla="*/ 184514 h 601138"/>
                  <a:gd name="connsiteX19" fmla="*/ 540447 w 603951"/>
                  <a:gd name="connsiteY19" fmla="*/ 174560 h 601138"/>
                  <a:gd name="connsiteX20" fmla="*/ 454034 w 603951"/>
                  <a:gd name="connsiteY20" fmla="*/ 173604 h 601138"/>
                  <a:gd name="connsiteX21" fmla="*/ 479880 w 603951"/>
                  <a:gd name="connsiteY21" fmla="*/ 184499 h 601138"/>
                  <a:gd name="connsiteX22" fmla="*/ 477892 w 603951"/>
                  <a:gd name="connsiteY22" fmla="*/ 189452 h 601138"/>
                  <a:gd name="connsiteX23" fmla="*/ 473916 w 603951"/>
                  <a:gd name="connsiteY23" fmla="*/ 195394 h 601138"/>
                  <a:gd name="connsiteX24" fmla="*/ 460993 w 603951"/>
                  <a:gd name="connsiteY24" fmla="*/ 204309 h 601138"/>
                  <a:gd name="connsiteX25" fmla="*/ 456022 w 603951"/>
                  <a:gd name="connsiteY25" fmla="*/ 205299 h 601138"/>
                  <a:gd name="connsiteX26" fmla="*/ 453040 w 603951"/>
                  <a:gd name="connsiteY26" fmla="*/ 201337 h 601138"/>
                  <a:gd name="connsiteX27" fmla="*/ 451052 w 603951"/>
                  <a:gd name="connsiteY27" fmla="*/ 186480 h 601138"/>
                  <a:gd name="connsiteX28" fmla="*/ 452046 w 603951"/>
                  <a:gd name="connsiteY28" fmla="*/ 179547 h 601138"/>
                  <a:gd name="connsiteX29" fmla="*/ 563260 w 603951"/>
                  <a:gd name="connsiteY29" fmla="*/ 152740 h 601138"/>
                  <a:gd name="connsiteX30" fmla="*/ 567226 w 603951"/>
                  <a:gd name="connsiteY30" fmla="*/ 156706 h 601138"/>
                  <a:gd name="connsiteX31" fmla="*/ 570201 w 603951"/>
                  <a:gd name="connsiteY31" fmla="*/ 162656 h 601138"/>
                  <a:gd name="connsiteX32" fmla="*/ 574167 w 603951"/>
                  <a:gd name="connsiteY32" fmla="*/ 177530 h 601138"/>
                  <a:gd name="connsiteX33" fmla="*/ 573175 w 603951"/>
                  <a:gd name="connsiteY33" fmla="*/ 182487 h 601138"/>
                  <a:gd name="connsiteX34" fmla="*/ 568218 w 603951"/>
                  <a:gd name="connsiteY34" fmla="*/ 183479 h 601138"/>
                  <a:gd name="connsiteX35" fmla="*/ 553344 w 603951"/>
                  <a:gd name="connsiteY35" fmla="*/ 179513 h 601138"/>
                  <a:gd name="connsiteX36" fmla="*/ 547394 w 603951"/>
                  <a:gd name="connsiteY36" fmla="*/ 176538 h 601138"/>
                  <a:gd name="connsiteX37" fmla="*/ 543428 w 603951"/>
                  <a:gd name="connsiteY37" fmla="*/ 172572 h 601138"/>
                  <a:gd name="connsiteX38" fmla="*/ 563260 w 603951"/>
                  <a:gd name="connsiteY38" fmla="*/ 152740 h 601138"/>
                  <a:gd name="connsiteX39" fmla="*/ 432099 w 603951"/>
                  <a:gd name="connsiteY39" fmla="*/ 152740 h 601138"/>
                  <a:gd name="connsiteX40" fmla="*/ 452008 w 603951"/>
                  <a:gd name="connsiteY40" fmla="*/ 172572 h 601138"/>
                  <a:gd name="connsiteX41" fmla="*/ 448026 w 603951"/>
                  <a:gd name="connsiteY41" fmla="*/ 176538 h 601138"/>
                  <a:gd name="connsiteX42" fmla="*/ 441058 w 603951"/>
                  <a:gd name="connsiteY42" fmla="*/ 179513 h 601138"/>
                  <a:gd name="connsiteX43" fmla="*/ 427122 w 603951"/>
                  <a:gd name="connsiteY43" fmla="*/ 183479 h 601138"/>
                  <a:gd name="connsiteX44" fmla="*/ 422145 w 603951"/>
                  <a:gd name="connsiteY44" fmla="*/ 182487 h 601138"/>
                  <a:gd name="connsiteX45" fmla="*/ 421149 w 603951"/>
                  <a:gd name="connsiteY45" fmla="*/ 177530 h 601138"/>
                  <a:gd name="connsiteX46" fmla="*/ 424136 w 603951"/>
                  <a:gd name="connsiteY46" fmla="*/ 162656 h 601138"/>
                  <a:gd name="connsiteX47" fmla="*/ 428118 w 603951"/>
                  <a:gd name="connsiteY47" fmla="*/ 156706 h 601138"/>
                  <a:gd name="connsiteX48" fmla="*/ 575230 w 603951"/>
                  <a:gd name="connsiteY48" fmla="*/ 124071 h 601138"/>
                  <a:gd name="connsiteX49" fmla="*/ 581195 w 603951"/>
                  <a:gd name="connsiteY49" fmla="*/ 126057 h 601138"/>
                  <a:gd name="connsiteX50" fmla="*/ 586166 w 603951"/>
                  <a:gd name="connsiteY50" fmla="*/ 131020 h 601138"/>
                  <a:gd name="connsiteX51" fmla="*/ 595115 w 603951"/>
                  <a:gd name="connsiteY51" fmla="*/ 142934 h 601138"/>
                  <a:gd name="connsiteX52" fmla="*/ 596109 w 603951"/>
                  <a:gd name="connsiteY52" fmla="*/ 147897 h 601138"/>
                  <a:gd name="connsiteX53" fmla="*/ 592132 w 603951"/>
                  <a:gd name="connsiteY53" fmla="*/ 150876 h 601138"/>
                  <a:gd name="connsiteX54" fmla="*/ 577218 w 603951"/>
                  <a:gd name="connsiteY54" fmla="*/ 152861 h 601138"/>
                  <a:gd name="connsiteX55" fmla="*/ 570258 w 603951"/>
                  <a:gd name="connsiteY55" fmla="*/ 151868 h 601138"/>
                  <a:gd name="connsiteX56" fmla="*/ 564293 w 603951"/>
                  <a:gd name="connsiteY56" fmla="*/ 149883 h 601138"/>
                  <a:gd name="connsiteX57" fmla="*/ 575230 w 603951"/>
                  <a:gd name="connsiteY57" fmla="*/ 124071 h 601138"/>
                  <a:gd name="connsiteX58" fmla="*/ 419238 w 603951"/>
                  <a:gd name="connsiteY58" fmla="*/ 124071 h 601138"/>
                  <a:gd name="connsiteX59" fmla="*/ 430188 w 603951"/>
                  <a:gd name="connsiteY59" fmla="*/ 149774 h 601138"/>
                  <a:gd name="connsiteX60" fmla="*/ 425211 w 603951"/>
                  <a:gd name="connsiteY60" fmla="*/ 151751 h 601138"/>
                  <a:gd name="connsiteX61" fmla="*/ 417247 w 603951"/>
                  <a:gd name="connsiteY61" fmla="*/ 152740 h 601138"/>
                  <a:gd name="connsiteX62" fmla="*/ 402316 w 603951"/>
                  <a:gd name="connsiteY62" fmla="*/ 150763 h 601138"/>
                  <a:gd name="connsiteX63" fmla="*/ 398334 w 603951"/>
                  <a:gd name="connsiteY63" fmla="*/ 147797 h 601138"/>
                  <a:gd name="connsiteX64" fmla="*/ 399329 w 603951"/>
                  <a:gd name="connsiteY64" fmla="*/ 142854 h 601138"/>
                  <a:gd name="connsiteX65" fmla="*/ 408288 w 603951"/>
                  <a:gd name="connsiteY65" fmla="*/ 130991 h 601138"/>
                  <a:gd name="connsiteX66" fmla="*/ 414261 w 603951"/>
                  <a:gd name="connsiteY66" fmla="*/ 126048 h 601138"/>
                  <a:gd name="connsiteX67" fmla="*/ 153968 w 603951"/>
                  <a:gd name="connsiteY67" fmla="*/ 121004 h 601138"/>
                  <a:gd name="connsiteX68" fmla="*/ 170855 w 603951"/>
                  <a:gd name="connsiteY68" fmla="*/ 129932 h 601138"/>
                  <a:gd name="connsiteX69" fmla="*/ 353629 w 603951"/>
                  <a:gd name="connsiteY69" fmla="*/ 208301 h 601138"/>
                  <a:gd name="connsiteX70" fmla="*/ 232442 w 603951"/>
                  <a:gd name="connsiteY70" fmla="*/ 310479 h 601138"/>
                  <a:gd name="connsiteX71" fmla="*/ 275155 w 603951"/>
                  <a:gd name="connsiteY71" fmla="*/ 438449 h 601138"/>
                  <a:gd name="connsiteX72" fmla="*/ 301976 w 603951"/>
                  <a:gd name="connsiteY72" fmla="*/ 437457 h 601138"/>
                  <a:gd name="connsiteX73" fmla="*/ 603951 w 603951"/>
                  <a:gd name="connsiteY73" fmla="*/ 553522 h 601138"/>
                  <a:gd name="connsiteX74" fmla="*/ 0 w 603951"/>
                  <a:gd name="connsiteY74" fmla="*/ 553522 h 601138"/>
                  <a:gd name="connsiteX75" fmla="*/ 247342 w 603951"/>
                  <a:gd name="connsiteY75" fmla="*/ 439441 h 601138"/>
                  <a:gd name="connsiteX76" fmla="*/ 206615 w 603951"/>
                  <a:gd name="connsiteY76" fmla="*/ 319407 h 601138"/>
                  <a:gd name="connsiteX77" fmla="*/ 47680 w 603951"/>
                  <a:gd name="connsiteY77" fmla="*/ 310479 h 601138"/>
                  <a:gd name="connsiteX78" fmla="*/ 146021 w 603951"/>
                  <a:gd name="connsiteY78" fmla="*/ 137868 h 601138"/>
                  <a:gd name="connsiteX79" fmla="*/ 153968 w 603951"/>
                  <a:gd name="connsiteY79" fmla="*/ 121004 h 601138"/>
                  <a:gd name="connsiteX80" fmla="*/ 576238 w 603951"/>
                  <a:gd name="connsiteY80" fmla="*/ 93332 h 601138"/>
                  <a:gd name="connsiteX81" fmla="*/ 582176 w 603951"/>
                  <a:gd name="connsiteY81" fmla="*/ 93332 h 601138"/>
                  <a:gd name="connsiteX82" fmla="*/ 589105 w 603951"/>
                  <a:gd name="connsiteY82" fmla="*/ 95312 h 601138"/>
                  <a:gd name="connsiteX83" fmla="*/ 601972 w 603951"/>
                  <a:gd name="connsiteY83" fmla="*/ 102240 h 601138"/>
                  <a:gd name="connsiteX84" fmla="*/ 603951 w 603951"/>
                  <a:gd name="connsiteY84" fmla="*/ 107189 h 601138"/>
                  <a:gd name="connsiteX85" fmla="*/ 601972 w 603951"/>
                  <a:gd name="connsiteY85" fmla="*/ 111148 h 601138"/>
                  <a:gd name="connsiteX86" fmla="*/ 589105 w 603951"/>
                  <a:gd name="connsiteY86" fmla="*/ 119066 h 601138"/>
                  <a:gd name="connsiteX87" fmla="*/ 582176 w 603951"/>
                  <a:gd name="connsiteY87" fmla="*/ 121045 h 601138"/>
                  <a:gd name="connsiteX88" fmla="*/ 576238 w 603951"/>
                  <a:gd name="connsiteY88" fmla="*/ 121045 h 601138"/>
                  <a:gd name="connsiteX89" fmla="*/ 577228 w 603951"/>
                  <a:gd name="connsiteY89" fmla="*/ 107189 h 601138"/>
                  <a:gd name="connsiteX90" fmla="*/ 576238 w 603951"/>
                  <a:gd name="connsiteY90" fmla="*/ 93332 h 601138"/>
                  <a:gd name="connsiteX91" fmla="*/ 413234 w 603951"/>
                  <a:gd name="connsiteY91" fmla="*/ 93332 h 601138"/>
                  <a:gd name="connsiteX92" fmla="*/ 419198 w 603951"/>
                  <a:gd name="connsiteY92" fmla="*/ 93332 h 601138"/>
                  <a:gd name="connsiteX93" fmla="*/ 417210 w 603951"/>
                  <a:gd name="connsiteY93" fmla="*/ 107189 h 601138"/>
                  <a:gd name="connsiteX94" fmla="*/ 419198 w 603951"/>
                  <a:gd name="connsiteY94" fmla="*/ 121045 h 601138"/>
                  <a:gd name="connsiteX95" fmla="*/ 413234 w 603951"/>
                  <a:gd name="connsiteY95" fmla="*/ 121045 h 601138"/>
                  <a:gd name="connsiteX96" fmla="*/ 406275 w 603951"/>
                  <a:gd name="connsiteY96" fmla="*/ 119066 h 601138"/>
                  <a:gd name="connsiteX97" fmla="*/ 393352 w 603951"/>
                  <a:gd name="connsiteY97" fmla="*/ 111148 h 601138"/>
                  <a:gd name="connsiteX98" fmla="*/ 390370 w 603951"/>
                  <a:gd name="connsiteY98" fmla="*/ 107189 h 601138"/>
                  <a:gd name="connsiteX99" fmla="*/ 393352 w 603951"/>
                  <a:gd name="connsiteY99" fmla="*/ 102240 h 601138"/>
                  <a:gd name="connsiteX100" fmla="*/ 406275 w 603951"/>
                  <a:gd name="connsiteY100" fmla="*/ 95312 h 601138"/>
                  <a:gd name="connsiteX101" fmla="*/ 413234 w 603951"/>
                  <a:gd name="connsiteY101" fmla="*/ 93332 h 601138"/>
                  <a:gd name="connsiteX102" fmla="*/ 570225 w 603951"/>
                  <a:gd name="connsiteY102" fmla="*/ 61517 h 601138"/>
                  <a:gd name="connsiteX103" fmla="*/ 577193 w 603951"/>
                  <a:gd name="connsiteY103" fmla="*/ 61517 h 601138"/>
                  <a:gd name="connsiteX104" fmla="*/ 592125 w 603951"/>
                  <a:gd name="connsiteY104" fmla="*/ 63505 h 601138"/>
                  <a:gd name="connsiteX105" fmla="*/ 596107 w 603951"/>
                  <a:gd name="connsiteY105" fmla="*/ 66487 h 601138"/>
                  <a:gd name="connsiteX106" fmla="*/ 596107 w 603951"/>
                  <a:gd name="connsiteY106" fmla="*/ 71458 h 601138"/>
                  <a:gd name="connsiteX107" fmla="*/ 586152 w 603951"/>
                  <a:gd name="connsiteY107" fmla="*/ 83387 h 601138"/>
                  <a:gd name="connsiteX108" fmla="*/ 581175 w 603951"/>
                  <a:gd name="connsiteY108" fmla="*/ 87363 h 601138"/>
                  <a:gd name="connsiteX109" fmla="*/ 575202 w 603951"/>
                  <a:gd name="connsiteY109" fmla="*/ 89351 h 601138"/>
                  <a:gd name="connsiteX110" fmla="*/ 565248 w 603951"/>
                  <a:gd name="connsiteY110" fmla="*/ 64499 h 601138"/>
                  <a:gd name="connsiteX111" fmla="*/ 418243 w 603951"/>
                  <a:gd name="connsiteY111" fmla="*/ 60523 h 601138"/>
                  <a:gd name="connsiteX112" fmla="*/ 425211 w 603951"/>
                  <a:gd name="connsiteY112" fmla="*/ 61517 h 601138"/>
                  <a:gd name="connsiteX113" fmla="*/ 430188 w 603951"/>
                  <a:gd name="connsiteY113" fmla="*/ 63505 h 601138"/>
                  <a:gd name="connsiteX114" fmla="*/ 419238 w 603951"/>
                  <a:gd name="connsiteY114" fmla="*/ 89351 h 601138"/>
                  <a:gd name="connsiteX115" fmla="*/ 414261 w 603951"/>
                  <a:gd name="connsiteY115" fmla="*/ 87363 h 601138"/>
                  <a:gd name="connsiteX116" fmla="*/ 408288 w 603951"/>
                  <a:gd name="connsiteY116" fmla="*/ 82393 h 601138"/>
                  <a:gd name="connsiteX117" fmla="*/ 399329 w 603951"/>
                  <a:gd name="connsiteY117" fmla="*/ 70464 h 601138"/>
                  <a:gd name="connsiteX118" fmla="*/ 399329 w 603951"/>
                  <a:gd name="connsiteY118" fmla="*/ 65493 h 601138"/>
                  <a:gd name="connsiteX119" fmla="*/ 403311 w 603951"/>
                  <a:gd name="connsiteY119" fmla="*/ 62511 h 601138"/>
                  <a:gd name="connsiteX120" fmla="*/ 497240 w 603951"/>
                  <a:gd name="connsiteY120" fmla="*/ 40773 h 601138"/>
                  <a:gd name="connsiteX121" fmla="*/ 563337 w 603951"/>
                  <a:gd name="connsiteY121" fmla="*/ 106711 h 601138"/>
                  <a:gd name="connsiteX122" fmla="*/ 497240 w 603951"/>
                  <a:gd name="connsiteY122" fmla="*/ 172649 h 601138"/>
                  <a:gd name="connsiteX123" fmla="*/ 431143 w 603951"/>
                  <a:gd name="connsiteY123" fmla="*/ 106711 h 601138"/>
                  <a:gd name="connsiteX124" fmla="*/ 497240 w 603951"/>
                  <a:gd name="connsiteY124" fmla="*/ 40773 h 601138"/>
                  <a:gd name="connsiteX125" fmla="*/ 427122 w 603951"/>
                  <a:gd name="connsiteY125" fmla="*/ 29783 h 601138"/>
                  <a:gd name="connsiteX126" fmla="*/ 441058 w 603951"/>
                  <a:gd name="connsiteY126" fmla="*/ 33745 h 601138"/>
                  <a:gd name="connsiteX127" fmla="*/ 448026 w 603951"/>
                  <a:gd name="connsiteY127" fmla="*/ 37707 h 601138"/>
                  <a:gd name="connsiteX128" fmla="*/ 452008 w 603951"/>
                  <a:gd name="connsiteY128" fmla="*/ 41669 h 601138"/>
                  <a:gd name="connsiteX129" fmla="*/ 432099 w 603951"/>
                  <a:gd name="connsiteY129" fmla="*/ 61478 h 601138"/>
                  <a:gd name="connsiteX130" fmla="*/ 428118 w 603951"/>
                  <a:gd name="connsiteY130" fmla="*/ 57516 h 601138"/>
                  <a:gd name="connsiteX131" fmla="*/ 424136 w 603951"/>
                  <a:gd name="connsiteY131" fmla="*/ 50583 h 601138"/>
                  <a:gd name="connsiteX132" fmla="*/ 421149 w 603951"/>
                  <a:gd name="connsiteY132" fmla="*/ 35726 h 601138"/>
                  <a:gd name="connsiteX133" fmla="*/ 422145 w 603951"/>
                  <a:gd name="connsiteY133" fmla="*/ 31764 h 601138"/>
                  <a:gd name="connsiteX134" fmla="*/ 427122 w 603951"/>
                  <a:gd name="connsiteY134" fmla="*/ 29783 h 601138"/>
                  <a:gd name="connsiteX135" fmla="*/ 568218 w 603951"/>
                  <a:gd name="connsiteY135" fmla="*/ 29783 h 601138"/>
                  <a:gd name="connsiteX136" fmla="*/ 573175 w 603951"/>
                  <a:gd name="connsiteY136" fmla="*/ 31764 h 601138"/>
                  <a:gd name="connsiteX137" fmla="*/ 574167 w 603951"/>
                  <a:gd name="connsiteY137" fmla="*/ 35726 h 601138"/>
                  <a:gd name="connsiteX138" fmla="*/ 570201 w 603951"/>
                  <a:gd name="connsiteY138" fmla="*/ 50583 h 601138"/>
                  <a:gd name="connsiteX139" fmla="*/ 567226 w 603951"/>
                  <a:gd name="connsiteY139" fmla="*/ 57516 h 601138"/>
                  <a:gd name="connsiteX140" fmla="*/ 563260 w 603951"/>
                  <a:gd name="connsiteY140" fmla="*/ 61478 h 601138"/>
                  <a:gd name="connsiteX141" fmla="*/ 543428 w 603951"/>
                  <a:gd name="connsiteY141" fmla="*/ 41669 h 601138"/>
                  <a:gd name="connsiteX142" fmla="*/ 547394 w 603951"/>
                  <a:gd name="connsiteY142" fmla="*/ 37707 h 601138"/>
                  <a:gd name="connsiteX143" fmla="*/ 553344 w 603951"/>
                  <a:gd name="connsiteY143" fmla="*/ 33745 h 601138"/>
                  <a:gd name="connsiteX144" fmla="*/ 533464 w 603951"/>
                  <a:gd name="connsiteY144" fmla="*/ 8954 h 601138"/>
                  <a:gd name="connsiteX145" fmla="*/ 538427 w 603951"/>
                  <a:gd name="connsiteY145" fmla="*/ 8954 h 601138"/>
                  <a:gd name="connsiteX146" fmla="*/ 541406 w 603951"/>
                  <a:gd name="connsiteY146" fmla="*/ 11925 h 601138"/>
                  <a:gd name="connsiteX147" fmla="*/ 543391 w 603951"/>
                  <a:gd name="connsiteY147" fmla="*/ 26782 h 601138"/>
                  <a:gd name="connsiteX148" fmla="*/ 542398 w 603951"/>
                  <a:gd name="connsiteY148" fmla="*/ 34706 h 601138"/>
                  <a:gd name="connsiteX149" fmla="*/ 540413 w 603951"/>
                  <a:gd name="connsiteY149" fmla="*/ 39658 h 601138"/>
                  <a:gd name="connsiteX150" fmla="*/ 514601 w 603951"/>
                  <a:gd name="connsiteY150" fmla="*/ 28763 h 601138"/>
                  <a:gd name="connsiteX151" fmla="*/ 517579 w 603951"/>
                  <a:gd name="connsiteY151" fmla="*/ 23811 h 601138"/>
                  <a:gd name="connsiteX152" fmla="*/ 521550 w 603951"/>
                  <a:gd name="connsiteY152" fmla="*/ 17868 h 601138"/>
                  <a:gd name="connsiteX153" fmla="*/ 457009 w 603951"/>
                  <a:gd name="connsiteY153" fmla="*/ 7963 h 601138"/>
                  <a:gd name="connsiteX154" fmla="*/ 461972 w 603951"/>
                  <a:gd name="connsiteY154" fmla="*/ 8954 h 601138"/>
                  <a:gd name="connsiteX155" fmla="*/ 473886 w 603951"/>
                  <a:gd name="connsiteY155" fmla="*/ 17868 h 601138"/>
                  <a:gd name="connsiteX156" fmla="*/ 477857 w 603951"/>
                  <a:gd name="connsiteY156" fmla="*/ 23811 h 601138"/>
                  <a:gd name="connsiteX157" fmla="*/ 480835 w 603951"/>
                  <a:gd name="connsiteY157" fmla="*/ 28763 h 601138"/>
                  <a:gd name="connsiteX158" fmla="*/ 455023 w 603951"/>
                  <a:gd name="connsiteY158" fmla="*/ 39658 h 601138"/>
                  <a:gd name="connsiteX159" fmla="*/ 453038 w 603951"/>
                  <a:gd name="connsiteY159" fmla="*/ 33715 h 601138"/>
                  <a:gd name="connsiteX160" fmla="*/ 452045 w 603951"/>
                  <a:gd name="connsiteY160" fmla="*/ 26782 h 601138"/>
                  <a:gd name="connsiteX161" fmla="*/ 454030 w 603951"/>
                  <a:gd name="connsiteY161" fmla="*/ 11925 h 601138"/>
                  <a:gd name="connsiteX162" fmla="*/ 457009 w 603951"/>
                  <a:gd name="connsiteY162" fmla="*/ 7963 h 601138"/>
                  <a:gd name="connsiteX163" fmla="*/ 497718 w 603951"/>
                  <a:gd name="connsiteY163" fmla="*/ 0 h 601138"/>
                  <a:gd name="connsiteX164" fmla="*/ 501678 w 603951"/>
                  <a:gd name="connsiteY164" fmla="*/ 2986 h 601138"/>
                  <a:gd name="connsiteX165" fmla="*/ 509596 w 603951"/>
                  <a:gd name="connsiteY165" fmla="*/ 15927 h 601138"/>
                  <a:gd name="connsiteX166" fmla="*/ 511575 w 603951"/>
                  <a:gd name="connsiteY166" fmla="*/ 22895 h 601138"/>
                  <a:gd name="connsiteX167" fmla="*/ 511575 w 603951"/>
                  <a:gd name="connsiteY167" fmla="*/ 27872 h 601138"/>
                  <a:gd name="connsiteX168" fmla="*/ 497718 w 603951"/>
                  <a:gd name="connsiteY168" fmla="*/ 26877 h 601138"/>
                  <a:gd name="connsiteX169" fmla="*/ 483862 w 603951"/>
                  <a:gd name="connsiteY169" fmla="*/ 27872 h 601138"/>
                  <a:gd name="connsiteX170" fmla="*/ 483862 w 603951"/>
                  <a:gd name="connsiteY170" fmla="*/ 22895 h 601138"/>
                  <a:gd name="connsiteX171" fmla="*/ 485842 w 603951"/>
                  <a:gd name="connsiteY171" fmla="*/ 15927 h 601138"/>
                  <a:gd name="connsiteX172" fmla="*/ 493760 w 603951"/>
                  <a:gd name="connsiteY172" fmla="*/ 2986 h 601138"/>
                  <a:gd name="connsiteX173" fmla="*/ 497718 w 603951"/>
                  <a:gd name="connsiteY173" fmla="*/ 0 h 60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603951" h="601138">
                    <a:moveTo>
                      <a:pt x="483862" y="185549"/>
                    </a:moveTo>
                    <a:cubicBezTo>
                      <a:pt x="488811" y="186539"/>
                      <a:pt x="492770" y="186539"/>
                      <a:pt x="497718" y="186539"/>
                    </a:cubicBezTo>
                    <a:cubicBezTo>
                      <a:pt x="502667" y="186539"/>
                      <a:pt x="506626" y="186539"/>
                      <a:pt x="511575" y="185549"/>
                    </a:cubicBezTo>
                    <a:lnTo>
                      <a:pt x="511575" y="191488"/>
                    </a:lnTo>
                    <a:cubicBezTo>
                      <a:pt x="511575" y="193467"/>
                      <a:pt x="510585" y="195447"/>
                      <a:pt x="509596" y="198416"/>
                    </a:cubicBezTo>
                    <a:lnTo>
                      <a:pt x="501678" y="211283"/>
                    </a:lnTo>
                    <a:cubicBezTo>
                      <a:pt x="500688" y="212272"/>
                      <a:pt x="499698" y="213262"/>
                      <a:pt x="497718" y="213262"/>
                    </a:cubicBezTo>
                    <a:cubicBezTo>
                      <a:pt x="495739" y="213262"/>
                      <a:pt x="494749" y="212272"/>
                      <a:pt x="493760" y="211283"/>
                    </a:cubicBezTo>
                    <a:lnTo>
                      <a:pt x="485842" y="198416"/>
                    </a:lnTo>
                    <a:cubicBezTo>
                      <a:pt x="484852" y="196436"/>
                      <a:pt x="483862" y="193467"/>
                      <a:pt x="483862" y="191488"/>
                    </a:cubicBezTo>
                    <a:close/>
                    <a:moveTo>
                      <a:pt x="540447" y="174560"/>
                    </a:moveTo>
                    <a:lnTo>
                      <a:pt x="542435" y="179537"/>
                    </a:lnTo>
                    <a:cubicBezTo>
                      <a:pt x="543429" y="181528"/>
                      <a:pt x="543429" y="184514"/>
                      <a:pt x="543429" y="186505"/>
                    </a:cubicBezTo>
                    <a:lnTo>
                      <a:pt x="541441" y="201437"/>
                    </a:lnTo>
                    <a:cubicBezTo>
                      <a:pt x="540447" y="203428"/>
                      <a:pt x="539453" y="204423"/>
                      <a:pt x="538459" y="205419"/>
                    </a:cubicBezTo>
                    <a:cubicBezTo>
                      <a:pt x="536471" y="206414"/>
                      <a:pt x="534482" y="205419"/>
                      <a:pt x="533488" y="204423"/>
                    </a:cubicBezTo>
                    <a:lnTo>
                      <a:pt x="521559" y="195464"/>
                    </a:lnTo>
                    <a:cubicBezTo>
                      <a:pt x="519571" y="194469"/>
                      <a:pt x="517583" y="192478"/>
                      <a:pt x="516589" y="190487"/>
                    </a:cubicBezTo>
                    <a:lnTo>
                      <a:pt x="514601" y="184514"/>
                    </a:lnTo>
                    <a:cubicBezTo>
                      <a:pt x="523548" y="182524"/>
                      <a:pt x="532494" y="179537"/>
                      <a:pt x="540447" y="174560"/>
                    </a:cubicBezTo>
                    <a:close/>
                    <a:moveTo>
                      <a:pt x="454034" y="173604"/>
                    </a:moveTo>
                    <a:cubicBezTo>
                      <a:pt x="461987" y="178556"/>
                      <a:pt x="470933" y="182518"/>
                      <a:pt x="479880" y="184499"/>
                    </a:cubicBezTo>
                    <a:lnTo>
                      <a:pt x="477892" y="189452"/>
                    </a:lnTo>
                    <a:cubicBezTo>
                      <a:pt x="476898" y="192423"/>
                      <a:pt x="474910" y="194404"/>
                      <a:pt x="473916" y="195394"/>
                    </a:cubicBezTo>
                    <a:lnTo>
                      <a:pt x="460993" y="204309"/>
                    </a:lnTo>
                    <a:cubicBezTo>
                      <a:pt x="459999" y="205299"/>
                      <a:pt x="458010" y="205299"/>
                      <a:pt x="456022" y="205299"/>
                    </a:cubicBezTo>
                    <a:cubicBezTo>
                      <a:pt x="455028" y="204309"/>
                      <a:pt x="454034" y="203318"/>
                      <a:pt x="453040" y="201337"/>
                    </a:cubicBezTo>
                    <a:lnTo>
                      <a:pt x="451052" y="186480"/>
                    </a:lnTo>
                    <a:cubicBezTo>
                      <a:pt x="451052" y="183509"/>
                      <a:pt x="451052" y="181528"/>
                      <a:pt x="452046" y="179547"/>
                    </a:cubicBezTo>
                    <a:close/>
                    <a:moveTo>
                      <a:pt x="563260" y="152740"/>
                    </a:moveTo>
                    <a:lnTo>
                      <a:pt x="567226" y="156706"/>
                    </a:lnTo>
                    <a:cubicBezTo>
                      <a:pt x="569209" y="158689"/>
                      <a:pt x="570201" y="160673"/>
                      <a:pt x="570201" y="162656"/>
                    </a:cubicBezTo>
                    <a:lnTo>
                      <a:pt x="574167" y="177530"/>
                    </a:lnTo>
                    <a:cubicBezTo>
                      <a:pt x="574167" y="179513"/>
                      <a:pt x="574167" y="180504"/>
                      <a:pt x="573175" y="182487"/>
                    </a:cubicBezTo>
                    <a:cubicBezTo>
                      <a:pt x="572184" y="183479"/>
                      <a:pt x="570201" y="183479"/>
                      <a:pt x="568218" y="183479"/>
                    </a:cubicBezTo>
                    <a:lnTo>
                      <a:pt x="553344" y="179513"/>
                    </a:lnTo>
                    <a:cubicBezTo>
                      <a:pt x="551361" y="179513"/>
                      <a:pt x="549377" y="177530"/>
                      <a:pt x="547394" y="176538"/>
                    </a:cubicBezTo>
                    <a:lnTo>
                      <a:pt x="543428" y="172572"/>
                    </a:lnTo>
                    <a:cubicBezTo>
                      <a:pt x="551361" y="166622"/>
                      <a:pt x="557310" y="159681"/>
                      <a:pt x="563260" y="152740"/>
                    </a:cubicBezTo>
                    <a:close/>
                    <a:moveTo>
                      <a:pt x="432099" y="152740"/>
                    </a:moveTo>
                    <a:cubicBezTo>
                      <a:pt x="437076" y="159681"/>
                      <a:pt x="444044" y="166622"/>
                      <a:pt x="452008" y="172572"/>
                    </a:cubicBezTo>
                    <a:lnTo>
                      <a:pt x="448026" y="176538"/>
                    </a:lnTo>
                    <a:cubicBezTo>
                      <a:pt x="446035" y="177530"/>
                      <a:pt x="444044" y="179513"/>
                      <a:pt x="441058" y="179513"/>
                    </a:cubicBezTo>
                    <a:lnTo>
                      <a:pt x="427122" y="183479"/>
                    </a:lnTo>
                    <a:cubicBezTo>
                      <a:pt x="425131" y="183479"/>
                      <a:pt x="423140" y="183479"/>
                      <a:pt x="422145" y="182487"/>
                    </a:cubicBezTo>
                    <a:cubicBezTo>
                      <a:pt x="421149" y="180504"/>
                      <a:pt x="420154" y="179513"/>
                      <a:pt x="421149" y="177530"/>
                    </a:cubicBezTo>
                    <a:lnTo>
                      <a:pt x="424136" y="162656"/>
                    </a:lnTo>
                    <a:cubicBezTo>
                      <a:pt x="425131" y="160673"/>
                      <a:pt x="426127" y="158689"/>
                      <a:pt x="428118" y="156706"/>
                    </a:cubicBezTo>
                    <a:close/>
                    <a:moveTo>
                      <a:pt x="575230" y="124071"/>
                    </a:moveTo>
                    <a:lnTo>
                      <a:pt x="581195" y="126057"/>
                    </a:lnTo>
                    <a:cubicBezTo>
                      <a:pt x="583184" y="127049"/>
                      <a:pt x="585172" y="129035"/>
                      <a:pt x="586166" y="131020"/>
                    </a:cubicBezTo>
                    <a:lnTo>
                      <a:pt x="595115" y="142934"/>
                    </a:lnTo>
                    <a:cubicBezTo>
                      <a:pt x="596109" y="144919"/>
                      <a:pt x="597103" y="145912"/>
                      <a:pt x="596109" y="147897"/>
                    </a:cubicBezTo>
                    <a:cubicBezTo>
                      <a:pt x="595115" y="149883"/>
                      <a:pt x="594120" y="150876"/>
                      <a:pt x="592132" y="150876"/>
                    </a:cubicBezTo>
                    <a:lnTo>
                      <a:pt x="577218" y="152861"/>
                    </a:lnTo>
                    <a:cubicBezTo>
                      <a:pt x="575230" y="153854"/>
                      <a:pt x="572247" y="152861"/>
                      <a:pt x="570258" y="151868"/>
                    </a:cubicBezTo>
                    <a:lnTo>
                      <a:pt x="564293" y="149883"/>
                    </a:lnTo>
                    <a:cubicBezTo>
                      <a:pt x="569264" y="141941"/>
                      <a:pt x="573241" y="133999"/>
                      <a:pt x="575230" y="124071"/>
                    </a:cubicBezTo>
                    <a:close/>
                    <a:moveTo>
                      <a:pt x="419238" y="124071"/>
                    </a:moveTo>
                    <a:cubicBezTo>
                      <a:pt x="421229" y="132968"/>
                      <a:pt x="425211" y="141866"/>
                      <a:pt x="430188" y="149774"/>
                    </a:cubicBezTo>
                    <a:lnTo>
                      <a:pt x="425211" y="151751"/>
                    </a:lnTo>
                    <a:cubicBezTo>
                      <a:pt x="422224" y="152740"/>
                      <a:pt x="420234" y="152740"/>
                      <a:pt x="417247" y="152740"/>
                    </a:cubicBezTo>
                    <a:lnTo>
                      <a:pt x="402316" y="150763"/>
                    </a:lnTo>
                    <a:cubicBezTo>
                      <a:pt x="401320" y="149774"/>
                      <a:pt x="399329" y="148786"/>
                      <a:pt x="398334" y="147797"/>
                    </a:cubicBezTo>
                    <a:cubicBezTo>
                      <a:pt x="398334" y="145820"/>
                      <a:pt x="398334" y="143843"/>
                      <a:pt x="399329" y="142854"/>
                    </a:cubicBezTo>
                    <a:lnTo>
                      <a:pt x="408288" y="130991"/>
                    </a:lnTo>
                    <a:cubicBezTo>
                      <a:pt x="410279" y="129014"/>
                      <a:pt x="412270" y="127037"/>
                      <a:pt x="414261" y="126048"/>
                    </a:cubicBezTo>
                    <a:close/>
                    <a:moveTo>
                      <a:pt x="153968" y="121004"/>
                    </a:moveTo>
                    <a:cubicBezTo>
                      <a:pt x="160921" y="119020"/>
                      <a:pt x="168868" y="122988"/>
                      <a:pt x="170855" y="129932"/>
                    </a:cubicBezTo>
                    <a:cubicBezTo>
                      <a:pt x="251315" y="109100"/>
                      <a:pt x="333762" y="148781"/>
                      <a:pt x="353629" y="208301"/>
                    </a:cubicBezTo>
                    <a:cubicBezTo>
                      <a:pt x="365549" y="243022"/>
                      <a:pt x="302969" y="284686"/>
                      <a:pt x="232442" y="310479"/>
                    </a:cubicBezTo>
                    <a:lnTo>
                      <a:pt x="275155" y="438449"/>
                    </a:lnTo>
                    <a:cubicBezTo>
                      <a:pt x="284095" y="437457"/>
                      <a:pt x="293035" y="437457"/>
                      <a:pt x="301976" y="437457"/>
                    </a:cubicBezTo>
                    <a:cubicBezTo>
                      <a:pt x="468857" y="437457"/>
                      <a:pt x="603951" y="490033"/>
                      <a:pt x="603951" y="553522"/>
                    </a:cubicBezTo>
                    <a:cubicBezTo>
                      <a:pt x="603951" y="617011"/>
                      <a:pt x="0" y="617011"/>
                      <a:pt x="0" y="553522"/>
                    </a:cubicBezTo>
                    <a:cubicBezTo>
                      <a:pt x="0" y="496977"/>
                      <a:pt x="106287" y="449361"/>
                      <a:pt x="247342" y="439441"/>
                    </a:cubicBezTo>
                    <a:lnTo>
                      <a:pt x="206615" y="319407"/>
                    </a:lnTo>
                    <a:cubicBezTo>
                      <a:pt x="134101" y="341231"/>
                      <a:pt x="59600" y="345199"/>
                      <a:pt x="47680" y="310479"/>
                    </a:cubicBezTo>
                    <a:cubicBezTo>
                      <a:pt x="27814" y="250958"/>
                      <a:pt x="69534" y="170605"/>
                      <a:pt x="146021" y="137868"/>
                    </a:cubicBezTo>
                    <a:cubicBezTo>
                      <a:pt x="144034" y="130924"/>
                      <a:pt x="148008" y="123980"/>
                      <a:pt x="153968" y="121004"/>
                    </a:cubicBezTo>
                    <a:close/>
                    <a:moveTo>
                      <a:pt x="576238" y="93332"/>
                    </a:moveTo>
                    <a:lnTo>
                      <a:pt x="582176" y="93332"/>
                    </a:lnTo>
                    <a:cubicBezTo>
                      <a:pt x="584156" y="93332"/>
                      <a:pt x="587125" y="93332"/>
                      <a:pt x="589105" y="95312"/>
                    </a:cubicBezTo>
                    <a:lnTo>
                      <a:pt x="601972" y="102240"/>
                    </a:lnTo>
                    <a:cubicBezTo>
                      <a:pt x="602961" y="103230"/>
                      <a:pt x="603951" y="105209"/>
                      <a:pt x="603951" y="107189"/>
                    </a:cubicBezTo>
                    <a:cubicBezTo>
                      <a:pt x="603951" y="108178"/>
                      <a:pt x="602961" y="110158"/>
                      <a:pt x="601972" y="111148"/>
                    </a:cubicBezTo>
                    <a:lnTo>
                      <a:pt x="589105" y="119066"/>
                    </a:lnTo>
                    <a:cubicBezTo>
                      <a:pt x="587125" y="120055"/>
                      <a:pt x="584156" y="121045"/>
                      <a:pt x="582176" y="121045"/>
                    </a:cubicBezTo>
                    <a:lnTo>
                      <a:pt x="576238" y="121045"/>
                    </a:lnTo>
                    <a:cubicBezTo>
                      <a:pt x="577228" y="116096"/>
                      <a:pt x="577228" y="112137"/>
                      <a:pt x="577228" y="107189"/>
                    </a:cubicBezTo>
                    <a:cubicBezTo>
                      <a:pt x="577228" y="102240"/>
                      <a:pt x="577228" y="97291"/>
                      <a:pt x="576238" y="93332"/>
                    </a:cubicBezTo>
                    <a:close/>
                    <a:moveTo>
                      <a:pt x="413234" y="93332"/>
                    </a:moveTo>
                    <a:lnTo>
                      <a:pt x="419198" y="93332"/>
                    </a:lnTo>
                    <a:cubicBezTo>
                      <a:pt x="418204" y="97291"/>
                      <a:pt x="417210" y="102240"/>
                      <a:pt x="417210" y="107189"/>
                    </a:cubicBezTo>
                    <a:cubicBezTo>
                      <a:pt x="417210" y="112137"/>
                      <a:pt x="418204" y="116096"/>
                      <a:pt x="419198" y="121045"/>
                    </a:cubicBezTo>
                    <a:lnTo>
                      <a:pt x="413234" y="121045"/>
                    </a:lnTo>
                    <a:cubicBezTo>
                      <a:pt x="410251" y="121045"/>
                      <a:pt x="408263" y="120055"/>
                      <a:pt x="406275" y="119066"/>
                    </a:cubicBezTo>
                    <a:lnTo>
                      <a:pt x="393352" y="111148"/>
                    </a:lnTo>
                    <a:cubicBezTo>
                      <a:pt x="391364" y="110158"/>
                      <a:pt x="390370" y="108178"/>
                      <a:pt x="390370" y="107189"/>
                    </a:cubicBezTo>
                    <a:cubicBezTo>
                      <a:pt x="390370" y="105209"/>
                      <a:pt x="391364" y="103230"/>
                      <a:pt x="393352" y="102240"/>
                    </a:cubicBezTo>
                    <a:lnTo>
                      <a:pt x="406275" y="95312"/>
                    </a:lnTo>
                    <a:cubicBezTo>
                      <a:pt x="408263" y="93332"/>
                      <a:pt x="410251" y="93332"/>
                      <a:pt x="413234" y="93332"/>
                    </a:cubicBezTo>
                    <a:close/>
                    <a:moveTo>
                      <a:pt x="570225" y="61517"/>
                    </a:moveTo>
                    <a:cubicBezTo>
                      <a:pt x="572216" y="60523"/>
                      <a:pt x="575202" y="60523"/>
                      <a:pt x="577193" y="61517"/>
                    </a:cubicBezTo>
                    <a:lnTo>
                      <a:pt x="592125" y="63505"/>
                    </a:lnTo>
                    <a:cubicBezTo>
                      <a:pt x="594116" y="63505"/>
                      <a:pt x="595111" y="64499"/>
                      <a:pt x="596107" y="66487"/>
                    </a:cubicBezTo>
                    <a:cubicBezTo>
                      <a:pt x="597102" y="67481"/>
                      <a:pt x="597102" y="69470"/>
                      <a:pt x="596107" y="71458"/>
                    </a:cubicBezTo>
                    <a:lnTo>
                      <a:pt x="586152" y="83387"/>
                    </a:lnTo>
                    <a:cubicBezTo>
                      <a:pt x="585157" y="85375"/>
                      <a:pt x="583166" y="86369"/>
                      <a:pt x="581175" y="87363"/>
                    </a:cubicBezTo>
                    <a:lnTo>
                      <a:pt x="575202" y="89351"/>
                    </a:lnTo>
                    <a:cubicBezTo>
                      <a:pt x="573212" y="80404"/>
                      <a:pt x="570225" y="71458"/>
                      <a:pt x="565248" y="64499"/>
                    </a:cubicBezTo>
                    <a:close/>
                    <a:moveTo>
                      <a:pt x="418243" y="60523"/>
                    </a:moveTo>
                    <a:cubicBezTo>
                      <a:pt x="420234" y="60523"/>
                      <a:pt x="423220" y="60523"/>
                      <a:pt x="425211" y="61517"/>
                    </a:cubicBezTo>
                    <a:lnTo>
                      <a:pt x="430188" y="63505"/>
                    </a:lnTo>
                    <a:cubicBezTo>
                      <a:pt x="425211" y="71458"/>
                      <a:pt x="421229" y="80404"/>
                      <a:pt x="419238" y="89351"/>
                    </a:cubicBezTo>
                    <a:lnTo>
                      <a:pt x="414261" y="87363"/>
                    </a:lnTo>
                    <a:cubicBezTo>
                      <a:pt x="412270" y="86369"/>
                      <a:pt x="410279" y="84381"/>
                      <a:pt x="408288" y="82393"/>
                    </a:cubicBezTo>
                    <a:lnTo>
                      <a:pt x="399329" y="70464"/>
                    </a:lnTo>
                    <a:cubicBezTo>
                      <a:pt x="398334" y="69470"/>
                      <a:pt x="398334" y="67481"/>
                      <a:pt x="399329" y="65493"/>
                    </a:cubicBezTo>
                    <a:cubicBezTo>
                      <a:pt x="399329" y="64499"/>
                      <a:pt x="401320" y="63505"/>
                      <a:pt x="403311" y="62511"/>
                    </a:cubicBezTo>
                    <a:close/>
                    <a:moveTo>
                      <a:pt x="497240" y="40773"/>
                    </a:moveTo>
                    <a:cubicBezTo>
                      <a:pt x="533744" y="40773"/>
                      <a:pt x="563337" y="70294"/>
                      <a:pt x="563337" y="106711"/>
                    </a:cubicBezTo>
                    <a:cubicBezTo>
                      <a:pt x="563337" y="143128"/>
                      <a:pt x="533744" y="172649"/>
                      <a:pt x="497240" y="172649"/>
                    </a:cubicBezTo>
                    <a:cubicBezTo>
                      <a:pt x="460736" y="172649"/>
                      <a:pt x="431143" y="143128"/>
                      <a:pt x="431143" y="106711"/>
                    </a:cubicBezTo>
                    <a:cubicBezTo>
                      <a:pt x="431143" y="70294"/>
                      <a:pt x="460736" y="40773"/>
                      <a:pt x="497240" y="40773"/>
                    </a:cubicBezTo>
                    <a:close/>
                    <a:moveTo>
                      <a:pt x="427122" y="29783"/>
                    </a:moveTo>
                    <a:lnTo>
                      <a:pt x="441058" y="33745"/>
                    </a:lnTo>
                    <a:cubicBezTo>
                      <a:pt x="444044" y="34735"/>
                      <a:pt x="446035" y="35726"/>
                      <a:pt x="448026" y="37707"/>
                    </a:cubicBezTo>
                    <a:lnTo>
                      <a:pt x="452008" y="41669"/>
                    </a:lnTo>
                    <a:cubicBezTo>
                      <a:pt x="444044" y="46621"/>
                      <a:pt x="437076" y="53554"/>
                      <a:pt x="432099" y="61478"/>
                    </a:cubicBezTo>
                    <a:lnTo>
                      <a:pt x="428118" y="57516"/>
                    </a:lnTo>
                    <a:cubicBezTo>
                      <a:pt x="426127" y="55535"/>
                      <a:pt x="425131" y="53554"/>
                      <a:pt x="424136" y="50583"/>
                    </a:cubicBezTo>
                    <a:lnTo>
                      <a:pt x="421149" y="35726"/>
                    </a:lnTo>
                    <a:cubicBezTo>
                      <a:pt x="420154" y="34735"/>
                      <a:pt x="421149" y="32754"/>
                      <a:pt x="422145" y="31764"/>
                    </a:cubicBezTo>
                    <a:cubicBezTo>
                      <a:pt x="423140" y="29783"/>
                      <a:pt x="425131" y="29783"/>
                      <a:pt x="427122" y="29783"/>
                    </a:cubicBezTo>
                    <a:close/>
                    <a:moveTo>
                      <a:pt x="568218" y="29783"/>
                    </a:moveTo>
                    <a:cubicBezTo>
                      <a:pt x="570201" y="29783"/>
                      <a:pt x="571192" y="29783"/>
                      <a:pt x="573175" y="31764"/>
                    </a:cubicBezTo>
                    <a:cubicBezTo>
                      <a:pt x="574167" y="32754"/>
                      <a:pt x="574167" y="34735"/>
                      <a:pt x="574167" y="35726"/>
                    </a:cubicBezTo>
                    <a:lnTo>
                      <a:pt x="570201" y="50583"/>
                    </a:lnTo>
                    <a:cubicBezTo>
                      <a:pt x="570201" y="53554"/>
                      <a:pt x="569209" y="55535"/>
                      <a:pt x="567226" y="57516"/>
                    </a:cubicBezTo>
                    <a:lnTo>
                      <a:pt x="563260" y="61478"/>
                    </a:lnTo>
                    <a:cubicBezTo>
                      <a:pt x="557310" y="53554"/>
                      <a:pt x="551361" y="46621"/>
                      <a:pt x="543428" y="41669"/>
                    </a:cubicBezTo>
                    <a:lnTo>
                      <a:pt x="547394" y="37707"/>
                    </a:lnTo>
                    <a:cubicBezTo>
                      <a:pt x="549377" y="35726"/>
                      <a:pt x="551361" y="34735"/>
                      <a:pt x="553344" y="33745"/>
                    </a:cubicBezTo>
                    <a:close/>
                    <a:moveTo>
                      <a:pt x="533464" y="8954"/>
                    </a:moveTo>
                    <a:cubicBezTo>
                      <a:pt x="535449" y="7963"/>
                      <a:pt x="536442" y="7963"/>
                      <a:pt x="538427" y="8954"/>
                    </a:cubicBezTo>
                    <a:cubicBezTo>
                      <a:pt x="540413" y="8954"/>
                      <a:pt x="541406" y="10934"/>
                      <a:pt x="541406" y="11925"/>
                    </a:cubicBezTo>
                    <a:lnTo>
                      <a:pt x="543391" y="26782"/>
                    </a:lnTo>
                    <a:cubicBezTo>
                      <a:pt x="544384" y="29753"/>
                      <a:pt x="543391" y="31734"/>
                      <a:pt x="542398" y="34706"/>
                    </a:cubicBezTo>
                    <a:lnTo>
                      <a:pt x="540413" y="39658"/>
                    </a:lnTo>
                    <a:cubicBezTo>
                      <a:pt x="532471" y="34706"/>
                      <a:pt x="524529" y="30744"/>
                      <a:pt x="514601" y="28763"/>
                    </a:cubicBezTo>
                    <a:lnTo>
                      <a:pt x="517579" y="23811"/>
                    </a:lnTo>
                    <a:cubicBezTo>
                      <a:pt x="517579" y="21830"/>
                      <a:pt x="519565" y="19849"/>
                      <a:pt x="521550" y="17868"/>
                    </a:cubicBezTo>
                    <a:close/>
                    <a:moveTo>
                      <a:pt x="457009" y="7963"/>
                    </a:moveTo>
                    <a:cubicBezTo>
                      <a:pt x="458994" y="7963"/>
                      <a:pt x="459987" y="7963"/>
                      <a:pt x="461972" y="8954"/>
                    </a:cubicBezTo>
                    <a:lnTo>
                      <a:pt x="473886" y="17868"/>
                    </a:lnTo>
                    <a:cubicBezTo>
                      <a:pt x="475871" y="18858"/>
                      <a:pt x="476864" y="20839"/>
                      <a:pt x="477857" y="23811"/>
                    </a:cubicBezTo>
                    <a:lnTo>
                      <a:pt x="480835" y="28763"/>
                    </a:lnTo>
                    <a:cubicBezTo>
                      <a:pt x="470907" y="30744"/>
                      <a:pt x="462965" y="34706"/>
                      <a:pt x="455023" y="39658"/>
                    </a:cubicBezTo>
                    <a:lnTo>
                      <a:pt x="453038" y="33715"/>
                    </a:lnTo>
                    <a:cubicBezTo>
                      <a:pt x="452045" y="31734"/>
                      <a:pt x="451052" y="29753"/>
                      <a:pt x="452045" y="26782"/>
                    </a:cubicBezTo>
                    <a:lnTo>
                      <a:pt x="454030" y="11925"/>
                    </a:lnTo>
                    <a:cubicBezTo>
                      <a:pt x="454030" y="9944"/>
                      <a:pt x="455023" y="8954"/>
                      <a:pt x="457009" y="7963"/>
                    </a:cubicBezTo>
                    <a:close/>
                    <a:moveTo>
                      <a:pt x="497718" y="0"/>
                    </a:moveTo>
                    <a:cubicBezTo>
                      <a:pt x="499698" y="0"/>
                      <a:pt x="500688" y="995"/>
                      <a:pt x="501678" y="2986"/>
                    </a:cubicBezTo>
                    <a:lnTo>
                      <a:pt x="509596" y="15927"/>
                    </a:lnTo>
                    <a:cubicBezTo>
                      <a:pt x="510585" y="17918"/>
                      <a:pt x="511575" y="19909"/>
                      <a:pt x="511575" y="22895"/>
                    </a:cubicBezTo>
                    <a:lnTo>
                      <a:pt x="511575" y="27872"/>
                    </a:lnTo>
                    <a:cubicBezTo>
                      <a:pt x="506626" y="27872"/>
                      <a:pt x="502667" y="26877"/>
                      <a:pt x="497718" y="26877"/>
                    </a:cubicBezTo>
                    <a:cubicBezTo>
                      <a:pt x="492770" y="26877"/>
                      <a:pt x="488811" y="27872"/>
                      <a:pt x="483862" y="27872"/>
                    </a:cubicBezTo>
                    <a:lnTo>
                      <a:pt x="483862" y="22895"/>
                    </a:lnTo>
                    <a:cubicBezTo>
                      <a:pt x="483862" y="19909"/>
                      <a:pt x="484852" y="17918"/>
                      <a:pt x="485842" y="15927"/>
                    </a:cubicBezTo>
                    <a:lnTo>
                      <a:pt x="493760" y="2986"/>
                    </a:lnTo>
                    <a:cubicBezTo>
                      <a:pt x="493760" y="995"/>
                      <a:pt x="495739" y="0"/>
                      <a:pt x="497718"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a:endParaRPr lang="zh-CN" altLang="en-US"/>
              </a:p>
            </p:txBody>
          </p:sp>
          <p:sp>
            <p:nvSpPr>
              <p:cNvPr id="46" name="Text4">
                <a:extLst>
                  <a:ext uri="{FF2B5EF4-FFF2-40B4-BE49-F238E27FC236}">
                    <a16:creationId xmlns:a16="http://schemas.microsoft.com/office/drawing/2014/main" id="{2E078D8E-0F59-F6D5-34F6-02EEE3EB1470}"/>
                  </a:ext>
                </a:extLst>
              </p:cNvPr>
              <p:cNvSpPr txBox="1"/>
              <p:nvPr/>
            </p:nvSpPr>
            <p:spPr>
              <a:xfrm>
                <a:off x="673100" y="4929022"/>
                <a:ext cx="4091434" cy="577256"/>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20000"/>
                  </a:lnSpc>
                  <a:buSzPct val="25000"/>
                </a:pPr>
                <a:r>
                  <a:rPr lang="zh-CN" altLang="en-US" sz="1200" dirty="0"/>
                  <a:t>航天技术的发展使得星际旅行成为可能，引领通用行业向宇宙拓展。</a:t>
                </a:r>
                <a:endParaRPr lang="en-US" dirty="0"/>
              </a:p>
            </p:txBody>
          </p:sp>
          <p:sp>
            <p:nvSpPr>
              <p:cNvPr id="48" name="Bullet4">
                <a:extLst>
                  <a:ext uri="{FF2B5EF4-FFF2-40B4-BE49-F238E27FC236}">
                    <a16:creationId xmlns:a16="http://schemas.microsoft.com/office/drawing/2014/main" id="{F59E0868-31D3-094E-543C-DA6BA0246530}"/>
                  </a:ext>
                </a:extLst>
              </p:cNvPr>
              <p:cNvSpPr txBox="1"/>
              <p:nvPr/>
            </p:nvSpPr>
            <p:spPr>
              <a:xfrm>
                <a:off x="673100" y="4281064"/>
                <a:ext cx="4091434" cy="577256"/>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buSzPct val="25000"/>
                </a:pPr>
                <a:r>
                  <a:rPr lang="zh-CN" altLang="en-US" b="1" dirty="0"/>
                  <a:t>星际旅行展望</a:t>
                </a:r>
                <a:endParaRPr lang="en-US" dirty="0"/>
              </a:p>
            </p:txBody>
          </p:sp>
        </p:grpSp>
        <p:grpSp>
          <p:nvGrpSpPr>
            <p:cNvPr id="59" name="组合 58">
              <a:extLst>
                <a:ext uri="{FF2B5EF4-FFF2-40B4-BE49-F238E27FC236}">
                  <a16:creationId xmlns:a16="http://schemas.microsoft.com/office/drawing/2014/main" id="{C23FA332-DBFB-6DF9-C68C-A111EFC1E97B}"/>
                </a:ext>
              </a:extLst>
            </p:cNvPr>
            <p:cNvGrpSpPr/>
            <p:nvPr/>
          </p:nvGrpSpPr>
          <p:grpSpPr>
            <a:xfrm>
              <a:off x="5715001" y="4912744"/>
              <a:ext cx="5803899" cy="1225214"/>
              <a:chOff x="5715001" y="4912744"/>
              <a:chExt cx="5803899" cy="1225214"/>
            </a:xfrm>
          </p:grpSpPr>
          <p:sp>
            <p:nvSpPr>
              <p:cNvPr id="36" name="Number5">
                <a:extLst>
                  <a:ext uri="{FF2B5EF4-FFF2-40B4-BE49-F238E27FC236}">
                    <a16:creationId xmlns:a16="http://schemas.microsoft.com/office/drawing/2014/main" id="{63950038-A30F-AA6C-A84B-512DE2C9107E}"/>
                  </a:ext>
                </a:extLst>
              </p:cNvPr>
              <p:cNvSpPr/>
              <p:nvPr/>
            </p:nvSpPr>
            <p:spPr>
              <a:xfrm>
                <a:off x="6696077" y="5534213"/>
                <a:ext cx="405106" cy="405106"/>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fontScale="85000" lnSpcReduction="20000"/>
              </a:bodyPr>
              <a:lstStyle/>
              <a:p>
                <a:pPr algn="ctr"/>
                <a:r>
                  <a:rPr lang="en-US" altLang="zh-CN" b="1" dirty="0">
                    <a:solidFill>
                      <a:srgbClr val="FFFFFF"/>
                    </a:solidFill>
                  </a:rPr>
                  <a:t>5</a:t>
                </a:r>
                <a:endParaRPr lang="zh-CN" altLang="en-US" b="1" dirty="0">
                  <a:solidFill>
                    <a:srgbClr val="FFFFFF"/>
                  </a:solidFill>
                </a:endParaRPr>
              </a:p>
            </p:txBody>
          </p:sp>
          <p:sp>
            <p:nvSpPr>
              <p:cNvPr id="37" name="IconBackground5">
                <a:extLst>
                  <a:ext uri="{FF2B5EF4-FFF2-40B4-BE49-F238E27FC236}">
                    <a16:creationId xmlns:a16="http://schemas.microsoft.com/office/drawing/2014/main" id="{93B0C6FC-2002-8548-346D-4A648AFC501A}"/>
                  </a:ext>
                </a:extLst>
              </p:cNvPr>
              <p:cNvSpPr/>
              <p:nvPr/>
            </p:nvSpPr>
            <p:spPr>
              <a:xfrm>
                <a:off x="5715001" y="5334820"/>
                <a:ext cx="762000" cy="762000"/>
              </a:xfrm>
              <a:prstGeom prst="ellipse">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lang="zh-CN" altLang="en-US" b="1">
                  <a:solidFill>
                    <a:srgbClr val="FFFFFF"/>
                  </a:solidFill>
                </a:endParaRPr>
              </a:p>
            </p:txBody>
          </p:sp>
          <p:sp>
            <p:nvSpPr>
              <p:cNvPr id="42" name="Icon5">
                <a:extLst>
                  <a:ext uri="{FF2B5EF4-FFF2-40B4-BE49-F238E27FC236}">
                    <a16:creationId xmlns:a16="http://schemas.microsoft.com/office/drawing/2014/main" id="{53C4D8F3-E83B-6490-B673-1BEE223A579B}"/>
                  </a:ext>
                </a:extLst>
              </p:cNvPr>
              <p:cNvSpPr/>
              <p:nvPr/>
            </p:nvSpPr>
            <p:spPr>
              <a:xfrm>
                <a:off x="5913544" y="5574340"/>
                <a:ext cx="364914" cy="282960"/>
              </a:xfrm>
              <a:custGeom>
                <a:avLst/>
                <a:gdLst>
                  <a:gd name="connsiteX0" fmla="*/ 62710 w 607356"/>
                  <a:gd name="connsiteY0" fmla="*/ 395146 h 470954"/>
                  <a:gd name="connsiteX1" fmla="*/ 47526 w 607356"/>
                  <a:gd name="connsiteY1" fmla="*/ 410308 h 470954"/>
                  <a:gd name="connsiteX2" fmla="*/ 62710 w 607356"/>
                  <a:gd name="connsiteY2" fmla="*/ 425469 h 470954"/>
                  <a:gd name="connsiteX3" fmla="*/ 121471 w 607356"/>
                  <a:gd name="connsiteY3" fmla="*/ 425469 h 470954"/>
                  <a:gd name="connsiteX4" fmla="*/ 136655 w 607356"/>
                  <a:gd name="connsiteY4" fmla="*/ 410308 h 470954"/>
                  <a:gd name="connsiteX5" fmla="*/ 121471 w 607356"/>
                  <a:gd name="connsiteY5" fmla="*/ 395146 h 470954"/>
                  <a:gd name="connsiteX6" fmla="*/ 62710 w 607356"/>
                  <a:gd name="connsiteY6" fmla="*/ 352693 h 470954"/>
                  <a:gd name="connsiteX7" fmla="*/ 47526 w 607356"/>
                  <a:gd name="connsiteY7" fmla="*/ 367855 h 470954"/>
                  <a:gd name="connsiteX8" fmla="*/ 62710 w 607356"/>
                  <a:gd name="connsiteY8" fmla="*/ 383017 h 470954"/>
                  <a:gd name="connsiteX9" fmla="*/ 121471 w 607356"/>
                  <a:gd name="connsiteY9" fmla="*/ 383017 h 470954"/>
                  <a:gd name="connsiteX10" fmla="*/ 136655 w 607356"/>
                  <a:gd name="connsiteY10" fmla="*/ 367855 h 470954"/>
                  <a:gd name="connsiteX11" fmla="*/ 121471 w 607356"/>
                  <a:gd name="connsiteY11" fmla="*/ 352693 h 470954"/>
                  <a:gd name="connsiteX12" fmla="*/ 303678 w 607356"/>
                  <a:gd name="connsiteY12" fmla="*/ 194972 h 470954"/>
                  <a:gd name="connsiteX13" fmla="*/ 355297 w 607356"/>
                  <a:gd name="connsiteY13" fmla="*/ 246520 h 470954"/>
                  <a:gd name="connsiteX14" fmla="*/ 303678 w 607356"/>
                  <a:gd name="connsiteY14" fmla="*/ 298068 h 470954"/>
                  <a:gd name="connsiteX15" fmla="*/ 252059 w 607356"/>
                  <a:gd name="connsiteY15" fmla="*/ 246520 h 470954"/>
                  <a:gd name="connsiteX16" fmla="*/ 303678 w 607356"/>
                  <a:gd name="connsiteY16" fmla="*/ 194972 h 470954"/>
                  <a:gd name="connsiteX17" fmla="*/ 303678 w 607356"/>
                  <a:gd name="connsiteY17" fmla="*/ 164682 h 470954"/>
                  <a:gd name="connsiteX18" fmla="*/ 221664 w 607356"/>
                  <a:gd name="connsiteY18" fmla="*/ 246550 h 470954"/>
                  <a:gd name="connsiteX19" fmla="*/ 303678 w 607356"/>
                  <a:gd name="connsiteY19" fmla="*/ 328419 h 470954"/>
                  <a:gd name="connsiteX20" fmla="*/ 385692 w 607356"/>
                  <a:gd name="connsiteY20" fmla="*/ 246550 h 470954"/>
                  <a:gd name="connsiteX21" fmla="*/ 303678 w 607356"/>
                  <a:gd name="connsiteY21" fmla="*/ 164682 h 470954"/>
                  <a:gd name="connsiteX22" fmla="*/ 303678 w 607356"/>
                  <a:gd name="connsiteY22" fmla="*/ 144518 h 470954"/>
                  <a:gd name="connsiteX23" fmla="*/ 405892 w 607356"/>
                  <a:gd name="connsiteY23" fmla="*/ 246550 h 470954"/>
                  <a:gd name="connsiteX24" fmla="*/ 303678 w 607356"/>
                  <a:gd name="connsiteY24" fmla="*/ 348734 h 470954"/>
                  <a:gd name="connsiteX25" fmla="*/ 201464 w 607356"/>
                  <a:gd name="connsiteY25" fmla="*/ 246550 h 470954"/>
                  <a:gd name="connsiteX26" fmla="*/ 303678 w 607356"/>
                  <a:gd name="connsiteY26" fmla="*/ 144518 h 470954"/>
                  <a:gd name="connsiteX27" fmla="*/ 496992 w 607356"/>
                  <a:gd name="connsiteY27" fmla="*/ 116151 h 470954"/>
                  <a:gd name="connsiteX28" fmla="*/ 531428 w 607356"/>
                  <a:gd name="connsiteY28" fmla="*/ 116151 h 470954"/>
                  <a:gd name="connsiteX29" fmla="*/ 531428 w 607356"/>
                  <a:gd name="connsiteY29" fmla="*/ 150587 h 470954"/>
                  <a:gd name="connsiteX30" fmla="*/ 496992 w 607356"/>
                  <a:gd name="connsiteY30" fmla="*/ 150587 h 470954"/>
                  <a:gd name="connsiteX31" fmla="*/ 303678 w 607356"/>
                  <a:gd name="connsiteY31" fmla="*/ 114201 h 470954"/>
                  <a:gd name="connsiteX32" fmla="*/ 171123 w 607356"/>
                  <a:gd name="connsiteY32" fmla="*/ 246562 h 470954"/>
                  <a:gd name="connsiteX33" fmla="*/ 303678 w 607356"/>
                  <a:gd name="connsiteY33" fmla="*/ 379075 h 470954"/>
                  <a:gd name="connsiteX34" fmla="*/ 436233 w 607356"/>
                  <a:gd name="connsiteY34" fmla="*/ 246562 h 470954"/>
                  <a:gd name="connsiteX35" fmla="*/ 303678 w 607356"/>
                  <a:gd name="connsiteY35" fmla="*/ 114201 h 470954"/>
                  <a:gd name="connsiteX36" fmla="*/ 481785 w 607356"/>
                  <a:gd name="connsiteY36" fmla="*/ 85848 h 470954"/>
                  <a:gd name="connsiteX37" fmla="*/ 466601 w 607356"/>
                  <a:gd name="connsiteY37" fmla="*/ 101010 h 470954"/>
                  <a:gd name="connsiteX38" fmla="*/ 466601 w 607356"/>
                  <a:gd name="connsiteY38" fmla="*/ 165750 h 470954"/>
                  <a:gd name="connsiteX39" fmla="*/ 481785 w 607356"/>
                  <a:gd name="connsiteY39" fmla="*/ 180912 h 470954"/>
                  <a:gd name="connsiteX40" fmla="*/ 546620 w 607356"/>
                  <a:gd name="connsiteY40" fmla="*/ 180912 h 470954"/>
                  <a:gd name="connsiteX41" fmla="*/ 561804 w 607356"/>
                  <a:gd name="connsiteY41" fmla="*/ 165750 h 470954"/>
                  <a:gd name="connsiteX42" fmla="*/ 561804 w 607356"/>
                  <a:gd name="connsiteY42" fmla="*/ 101010 h 470954"/>
                  <a:gd name="connsiteX43" fmla="*/ 546620 w 607356"/>
                  <a:gd name="connsiteY43" fmla="*/ 85848 h 470954"/>
                  <a:gd name="connsiteX44" fmla="*/ 23535 w 607356"/>
                  <a:gd name="connsiteY44" fmla="*/ 40363 h 470954"/>
                  <a:gd name="connsiteX45" fmla="*/ 583821 w 607356"/>
                  <a:gd name="connsiteY45" fmla="*/ 40363 h 470954"/>
                  <a:gd name="connsiteX46" fmla="*/ 607356 w 607356"/>
                  <a:gd name="connsiteY46" fmla="*/ 63864 h 470954"/>
                  <a:gd name="connsiteX47" fmla="*/ 607356 w 607356"/>
                  <a:gd name="connsiteY47" fmla="*/ 447605 h 470954"/>
                  <a:gd name="connsiteX48" fmla="*/ 583821 w 607356"/>
                  <a:gd name="connsiteY48" fmla="*/ 470954 h 470954"/>
                  <a:gd name="connsiteX49" fmla="*/ 23535 w 607356"/>
                  <a:gd name="connsiteY49" fmla="*/ 470954 h 470954"/>
                  <a:gd name="connsiteX50" fmla="*/ 0 w 607356"/>
                  <a:gd name="connsiteY50" fmla="*/ 447605 h 470954"/>
                  <a:gd name="connsiteX51" fmla="*/ 0 w 607356"/>
                  <a:gd name="connsiteY51" fmla="*/ 63864 h 470954"/>
                  <a:gd name="connsiteX52" fmla="*/ 23535 w 607356"/>
                  <a:gd name="connsiteY52" fmla="*/ 40363 h 470954"/>
                  <a:gd name="connsiteX53" fmla="*/ 70932 w 607356"/>
                  <a:gd name="connsiteY53" fmla="*/ 0 h 470954"/>
                  <a:gd name="connsiteX54" fmla="*/ 123476 w 607356"/>
                  <a:gd name="connsiteY54" fmla="*/ 0 h 470954"/>
                  <a:gd name="connsiteX55" fmla="*/ 133651 w 607356"/>
                  <a:gd name="connsiteY55" fmla="*/ 10015 h 470954"/>
                  <a:gd name="connsiteX56" fmla="*/ 133651 w 607356"/>
                  <a:gd name="connsiteY56" fmla="*/ 28226 h 470954"/>
                  <a:gd name="connsiteX57" fmla="*/ 60757 w 607356"/>
                  <a:gd name="connsiteY57" fmla="*/ 28226 h 470954"/>
                  <a:gd name="connsiteX58" fmla="*/ 60757 w 607356"/>
                  <a:gd name="connsiteY58" fmla="*/ 10015 h 470954"/>
                  <a:gd name="connsiteX59" fmla="*/ 70932 w 607356"/>
                  <a:gd name="connsiteY59" fmla="*/ 0 h 47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07356" h="470954">
                    <a:moveTo>
                      <a:pt x="62710" y="395146"/>
                    </a:moveTo>
                    <a:cubicBezTo>
                      <a:pt x="54358" y="395146"/>
                      <a:pt x="47526" y="401969"/>
                      <a:pt x="47526" y="410308"/>
                    </a:cubicBezTo>
                    <a:cubicBezTo>
                      <a:pt x="47526" y="418798"/>
                      <a:pt x="54358" y="425469"/>
                      <a:pt x="62710" y="425469"/>
                    </a:cubicBezTo>
                    <a:lnTo>
                      <a:pt x="121471" y="425469"/>
                    </a:lnTo>
                    <a:cubicBezTo>
                      <a:pt x="129822" y="425469"/>
                      <a:pt x="136655" y="418798"/>
                      <a:pt x="136655" y="410308"/>
                    </a:cubicBezTo>
                    <a:cubicBezTo>
                      <a:pt x="136655" y="401969"/>
                      <a:pt x="129822" y="395146"/>
                      <a:pt x="121471" y="395146"/>
                    </a:cubicBezTo>
                    <a:close/>
                    <a:moveTo>
                      <a:pt x="62710" y="352693"/>
                    </a:moveTo>
                    <a:cubicBezTo>
                      <a:pt x="54358" y="352693"/>
                      <a:pt x="47526" y="359516"/>
                      <a:pt x="47526" y="367855"/>
                    </a:cubicBezTo>
                    <a:cubicBezTo>
                      <a:pt x="47526" y="376346"/>
                      <a:pt x="54358" y="383017"/>
                      <a:pt x="62710" y="383017"/>
                    </a:cubicBezTo>
                    <a:lnTo>
                      <a:pt x="121471" y="383017"/>
                    </a:lnTo>
                    <a:cubicBezTo>
                      <a:pt x="129822" y="383017"/>
                      <a:pt x="136655" y="376346"/>
                      <a:pt x="136655" y="367855"/>
                    </a:cubicBezTo>
                    <a:cubicBezTo>
                      <a:pt x="136655" y="359516"/>
                      <a:pt x="129822" y="352693"/>
                      <a:pt x="121471" y="352693"/>
                    </a:cubicBezTo>
                    <a:close/>
                    <a:moveTo>
                      <a:pt x="303678" y="194972"/>
                    </a:moveTo>
                    <a:cubicBezTo>
                      <a:pt x="332186" y="194972"/>
                      <a:pt x="355297" y="218051"/>
                      <a:pt x="355297" y="246520"/>
                    </a:cubicBezTo>
                    <a:cubicBezTo>
                      <a:pt x="355297" y="274989"/>
                      <a:pt x="332186" y="298068"/>
                      <a:pt x="303678" y="298068"/>
                    </a:cubicBezTo>
                    <a:cubicBezTo>
                      <a:pt x="275170" y="298068"/>
                      <a:pt x="252059" y="274989"/>
                      <a:pt x="252059" y="246520"/>
                    </a:cubicBezTo>
                    <a:cubicBezTo>
                      <a:pt x="252059" y="218051"/>
                      <a:pt x="275170" y="194972"/>
                      <a:pt x="303678" y="194972"/>
                    </a:cubicBezTo>
                    <a:close/>
                    <a:moveTo>
                      <a:pt x="303678" y="164682"/>
                    </a:moveTo>
                    <a:cubicBezTo>
                      <a:pt x="258418" y="164682"/>
                      <a:pt x="221664" y="201523"/>
                      <a:pt x="221664" y="246550"/>
                    </a:cubicBezTo>
                    <a:cubicBezTo>
                      <a:pt x="221664" y="291730"/>
                      <a:pt x="258418" y="328419"/>
                      <a:pt x="303678" y="328419"/>
                    </a:cubicBezTo>
                    <a:cubicBezTo>
                      <a:pt x="348938" y="328419"/>
                      <a:pt x="385692" y="291730"/>
                      <a:pt x="385692" y="246550"/>
                    </a:cubicBezTo>
                    <a:cubicBezTo>
                      <a:pt x="385692" y="201523"/>
                      <a:pt x="348938" y="164682"/>
                      <a:pt x="303678" y="164682"/>
                    </a:cubicBezTo>
                    <a:close/>
                    <a:moveTo>
                      <a:pt x="303678" y="144518"/>
                    </a:moveTo>
                    <a:cubicBezTo>
                      <a:pt x="360025" y="144518"/>
                      <a:pt x="405892" y="190304"/>
                      <a:pt x="405892" y="246550"/>
                    </a:cubicBezTo>
                    <a:cubicBezTo>
                      <a:pt x="405892" y="302949"/>
                      <a:pt x="360025" y="348734"/>
                      <a:pt x="303678" y="348734"/>
                    </a:cubicBezTo>
                    <a:cubicBezTo>
                      <a:pt x="247331" y="348734"/>
                      <a:pt x="201464" y="302949"/>
                      <a:pt x="201464" y="246550"/>
                    </a:cubicBezTo>
                    <a:cubicBezTo>
                      <a:pt x="201464" y="190304"/>
                      <a:pt x="247331" y="144518"/>
                      <a:pt x="303678" y="144518"/>
                    </a:cubicBezTo>
                    <a:close/>
                    <a:moveTo>
                      <a:pt x="496992" y="116151"/>
                    </a:moveTo>
                    <a:lnTo>
                      <a:pt x="531428" y="116151"/>
                    </a:lnTo>
                    <a:lnTo>
                      <a:pt x="531428" y="150587"/>
                    </a:lnTo>
                    <a:lnTo>
                      <a:pt x="496992" y="150587"/>
                    </a:lnTo>
                    <a:close/>
                    <a:moveTo>
                      <a:pt x="303678" y="114201"/>
                    </a:moveTo>
                    <a:cubicBezTo>
                      <a:pt x="230492" y="114201"/>
                      <a:pt x="171123" y="173634"/>
                      <a:pt x="171123" y="246562"/>
                    </a:cubicBezTo>
                    <a:cubicBezTo>
                      <a:pt x="171123" y="319641"/>
                      <a:pt x="230492" y="379075"/>
                      <a:pt x="303678" y="379075"/>
                    </a:cubicBezTo>
                    <a:cubicBezTo>
                      <a:pt x="376864" y="379075"/>
                      <a:pt x="436233" y="319641"/>
                      <a:pt x="436233" y="246562"/>
                    </a:cubicBezTo>
                    <a:cubicBezTo>
                      <a:pt x="436233" y="173634"/>
                      <a:pt x="376864" y="114201"/>
                      <a:pt x="303678" y="114201"/>
                    </a:cubicBezTo>
                    <a:close/>
                    <a:moveTo>
                      <a:pt x="481785" y="85848"/>
                    </a:moveTo>
                    <a:cubicBezTo>
                      <a:pt x="473434" y="85848"/>
                      <a:pt x="466601" y="92671"/>
                      <a:pt x="466601" y="101010"/>
                    </a:cubicBezTo>
                    <a:lnTo>
                      <a:pt x="466601" y="165750"/>
                    </a:lnTo>
                    <a:cubicBezTo>
                      <a:pt x="466601" y="174089"/>
                      <a:pt x="473434" y="180912"/>
                      <a:pt x="481785" y="180912"/>
                    </a:cubicBezTo>
                    <a:lnTo>
                      <a:pt x="546620" y="180912"/>
                    </a:lnTo>
                    <a:cubicBezTo>
                      <a:pt x="554972" y="180912"/>
                      <a:pt x="561804" y="174089"/>
                      <a:pt x="561804" y="165750"/>
                    </a:cubicBezTo>
                    <a:lnTo>
                      <a:pt x="561804" y="101010"/>
                    </a:lnTo>
                    <a:cubicBezTo>
                      <a:pt x="561804" y="92671"/>
                      <a:pt x="554972" y="85848"/>
                      <a:pt x="546620" y="85848"/>
                    </a:cubicBezTo>
                    <a:close/>
                    <a:moveTo>
                      <a:pt x="23535" y="40363"/>
                    </a:moveTo>
                    <a:lnTo>
                      <a:pt x="583821" y="40363"/>
                    </a:lnTo>
                    <a:cubicBezTo>
                      <a:pt x="596879" y="40363"/>
                      <a:pt x="607356" y="50976"/>
                      <a:pt x="607356" y="63864"/>
                    </a:cubicBezTo>
                    <a:lnTo>
                      <a:pt x="607356" y="447605"/>
                    </a:lnTo>
                    <a:cubicBezTo>
                      <a:pt x="607356" y="460493"/>
                      <a:pt x="596879" y="470954"/>
                      <a:pt x="583821" y="470954"/>
                    </a:cubicBezTo>
                    <a:lnTo>
                      <a:pt x="23535" y="470954"/>
                    </a:lnTo>
                    <a:cubicBezTo>
                      <a:pt x="10477" y="470954"/>
                      <a:pt x="0" y="460493"/>
                      <a:pt x="0" y="447605"/>
                    </a:cubicBezTo>
                    <a:lnTo>
                      <a:pt x="0" y="63864"/>
                    </a:lnTo>
                    <a:cubicBezTo>
                      <a:pt x="0" y="50976"/>
                      <a:pt x="10477" y="40363"/>
                      <a:pt x="23535" y="40363"/>
                    </a:cubicBezTo>
                    <a:close/>
                    <a:moveTo>
                      <a:pt x="70932" y="0"/>
                    </a:moveTo>
                    <a:lnTo>
                      <a:pt x="123476" y="0"/>
                    </a:lnTo>
                    <a:cubicBezTo>
                      <a:pt x="129095" y="0"/>
                      <a:pt x="133651" y="4552"/>
                      <a:pt x="133651" y="10015"/>
                    </a:cubicBezTo>
                    <a:lnTo>
                      <a:pt x="133651" y="28226"/>
                    </a:lnTo>
                    <a:lnTo>
                      <a:pt x="60757" y="28226"/>
                    </a:lnTo>
                    <a:lnTo>
                      <a:pt x="60757" y="10015"/>
                    </a:lnTo>
                    <a:cubicBezTo>
                      <a:pt x="60757" y="4552"/>
                      <a:pt x="65313" y="0"/>
                      <a:pt x="70932"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p>
                <a:pPr algn="ctr"/>
                <a:endParaRPr lang="zh-CN" altLang="en-US"/>
              </a:p>
            </p:txBody>
          </p:sp>
          <p:sp>
            <p:nvSpPr>
              <p:cNvPr id="53" name="Text5">
                <a:extLst>
                  <a:ext uri="{FF2B5EF4-FFF2-40B4-BE49-F238E27FC236}">
                    <a16:creationId xmlns:a16="http://schemas.microsoft.com/office/drawing/2014/main" id="{F69B07FF-FC0E-F734-6BDD-0B427252FB06}"/>
                  </a:ext>
                </a:extLst>
              </p:cNvPr>
              <p:cNvSpPr txBox="1"/>
              <p:nvPr/>
            </p:nvSpPr>
            <p:spPr>
              <a:xfrm>
                <a:off x="7320260" y="5560702"/>
                <a:ext cx="4198640" cy="577256"/>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buSzPct val="25000"/>
                </a:pPr>
                <a:r>
                  <a:rPr lang="zh-CN" altLang="en-US" sz="1200" dirty="0"/>
                  <a:t>建立太空通信、能源、运输等基础设施，助力通用行业空间布局。</a:t>
                </a:r>
                <a:endParaRPr lang="en-US" dirty="0"/>
              </a:p>
            </p:txBody>
          </p:sp>
          <p:sp>
            <p:nvSpPr>
              <p:cNvPr id="54" name="Bullet5">
                <a:extLst>
                  <a:ext uri="{FF2B5EF4-FFF2-40B4-BE49-F238E27FC236}">
                    <a16:creationId xmlns:a16="http://schemas.microsoft.com/office/drawing/2014/main" id="{A36455ED-7853-8C91-B0E2-F898E8D3D80C}"/>
                  </a:ext>
                </a:extLst>
              </p:cNvPr>
              <p:cNvSpPr txBox="1"/>
              <p:nvPr/>
            </p:nvSpPr>
            <p:spPr>
              <a:xfrm>
                <a:off x="7320260" y="4912744"/>
                <a:ext cx="4198640" cy="577256"/>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zh-CN" altLang="en-US" b="1" dirty="0"/>
                  <a:t>太空基础设施建设</a:t>
                </a:r>
                <a:endParaRPr lang="en-US" dirty="0"/>
              </a:p>
            </p:txBody>
          </p:sp>
        </p:grpSp>
      </p:grpSp>
      <p:sp>
        <p:nvSpPr>
          <p:cNvPr id="2" name="标题 1"/>
          <p:cNvSpPr>
            <a:spLocks noGrp="1"/>
          </p:cNvSpPr>
          <p:nvPr>
            <p:ph type="title"/>
          </p:nvPr>
        </p:nvSpPr>
        <p:spPr/>
        <p:txBody>
          <a:bodyPr/>
          <a:lstStyle/>
          <a:p>
            <a:r>
              <a:rPr lang="zh-CN" altLang="en-US" dirty="0"/>
              <a:t>空间探索与商业航天</a:t>
            </a:r>
            <a:endParaRPr lang="en-US" dirty="0"/>
          </a:p>
        </p:txBody>
      </p:sp>
    </p:spTree>
    <p:extLst>
      <p:ext uri="{BB962C8B-B14F-4D97-AF65-F5344CB8AC3E}">
        <p14:creationId xmlns:p14="http://schemas.microsoft.com/office/powerpoint/2010/main" val="1777462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1D2B44-161D-B7CB-ABC7-89BB02FB102B}"/>
              </a:ext>
            </a:extLst>
          </p:cNvPr>
          <p:cNvGrpSpPr/>
          <p:nvPr/>
        </p:nvGrpSpPr>
        <p:grpSpPr>
          <a:xfrm>
            <a:off x="774655" y="1130299"/>
            <a:ext cx="10744244" cy="5003801"/>
            <a:chOff x="774655" y="1130299"/>
            <a:chExt cx="10744244" cy="5003801"/>
          </a:xfrm>
        </p:grpSpPr>
        <p:cxnSp>
          <p:nvCxnSpPr>
            <p:cNvPr id="4" name="直接连接符 3">
              <a:extLst>
                <a:ext uri="{FF2B5EF4-FFF2-40B4-BE49-F238E27FC236}">
                  <a16:creationId xmlns:a16="http://schemas.microsoft.com/office/drawing/2014/main" id="{96816EB4-CECC-2648-E578-C3899FFF8F6F}"/>
                </a:ext>
              </a:extLst>
            </p:cNvPr>
            <p:cNvCxnSpPr>
              <a:cxnSpLocks/>
            </p:cNvCxnSpPr>
            <p:nvPr/>
          </p:nvCxnSpPr>
          <p:spPr>
            <a:xfrm>
              <a:off x="3601950" y="2499430"/>
              <a:ext cx="984249" cy="10009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69460ACE-CCD5-60CB-BD45-6D4BFB443E5A}"/>
                </a:ext>
              </a:extLst>
            </p:cNvPr>
            <p:cNvCxnSpPr>
              <a:cxnSpLocks/>
            </p:cNvCxnSpPr>
            <p:nvPr/>
          </p:nvCxnSpPr>
          <p:spPr>
            <a:xfrm flipV="1">
              <a:off x="5466280" y="3882901"/>
              <a:ext cx="984249" cy="100099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2C318DA3-C223-7C6C-1DA9-B4BFB127BE51}"/>
                </a:ext>
              </a:extLst>
            </p:cNvPr>
            <p:cNvCxnSpPr>
              <a:cxnSpLocks/>
            </p:cNvCxnSpPr>
            <p:nvPr/>
          </p:nvCxnSpPr>
          <p:spPr>
            <a:xfrm>
              <a:off x="7359951" y="2499430"/>
              <a:ext cx="984249" cy="1000991"/>
            </a:xfrm>
            <a:prstGeom prst="line">
              <a:avLst/>
            </a:prstGeom>
          </p:spPr>
          <p:style>
            <a:lnRef idx="1">
              <a:schemeClr val="accent1"/>
            </a:lnRef>
            <a:fillRef idx="0">
              <a:schemeClr val="accent1"/>
            </a:fillRef>
            <a:effectRef idx="0">
              <a:schemeClr val="accent1"/>
            </a:effectRef>
            <a:fontRef idx="minor">
              <a:schemeClr val="tx1"/>
            </a:fontRef>
          </p:style>
        </p:cxnSp>
        <p:sp>
          <p:nvSpPr>
            <p:cNvPr id="7" name="箭头: V 形 6">
              <a:extLst>
                <a:ext uri="{FF2B5EF4-FFF2-40B4-BE49-F238E27FC236}">
                  <a16:creationId xmlns:a16="http://schemas.microsoft.com/office/drawing/2014/main" id="{35EAC68C-A365-8954-D278-F33B75E55332}"/>
                </a:ext>
              </a:extLst>
            </p:cNvPr>
            <p:cNvSpPr/>
            <p:nvPr/>
          </p:nvSpPr>
          <p:spPr>
            <a:xfrm>
              <a:off x="9795592" y="2989385"/>
              <a:ext cx="1458758" cy="1397742"/>
            </a:xfrm>
            <a:prstGeom prst="chevron">
              <a:avLst>
                <a:gd name="adj" fmla="val 49913"/>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endParaRPr lang="zh-CN" altLang="en-US" b="1">
                <a:solidFill>
                  <a:srgbClr val="FFFFFF"/>
                </a:solidFill>
              </a:endParaRPr>
            </a:p>
          </p:txBody>
        </p:sp>
        <p:sp>
          <p:nvSpPr>
            <p:cNvPr id="8" name="Title">
              <a:extLst>
                <a:ext uri="{FF2B5EF4-FFF2-40B4-BE49-F238E27FC236}">
                  <a16:creationId xmlns:a16="http://schemas.microsoft.com/office/drawing/2014/main" id="{6509FB92-C918-BA5E-CDD2-9269E09420C1}"/>
                </a:ext>
              </a:extLst>
            </p:cNvPr>
            <p:cNvSpPr txBox="1"/>
            <p:nvPr/>
          </p:nvSpPr>
          <p:spPr>
            <a:xfrm>
              <a:off x="7997370" y="1130299"/>
              <a:ext cx="3521529" cy="1383027"/>
            </a:xfrm>
            <a:prstGeom prst="rect">
              <a:avLst/>
            </a:prstGeom>
            <a:noFill/>
          </p:spPr>
          <p:txBody>
            <a:bodyPr vert="horz" wrap="square" rtlCol="0" anchor="t" anchorCtr="0">
              <a:normAutofit/>
            </a:bodyPr>
            <a:lstStyle/>
            <a:p>
              <a:pPr algn="r"/>
              <a:r>
                <a:rPr lang="zh-CN" altLang="en-US" sz="2400" b="1"/>
                <a:t>生物科技如何改变医疗健康行业</a:t>
              </a:r>
              <a:endParaRPr lang="zh-CN" altLang="en-US" sz="2400" b="1" dirty="0"/>
            </a:p>
          </p:txBody>
        </p:sp>
        <p:cxnSp>
          <p:nvCxnSpPr>
            <p:cNvPr id="9" name="直接连接符 8">
              <a:extLst>
                <a:ext uri="{FF2B5EF4-FFF2-40B4-BE49-F238E27FC236}">
                  <a16:creationId xmlns:a16="http://schemas.microsoft.com/office/drawing/2014/main" id="{5A3C4E40-F188-E60A-1235-1529741E6B94}"/>
                </a:ext>
              </a:extLst>
            </p:cNvPr>
            <p:cNvCxnSpPr>
              <a:cxnSpLocks/>
            </p:cNvCxnSpPr>
            <p:nvPr/>
          </p:nvCxnSpPr>
          <p:spPr>
            <a:xfrm flipV="1">
              <a:off x="9211658" y="3882901"/>
              <a:ext cx="984249" cy="100099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6DCBF123-E6ED-D0B4-A7C3-7543F12810B7}"/>
                </a:ext>
              </a:extLst>
            </p:cNvPr>
            <p:cNvGrpSpPr/>
            <p:nvPr/>
          </p:nvGrpSpPr>
          <p:grpSpPr>
            <a:xfrm>
              <a:off x="774655" y="1893824"/>
              <a:ext cx="3989743" cy="2007954"/>
              <a:chOff x="774655" y="1893824"/>
              <a:chExt cx="3989743" cy="2007954"/>
            </a:xfrm>
          </p:grpSpPr>
          <p:sp>
            <p:nvSpPr>
              <p:cNvPr id="29" name="Number1">
                <a:extLst>
                  <a:ext uri="{FF2B5EF4-FFF2-40B4-BE49-F238E27FC236}">
                    <a16:creationId xmlns:a16="http://schemas.microsoft.com/office/drawing/2014/main" id="{873D8662-58DF-1091-0547-12D9B76AD063}"/>
                  </a:ext>
                </a:extLst>
              </p:cNvPr>
              <p:cNvSpPr/>
              <p:nvPr/>
            </p:nvSpPr>
            <p:spPr>
              <a:xfrm>
                <a:off x="2726011" y="3474734"/>
                <a:ext cx="2038387" cy="427044"/>
              </a:xfrm>
              <a:prstGeom prst="chevron">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US" altLang="zh-CN" b="1" dirty="0">
                    <a:solidFill>
                      <a:srgbClr val="FFFFFF"/>
                    </a:solidFill>
                  </a:rPr>
                  <a:t>01</a:t>
                </a:r>
                <a:endParaRPr lang="zh-CN" altLang="en-US" b="1" dirty="0">
                  <a:solidFill>
                    <a:srgbClr val="FFFFFF"/>
                  </a:solidFill>
                </a:endParaRPr>
              </a:p>
            </p:txBody>
          </p:sp>
          <p:sp>
            <p:nvSpPr>
              <p:cNvPr id="30" name="Bullet1">
                <a:extLst>
                  <a:ext uri="{FF2B5EF4-FFF2-40B4-BE49-F238E27FC236}">
                    <a16:creationId xmlns:a16="http://schemas.microsoft.com/office/drawing/2014/main" id="{91E3DAAF-7B1D-CC8C-702B-FD9AA328C457}"/>
                  </a:ext>
                </a:extLst>
              </p:cNvPr>
              <p:cNvSpPr>
                <a:spLocks/>
              </p:cNvSpPr>
              <p:nvPr/>
            </p:nvSpPr>
            <p:spPr>
              <a:xfrm>
                <a:off x="774655" y="1893824"/>
                <a:ext cx="2293800" cy="4828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chorCtr="0">
                <a:normAutofit/>
              </a:bodyPr>
              <a:lstStyle/>
              <a:p>
                <a:pPr algn="r"/>
                <a:r>
                  <a:rPr lang="zh-CN" altLang="en-US" b="1">
                    <a:solidFill>
                      <a:schemeClr val="tx1"/>
                    </a:solidFill>
                  </a:rPr>
                  <a:t>基因编辑革新</a:t>
                </a:r>
                <a:endParaRPr lang="zh-CN" altLang="en-US" b="1" dirty="0">
                  <a:solidFill>
                    <a:schemeClr val="tx1"/>
                  </a:solidFill>
                </a:endParaRPr>
              </a:p>
            </p:txBody>
          </p:sp>
          <p:sp>
            <p:nvSpPr>
              <p:cNvPr id="31" name="Text1">
                <a:extLst>
                  <a:ext uri="{FF2B5EF4-FFF2-40B4-BE49-F238E27FC236}">
                    <a16:creationId xmlns:a16="http://schemas.microsoft.com/office/drawing/2014/main" id="{D7AE022B-DE40-DCC9-6475-4F0F4CACB669}"/>
                  </a:ext>
                </a:extLst>
              </p:cNvPr>
              <p:cNvSpPr>
                <a:spLocks/>
              </p:cNvSpPr>
              <p:nvPr/>
            </p:nvSpPr>
            <p:spPr>
              <a:xfrm>
                <a:off x="774655" y="2376686"/>
                <a:ext cx="2293800" cy="10009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chorCtr="0">
                <a:normAutofit/>
              </a:bodyPr>
              <a:lstStyle/>
              <a:p>
                <a:pPr algn="r">
                  <a:lnSpc>
                    <a:spcPct val="120000"/>
                  </a:lnSpc>
                </a:pPr>
                <a:r>
                  <a:rPr lang="zh-CN" altLang="en-US" sz="1200">
                    <a:solidFill>
                      <a:schemeClr val="tx1"/>
                    </a:solidFill>
                  </a:rPr>
                  <a:t>定制化治疗方案成为现实</a:t>
                </a:r>
                <a:endParaRPr lang="zh-CN" altLang="en-US" sz="1200" dirty="0">
                  <a:solidFill>
                    <a:schemeClr val="tx1"/>
                  </a:solidFill>
                </a:endParaRPr>
              </a:p>
            </p:txBody>
          </p:sp>
          <p:sp>
            <p:nvSpPr>
              <p:cNvPr id="32" name="IconBackground1">
                <a:extLst>
                  <a:ext uri="{FF2B5EF4-FFF2-40B4-BE49-F238E27FC236}">
                    <a16:creationId xmlns:a16="http://schemas.microsoft.com/office/drawing/2014/main" id="{317F7C6A-CA7F-53D8-69B8-7B7091DF11EA}"/>
                  </a:ext>
                </a:extLst>
              </p:cNvPr>
              <p:cNvSpPr txBox="1">
                <a:spLocks noChangeAspect="1"/>
              </p:cNvSpPr>
              <p:nvPr/>
            </p:nvSpPr>
            <p:spPr>
              <a:xfrm>
                <a:off x="3247772" y="2036621"/>
                <a:ext cx="540000" cy="540000"/>
              </a:xfrm>
              <a:prstGeom prst="roundRect">
                <a:avLst>
                  <a:gd name="adj" fmla="val 50000"/>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defPPr>
                  <a:defRPr lang="en-US"/>
                </a:defPPr>
                <a:lvl1pPr algn="ctr">
                  <a:defRPr b="1">
                    <a:solidFill>
                      <a:srgbClr val="FFFFFF"/>
                    </a:solidFill>
                  </a:defRPr>
                </a:lvl1pPr>
              </a:lstStyle>
              <a:p>
                <a:endParaRPr lang="zh-CN" altLang="en-US" dirty="0">
                  <a:sym typeface="Arial" panose="020B0604020202020204" pitchFamily="34" charset="0"/>
                </a:endParaRPr>
              </a:p>
            </p:txBody>
          </p:sp>
          <p:sp>
            <p:nvSpPr>
              <p:cNvPr id="33" name="Icon1">
                <a:extLst>
                  <a:ext uri="{FF2B5EF4-FFF2-40B4-BE49-F238E27FC236}">
                    <a16:creationId xmlns:a16="http://schemas.microsoft.com/office/drawing/2014/main" id="{507B803F-F258-419C-4677-2984C0D0674F}"/>
                  </a:ext>
                </a:extLst>
              </p:cNvPr>
              <p:cNvSpPr/>
              <p:nvPr/>
            </p:nvSpPr>
            <p:spPr>
              <a:xfrm>
                <a:off x="3404658" y="2168918"/>
                <a:ext cx="226228" cy="275406"/>
              </a:xfrm>
              <a:custGeom>
                <a:avLst/>
                <a:gdLst>
                  <a:gd name="connsiteX0" fmla="*/ 284197 w 438150"/>
                  <a:gd name="connsiteY0" fmla="*/ 621 h 533400"/>
                  <a:gd name="connsiteX1" fmla="*/ 286102 w 438150"/>
                  <a:gd name="connsiteY1" fmla="*/ 621 h 533400"/>
                  <a:gd name="connsiteX2" fmla="*/ 286102 w 438150"/>
                  <a:gd name="connsiteY2" fmla="*/ 124446 h 533400"/>
                  <a:gd name="connsiteX3" fmla="*/ 286102 w 438150"/>
                  <a:gd name="connsiteY3" fmla="*/ 126351 h 533400"/>
                  <a:gd name="connsiteX4" fmla="*/ 314677 w 438150"/>
                  <a:gd name="connsiteY4" fmla="*/ 153021 h 533400"/>
                  <a:gd name="connsiteX5" fmla="*/ 314677 w 438150"/>
                  <a:gd name="connsiteY5" fmla="*/ 153021 h 533400"/>
                  <a:gd name="connsiteX6" fmla="*/ 438502 w 438150"/>
                  <a:gd name="connsiteY6" fmla="*/ 153021 h 533400"/>
                  <a:gd name="connsiteX7" fmla="*/ 438502 w 438150"/>
                  <a:gd name="connsiteY7" fmla="*/ 154926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4197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49907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724 w 438150"/>
                  <a:gd name="connsiteY34" fmla="*/ 133971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4197" y="621"/>
                    </a:moveTo>
                    <a:cubicBezTo>
                      <a:pt x="285149" y="621"/>
                      <a:pt x="286102" y="621"/>
                      <a:pt x="286102" y="621"/>
                    </a:cubicBezTo>
                    <a:lnTo>
                      <a:pt x="286102" y="124446"/>
                    </a:lnTo>
                    <a:lnTo>
                      <a:pt x="286102" y="126351"/>
                    </a:lnTo>
                    <a:cubicBezTo>
                      <a:pt x="287055" y="141591"/>
                      <a:pt x="299437" y="153021"/>
                      <a:pt x="314677" y="153021"/>
                    </a:cubicBezTo>
                    <a:lnTo>
                      <a:pt x="314677" y="153021"/>
                    </a:lnTo>
                    <a:lnTo>
                      <a:pt x="438502" y="153021"/>
                    </a:lnTo>
                    <a:cubicBezTo>
                      <a:pt x="438502" y="153974"/>
                      <a:pt x="438502" y="154926"/>
                      <a:pt x="438502" y="154926"/>
                    </a:cubicBezTo>
                    <a:lnTo>
                      <a:pt x="438502" y="505446"/>
                    </a:lnTo>
                    <a:cubicBezTo>
                      <a:pt x="438502" y="521639"/>
                      <a:pt x="426120" y="534021"/>
                      <a:pt x="409927" y="534021"/>
                    </a:cubicBezTo>
                    <a:lnTo>
                      <a:pt x="28927" y="534021"/>
                    </a:lnTo>
                    <a:cubicBezTo>
                      <a:pt x="12734" y="534021"/>
                      <a:pt x="352" y="521639"/>
                      <a:pt x="352" y="505446"/>
                    </a:cubicBezTo>
                    <a:lnTo>
                      <a:pt x="352" y="29196"/>
                    </a:lnTo>
                    <a:cubicBezTo>
                      <a:pt x="352" y="13004"/>
                      <a:pt x="12734" y="621"/>
                      <a:pt x="28927" y="621"/>
                    </a:cubicBezTo>
                    <a:lnTo>
                      <a:pt x="284197" y="621"/>
                    </a:lnTo>
                    <a:close/>
                    <a:moveTo>
                      <a:pt x="248002" y="200646"/>
                    </a:moveTo>
                    <a:lnTo>
                      <a:pt x="152752" y="200646"/>
                    </a:lnTo>
                    <a:lnTo>
                      <a:pt x="152752" y="410196"/>
                    </a:lnTo>
                    <a:lnTo>
                      <a:pt x="171802" y="410196"/>
                    </a:lnTo>
                    <a:lnTo>
                      <a:pt x="171802" y="314946"/>
                    </a:lnTo>
                    <a:lnTo>
                      <a:pt x="248002" y="314946"/>
                    </a:lnTo>
                    <a:lnTo>
                      <a:pt x="249907" y="314946"/>
                    </a:lnTo>
                    <a:cubicBezTo>
                      <a:pt x="280387" y="313994"/>
                      <a:pt x="305152" y="288276"/>
                      <a:pt x="305152" y="257796"/>
                    </a:cubicBezTo>
                    <a:cubicBezTo>
                      <a:pt x="305152" y="226364"/>
                      <a:pt x="279434" y="200646"/>
                      <a:pt x="248002" y="200646"/>
                    </a:cubicBezTo>
                    <a:lnTo>
                      <a:pt x="248002" y="200646"/>
                    </a:lnTo>
                    <a:close/>
                    <a:moveTo>
                      <a:pt x="248002" y="219696"/>
                    </a:moveTo>
                    <a:cubicBezTo>
                      <a:pt x="268957" y="219696"/>
                      <a:pt x="286102" y="236841"/>
                      <a:pt x="286102" y="257796"/>
                    </a:cubicBezTo>
                    <a:cubicBezTo>
                      <a:pt x="286102" y="278751"/>
                      <a:pt x="268957" y="295896"/>
                      <a:pt x="248002" y="295896"/>
                    </a:cubicBezTo>
                    <a:lnTo>
                      <a:pt x="248002" y="295896"/>
                    </a:lnTo>
                    <a:lnTo>
                      <a:pt x="171802" y="295896"/>
                    </a:lnTo>
                    <a:lnTo>
                      <a:pt x="171802" y="219696"/>
                    </a:lnTo>
                    <a:lnTo>
                      <a:pt x="248002" y="219696"/>
                    </a:lnTo>
                    <a:close/>
                    <a:moveTo>
                      <a:pt x="428977" y="133971"/>
                    </a:moveTo>
                    <a:lnTo>
                      <a:pt x="314677" y="133971"/>
                    </a:lnTo>
                    <a:lnTo>
                      <a:pt x="313724" y="133971"/>
                    </a:lnTo>
                    <a:cubicBezTo>
                      <a:pt x="308962" y="133019"/>
                      <a:pt x="305152" y="129209"/>
                      <a:pt x="305152" y="124446"/>
                    </a:cubicBezTo>
                    <a:lnTo>
                      <a:pt x="305152" y="124446"/>
                    </a:lnTo>
                    <a:lnTo>
                      <a:pt x="305152" y="10146"/>
                    </a:lnTo>
                    <a:lnTo>
                      <a:pt x="428977" y="133971"/>
                    </a:ln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1" name="组合 10">
              <a:extLst>
                <a:ext uri="{FF2B5EF4-FFF2-40B4-BE49-F238E27FC236}">
                  <a16:creationId xmlns:a16="http://schemas.microsoft.com/office/drawing/2014/main" id="{E95088CF-E0C4-68A7-D90C-2DA0F36470B7}"/>
                </a:ext>
              </a:extLst>
            </p:cNvPr>
            <p:cNvGrpSpPr/>
            <p:nvPr/>
          </p:nvGrpSpPr>
          <p:grpSpPr>
            <a:xfrm>
              <a:off x="1978773" y="3474734"/>
              <a:ext cx="4668813" cy="2659366"/>
              <a:chOff x="1978773" y="3474734"/>
              <a:chExt cx="4668813" cy="2659366"/>
            </a:xfrm>
          </p:grpSpPr>
          <p:sp>
            <p:nvSpPr>
              <p:cNvPr id="24" name="Number2">
                <a:extLst>
                  <a:ext uri="{FF2B5EF4-FFF2-40B4-BE49-F238E27FC236}">
                    <a16:creationId xmlns:a16="http://schemas.microsoft.com/office/drawing/2014/main" id="{22E25CF1-A61E-599A-AE6D-047A768354AF}"/>
                  </a:ext>
                </a:extLst>
              </p:cNvPr>
              <p:cNvSpPr/>
              <p:nvPr/>
            </p:nvSpPr>
            <p:spPr>
              <a:xfrm>
                <a:off x="4609199" y="3474734"/>
                <a:ext cx="2038387" cy="427044"/>
              </a:xfrm>
              <a:prstGeom prst="chevron">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02</a:t>
                </a:r>
                <a:endParaRPr lang="zh-CN" altLang="en-US" b="1" dirty="0">
                  <a:solidFill>
                    <a:srgbClr val="FFFFFF"/>
                  </a:solidFill>
                  <a:cs typeface="+mn-ea"/>
                </a:endParaRPr>
              </a:p>
            </p:txBody>
          </p:sp>
          <p:sp>
            <p:nvSpPr>
              <p:cNvPr id="25" name="Bullet2">
                <a:extLst>
                  <a:ext uri="{FF2B5EF4-FFF2-40B4-BE49-F238E27FC236}">
                    <a16:creationId xmlns:a16="http://schemas.microsoft.com/office/drawing/2014/main" id="{A0F86FC8-C6C1-A26B-3F7E-9C07146B054E}"/>
                  </a:ext>
                </a:extLst>
              </p:cNvPr>
              <p:cNvSpPr>
                <a:spLocks/>
              </p:cNvSpPr>
              <p:nvPr/>
            </p:nvSpPr>
            <p:spPr>
              <a:xfrm>
                <a:off x="1978773" y="4650248"/>
                <a:ext cx="2851770" cy="4828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chorCtr="0">
                <a:normAutofit/>
              </a:bodyPr>
              <a:lstStyle/>
              <a:p>
                <a:pPr algn="r"/>
                <a:r>
                  <a:rPr lang="zh-CN" altLang="en-US" b="1">
                    <a:solidFill>
                      <a:schemeClr val="tx1"/>
                    </a:solidFill>
                  </a:rPr>
                  <a:t>再生医学进展</a:t>
                </a:r>
                <a:endParaRPr lang="zh-CN" altLang="en-US" b="1" dirty="0">
                  <a:solidFill>
                    <a:schemeClr val="tx1"/>
                  </a:solidFill>
                </a:endParaRPr>
              </a:p>
            </p:txBody>
          </p:sp>
          <p:sp>
            <p:nvSpPr>
              <p:cNvPr id="26" name="Text2">
                <a:extLst>
                  <a:ext uri="{FF2B5EF4-FFF2-40B4-BE49-F238E27FC236}">
                    <a16:creationId xmlns:a16="http://schemas.microsoft.com/office/drawing/2014/main" id="{C751A5D4-E1E7-BAA4-1C92-0FE3C41DFAC3}"/>
                  </a:ext>
                </a:extLst>
              </p:cNvPr>
              <p:cNvSpPr>
                <a:spLocks/>
              </p:cNvSpPr>
              <p:nvPr/>
            </p:nvSpPr>
            <p:spPr>
              <a:xfrm>
                <a:off x="1978773" y="5133110"/>
                <a:ext cx="2851770" cy="10009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chorCtr="0">
                <a:normAutofit/>
              </a:bodyPr>
              <a:lstStyle/>
              <a:p>
                <a:pPr algn="r">
                  <a:lnSpc>
                    <a:spcPct val="120000"/>
                  </a:lnSpc>
                </a:pPr>
                <a:r>
                  <a:rPr lang="zh-CN" altLang="en-US" sz="1200">
                    <a:solidFill>
                      <a:schemeClr val="tx1"/>
                    </a:solidFill>
                  </a:rPr>
                  <a:t>器官再生与移植迎来新希望</a:t>
                </a:r>
                <a:endParaRPr lang="zh-CN" altLang="en-US" sz="1200" dirty="0">
                  <a:solidFill>
                    <a:schemeClr val="tx1"/>
                  </a:solidFill>
                </a:endParaRPr>
              </a:p>
            </p:txBody>
          </p:sp>
          <p:sp>
            <p:nvSpPr>
              <p:cNvPr id="27" name="IconBackground2">
                <a:extLst>
                  <a:ext uri="{FF2B5EF4-FFF2-40B4-BE49-F238E27FC236}">
                    <a16:creationId xmlns:a16="http://schemas.microsoft.com/office/drawing/2014/main" id="{059B65C8-5849-CBDA-79B3-E095624417BE}"/>
                  </a:ext>
                </a:extLst>
              </p:cNvPr>
              <p:cNvSpPr txBox="1">
                <a:spLocks noChangeAspect="1"/>
              </p:cNvSpPr>
              <p:nvPr/>
            </p:nvSpPr>
            <p:spPr>
              <a:xfrm>
                <a:off x="5066527" y="4782552"/>
                <a:ext cx="540000" cy="540000"/>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342900" indent="-342900" algn="ctr" defTabSz="895350">
                  <a:buSzPct val="120000"/>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28" name="Icon2">
                <a:extLst>
                  <a:ext uri="{FF2B5EF4-FFF2-40B4-BE49-F238E27FC236}">
                    <a16:creationId xmlns:a16="http://schemas.microsoft.com/office/drawing/2014/main" id="{18F7B19B-5F48-75C2-36D9-88E1400055BD}"/>
                  </a:ext>
                </a:extLst>
              </p:cNvPr>
              <p:cNvSpPr/>
              <p:nvPr/>
            </p:nvSpPr>
            <p:spPr>
              <a:xfrm>
                <a:off x="5198825" y="4949275"/>
                <a:ext cx="275406" cy="206554"/>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133 w 533400"/>
                  <a:gd name="connsiteY9" fmla="*/ 198741 h 400050"/>
                  <a:gd name="connsiteX10" fmla="*/ 351128 w 533400"/>
                  <a:gd name="connsiteY10" fmla="*/ 204456 h 400050"/>
                  <a:gd name="connsiteX11" fmla="*/ 351128 w 533400"/>
                  <a:gd name="connsiteY11" fmla="*/ 204456 h 400050"/>
                  <a:gd name="connsiteX12" fmla="*/ 267308 w 533400"/>
                  <a:gd name="connsiteY12" fmla="*/ 315899 h 400050"/>
                  <a:gd name="connsiteX13" fmla="*/ 264451 w 533400"/>
                  <a:gd name="connsiteY13" fmla="*/ 318756 h 400050"/>
                  <a:gd name="connsiteX14" fmla="*/ 224446 w 533400"/>
                  <a:gd name="connsiteY14" fmla="*/ 318756 h 400050"/>
                  <a:gd name="connsiteX15" fmla="*/ 224446 w 533400"/>
                  <a:gd name="connsiteY15" fmla="*/ 318756 h 400050"/>
                  <a:gd name="connsiteX16" fmla="*/ 162533 w 533400"/>
                  <a:gd name="connsiteY16" fmla="*/ 257796 h 400050"/>
                  <a:gd name="connsiteX17" fmla="*/ 160628 w 533400"/>
                  <a:gd name="connsiteY17" fmla="*/ 255891 h 400050"/>
                  <a:gd name="connsiteX18" fmla="*/ 120623 w 533400"/>
                  <a:gd name="connsiteY18" fmla="*/ 259701 h 400050"/>
                  <a:gd name="connsiteX19" fmla="*/ 120623 w 533400"/>
                  <a:gd name="connsiteY19" fmla="*/ 259701 h 400050"/>
                  <a:gd name="connsiteX20" fmla="*/ 32993 w 533400"/>
                  <a:gd name="connsiteY20" fmla="*/ 366381 h 400050"/>
                  <a:gd name="connsiteX21" fmla="*/ 31088 w 533400"/>
                  <a:gd name="connsiteY21" fmla="*/ 372096 h 400050"/>
                  <a:gd name="connsiteX22" fmla="*/ 40613 w 533400"/>
                  <a:gd name="connsiteY22" fmla="*/ 381621 h 400050"/>
                  <a:gd name="connsiteX23" fmla="*/ 40613 w 533400"/>
                  <a:gd name="connsiteY23" fmla="*/ 381621 h 400050"/>
                  <a:gd name="connsiteX24" fmla="*/ 497813 w 533400"/>
                  <a:gd name="connsiteY24" fmla="*/ 381621 h 400050"/>
                  <a:gd name="connsiteX25" fmla="*/ 503528 w 533400"/>
                  <a:gd name="connsiteY25" fmla="*/ 379716 h 400050"/>
                  <a:gd name="connsiteX26" fmla="*/ 506386 w 533400"/>
                  <a:gd name="connsiteY26" fmla="*/ 366381 h 400050"/>
                  <a:gd name="connsiteX27" fmla="*/ 506386 w 533400"/>
                  <a:gd name="connsiteY27" fmla="*/ 366381 h 400050"/>
                  <a:gd name="connsiteX28" fmla="*/ 398753 w 533400"/>
                  <a:gd name="connsiteY28" fmla="*/ 205409 h 400050"/>
                  <a:gd name="connsiteX29" fmla="*/ 391133 w 533400"/>
                  <a:gd name="connsiteY29" fmla="*/ 198741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626" y="621"/>
                      <a:pt x="534008" y="13004"/>
                      <a:pt x="534008" y="29196"/>
                    </a:cubicBezTo>
                    <a:lnTo>
                      <a:pt x="534008" y="372096"/>
                    </a:lnTo>
                    <a:cubicBezTo>
                      <a:pt x="534008" y="388289"/>
                      <a:pt x="521626" y="400671"/>
                      <a:pt x="505433" y="400671"/>
                    </a:cubicBezTo>
                    <a:lnTo>
                      <a:pt x="29183" y="400671"/>
                    </a:lnTo>
                    <a:cubicBezTo>
                      <a:pt x="12990" y="400671"/>
                      <a:pt x="608" y="388289"/>
                      <a:pt x="608" y="372096"/>
                    </a:cubicBezTo>
                    <a:lnTo>
                      <a:pt x="608" y="29196"/>
                    </a:lnTo>
                    <a:cubicBezTo>
                      <a:pt x="608" y="13004"/>
                      <a:pt x="12990" y="621"/>
                      <a:pt x="29183" y="621"/>
                    </a:cubicBezTo>
                    <a:lnTo>
                      <a:pt x="505433" y="621"/>
                    </a:lnTo>
                    <a:close/>
                    <a:moveTo>
                      <a:pt x="391133" y="198741"/>
                    </a:moveTo>
                    <a:cubicBezTo>
                      <a:pt x="378751" y="189216"/>
                      <a:pt x="360653" y="192074"/>
                      <a:pt x="351128" y="204456"/>
                    </a:cubicBezTo>
                    <a:lnTo>
                      <a:pt x="351128" y="204456"/>
                    </a:lnTo>
                    <a:lnTo>
                      <a:pt x="267308" y="315899"/>
                    </a:lnTo>
                    <a:cubicBezTo>
                      <a:pt x="266355" y="316851"/>
                      <a:pt x="265403" y="317804"/>
                      <a:pt x="264451" y="318756"/>
                    </a:cubicBezTo>
                    <a:cubicBezTo>
                      <a:pt x="253021" y="330186"/>
                      <a:pt x="234923" y="330186"/>
                      <a:pt x="224446" y="318756"/>
                    </a:cubicBezTo>
                    <a:lnTo>
                      <a:pt x="224446" y="318756"/>
                    </a:lnTo>
                    <a:lnTo>
                      <a:pt x="162533" y="257796"/>
                    </a:lnTo>
                    <a:cubicBezTo>
                      <a:pt x="161580" y="256844"/>
                      <a:pt x="161580" y="256844"/>
                      <a:pt x="160628" y="255891"/>
                    </a:cubicBezTo>
                    <a:cubicBezTo>
                      <a:pt x="148246" y="245414"/>
                      <a:pt x="130148" y="247319"/>
                      <a:pt x="120623" y="259701"/>
                    </a:cubicBezTo>
                    <a:lnTo>
                      <a:pt x="120623" y="259701"/>
                    </a:lnTo>
                    <a:lnTo>
                      <a:pt x="32993" y="366381"/>
                    </a:lnTo>
                    <a:cubicBezTo>
                      <a:pt x="32040" y="368286"/>
                      <a:pt x="31088" y="370191"/>
                      <a:pt x="31088" y="372096"/>
                    </a:cubicBezTo>
                    <a:cubicBezTo>
                      <a:pt x="31088" y="377811"/>
                      <a:pt x="34898" y="381621"/>
                      <a:pt x="40613" y="381621"/>
                    </a:cubicBezTo>
                    <a:lnTo>
                      <a:pt x="40613" y="381621"/>
                    </a:lnTo>
                    <a:lnTo>
                      <a:pt x="497813" y="381621"/>
                    </a:lnTo>
                    <a:cubicBezTo>
                      <a:pt x="499718" y="381621"/>
                      <a:pt x="501623" y="380669"/>
                      <a:pt x="503528" y="379716"/>
                    </a:cubicBezTo>
                    <a:cubicBezTo>
                      <a:pt x="508290" y="376859"/>
                      <a:pt x="509243" y="371144"/>
                      <a:pt x="506386" y="366381"/>
                    </a:cubicBezTo>
                    <a:lnTo>
                      <a:pt x="506386" y="366381"/>
                    </a:lnTo>
                    <a:lnTo>
                      <a:pt x="398753" y="205409"/>
                    </a:lnTo>
                    <a:cubicBezTo>
                      <a:pt x="395896" y="202551"/>
                      <a:pt x="393990" y="200646"/>
                      <a:pt x="391133" y="198741"/>
                    </a:cubicBezTo>
                    <a:close/>
                    <a:moveTo>
                      <a:pt x="95858" y="57771"/>
                    </a:moveTo>
                    <a:cubicBezTo>
                      <a:pt x="74903" y="57771"/>
                      <a:pt x="57758" y="74916"/>
                      <a:pt x="57758" y="95871"/>
                    </a:cubicBezTo>
                    <a:cubicBezTo>
                      <a:pt x="57758" y="116826"/>
                      <a:pt x="74903" y="133971"/>
                      <a:pt x="95858" y="133971"/>
                    </a:cubicBezTo>
                    <a:cubicBezTo>
                      <a:pt x="116813" y="133971"/>
                      <a:pt x="133958" y="116826"/>
                      <a:pt x="133958" y="95871"/>
                    </a:cubicBezTo>
                    <a:cubicBezTo>
                      <a:pt x="133958" y="74916"/>
                      <a:pt x="116813" y="57771"/>
                      <a:pt x="95858" y="577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2" name="组合 11">
              <a:extLst>
                <a:ext uri="{FF2B5EF4-FFF2-40B4-BE49-F238E27FC236}">
                  <a16:creationId xmlns:a16="http://schemas.microsoft.com/office/drawing/2014/main" id="{100C3C86-69AE-5A46-69DB-C68E4C4AC3F7}"/>
                </a:ext>
              </a:extLst>
            </p:cNvPr>
            <p:cNvGrpSpPr/>
            <p:nvPr/>
          </p:nvGrpSpPr>
          <p:grpSpPr>
            <a:xfrm>
              <a:off x="4539081" y="1893824"/>
              <a:ext cx="3991695" cy="2007954"/>
              <a:chOff x="4539081" y="1893824"/>
              <a:chExt cx="3991695" cy="2007954"/>
            </a:xfrm>
          </p:grpSpPr>
          <p:sp>
            <p:nvSpPr>
              <p:cNvPr id="19" name="Number3">
                <a:extLst>
                  <a:ext uri="{FF2B5EF4-FFF2-40B4-BE49-F238E27FC236}">
                    <a16:creationId xmlns:a16="http://schemas.microsoft.com/office/drawing/2014/main" id="{54154B88-8246-A415-6C8E-87CC64B1C2D3}"/>
                  </a:ext>
                </a:extLst>
              </p:cNvPr>
              <p:cNvSpPr/>
              <p:nvPr/>
            </p:nvSpPr>
            <p:spPr>
              <a:xfrm>
                <a:off x="6492389" y="3474734"/>
                <a:ext cx="2038387" cy="427044"/>
              </a:xfrm>
              <a:prstGeom prst="chevron">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p>
                <a:pPr algn="ctr"/>
                <a:r>
                  <a:rPr lang="en-US" altLang="zh-CN" b="1" dirty="0">
                    <a:solidFill>
                      <a:srgbClr val="FFFFFF"/>
                    </a:solidFill>
                  </a:rPr>
                  <a:t>03</a:t>
                </a:r>
                <a:endParaRPr lang="zh-CN" altLang="en-US" b="1" dirty="0">
                  <a:solidFill>
                    <a:srgbClr val="FFFFFF"/>
                  </a:solidFill>
                </a:endParaRPr>
              </a:p>
            </p:txBody>
          </p:sp>
          <p:sp>
            <p:nvSpPr>
              <p:cNvPr id="20" name="Bullet3">
                <a:extLst>
                  <a:ext uri="{FF2B5EF4-FFF2-40B4-BE49-F238E27FC236}">
                    <a16:creationId xmlns:a16="http://schemas.microsoft.com/office/drawing/2014/main" id="{4C755397-BB00-10D0-AB1D-98CAFE6231B8}"/>
                  </a:ext>
                </a:extLst>
              </p:cNvPr>
              <p:cNvSpPr>
                <a:spLocks/>
              </p:cNvSpPr>
              <p:nvPr/>
            </p:nvSpPr>
            <p:spPr>
              <a:xfrm>
                <a:off x="4539081" y="1893824"/>
                <a:ext cx="2293800" cy="4828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chorCtr="0">
                <a:normAutofit/>
              </a:bodyPr>
              <a:lstStyle/>
              <a:p>
                <a:pPr algn="r"/>
                <a:r>
                  <a:rPr lang="zh-CN" altLang="en-US" b="1">
                    <a:solidFill>
                      <a:schemeClr val="tx1"/>
                    </a:solidFill>
                  </a:rPr>
                  <a:t>精准医疗崛起</a:t>
                </a:r>
                <a:endParaRPr lang="zh-CN" altLang="en-US" b="1" dirty="0">
                  <a:solidFill>
                    <a:schemeClr val="tx1"/>
                  </a:solidFill>
                </a:endParaRPr>
              </a:p>
            </p:txBody>
          </p:sp>
          <p:sp>
            <p:nvSpPr>
              <p:cNvPr id="21" name="Text3">
                <a:extLst>
                  <a:ext uri="{FF2B5EF4-FFF2-40B4-BE49-F238E27FC236}">
                    <a16:creationId xmlns:a16="http://schemas.microsoft.com/office/drawing/2014/main" id="{87935140-3926-1F36-A4B0-8E9270627F69}"/>
                  </a:ext>
                </a:extLst>
              </p:cNvPr>
              <p:cNvSpPr>
                <a:spLocks/>
              </p:cNvSpPr>
              <p:nvPr/>
            </p:nvSpPr>
            <p:spPr>
              <a:xfrm>
                <a:off x="4539081" y="2376686"/>
                <a:ext cx="2293800" cy="10009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chorCtr="0">
                <a:normAutofit/>
              </a:bodyPr>
              <a:lstStyle/>
              <a:p>
                <a:pPr algn="r">
                  <a:lnSpc>
                    <a:spcPct val="120000"/>
                  </a:lnSpc>
                </a:pPr>
                <a:r>
                  <a:rPr lang="zh-CN" altLang="en-US" sz="1200">
                    <a:solidFill>
                      <a:schemeClr val="tx1"/>
                    </a:solidFill>
                  </a:rPr>
                  <a:t>基于个体基因特征的精准治疗</a:t>
                </a:r>
                <a:endParaRPr lang="zh-CN" altLang="en-US" sz="1200" dirty="0">
                  <a:solidFill>
                    <a:schemeClr val="tx1"/>
                  </a:solidFill>
                </a:endParaRPr>
              </a:p>
            </p:txBody>
          </p:sp>
          <p:sp>
            <p:nvSpPr>
              <p:cNvPr id="22" name="IconBackground3">
                <a:extLst>
                  <a:ext uri="{FF2B5EF4-FFF2-40B4-BE49-F238E27FC236}">
                    <a16:creationId xmlns:a16="http://schemas.microsoft.com/office/drawing/2014/main" id="{0C9416BE-CF76-A50A-CFAB-0373D7CA0C3F}"/>
                  </a:ext>
                </a:extLst>
              </p:cNvPr>
              <p:cNvSpPr txBox="1">
                <a:spLocks noChangeAspect="1"/>
              </p:cNvSpPr>
              <p:nvPr/>
            </p:nvSpPr>
            <p:spPr>
              <a:xfrm>
                <a:off x="6949035" y="2036621"/>
                <a:ext cx="540000" cy="540000"/>
              </a:xfrm>
              <a:prstGeom prst="roundRect">
                <a:avLst>
                  <a:gd name="adj" fmla="val 50000"/>
                </a:avLst>
              </a:prstGeom>
              <a:gradFill>
                <a:gsLst>
                  <a:gs pos="0">
                    <a:schemeClr val="accent1">
                      <a:lumMod val="60000"/>
                      <a:lumOff val="40000"/>
                    </a:schemeClr>
                  </a:gs>
                  <a:gs pos="60000">
                    <a:schemeClr val="accent1"/>
                  </a:gs>
                </a:gsLst>
                <a:lin ang="2700000" scaled="0"/>
              </a:gradFill>
            </p:spPr>
            <p:txBody>
              <a:bodyPr wrap="square" lIns="91440" tIns="45720" rIns="91440" bIns="45720" rtlCol="0" anchor="ctr" anchorCtr="1">
                <a:normAutofit/>
              </a:bodyPr>
              <a:lstStyle>
                <a:defPPr>
                  <a:defRPr lang="en-US"/>
                </a:defPPr>
                <a:lvl1pPr algn="ctr">
                  <a:defRPr b="1">
                    <a:solidFill>
                      <a:srgbClr val="FFFFFF"/>
                    </a:solidFill>
                  </a:defRPr>
                </a:lvl1pPr>
              </a:lstStyle>
              <a:p>
                <a:endParaRPr lang="zh-CN" altLang="en-US" dirty="0">
                  <a:sym typeface="Arial" panose="020B0604020202020204" pitchFamily="34" charset="0"/>
                </a:endParaRPr>
              </a:p>
            </p:txBody>
          </p:sp>
          <p:sp>
            <p:nvSpPr>
              <p:cNvPr id="23" name="Icon3">
                <a:extLst>
                  <a:ext uri="{FF2B5EF4-FFF2-40B4-BE49-F238E27FC236}">
                    <a16:creationId xmlns:a16="http://schemas.microsoft.com/office/drawing/2014/main" id="{C0063202-CD36-9088-C9E4-AECCA3295315}"/>
                  </a:ext>
                </a:extLst>
              </p:cNvPr>
              <p:cNvSpPr/>
              <p:nvPr/>
            </p:nvSpPr>
            <p:spPr>
              <a:xfrm>
                <a:off x="7091168" y="2171377"/>
                <a:ext cx="255734" cy="270488"/>
              </a:xfrm>
              <a:custGeom>
                <a:avLst/>
                <a:gdLst>
                  <a:gd name="connsiteX0" fmla="*/ 371955 w 495300"/>
                  <a:gd name="connsiteY0" fmla="*/ 621 h 523875"/>
                  <a:gd name="connsiteX1" fmla="*/ 400530 w 495300"/>
                  <a:gd name="connsiteY1" fmla="*/ 29196 h 523875"/>
                  <a:gd name="connsiteX2" fmla="*/ 400530 w 495300"/>
                  <a:gd name="connsiteY2" fmla="*/ 133971 h 523875"/>
                  <a:gd name="connsiteX3" fmla="*/ 371955 w 495300"/>
                  <a:gd name="connsiteY3" fmla="*/ 162546 h 523875"/>
                  <a:gd name="connsiteX4" fmla="*/ 257655 w 495300"/>
                  <a:gd name="connsiteY4" fmla="*/ 162546 h 523875"/>
                  <a:gd name="connsiteX5" fmla="*/ 257655 w 495300"/>
                  <a:gd name="connsiteY5" fmla="*/ 286371 h 523875"/>
                  <a:gd name="connsiteX6" fmla="*/ 419580 w 495300"/>
                  <a:gd name="connsiteY6" fmla="*/ 286371 h 523875"/>
                  <a:gd name="connsiteX7" fmla="*/ 457680 w 495300"/>
                  <a:gd name="connsiteY7" fmla="*/ 322566 h 523875"/>
                  <a:gd name="connsiteX8" fmla="*/ 457680 w 495300"/>
                  <a:gd name="connsiteY8" fmla="*/ 324471 h 523875"/>
                  <a:gd name="connsiteX9" fmla="*/ 457680 w 495300"/>
                  <a:gd name="connsiteY9" fmla="*/ 429246 h 523875"/>
                  <a:gd name="connsiteX10" fmla="*/ 476730 w 495300"/>
                  <a:gd name="connsiteY10" fmla="*/ 429246 h 523875"/>
                  <a:gd name="connsiteX11" fmla="*/ 495780 w 495300"/>
                  <a:gd name="connsiteY11" fmla="*/ 448296 h 523875"/>
                  <a:gd name="connsiteX12" fmla="*/ 495780 w 495300"/>
                  <a:gd name="connsiteY12" fmla="*/ 505446 h 523875"/>
                  <a:gd name="connsiteX13" fmla="*/ 476730 w 495300"/>
                  <a:gd name="connsiteY13" fmla="*/ 524496 h 523875"/>
                  <a:gd name="connsiteX14" fmla="*/ 419580 w 495300"/>
                  <a:gd name="connsiteY14" fmla="*/ 524496 h 523875"/>
                  <a:gd name="connsiteX15" fmla="*/ 400530 w 495300"/>
                  <a:gd name="connsiteY15" fmla="*/ 505446 h 523875"/>
                  <a:gd name="connsiteX16" fmla="*/ 400530 w 495300"/>
                  <a:gd name="connsiteY16" fmla="*/ 448296 h 523875"/>
                  <a:gd name="connsiteX17" fmla="*/ 419580 w 495300"/>
                  <a:gd name="connsiteY17" fmla="*/ 429246 h 523875"/>
                  <a:gd name="connsiteX18" fmla="*/ 438630 w 495300"/>
                  <a:gd name="connsiteY18" fmla="*/ 429246 h 523875"/>
                  <a:gd name="connsiteX19" fmla="*/ 438630 w 495300"/>
                  <a:gd name="connsiteY19" fmla="*/ 324471 h 523875"/>
                  <a:gd name="connsiteX20" fmla="*/ 420533 w 495300"/>
                  <a:gd name="connsiteY20" fmla="*/ 305421 h 523875"/>
                  <a:gd name="connsiteX21" fmla="*/ 419580 w 495300"/>
                  <a:gd name="connsiteY21" fmla="*/ 305421 h 523875"/>
                  <a:gd name="connsiteX22" fmla="*/ 257655 w 495300"/>
                  <a:gd name="connsiteY22" fmla="*/ 305421 h 523875"/>
                  <a:gd name="connsiteX23" fmla="*/ 257655 w 495300"/>
                  <a:gd name="connsiteY23" fmla="*/ 429246 h 523875"/>
                  <a:gd name="connsiteX24" fmla="*/ 276705 w 495300"/>
                  <a:gd name="connsiteY24" fmla="*/ 429246 h 523875"/>
                  <a:gd name="connsiteX25" fmla="*/ 295755 w 495300"/>
                  <a:gd name="connsiteY25" fmla="*/ 448296 h 523875"/>
                  <a:gd name="connsiteX26" fmla="*/ 295755 w 495300"/>
                  <a:gd name="connsiteY26" fmla="*/ 505446 h 523875"/>
                  <a:gd name="connsiteX27" fmla="*/ 276705 w 495300"/>
                  <a:gd name="connsiteY27" fmla="*/ 524496 h 523875"/>
                  <a:gd name="connsiteX28" fmla="*/ 219555 w 495300"/>
                  <a:gd name="connsiteY28" fmla="*/ 524496 h 523875"/>
                  <a:gd name="connsiteX29" fmla="*/ 200505 w 495300"/>
                  <a:gd name="connsiteY29" fmla="*/ 505446 h 523875"/>
                  <a:gd name="connsiteX30" fmla="*/ 200505 w 495300"/>
                  <a:gd name="connsiteY30" fmla="*/ 448296 h 523875"/>
                  <a:gd name="connsiteX31" fmla="*/ 219555 w 495300"/>
                  <a:gd name="connsiteY31" fmla="*/ 429246 h 523875"/>
                  <a:gd name="connsiteX32" fmla="*/ 238605 w 495300"/>
                  <a:gd name="connsiteY32" fmla="*/ 429246 h 523875"/>
                  <a:gd name="connsiteX33" fmla="*/ 238605 w 495300"/>
                  <a:gd name="connsiteY33" fmla="*/ 305421 h 523875"/>
                  <a:gd name="connsiteX34" fmla="*/ 76680 w 495300"/>
                  <a:gd name="connsiteY34" fmla="*/ 305421 h 523875"/>
                  <a:gd name="connsiteX35" fmla="*/ 57630 w 495300"/>
                  <a:gd name="connsiteY35" fmla="*/ 323519 h 523875"/>
                  <a:gd name="connsiteX36" fmla="*/ 57630 w 495300"/>
                  <a:gd name="connsiteY36" fmla="*/ 324471 h 523875"/>
                  <a:gd name="connsiteX37" fmla="*/ 57630 w 495300"/>
                  <a:gd name="connsiteY37" fmla="*/ 429246 h 523875"/>
                  <a:gd name="connsiteX38" fmla="*/ 76680 w 495300"/>
                  <a:gd name="connsiteY38" fmla="*/ 429246 h 523875"/>
                  <a:gd name="connsiteX39" fmla="*/ 95730 w 495300"/>
                  <a:gd name="connsiteY39" fmla="*/ 448296 h 523875"/>
                  <a:gd name="connsiteX40" fmla="*/ 95730 w 495300"/>
                  <a:gd name="connsiteY40" fmla="*/ 505446 h 523875"/>
                  <a:gd name="connsiteX41" fmla="*/ 76680 w 495300"/>
                  <a:gd name="connsiteY41" fmla="*/ 524496 h 523875"/>
                  <a:gd name="connsiteX42" fmla="*/ 19530 w 495300"/>
                  <a:gd name="connsiteY42" fmla="*/ 524496 h 523875"/>
                  <a:gd name="connsiteX43" fmla="*/ 480 w 495300"/>
                  <a:gd name="connsiteY43" fmla="*/ 505446 h 523875"/>
                  <a:gd name="connsiteX44" fmla="*/ 480 w 495300"/>
                  <a:gd name="connsiteY44" fmla="*/ 448296 h 523875"/>
                  <a:gd name="connsiteX45" fmla="*/ 19530 w 495300"/>
                  <a:gd name="connsiteY45" fmla="*/ 429246 h 523875"/>
                  <a:gd name="connsiteX46" fmla="*/ 38580 w 495300"/>
                  <a:gd name="connsiteY46" fmla="*/ 429246 h 523875"/>
                  <a:gd name="connsiteX47" fmla="*/ 38580 w 495300"/>
                  <a:gd name="connsiteY47" fmla="*/ 324471 h 523875"/>
                  <a:gd name="connsiteX48" fmla="*/ 74775 w 495300"/>
                  <a:gd name="connsiteY48" fmla="*/ 286371 h 523875"/>
                  <a:gd name="connsiteX49" fmla="*/ 76680 w 495300"/>
                  <a:gd name="connsiteY49" fmla="*/ 286371 h 523875"/>
                  <a:gd name="connsiteX50" fmla="*/ 238605 w 495300"/>
                  <a:gd name="connsiteY50" fmla="*/ 286371 h 523875"/>
                  <a:gd name="connsiteX51" fmla="*/ 238605 w 495300"/>
                  <a:gd name="connsiteY51" fmla="*/ 162546 h 523875"/>
                  <a:gd name="connsiteX52" fmla="*/ 124305 w 495300"/>
                  <a:gd name="connsiteY52" fmla="*/ 162546 h 523875"/>
                  <a:gd name="connsiteX53" fmla="*/ 95730 w 495300"/>
                  <a:gd name="connsiteY53" fmla="*/ 133971 h 523875"/>
                  <a:gd name="connsiteX54" fmla="*/ 95730 w 495300"/>
                  <a:gd name="connsiteY54" fmla="*/ 29196 h 523875"/>
                  <a:gd name="connsiteX55" fmla="*/ 124305 w 495300"/>
                  <a:gd name="connsiteY55" fmla="*/ 621 h 523875"/>
                  <a:gd name="connsiteX56" fmla="*/ 371955 w 495300"/>
                  <a:gd name="connsiteY56" fmla="*/ 621 h 523875"/>
                  <a:gd name="connsiteX57" fmla="*/ 148118 w 495300"/>
                  <a:gd name="connsiteY57" fmla="*/ 95871 h 523875"/>
                  <a:gd name="connsiteX58" fmla="*/ 133830 w 495300"/>
                  <a:gd name="connsiteY58" fmla="*/ 110159 h 523875"/>
                  <a:gd name="connsiteX59" fmla="*/ 148118 w 495300"/>
                  <a:gd name="connsiteY59" fmla="*/ 124446 h 523875"/>
                  <a:gd name="connsiteX60" fmla="*/ 162405 w 495300"/>
                  <a:gd name="connsiteY60" fmla="*/ 110159 h 523875"/>
                  <a:gd name="connsiteX61" fmla="*/ 148118 w 495300"/>
                  <a:gd name="connsiteY61" fmla="*/ 9587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95300" h="523875">
                    <a:moveTo>
                      <a:pt x="371955" y="621"/>
                    </a:moveTo>
                    <a:cubicBezTo>
                      <a:pt x="388148" y="621"/>
                      <a:pt x="400530" y="13004"/>
                      <a:pt x="400530" y="29196"/>
                    </a:cubicBezTo>
                    <a:lnTo>
                      <a:pt x="400530" y="133971"/>
                    </a:lnTo>
                    <a:cubicBezTo>
                      <a:pt x="400530" y="150164"/>
                      <a:pt x="388148" y="162546"/>
                      <a:pt x="371955" y="162546"/>
                    </a:cubicBezTo>
                    <a:lnTo>
                      <a:pt x="257655" y="162546"/>
                    </a:lnTo>
                    <a:lnTo>
                      <a:pt x="257655" y="286371"/>
                    </a:lnTo>
                    <a:lnTo>
                      <a:pt x="419580" y="286371"/>
                    </a:lnTo>
                    <a:cubicBezTo>
                      <a:pt x="439583" y="286371"/>
                      <a:pt x="456727" y="302564"/>
                      <a:pt x="457680" y="322566"/>
                    </a:cubicBezTo>
                    <a:lnTo>
                      <a:pt x="457680" y="324471"/>
                    </a:lnTo>
                    <a:lnTo>
                      <a:pt x="457680" y="429246"/>
                    </a:lnTo>
                    <a:lnTo>
                      <a:pt x="476730" y="429246"/>
                    </a:lnTo>
                    <a:cubicBezTo>
                      <a:pt x="487208" y="429246"/>
                      <a:pt x="495780" y="437819"/>
                      <a:pt x="495780" y="448296"/>
                    </a:cubicBezTo>
                    <a:lnTo>
                      <a:pt x="495780" y="505446"/>
                    </a:lnTo>
                    <a:cubicBezTo>
                      <a:pt x="495780" y="515924"/>
                      <a:pt x="487208" y="524496"/>
                      <a:pt x="476730" y="524496"/>
                    </a:cubicBezTo>
                    <a:lnTo>
                      <a:pt x="419580" y="524496"/>
                    </a:lnTo>
                    <a:cubicBezTo>
                      <a:pt x="409102" y="524496"/>
                      <a:pt x="400530" y="515924"/>
                      <a:pt x="400530" y="505446"/>
                    </a:cubicBezTo>
                    <a:lnTo>
                      <a:pt x="400530" y="448296"/>
                    </a:lnTo>
                    <a:cubicBezTo>
                      <a:pt x="400530" y="437819"/>
                      <a:pt x="409102" y="429246"/>
                      <a:pt x="419580" y="429246"/>
                    </a:cubicBezTo>
                    <a:lnTo>
                      <a:pt x="438630" y="429246"/>
                    </a:lnTo>
                    <a:lnTo>
                      <a:pt x="438630" y="324471"/>
                    </a:lnTo>
                    <a:cubicBezTo>
                      <a:pt x="438630" y="313994"/>
                      <a:pt x="431010" y="306374"/>
                      <a:pt x="420533" y="305421"/>
                    </a:cubicBezTo>
                    <a:lnTo>
                      <a:pt x="419580" y="305421"/>
                    </a:lnTo>
                    <a:lnTo>
                      <a:pt x="257655" y="305421"/>
                    </a:lnTo>
                    <a:lnTo>
                      <a:pt x="257655" y="429246"/>
                    </a:lnTo>
                    <a:lnTo>
                      <a:pt x="276705" y="429246"/>
                    </a:lnTo>
                    <a:cubicBezTo>
                      <a:pt x="287183" y="429246"/>
                      <a:pt x="295755" y="437819"/>
                      <a:pt x="295755" y="448296"/>
                    </a:cubicBezTo>
                    <a:lnTo>
                      <a:pt x="295755" y="505446"/>
                    </a:lnTo>
                    <a:cubicBezTo>
                      <a:pt x="295755" y="515924"/>
                      <a:pt x="287183" y="524496"/>
                      <a:pt x="276705" y="524496"/>
                    </a:cubicBezTo>
                    <a:lnTo>
                      <a:pt x="219555" y="524496"/>
                    </a:lnTo>
                    <a:cubicBezTo>
                      <a:pt x="209077" y="524496"/>
                      <a:pt x="200505" y="515924"/>
                      <a:pt x="200505" y="505446"/>
                    </a:cubicBezTo>
                    <a:lnTo>
                      <a:pt x="200505" y="448296"/>
                    </a:lnTo>
                    <a:cubicBezTo>
                      <a:pt x="200505" y="437819"/>
                      <a:pt x="209077" y="429246"/>
                      <a:pt x="219555" y="429246"/>
                    </a:cubicBezTo>
                    <a:lnTo>
                      <a:pt x="238605" y="429246"/>
                    </a:lnTo>
                    <a:lnTo>
                      <a:pt x="238605" y="305421"/>
                    </a:lnTo>
                    <a:lnTo>
                      <a:pt x="76680" y="305421"/>
                    </a:lnTo>
                    <a:cubicBezTo>
                      <a:pt x="66202" y="305421"/>
                      <a:pt x="58583" y="313041"/>
                      <a:pt x="57630" y="323519"/>
                    </a:cubicBezTo>
                    <a:lnTo>
                      <a:pt x="57630" y="324471"/>
                    </a:lnTo>
                    <a:lnTo>
                      <a:pt x="57630" y="429246"/>
                    </a:lnTo>
                    <a:lnTo>
                      <a:pt x="76680" y="429246"/>
                    </a:lnTo>
                    <a:cubicBezTo>
                      <a:pt x="87158" y="429246"/>
                      <a:pt x="95730" y="437819"/>
                      <a:pt x="95730" y="448296"/>
                    </a:cubicBezTo>
                    <a:lnTo>
                      <a:pt x="95730" y="505446"/>
                    </a:lnTo>
                    <a:cubicBezTo>
                      <a:pt x="95730" y="515924"/>
                      <a:pt x="87158" y="524496"/>
                      <a:pt x="76680" y="524496"/>
                    </a:cubicBezTo>
                    <a:lnTo>
                      <a:pt x="19530" y="524496"/>
                    </a:lnTo>
                    <a:cubicBezTo>
                      <a:pt x="9052" y="524496"/>
                      <a:pt x="480" y="515924"/>
                      <a:pt x="480" y="505446"/>
                    </a:cubicBezTo>
                    <a:lnTo>
                      <a:pt x="480" y="448296"/>
                    </a:lnTo>
                    <a:cubicBezTo>
                      <a:pt x="480" y="437819"/>
                      <a:pt x="9052" y="429246"/>
                      <a:pt x="19530" y="429246"/>
                    </a:cubicBezTo>
                    <a:lnTo>
                      <a:pt x="38580" y="429246"/>
                    </a:lnTo>
                    <a:lnTo>
                      <a:pt x="38580" y="324471"/>
                    </a:lnTo>
                    <a:cubicBezTo>
                      <a:pt x="38580" y="304469"/>
                      <a:pt x="54773" y="287324"/>
                      <a:pt x="74775" y="286371"/>
                    </a:cubicBezTo>
                    <a:lnTo>
                      <a:pt x="76680" y="286371"/>
                    </a:lnTo>
                    <a:lnTo>
                      <a:pt x="238605" y="286371"/>
                    </a:lnTo>
                    <a:lnTo>
                      <a:pt x="238605" y="162546"/>
                    </a:lnTo>
                    <a:lnTo>
                      <a:pt x="124305" y="162546"/>
                    </a:lnTo>
                    <a:cubicBezTo>
                      <a:pt x="108112" y="162546"/>
                      <a:pt x="95730" y="150164"/>
                      <a:pt x="95730" y="133971"/>
                    </a:cubicBezTo>
                    <a:lnTo>
                      <a:pt x="95730" y="29196"/>
                    </a:lnTo>
                    <a:cubicBezTo>
                      <a:pt x="95730" y="13004"/>
                      <a:pt x="108112" y="621"/>
                      <a:pt x="124305" y="621"/>
                    </a:cubicBezTo>
                    <a:lnTo>
                      <a:pt x="371955" y="621"/>
                    </a:lnTo>
                    <a:close/>
                    <a:moveTo>
                      <a:pt x="148118" y="95871"/>
                    </a:moveTo>
                    <a:cubicBezTo>
                      <a:pt x="140498" y="95871"/>
                      <a:pt x="133830" y="102539"/>
                      <a:pt x="133830" y="110159"/>
                    </a:cubicBezTo>
                    <a:cubicBezTo>
                      <a:pt x="133830" y="117779"/>
                      <a:pt x="140498" y="124446"/>
                      <a:pt x="148118" y="124446"/>
                    </a:cubicBezTo>
                    <a:cubicBezTo>
                      <a:pt x="155737" y="124446"/>
                      <a:pt x="162405" y="117779"/>
                      <a:pt x="162405" y="110159"/>
                    </a:cubicBezTo>
                    <a:cubicBezTo>
                      <a:pt x="162405" y="102539"/>
                      <a:pt x="155737" y="95871"/>
                      <a:pt x="148118" y="958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3" name="组合 12">
              <a:extLst>
                <a:ext uri="{FF2B5EF4-FFF2-40B4-BE49-F238E27FC236}">
                  <a16:creationId xmlns:a16="http://schemas.microsoft.com/office/drawing/2014/main" id="{A897476E-4D24-6A08-3536-82BE1DDB2C51}"/>
                </a:ext>
              </a:extLst>
            </p:cNvPr>
            <p:cNvGrpSpPr/>
            <p:nvPr/>
          </p:nvGrpSpPr>
          <p:grpSpPr>
            <a:xfrm>
              <a:off x="5782354" y="3474734"/>
              <a:ext cx="4631611" cy="2659366"/>
              <a:chOff x="5782354" y="3474734"/>
              <a:chExt cx="4631611" cy="2659366"/>
            </a:xfrm>
          </p:grpSpPr>
          <p:sp>
            <p:nvSpPr>
              <p:cNvPr id="14" name="Number4">
                <a:extLst>
                  <a:ext uri="{FF2B5EF4-FFF2-40B4-BE49-F238E27FC236}">
                    <a16:creationId xmlns:a16="http://schemas.microsoft.com/office/drawing/2014/main" id="{395496AA-487E-2E53-2F9A-7C80605ADBE4}"/>
                  </a:ext>
                </a:extLst>
              </p:cNvPr>
              <p:cNvSpPr/>
              <p:nvPr/>
            </p:nvSpPr>
            <p:spPr>
              <a:xfrm>
                <a:off x="8375578" y="3474734"/>
                <a:ext cx="2038387" cy="427044"/>
              </a:xfrm>
              <a:prstGeom prst="chevron">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algn="ctr" defTabSz="895350">
                  <a:buSzPct val="120000"/>
                </a:pPr>
                <a:r>
                  <a:rPr lang="en-US" altLang="zh-CN" b="1" dirty="0">
                    <a:solidFill>
                      <a:srgbClr val="FFFFFF"/>
                    </a:solidFill>
                    <a:cs typeface="+mn-ea"/>
                  </a:rPr>
                  <a:t>04</a:t>
                </a:r>
                <a:endParaRPr lang="zh-CN" altLang="en-US" b="1" dirty="0">
                  <a:solidFill>
                    <a:srgbClr val="FFFFFF"/>
                  </a:solidFill>
                  <a:cs typeface="+mn-ea"/>
                </a:endParaRPr>
              </a:p>
            </p:txBody>
          </p:sp>
          <p:sp>
            <p:nvSpPr>
              <p:cNvPr id="15" name="IconBackground4">
                <a:extLst>
                  <a:ext uri="{FF2B5EF4-FFF2-40B4-BE49-F238E27FC236}">
                    <a16:creationId xmlns:a16="http://schemas.microsoft.com/office/drawing/2014/main" id="{B2AEF8C6-7B7F-6CEB-FEF9-6C3235D0695E}"/>
                  </a:ext>
                </a:extLst>
              </p:cNvPr>
              <p:cNvSpPr txBox="1">
                <a:spLocks noChangeAspect="1"/>
              </p:cNvSpPr>
              <p:nvPr/>
            </p:nvSpPr>
            <p:spPr>
              <a:xfrm>
                <a:off x="8815809" y="4783707"/>
                <a:ext cx="540000" cy="540000"/>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342900" indent="-342900" algn="ctr" defTabSz="895350">
                  <a:buSzPct val="120000"/>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16" name="Icon4">
                <a:extLst>
                  <a:ext uri="{FF2B5EF4-FFF2-40B4-BE49-F238E27FC236}">
                    <a16:creationId xmlns:a16="http://schemas.microsoft.com/office/drawing/2014/main" id="{A8AB8DF7-33BA-96D4-2540-07704D2BFCB6}"/>
                  </a:ext>
                </a:extLst>
              </p:cNvPr>
              <p:cNvSpPr/>
              <p:nvPr/>
            </p:nvSpPr>
            <p:spPr>
              <a:xfrm>
                <a:off x="8959960" y="4918708"/>
                <a:ext cx="251698" cy="269998"/>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Bullet4">
                <a:extLst>
                  <a:ext uri="{FF2B5EF4-FFF2-40B4-BE49-F238E27FC236}">
                    <a16:creationId xmlns:a16="http://schemas.microsoft.com/office/drawing/2014/main" id="{955563EB-F921-10A8-64D4-64AEEFA38995}"/>
                  </a:ext>
                </a:extLst>
              </p:cNvPr>
              <p:cNvSpPr>
                <a:spLocks/>
              </p:cNvSpPr>
              <p:nvPr/>
            </p:nvSpPr>
            <p:spPr>
              <a:xfrm>
                <a:off x="5782354" y="4650248"/>
                <a:ext cx="2851770" cy="48286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chorCtr="0">
                <a:normAutofit/>
              </a:bodyPr>
              <a:lstStyle/>
              <a:p>
                <a:pPr algn="r"/>
                <a:r>
                  <a:rPr lang="zh-CN" altLang="en-US" b="1">
                    <a:solidFill>
                      <a:schemeClr val="tx1"/>
                    </a:solidFill>
                  </a:rPr>
                  <a:t>数字健康兴起</a:t>
                </a:r>
                <a:endParaRPr lang="zh-CN" altLang="en-US" b="1" dirty="0">
                  <a:solidFill>
                    <a:schemeClr val="tx1"/>
                  </a:solidFill>
                </a:endParaRPr>
              </a:p>
            </p:txBody>
          </p:sp>
          <p:sp>
            <p:nvSpPr>
              <p:cNvPr id="18" name="Text4">
                <a:extLst>
                  <a:ext uri="{FF2B5EF4-FFF2-40B4-BE49-F238E27FC236}">
                    <a16:creationId xmlns:a16="http://schemas.microsoft.com/office/drawing/2014/main" id="{1D49BD43-D9C0-6F9A-F563-004A2D40A412}"/>
                  </a:ext>
                </a:extLst>
              </p:cNvPr>
              <p:cNvSpPr>
                <a:spLocks/>
              </p:cNvSpPr>
              <p:nvPr/>
            </p:nvSpPr>
            <p:spPr>
              <a:xfrm>
                <a:off x="5782354" y="5133110"/>
                <a:ext cx="2851770" cy="10009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chorCtr="0">
                <a:normAutofit/>
              </a:bodyPr>
              <a:lstStyle/>
              <a:p>
                <a:pPr algn="r">
                  <a:lnSpc>
                    <a:spcPct val="120000"/>
                  </a:lnSpc>
                </a:pPr>
                <a:r>
                  <a:rPr lang="zh-CN" altLang="en-US" sz="1200">
                    <a:solidFill>
                      <a:schemeClr val="tx1"/>
                    </a:solidFill>
                  </a:rPr>
                  <a:t>利用数据科技优化医疗服务</a:t>
                </a:r>
                <a:endParaRPr lang="zh-CN" altLang="en-US" sz="1200" dirty="0">
                  <a:solidFill>
                    <a:schemeClr val="tx1"/>
                  </a:solidFill>
                </a:endParaRPr>
              </a:p>
            </p:txBody>
          </p:sp>
        </p:grpSp>
      </p:grpSp>
      <p:sp>
        <p:nvSpPr>
          <p:cNvPr id="2" name="标题 1">
            <a:extLst>
              <a:ext uri="{FF2B5EF4-FFF2-40B4-BE49-F238E27FC236}">
                <a16:creationId xmlns:a16="http://schemas.microsoft.com/office/drawing/2014/main" id="{FA868B02-E429-F551-B5C0-64B9D92CF7A1}"/>
              </a:ext>
            </a:extLst>
          </p:cNvPr>
          <p:cNvSpPr>
            <a:spLocks noGrp="1"/>
          </p:cNvSpPr>
          <p:nvPr>
            <p:ph type="title"/>
          </p:nvPr>
        </p:nvSpPr>
        <p:spPr/>
        <p:txBody>
          <a:bodyPr/>
          <a:lstStyle/>
          <a:p>
            <a:r>
              <a:rPr lang="zh-CN" altLang="en-US"/>
              <a:t>生物科技与医疗健康</a:t>
            </a:r>
          </a:p>
        </p:txBody>
      </p:sp>
    </p:spTree>
    <p:extLst>
      <p:ext uri="{BB962C8B-B14F-4D97-AF65-F5344CB8AC3E}">
        <p14:creationId xmlns:p14="http://schemas.microsoft.com/office/powerpoint/2010/main" val="243787365"/>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p:cNvSpPr>
            <a:spLocks noGrp="1"/>
          </p:cNvSpPr>
          <p:nvPr>
            <p:ph type="title" hasCustomPrompt="1"/>
          </p:nvPr>
        </p:nvSpPr>
        <p:spPr/>
        <p:txBody>
          <a:bodyPr/>
          <a:lstStyle/>
          <a:p>
            <a:r>
              <a:rPr lang="zh-CN" altLang="en-US" dirty="0"/>
              <a:t>行业整体发展概况</a:t>
            </a:r>
            <a:endParaRPr lang="en-US" dirty="0"/>
          </a:p>
        </p:txBody>
      </p:sp>
      <p:grpSp>
        <p:nvGrpSpPr>
          <p:cNvPr id="5" name="组合 4">
            <a:extLst>
              <a:ext uri="{FF2B5EF4-FFF2-40B4-BE49-F238E27FC236}">
                <a16:creationId xmlns:a16="http://schemas.microsoft.com/office/drawing/2014/main" id="{6C5C90EE-796B-1F12-DCA5-10EDEFB1E4B1}"/>
              </a:ext>
            </a:extLst>
          </p:cNvPr>
          <p:cNvGrpSpPr/>
          <p:nvPr/>
        </p:nvGrpSpPr>
        <p:grpSpPr>
          <a:xfrm>
            <a:off x="660400" y="1168625"/>
            <a:ext cx="10858500" cy="4750467"/>
            <a:chOff x="660400" y="1168625"/>
            <a:chExt cx="10858500" cy="4750467"/>
          </a:xfrm>
        </p:grpSpPr>
        <p:sp>
          <p:nvSpPr>
            <p:cNvPr id="6" name="文本框 5">
              <a:extLst>
                <a:ext uri="{FF2B5EF4-FFF2-40B4-BE49-F238E27FC236}">
                  <a16:creationId xmlns:a16="http://schemas.microsoft.com/office/drawing/2014/main" id="{09A91679-80C6-3875-0906-7ED0B1FD7419}"/>
                </a:ext>
              </a:extLst>
            </p:cNvPr>
            <p:cNvSpPr txBox="1"/>
            <p:nvPr/>
          </p:nvSpPr>
          <p:spPr>
            <a:xfrm>
              <a:off x="660400" y="1168625"/>
              <a:ext cx="10858500" cy="857205"/>
            </a:xfrm>
            <a:prstGeom prst="rect">
              <a:avLst/>
            </a:prstGeom>
            <a:noFill/>
          </p:spPr>
          <p:txBody>
            <a:bodyPr wrap="square">
              <a:normAutofit/>
            </a:bodyPr>
            <a:lstStyle/>
            <a:p>
              <a:pPr algn="ctr"/>
              <a:r>
                <a:rPr lang="zh-CN" altLang="en-US" sz="2800" b="1"/>
                <a:t>行业规模持续扩大，市场潜力巨大</a:t>
              </a:r>
              <a:endParaRPr lang="zh-CN" altLang="en-US" sz="2800" b="1" dirty="0"/>
            </a:p>
          </p:txBody>
        </p:sp>
        <p:grpSp>
          <p:nvGrpSpPr>
            <p:cNvPr id="7" name="组合 6">
              <a:extLst>
                <a:ext uri="{FF2B5EF4-FFF2-40B4-BE49-F238E27FC236}">
                  <a16:creationId xmlns:a16="http://schemas.microsoft.com/office/drawing/2014/main" id="{0A059A84-7748-B825-A4AB-2D8C3CB41F45}"/>
                </a:ext>
              </a:extLst>
            </p:cNvPr>
            <p:cNvGrpSpPr/>
            <p:nvPr/>
          </p:nvGrpSpPr>
          <p:grpSpPr>
            <a:xfrm>
              <a:off x="5744735" y="2255547"/>
              <a:ext cx="5774165" cy="3663545"/>
              <a:chOff x="932551" y="2530715"/>
              <a:chExt cx="6216579" cy="2412491"/>
            </a:xfrm>
          </p:grpSpPr>
          <p:graphicFrame>
            <p:nvGraphicFramePr>
              <p:cNvPr id="40" name="-3-2">
                <a:extLst>
                  <a:ext uri="{FF2B5EF4-FFF2-40B4-BE49-F238E27FC236}">
                    <a16:creationId xmlns:a16="http://schemas.microsoft.com/office/drawing/2014/main" id="{333C1059-A488-1C83-527E-5213AB0267A9}"/>
                  </a:ext>
                </a:extLst>
              </p:cNvPr>
              <p:cNvGraphicFramePr/>
              <p:nvPr>
                <p:extLst>
                  <p:ext uri="{D42A27DB-BD31-4B8C-83A1-F6EECF244321}">
                    <p14:modId xmlns:p14="http://schemas.microsoft.com/office/powerpoint/2010/main" val="631878754"/>
                  </p:ext>
                </p:extLst>
              </p:nvPr>
            </p:nvGraphicFramePr>
            <p:xfrm>
              <a:off x="932551" y="2530715"/>
              <a:ext cx="6216579" cy="2412491"/>
            </p:xfrm>
            <a:graphic>
              <a:graphicData uri="http://schemas.openxmlformats.org/drawingml/2006/chart">
                <c:chart xmlns:c="http://schemas.openxmlformats.org/drawingml/2006/chart" r:id="rId2"/>
              </a:graphicData>
            </a:graphic>
          </p:graphicFrame>
          <p:cxnSp>
            <p:nvCxnSpPr>
              <p:cNvPr id="41" name="直接连接符 40">
                <a:extLst>
                  <a:ext uri="{FF2B5EF4-FFF2-40B4-BE49-F238E27FC236}">
                    <a16:creationId xmlns:a16="http://schemas.microsoft.com/office/drawing/2014/main" id="{1AC74F04-7715-CE5B-B72A-2B16AFA5E6F0}"/>
                  </a:ext>
                </a:extLst>
              </p:cNvPr>
              <p:cNvCxnSpPr/>
              <p:nvPr/>
            </p:nvCxnSpPr>
            <p:spPr>
              <a:xfrm>
                <a:off x="1203158" y="3608374"/>
                <a:ext cx="568916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3F4EEAAC-F067-E8D9-D8EE-B285B8D34656}"/>
                  </a:ext>
                </a:extLst>
              </p:cNvPr>
              <p:cNvSpPr txBox="1"/>
              <p:nvPr/>
            </p:nvSpPr>
            <p:spPr>
              <a:xfrm>
                <a:off x="1267928" y="3319295"/>
                <a:ext cx="2131707" cy="257223"/>
              </a:xfrm>
              <a:prstGeom prst="rect">
                <a:avLst/>
              </a:prstGeom>
              <a:noFill/>
            </p:spPr>
            <p:txBody>
              <a:bodyPr wrap="square" lIns="91440" tIns="45720" rIns="91440" bIns="45720" anchor="b">
                <a:noAutofit/>
              </a:bodyPr>
              <a:lstStyle/>
              <a:p>
                <a:pPr algn="ctr">
                  <a:lnSpc>
                    <a:spcPct val="120000"/>
                  </a:lnSpc>
                </a:pPr>
                <a:r>
                  <a:rPr lang="zh-CN" altLang="en-US" b="1" dirty="0">
                    <a:solidFill>
                      <a:schemeClr val="accent1"/>
                    </a:solidFill>
                  </a:rPr>
                  <a:t>平均值：</a:t>
                </a:r>
                <a:r>
                  <a:rPr lang="en-US" altLang="zh-CN" b="1" dirty="0">
                    <a:solidFill>
                      <a:schemeClr val="accent1"/>
                    </a:solidFill>
                  </a:rPr>
                  <a:t>70.05</a:t>
                </a:r>
                <a:endParaRPr lang="zh-CN" altLang="en-US" b="1" dirty="0">
                  <a:solidFill>
                    <a:schemeClr val="accent1"/>
                  </a:solidFill>
                </a:endParaRPr>
              </a:p>
            </p:txBody>
          </p:sp>
        </p:grpSp>
        <p:grpSp>
          <p:nvGrpSpPr>
            <p:cNvPr id="8" name="组合 7">
              <a:extLst>
                <a:ext uri="{FF2B5EF4-FFF2-40B4-BE49-F238E27FC236}">
                  <a16:creationId xmlns:a16="http://schemas.microsoft.com/office/drawing/2014/main" id="{AF3B6951-4B49-9755-C139-AD3325687C20}"/>
                </a:ext>
              </a:extLst>
            </p:cNvPr>
            <p:cNvGrpSpPr/>
            <p:nvPr/>
          </p:nvGrpSpPr>
          <p:grpSpPr>
            <a:xfrm>
              <a:off x="720560" y="2159291"/>
              <a:ext cx="4525211" cy="3759801"/>
              <a:chOff x="720560" y="2159291"/>
              <a:chExt cx="4525211" cy="3759801"/>
            </a:xfrm>
          </p:grpSpPr>
          <p:sp>
            <p:nvSpPr>
              <p:cNvPr id="9" name="-3-11">
                <a:extLst>
                  <a:ext uri="{FF2B5EF4-FFF2-40B4-BE49-F238E27FC236}">
                    <a16:creationId xmlns:a16="http://schemas.microsoft.com/office/drawing/2014/main" id="{3BF26FBA-0EDF-E4C5-E140-A56DF28864A6}"/>
                  </a:ext>
                </a:extLst>
              </p:cNvPr>
              <p:cNvSpPr/>
              <p:nvPr/>
            </p:nvSpPr>
            <p:spPr>
              <a:xfrm>
                <a:off x="720560" y="2435354"/>
                <a:ext cx="4525211" cy="3483738"/>
              </a:xfrm>
              <a:prstGeom prst="roundRect">
                <a:avLst>
                  <a:gd name="adj" fmla="val 5716"/>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p>
            </p:txBody>
          </p:sp>
          <p:sp>
            <p:nvSpPr>
              <p:cNvPr id="10" name="-3-3">
                <a:extLst>
                  <a:ext uri="{FF2B5EF4-FFF2-40B4-BE49-F238E27FC236}">
                    <a16:creationId xmlns:a16="http://schemas.microsoft.com/office/drawing/2014/main" id="{A7109490-8B88-3A2B-A051-8B497E5F08F7}"/>
                  </a:ext>
                </a:extLst>
              </p:cNvPr>
              <p:cNvSpPr/>
              <p:nvPr/>
            </p:nvSpPr>
            <p:spPr>
              <a:xfrm>
                <a:off x="1003165" y="2159291"/>
                <a:ext cx="3960000" cy="576000"/>
              </a:xfrm>
              <a:prstGeom prst="roundRect">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2000" b="1">
                    <a:solidFill>
                      <a:srgbClr val="FFFFFF"/>
                    </a:solidFill>
                    <a:latin typeface="+mj-lt"/>
                    <a:sym typeface="+mn-lt"/>
                  </a:rPr>
                  <a:t>趋势展望</a:t>
                </a:r>
                <a:endParaRPr lang="zh-CN" altLang="en-US" sz="2000" b="1" dirty="0">
                  <a:solidFill>
                    <a:srgbClr val="FFFFFF"/>
                  </a:solidFill>
                  <a:latin typeface="+mj-lt"/>
                  <a:sym typeface="+mn-lt"/>
                </a:endParaRPr>
              </a:p>
            </p:txBody>
          </p:sp>
          <p:sp>
            <p:nvSpPr>
              <p:cNvPr id="39" name="-3-12">
                <a:extLst>
                  <a:ext uri="{FF2B5EF4-FFF2-40B4-BE49-F238E27FC236}">
                    <a16:creationId xmlns:a16="http://schemas.microsoft.com/office/drawing/2014/main" id="{072A2C6B-BC25-91C9-2985-7F5EE80C36AF}"/>
                  </a:ext>
                </a:extLst>
              </p:cNvPr>
              <p:cNvSpPr txBox="1"/>
              <p:nvPr/>
            </p:nvSpPr>
            <p:spPr>
              <a:xfrm>
                <a:off x="1003165" y="3002446"/>
                <a:ext cx="3960001" cy="2686929"/>
              </a:xfrm>
              <a:prstGeom prst="rect">
                <a:avLst/>
              </a:prstGeom>
              <a:noFill/>
            </p:spPr>
            <p:txBody>
              <a:bodyPr wrap="square" anchor="t">
                <a:normAutofit/>
              </a:bodyPr>
              <a:lstStyle/>
              <a:p>
                <a:pPr marL="171450" indent="-171450">
                  <a:lnSpc>
                    <a:spcPct val="120000"/>
                  </a:lnSpc>
                  <a:buFont typeface="Arial" panose="020B0604020202020204" pitchFamily="34" charset="0"/>
                  <a:buChar char="•"/>
                </a:pPr>
                <a:r>
                  <a:rPr lang="zh-CN" altLang="en-US" sz="1400">
                    <a:latin typeface="+mj-ea"/>
                    <a:ea typeface="+mj-ea"/>
                  </a:rPr>
                  <a:t>在演示中，简洁清晰的逻辑是提升观者理解和参与感的关键。</a:t>
                </a:r>
                <a:endParaRPr lang="en-US" altLang="zh-CN" sz="1400">
                  <a:latin typeface="+mj-ea"/>
                  <a:ea typeface="+mj-ea"/>
                </a:endParaRPr>
              </a:p>
              <a:p>
                <a:pPr marL="171450" indent="-171450">
                  <a:lnSpc>
                    <a:spcPct val="120000"/>
                  </a:lnSpc>
                  <a:buFont typeface="Arial" panose="020B0604020202020204" pitchFamily="34" charset="0"/>
                  <a:buChar char="•"/>
                </a:pPr>
                <a:endParaRPr lang="en-US" altLang="zh-CN" sz="1400">
                  <a:latin typeface="+mj-ea"/>
                  <a:ea typeface="+mj-ea"/>
                </a:endParaRPr>
              </a:p>
              <a:p>
                <a:pPr marL="171450" indent="-171450">
                  <a:lnSpc>
                    <a:spcPct val="120000"/>
                  </a:lnSpc>
                  <a:buFont typeface="Arial" panose="020B0604020202020204" pitchFamily="34" charset="0"/>
                  <a:buChar char="•"/>
                </a:pPr>
                <a:r>
                  <a:rPr lang="zh-CN" altLang="en-US" sz="1400">
                    <a:latin typeface="+mj-ea"/>
                    <a:ea typeface="+mj-ea"/>
                  </a:rPr>
                  <a:t>若信息较少，请提炼核心内容，确保直观易懂；若信息较多，请通过增加分点或段落的方式呈现，帮助观者快速抓住重点，避免因过多冗长文字影响演示效果及阅读体验。</a:t>
                </a:r>
              </a:p>
            </p:txBody>
          </p:sp>
        </p:grp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p:cNvSpPr>
            <a:spLocks noGrp="1"/>
          </p:cNvSpPr>
          <p:nvPr>
            <p:ph type="title" hasCustomPrompt="1"/>
          </p:nvPr>
        </p:nvSpPr>
        <p:spPr>
          <a:xfrm>
            <a:off x="660400" y="128587"/>
            <a:ext cx="10858500" cy="900112"/>
          </a:xfrm>
        </p:spPr>
        <p:txBody>
          <a:bodyPr/>
          <a:lstStyle/>
          <a:p>
            <a:r>
              <a:rPr lang="zh-CN" altLang="en-US" dirty="0"/>
              <a:t>行业创新成果展示</a:t>
            </a:r>
            <a:endParaRPr lang="en-US" dirty="0"/>
          </a:p>
        </p:txBody>
      </p:sp>
      <p:grpSp>
        <p:nvGrpSpPr>
          <p:cNvPr id="35" name="组合 34">
            <a:extLst>
              <a:ext uri="{FF2B5EF4-FFF2-40B4-BE49-F238E27FC236}">
                <a16:creationId xmlns:a16="http://schemas.microsoft.com/office/drawing/2014/main" id="{017C0816-0B24-4B68-56A2-C272B9824938}"/>
              </a:ext>
            </a:extLst>
          </p:cNvPr>
          <p:cNvGrpSpPr/>
          <p:nvPr/>
        </p:nvGrpSpPr>
        <p:grpSpPr>
          <a:xfrm>
            <a:off x="0" y="1130300"/>
            <a:ext cx="12192000" cy="5727700"/>
            <a:chOff x="0" y="1130300"/>
            <a:chExt cx="12192000" cy="5727700"/>
          </a:xfrm>
        </p:grpSpPr>
        <p:sp>
          <p:nvSpPr>
            <p:cNvPr id="34" name="任意多边形: 形状 33">
              <a:extLst>
                <a:ext uri="{FF2B5EF4-FFF2-40B4-BE49-F238E27FC236}">
                  <a16:creationId xmlns:a16="http://schemas.microsoft.com/office/drawing/2014/main" id="{F24A2E37-F466-3B31-17E3-72EAE1F5E548}"/>
                </a:ext>
              </a:extLst>
            </p:cNvPr>
            <p:cNvSpPr/>
            <p:nvPr/>
          </p:nvSpPr>
          <p:spPr>
            <a:xfrm>
              <a:off x="0" y="5466554"/>
              <a:ext cx="12192000" cy="1391446"/>
            </a:xfrm>
            <a:custGeom>
              <a:avLst/>
              <a:gdLst>
                <a:gd name="connsiteX0" fmla="*/ 12192000 w 12192000"/>
                <a:gd name="connsiteY0" fmla="*/ 0 h 766563"/>
                <a:gd name="connsiteX1" fmla="*/ 12192000 w 12192000"/>
                <a:gd name="connsiteY1" fmla="*/ 766563 h 766563"/>
                <a:gd name="connsiteX2" fmla="*/ 0 w 12192000"/>
                <a:gd name="connsiteY2" fmla="*/ 766563 h 766563"/>
                <a:gd name="connsiteX3" fmla="*/ 0 w 12192000"/>
                <a:gd name="connsiteY3" fmla="*/ 2534 h 766563"/>
                <a:gd name="connsiteX4" fmla="*/ 291780 w 12192000"/>
                <a:gd name="connsiteY4" fmla="*/ 60750 h 766563"/>
                <a:gd name="connsiteX5" fmla="*/ 6089650 w 12192000"/>
                <a:gd name="connsiteY5" fmla="*/ 517667 h 766563"/>
                <a:gd name="connsiteX6" fmla="*/ 11887521 w 12192000"/>
                <a:gd name="connsiteY6" fmla="*/ 60750 h 766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66563">
                  <a:moveTo>
                    <a:pt x="12192000" y="0"/>
                  </a:moveTo>
                  <a:lnTo>
                    <a:pt x="12192000" y="766563"/>
                  </a:lnTo>
                  <a:lnTo>
                    <a:pt x="0" y="766563"/>
                  </a:lnTo>
                  <a:lnTo>
                    <a:pt x="0" y="2534"/>
                  </a:lnTo>
                  <a:lnTo>
                    <a:pt x="291780" y="60750"/>
                  </a:lnTo>
                  <a:cubicBezTo>
                    <a:pt x="1867358" y="346195"/>
                    <a:pt x="3887286" y="517667"/>
                    <a:pt x="6089650" y="517667"/>
                  </a:cubicBezTo>
                  <a:cubicBezTo>
                    <a:pt x="8292014" y="517667"/>
                    <a:pt x="10311943" y="346195"/>
                    <a:pt x="11887521" y="60750"/>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sym typeface="Arial" panose="020B0604020202020204" pitchFamily="34" charset="0"/>
              </a:endParaRPr>
            </a:p>
          </p:txBody>
        </p:sp>
        <p:grpSp>
          <p:nvGrpSpPr>
            <p:cNvPr id="29" name="组合 28">
              <a:extLst>
                <a:ext uri="{FF2B5EF4-FFF2-40B4-BE49-F238E27FC236}">
                  <a16:creationId xmlns:a16="http://schemas.microsoft.com/office/drawing/2014/main" id="{01E67E79-7854-847A-676F-E798044F550A}"/>
                </a:ext>
              </a:extLst>
            </p:cNvPr>
            <p:cNvGrpSpPr/>
            <p:nvPr/>
          </p:nvGrpSpPr>
          <p:grpSpPr>
            <a:xfrm>
              <a:off x="660400" y="1130300"/>
              <a:ext cx="10858500" cy="4608557"/>
              <a:chOff x="660400" y="1483622"/>
              <a:chExt cx="10858500" cy="4608557"/>
            </a:xfrm>
          </p:grpSpPr>
          <p:sp>
            <p:nvSpPr>
              <p:cNvPr id="6" name="Title">
                <a:extLst>
                  <a:ext uri="{FF2B5EF4-FFF2-40B4-BE49-F238E27FC236}">
                    <a16:creationId xmlns:a16="http://schemas.microsoft.com/office/drawing/2014/main" id="{5CFDF9DB-6864-ACDB-9E88-D6847CA7606F}"/>
                  </a:ext>
                </a:extLst>
              </p:cNvPr>
              <p:cNvSpPr txBox="1"/>
              <p:nvPr/>
            </p:nvSpPr>
            <p:spPr>
              <a:xfrm>
                <a:off x="660400" y="1483622"/>
                <a:ext cx="10858500" cy="900112"/>
              </a:xfrm>
              <a:prstGeom prst="rect">
                <a:avLst/>
              </a:prstGeom>
              <a:noFill/>
            </p:spPr>
            <p:txBody>
              <a:bodyPr vert="horz" wrap="square" rtlCol="0" anchor="t" anchorCtr="1">
                <a:normAutofit/>
              </a:bodyPr>
              <a:lstStyle/>
              <a:p>
                <a:pPr algn="ctr"/>
                <a:r>
                  <a:rPr lang="zh-CN" altLang="en-US" sz="2800" b="1" dirty="0"/>
                  <a:t>新技术、新产品及新服务在行业中的应用</a:t>
                </a:r>
                <a:endParaRPr lang="en-US" sz="2000" dirty="0"/>
              </a:p>
            </p:txBody>
          </p:sp>
          <p:grpSp>
            <p:nvGrpSpPr>
              <p:cNvPr id="30" name="组合 29">
                <a:extLst>
                  <a:ext uri="{FF2B5EF4-FFF2-40B4-BE49-F238E27FC236}">
                    <a16:creationId xmlns:a16="http://schemas.microsoft.com/office/drawing/2014/main" id="{58F7DE3E-5849-2F19-8010-23547D47D604}"/>
                  </a:ext>
                </a:extLst>
              </p:cNvPr>
              <p:cNvGrpSpPr/>
              <p:nvPr/>
            </p:nvGrpSpPr>
            <p:grpSpPr>
              <a:xfrm>
                <a:off x="827718" y="2473734"/>
                <a:ext cx="2376000" cy="3618445"/>
                <a:chOff x="995036" y="2473734"/>
                <a:chExt cx="2376000" cy="3618445"/>
              </a:xfrm>
            </p:grpSpPr>
            <p:sp>
              <p:nvSpPr>
                <p:cNvPr id="3" name="Bullet1">
                  <a:extLst>
                    <a:ext uri="{FF2B5EF4-FFF2-40B4-BE49-F238E27FC236}">
                      <a16:creationId xmlns:a16="http://schemas.microsoft.com/office/drawing/2014/main" id="{F6EB8A83-84DD-4C4D-80F5-7CB3E00CF477}"/>
                    </a:ext>
                  </a:extLst>
                </p:cNvPr>
                <p:cNvSpPr txBox="1"/>
                <p:nvPr/>
              </p:nvSpPr>
              <p:spPr>
                <a:xfrm>
                  <a:off x="995036"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5G应用突破</a:t>
                  </a:r>
                  <a:endParaRPr lang="en-US" sz="2000" dirty="0"/>
                </a:p>
              </p:txBody>
            </p:sp>
            <p:sp>
              <p:nvSpPr>
                <p:cNvPr id="4" name="Text1">
                  <a:extLst>
                    <a:ext uri="{FF2B5EF4-FFF2-40B4-BE49-F238E27FC236}">
                      <a16:creationId xmlns:a16="http://schemas.microsoft.com/office/drawing/2014/main" id="{722683ED-7194-445B-8836-F3441A62033C}"/>
                    </a:ext>
                  </a:extLst>
                </p:cNvPr>
                <p:cNvSpPr/>
                <p:nvPr/>
              </p:nvSpPr>
              <p:spPr>
                <a:xfrm flipH="1">
                  <a:off x="995036"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7" name="ComponentBackground1">
                  <a:extLst>
                    <a:ext uri="{FF2B5EF4-FFF2-40B4-BE49-F238E27FC236}">
                      <a16:creationId xmlns:a16="http://schemas.microsoft.com/office/drawing/2014/main" id="{47F5F4A8-C9C2-4287-B70A-0382373F9C9F}"/>
                    </a:ext>
                  </a:extLst>
                </p:cNvPr>
                <p:cNvSpPr/>
                <p:nvPr/>
              </p:nvSpPr>
              <p:spPr>
                <a:xfrm>
                  <a:off x="1084751" y="2473734"/>
                  <a:ext cx="1980000" cy="1620000"/>
                </a:xfrm>
                <a:prstGeom prst="roundRect">
                  <a:avLst>
                    <a:gd name="adj" fmla="val 45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a:solidFill>
                      <a:schemeClr val="tx1"/>
                    </a:solidFill>
                  </a:endParaRPr>
                </a:p>
              </p:txBody>
            </p:sp>
            <p:sp>
              <p:nvSpPr>
                <p:cNvPr id="5" name="Number1">
                  <a:extLst>
                    <a:ext uri="{FF2B5EF4-FFF2-40B4-BE49-F238E27FC236}">
                      <a16:creationId xmlns:a16="http://schemas.microsoft.com/office/drawing/2014/main" id="{CB215CB1-5ED4-4CD1-AAD5-8729CFE2982C}"/>
                    </a:ext>
                  </a:extLst>
                </p:cNvPr>
                <p:cNvSpPr txBox="1"/>
                <p:nvPr/>
              </p:nvSpPr>
              <p:spPr>
                <a:xfrm>
                  <a:off x="1174751"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rPr>
                    <a:t>68</a:t>
                  </a:r>
                  <a:r>
                    <a:rPr lang="en-US" altLang="zh-CN" sz="4400" dirty="0">
                      <a:solidFill>
                        <a:schemeClr val="accent1"/>
                      </a:solidFill>
                    </a:rPr>
                    <a:t>%</a:t>
                  </a:r>
                  <a:endParaRPr lang="en-US" altLang="zh-CN" sz="6000" dirty="0">
                    <a:solidFill>
                      <a:schemeClr val="accent1"/>
                    </a:solidFill>
                  </a:endParaRPr>
                </a:p>
              </p:txBody>
            </p:sp>
          </p:grpSp>
          <p:grpSp>
            <p:nvGrpSpPr>
              <p:cNvPr id="31" name="组合 30">
                <a:extLst>
                  <a:ext uri="{FF2B5EF4-FFF2-40B4-BE49-F238E27FC236}">
                    <a16:creationId xmlns:a16="http://schemas.microsoft.com/office/drawing/2014/main" id="{9474AFE0-8C3F-2E32-F4CB-A67ED4DBF388}"/>
                  </a:ext>
                </a:extLst>
              </p:cNvPr>
              <p:cNvGrpSpPr/>
              <p:nvPr/>
            </p:nvGrpSpPr>
            <p:grpSpPr>
              <a:xfrm>
                <a:off x="3543673" y="2473734"/>
                <a:ext cx="2376000" cy="3618445"/>
                <a:chOff x="3599445" y="2473734"/>
                <a:chExt cx="2376000" cy="3618445"/>
              </a:xfrm>
            </p:grpSpPr>
            <p:sp>
              <p:nvSpPr>
                <p:cNvPr id="9" name="Bullet2">
                  <a:extLst>
                    <a:ext uri="{FF2B5EF4-FFF2-40B4-BE49-F238E27FC236}">
                      <a16:creationId xmlns:a16="http://schemas.microsoft.com/office/drawing/2014/main" id="{45D2CA74-860F-4A64-A422-DA5B8D3A60F1}"/>
                    </a:ext>
                  </a:extLst>
                </p:cNvPr>
                <p:cNvSpPr txBox="1"/>
                <p:nvPr/>
              </p:nvSpPr>
              <p:spPr>
                <a:xfrm>
                  <a:off x="3599445"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AI智能分析</a:t>
                  </a:r>
                  <a:endParaRPr lang="en-US" sz="2000" dirty="0"/>
                </a:p>
              </p:txBody>
            </p:sp>
            <p:sp>
              <p:nvSpPr>
                <p:cNvPr id="10" name="Text2">
                  <a:extLst>
                    <a:ext uri="{FF2B5EF4-FFF2-40B4-BE49-F238E27FC236}">
                      <a16:creationId xmlns:a16="http://schemas.microsoft.com/office/drawing/2014/main" id="{E71C77E9-2A09-4AC8-A3A1-6ADF31CE6FEC}"/>
                    </a:ext>
                  </a:extLst>
                </p:cNvPr>
                <p:cNvSpPr/>
                <p:nvPr/>
              </p:nvSpPr>
              <p:spPr>
                <a:xfrm flipH="1">
                  <a:off x="3599445"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12" name="ComponentBackground2">
                  <a:extLst>
                    <a:ext uri="{FF2B5EF4-FFF2-40B4-BE49-F238E27FC236}">
                      <a16:creationId xmlns:a16="http://schemas.microsoft.com/office/drawing/2014/main" id="{915DE5FB-4819-4DA3-B075-B4E267B5E7B7}"/>
                    </a:ext>
                  </a:extLst>
                </p:cNvPr>
                <p:cNvSpPr/>
                <p:nvPr/>
              </p:nvSpPr>
              <p:spPr>
                <a:xfrm>
                  <a:off x="3689160" y="2473734"/>
                  <a:ext cx="1980000" cy="1620000"/>
                </a:xfrm>
                <a:prstGeom prst="roundRect">
                  <a:avLst>
                    <a:gd name="adj" fmla="val 45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endParaRPr>
                </a:p>
              </p:txBody>
            </p:sp>
            <p:sp>
              <p:nvSpPr>
                <p:cNvPr id="13" name="Number2">
                  <a:extLst>
                    <a:ext uri="{FF2B5EF4-FFF2-40B4-BE49-F238E27FC236}">
                      <a16:creationId xmlns:a16="http://schemas.microsoft.com/office/drawing/2014/main" id="{62EB16C6-1E69-4AAE-BCF4-554A1FF1DDEE}"/>
                    </a:ext>
                  </a:extLst>
                </p:cNvPr>
                <p:cNvSpPr txBox="1"/>
                <p:nvPr/>
              </p:nvSpPr>
              <p:spPr>
                <a:xfrm>
                  <a:off x="3779160"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rgbClr val="FFFFFF"/>
                      </a:solidFill>
                    </a:rPr>
                    <a:t>95</a:t>
                  </a:r>
                  <a:r>
                    <a:rPr lang="en-US" altLang="zh-CN" sz="4400" dirty="0">
                      <a:solidFill>
                        <a:srgbClr val="FFFFFF"/>
                      </a:solidFill>
                    </a:rPr>
                    <a:t>%</a:t>
                  </a:r>
                  <a:endParaRPr lang="en-US" altLang="zh-CN" sz="6000" dirty="0">
                    <a:solidFill>
                      <a:srgbClr val="FFFFFF"/>
                    </a:solidFill>
                  </a:endParaRPr>
                </a:p>
              </p:txBody>
            </p:sp>
          </p:grpSp>
          <p:grpSp>
            <p:nvGrpSpPr>
              <p:cNvPr id="32" name="组合 31">
                <a:extLst>
                  <a:ext uri="{FF2B5EF4-FFF2-40B4-BE49-F238E27FC236}">
                    <a16:creationId xmlns:a16="http://schemas.microsoft.com/office/drawing/2014/main" id="{2B5C69EE-8F18-385E-FF61-9F91B49D03AB}"/>
                  </a:ext>
                </a:extLst>
              </p:cNvPr>
              <p:cNvGrpSpPr/>
              <p:nvPr/>
            </p:nvGrpSpPr>
            <p:grpSpPr>
              <a:xfrm>
                <a:off x="6259628" y="2473734"/>
                <a:ext cx="2376000" cy="3618445"/>
                <a:chOff x="6203854" y="2473734"/>
                <a:chExt cx="2376000" cy="3618445"/>
              </a:xfrm>
            </p:grpSpPr>
            <p:sp>
              <p:nvSpPr>
                <p:cNvPr id="14" name="Bullet3">
                  <a:extLst>
                    <a:ext uri="{FF2B5EF4-FFF2-40B4-BE49-F238E27FC236}">
                      <a16:creationId xmlns:a16="http://schemas.microsoft.com/office/drawing/2014/main" id="{D3A5F13E-3F1F-45E1-BC36-F18901BE306E}"/>
                    </a:ext>
                  </a:extLst>
                </p:cNvPr>
                <p:cNvSpPr txBox="1"/>
                <p:nvPr/>
              </p:nvSpPr>
              <p:spPr>
                <a:xfrm>
                  <a:off x="6203854"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绿色环保产品</a:t>
                  </a:r>
                  <a:endParaRPr lang="en-US" sz="2000" dirty="0"/>
                </a:p>
              </p:txBody>
            </p:sp>
            <p:sp>
              <p:nvSpPr>
                <p:cNvPr id="15" name="Text3">
                  <a:extLst>
                    <a:ext uri="{FF2B5EF4-FFF2-40B4-BE49-F238E27FC236}">
                      <a16:creationId xmlns:a16="http://schemas.microsoft.com/office/drawing/2014/main" id="{93E3429A-FED4-4900-91F5-0FAA52AB66E4}"/>
                    </a:ext>
                  </a:extLst>
                </p:cNvPr>
                <p:cNvSpPr/>
                <p:nvPr/>
              </p:nvSpPr>
              <p:spPr>
                <a:xfrm flipH="1">
                  <a:off x="6203854"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17" name="ComponentBackground3">
                  <a:extLst>
                    <a:ext uri="{FF2B5EF4-FFF2-40B4-BE49-F238E27FC236}">
                      <a16:creationId xmlns:a16="http://schemas.microsoft.com/office/drawing/2014/main" id="{F211C287-9735-4B19-B801-74A9A70E60BF}"/>
                    </a:ext>
                  </a:extLst>
                </p:cNvPr>
                <p:cNvSpPr/>
                <p:nvPr/>
              </p:nvSpPr>
              <p:spPr>
                <a:xfrm>
                  <a:off x="6293569" y="2473734"/>
                  <a:ext cx="1980000" cy="1620000"/>
                </a:xfrm>
                <a:prstGeom prst="roundRect">
                  <a:avLst>
                    <a:gd name="adj" fmla="val 45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a:solidFill>
                      <a:schemeClr val="tx1"/>
                    </a:solidFill>
                  </a:endParaRPr>
                </a:p>
              </p:txBody>
            </p:sp>
            <p:sp>
              <p:nvSpPr>
                <p:cNvPr id="18" name="Number3">
                  <a:extLst>
                    <a:ext uri="{FF2B5EF4-FFF2-40B4-BE49-F238E27FC236}">
                      <a16:creationId xmlns:a16="http://schemas.microsoft.com/office/drawing/2014/main" id="{AA214F49-FB70-454B-93B0-D7AEC1D3848B}"/>
                    </a:ext>
                  </a:extLst>
                </p:cNvPr>
                <p:cNvSpPr txBox="1"/>
                <p:nvPr/>
              </p:nvSpPr>
              <p:spPr>
                <a:xfrm>
                  <a:off x="6383569"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rPr>
                    <a:t>35</a:t>
                  </a:r>
                  <a:r>
                    <a:rPr lang="en-US" altLang="zh-CN" sz="4400" dirty="0">
                      <a:solidFill>
                        <a:schemeClr val="accent1"/>
                      </a:solidFill>
                    </a:rPr>
                    <a:t>%</a:t>
                  </a:r>
                  <a:endParaRPr lang="en-US" altLang="zh-CN" sz="6000" dirty="0">
                    <a:solidFill>
                      <a:schemeClr val="accent1"/>
                    </a:solidFill>
                  </a:endParaRPr>
                </a:p>
              </p:txBody>
            </p:sp>
          </p:grpSp>
          <p:grpSp>
            <p:nvGrpSpPr>
              <p:cNvPr id="33" name="组合 32">
                <a:extLst>
                  <a:ext uri="{FF2B5EF4-FFF2-40B4-BE49-F238E27FC236}">
                    <a16:creationId xmlns:a16="http://schemas.microsoft.com/office/drawing/2014/main" id="{3D923D80-BE67-2E1C-F6B9-711A3F281C56}"/>
                  </a:ext>
                </a:extLst>
              </p:cNvPr>
              <p:cNvGrpSpPr/>
              <p:nvPr/>
            </p:nvGrpSpPr>
            <p:grpSpPr>
              <a:xfrm>
                <a:off x="8975582" y="2473734"/>
                <a:ext cx="2376000" cy="3618445"/>
                <a:chOff x="8808264" y="2473734"/>
                <a:chExt cx="2376000" cy="3618445"/>
              </a:xfrm>
            </p:grpSpPr>
            <p:sp>
              <p:nvSpPr>
                <p:cNvPr id="19" name="Bullet4">
                  <a:extLst>
                    <a:ext uri="{FF2B5EF4-FFF2-40B4-BE49-F238E27FC236}">
                      <a16:creationId xmlns:a16="http://schemas.microsoft.com/office/drawing/2014/main" id="{F5DB67A5-EAD9-480B-BCD0-CE3AA8BCECE4}"/>
                    </a:ext>
                  </a:extLst>
                </p:cNvPr>
                <p:cNvSpPr txBox="1"/>
                <p:nvPr/>
              </p:nvSpPr>
              <p:spPr>
                <a:xfrm>
                  <a:off x="8808264"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云计算服务升级</a:t>
                  </a:r>
                  <a:endParaRPr lang="en-US" sz="2000" dirty="0"/>
                </a:p>
              </p:txBody>
            </p:sp>
            <p:sp>
              <p:nvSpPr>
                <p:cNvPr id="20" name="Text4">
                  <a:extLst>
                    <a:ext uri="{FF2B5EF4-FFF2-40B4-BE49-F238E27FC236}">
                      <a16:creationId xmlns:a16="http://schemas.microsoft.com/office/drawing/2014/main" id="{3686B4B4-8E76-4F67-A71D-D1F95E27CDF2}"/>
                    </a:ext>
                  </a:extLst>
                </p:cNvPr>
                <p:cNvSpPr/>
                <p:nvPr/>
              </p:nvSpPr>
              <p:spPr>
                <a:xfrm flipH="1">
                  <a:off x="8808264"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22" name="ComponentBackground4">
                  <a:extLst>
                    <a:ext uri="{FF2B5EF4-FFF2-40B4-BE49-F238E27FC236}">
                      <a16:creationId xmlns:a16="http://schemas.microsoft.com/office/drawing/2014/main" id="{C19F5D7F-18B9-4606-98F2-443C78796BC1}"/>
                    </a:ext>
                  </a:extLst>
                </p:cNvPr>
                <p:cNvSpPr/>
                <p:nvPr/>
              </p:nvSpPr>
              <p:spPr>
                <a:xfrm>
                  <a:off x="8897978" y="2473734"/>
                  <a:ext cx="1980000" cy="1620000"/>
                </a:xfrm>
                <a:prstGeom prst="roundRect">
                  <a:avLst>
                    <a:gd name="adj" fmla="val 45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a:solidFill>
                      <a:schemeClr val="tx1"/>
                    </a:solidFill>
                  </a:endParaRPr>
                </a:p>
              </p:txBody>
            </p:sp>
            <p:sp>
              <p:nvSpPr>
                <p:cNvPr id="23" name="Number4">
                  <a:extLst>
                    <a:ext uri="{FF2B5EF4-FFF2-40B4-BE49-F238E27FC236}">
                      <a16:creationId xmlns:a16="http://schemas.microsoft.com/office/drawing/2014/main" id="{0109D2E7-7031-4EE5-81E3-6F2EE7F8C65D}"/>
                    </a:ext>
                  </a:extLst>
                </p:cNvPr>
                <p:cNvSpPr txBox="1"/>
                <p:nvPr/>
              </p:nvSpPr>
              <p:spPr>
                <a:xfrm>
                  <a:off x="8987979"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rPr>
                    <a:t>38</a:t>
                  </a:r>
                  <a:r>
                    <a:rPr lang="en-US" altLang="zh-CN" sz="4400" dirty="0">
                      <a:solidFill>
                        <a:schemeClr val="accent1"/>
                      </a:solidFill>
                    </a:rPr>
                    <a:t>%</a:t>
                  </a:r>
                  <a:endParaRPr lang="en-US" altLang="zh-CN" sz="6000" dirty="0">
                    <a:solidFill>
                      <a:schemeClr val="accent1"/>
                    </a:solidFill>
                  </a:endParaRPr>
                </a:p>
              </p:txBody>
            </p:sp>
          </p:grpSp>
        </p:gr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p:cNvSpPr>
            <a:spLocks noGrp="1"/>
          </p:cNvSpPr>
          <p:nvPr>
            <p:ph type="title" hasCustomPrompt="1"/>
          </p:nvPr>
        </p:nvSpPr>
        <p:spPr/>
        <p:txBody>
          <a:bodyPr/>
          <a:lstStyle/>
          <a:p>
            <a:r>
              <a:rPr lang="zh-CN" altLang="en-US" dirty="0"/>
              <a:t>成功案例一</a:t>
            </a:r>
            <a:endParaRPr lang="en-US" dirty="0"/>
          </a:p>
        </p:txBody>
      </p:sp>
      <p:grpSp>
        <p:nvGrpSpPr>
          <p:cNvPr id="51" name="组合 50">
            <a:extLst>
              <a:ext uri="{FF2B5EF4-FFF2-40B4-BE49-F238E27FC236}">
                <a16:creationId xmlns:a16="http://schemas.microsoft.com/office/drawing/2014/main" id="{3ED3E94E-85D7-6CED-1890-28862B1E7A25}"/>
              </a:ext>
            </a:extLst>
          </p:cNvPr>
          <p:cNvGrpSpPr/>
          <p:nvPr/>
        </p:nvGrpSpPr>
        <p:grpSpPr>
          <a:xfrm>
            <a:off x="660400" y="1158040"/>
            <a:ext cx="10965618" cy="5000124"/>
            <a:chOff x="660400" y="1158040"/>
            <a:chExt cx="10965618" cy="5000124"/>
          </a:xfrm>
        </p:grpSpPr>
        <p:grpSp>
          <p:nvGrpSpPr>
            <p:cNvPr id="60" name="组合 59">
              <a:extLst>
                <a:ext uri="{FF2B5EF4-FFF2-40B4-BE49-F238E27FC236}">
                  <a16:creationId xmlns:a16="http://schemas.microsoft.com/office/drawing/2014/main" id="{D0C1E566-4D9F-E27D-659C-D4A4C07B4F87}"/>
                </a:ext>
              </a:extLst>
            </p:cNvPr>
            <p:cNvGrpSpPr/>
            <p:nvPr/>
          </p:nvGrpSpPr>
          <p:grpSpPr>
            <a:xfrm>
              <a:off x="660400" y="1290926"/>
              <a:ext cx="5580000" cy="4663952"/>
              <a:chOff x="660400" y="1290926"/>
              <a:chExt cx="5580000" cy="4663952"/>
            </a:xfrm>
          </p:grpSpPr>
          <p:grpSp>
            <p:nvGrpSpPr>
              <p:cNvPr id="7" name="组合 6">
                <a:extLst>
                  <a:ext uri="{FF2B5EF4-FFF2-40B4-BE49-F238E27FC236}">
                    <a16:creationId xmlns:a16="http://schemas.microsoft.com/office/drawing/2014/main" id="{4F155B1E-774E-FF79-71E5-5BDC92C7C5AA}"/>
                  </a:ext>
                </a:extLst>
              </p:cNvPr>
              <p:cNvGrpSpPr/>
              <p:nvPr/>
            </p:nvGrpSpPr>
            <p:grpSpPr>
              <a:xfrm>
                <a:off x="660400" y="1290926"/>
                <a:ext cx="5580000" cy="1278486"/>
                <a:chOff x="5805413" y="1522855"/>
                <a:chExt cx="5580000" cy="1278486"/>
              </a:xfrm>
            </p:grpSpPr>
            <p:sp>
              <p:nvSpPr>
                <p:cNvPr id="57" name="Number1">
                  <a:extLst>
                    <a:ext uri="{FF2B5EF4-FFF2-40B4-BE49-F238E27FC236}">
                      <a16:creationId xmlns:a16="http://schemas.microsoft.com/office/drawing/2014/main" id="{1B6BB243-E404-6821-71B1-2E9640C1BEBF}"/>
                    </a:ext>
                  </a:extLst>
                </p:cNvPr>
                <p:cNvSpPr txBox="1">
                  <a:spLocks noChangeAspect="1"/>
                </p:cNvSpPr>
                <p:nvPr/>
              </p:nvSpPr>
              <p:spPr>
                <a:xfrm>
                  <a:off x="5853541" y="1711816"/>
                  <a:ext cx="648000" cy="648000"/>
                </a:xfrm>
                <a:prstGeom prst="roundRect">
                  <a:avLst>
                    <a:gd name="adj" fmla="val 500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algn="ctr" defTabSz="913765">
                    <a:defRPr b="1">
                      <a:solidFill>
                        <a:srgbClr val="FFFFFF"/>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a:t>01</a:t>
                  </a:r>
                  <a:endParaRPr lang="zh-CN" altLang="en-US" sz="2000" dirty="0"/>
                </a:p>
              </p:txBody>
            </p:sp>
            <p:grpSp>
              <p:nvGrpSpPr>
                <p:cNvPr id="53" name="组合 52">
                  <a:extLst>
                    <a:ext uri="{FF2B5EF4-FFF2-40B4-BE49-F238E27FC236}">
                      <a16:creationId xmlns:a16="http://schemas.microsoft.com/office/drawing/2014/main" id="{BBA9F666-56EA-8F29-5577-7E7C9687DAC5}"/>
                    </a:ext>
                  </a:extLst>
                </p:cNvPr>
                <p:cNvGrpSpPr/>
                <p:nvPr/>
              </p:nvGrpSpPr>
              <p:grpSpPr>
                <a:xfrm>
                  <a:off x="6590271" y="1522855"/>
                  <a:ext cx="4650741" cy="1191946"/>
                  <a:chOff x="4519547" y="2817478"/>
                  <a:chExt cx="4650741" cy="1191946"/>
                </a:xfrm>
              </p:grpSpPr>
              <p:sp>
                <p:nvSpPr>
                  <p:cNvPr id="55" name="Bullet1">
                    <a:extLst>
                      <a:ext uri="{FF2B5EF4-FFF2-40B4-BE49-F238E27FC236}">
                        <a16:creationId xmlns:a16="http://schemas.microsoft.com/office/drawing/2014/main" id="{D8991995-2837-D846-6013-1D5D377EC0CA}"/>
                      </a:ext>
                    </a:extLst>
                  </p:cNvPr>
                  <p:cNvSpPr txBox="1">
                    <a:spLocks/>
                  </p:cNvSpPr>
                  <p:nvPr/>
                </p:nvSpPr>
                <p:spPr>
                  <a:xfrm>
                    <a:off x="4519547" y="2817478"/>
                    <a:ext cx="4650741" cy="539999"/>
                  </a:xfrm>
                  <a:prstGeom prst="rect">
                    <a:avLst/>
                  </a:prstGeom>
                  <a:noFill/>
                </p:spPr>
                <p:txBody>
                  <a:bodyPr wrap="square" rtlCol="0" anchor="b" anchorCtr="0">
                    <a:normAutofit/>
                  </a:bodyPr>
                  <a:lstStyle/>
                  <a:p>
                    <a:r>
                      <a:rPr lang="zh-CN" altLang="en-US" sz="2000" b="1" dirty="0"/>
                      <a:t>市场拓展</a:t>
                    </a:r>
                    <a:endParaRPr lang="en-US" sz="2000" dirty="0"/>
                  </a:p>
                </p:txBody>
              </p:sp>
              <p:sp>
                <p:nvSpPr>
                  <p:cNvPr id="56" name="Text1">
                    <a:extLst>
                      <a:ext uri="{FF2B5EF4-FFF2-40B4-BE49-F238E27FC236}">
                        <a16:creationId xmlns:a16="http://schemas.microsoft.com/office/drawing/2014/main" id="{67CCA93E-21C2-E64F-0A39-33C8F5695B27}"/>
                      </a:ext>
                    </a:extLst>
                  </p:cNvPr>
                  <p:cNvSpPr>
                    <a:spLocks/>
                  </p:cNvSpPr>
                  <p:nvPr/>
                </p:nvSpPr>
                <p:spPr>
                  <a:xfrm>
                    <a:off x="4519547" y="3361424"/>
                    <a:ext cx="4650741" cy="648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20000"/>
                      </a:lnSpc>
                    </a:pPr>
                    <a:r>
                      <a:rPr kumimoji="1" lang="zh-CN" altLang="en-US" sz="1400">
                        <a:solidFill>
                          <a:schemeClr val="tx1"/>
                        </a:solidFill>
                      </a:rPr>
                      <a:t>为确保演示效果，请将内容调整为简洁明了的表达方式。若需包含较多信息，可适当延展。</a:t>
                    </a:r>
                    <a:endParaRPr kumimoji="1" lang="zh-CN" altLang="en-US" sz="1400" dirty="0">
                      <a:solidFill>
                        <a:schemeClr val="tx1"/>
                      </a:solidFill>
                    </a:endParaRPr>
                  </a:p>
                </p:txBody>
              </p:sp>
            </p:grpSp>
            <p:sp>
              <p:nvSpPr>
                <p:cNvPr id="54" name="矩形: 圆角 53">
                  <a:extLst>
                    <a:ext uri="{FF2B5EF4-FFF2-40B4-BE49-F238E27FC236}">
                      <a16:creationId xmlns:a16="http://schemas.microsoft.com/office/drawing/2014/main" id="{E8DFBECE-1557-3627-B89F-76DD353D9418}"/>
                    </a:ext>
                  </a:extLst>
                </p:cNvPr>
                <p:cNvSpPr/>
                <p:nvPr/>
              </p:nvSpPr>
              <p:spPr>
                <a:xfrm>
                  <a:off x="5805413" y="2621341"/>
                  <a:ext cx="5580000" cy="180000"/>
                </a:xfrm>
                <a:prstGeom prst="roundRect">
                  <a:avLst>
                    <a:gd name="adj" fmla="val 50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grpSp>
          <p:grpSp>
            <p:nvGrpSpPr>
              <p:cNvPr id="8" name="组合 7">
                <a:extLst>
                  <a:ext uri="{FF2B5EF4-FFF2-40B4-BE49-F238E27FC236}">
                    <a16:creationId xmlns:a16="http://schemas.microsoft.com/office/drawing/2014/main" id="{8D3030A4-AF76-E11C-4355-805C15B0B27C}"/>
                  </a:ext>
                </a:extLst>
              </p:cNvPr>
              <p:cNvGrpSpPr/>
              <p:nvPr/>
            </p:nvGrpSpPr>
            <p:grpSpPr>
              <a:xfrm>
                <a:off x="660400" y="2983659"/>
                <a:ext cx="5580000" cy="1278486"/>
                <a:chOff x="5805413" y="3000218"/>
                <a:chExt cx="5580000" cy="1278486"/>
              </a:xfrm>
            </p:grpSpPr>
            <p:sp>
              <p:nvSpPr>
                <p:cNvPr id="49" name="Number2">
                  <a:extLst>
                    <a:ext uri="{FF2B5EF4-FFF2-40B4-BE49-F238E27FC236}">
                      <a16:creationId xmlns:a16="http://schemas.microsoft.com/office/drawing/2014/main" id="{272DE5CD-4ACE-159C-18D6-95D4BF8BDD3C}"/>
                    </a:ext>
                  </a:extLst>
                </p:cNvPr>
                <p:cNvSpPr txBox="1">
                  <a:spLocks noChangeAspect="1"/>
                </p:cNvSpPr>
                <p:nvPr/>
              </p:nvSpPr>
              <p:spPr>
                <a:xfrm>
                  <a:off x="5853541" y="3189179"/>
                  <a:ext cx="648000" cy="648000"/>
                </a:xfrm>
                <a:prstGeom prst="roundRect">
                  <a:avLst>
                    <a:gd name="adj" fmla="val 500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algn="ctr" defTabSz="913765">
                    <a:defRPr b="1">
                      <a:solidFill>
                        <a:srgbClr val="FFFFFF"/>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a:t>02</a:t>
                  </a:r>
                  <a:endParaRPr lang="zh-CN" altLang="en-US" sz="2000" dirty="0"/>
                </a:p>
              </p:txBody>
            </p:sp>
            <p:grpSp>
              <p:nvGrpSpPr>
                <p:cNvPr id="45" name="组合 44">
                  <a:extLst>
                    <a:ext uri="{FF2B5EF4-FFF2-40B4-BE49-F238E27FC236}">
                      <a16:creationId xmlns:a16="http://schemas.microsoft.com/office/drawing/2014/main" id="{001B6110-7FE7-824C-C159-C67AE440AC83}"/>
                    </a:ext>
                  </a:extLst>
                </p:cNvPr>
                <p:cNvGrpSpPr/>
                <p:nvPr/>
              </p:nvGrpSpPr>
              <p:grpSpPr>
                <a:xfrm>
                  <a:off x="6590271" y="3000218"/>
                  <a:ext cx="4650741" cy="1191946"/>
                  <a:chOff x="4519547" y="2817478"/>
                  <a:chExt cx="4650741" cy="1191946"/>
                </a:xfrm>
              </p:grpSpPr>
              <p:sp>
                <p:nvSpPr>
                  <p:cNvPr id="47" name="Bullet2">
                    <a:extLst>
                      <a:ext uri="{FF2B5EF4-FFF2-40B4-BE49-F238E27FC236}">
                        <a16:creationId xmlns:a16="http://schemas.microsoft.com/office/drawing/2014/main" id="{88E9ECDE-7CF1-2C61-E6C2-3E7441794E08}"/>
                      </a:ext>
                    </a:extLst>
                  </p:cNvPr>
                  <p:cNvSpPr txBox="1">
                    <a:spLocks/>
                  </p:cNvSpPr>
                  <p:nvPr/>
                </p:nvSpPr>
                <p:spPr>
                  <a:xfrm>
                    <a:off x="4519547" y="2817478"/>
                    <a:ext cx="4650741" cy="539999"/>
                  </a:xfrm>
                  <a:prstGeom prst="rect">
                    <a:avLst/>
                  </a:prstGeom>
                  <a:noFill/>
                </p:spPr>
                <p:txBody>
                  <a:bodyPr wrap="square" rtlCol="0" anchor="b" anchorCtr="0">
                    <a:normAutofit/>
                  </a:bodyPr>
                  <a:lstStyle/>
                  <a:p>
                    <a:r>
                      <a:rPr lang="zh-CN" altLang="en-US" sz="2000" b="1" dirty="0"/>
                      <a:t>产品创新</a:t>
                    </a:r>
                    <a:endParaRPr lang="en-US" sz="2000" dirty="0"/>
                  </a:p>
                </p:txBody>
              </p:sp>
              <p:sp>
                <p:nvSpPr>
                  <p:cNvPr id="48" name="Text2">
                    <a:extLst>
                      <a:ext uri="{FF2B5EF4-FFF2-40B4-BE49-F238E27FC236}">
                        <a16:creationId xmlns:a16="http://schemas.microsoft.com/office/drawing/2014/main" id="{5613D044-10AC-E626-E24A-072F44CFAFDF}"/>
                      </a:ext>
                    </a:extLst>
                  </p:cNvPr>
                  <p:cNvSpPr>
                    <a:spLocks/>
                  </p:cNvSpPr>
                  <p:nvPr/>
                </p:nvSpPr>
                <p:spPr>
                  <a:xfrm>
                    <a:off x="4519547" y="3361424"/>
                    <a:ext cx="4650741" cy="648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20000"/>
                      </a:lnSpc>
                    </a:pPr>
                    <a:r>
                      <a:rPr kumimoji="1" lang="zh-CN" altLang="en-US" sz="1400">
                        <a:solidFill>
                          <a:schemeClr val="tx1"/>
                        </a:solidFill>
                      </a:rPr>
                      <a:t>为确保演示效果，请将内容调整为简洁明了的表达方式。若需包含较多信息，可适当延展。</a:t>
                    </a:r>
                    <a:endParaRPr kumimoji="1" lang="zh-CN" altLang="en-US" sz="1400" dirty="0">
                      <a:solidFill>
                        <a:schemeClr val="tx1"/>
                      </a:solidFill>
                    </a:endParaRPr>
                  </a:p>
                </p:txBody>
              </p:sp>
            </p:grpSp>
            <p:sp>
              <p:nvSpPr>
                <p:cNvPr id="46" name="矩形: 圆角 45">
                  <a:extLst>
                    <a:ext uri="{FF2B5EF4-FFF2-40B4-BE49-F238E27FC236}">
                      <a16:creationId xmlns:a16="http://schemas.microsoft.com/office/drawing/2014/main" id="{9B110713-FD09-6624-FF1A-BABF5DB55750}"/>
                    </a:ext>
                  </a:extLst>
                </p:cNvPr>
                <p:cNvSpPr/>
                <p:nvPr/>
              </p:nvSpPr>
              <p:spPr>
                <a:xfrm>
                  <a:off x="5805413" y="4098704"/>
                  <a:ext cx="5580000" cy="180000"/>
                </a:xfrm>
                <a:prstGeom prst="roundRect">
                  <a:avLst>
                    <a:gd name="adj" fmla="val 50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grpSp>
          <p:grpSp>
            <p:nvGrpSpPr>
              <p:cNvPr id="9" name="组合 8">
                <a:extLst>
                  <a:ext uri="{FF2B5EF4-FFF2-40B4-BE49-F238E27FC236}">
                    <a16:creationId xmlns:a16="http://schemas.microsoft.com/office/drawing/2014/main" id="{A5ECF7EC-4CBA-879D-9087-00C6555DCCE0}"/>
                  </a:ext>
                </a:extLst>
              </p:cNvPr>
              <p:cNvGrpSpPr/>
              <p:nvPr/>
            </p:nvGrpSpPr>
            <p:grpSpPr>
              <a:xfrm>
                <a:off x="660400" y="4676392"/>
                <a:ext cx="5580000" cy="1278486"/>
                <a:chOff x="5805413" y="4477581"/>
                <a:chExt cx="5580000" cy="1278486"/>
              </a:xfrm>
            </p:grpSpPr>
            <p:sp>
              <p:nvSpPr>
                <p:cNvPr id="41" name="Number3">
                  <a:extLst>
                    <a:ext uri="{FF2B5EF4-FFF2-40B4-BE49-F238E27FC236}">
                      <a16:creationId xmlns:a16="http://schemas.microsoft.com/office/drawing/2014/main" id="{FFB5EDC4-9234-BB5B-3291-36CB95C2178A}"/>
                    </a:ext>
                  </a:extLst>
                </p:cNvPr>
                <p:cNvSpPr txBox="1">
                  <a:spLocks noChangeAspect="1"/>
                </p:cNvSpPr>
                <p:nvPr/>
              </p:nvSpPr>
              <p:spPr>
                <a:xfrm>
                  <a:off x="5853541" y="4666542"/>
                  <a:ext cx="648000" cy="648000"/>
                </a:xfrm>
                <a:prstGeom prst="roundRect">
                  <a:avLst>
                    <a:gd name="adj" fmla="val 500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algn="ctr" defTabSz="913765">
                    <a:defRPr b="1">
                      <a:solidFill>
                        <a:srgbClr val="FFFFFF"/>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a:t>03</a:t>
                  </a:r>
                  <a:endParaRPr lang="zh-CN" altLang="en-US" sz="2000" dirty="0"/>
                </a:p>
              </p:txBody>
            </p:sp>
            <p:sp>
              <p:nvSpPr>
                <p:cNvPr id="32" name="矩形: 圆角 31">
                  <a:extLst>
                    <a:ext uri="{FF2B5EF4-FFF2-40B4-BE49-F238E27FC236}">
                      <a16:creationId xmlns:a16="http://schemas.microsoft.com/office/drawing/2014/main" id="{486D28BA-0B13-9F60-69DE-95DF23A5326A}"/>
                    </a:ext>
                  </a:extLst>
                </p:cNvPr>
                <p:cNvSpPr/>
                <p:nvPr/>
              </p:nvSpPr>
              <p:spPr>
                <a:xfrm>
                  <a:off x="5805413" y="5576067"/>
                  <a:ext cx="5580000" cy="180000"/>
                </a:xfrm>
                <a:prstGeom prst="roundRect">
                  <a:avLst>
                    <a:gd name="adj" fmla="val 50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grpSp>
              <p:nvGrpSpPr>
                <p:cNvPr id="38" name="组合 37">
                  <a:extLst>
                    <a:ext uri="{FF2B5EF4-FFF2-40B4-BE49-F238E27FC236}">
                      <a16:creationId xmlns:a16="http://schemas.microsoft.com/office/drawing/2014/main" id="{8FEC9F0C-FB56-0BED-0AFB-8FA1A729634D}"/>
                    </a:ext>
                  </a:extLst>
                </p:cNvPr>
                <p:cNvGrpSpPr/>
                <p:nvPr/>
              </p:nvGrpSpPr>
              <p:grpSpPr>
                <a:xfrm>
                  <a:off x="6590271" y="4477581"/>
                  <a:ext cx="4650741" cy="1191946"/>
                  <a:chOff x="4519547" y="2817478"/>
                  <a:chExt cx="4650741" cy="1191946"/>
                </a:xfrm>
              </p:grpSpPr>
              <p:sp>
                <p:nvSpPr>
                  <p:cNvPr id="39" name="Bullet3">
                    <a:extLst>
                      <a:ext uri="{FF2B5EF4-FFF2-40B4-BE49-F238E27FC236}">
                        <a16:creationId xmlns:a16="http://schemas.microsoft.com/office/drawing/2014/main" id="{28A3A22C-FB41-4ECF-F6DB-7BB1538BF33C}"/>
                      </a:ext>
                    </a:extLst>
                  </p:cNvPr>
                  <p:cNvSpPr txBox="1">
                    <a:spLocks/>
                  </p:cNvSpPr>
                  <p:nvPr/>
                </p:nvSpPr>
                <p:spPr>
                  <a:xfrm>
                    <a:off x="4519547" y="2817478"/>
                    <a:ext cx="4650741" cy="539999"/>
                  </a:xfrm>
                  <a:prstGeom prst="rect">
                    <a:avLst/>
                  </a:prstGeom>
                  <a:noFill/>
                </p:spPr>
                <p:txBody>
                  <a:bodyPr wrap="square" rtlCol="0" anchor="b" anchorCtr="0">
                    <a:normAutofit/>
                  </a:bodyPr>
                  <a:lstStyle/>
                  <a:p>
                    <a:r>
                      <a:rPr lang="zh-CN" altLang="en-US" sz="2000" b="1" dirty="0"/>
                      <a:t>营销策略</a:t>
                    </a:r>
                    <a:endParaRPr lang="en-US" sz="2000" dirty="0"/>
                  </a:p>
                </p:txBody>
              </p:sp>
              <p:sp>
                <p:nvSpPr>
                  <p:cNvPr id="40" name="Text3">
                    <a:extLst>
                      <a:ext uri="{FF2B5EF4-FFF2-40B4-BE49-F238E27FC236}">
                        <a16:creationId xmlns:a16="http://schemas.microsoft.com/office/drawing/2014/main" id="{C5F6D200-70C9-BA08-C948-BA687735172A}"/>
                      </a:ext>
                    </a:extLst>
                  </p:cNvPr>
                  <p:cNvSpPr>
                    <a:spLocks/>
                  </p:cNvSpPr>
                  <p:nvPr/>
                </p:nvSpPr>
                <p:spPr>
                  <a:xfrm>
                    <a:off x="4519547" y="3361424"/>
                    <a:ext cx="4650741" cy="648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20000"/>
                      </a:lnSpc>
                    </a:pPr>
                    <a:r>
                      <a:rPr kumimoji="1" lang="zh-CN" altLang="en-US" sz="1400">
                        <a:solidFill>
                          <a:schemeClr val="tx1"/>
                        </a:solidFill>
                      </a:rPr>
                      <a:t>为确保演示效果，请将内容调整为简洁明了的表达方式。若需包含较多信息，可适当延展。</a:t>
                    </a:r>
                    <a:endParaRPr kumimoji="1" lang="zh-CN" altLang="en-US" sz="1400" dirty="0" err="1">
                      <a:solidFill>
                        <a:schemeClr val="tx1"/>
                      </a:solidFill>
                    </a:endParaRPr>
                  </a:p>
                </p:txBody>
              </p:sp>
            </p:grpSp>
          </p:grpSp>
        </p:grpSp>
        <p:grpSp>
          <p:nvGrpSpPr>
            <p:cNvPr id="19" name="组合 18">
              <a:extLst>
                <a:ext uri="{FF2B5EF4-FFF2-40B4-BE49-F238E27FC236}">
                  <a16:creationId xmlns:a16="http://schemas.microsoft.com/office/drawing/2014/main" id="{8335B673-8DF7-F7C2-175D-E7FB070AEE9A}"/>
                </a:ext>
              </a:extLst>
            </p:cNvPr>
            <p:cNvGrpSpPr/>
            <p:nvPr/>
          </p:nvGrpSpPr>
          <p:grpSpPr>
            <a:xfrm>
              <a:off x="6625894" y="1158040"/>
              <a:ext cx="5000124" cy="5000124"/>
              <a:chOff x="6625894" y="1158040"/>
              <a:chExt cx="5000124" cy="5000124"/>
            </a:xfrm>
          </p:grpSpPr>
          <p:sp>
            <p:nvSpPr>
              <p:cNvPr id="24" name="PictureMisc">
                <a:extLst>
                  <a:ext uri="{FF2B5EF4-FFF2-40B4-BE49-F238E27FC236}">
                    <a16:creationId xmlns:a16="http://schemas.microsoft.com/office/drawing/2014/main" id="{067774EF-B3F8-F517-13BC-69AC66223A95}"/>
                  </a:ext>
                </a:extLst>
              </p:cNvPr>
              <p:cNvSpPr/>
              <p:nvPr/>
            </p:nvSpPr>
            <p:spPr>
              <a:xfrm>
                <a:off x="6625894" y="1158040"/>
                <a:ext cx="5000124" cy="5000124"/>
              </a:xfrm>
              <a:prstGeom prst="ellipse">
                <a:avLst/>
              </a:prstGeom>
              <a:blipFill>
                <a:blip r:embed="rId2" cstate="screen">
                  <a:extLst>
                    <a:ext uri="{28A0092B-C50C-407E-A947-70E740481C1C}">
                      <a14:useLocalDpi xmlns:a14="http://schemas.microsoft.com/office/drawing/2010/main"/>
                    </a:ext>
                  </a:extLst>
                </a:blip>
                <a:stretch>
                  <a:fillRect l="-33666" r="-1621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22" name="椭圆 21">
                <a:extLst>
                  <a:ext uri="{FF2B5EF4-FFF2-40B4-BE49-F238E27FC236}">
                    <a16:creationId xmlns:a16="http://schemas.microsoft.com/office/drawing/2014/main" id="{B84A28A4-0FA4-B146-895A-220B49A11E9C}"/>
                  </a:ext>
                </a:extLst>
              </p:cNvPr>
              <p:cNvSpPr/>
              <p:nvPr/>
            </p:nvSpPr>
            <p:spPr>
              <a:xfrm>
                <a:off x="7052489" y="5269135"/>
                <a:ext cx="536246" cy="536246"/>
              </a:xfrm>
              <a:prstGeom prst="ellipse">
                <a:avLst/>
              </a:prstGeom>
              <a:gradFill flip="none" rotWithShape="0">
                <a:gsLst>
                  <a:gs pos="0">
                    <a:schemeClr val="accent2">
                      <a:lumMod val="60000"/>
                      <a:lumOff val="40000"/>
                    </a:schemeClr>
                  </a:gs>
                  <a:gs pos="60000">
                    <a:schemeClr val="accent2"/>
                  </a:gs>
                </a:gsLst>
                <a:lin ang="2700000" scaled="0"/>
                <a:tileRect/>
              </a:gradFill>
              <a:ln w="57150" cap="rnd">
                <a:noFill/>
                <a:prstDash val="solid"/>
                <a:round/>
              </a:ln>
              <a:effectLst>
                <a:outerShdw blurRad="254000" dist="127000" dir="27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3765"/>
                <a:endParaRPr lang="zh-CN" altLang="en-US" sz="2000" b="1">
                  <a:solidFill>
                    <a:srgbClr val="FFFFFF"/>
                  </a:solidFill>
                  <a:latin typeface="+mj-lt"/>
                  <a:sym typeface="+mn-lt"/>
                </a:endParaRPr>
              </a:p>
            </p:txBody>
          </p:sp>
          <p:sp>
            <p:nvSpPr>
              <p:cNvPr id="23" name="椭圆 22">
                <a:extLst>
                  <a:ext uri="{FF2B5EF4-FFF2-40B4-BE49-F238E27FC236}">
                    <a16:creationId xmlns:a16="http://schemas.microsoft.com/office/drawing/2014/main" id="{9A1B73DE-E3BC-B065-3173-43E45817C0AE}"/>
                  </a:ext>
                </a:extLst>
              </p:cNvPr>
              <p:cNvSpPr/>
              <p:nvPr/>
            </p:nvSpPr>
            <p:spPr>
              <a:xfrm>
                <a:off x="10209628" y="1206663"/>
                <a:ext cx="821717" cy="821717"/>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sym typeface="+mn-lt"/>
                </a:endParaRPr>
              </a:p>
            </p:txBody>
          </p:sp>
        </p:gr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标题 3">
            <a:extLst>
              <a:ext uri="{FF2B5EF4-FFF2-40B4-BE49-F238E27FC236}">
                <a16:creationId xmlns:a16="http://schemas.microsoft.com/office/drawing/2014/main" id="{02A71CD4-FDCD-0126-212F-9640BC103140}"/>
              </a:ext>
            </a:extLst>
          </p:cNvPr>
          <p:cNvSpPr>
            <a:spLocks noGrp="1"/>
          </p:cNvSpPr>
          <p:nvPr>
            <p:ph type="title"/>
          </p:nvPr>
        </p:nvSpPr>
        <p:spPr/>
        <p:txBody>
          <a:bodyPr/>
          <a:lstStyle/>
          <a:p>
            <a:r>
              <a:rPr lang="zh-CN" altLang="en-US" dirty="0"/>
              <a:t>个人工作目标</a:t>
            </a:r>
          </a:p>
        </p:txBody>
      </p:sp>
      <p:grpSp>
        <p:nvGrpSpPr>
          <p:cNvPr id="10" name="组合 9">
            <a:extLst>
              <a:ext uri="{FF2B5EF4-FFF2-40B4-BE49-F238E27FC236}">
                <a16:creationId xmlns:a16="http://schemas.microsoft.com/office/drawing/2014/main" id="{2FF5D66D-13DC-B1F4-AB97-C67209AECA2B}"/>
              </a:ext>
            </a:extLst>
          </p:cNvPr>
          <p:cNvGrpSpPr/>
          <p:nvPr/>
        </p:nvGrpSpPr>
        <p:grpSpPr>
          <a:xfrm>
            <a:off x="563525" y="1533218"/>
            <a:ext cx="10629193" cy="4339645"/>
            <a:chOff x="563525" y="1533218"/>
            <a:chExt cx="10629193" cy="4339645"/>
          </a:xfrm>
        </p:grpSpPr>
        <p:grpSp>
          <p:nvGrpSpPr>
            <p:cNvPr id="2" name="组合 1">
              <a:extLst>
                <a:ext uri="{FF2B5EF4-FFF2-40B4-BE49-F238E27FC236}">
                  <a16:creationId xmlns:a16="http://schemas.microsoft.com/office/drawing/2014/main" id="{54C1F1E1-EB6A-FFEE-053F-F2699E4C6AFD}"/>
                </a:ext>
              </a:extLst>
            </p:cNvPr>
            <p:cNvGrpSpPr/>
            <p:nvPr/>
          </p:nvGrpSpPr>
          <p:grpSpPr>
            <a:xfrm>
              <a:off x="563525" y="1557059"/>
              <a:ext cx="2030818" cy="2009022"/>
              <a:chOff x="563525" y="1557059"/>
              <a:chExt cx="2030818" cy="2009022"/>
            </a:xfrm>
          </p:grpSpPr>
          <p:sp>
            <p:nvSpPr>
              <p:cNvPr id="11" name="椭圆 10">
                <a:extLst>
                  <a:ext uri="{FF2B5EF4-FFF2-40B4-BE49-F238E27FC236}">
                    <a16:creationId xmlns:a16="http://schemas.microsoft.com/office/drawing/2014/main" id="{16377D31-3712-0077-B6C1-B8E13C15994A}"/>
                  </a:ext>
                </a:extLst>
              </p:cNvPr>
              <p:cNvSpPr/>
              <p:nvPr/>
            </p:nvSpPr>
            <p:spPr>
              <a:xfrm>
                <a:off x="776177" y="1557059"/>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业绩提升目标</a:t>
                </a:r>
              </a:p>
            </p:txBody>
          </p:sp>
          <p:sp>
            <p:nvSpPr>
              <p:cNvPr id="12" name="文本框 11">
                <a:extLst>
                  <a:ext uri="{FF2B5EF4-FFF2-40B4-BE49-F238E27FC236}">
                    <a16:creationId xmlns:a16="http://schemas.microsoft.com/office/drawing/2014/main" id="{5546219A-1440-2531-E5A6-F6F78264C1E7}"/>
                  </a:ext>
                </a:extLst>
              </p:cNvPr>
              <p:cNvSpPr txBox="1"/>
              <p:nvPr/>
            </p:nvSpPr>
            <p:spPr>
              <a:xfrm>
                <a:off x="563525" y="3237530"/>
                <a:ext cx="2030818" cy="328551"/>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p:txBody>
          </p:sp>
        </p:grpSp>
        <p:grpSp>
          <p:nvGrpSpPr>
            <p:cNvPr id="3" name="组合 2">
              <a:extLst>
                <a:ext uri="{FF2B5EF4-FFF2-40B4-BE49-F238E27FC236}">
                  <a16:creationId xmlns:a16="http://schemas.microsoft.com/office/drawing/2014/main" id="{C3EF38D5-5A50-3ACF-6FD3-A411A3276B00}"/>
                </a:ext>
              </a:extLst>
            </p:cNvPr>
            <p:cNvGrpSpPr/>
            <p:nvPr/>
          </p:nvGrpSpPr>
          <p:grpSpPr>
            <a:xfrm>
              <a:off x="563525" y="3863841"/>
              <a:ext cx="2030818" cy="2009022"/>
              <a:chOff x="563525" y="3863841"/>
              <a:chExt cx="2030818" cy="2009022"/>
            </a:xfrm>
          </p:grpSpPr>
          <p:sp>
            <p:nvSpPr>
              <p:cNvPr id="13" name="椭圆 12">
                <a:extLst>
                  <a:ext uri="{FF2B5EF4-FFF2-40B4-BE49-F238E27FC236}">
                    <a16:creationId xmlns:a16="http://schemas.microsoft.com/office/drawing/2014/main" id="{648CC2CF-48CC-8D06-7325-241DDFE2FF72}"/>
                  </a:ext>
                </a:extLst>
              </p:cNvPr>
              <p:cNvSpPr/>
              <p:nvPr/>
            </p:nvSpPr>
            <p:spPr>
              <a:xfrm>
                <a:off x="776177" y="3863841"/>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项目参与计划</a:t>
                </a:r>
              </a:p>
            </p:txBody>
          </p:sp>
          <p:sp>
            <p:nvSpPr>
              <p:cNvPr id="14" name="文本框 13">
                <a:extLst>
                  <a:ext uri="{FF2B5EF4-FFF2-40B4-BE49-F238E27FC236}">
                    <a16:creationId xmlns:a16="http://schemas.microsoft.com/office/drawing/2014/main" id="{B5A2F042-BA63-A070-61F4-F9FFE0D86C2A}"/>
                  </a:ext>
                </a:extLst>
              </p:cNvPr>
              <p:cNvSpPr txBox="1"/>
              <p:nvPr/>
            </p:nvSpPr>
            <p:spPr>
              <a:xfrm>
                <a:off x="563525" y="5544312"/>
                <a:ext cx="2030818" cy="328551"/>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p:txBody>
          </p:sp>
        </p:grpSp>
        <p:grpSp>
          <p:nvGrpSpPr>
            <p:cNvPr id="9" name="组合 8">
              <a:extLst>
                <a:ext uri="{FF2B5EF4-FFF2-40B4-BE49-F238E27FC236}">
                  <a16:creationId xmlns:a16="http://schemas.microsoft.com/office/drawing/2014/main" id="{026D2FBB-A635-05BB-FB17-ABA43C431463}"/>
                </a:ext>
              </a:extLst>
            </p:cNvPr>
            <p:cNvGrpSpPr/>
            <p:nvPr/>
          </p:nvGrpSpPr>
          <p:grpSpPr>
            <a:xfrm>
              <a:off x="4144297" y="1533218"/>
              <a:ext cx="3344523" cy="1892889"/>
              <a:chOff x="4144297" y="1533218"/>
              <a:chExt cx="3344523" cy="1892889"/>
            </a:xfrm>
          </p:grpSpPr>
          <p:sp>
            <p:nvSpPr>
              <p:cNvPr id="15" name="Text">
                <a:extLst>
                  <a:ext uri="{FF2B5EF4-FFF2-40B4-BE49-F238E27FC236}">
                    <a16:creationId xmlns:a16="http://schemas.microsoft.com/office/drawing/2014/main" id="{A7CAAE73-BE53-D41E-4AE0-1EE0B7C0EE29}"/>
                  </a:ext>
                </a:extLst>
              </p:cNvPr>
              <p:cNvSpPr/>
              <p:nvPr/>
            </p:nvSpPr>
            <p:spPr>
              <a:xfrm>
                <a:off x="4144297" y="1670667"/>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p:txBody>
          </p:sp>
          <p:sp>
            <p:nvSpPr>
              <p:cNvPr id="16" name="íṥļiḍe">
                <a:extLst>
                  <a:ext uri="{FF2B5EF4-FFF2-40B4-BE49-F238E27FC236}">
                    <a16:creationId xmlns:a16="http://schemas.microsoft.com/office/drawing/2014/main" id="{118CA2DB-DE8B-91FD-D58D-0CC9A464D82F}"/>
                  </a:ext>
                </a:extLst>
              </p:cNvPr>
              <p:cNvSpPr/>
              <p:nvPr/>
            </p:nvSpPr>
            <p:spPr>
              <a:xfrm>
                <a:off x="4735916" y="1533218"/>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技能提升目标</a:t>
                </a:r>
              </a:p>
            </p:txBody>
          </p:sp>
          <p:sp>
            <p:nvSpPr>
              <p:cNvPr id="17" name="文本框 16">
                <a:extLst>
                  <a:ext uri="{FF2B5EF4-FFF2-40B4-BE49-F238E27FC236}">
                    <a16:creationId xmlns:a16="http://schemas.microsoft.com/office/drawing/2014/main" id="{2BE577CC-01FF-6B53-88D0-A6526F637798}"/>
                  </a:ext>
                </a:extLst>
              </p:cNvPr>
              <p:cNvSpPr txBox="1"/>
              <p:nvPr/>
            </p:nvSpPr>
            <p:spPr>
              <a:xfrm>
                <a:off x="4361516" y="2135879"/>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sp>
          <p:nvSpPr>
            <p:cNvPr id="18" name="Shape1">
              <a:extLst>
                <a:ext uri="{FF2B5EF4-FFF2-40B4-BE49-F238E27FC236}">
                  <a16:creationId xmlns:a16="http://schemas.microsoft.com/office/drawing/2014/main" id="{EAF54D3F-F49E-3855-778D-5C5C8A32257E}"/>
                </a:ext>
              </a:extLst>
            </p:cNvPr>
            <p:cNvSpPr/>
            <p:nvPr/>
          </p:nvSpPr>
          <p:spPr>
            <a:xfrm>
              <a:off x="2911708" y="2030586"/>
              <a:ext cx="617290" cy="658461"/>
            </a:xfrm>
            <a:prstGeom prst="rightArrow">
              <a:avLst>
                <a:gd name="adj1" fmla="val 56665"/>
                <a:gd name="adj2" fmla="val 50000"/>
              </a:avLst>
            </a:prstGeom>
            <a:gradFill>
              <a:gsLst>
                <a:gs pos="0">
                  <a:schemeClr val="bg1">
                    <a:alpha val="0"/>
                  </a:schemeClr>
                </a:gs>
                <a:gs pos="82000">
                  <a:schemeClr val="accent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8" name="组合 7">
              <a:extLst>
                <a:ext uri="{FF2B5EF4-FFF2-40B4-BE49-F238E27FC236}">
                  <a16:creationId xmlns:a16="http://schemas.microsoft.com/office/drawing/2014/main" id="{7DF631B6-3EF3-8D98-FE9D-4C653CEAD23B}"/>
                </a:ext>
              </a:extLst>
            </p:cNvPr>
            <p:cNvGrpSpPr/>
            <p:nvPr/>
          </p:nvGrpSpPr>
          <p:grpSpPr>
            <a:xfrm>
              <a:off x="7848195" y="1533218"/>
              <a:ext cx="3344523" cy="1892889"/>
              <a:chOff x="7848195" y="1533218"/>
              <a:chExt cx="3344523" cy="1892889"/>
            </a:xfrm>
          </p:grpSpPr>
          <p:sp>
            <p:nvSpPr>
              <p:cNvPr id="24" name="Text">
                <a:extLst>
                  <a:ext uri="{FF2B5EF4-FFF2-40B4-BE49-F238E27FC236}">
                    <a16:creationId xmlns:a16="http://schemas.microsoft.com/office/drawing/2014/main" id="{2EDC8B54-02AB-50DE-F473-21C0CEBCEC6D}"/>
                  </a:ext>
                </a:extLst>
              </p:cNvPr>
              <p:cNvSpPr/>
              <p:nvPr/>
            </p:nvSpPr>
            <p:spPr>
              <a:xfrm>
                <a:off x="7848195" y="1670667"/>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p:txBody>
          </p:sp>
          <p:sp>
            <p:nvSpPr>
              <p:cNvPr id="25" name="íṥļiḍe">
                <a:extLst>
                  <a:ext uri="{FF2B5EF4-FFF2-40B4-BE49-F238E27FC236}">
                    <a16:creationId xmlns:a16="http://schemas.microsoft.com/office/drawing/2014/main" id="{91181138-DAF6-D8DD-21C2-009B530E81B3}"/>
                  </a:ext>
                </a:extLst>
              </p:cNvPr>
              <p:cNvSpPr/>
              <p:nvPr/>
            </p:nvSpPr>
            <p:spPr>
              <a:xfrm>
                <a:off x="8439814" y="1533218"/>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创新与改进目标</a:t>
                </a:r>
              </a:p>
            </p:txBody>
          </p:sp>
          <p:sp>
            <p:nvSpPr>
              <p:cNvPr id="26" name="文本框 25">
                <a:extLst>
                  <a:ext uri="{FF2B5EF4-FFF2-40B4-BE49-F238E27FC236}">
                    <a16:creationId xmlns:a16="http://schemas.microsoft.com/office/drawing/2014/main" id="{5CE4DEE9-CBD9-E4EA-D504-68E15D09254F}"/>
                  </a:ext>
                </a:extLst>
              </p:cNvPr>
              <p:cNvSpPr txBox="1"/>
              <p:nvPr/>
            </p:nvSpPr>
            <p:spPr>
              <a:xfrm>
                <a:off x="8065414" y="2135879"/>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grpSp>
          <p:nvGrpSpPr>
            <p:cNvPr id="6" name="组合 5">
              <a:extLst>
                <a:ext uri="{FF2B5EF4-FFF2-40B4-BE49-F238E27FC236}">
                  <a16:creationId xmlns:a16="http://schemas.microsoft.com/office/drawing/2014/main" id="{7755B32F-0504-F161-C441-09B1D1B62DF2}"/>
                </a:ext>
              </a:extLst>
            </p:cNvPr>
            <p:cNvGrpSpPr/>
            <p:nvPr/>
          </p:nvGrpSpPr>
          <p:grpSpPr>
            <a:xfrm>
              <a:off x="4144297" y="3940752"/>
              <a:ext cx="3344523" cy="1892889"/>
              <a:chOff x="4144297" y="3940752"/>
              <a:chExt cx="3344523" cy="1892889"/>
            </a:xfrm>
          </p:grpSpPr>
          <p:sp>
            <p:nvSpPr>
              <p:cNvPr id="27" name="Text">
                <a:extLst>
                  <a:ext uri="{FF2B5EF4-FFF2-40B4-BE49-F238E27FC236}">
                    <a16:creationId xmlns:a16="http://schemas.microsoft.com/office/drawing/2014/main" id="{0C2A0B91-7B98-CED0-8679-ACE77E872E21}"/>
                  </a:ext>
                </a:extLst>
              </p:cNvPr>
              <p:cNvSpPr/>
              <p:nvPr/>
            </p:nvSpPr>
            <p:spPr>
              <a:xfrm>
                <a:off x="4144297" y="4078201"/>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p:txBody>
          </p:sp>
          <p:sp>
            <p:nvSpPr>
              <p:cNvPr id="28" name="íṥļiḍe">
                <a:extLst>
                  <a:ext uri="{FF2B5EF4-FFF2-40B4-BE49-F238E27FC236}">
                    <a16:creationId xmlns:a16="http://schemas.microsoft.com/office/drawing/2014/main" id="{D6E67DF2-673C-2A5B-BDA4-FD5CBBC1A4F5}"/>
                  </a:ext>
                </a:extLst>
              </p:cNvPr>
              <p:cNvSpPr/>
              <p:nvPr/>
            </p:nvSpPr>
            <p:spPr>
              <a:xfrm>
                <a:off x="4735916" y="3940752"/>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客户满意度目标</a:t>
                </a:r>
              </a:p>
            </p:txBody>
          </p:sp>
          <p:sp>
            <p:nvSpPr>
              <p:cNvPr id="29" name="文本框 28">
                <a:extLst>
                  <a:ext uri="{FF2B5EF4-FFF2-40B4-BE49-F238E27FC236}">
                    <a16:creationId xmlns:a16="http://schemas.microsoft.com/office/drawing/2014/main" id="{D79B43D3-B20B-3356-9258-6986437F259A}"/>
                  </a:ext>
                </a:extLst>
              </p:cNvPr>
              <p:cNvSpPr txBox="1"/>
              <p:nvPr/>
            </p:nvSpPr>
            <p:spPr>
              <a:xfrm>
                <a:off x="4361516" y="4543413"/>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sp>
          <p:nvSpPr>
            <p:cNvPr id="30" name="Shape1">
              <a:extLst>
                <a:ext uri="{FF2B5EF4-FFF2-40B4-BE49-F238E27FC236}">
                  <a16:creationId xmlns:a16="http://schemas.microsoft.com/office/drawing/2014/main" id="{9C6F6824-CB30-12B1-ED25-CD35B718947A}"/>
                </a:ext>
              </a:extLst>
            </p:cNvPr>
            <p:cNvSpPr/>
            <p:nvPr/>
          </p:nvSpPr>
          <p:spPr>
            <a:xfrm>
              <a:off x="2911708" y="4337368"/>
              <a:ext cx="617290" cy="658461"/>
            </a:xfrm>
            <a:prstGeom prst="rightArrow">
              <a:avLst>
                <a:gd name="adj1" fmla="val 56665"/>
                <a:gd name="adj2" fmla="val 50000"/>
              </a:avLst>
            </a:prstGeom>
            <a:gradFill>
              <a:gsLst>
                <a:gs pos="0">
                  <a:schemeClr val="bg1">
                    <a:alpha val="0"/>
                  </a:schemeClr>
                </a:gs>
                <a:gs pos="82000">
                  <a:schemeClr val="accent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7" name="组合 6">
              <a:extLst>
                <a:ext uri="{FF2B5EF4-FFF2-40B4-BE49-F238E27FC236}">
                  <a16:creationId xmlns:a16="http://schemas.microsoft.com/office/drawing/2014/main" id="{F8316EBC-AB01-74DA-DC0A-E2D040A12361}"/>
                </a:ext>
              </a:extLst>
            </p:cNvPr>
            <p:cNvGrpSpPr/>
            <p:nvPr/>
          </p:nvGrpSpPr>
          <p:grpSpPr>
            <a:xfrm>
              <a:off x="7848195" y="3940752"/>
              <a:ext cx="3344523" cy="1892889"/>
              <a:chOff x="7848195" y="3940752"/>
              <a:chExt cx="3344523" cy="1892889"/>
            </a:xfrm>
          </p:grpSpPr>
          <p:sp>
            <p:nvSpPr>
              <p:cNvPr id="31" name="Text">
                <a:extLst>
                  <a:ext uri="{FF2B5EF4-FFF2-40B4-BE49-F238E27FC236}">
                    <a16:creationId xmlns:a16="http://schemas.microsoft.com/office/drawing/2014/main" id="{8D3C9BE3-4BBB-21D3-6965-9CFE0DA5E191}"/>
                  </a:ext>
                </a:extLst>
              </p:cNvPr>
              <p:cNvSpPr/>
              <p:nvPr/>
            </p:nvSpPr>
            <p:spPr>
              <a:xfrm>
                <a:off x="7848195" y="4078201"/>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p:txBody>
          </p:sp>
          <p:sp>
            <p:nvSpPr>
              <p:cNvPr id="32" name="íṥļiḍe">
                <a:extLst>
                  <a:ext uri="{FF2B5EF4-FFF2-40B4-BE49-F238E27FC236}">
                    <a16:creationId xmlns:a16="http://schemas.microsoft.com/office/drawing/2014/main" id="{08E25125-21EE-F1F1-E0E6-7229D9B95C37}"/>
                  </a:ext>
                </a:extLst>
              </p:cNvPr>
              <p:cNvSpPr/>
              <p:nvPr/>
            </p:nvSpPr>
            <p:spPr>
              <a:xfrm>
                <a:off x="8439814" y="3940752"/>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自我管理目标</a:t>
                </a:r>
              </a:p>
            </p:txBody>
          </p:sp>
          <p:sp>
            <p:nvSpPr>
              <p:cNvPr id="33" name="文本框 32">
                <a:extLst>
                  <a:ext uri="{FF2B5EF4-FFF2-40B4-BE49-F238E27FC236}">
                    <a16:creationId xmlns:a16="http://schemas.microsoft.com/office/drawing/2014/main" id="{B51E6E17-EE3F-A6A4-B0D0-3580312CF80F}"/>
                  </a:ext>
                </a:extLst>
              </p:cNvPr>
              <p:cNvSpPr txBox="1"/>
              <p:nvPr/>
            </p:nvSpPr>
            <p:spPr>
              <a:xfrm>
                <a:off x="8065414" y="4543413"/>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gr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a:extLst>
              <a:ext uri="{FF2B5EF4-FFF2-40B4-BE49-F238E27FC236}">
                <a16:creationId xmlns:a16="http://schemas.microsoft.com/office/drawing/2014/main" id="{BC1C59C0-43E9-955C-6479-356B7A0210D1}"/>
              </a:ext>
            </a:extLst>
          </p:cNvPr>
          <p:cNvSpPr>
            <a:spLocks noGrp="1"/>
          </p:cNvSpPr>
          <p:nvPr>
            <p:ph type="title"/>
          </p:nvPr>
        </p:nvSpPr>
        <p:spPr/>
        <p:txBody>
          <a:bodyPr/>
          <a:lstStyle/>
          <a:p>
            <a:r>
              <a:rPr lang="zh-CN" altLang="en-US" dirty="0"/>
              <a:t>团队贡献计划</a:t>
            </a:r>
          </a:p>
        </p:txBody>
      </p:sp>
      <p:grpSp>
        <p:nvGrpSpPr>
          <p:cNvPr id="77" name="组合 76">
            <a:extLst>
              <a:ext uri="{FF2B5EF4-FFF2-40B4-BE49-F238E27FC236}">
                <a16:creationId xmlns:a16="http://schemas.microsoft.com/office/drawing/2014/main" id="{1B004AD2-98F5-4D6B-6E50-4DD597ABD94E}"/>
              </a:ext>
            </a:extLst>
          </p:cNvPr>
          <p:cNvGrpSpPr/>
          <p:nvPr/>
        </p:nvGrpSpPr>
        <p:grpSpPr>
          <a:xfrm>
            <a:off x="0" y="1368693"/>
            <a:ext cx="12192000" cy="5489307"/>
            <a:chOff x="0" y="1368693"/>
            <a:chExt cx="12192000" cy="5489307"/>
          </a:xfrm>
        </p:grpSpPr>
        <p:sp>
          <p:nvSpPr>
            <p:cNvPr id="52" name="矩形 51">
              <a:extLst>
                <a:ext uri="{FF2B5EF4-FFF2-40B4-BE49-F238E27FC236}">
                  <a16:creationId xmlns:a16="http://schemas.microsoft.com/office/drawing/2014/main" id="{833A9FDD-6DA8-1ED7-E05F-34100FE6AB59}"/>
                </a:ext>
              </a:extLst>
            </p:cNvPr>
            <p:cNvSpPr/>
            <p:nvPr/>
          </p:nvSpPr>
          <p:spPr>
            <a:xfrm>
              <a:off x="0" y="3515360"/>
              <a:ext cx="12192000" cy="3342640"/>
            </a:xfrm>
            <a:prstGeom prst="rect">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nvGrpSpPr>
            <p:cNvPr id="72" name="组合 71">
              <a:extLst>
                <a:ext uri="{FF2B5EF4-FFF2-40B4-BE49-F238E27FC236}">
                  <a16:creationId xmlns:a16="http://schemas.microsoft.com/office/drawing/2014/main" id="{0346E093-DB7D-DF18-06D0-07DE5D37D256}"/>
                </a:ext>
              </a:extLst>
            </p:cNvPr>
            <p:cNvGrpSpPr/>
            <p:nvPr/>
          </p:nvGrpSpPr>
          <p:grpSpPr>
            <a:xfrm>
              <a:off x="736600" y="1368701"/>
              <a:ext cx="5283200" cy="2764677"/>
              <a:chOff x="736600" y="1368701"/>
              <a:chExt cx="5283200" cy="2764677"/>
            </a:xfrm>
          </p:grpSpPr>
          <p:sp>
            <p:nvSpPr>
              <p:cNvPr id="4" name="矩形: 圆角 3">
                <a:extLst>
                  <a:ext uri="{FF2B5EF4-FFF2-40B4-BE49-F238E27FC236}">
                    <a16:creationId xmlns:a16="http://schemas.microsoft.com/office/drawing/2014/main" id="{F95F95C6-70F8-DA6E-EBE6-5470479AA112}"/>
                  </a:ext>
                </a:extLst>
              </p:cNvPr>
              <p:cNvSpPr/>
              <p:nvPr/>
            </p:nvSpPr>
            <p:spPr>
              <a:xfrm flipH="1">
                <a:off x="736600" y="1368701"/>
                <a:ext cx="5283200" cy="2764677"/>
              </a:xfrm>
              <a:prstGeom prst="roundRect">
                <a:avLst>
                  <a:gd name="adj" fmla="val 326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6" name="NumberMisc">
                <a:extLst>
                  <a:ext uri="{FF2B5EF4-FFF2-40B4-BE49-F238E27FC236}">
                    <a16:creationId xmlns:a16="http://schemas.microsoft.com/office/drawing/2014/main" id="{311EB886-04AA-48F0-2D29-C4BB46E498D5}"/>
                  </a:ext>
                </a:extLst>
              </p:cNvPr>
              <p:cNvSpPr/>
              <p:nvPr/>
            </p:nvSpPr>
            <p:spPr>
              <a:xfrm>
                <a:off x="1454499" y="1546497"/>
                <a:ext cx="3847403" cy="509754"/>
              </a:xfrm>
              <a:prstGeom prst="roundRect">
                <a:avLst>
                  <a:gd name="adj" fmla="val 19250"/>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t>团队协作目标</a:t>
                </a:r>
                <a:endParaRPr lang="en-US" altLang="zh-CN" sz="2000" b="1" dirty="0"/>
              </a:p>
            </p:txBody>
          </p:sp>
          <p:graphicFrame>
            <p:nvGraphicFramePr>
              <p:cNvPr id="7" name="图表 6">
                <a:extLst>
                  <a:ext uri="{FF2B5EF4-FFF2-40B4-BE49-F238E27FC236}">
                    <a16:creationId xmlns:a16="http://schemas.microsoft.com/office/drawing/2014/main" id="{6EB67D72-D11A-B088-1D50-F59CEBC177C6}"/>
                  </a:ext>
                </a:extLst>
              </p:cNvPr>
              <p:cNvGraphicFramePr/>
              <p:nvPr>
                <p:extLst>
                  <p:ext uri="{D42A27DB-BD31-4B8C-83A1-F6EECF244321}">
                    <p14:modId xmlns:p14="http://schemas.microsoft.com/office/powerpoint/2010/main" val="3303151056"/>
                  </p:ext>
                </p:extLst>
              </p:nvPr>
            </p:nvGraphicFramePr>
            <p:xfrm>
              <a:off x="839765" y="2122579"/>
              <a:ext cx="5074026" cy="1924681"/>
            </p:xfrm>
            <a:graphic>
              <a:graphicData uri="http://schemas.openxmlformats.org/drawingml/2006/chart">
                <c:chart xmlns:c="http://schemas.openxmlformats.org/drawingml/2006/chart" r:id="rId2"/>
              </a:graphicData>
            </a:graphic>
          </p:graphicFrame>
        </p:grpSp>
        <p:grpSp>
          <p:nvGrpSpPr>
            <p:cNvPr id="73" name="组合 72">
              <a:extLst>
                <a:ext uri="{FF2B5EF4-FFF2-40B4-BE49-F238E27FC236}">
                  <a16:creationId xmlns:a16="http://schemas.microsoft.com/office/drawing/2014/main" id="{DB8A138E-BD8A-C385-9395-BA8F94E470C8}"/>
                </a:ext>
              </a:extLst>
            </p:cNvPr>
            <p:cNvGrpSpPr/>
            <p:nvPr/>
          </p:nvGrpSpPr>
          <p:grpSpPr>
            <a:xfrm>
              <a:off x="6084064" y="1368693"/>
              <a:ext cx="5371336" cy="2765573"/>
              <a:chOff x="6084064" y="1368693"/>
              <a:chExt cx="5371336" cy="2765573"/>
            </a:xfrm>
          </p:grpSpPr>
          <p:sp>
            <p:nvSpPr>
              <p:cNvPr id="15" name="矩形: 圆角 14">
                <a:extLst>
                  <a:ext uri="{FF2B5EF4-FFF2-40B4-BE49-F238E27FC236}">
                    <a16:creationId xmlns:a16="http://schemas.microsoft.com/office/drawing/2014/main" id="{FF4D2012-C0BE-38F6-6CE5-B7D3D389F00D}"/>
                  </a:ext>
                </a:extLst>
              </p:cNvPr>
              <p:cNvSpPr/>
              <p:nvPr/>
            </p:nvSpPr>
            <p:spPr>
              <a:xfrm>
                <a:off x="6190073" y="1368693"/>
                <a:ext cx="5265327" cy="2765573"/>
              </a:xfrm>
              <a:prstGeom prst="roundRect">
                <a:avLst>
                  <a:gd name="adj" fmla="val 326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16" name="NumberMisc">
                <a:extLst>
                  <a:ext uri="{FF2B5EF4-FFF2-40B4-BE49-F238E27FC236}">
                    <a16:creationId xmlns:a16="http://schemas.microsoft.com/office/drawing/2014/main" id="{F9E22458-E5A3-2114-0CDE-CCBE868B8EA7}"/>
                  </a:ext>
                </a:extLst>
              </p:cNvPr>
              <p:cNvSpPr txBox="1"/>
              <p:nvPr/>
            </p:nvSpPr>
            <p:spPr>
              <a:xfrm>
                <a:off x="6674865" y="1546497"/>
                <a:ext cx="4295742" cy="506687"/>
              </a:xfrm>
              <a:prstGeom prst="roundRect">
                <a:avLst>
                  <a:gd name="adj" fmla="val 8000"/>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问题解决贡献</a:t>
                </a:r>
                <a:endParaRPr lang="zh-CN" altLang="en-US" dirty="0"/>
              </a:p>
            </p:txBody>
          </p:sp>
          <p:graphicFrame>
            <p:nvGraphicFramePr>
              <p:cNvPr id="17" name="图表 16">
                <a:extLst>
                  <a:ext uri="{FF2B5EF4-FFF2-40B4-BE49-F238E27FC236}">
                    <a16:creationId xmlns:a16="http://schemas.microsoft.com/office/drawing/2014/main" id="{1F4730A0-FF18-3D45-764F-E7F34FF20B9A}"/>
                  </a:ext>
                </a:extLst>
              </p:cNvPr>
              <p:cNvGraphicFramePr/>
              <p:nvPr>
                <p:extLst>
                  <p:ext uri="{D42A27DB-BD31-4B8C-83A1-F6EECF244321}">
                    <p14:modId xmlns:p14="http://schemas.microsoft.com/office/powerpoint/2010/main" val="3391315065"/>
                  </p:ext>
                </p:extLst>
              </p:nvPr>
            </p:nvGraphicFramePr>
            <p:xfrm>
              <a:off x="6084064" y="2149190"/>
              <a:ext cx="3228172" cy="1965723"/>
            </p:xfrm>
            <a:graphic>
              <a:graphicData uri="http://schemas.openxmlformats.org/drawingml/2006/chart">
                <c:chart xmlns:c="http://schemas.openxmlformats.org/drawingml/2006/chart" r:id="rId3"/>
              </a:graphicData>
            </a:graphic>
          </p:graphicFrame>
          <p:grpSp>
            <p:nvGrpSpPr>
              <p:cNvPr id="47" name="组合 46">
                <a:extLst>
                  <a:ext uri="{FF2B5EF4-FFF2-40B4-BE49-F238E27FC236}">
                    <a16:creationId xmlns:a16="http://schemas.microsoft.com/office/drawing/2014/main" id="{85AF6B8B-0EF3-7DA6-53A1-6AFAC637CBEB}"/>
                  </a:ext>
                </a:extLst>
              </p:cNvPr>
              <p:cNvGrpSpPr/>
              <p:nvPr/>
            </p:nvGrpSpPr>
            <p:grpSpPr>
              <a:xfrm>
                <a:off x="9022080" y="2364895"/>
                <a:ext cx="2026920" cy="307777"/>
                <a:chOff x="9022080" y="1952012"/>
                <a:chExt cx="2026920" cy="307777"/>
              </a:xfrm>
            </p:grpSpPr>
            <p:sp>
              <p:nvSpPr>
                <p:cNvPr id="18" name="矩形 17">
                  <a:extLst>
                    <a:ext uri="{FF2B5EF4-FFF2-40B4-BE49-F238E27FC236}">
                      <a16:creationId xmlns:a16="http://schemas.microsoft.com/office/drawing/2014/main" id="{9C0A023C-F603-7F1F-9F76-E5449542A3E6}"/>
                    </a:ext>
                  </a:extLst>
                </p:cNvPr>
                <p:cNvSpPr>
                  <a:spLocks noChangeAspect="1"/>
                </p:cNvSpPr>
                <p:nvPr/>
              </p:nvSpPr>
              <p:spPr>
                <a:xfrm>
                  <a:off x="9022080" y="2051900"/>
                  <a:ext cx="108000" cy="10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B91F8CD7-C2BD-3487-48CB-C6516891EC11}"/>
                    </a:ext>
                  </a:extLst>
                </p:cNvPr>
                <p:cNvSpPr txBox="1"/>
                <p:nvPr/>
              </p:nvSpPr>
              <p:spPr>
                <a:xfrm>
                  <a:off x="9126769" y="1952012"/>
                  <a:ext cx="1922231" cy="307777"/>
                </a:xfrm>
                <a:prstGeom prst="rect">
                  <a:avLst/>
                </a:prstGeom>
                <a:noFill/>
              </p:spPr>
              <p:txBody>
                <a:bodyPr wrap="square" rtlCol="0">
                  <a:spAutoFit/>
                </a:bodyPr>
                <a:lstStyle/>
                <a:p>
                  <a:r>
                    <a:rPr lang="zh-CN" altLang="en-US" sz="1400" dirty="0"/>
                    <a:t>单击此处输入文本</a:t>
                  </a:r>
                </a:p>
              </p:txBody>
            </p:sp>
          </p:grpSp>
          <p:grpSp>
            <p:nvGrpSpPr>
              <p:cNvPr id="48" name="组合 47">
                <a:extLst>
                  <a:ext uri="{FF2B5EF4-FFF2-40B4-BE49-F238E27FC236}">
                    <a16:creationId xmlns:a16="http://schemas.microsoft.com/office/drawing/2014/main" id="{C38F595F-270D-869F-A9A5-FEA30487DBD3}"/>
                  </a:ext>
                </a:extLst>
              </p:cNvPr>
              <p:cNvGrpSpPr/>
              <p:nvPr/>
            </p:nvGrpSpPr>
            <p:grpSpPr>
              <a:xfrm>
                <a:off x="9022080" y="2740815"/>
                <a:ext cx="2026920" cy="307777"/>
                <a:chOff x="9022080" y="2327932"/>
                <a:chExt cx="2026920" cy="307777"/>
              </a:xfrm>
            </p:grpSpPr>
            <p:sp>
              <p:nvSpPr>
                <p:cNvPr id="26" name="矩形 25">
                  <a:extLst>
                    <a:ext uri="{FF2B5EF4-FFF2-40B4-BE49-F238E27FC236}">
                      <a16:creationId xmlns:a16="http://schemas.microsoft.com/office/drawing/2014/main" id="{E2D088E0-2203-656D-3979-74B9C3756A00}"/>
                    </a:ext>
                  </a:extLst>
                </p:cNvPr>
                <p:cNvSpPr>
                  <a:spLocks noChangeAspect="1"/>
                </p:cNvSpPr>
                <p:nvPr/>
              </p:nvSpPr>
              <p:spPr>
                <a:xfrm>
                  <a:off x="9022080" y="2427820"/>
                  <a:ext cx="108000" cy="10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82270A59-5758-FF73-AF3B-6804046613B1}"/>
                    </a:ext>
                  </a:extLst>
                </p:cNvPr>
                <p:cNvSpPr txBox="1"/>
                <p:nvPr/>
              </p:nvSpPr>
              <p:spPr>
                <a:xfrm>
                  <a:off x="9126769" y="2327932"/>
                  <a:ext cx="1922231" cy="307777"/>
                </a:xfrm>
                <a:prstGeom prst="rect">
                  <a:avLst/>
                </a:prstGeom>
                <a:noFill/>
              </p:spPr>
              <p:txBody>
                <a:bodyPr wrap="square" rtlCol="0">
                  <a:spAutoFit/>
                </a:bodyPr>
                <a:lstStyle/>
                <a:p>
                  <a:r>
                    <a:rPr lang="zh-CN" altLang="en-US" sz="1400" dirty="0"/>
                    <a:t>单击此处输入文本</a:t>
                  </a:r>
                </a:p>
              </p:txBody>
            </p:sp>
          </p:grpSp>
          <p:grpSp>
            <p:nvGrpSpPr>
              <p:cNvPr id="49" name="组合 48">
                <a:extLst>
                  <a:ext uri="{FF2B5EF4-FFF2-40B4-BE49-F238E27FC236}">
                    <a16:creationId xmlns:a16="http://schemas.microsoft.com/office/drawing/2014/main" id="{DBC32490-2D0F-6A30-72B4-D482A2F32A48}"/>
                  </a:ext>
                </a:extLst>
              </p:cNvPr>
              <p:cNvGrpSpPr/>
              <p:nvPr/>
            </p:nvGrpSpPr>
            <p:grpSpPr>
              <a:xfrm>
                <a:off x="9022080" y="3116735"/>
                <a:ext cx="2026920" cy="307777"/>
                <a:chOff x="9022080" y="2703852"/>
                <a:chExt cx="2026920" cy="307777"/>
              </a:xfrm>
            </p:grpSpPr>
            <p:sp>
              <p:nvSpPr>
                <p:cNvPr id="38" name="矩形 37">
                  <a:extLst>
                    <a:ext uri="{FF2B5EF4-FFF2-40B4-BE49-F238E27FC236}">
                      <a16:creationId xmlns:a16="http://schemas.microsoft.com/office/drawing/2014/main" id="{17044879-2540-8068-09AC-ADAD32CE3CCF}"/>
                    </a:ext>
                  </a:extLst>
                </p:cNvPr>
                <p:cNvSpPr>
                  <a:spLocks noChangeAspect="1"/>
                </p:cNvSpPr>
                <p:nvPr/>
              </p:nvSpPr>
              <p:spPr>
                <a:xfrm>
                  <a:off x="9022080" y="2803740"/>
                  <a:ext cx="108000" cy="10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F45B5F60-52B5-25D9-A9BB-12C0E0E13308}"/>
                    </a:ext>
                  </a:extLst>
                </p:cNvPr>
                <p:cNvSpPr txBox="1"/>
                <p:nvPr/>
              </p:nvSpPr>
              <p:spPr>
                <a:xfrm>
                  <a:off x="9126769" y="2703852"/>
                  <a:ext cx="1922231" cy="307777"/>
                </a:xfrm>
                <a:prstGeom prst="rect">
                  <a:avLst/>
                </a:prstGeom>
                <a:noFill/>
              </p:spPr>
              <p:txBody>
                <a:bodyPr wrap="square" rtlCol="0">
                  <a:spAutoFit/>
                </a:bodyPr>
                <a:lstStyle/>
                <a:p>
                  <a:r>
                    <a:rPr lang="zh-CN" altLang="en-US" sz="1400" dirty="0"/>
                    <a:t>单击此处输入文本</a:t>
                  </a:r>
                </a:p>
              </p:txBody>
            </p:sp>
          </p:grpSp>
          <p:grpSp>
            <p:nvGrpSpPr>
              <p:cNvPr id="50" name="组合 49">
                <a:extLst>
                  <a:ext uri="{FF2B5EF4-FFF2-40B4-BE49-F238E27FC236}">
                    <a16:creationId xmlns:a16="http://schemas.microsoft.com/office/drawing/2014/main" id="{34DCC0A8-267A-6263-FB26-95E87E82AFCC}"/>
                  </a:ext>
                </a:extLst>
              </p:cNvPr>
              <p:cNvGrpSpPr/>
              <p:nvPr/>
            </p:nvGrpSpPr>
            <p:grpSpPr>
              <a:xfrm>
                <a:off x="9022080" y="3492655"/>
                <a:ext cx="2026920" cy="307777"/>
                <a:chOff x="9022080" y="3079772"/>
                <a:chExt cx="2026920" cy="307777"/>
              </a:xfrm>
            </p:grpSpPr>
            <p:sp>
              <p:nvSpPr>
                <p:cNvPr id="40" name="矩形 39">
                  <a:extLst>
                    <a:ext uri="{FF2B5EF4-FFF2-40B4-BE49-F238E27FC236}">
                      <a16:creationId xmlns:a16="http://schemas.microsoft.com/office/drawing/2014/main" id="{26DFC0B6-DBAE-39CE-0EF6-8348A69CD9C5}"/>
                    </a:ext>
                  </a:extLst>
                </p:cNvPr>
                <p:cNvSpPr>
                  <a:spLocks noChangeAspect="1"/>
                </p:cNvSpPr>
                <p:nvPr/>
              </p:nvSpPr>
              <p:spPr>
                <a:xfrm>
                  <a:off x="9022080" y="3179660"/>
                  <a:ext cx="108000" cy="10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3553C1C9-4F1A-4550-D1C6-31E8A56631CA}"/>
                    </a:ext>
                  </a:extLst>
                </p:cNvPr>
                <p:cNvSpPr txBox="1"/>
                <p:nvPr/>
              </p:nvSpPr>
              <p:spPr>
                <a:xfrm>
                  <a:off x="9126769" y="3079772"/>
                  <a:ext cx="1922231" cy="307777"/>
                </a:xfrm>
                <a:prstGeom prst="rect">
                  <a:avLst/>
                </a:prstGeom>
                <a:noFill/>
              </p:spPr>
              <p:txBody>
                <a:bodyPr wrap="square" rtlCol="0">
                  <a:spAutoFit/>
                </a:bodyPr>
                <a:lstStyle/>
                <a:p>
                  <a:r>
                    <a:rPr lang="zh-CN" altLang="en-US" sz="1400" dirty="0"/>
                    <a:t>单击此处输入文本</a:t>
                  </a:r>
                </a:p>
              </p:txBody>
            </p:sp>
          </p:grpSp>
        </p:grpSp>
        <p:grpSp>
          <p:nvGrpSpPr>
            <p:cNvPr id="55" name="组合 54">
              <a:extLst>
                <a:ext uri="{FF2B5EF4-FFF2-40B4-BE49-F238E27FC236}">
                  <a16:creationId xmlns:a16="http://schemas.microsoft.com/office/drawing/2014/main" id="{C8A7A4AB-7A00-8415-C05E-032A84602E93}"/>
                </a:ext>
              </a:extLst>
            </p:cNvPr>
            <p:cNvGrpSpPr/>
            <p:nvPr/>
          </p:nvGrpSpPr>
          <p:grpSpPr>
            <a:xfrm>
              <a:off x="643080" y="4560485"/>
              <a:ext cx="2481163" cy="1505181"/>
              <a:chOff x="736599" y="4570876"/>
              <a:chExt cx="2481163" cy="1505181"/>
            </a:xfrm>
          </p:grpSpPr>
          <p:sp>
            <p:nvSpPr>
              <p:cNvPr id="53" name="文本框 52">
                <a:extLst>
                  <a:ext uri="{FF2B5EF4-FFF2-40B4-BE49-F238E27FC236}">
                    <a16:creationId xmlns:a16="http://schemas.microsoft.com/office/drawing/2014/main" id="{845EEA36-F561-DAD3-D010-8A7882A8AE2D}"/>
                  </a:ext>
                </a:extLst>
              </p:cNvPr>
              <p:cNvSpPr txBox="1"/>
              <p:nvPr/>
            </p:nvSpPr>
            <p:spPr>
              <a:xfrm>
                <a:off x="736599" y="4971909"/>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54" name="文本框 53">
                <a:extLst>
                  <a:ext uri="{FF2B5EF4-FFF2-40B4-BE49-F238E27FC236}">
                    <a16:creationId xmlns:a16="http://schemas.microsoft.com/office/drawing/2014/main" id="{12162050-6965-3742-1A36-8C925A890DAB}"/>
                  </a:ext>
                </a:extLst>
              </p:cNvPr>
              <p:cNvSpPr txBox="1"/>
              <p:nvPr/>
            </p:nvSpPr>
            <p:spPr>
              <a:xfrm>
                <a:off x="736599" y="4570876"/>
                <a:ext cx="1911880" cy="369332"/>
              </a:xfrm>
              <a:prstGeom prst="rect">
                <a:avLst/>
              </a:prstGeom>
              <a:noFill/>
            </p:spPr>
            <p:txBody>
              <a:bodyPr wrap="square">
                <a:spAutoFit/>
              </a:bodyPr>
              <a:lstStyle/>
              <a:p>
                <a:r>
                  <a:rPr lang="zh-CN" altLang="en-US" b="1">
                    <a:solidFill>
                      <a:srgbClr val="F8F8F8"/>
                    </a:solidFill>
                    <a:latin typeface="+mj-ea"/>
                    <a:ea typeface="+mj-ea"/>
                  </a:rPr>
                  <a:t>新人帮带计划</a:t>
                </a:r>
                <a:endParaRPr lang="zh-CN" altLang="en-US" b="1" dirty="0">
                  <a:solidFill>
                    <a:srgbClr val="F8F8F8"/>
                  </a:solidFill>
                  <a:latin typeface="+mj-ea"/>
                  <a:ea typeface="+mj-ea"/>
                </a:endParaRPr>
              </a:p>
            </p:txBody>
          </p:sp>
        </p:grpSp>
        <p:grpSp>
          <p:nvGrpSpPr>
            <p:cNvPr id="74" name="组合 73">
              <a:extLst>
                <a:ext uri="{FF2B5EF4-FFF2-40B4-BE49-F238E27FC236}">
                  <a16:creationId xmlns:a16="http://schemas.microsoft.com/office/drawing/2014/main" id="{87E47BA1-31AC-28C7-ECE5-2910EABC4857}"/>
                </a:ext>
              </a:extLst>
            </p:cNvPr>
            <p:cNvGrpSpPr/>
            <p:nvPr/>
          </p:nvGrpSpPr>
          <p:grpSpPr>
            <a:xfrm>
              <a:off x="3514436" y="4560485"/>
              <a:ext cx="2481163" cy="1505181"/>
              <a:chOff x="3514436" y="4560485"/>
              <a:chExt cx="2481163" cy="1505181"/>
            </a:xfrm>
          </p:grpSpPr>
          <p:sp>
            <p:nvSpPr>
              <p:cNvPr id="64" name="文本框 63">
                <a:extLst>
                  <a:ext uri="{FF2B5EF4-FFF2-40B4-BE49-F238E27FC236}">
                    <a16:creationId xmlns:a16="http://schemas.microsoft.com/office/drawing/2014/main" id="{6CE2F488-847E-882D-BDBE-1661E49B3CE6}"/>
                  </a:ext>
                </a:extLst>
              </p:cNvPr>
              <p:cNvSpPr txBox="1"/>
              <p:nvPr/>
            </p:nvSpPr>
            <p:spPr>
              <a:xfrm>
                <a:off x="3514436"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65" name="文本框 64">
                <a:extLst>
                  <a:ext uri="{FF2B5EF4-FFF2-40B4-BE49-F238E27FC236}">
                    <a16:creationId xmlns:a16="http://schemas.microsoft.com/office/drawing/2014/main" id="{26884FFD-9896-5D88-D268-7FB2951626B4}"/>
                  </a:ext>
                </a:extLst>
              </p:cNvPr>
              <p:cNvSpPr txBox="1"/>
              <p:nvPr/>
            </p:nvSpPr>
            <p:spPr>
              <a:xfrm>
                <a:off x="3514436" y="4560485"/>
                <a:ext cx="1911880" cy="369332"/>
              </a:xfrm>
              <a:prstGeom prst="rect">
                <a:avLst/>
              </a:prstGeom>
              <a:noFill/>
            </p:spPr>
            <p:txBody>
              <a:bodyPr wrap="square">
                <a:spAutoFit/>
              </a:bodyPr>
              <a:lstStyle/>
              <a:p>
                <a:r>
                  <a:rPr lang="zh-CN" altLang="en-US" b="1">
                    <a:solidFill>
                      <a:srgbClr val="F8F8F8"/>
                    </a:solidFill>
                    <a:latin typeface="+mj-ea"/>
                    <a:ea typeface="+mj-ea"/>
                  </a:rPr>
                  <a:t>激励与支持同事</a:t>
                </a:r>
                <a:endParaRPr lang="zh-CN" altLang="en-US" b="1" dirty="0">
                  <a:solidFill>
                    <a:srgbClr val="F8F8F8"/>
                  </a:solidFill>
                  <a:latin typeface="+mj-ea"/>
                  <a:ea typeface="+mj-ea"/>
                </a:endParaRPr>
              </a:p>
            </p:txBody>
          </p:sp>
        </p:grpSp>
        <p:grpSp>
          <p:nvGrpSpPr>
            <p:cNvPr id="75" name="组合 74">
              <a:extLst>
                <a:ext uri="{FF2B5EF4-FFF2-40B4-BE49-F238E27FC236}">
                  <a16:creationId xmlns:a16="http://schemas.microsoft.com/office/drawing/2014/main" id="{134DAD1F-CAA2-68C5-9036-BF13E5C022F7}"/>
                </a:ext>
              </a:extLst>
            </p:cNvPr>
            <p:cNvGrpSpPr/>
            <p:nvPr/>
          </p:nvGrpSpPr>
          <p:grpSpPr>
            <a:xfrm>
              <a:off x="6385792" y="4560485"/>
              <a:ext cx="2481163" cy="1505181"/>
              <a:chOff x="6385792" y="4560485"/>
              <a:chExt cx="2481163" cy="1505181"/>
            </a:xfrm>
          </p:grpSpPr>
          <p:sp>
            <p:nvSpPr>
              <p:cNvPr id="67" name="文本框 66">
                <a:extLst>
                  <a:ext uri="{FF2B5EF4-FFF2-40B4-BE49-F238E27FC236}">
                    <a16:creationId xmlns:a16="http://schemas.microsoft.com/office/drawing/2014/main" id="{BA0A1C2F-5E03-BC35-A074-F6E137FD28E8}"/>
                  </a:ext>
                </a:extLst>
              </p:cNvPr>
              <p:cNvSpPr txBox="1"/>
              <p:nvPr/>
            </p:nvSpPr>
            <p:spPr>
              <a:xfrm>
                <a:off x="6385792"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68" name="文本框 67">
                <a:extLst>
                  <a:ext uri="{FF2B5EF4-FFF2-40B4-BE49-F238E27FC236}">
                    <a16:creationId xmlns:a16="http://schemas.microsoft.com/office/drawing/2014/main" id="{0899A9C2-D27E-8450-0095-16E4DFFB2960}"/>
                  </a:ext>
                </a:extLst>
              </p:cNvPr>
              <p:cNvSpPr txBox="1"/>
              <p:nvPr/>
            </p:nvSpPr>
            <p:spPr>
              <a:xfrm>
                <a:off x="6385792" y="4560485"/>
                <a:ext cx="1911880" cy="369332"/>
              </a:xfrm>
              <a:prstGeom prst="rect">
                <a:avLst/>
              </a:prstGeom>
              <a:noFill/>
            </p:spPr>
            <p:txBody>
              <a:bodyPr wrap="square">
                <a:spAutoFit/>
              </a:bodyPr>
              <a:lstStyle/>
              <a:p>
                <a:r>
                  <a:rPr lang="zh-CN" altLang="en-US" b="1">
                    <a:solidFill>
                      <a:srgbClr val="F8F8F8"/>
                    </a:solidFill>
                    <a:latin typeface="+mj-ea"/>
                    <a:ea typeface="+mj-ea"/>
                  </a:rPr>
                  <a:t>内部流程优化</a:t>
                </a:r>
                <a:endParaRPr lang="zh-CN" altLang="en-US" b="1" dirty="0">
                  <a:solidFill>
                    <a:srgbClr val="F8F8F8"/>
                  </a:solidFill>
                  <a:latin typeface="+mj-ea"/>
                  <a:ea typeface="+mj-ea"/>
                </a:endParaRPr>
              </a:p>
            </p:txBody>
          </p:sp>
        </p:grpSp>
        <p:grpSp>
          <p:nvGrpSpPr>
            <p:cNvPr id="76" name="组合 75">
              <a:extLst>
                <a:ext uri="{FF2B5EF4-FFF2-40B4-BE49-F238E27FC236}">
                  <a16:creationId xmlns:a16="http://schemas.microsoft.com/office/drawing/2014/main" id="{15BD981F-C3B7-FA38-A4C3-94F1F04A0827}"/>
                </a:ext>
              </a:extLst>
            </p:cNvPr>
            <p:cNvGrpSpPr/>
            <p:nvPr/>
          </p:nvGrpSpPr>
          <p:grpSpPr>
            <a:xfrm>
              <a:off x="9257147" y="4560485"/>
              <a:ext cx="2481163" cy="1505181"/>
              <a:chOff x="9257147" y="4560485"/>
              <a:chExt cx="2481163" cy="1505181"/>
            </a:xfrm>
          </p:grpSpPr>
          <p:sp>
            <p:nvSpPr>
              <p:cNvPr id="70" name="文本框 69">
                <a:extLst>
                  <a:ext uri="{FF2B5EF4-FFF2-40B4-BE49-F238E27FC236}">
                    <a16:creationId xmlns:a16="http://schemas.microsoft.com/office/drawing/2014/main" id="{BA9FC0B7-835C-6242-A5CB-98C9E688BE4B}"/>
                  </a:ext>
                </a:extLst>
              </p:cNvPr>
              <p:cNvSpPr txBox="1"/>
              <p:nvPr/>
            </p:nvSpPr>
            <p:spPr>
              <a:xfrm>
                <a:off x="9257147"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71" name="文本框 70">
                <a:extLst>
                  <a:ext uri="{FF2B5EF4-FFF2-40B4-BE49-F238E27FC236}">
                    <a16:creationId xmlns:a16="http://schemas.microsoft.com/office/drawing/2014/main" id="{3CE06ED5-E4BE-B4F9-CF20-DDA91AC298F3}"/>
                  </a:ext>
                </a:extLst>
              </p:cNvPr>
              <p:cNvSpPr txBox="1"/>
              <p:nvPr/>
            </p:nvSpPr>
            <p:spPr>
              <a:xfrm>
                <a:off x="9257147" y="4560485"/>
                <a:ext cx="1911880" cy="369332"/>
              </a:xfrm>
              <a:prstGeom prst="rect">
                <a:avLst/>
              </a:prstGeom>
              <a:noFill/>
            </p:spPr>
            <p:txBody>
              <a:bodyPr wrap="square">
                <a:spAutoFit/>
              </a:bodyPr>
              <a:lstStyle/>
              <a:p>
                <a:r>
                  <a:rPr lang="zh-CN" altLang="en-US" b="1">
                    <a:solidFill>
                      <a:srgbClr val="F8F8F8"/>
                    </a:solidFill>
                    <a:latin typeface="+mj-ea"/>
                    <a:ea typeface="+mj-ea"/>
                  </a:rPr>
                  <a:t>目标协同完成</a:t>
                </a:r>
                <a:endParaRPr lang="zh-CN" altLang="en-US" b="1" dirty="0">
                  <a:solidFill>
                    <a:srgbClr val="F8F8F8"/>
                  </a:solidFill>
                  <a:latin typeface="+mj-ea"/>
                  <a:ea typeface="+mj-ea"/>
                </a:endParaRPr>
              </a:p>
            </p:txBody>
          </p:sp>
        </p:gr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a:extLst>
              <a:ext uri="{FF2B5EF4-FFF2-40B4-BE49-F238E27FC236}">
                <a16:creationId xmlns:a16="http://schemas.microsoft.com/office/drawing/2014/main" id="{C54C1BAD-7D73-0A4C-FD59-4F7426DE93CD}"/>
              </a:ext>
            </a:extLst>
          </p:cNvPr>
          <p:cNvSpPr>
            <a:spLocks noGrp="1"/>
          </p:cNvSpPr>
          <p:nvPr>
            <p:ph type="title"/>
          </p:nvPr>
        </p:nvSpPr>
        <p:spPr/>
        <p:txBody>
          <a:bodyPr/>
          <a:lstStyle/>
          <a:p>
            <a:r>
              <a:rPr lang="zh-CN" altLang="en-US" dirty="0"/>
              <a:t>工作感悟</a:t>
            </a:r>
          </a:p>
        </p:txBody>
      </p:sp>
      <p:grpSp>
        <p:nvGrpSpPr>
          <p:cNvPr id="44" name="组合 43">
            <a:extLst>
              <a:ext uri="{FF2B5EF4-FFF2-40B4-BE49-F238E27FC236}">
                <a16:creationId xmlns:a16="http://schemas.microsoft.com/office/drawing/2014/main" id="{90FC88DE-FAD1-FC4F-45D9-67BDEB7261BE}"/>
              </a:ext>
            </a:extLst>
          </p:cNvPr>
          <p:cNvGrpSpPr/>
          <p:nvPr/>
        </p:nvGrpSpPr>
        <p:grpSpPr>
          <a:xfrm>
            <a:off x="645549" y="1707360"/>
            <a:ext cx="10900903" cy="4362832"/>
            <a:chOff x="627484" y="1707360"/>
            <a:chExt cx="10900903" cy="4362832"/>
          </a:xfrm>
        </p:grpSpPr>
        <p:sp>
          <p:nvSpPr>
            <p:cNvPr id="5" name="Oval 2+">
              <a:extLst>
                <a:ext uri="{FF2B5EF4-FFF2-40B4-BE49-F238E27FC236}">
                  <a16:creationId xmlns:a16="http://schemas.microsoft.com/office/drawing/2014/main" id="{A1E7D41F-8EEA-8576-A643-E2648D2442C3}"/>
                </a:ext>
              </a:extLst>
            </p:cNvPr>
            <p:cNvSpPr/>
            <p:nvPr/>
          </p:nvSpPr>
          <p:spPr>
            <a:xfrm>
              <a:off x="4414520" y="1896602"/>
              <a:ext cx="3703320" cy="3703320"/>
            </a:xfrm>
            <a:prstGeom prst="ellipse">
              <a:avLst/>
            </a:prstGeom>
            <a:gradFill flip="none" rotWithShape="1">
              <a:gsLst>
                <a:gs pos="56000">
                  <a:schemeClr val="accent1">
                    <a:alpha val="0"/>
                  </a:schemeClr>
                </a:gs>
                <a:gs pos="100000">
                  <a:schemeClr val="accent1">
                    <a:lumMod val="75000"/>
                    <a:alpha val="5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en-US" altLang="zh-CN" sz="2400" b="1" dirty="0">
                <a:solidFill>
                  <a:srgbClr val="F8F8F8"/>
                </a:solidFill>
              </a:endParaRPr>
            </a:p>
          </p:txBody>
        </p:sp>
        <p:grpSp>
          <p:nvGrpSpPr>
            <p:cNvPr id="19" name="组合 18">
              <a:extLst>
                <a:ext uri="{FF2B5EF4-FFF2-40B4-BE49-F238E27FC236}">
                  <a16:creationId xmlns:a16="http://schemas.microsoft.com/office/drawing/2014/main" id="{84E130F5-E7C2-E96F-5A8C-64BD79AC331F}"/>
                </a:ext>
              </a:extLst>
            </p:cNvPr>
            <p:cNvGrpSpPr/>
            <p:nvPr/>
          </p:nvGrpSpPr>
          <p:grpSpPr>
            <a:xfrm>
              <a:off x="4902402" y="2384483"/>
              <a:ext cx="2727554" cy="2727554"/>
              <a:chOff x="4902402" y="2384483"/>
              <a:chExt cx="2727554" cy="2727554"/>
            </a:xfrm>
          </p:grpSpPr>
          <p:sp>
            <p:nvSpPr>
              <p:cNvPr id="3" name="椭圆 2">
                <a:extLst>
                  <a:ext uri="{FF2B5EF4-FFF2-40B4-BE49-F238E27FC236}">
                    <a16:creationId xmlns:a16="http://schemas.microsoft.com/office/drawing/2014/main" id="{17850AE8-F85B-0402-1BA5-0B51D2FC4E6E}"/>
                  </a:ext>
                </a:extLst>
              </p:cNvPr>
              <p:cNvSpPr/>
              <p:nvPr/>
            </p:nvSpPr>
            <p:spPr>
              <a:xfrm>
                <a:off x="4902402" y="2384483"/>
                <a:ext cx="2727554" cy="272755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111600" tIns="56693" rIns="113386" bIns="56693" rtlCol="0" anchor="ctr"/>
              <a:lstStyle/>
              <a:p>
                <a:pPr algn="ctr">
                  <a:lnSpc>
                    <a:spcPct val="120000"/>
                  </a:lnSpc>
                </a:pPr>
                <a:endParaRPr lang="en-US" altLang="zh-CN" sz="2976" b="1" dirty="0">
                  <a:solidFill>
                    <a:srgbClr val="F8F8F8"/>
                  </a:solidFill>
                  <a:latin typeface="+mj-ea"/>
                  <a:ea typeface="+mj-ea"/>
                </a:endParaRPr>
              </a:p>
              <a:p>
                <a:pPr algn="ctr">
                  <a:lnSpc>
                    <a:spcPct val="120000"/>
                  </a:lnSpc>
                </a:pPr>
                <a:r>
                  <a:rPr lang="zh-CN" altLang="en-US" sz="2976" b="1" dirty="0">
                    <a:solidFill>
                      <a:srgbClr val="F8F8F8"/>
                    </a:solidFill>
                    <a:latin typeface="+mj-ea"/>
                    <a:ea typeface="+mj-ea"/>
                  </a:rPr>
                  <a:t>工作感悟</a:t>
                </a:r>
              </a:p>
            </p:txBody>
          </p:sp>
          <p:sp>
            <p:nvSpPr>
              <p:cNvPr id="4" name="physics_229311">
                <a:extLst>
                  <a:ext uri="{FF2B5EF4-FFF2-40B4-BE49-F238E27FC236}">
                    <a16:creationId xmlns:a16="http://schemas.microsoft.com/office/drawing/2014/main" id="{966AC3C4-5FD1-280E-6E5F-855BB03F17EC}"/>
                  </a:ext>
                </a:extLst>
              </p:cNvPr>
              <p:cNvSpPr/>
              <p:nvPr/>
            </p:nvSpPr>
            <p:spPr>
              <a:xfrm>
                <a:off x="6020484" y="3113565"/>
                <a:ext cx="491391" cy="490599"/>
              </a:xfrm>
              <a:custGeom>
                <a:avLst/>
                <a:gdLst>
                  <a:gd name="connsiteX0" fmla="*/ 304130 w 607634"/>
                  <a:gd name="connsiteY0" fmla="*/ 243123 h 606654"/>
                  <a:gd name="connsiteX1" fmla="*/ 364181 w 607634"/>
                  <a:gd name="connsiteY1" fmla="*/ 303024 h 606654"/>
                  <a:gd name="connsiteX2" fmla="*/ 304130 w 607634"/>
                  <a:gd name="connsiteY2" fmla="*/ 363014 h 606654"/>
                  <a:gd name="connsiteX3" fmla="*/ 244079 w 607634"/>
                  <a:gd name="connsiteY3" fmla="*/ 303024 h 606654"/>
                  <a:gd name="connsiteX4" fmla="*/ 304130 w 607634"/>
                  <a:gd name="connsiteY4" fmla="*/ 243123 h 606654"/>
                  <a:gd name="connsiteX5" fmla="*/ 304054 w 607634"/>
                  <a:gd name="connsiteY5" fmla="*/ 117730 h 606654"/>
                  <a:gd name="connsiteX6" fmla="*/ 249407 w 607634"/>
                  <a:gd name="connsiteY6" fmla="*/ 518701 h 606654"/>
                  <a:gd name="connsiteX7" fmla="*/ 110297 w 607634"/>
                  <a:gd name="connsiteY7" fmla="*/ 385933 h 606654"/>
                  <a:gd name="connsiteX8" fmla="*/ 109140 w 607634"/>
                  <a:gd name="connsiteY8" fmla="*/ 376335 h 606654"/>
                  <a:gd name="connsiteX9" fmla="*/ 128364 w 607634"/>
                  <a:gd name="connsiteY9" fmla="*/ 339544 h 606654"/>
                  <a:gd name="connsiteX10" fmla="*/ 143672 w 607634"/>
                  <a:gd name="connsiteY10" fmla="*/ 338655 h 606654"/>
                  <a:gd name="connsiteX11" fmla="*/ 303787 w 607634"/>
                  <a:gd name="connsiteY11" fmla="*/ 488308 h 606654"/>
                  <a:gd name="connsiteX12" fmla="*/ 490602 w 607634"/>
                  <a:gd name="connsiteY12" fmla="*/ 304174 h 606654"/>
                  <a:gd name="connsiteX13" fmla="*/ 304054 w 607634"/>
                  <a:gd name="connsiteY13" fmla="*/ 117730 h 606654"/>
                  <a:gd name="connsiteX14" fmla="*/ 461189 w 607634"/>
                  <a:gd name="connsiteY14" fmla="*/ 55414 h 606654"/>
                  <a:gd name="connsiteX15" fmla="*/ 357722 w 607634"/>
                  <a:gd name="connsiteY15" fmla="*/ 87070 h 606654"/>
                  <a:gd name="connsiteX16" fmla="*/ 521040 w 607634"/>
                  <a:gd name="connsiteY16" fmla="*/ 249343 h 606654"/>
                  <a:gd name="connsiteX17" fmla="*/ 461189 w 607634"/>
                  <a:gd name="connsiteY17" fmla="*/ 55414 h 606654"/>
                  <a:gd name="connsiteX18" fmla="*/ 463993 w 607634"/>
                  <a:gd name="connsiteY18" fmla="*/ 202 h 606654"/>
                  <a:gd name="connsiteX19" fmla="*/ 555484 w 607634"/>
                  <a:gd name="connsiteY19" fmla="*/ 302130 h 606654"/>
                  <a:gd name="connsiteX20" fmla="*/ 348466 w 607634"/>
                  <a:gd name="connsiteY20" fmla="*/ 575932 h 606654"/>
                  <a:gd name="connsiteX21" fmla="*/ 347131 w 607634"/>
                  <a:gd name="connsiteY21" fmla="*/ 559669 h 606654"/>
                  <a:gd name="connsiteX22" fmla="*/ 382909 w 607634"/>
                  <a:gd name="connsiteY22" fmla="*/ 534964 h 606654"/>
                  <a:gd name="connsiteX23" fmla="*/ 401867 w 607634"/>
                  <a:gd name="connsiteY23" fmla="*/ 537363 h 606654"/>
                  <a:gd name="connsiteX24" fmla="*/ 533323 w 607634"/>
                  <a:gd name="connsiteY24" fmla="*/ 385844 h 606654"/>
                  <a:gd name="connsiteX25" fmla="*/ 520417 w 607634"/>
                  <a:gd name="connsiteY25" fmla="*/ 356517 h 606654"/>
                  <a:gd name="connsiteX26" fmla="*/ 135662 w 607634"/>
                  <a:gd name="connsiteY26" fmla="*/ 606147 h 606654"/>
                  <a:gd name="connsiteX27" fmla="*/ 53424 w 607634"/>
                  <a:gd name="connsiteY27" fmla="*/ 303019 h 606654"/>
                  <a:gd name="connsiteX28" fmla="*/ 37137 w 607634"/>
                  <a:gd name="connsiteY28" fmla="*/ 36505 h 606654"/>
                  <a:gd name="connsiteX29" fmla="*/ 76476 w 607634"/>
                  <a:gd name="connsiteY29" fmla="*/ 36505 h 606654"/>
                  <a:gd name="connsiteX30" fmla="*/ 76476 w 607634"/>
                  <a:gd name="connsiteY30" fmla="*/ 75695 h 606654"/>
                  <a:gd name="connsiteX31" fmla="*/ 87868 w 607634"/>
                  <a:gd name="connsiteY31" fmla="*/ 249609 h 606654"/>
                  <a:gd name="connsiteX32" fmla="*/ 250564 w 607634"/>
                  <a:gd name="connsiteY32" fmla="*/ 87159 h 606654"/>
                  <a:gd name="connsiteX33" fmla="*/ 204016 w 607634"/>
                  <a:gd name="connsiteY33" fmla="*/ 67875 h 606654"/>
                  <a:gd name="connsiteX34" fmla="*/ 185147 w 607634"/>
                  <a:gd name="connsiteY34" fmla="*/ 34105 h 606654"/>
                  <a:gd name="connsiteX35" fmla="*/ 220659 w 607634"/>
                  <a:gd name="connsiteY35" fmla="*/ 14999 h 606654"/>
                  <a:gd name="connsiteX36" fmla="*/ 304143 w 607634"/>
                  <a:gd name="connsiteY36" fmla="*/ 52678 h 606654"/>
                  <a:gd name="connsiteX37" fmla="*/ 463993 w 607634"/>
                  <a:gd name="connsiteY37" fmla="*/ 202 h 606654"/>
                  <a:gd name="connsiteX38" fmla="*/ 143103 w 607634"/>
                  <a:gd name="connsiteY38" fmla="*/ 151 h 606654"/>
                  <a:gd name="connsiteX39" fmla="*/ 169874 w 607634"/>
                  <a:gd name="connsiteY39" fmla="*/ 28849 h 606654"/>
                  <a:gd name="connsiteX40" fmla="*/ 141147 w 607634"/>
                  <a:gd name="connsiteY40" fmla="*/ 55503 h 606654"/>
                  <a:gd name="connsiteX41" fmla="*/ 124337 w 607634"/>
                  <a:gd name="connsiteY41" fmla="*/ 55858 h 606654"/>
                  <a:gd name="connsiteX42" fmla="*/ 96765 w 607634"/>
                  <a:gd name="connsiteY42" fmla="*/ 30004 h 606654"/>
                  <a:gd name="connsiteX43" fmla="*/ 122469 w 607634"/>
                  <a:gd name="connsiteY43" fmla="*/ 417 h 606654"/>
                  <a:gd name="connsiteX44" fmla="*/ 143103 w 607634"/>
                  <a:gd name="connsiteY44" fmla="*/ 151 h 606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634" h="606654">
                    <a:moveTo>
                      <a:pt x="304130" y="243123"/>
                    </a:moveTo>
                    <a:cubicBezTo>
                      <a:pt x="337314" y="243123"/>
                      <a:pt x="364181" y="269963"/>
                      <a:pt x="364181" y="303024"/>
                    </a:cubicBezTo>
                    <a:cubicBezTo>
                      <a:pt x="364181" y="336174"/>
                      <a:pt x="337314" y="363014"/>
                      <a:pt x="304130" y="363014"/>
                    </a:cubicBezTo>
                    <a:cubicBezTo>
                      <a:pt x="271035" y="363014"/>
                      <a:pt x="244079" y="336174"/>
                      <a:pt x="244079" y="303024"/>
                    </a:cubicBezTo>
                    <a:cubicBezTo>
                      <a:pt x="244079" y="269963"/>
                      <a:pt x="270946" y="243123"/>
                      <a:pt x="304130" y="243123"/>
                    </a:cubicBezTo>
                    <a:close/>
                    <a:moveTo>
                      <a:pt x="304054" y="117730"/>
                    </a:moveTo>
                    <a:cubicBezTo>
                      <a:pt x="28771" y="297420"/>
                      <a:pt x="-56671" y="665599"/>
                      <a:pt x="249407" y="518701"/>
                    </a:cubicBezTo>
                    <a:cubicBezTo>
                      <a:pt x="171619" y="462981"/>
                      <a:pt x="110297" y="385933"/>
                      <a:pt x="110297" y="385933"/>
                    </a:cubicBezTo>
                    <a:cubicBezTo>
                      <a:pt x="108161" y="383266"/>
                      <a:pt x="107627" y="379534"/>
                      <a:pt x="109140" y="376335"/>
                    </a:cubicBezTo>
                    <a:cubicBezTo>
                      <a:pt x="114747" y="364160"/>
                      <a:pt x="121155" y="351896"/>
                      <a:pt x="128364" y="339544"/>
                    </a:cubicBezTo>
                    <a:cubicBezTo>
                      <a:pt x="131657" y="333856"/>
                      <a:pt x="139667" y="333501"/>
                      <a:pt x="143672" y="338655"/>
                    </a:cubicBezTo>
                    <a:cubicBezTo>
                      <a:pt x="143672" y="338655"/>
                      <a:pt x="204194" y="423346"/>
                      <a:pt x="303787" y="488308"/>
                    </a:cubicBezTo>
                    <a:cubicBezTo>
                      <a:pt x="372674" y="444585"/>
                      <a:pt x="441740" y="380423"/>
                      <a:pt x="490602" y="304174"/>
                    </a:cubicBezTo>
                    <a:cubicBezTo>
                      <a:pt x="444588" y="233524"/>
                      <a:pt x="377391" y="165540"/>
                      <a:pt x="304054" y="117730"/>
                    </a:cubicBezTo>
                    <a:close/>
                    <a:moveTo>
                      <a:pt x="461189" y="55414"/>
                    </a:moveTo>
                    <a:cubicBezTo>
                      <a:pt x="432061" y="57494"/>
                      <a:pt x="397038" y="67897"/>
                      <a:pt x="357722" y="87070"/>
                    </a:cubicBezTo>
                    <a:cubicBezTo>
                      <a:pt x="421536" y="132926"/>
                      <a:pt x="479565" y="192645"/>
                      <a:pt x="521040" y="249343"/>
                    </a:cubicBezTo>
                    <a:cubicBezTo>
                      <a:pt x="582919" y="117841"/>
                      <a:pt x="548575" y="49174"/>
                      <a:pt x="461189" y="55414"/>
                    </a:cubicBezTo>
                    <a:close/>
                    <a:moveTo>
                      <a:pt x="463993" y="202"/>
                    </a:moveTo>
                    <a:cubicBezTo>
                      <a:pt x="600425" y="-5130"/>
                      <a:pt x="657680" y="122106"/>
                      <a:pt x="555484" y="302130"/>
                    </a:cubicBezTo>
                    <a:cubicBezTo>
                      <a:pt x="676794" y="513013"/>
                      <a:pt x="576132" y="677241"/>
                      <a:pt x="348466" y="575932"/>
                    </a:cubicBezTo>
                    <a:cubicBezTo>
                      <a:pt x="341791" y="572910"/>
                      <a:pt x="340990" y="563668"/>
                      <a:pt x="347131" y="559669"/>
                    </a:cubicBezTo>
                    <a:cubicBezTo>
                      <a:pt x="359146" y="551938"/>
                      <a:pt x="371072" y="543673"/>
                      <a:pt x="382909" y="534964"/>
                    </a:cubicBezTo>
                    <a:cubicBezTo>
                      <a:pt x="387982" y="531142"/>
                      <a:pt x="391899" y="533986"/>
                      <a:pt x="401867" y="537363"/>
                    </a:cubicBezTo>
                    <a:cubicBezTo>
                      <a:pt x="533056" y="581886"/>
                      <a:pt x="583075" y="512925"/>
                      <a:pt x="533323" y="385844"/>
                    </a:cubicBezTo>
                    <a:cubicBezTo>
                      <a:pt x="529406" y="375979"/>
                      <a:pt x="525134" y="366204"/>
                      <a:pt x="520417" y="356517"/>
                    </a:cubicBezTo>
                    <a:cubicBezTo>
                      <a:pt x="421981" y="493196"/>
                      <a:pt x="260176" y="606147"/>
                      <a:pt x="135662" y="606147"/>
                    </a:cubicBezTo>
                    <a:cubicBezTo>
                      <a:pt x="13195" y="606147"/>
                      <a:pt x="-52399" y="488397"/>
                      <a:pt x="53424" y="303019"/>
                    </a:cubicBezTo>
                    <a:cubicBezTo>
                      <a:pt x="4562" y="216995"/>
                      <a:pt x="-29525" y="103066"/>
                      <a:pt x="37137" y="36505"/>
                    </a:cubicBezTo>
                    <a:cubicBezTo>
                      <a:pt x="47995" y="25663"/>
                      <a:pt x="65618" y="25663"/>
                      <a:pt x="76476" y="36505"/>
                    </a:cubicBezTo>
                    <a:cubicBezTo>
                      <a:pt x="87245" y="47258"/>
                      <a:pt x="87245" y="64853"/>
                      <a:pt x="76476" y="75695"/>
                    </a:cubicBezTo>
                    <a:cubicBezTo>
                      <a:pt x="40341" y="111687"/>
                      <a:pt x="56717" y="185447"/>
                      <a:pt x="87868" y="249609"/>
                    </a:cubicBezTo>
                    <a:cubicBezTo>
                      <a:pt x="132013" y="188202"/>
                      <a:pt x="189152" y="131238"/>
                      <a:pt x="250564" y="87159"/>
                    </a:cubicBezTo>
                    <a:cubicBezTo>
                      <a:pt x="234721" y="79428"/>
                      <a:pt x="219146" y="72940"/>
                      <a:pt x="204016" y="67875"/>
                    </a:cubicBezTo>
                    <a:cubicBezTo>
                      <a:pt x="189864" y="63254"/>
                      <a:pt x="181231" y="48502"/>
                      <a:pt x="185147" y="34105"/>
                    </a:cubicBezTo>
                    <a:cubicBezTo>
                      <a:pt x="189330" y="18642"/>
                      <a:pt x="205618" y="10022"/>
                      <a:pt x="220659" y="14999"/>
                    </a:cubicBezTo>
                    <a:cubicBezTo>
                      <a:pt x="248072" y="23974"/>
                      <a:pt x="276107" y="36682"/>
                      <a:pt x="304143" y="52678"/>
                    </a:cubicBezTo>
                    <a:cubicBezTo>
                      <a:pt x="364242" y="18486"/>
                      <a:pt x="418516" y="1979"/>
                      <a:pt x="463993" y="202"/>
                    </a:cubicBezTo>
                    <a:close/>
                    <a:moveTo>
                      <a:pt x="143103" y="151"/>
                    </a:moveTo>
                    <a:cubicBezTo>
                      <a:pt x="158401" y="684"/>
                      <a:pt x="170408" y="13478"/>
                      <a:pt x="169874" y="28849"/>
                    </a:cubicBezTo>
                    <a:cubicBezTo>
                      <a:pt x="169341" y="44130"/>
                      <a:pt x="156444" y="56125"/>
                      <a:pt x="141147" y="55503"/>
                    </a:cubicBezTo>
                    <a:cubicBezTo>
                      <a:pt x="131630" y="55148"/>
                      <a:pt x="126827" y="55858"/>
                      <a:pt x="124337" y="55858"/>
                    </a:cubicBezTo>
                    <a:cubicBezTo>
                      <a:pt x="109928" y="55858"/>
                      <a:pt x="97744" y="44664"/>
                      <a:pt x="96765" y="30004"/>
                    </a:cubicBezTo>
                    <a:cubicBezTo>
                      <a:pt x="95609" y="14811"/>
                      <a:pt x="107171" y="1483"/>
                      <a:pt x="122469" y="417"/>
                    </a:cubicBezTo>
                    <a:cubicBezTo>
                      <a:pt x="129140" y="-27"/>
                      <a:pt x="136077" y="-116"/>
                      <a:pt x="143103" y="151"/>
                    </a:cubicBezTo>
                    <a:close/>
                  </a:path>
                </a:pathLst>
              </a:custGeom>
              <a:solidFill>
                <a:srgbClr val="F8F8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13386" tIns="56693" rIns="113386" bIns="56693" rtlCol="0" anchor="ctr"/>
              <a:lstStyle/>
              <a:p>
                <a:pPr algn="ctr"/>
                <a:endParaRPr lang="en-US" sz="2232">
                  <a:latin typeface="+mj-ea"/>
                  <a:ea typeface="+mj-ea"/>
                </a:endParaRPr>
              </a:p>
            </p:txBody>
          </p:sp>
        </p:grpSp>
        <p:grpSp>
          <p:nvGrpSpPr>
            <p:cNvPr id="38" name="组合 37">
              <a:extLst>
                <a:ext uri="{FF2B5EF4-FFF2-40B4-BE49-F238E27FC236}">
                  <a16:creationId xmlns:a16="http://schemas.microsoft.com/office/drawing/2014/main" id="{9F5D84EA-E6B1-92B4-C97D-F8B951FF0417}"/>
                </a:ext>
              </a:extLst>
            </p:cNvPr>
            <p:cNvGrpSpPr/>
            <p:nvPr/>
          </p:nvGrpSpPr>
          <p:grpSpPr>
            <a:xfrm>
              <a:off x="660400" y="1707360"/>
              <a:ext cx="4031413" cy="1188285"/>
              <a:chOff x="660400" y="1707360"/>
              <a:chExt cx="4031413" cy="1188285"/>
            </a:xfrm>
          </p:grpSpPr>
          <p:cxnSp>
            <p:nvCxnSpPr>
              <p:cNvPr id="14" name="Shape1">
                <a:extLst>
                  <a:ext uri="{FF2B5EF4-FFF2-40B4-BE49-F238E27FC236}">
                    <a16:creationId xmlns:a16="http://schemas.microsoft.com/office/drawing/2014/main" id="{332E7343-263B-43C2-5330-BC9685F03A0F}"/>
                  </a:ext>
                </a:extLst>
              </p:cNvPr>
              <p:cNvCxnSpPr>
                <a:cxnSpLocks/>
              </p:cNvCxnSpPr>
              <p:nvPr/>
            </p:nvCxnSpPr>
            <p:spPr>
              <a:xfrm rot="16200000">
                <a:off x="4122338" y="1395859"/>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17" name="íṥļiḍe">
                <a:extLst>
                  <a:ext uri="{FF2B5EF4-FFF2-40B4-BE49-F238E27FC236}">
                    <a16:creationId xmlns:a16="http://schemas.microsoft.com/office/drawing/2014/main" id="{7B4C8CE6-E89B-C0CB-272F-7AB72F77369C}"/>
                  </a:ext>
                </a:extLst>
              </p:cNvPr>
              <p:cNvSpPr/>
              <p:nvPr/>
            </p:nvSpPr>
            <p:spPr>
              <a:xfrm>
                <a:off x="660400" y="1707360"/>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责任感的提升</a:t>
                </a:r>
              </a:p>
            </p:txBody>
          </p:sp>
          <p:sp>
            <p:nvSpPr>
              <p:cNvPr id="18" name="文本框 17">
                <a:extLst>
                  <a:ext uri="{FF2B5EF4-FFF2-40B4-BE49-F238E27FC236}">
                    <a16:creationId xmlns:a16="http://schemas.microsoft.com/office/drawing/2014/main" id="{60FA7D06-9731-5357-8E18-52F1568EA423}"/>
                  </a:ext>
                </a:extLst>
              </p:cNvPr>
              <p:cNvSpPr txBox="1"/>
              <p:nvPr/>
            </p:nvSpPr>
            <p:spPr>
              <a:xfrm>
                <a:off x="665481" y="2308561"/>
                <a:ext cx="3165740"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39" name="组合 38">
              <a:extLst>
                <a:ext uri="{FF2B5EF4-FFF2-40B4-BE49-F238E27FC236}">
                  <a16:creationId xmlns:a16="http://schemas.microsoft.com/office/drawing/2014/main" id="{A1EA0211-B1D2-3913-6A07-2A65B52D2A13}"/>
                </a:ext>
              </a:extLst>
            </p:cNvPr>
            <p:cNvGrpSpPr/>
            <p:nvPr/>
          </p:nvGrpSpPr>
          <p:grpSpPr>
            <a:xfrm>
              <a:off x="627484" y="3352506"/>
              <a:ext cx="3684173" cy="1188285"/>
              <a:chOff x="627484" y="3352506"/>
              <a:chExt cx="3684173" cy="1188285"/>
            </a:xfrm>
          </p:grpSpPr>
          <p:cxnSp>
            <p:nvCxnSpPr>
              <p:cNvPr id="20" name="Shape1">
                <a:extLst>
                  <a:ext uri="{FF2B5EF4-FFF2-40B4-BE49-F238E27FC236}">
                    <a16:creationId xmlns:a16="http://schemas.microsoft.com/office/drawing/2014/main" id="{5D7243B2-ECC7-A23F-E9C4-2F734AB4848C}"/>
                  </a:ext>
                </a:extLst>
              </p:cNvPr>
              <p:cNvCxnSpPr>
                <a:cxnSpLocks/>
              </p:cNvCxnSpPr>
              <p:nvPr/>
            </p:nvCxnSpPr>
            <p:spPr>
              <a:xfrm rot="16200000">
                <a:off x="3742182" y="3042546"/>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21" name="íṥļiḍe">
                <a:extLst>
                  <a:ext uri="{FF2B5EF4-FFF2-40B4-BE49-F238E27FC236}">
                    <a16:creationId xmlns:a16="http://schemas.microsoft.com/office/drawing/2014/main" id="{25596350-4EE2-680D-1B62-4F37C71D684A}"/>
                  </a:ext>
                </a:extLst>
              </p:cNvPr>
              <p:cNvSpPr/>
              <p:nvPr/>
            </p:nvSpPr>
            <p:spPr>
              <a:xfrm>
                <a:off x="627484" y="3352506"/>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团队合作的力量</a:t>
                </a:r>
              </a:p>
            </p:txBody>
          </p:sp>
          <p:sp>
            <p:nvSpPr>
              <p:cNvPr id="22" name="文本框 21">
                <a:extLst>
                  <a:ext uri="{FF2B5EF4-FFF2-40B4-BE49-F238E27FC236}">
                    <a16:creationId xmlns:a16="http://schemas.microsoft.com/office/drawing/2014/main" id="{D3D1F265-33A1-1ADB-A670-C3C016F54D60}"/>
                  </a:ext>
                </a:extLst>
              </p:cNvPr>
              <p:cNvSpPr txBox="1"/>
              <p:nvPr/>
            </p:nvSpPr>
            <p:spPr>
              <a:xfrm>
                <a:off x="632565" y="3953707"/>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0" name="组合 39">
              <a:extLst>
                <a:ext uri="{FF2B5EF4-FFF2-40B4-BE49-F238E27FC236}">
                  <a16:creationId xmlns:a16="http://schemas.microsoft.com/office/drawing/2014/main" id="{AC0FA0CA-9771-CEF0-C4DF-C74B18289290}"/>
                </a:ext>
              </a:extLst>
            </p:cNvPr>
            <p:cNvGrpSpPr/>
            <p:nvPr/>
          </p:nvGrpSpPr>
          <p:grpSpPr>
            <a:xfrm>
              <a:off x="627484" y="4881907"/>
              <a:ext cx="3935256" cy="1188285"/>
              <a:chOff x="627484" y="4881907"/>
              <a:chExt cx="3935256" cy="1188285"/>
            </a:xfrm>
          </p:grpSpPr>
          <p:cxnSp>
            <p:nvCxnSpPr>
              <p:cNvPr id="23" name="Shape1">
                <a:extLst>
                  <a:ext uri="{FF2B5EF4-FFF2-40B4-BE49-F238E27FC236}">
                    <a16:creationId xmlns:a16="http://schemas.microsoft.com/office/drawing/2014/main" id="{916F0C56-CEF2-5F2F-53BD-BAA42E7D8EC2}"/>
                  </a:ext>
                </a:extLst>
              </p:cNvPr>
              <p:cNvCxnSpPr>
                <a:cxnSpLocks/>
              </p:cNvCxnSpPr>
              <p:nvPr/>
            </p:nvCxnSpPr>
            <p:spPr>
              <a:xfrm rot="16200000">
                <a:off x="3993265" y="4520132"/>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24" name="íṥļiḍe">
                <a:extLst>
                  <a:ext uri="{FF2B5EF4-FFF2-40B4-BE49-F238E27FC236}">
                    <a16:creationId xmlns:a16="http://schemas.microsoft.com/office/drawing/2014/main" id="{F7E956D7-FEAE-EF0E-8A00-BF7877DCDB41}"/>
                  </a:ext>
                </a:extLst>
              </p:cNvPr>
              <p:cNvSpPr/>
              <p:nvPr/>
            </p:nvSpPr>
            <p:spPr>
              <a:xfrm>
                <a:off x="627484" y="4881907"/>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挑战让我成长</a:t>
                </a:r>
              </a:p>
            </p:txBody>
          </p:sp>
          <p:sp>
            <p:nvSpPr>
              <p:cNvPr id="25" name="文本框 24">
                <a:extLst>
                  <a:ext uri="{FF2B5EF4-FFF2-40B4-BE49-F238E27FC236}">
                    <a16:creationId xmlns:a16="http://schemas.microsoft.com/office/drawing/2014/main" id="{4BBFE776-09F5-078E-B6A0-02EF91D0FC75}"/>
                  </a:ext>
                </a:extLst>
              </p:cNvPr>
              <p:cNvSpPr txBox="1"/>
              <p:nvPr/>
            </p:nvSpPr>
            <p:spPr>
              <a:xfrm>
                <a:off x="632565" y="5483108"/>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3" name="组合 42">
              <a:extLst>
                <a:ext uri="{FF2B5EF4-FFF2-40B4-BE49-F238E27FC236}">
                  <a16:creationId xmlns:a16="http://schemas.microsoft.com/office/drawing/2014/main" id="{3C4CDE5B-342E-804B-4D59-82337E574D49}"/>
                </a:ext>
              </a:extLst>
            </p:cNvPr>
            <p:cNvGrpSpPr/>
            <p:nvPr/>
          </p:nvGrpSpPr>
          <p:grpSpPr>
            <a:xfrm>
              <a:off x="7694848" y="1707360"/>
              <a:ext cx="3833539" cy="1188285"/>
              <a:chOff x="7694848" y="1707360"/>
              <a:chExt cx="3833539" cy="1188285"/>
            </a:xfrm>
          </p:grpSpPr>
          <p:cxnSp>
            <p:nvCxnSpPr>
              <p:cNvPr id="29" name="Shape1">
                <a:extLst>
                  <a:ext uri="{FF2B5EF4-FFF2-40B4-BE49-F238E27FC236}">
                    <a16:creationId xmlns:a16="http://schemas.microsoft.com/office/drawing/2014/main" id="{46DA518F-A36B-D5E8-7E93-1A4781EDDFE8}"/>
                  </a:ext>
                </a:extLst>
              </p:cNvPr>
              <p:cNvCxnSpPr>
                <a:cxnSpLocks/>
              </p:cNvCxnSpPr>
              <p:nvPr/>
            </p:nvCxnSpPr>
            <p:spPr>
              <a:xfrm rot="5400000" flipH="1">
                <a:off x="8264323" y="1395859"/>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2" name="íṥļiḍe">
                <a:extLst>
                  <a:ext uri="{FF2B5EF4-FFF2-40B4-BE49-F238E27FC236}">
                    <a16:creationId xmlns:a16="http://schemas.microsoft.com/office/drawing/2014/main" id="{54CA8F65-67E2-0403-B060-C7D9FD4B8D8E}"/>
                  </a:ext>
                </a:extLst>
              </p:cNvPr>
              <p:cNvSpPr/>
              <p:nvPr/>
            </p:nvSpPr>
            <p:spPr>
              <a:xfrm>
                <a:off x="9367102" y="1707360"/>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沟通的重要性</a:t>
                </a:r>
              </a:p>
            </p:txBody>
          </p:sp>
          <p:sp>
            <p:nvSpPr>
              <p:cNvPr id="33" name="文本框 32">
                <a:extLst>
                  <a:ext uri="{FF2B5EF4-FFF2-40B4-BE49-F238E27FC236}">
                    <a16:creationId xmlns:a16="http://schemas.microsoft.com/office/drawing/2014/main" id="{1F319A8C-7EAB-CC86-87D5-2C9DCD75DCB0}"/>
                  </a:ext>
                </a:extLst>
              </p:cNvPr>
              <p:cNvSpPr txBox="1"/>
              <p:nvPr/>
            </p:nvSpPr>
            <p:spPr>
              <a:xfrm>
                <a:off x="8362647" y="2308561"/>
                <a:ext cx="3165740"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2" name="组合 41">
              <a:extLst>
                <a:ext uri="{FF2B5EF4-FFF2-40B4-BE49-F238E27FC236}">
                  <a16:creationId xmlns:a16="http://schemas.microsoft.com/office/drawing/2014/main" id="{BCC5C1B2-BDD3-F490-3852-B66D230334D6}"/>
                </a:ext>
              </a:extLst>
            </p:cNvPr>
            <p:cNvGrpSpPr/>
            <p:nvPr/>
          </p:nvGrpSpPr>
          <p:grpSpPr>
            <a:xfrm>
              <a:off x="8161394" y="3352506"/>
              <a:ext cx="3366993" cy="1188285"/>
              <a:chOff x="8161394" y="3352506"/>
              <a:chExt cx="3366993" cy="1188285"/>
            </a:xfrm>
          </p:grpSpPr>
          <p:cxnSp>
            <p:nvCxnSpPr>
              <p:cNvPr id="30" name="Shape1">
                <a:extLst>
                  <a:ext uri="{FF2B5EF4-FFF2-40B4-BE49-F238E27FC236}">
                    <a16:creationId xmlns:a16="http://schemas.microsoft.com/office/drawing/2014/main" id="{CBA48C4D-B5DF-743D-22B3-733F5B43D9B6}"/>
                  </a:ext>
                </a:extLst>
              </p:cNvPr>
              <p:cNvCxnSpPr>
                <a:cxnSpLocks/>
              </p:cNvCxnSpPr>
              <p:nvPr/>
            </p:nvCxnSpPr>
            <p:spPr>
              <a:xfrm rot="5400000" flipH="1">
                <a:off x="8730869" y="3042546"/>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4" name="íṥļiḍe">
                <a:extLst>
                  <a:ext uri="{FF2B5EF4-FFF2-40B4-BE49-F238E27FC236}">
                    <a16:creationId xmlns:a16="http://schemas.microsoft.com/office/drawing/2014/main" id="{61C2FC39-88B9-BA2B-6432-C3BC55AA046E}"/>
                  </a:ext>
                </a:extLst>
              </p:cNvPr>
              <p:cNvSpPr/>
              <p:nvPr/>
            </p:nvSpPr>
            <p:spPr>
              <a:xfrm>
                <a:off x="9042400" y="3352506"/>
                <a:ext cx="2485987"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时间管理的必要性</a:t>
                </a:r>
              </a:p>
            </p:txBody>
          </p:sp>
          <p:sp>
            <p:nvSpPr>
              <p:cNvPr id="35" name="文本框 34">
                <a:extLst>
                  <a:ext uri="{FF2B5EF4-FFF2-40B4-BE49-F238E27FC236}">
                    <a16:creationId xmlns:a16="http://schemas.microsoft.com/office/drawing/2014/main" id="{3F8D5EE7-25BF-3746-290D-A0D59B953CAF}"/>
                  </a:ext>
                </a:extLst>
              </p:cNvPr>
              <p:cNvSpPr txBox="1"/>
              <p:nvPr/>
            </p:nvSpPr>
            <p:spPr>
              <a:xfrm>
                <a:off x="8331335" y="3953707"/>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1" name="组合 40">
              <a:extLst>
                <a:ext uri="{FF2B5EF4-FFF2-40B4-BE49-F238E27FC236}">
                  <a16:creationId xmlns:a16="http://schemas.microsoft.com/office/drawing/2014/main" id="{C0C4F4E4-94F8-4957-01FB-1132376D0F77}"/>
                </a:ext>
              </a:extLst>
            </p:cNvPr>
            <p:cNvGrpSpPr/>
            <p:nvPr/>
          </p:nvGrpSpPr>
          <p:grpSpPr>
            <a:xfrm>
              <a:off x="7694848" y="4881907"/>
              <a:ext cx="3833539" cy="1188285"/>
              <a:chOff x="7694848" y="4881907"/>
              <a:chExt cx="3833539" cy="1188285"/>
            </a:xfrm>
          </p:grpSpPr>
          <p:cxnSp>
            <p:nvCxnSpPr>
              <p:cNvPr id="31" name="Shape1">
                <a:extLst>
                  <a:ext uri="{FF2B5EF4-FFF2-40B4-BE49-F238E27FC236}">
                    <a16:creationId xmlns:a16="http://schemas.microsoft.com/office/drawing/2014/main" id="{E0C0EEFC-5D7B-B842-9F89-CC6D1262A84B}"/>
                  </a:ext>
                </a:extLst>
              </p:cNvPr>
              <p:cNvCxnSpPr>
                <a:cxnSpLocks/>
              </p:cNvCxnSpPr>
              <p:nvPr/>
            </p:nvCxnSpPr>
            <p:spPr>
              <a:xfrm rot="5400000" flipH="1">
                <a:off x="8264323" y="4520132"/>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6" name="íṥļiḍe">
                <a:extLst>
                  <a:ext uri="{FF2B5EF4-FFF2-40B4-BE49-F238E27FC236}">
                    <a16:creationId xmlns:a16="http://schemas.microsoft.com/office/drawing/2014/main" id="{3F1A2C67-3A74-97CC-1FFF-3E3C3C750F2D}"/>
                  </a:ext>
                </a:extLst>
              </p:cNvPr>
              <p:cNvSpPr/>
              <p:nvPr/>
            </p:nvSpPr>
            <p:spPr>
              <a:xfrm>
                <a:off x="9102436" y="4881907"/>
                <a:ext cx="242595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工作中的满足感</a:t>
                </a:r>
              </a:p>
            </p:txBody>
          </p:sp>
          <p:sp>
            <p:nvSpPr>
              <p:cNvPr id="37" name="文本框 36">
                <a:extLst>
                  <a:ext uri="{FF2B5EF4-FFF2-40B4-BE49-F238E27FC236}">
                    <a16:creationId xmlns:a16="http://schemas.microsoft.com/office/drawing/2014/main" id="{44E22CBC-C2E9-ED86-6E93-C8A34E4DD45C}"/>
                  </a:ext>
                </a:extLst>
              </p:cNvPr>
              <p:cNvSpPr txBox="1"/>
              <p:nvPr/>
            </p:nvSpPr>
            <p:spPr>
              <a:xfrm>
                <a:off x="8331335" y="5483108"/>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a:extLst>
              <a:ext uri="{FF2B5EF4-FFF2-40B4-BE49-F238E27FC236}">
                <a16:creationId xmlns:a16="http://schemas.microsoft.com/office/drawing/2014/main" id="{D9C07224-EEA7-6D16-18AF-641616D14A6C}"/>
              </a:ext>
            </a:extLst>
          </p:cNvPr>
          <p:cNvSpPr>
            <a:spLocks noGrp="1"/>
          </p:cNvSpPr>
          <p:nvPr>
            <p:ph type="title"/>
          </p:nvPr>
        </p:nvSpPr>
        <p:spPr/>
        <p:txBody>
          <a:bodyPr/>
          <a:lstStyle/>
          <a:p>
            <a:r>
              <a:rPr lang="zh-CN" altLang="en-US" dirty="0"/>
              <a:t>年度成果总结</a:t>
            </a:r>
          </a:p>
        </p:txBody>
      </p:sp>
      <p:grpSp>
        <p:nvGrpSpPr>
          <p:cNvPr id="46" name="组合 45">
            <a:extLst>
              <a:ext uri="{FF2B5EF4-FFF2-40B4-BE49-F238E27FC236}">
                <a16:creationId xmlns:a16="http://schemas.microsoft.com/office/drawing/2014/main" id="{21A4BFB5-25DB-85CE-7DFF-372A4871E31C}"/>
              </a:ext>
            </a:extLst>
          </p:cNvPr>
          <p:cNvGrpSpPr/>
          <p:nvPr/>
        </p:nvGrpSpPr>
        <p:grpSpPr>
          <a:xfrm>
            <a:off x="719571" y="1234440"/>
            <a:ext cx="10752859" cy="4953000"/>
            <a:chOff x="666750" y="1188720"/>
            <a:chExt cx="10752859" cy="4953000"/>
          </a:xfrm>
        </p:grpSpPr>
        <p:grpSp>
          <p:nvGrpSpPr>
            <p:cNvPr id="41" name="组合 40">
              <a:extLst>
                <a:ext uri="{FF2B5EF4-FFF2-40B4-BE49-F238E27FC236}">
                  <a16:creationId xmlns:a16="http://schemas.microsoft.com/office/drawing/2014/main" id="{8E27B155-01FC-3C99-C5FA-2D72F01EFE9E}"/>
                </a:ext>
              </a:extLst>
            </p:cNvPr>
            <p:cNvGrpSpPr/>
            <p:nvPr/>
          </p:nvGrpSpPr>
          <p:grpSpPr>
            <a:xfrm>
              <a:off x="666750" y="1188720"/>
              <a:ext cx="5247913" cy="2834640"/>
              <a:chOff x="666750" y="1188720"/>
              <a:chExt cx="5247913" cy="2834640"/>
            </a:xfrm>
          </p:grpSpPr>
          <p:sp>
            <p:nvSpPr>
              <p:cNvPr id="3" name="矩形: 圆角 2">
                <a:extLst>
                  <a:ext uri="{FF2B5EF4-FFF2-40B4-BE49-F238E27FC236}">
                    <a16:creationId xmlns:a16="http://schemas.microsoft.com/office/drawing/2014/main" id="{E311D241-EFA7-B267-1476-AD8A6DB2A596}"/>
                  </a:ext>
                </a:extLst>
              </p:cNvPr>
              <p:cNvSpPr/>
              <p:nvPr/>
            </p:nvSpPr>
            <p:spPr>
              <a:xfrm>
                <a:off x="666750" y="1188720"/>
                <a:ext cx="5247913" cy="2834640"/>
              </a:xfrm>
              <a:prstGeom prst="roundRect">
                <a:avLst>
                  <a:gd name="adj" fmla="val 5540"/>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graphicFrame>
            <p:nvGraphicFramePr>
              <p:cNvPr id="5" name="Obj1">
                <a:extLst>
                  <a:ext uri="{FF2B5EF4-FFF2-40B4-BE49-F238E27FC236}">
                    <a16:creationId xmlns:a16="http://schemas.microsoft.com/office/drawing/2014/main" id="{DD3350BE-BCB5-38DE-2A3C-798ED614D093}"/>
                  </a:ext>
                </a:extLst>
              </p:cNvPr>
              <p:cNvGraphicFramePr/>
              <p:nvPr>
                <p:extLst>
                  <p:ext uri="{D42A27DB-BD31-4B8C-83A1-F6EECF244321}">
                    <p14:modId xmlns:p14="http://schemas.microsoft.com/office/powerpoint/2010/main" val="573227818"/>
                  </p:ext>
                </p:extLst>
              </p:nvPr>
            </p:nvGraphicFramePr>
            <p:xfrm>
              <a:off x="830390" y="1812806"/>
              <a:ext cx="4920632" cy="2094469"/>
            </p:xfrm>
            <a:graphic>
              <a:graphicData uri="http://schemas.openxmlformats.org/drawingml/2006/chart">
                <c:chart xmlns:c="http://schemas.openxmlformats.org/drawingml/2006/chart" r:id="rId2"/>
              </a:graphicData>
            </a:graphic>
          </p:graphicFrame>
          <p:sp>
            <p:nvSpPr>
              <p:cNvPr id="7" name="NumberMisc">
                <a:extLst>
                  <a:ext uri="{FF2B5EF4-FFF2-40B4-BE49-F238E27FC236}">
                    <a16:creationId xmlns:a16="http://schemas.microsoft.com/office/drawing/2014/main" id="{6C522D47-FC97-F329-764F-DE060DE7B671}"/>
                  </a:ext>
                </a:extLst>
              </p:cNvPr>
              <p:cNvSpPr/>
              <p:nvPr/>
            </p:nvSpPr>
            <p:spPr>
              <a:xfrm>
                <a:off x="1972446" y="1282728"/>
                <a:ext cx="2636520" cy="427826"/>
              </a:xfrm>
              <a:prstGeom prst="roundRect">
                <a:avLst>
                  <a:gd name="adj" fmla="val 19413"/>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zh-CN" altLang="en-US" sz="2000" b="1" dirty="0"/>
                  <a:t>工作任务完成情况</a:t>
                </a:r>
                <a:endParaRPr lang="en-US" altLang="zh-CN" sz="2000" b="1" dirty="0"/>
              </a:p>
            </p:txBody>
          </p:sp>
        </p:grpSp>
        <p:grpSp>
          <p:nvGrpSpPr>
            <p:cNvPr id="42" name="组合 41">
              <a:extLst>
                <a:ext uri="{FF2B5EF4-FFF2-40B4-BE49-F238E27FC236}">
                  <a16:creationId xmlns:a16="http://schemas.microsoft.com/office/drawing/2014/main" id="{510A3252-503E-B531-0D73-0794751BDD47}"/>
                </a:ext>
              </a:extLst>
            </p:cNvPr>
            <p:cNvGrpSpPr/>
            <p:nvPr/>
          </p:nvGrpSpPr>
          <p:grpSpPr>
            <a:xfrm>
              <a:off x="6171696" y="1188720"/>
              <a:ext cx="5247913" cy="2834640"/>
              <a:chOff x="6171696" y="1188720"/>
              <a:chExt cx="5247913" cy="2834640"/>
            </a:xfrm>
          </p:grpSpPr>
          <p:sp>
            <p:nvSpPr>
              <p:cNvPr id="15" name="矩形: 圆角 14">
                <a:extLst>
                  <a:ext uri="{FF2B5EF4-FFF2-40B4-BE49-F238E27FC236}">
                    <a16:creationId xmlns:a16="http://schemas.microsoft.com/office/drawing/2014/main" id="{DE9676CA-0FE5-81F5-BD9D-8CA9A696CA7F}"/>
                  </a:ext>
                </a:extLst>
              </p:cNvPr>
              <p:cNvSpPr/>
              <p:nvPr/>
            </p:nvSpPr>
            <p:spPr>
              <a:xfrm>
                <a:off x="6171696" y="1188720"/>
                <a:ext cx="5247913" cy="2834640"/>
              </a:xfrm>
              <a:prstGeom prst="roundRect">
                <a:avLst>
                  <a:gd name="adj" fmla="val 5540"/>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16" name="NumberMisc">
                <a:extLst>
                  <a:ext uri="{FF2B5EF4-FFF2-40B4-BE49-F238E27FC236}">
                    <a16:creationId xmlns:a16="http://schemas.microsoft.com/office/drawing/2014/main" id="{E36A5082-92BE-35E6-1724-783B0582D21F}"/>
                  </a:ext>
                </a:extLst>
              </p:cNvPr>
              <p:cNvSpPr/>
              <p:nvPr/>
            </p:nvSpPr>
            <p:spPr>
              <a:xfrm>
                <a:off x="7389398" y="1282728"/>
                <a:ext cx="2636520" cy="427826"/>
              </a:xfrm>
              <a:prstGeom prst="roundRect">
                <a:avLst>
                  <a:gd name="adj" fmla="val 19413"/>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zh-CN" altLang="en-US" sz="2000" b="1"/>
                  <a:t>项目成果展示</a:t>
                </a:r>
                <a:endParaRPr lang="en-US" altLang="zh-CN" sz="2000" b="1" dirty="0"/>
              </a:p>
            </p:txBody>
          </p:sp>
          <p:graphicFrame>
            <p:nvGraphicFramePr>
              <p:cNvPr id="12" name="Obj2">
                <a:extLst>
                  <a:ext uri="{FF2B5EF4-FFF2-40B4-BE49-F238E27FC236}">
                    <a16:creationId xmlns:a16="http://schemas.microsoft.com/office/drawing/2014/main" id="{A58A79FF-A861-3108-53DB-5766868535F6}"/>
                  </a:ext>
                </a:extLst>
              </p:cNvPr>
              <p:cNvGraphicFramePr>
                <a:graphicFrameLocks/>
              </p:cNvGraphicFramePr>
              <p:nvPr>
                <p:extLst>
                  <p:ext uri="{D42A27DB-BD31-4B8C-83A1-F6EECF244321}">
                    <p14:modId xmlns:p14="http://schemas.microsoft.com/office/powerpoint/2010/main" val="3457589479"/>
                  </p:ext>
                </p:extLst>
              </p:nvPr>
            </p:nvGraphicFramePr>
            <p:xfrm>
              <a:off x="6423712" y="2050950"/>
              <a:ext cx="4729938" cy="1745691"/>
            </p:xfrm>
            <a:graphic>
              <a:graphicData uri="http://schemas.openxmlformats.org/drawingml/2006/chart">
                <c:chart xmlns:c="http://schemas.openxmlformats.org/drawingml/2006/chart" r:id="rId3"/>
              </a:graphicData>
            </a:graphic>
          </p:graphicFrame>
        </p:grpSp>
        <p:grpSp>
          <p:nvGrpSpPr>
            <p:cNvPr id="45" name="组合 44">
              <a:extLst>
                <a:ext uri="{FF2B5EF4-FFF2-40B4-BE49-F238E27FC236}">
                  <a16:creationId xmlns:a16="http://schemas.microsoft.com/office/drawing/2014/main" id="{2E6AB450-EF81-B870-0F40-9F1525241B08}"/>
                </a:ext>
              </a:extLst>
            </p:cNvPr>
            <p:cNvGrpSpPr/>
            <p:nvPr/>
          </p:nvGrpSpPr>
          <p:grpSpPr>
            <a:xfrm>
              <a:off x="666750" y="4294787"/>
              <a:ext cx="3427267" cy="1846933"/>
              <a:chOff x="666750" y="4294787"/>
              <a:chExt cx="3427267" cy="1846933"/>
            </a:xfrm>
          </p:grpSpPr>
          <p:sp>
            <p:nvSpPr>
              <p:cNvPr id="17" name="Bullet1">
                <a:extLst>
                  <a:ext uri="{FF2B5EF4-FFF2-40B4-BE49-F238E27FC236}">
                    <a16:creationId xmlns:a16="http://schemas.microsoft.com/office/drawing/2014/main" id="{F7A007CE-8817-3A85-9675-A0BF7C8E9A7F}"/>
                  </a:ext>
                </a:extLst>
              </p:cNvPr>
              <p:cNvSpPr txBox="1">
                <a:spLocks/>
              </p:cNvSpPr>
              <p:nvPr/>
            </p:nvSpPr>
            <p:spPr>
              <a:xfrm>
                <a:off x="666750"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19" name="文本框 18">
                <a:extLst>
                  <a:ext uri="{FF2B5EF4-FFF2-40B4-BE49-F238E27FC236}">
                    <a16:creationId xmlns:a16="http://schemas.microsoft.com/office/drawing/2014/main" id="{C0BE6AC6-A149-5BE0-60D7-41C29DDD17DF}"/>
                  </a:ext>
                </a:extLst>
              </p:cNvPr>
              <p:cNvSpPr txBox="1"/>
              <p:nvPr/>
            </p:nvSpPr>
            <p:spPr>
              <a:xfrm>
                <a:off x="857462"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20" name="文本框 19">
                <a:extLst>
                  <a:ext uri="{FF2B5EF4-FFF2-40B4-BE49-F238E27FC236}">
                    <a16:creationId xmlns:a16="http://schemas.microsoft.com/office/drawing/2014/main" id="{F3B3F5DC-C71F-5933-A47C-228FDFCD55DA}"/>
                  </a:ext>
                </a:extLst>
              </p:cNvPr>
              <p:cNvSpPr txBox="1"/>
              <p:nvPr/>
            </p:nvSpPr>
            <p:spPr>
              <a:xfrm>
                <a:off x="857462" y="4604982"/>
                <a:ext cx="2878155" cy="369332"/>
              </a:xfrm>
              <a:prstGeom prst="rect">
                <a:avLst/>
              </a:prstGeom>
              <a:noFill/>
            </p:spPr>
            <p:txBody>
              <a:bodyPr wrap="square">
                <a:spAutoFit/>
              </a:bodyPr>
              <a:lstStyle/>
              <a:p>
                <a:r>
                  <a:rPr lang="zh-CN" altLang="en-US" b="1" dirty="0">
                    <a:solidFill>
                      <a:srgbClr val="F8F8F8"/>
                    </a:solidFill>
                    <a:latin typeface="+mj-ea"/>
                    <a:ea typeface="+mj-ea"/>
                  </a:rPr>
                  <a:t>团队支持贡献</a:t>
                </a:r>
              </a:p>
            </p:txBody>
          </p:sp>
        </p:grpSp>
        <p:grpSp>
          <p:nvGrpSpPr>
            <p:cNvPr id="44" name="组合 43">
              <a:extLst>
                <a:ext uri="{FF2B5EF4-FFF2-40B4-BE49-F238E27FC236}">
                  <a16:creationId xmlns:a16="http://schemas.microsoft.com/office/drawing/2014/main" id="{FCD21745-CE46-AADB-BDB0-6121D64B8616}"/>
                </a:ext>
              </a:extLst>
            </p:cNvPr>
            <p:cNvGrpSpPr/>
            <p:nvPr/>
          </p:nvGrpSpPr>
          <p:grpSpPr>
            <a:xfrm>
              <a:off x="4329546" y="4294787"/>
              <a:ext cx="3427267" cy="1846933"/>
              <a:chOff x="4329546" y="4294787"/>
              <a:chExt cx="3427267" cy="1846933"/>
            </a:xfrm>
          </p:grpSpPr>
          <p:sp>
            <p:nvSpPr>
              <p:cNvPr id="32" name="Bullet1">
                <a:extLst>
                  <a:ext uri="{FF2B5EF4-FFF2-40B4-BE49-F238E27FC236}">
                    <a16:creationId xmlns:a16="http://schemas.microsoft.com/office/drawing/2014/main" id="{F7D5531D-0D1D-7E1B-05AE-C2594A70FF63}"/>
                  </a:ext>
                </a:extLst>
              </p:cNvPr>
              <p:cNvSpPr txBox="1">
                <a:spLocks/>
              </p:cNvSpPr>
              <p:nvPr/>
            </p:nvSpPr>
            <p:spPr>
              <a:xfrm>
                <a:off x="4329546"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34" name="文本框 33">
                <a:extLst>
                  <a:ext uri="{FF2B5EF4-FFF2-40B4-BE49-F238E27FC236}">
                    <a16:creationId xmlns:a16="http://schemas.microsoft.com/office/drawing/2014/main" id="{5B68E76F-DD65-6DB0-5250-70BA81D09E63}"/>
                  </a:ext>
                </a:extLst>
              </p:cNvPr>
              <p:cNvSpPr txBox="1"/>
              <p:nvPr/>
            </p:nvSpPr>
            <p:spPr>
              <a:xfrm>
                <a:off x="4520258"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35" name="文本框 34">
                <a:extLst>
                  <a:ext uri="{FF2B5EF4-FFF2-40B4-BE49-F238E27FC236}">
                    <a16:creationId xmlns:a16="http://schemas.microsoft.com/office/drawing/2014/main" id="{E66EA312-14DA-AB05-297D-49AFD63D8F73}"/>
                  </a:ext>
                </a:extLst>
              </p:cNvPr>
              <p:cNvSpPr txBox="1"/>
              <p:nvPr/>
            </p:nvSpPr>
            <p:spPr>
              <a:xfrm>
                <a:off x="4520258" y="4604982"/>
                <a:ext cx="2878155" cy="369332"/>
              </a:xfrm>
              <a:prstGeom prst="rect">
                <a:avLst/>
              </a:prstGeom>
              <a:noFill/>
            </p:spPr>
            <p:txBody>
              <a:bodyPr wrap="square">
                <a:spAutoFit/>
              </a:bodyPr>
              <a:lstStyle/>
              <a:p>
                <a:r>
                  <a:rPr lang="zh-CN" altLang="en-US" b="1">
                    <a:solidFill>
                      <a:srgbClr val="F8F8F8"/>
                    </a:solidFill>
                    <a:latin typeface="+mj-ea"/>
                    <a:ea typeface="+mj-ea"/>
                  </a:rPr>
                  <a:t>数据成果</a:t>
                </a:r>
                <a:endParaRPr lang="zh-CN" altLang="en-US" b="1" dirty="0">
                  <a:solidFill>
                    <a:srgbClr val="F8F8F8"/>
                  </a:solidFill>
                  <a:latin typeface="+mj-ea"/>
                  <a:ea typeface="+mj-ea"/>
                </a:endParaRPr>
              </a:p>
            </p:txBody>
          </p:sp>
        </p:grpSp>
        <p:grpSp>
          <p:nvGrpSpPr>
            <p:cNvPr id="43" name="组合 42">
              <a:extLst>
                <a:ext uri="{FF2B5EF4-FFF2-40B4-BE49-F238E27FC236}">
                  <a16:creationId xmlns:a16="http://schemas.microsoft.com/office/drawing/2014/main" id="{840389AB-146B-F347-2AE4-CFD8F0B63408}"/>
                </a:ext>
              </a:extLst>
            </p:cNvPr>
            <p:cNvGrpSpPr/>
            <p:nvPr/>
          </p:nvGrpSpPr>
          <p:grpSpPr>
            <a:xfrm>
              <a:off x="7992342" y="4294787"/>
              <a:ext cx="3427267" cy="1846933"/>
              <a:chOff x="7992342" y="4294787"/>
              <a:chExt cx="3427267" cy="1846933"/>
            </a:xfrm>
          </p:grpSpPr>
          <p:sp>
            <p:nvSpPr>
              <p:cNvPr id="37" name="Bullet1">
                <a:extLst>
                  <a:ext uri="{FF2B5EF4-FFF2-40B4-BE49-F238E27FC236}">
                    <a16:creationId xmlns:a16="http://schemas.microsoft.com/office/drawing/2014/main" id="{718082DD-D978-6331-4AB1-0B480EFD9757}"/>
                  </a:ext>
                </a:extLst>
              </p:cNvPr>
              <p:cNvSpPr txBox="1">
                <a:spLocks/>
              </p:cNvSpPr>
              <p:nvPr/>
            </p:nvSpPr>
            <p:spPr>
              <a:xfrm>
                <a:off x="7992342"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39" name="文本框 38">
                <a:extLst>
                  <a:ext uri="{FF2B5EF4-FFF2-40B4-BE49-F238E27FC236}">
                    <a16:creationId xmlns:a16="http://schemas.microsoft.com/office/drawing/2014/main" id="{5E6C9411-372C-CF36-735F-6D31BE871183}"/>
                  </a:ext>
                </a:extLst>
              </p:cNvPr>
              <p:cNvSpPr txBox="1"/>
              <p:nvPr/>
            </p:nvSpPr>
            <p:spPr>
              <a:xfrm>
                <a:off x="8183054"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40" name="文本框 39">
                <a:extLst>
                  <a:ext uri="{FF2B5EF4-FFF2-40B4-BE49-F238E27FC236}">
                    <a16:creationId xmlns:a16="http://schemas.microsoft.com/office/drawing/2014/main" id="{431661FA-8068-1CE7-B1AA-A66FBDB681DC}"/>
                  </a:ext>
                </a:extLst>
              </p:cNvPr>
              <p:cNvSpPr txBox="1"/>
              <p:nvPr/>
            </p:nvSpPr>
            <p:spPr>
              <a:xfrm>
                <a:off x="8183054" y="4604982"/>
                <a:ext cx="2878155" cy="369332"/>
              </a:xfrm>
              <a:prstGeom prst="rect">
                <a:avLst/>
              </a:prstGeom>
              <a:noFill/>
            </p:spPr>
            <p:txBody>
              <a:bodyPr wrap="square">
                <a:spAutoFit/>
              </a:bodyPr>
              <a:lstStyle/>
              <a:p>
                <a:r>
                  <a:rPr lang="zh-CN" altLang="en-US" b="1">
                    <a:solidFill>
                      <a:srgbClr val="F8F8F8"/>
                    </a:solidFill>
                    <a:latin typeface="+mj-ea"/>
                    <a:ea typeface="+mj-ea"/>
                  </a:rPr>
                  <a:t>技能成长</a:t>
                </a:r>
                <a:endParaRPr lang="zh-CN" altLang="en-US" b="1" dirty="0">
                  <a:solidFill>
                    <a:srgbClr val="F8F8F8"/>
                  </a:solidFill>
                  <a:latin typeface="+mj-ea"/>
                  <a:ea typeface="+mj-ea"/>
                </a:endParaRPr>
              </a:p>
            </p:txBody>
          </p:sp>
        </p:gr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a:extLst>
              <a:ext uri="{FF2B5EF4-FFF2-40B4-BE49-F238E27FC236}">
                <a16:creationId xmlns:a16="http://schemas.microsoft.com/office/drawing/2014/main" id="{2CA3ED2E-16E9-0B6E-5767-3B7EAC4D01CE}"/>
              </a:ext>
            </a:extLst>
          </p:cNvPr>
          <p:cNvSpPr>
            <a:spLocks noGrp="1"/>
          </p:cNvSpPr>
          <p:nvPr>
            <p:ph type="title"/>
          </p:nvPr>
        </p:nvSpPr>
        <p:spPr/>
        <p:txBody>
          <a:bodyPr/>
          <a:lstStyle/>
          <a:p>
            <a:r>
              <a:rPr lang="zh-CN" altLang="en-US" dirty="0"/>
              <a:t>自我突破展示</a:t>
            </a:r>
          </a:p>
        </p:txBody>
      </p:sp>
      <p:grpSp>
        <p:nvGrpSpPr>
          <p:cNvPr id="7" name="组合 6">
            <a:extLst>
              <a:ext uri="{FF2B5EF4-FFF2-40B4-BE49-F238E27FC236}">
                <a16:creationId xmlns:a16="http://schemas.microsoft.com/office/drawing/2014/main" id="{FF7E32ED-7E17-4869-4B12-D2C792E136CF}"/>
              </a:ext>
            </a:extLst>
          </p:cNvPr>
          <p:cNvGrpSpPr/>
          <p:nvPr/>
        </p:nvGrpSpPr>
        <p:grpSpPr>
          <a:xfrm>
            <a:off x="654627" y="1657696"/>
            <a:ext cx="10744893" cy="4476403"/>
            <a:chOff x="654627" y="1657696"/>
            <a:chExt cx="10744893" cy="4476403"/>
          </a:xfrm>
        </p:grpSpPr>
        <p:grpSp>
          <p:nvGrpSpPr>
            <p:cNvPr id="3" name="组合 2">
              <a:extLst>
                <a:ext uri="{FF2B5EF4-FFF2-40B4-BE49-F238E27FC236}">
                  <a16:creationId xmlns:a16="http://schemas.microsoft.com/office/drawing/2014/main" id="{38873669-5704-6792-1E0B-AA0866A71AFB}"/>
                </a:ext>
              </a:extLst>
            </p:cNvPr>
            <p:cNvGrpSpPr/>
            <p:nvPr/>
          </p:nvGrpSpPr>
          <p:grpSpPr>
            <a:xfrm>
              <a:off x="654627" y="1657697"/>
              <a:ext cx="5117871" cy="1205344"/>
              <a:chOff x="654627" y="1657697"/>
              <a:chExt cx="5117871" cy="1205344"/>
            </a:xfrm>
          </p:grpSpPr>
          <p:sp>
            <p:nvSpPr>
              <p:cNvPr id="6" name="Bullet1">
                <a:extLst>
                  <a:ext uri="{FF2B5EF4-FFF2-40B4-BE49-F238E27FC236}">
                    <a16:creationId xmlns:a16="http://schemas.microsoft.com/office/drawing/2014/main" id="{78C18221-4649-D4DC-24BB-CA71ACBD16A3}"/>
                  </a:ext>
                </a:extLst>
              </p:cNvPr>
              <p:cNvSpPr txBox="1">
                <a:spLocks/>
              </p:cNvSpPr>
              <p:nvPr/>
            </p:nvSpPr>
            <p:spPr>
              <a:xfrm>
                <a:off x="654627" y="1657697"/>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11" name="文本框 10">
                <a:extLst>
                  <a:ext uri="{FF2B5EF4-FFF2-40B4-BE49-F238E27FC236}">
                    <a16:creationId xmlns:a16="http://schemas.microsoft.com/office/drawing/2014/main" id="{FD183114-3973-AE96-B188-DE7EE7149E19}"/>
                  </a:ext>
                </a:extLst>
              </p:cNvPr>
              <p:cNvSpPr txBox="1"/>
              <p:nvPr/>
            </p:nvSpPr>
            <p:spPr>
              <a:xfrm>
                <a:off x="2612191" y="1928355"/>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 name="Bullet1">
                <a:extLst>
                  <a:ext uri="{FF2B5EF4-FFF2-40B4-BE49-F238E27FC236}">
                    <a16:creationId xmlns:a16="http://schemas.microsoft.com/office/drawing/2014/main" id="{8EAB7A0D-3CB6-E196-9636-756E4E6D9729}"/>
                  </a:ext>
                </a:extLst>
              </p:cNvPr>
              <p:cNvSpPr txBox="1">
                <a:spLocks/>
              </p:cNvSpPr>
              <p:nvPr/>
            </p:nvSpPr>
            <p:spPr>
              <a:xfrm>
                <a:off x="660400" y="1657697"/>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从任务执行</a:t>
                </a:r>
                <a:endParaRPr lang="en-US" altLang="zh-CN" dirty="0">
                  <a:latin typeface="+mj-ea"/>
                  <a:ea typeface="+mj-ea"/>
                  <a:sym typeface="+mn-lt"/>
                </a:endParaRPr>
              </a:p>
              <a:p>
                <a:r>
                  <a:rPr lang="zh-CN" altLang="en-US" dirty="0">
                    <a:latin typeface="+mj-ea"/>
                    <a:ea typeface="+mj-ea"/>
                    <a:sym typeface="+mn-lt"/>
                  </a:rPr>
                  <a:t>到主动规划</a:t>
                </a:r>
              </a:p>
            </p:txBody>
          </p:sp>
        </p:grpSp>
        <p:grpSp>
          <p:nvGrpSpPr>
            <p:cNvPr id="49" name="组合 48">
              <a:extLst>
                <a:ext uri="{FF2B5EF4-FFF2-40B4-BE49-F238E27FC236}">
                  <a16:creationId xmlns:a16="http://schemas.microsoft.com/office/drawing/2014/main" id="{B61DA789-49AC-5C04-0C00-CAFB709ADD45}"/>
                </a:ext>
              </a:extLst>
            </p:cNvPr>
            <p:cNvGrpSpPr/>
            <p:nvPr/>
          </p:nvGrpSpPr>
          <p:grpSpPr>
            <a:xfrm>
              <a:off x="654627" y="3289072"/>
              <a:ext cx="5117871" cy="1205344"/>
              <a:chOff x="654627" y="3044539"/>
              <a:chExt cx="5117871" cy="1205344"/>
            </a:xfrm>
          </p:grpSpPr>
          <p:sp>
            <p:nvSpPr>
              <p:cNvPr id="13" name="Bullet1">
                <a:extLst>
                  <a:ext uri="{FF2B5EF4-FFF2-40B4-BE49-F238E27FC236}">
                    <a16:creationId xmlns:a16="http://schemas.microsoft.com/office/drawing/2014/main" id="{6D6884D7-9C37-09BE-E5D0-691114635BC9}"/>
                  </a:ext>
                </a:extLst>
              </p:cNvPr>
              <p:cNvSpPr txBox="1">
                <a:spLocks/>
              </p:cNvSpPr>
              <p:nvPr/>
            </p:nvSpPr>
            <p:spPr>
              <a:xfrm>
                <a:off x="654627" y="3044539"/>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14" name="文本框 13">
                <a:extLst>
                  <a:ext uri="{FF2B5EF4-FFF2-40B4-BE49-F238E27FC236}">
                    <a16:creationId xmlns:a16="http://schemas.microsoft.com/office/drawing/2014/main" id="{6BAD50C7-7C57-8B58-CA28-C92E00E2FA58}"/>
                  </a:ext>
                </a:extLst>
              </p:cNvPr>
              <p:cNvSpPr txBox="1"/>
              <p:nvPr/>
            </p:nvSpPr>
            <p:spPr>
              <a:xfrm>
                <a:off x="2612191" y="3315197"/>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18" name="Bullet1">
                <a:extLst>
                  <a:ext uri="{FF2B5EF4-FFF2-40B4-BE49-F238E27FC236}">
                    <a16:creationId xmlns:a16="http://schemas.microsoft.com/office/drawing/2014/main" id="{CB23F95B-E17E-E381-FC4A-885A6905E2A1}"/>
                  </a:ext>
                </a:extLst>
              </p:cNvPr>
              <p:cNvSpPr txBox="1">
                <a:spLocks/>
              </p:cNvSpPr>
              <p:nvPr/>
            </p:nvSpPr>
            <p:spPr>
              <a:xfrm>
                <a:off x="660400" y="3044539"/>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从依赖团队到独立解决问题</a:t>
                </a:r>
              </a:p>
            </p:txBody>
          </p:sp>
        </p:grpSp>
        <p:grpSp>
          <p:nvGrpSpPr>
            <p:cNvPr id="50" name="组合 49">
              <a:extLst>
                <a:ext uri="{FF2B5EF4-FFF2-40B4-BE49-F238E27FC236}">
                  <a16:creationId xmlns:a16="http://schemas.microsoft.com/office/drawing/2014/main" id="{CC08DCEF-797E-B3FD-8E91-BCE5E3E31348}"/>
                </a:ext>
              </a:extLst>
            </p:cNvPr>
            <p:cNvGrpSpPr/>
            <p:nvPr/>
          </p:nvGrpSpPr>
          <p:grpSpPr>
            <a:xfrm>
              <a:off x="654627" y="4920446"/>
              <a:ext cx="5117871" cy="1205344"/>
              <a:chOff x="654627" y="4623958"/>
              <a:chExt cx="5117871" cy="1205344"/>
            </a:xfrm>
          </p:grpSpPr>
          <p:sp>
            <p:nvSpPr>
              <p:cNvPr id="32" name="Bullet1">
                <a:extLst>
                  <a:ext uri="{FF2B5EF4-FFF2-40B4-BE49-F238E27FC236}">
                    <a16:creationId xmlns:a16="http://schemas.microsoft.com/office/drawing/2014/main" id="{E9CE9F4B-B367-C427-7E8D-B436F2D3084F}"/>
                  </a:ext>
                </a:extLst>
              </p:cNvPr>
              <p:cNvSpPr txBox="1">
                <a:spLocks/>
              </p:cNvSpPr>
              <p:nvPr/>
            </p:nvSpPr>
            <p:spPr>
              <a:xfrm>
                <a:off x="654627" y="4623958"/>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40" name="文本框 39">
                <a:extLst>
                  <a:ext uri="{FF2B5EF4-FFF2-40B4-BE49-F238E27FC236}">
                    <a16:creationId xmlns:a16="http://schemas.microsoft.com/office/drawing/2014/main" id="{A89E812B-F16F-6D83-9417-9F9048010905}"/>
                  </a:ext>
                </a:extLst>
              </p:cNvPr>
              <p:cNvSpPr txBox="1"/>
              <p:nvPr/>
            </p:nvSpPr>
            <p:spPr>
              <a:xfrm>
                <a:off x="2612191" y="4894616"/>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41" name="Bullet1">
                <a:extLst>
                  <a:ext uri="{FF2B5EF4-FFF2-40B4-BE49-F238E27FC236}">
                    <a16:creationId xmlns:a16="http://schemas.microsoft.com/office/drawing/2014/main" id="{79710F7B-B08D-F2A2-5EBD-2BF0875E369E}"/>
                  </a:ext>
                </a:extLst>
              </p:cNvPr>
              <p:cNvSpPr txBox="1">
                <a:spLocks/>
              </p:cNvSpPr>
              <p:nvPr/>
            </p:nvSpPr>
            <p:spPr>
              <a:xfrm>
                <a:off x="660400" y="4623958"/>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从技能应用到优化创新</a:t>
                </a:r>
              </a:p>
            </p:txBody>
          </p:sp>
        </p:grpSp>
        <p:grpSp>
          <p:nvGrpSpPr>
            <p:cNvPr id="4" name="组合 3">
              <a:extLst>
                <a:ext uri="{FF2B5EF4-FFF2-40B4-BE49-F238E27FC236}">
                  <a16:creationId xmlns:a16="http://schemas.microsoft.com/office/drawing/2014/main" id="{C84EC802-5C70-570A-29E3-1AAAEB560B28}"/>
                </a:ext>
              </a:extLst>
            </p:cNvPr>
            <p:cNvGrpSpPr/>
            <p:nvPr/>
          </p:nvGrpSpPr>
          <p:grpSpPr>
            <a:xfrm>
              <a:off x="6187440" y="1657696"/>
              <a:ext cx="5212080" cy="4476403"/>
              <a:chOff x="6187440" y="1657696"/>
              <a:chExt cx="5212080" cy="4476403"/>
            </a:xfrm>
          </p:grpSpPr>
          <p:sp>
            <p:nvSpPr>
              <p:cNvPr id="63" name="Bullet1">
                <a:extLst>
                  <a:ext uri="{FF2B5EF4-FFF2-40B4-BE49-F238E27FC236}">
                    <a16:creationId xmlns:a16="http://schemas.microsoft.com/office/drawing/2014/main" id="{CAAA20BA-0DD9-D5FB-EB88-55B640900C73}"/>
                  </a:ext>
                </a:extLst>
              </p:cNvPr>
              <p:cNvSpPr txBox="1">
                <a:spLocks/>
              </p:cNvSpPr>
              <p:nvPr/>
            </p:nvSpPr>
            <p:spPr>
              <a:xfrm>
                <a:off x="6187440" y="1657696"/>
                <a:ext cx="5212080" cy="4476403"/>
              </a:xfrm>
              <a:prstGeom prst="roundRect">
                <a:avLst>
                  <a:gd name="adj" fmla="val 236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grpSp>
            <p:nvGrpSpPr>
              <p:cNvPr id="64" name="组合 63">
                <a:extLst>
                  <a:ext uri="{FF2B5EF4-FFF2-40B4-BE49-F238E27FC236}">
                    <a16:creationId xmlns:a16="http://schemas.microsoft.com/office/drawing/2014/main" id="{97347514-E70A-9286-FBF6-C143DD04BF7B}"/>
                  </a:ext>
                </a:extLst>
              </p:cNvPr>
              <p:cNvGrpSpPr/>
              <p:nvPr/>
            </p:nvGrpSpPr>
            <p:grpSpPr>
              <a:xfrm>
                <a:off x="6481078" y="1967891"/>
                <a:ext cx="4305377" cy="988122"/>
                <a:chOff x="6481078" y="1859058"/>
                <a:chExt cx="4305377" cy="988122"/>
              </a:xfrm>
            </p:grpSpPr>
            <p:sp>
              <p:nvSpPr>
                <p:cNvPr id="24" name="文本框 23">
                  <a:extLst>
                    <a:ext uri="{FF2B5EF4-FFF2-40B4-BE49-F238E27FC236}">
                      <a16:creationId xmlns:a16="http://schemas.microsoft.com/office/drawing/2014/main" id="{4826F9AB-7792-5B0F-C851-A1B5D1C41CD8}"/>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25" name="文本框 24">
                  <a:extLst>
                    <a:ext uri="{FF2B5EF4-FFF2-40B4-BE49-F238E27FC236}">
                      <a16:creationId xmlns:a16="http://schemas.microsoft.com/office/drawing/2014/main" id="{3F26C300-049A-D865-1BE5-C6579088DC3B}"/>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从低效沟通到高效协作</a:t>
                  </a:r>
                </a:p>
              </p:txBody>
            </p:sp>
          </p:grpSp>
          <p:grpSp>
            <p:nvGrpSpPr>
              <p:cNvPr id="65" name="组合 64">
                <a:extLst>
                  <a:ext uri="{FF2B5EF4-FFF2-40B4-BE49-F238E27FC236}">
                    <a16:creationId xmlns:a16="http://schemas.microsoft.com/office/drawing/2014/main" id="{6C23C169-7112-582D-0143-7EE2031722E0}"/>
                  </a:ext>
                </a:extLst>
              </p:cNvPr>
              <p:cNvGrpSpPr/>
              <p:nvPr/>
            </p:nvGrpSpPr>
            <p:grpSpPr>
              <a:xfrm>
                <a:off x="6481078" y="3401837"/>
                <a:ext cx="4305377" cy="988122"/>
                <a:chOff x="6481078" y="1859058"/>
                <a:chExt cx="4305377" cy="988122"/>
              </a:xfrm>
            </p:grpSpPr>
            <p:sp>
              <p:nvSpPr>
                <p:cNvPr id="66" name="文本框 65">
                  <a:extLst>
                    <a:ext uri="{FF2B5EF4-FFF2-40B4-BE49-F238E27FC236}">
                      <a16:creationId xmlns:a16="http://schemas.microsoft.com/office/drawing/2014/main" id="{CFC0EAAA-ED9C-73D4-126E-DD573C61A0FD}"/>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67" name="文本框 66">
                  <a:extLst>
                    <a:ext uri="{FF2B5EF4-FFF2-40B4-BE49-F238E27FC236}">
                      <a16:creationId xmlns:a16="http://schemas.microsoft.com/office/drawing/2014/main" id="{2752E586-2662-948A-8F7F-7D6C1F6841FE}"/>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从被动学习到主动分享</a:t>
                  </a:r>
                </a:p>
              </p:txBody>
            </p:sp>
          </p:grpSp>
          <p:grpSp>
            <p:nvGrpSpPr>
              <p:cNvPr id="68" name="组合 67">
                <a:extLst>
                  <a:ext uri="{FF2B5EF4-FFF2-40B4-BE49-F238E27FC236}">
                    <a16:creationId xmlns:a16="http://schemas.microsoft.com/office/drawing/2014/main" id="{B63EEE9B-8FCD-86F4-ECA1-EB298DDCC99C}"/>
                  </a:ext>
                </a:extLst>
              </p:cNvPr>
              <p:cNvGrpSpPr/>
              <p:nvPr/>
            </p:nvGrpSpPr>
            <p:grpSpPr>
              <a:xfrm>
                <a:off x="6481078" y="4835782"/>
                <a:ext cx="4305377" cy="988122"/>
                <a:chOff x="6481078" y="1859058"/>
                <a:chExt cx="4305377" cy="988122"/>
              </a:xfrm>
            </p:grpSpPr>
            <p:sp>
              <p:nvSpPr>
                <p:cNvPr id="69" name="文本框 68">
                  <a:extLst>
                    <a:ext uri="{FF2B5EF4-FFF2-40B4-BE49-F238E27FC236}">
                      <a16:creationId xmlns:a16="http://schemas.microsoft.com/office/drawing/2014/main" id="{8D222038-39D8-FB74-FC45-28766789DCDF}"/>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70" name="文本框 69">
                  <a:extLst>
                    <a:ext uri="{FF2B5EF4-FFF2-40B4-BE49-F238E27FC236}">
                      <a16:creationId xmlns:a16="http://schemas.microsoft.com/office/drawing/2014/main" id="{81A17DCA-6B8D-A919-B226-82EBC7EA869B}"/>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从执行者到贡献者</a:t>
                  </a:r>
                </a:p>
              </p:txBody>
            </p:sp>
          </p:grpSp>
          <p:cxnSp>
            <p:nvCxnSpPr>
              <p:cNvPr id="72" name="直接连接符 71">
                <a:extLst>
                  <a:ext uri="{FF2B5EF4-FFF2-40B4-BE49-F238E27FC236}">
                    <a16:creationId xmlns:a16="http://schemas.microsoft.com/office/drawing/2014/main" id="{D2517D50-7B0C-1E25-3F49-577280F87C31}"/>
                  </a:ext>
                </a:extLst>
              </p:cNvPr>
              <p:cNvCxnSpPr/>
              <p:nvPr/>
            </p:nvCxnSpPr>
            <p:spPr>
              <a:xfrm>
                <a:off x="6556664" y="3178925"/>
                <a:ext cx="44473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0D741E7-8EFC-919D-E0FC-72D6DAD16B68}"/>
                  </a:ext>
                </a:extLst>
              </p:cNvPr>
              <p:cNvCxnSpPr/>
              <p:nvPr/>
            </p:nvCxnSpPr>
            <p:spPr>
              <a:xfrm>
                <a:off x="6556664" y="4612871"/>
                <a:ext cx="44473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3" name="组合 2">
            <a:extLst>
              <a:ext uri="{FF2B5EF4-FFF2-40B4-BE49-F238E27FC236}">
                <a16:creationId xmlns:a16="http://schemas.microsoft.com/office/drawing/2014/main" id="{0F5BB044-47B9-2194-CEB0-AE0F2E00979A}"/>
              </a:ext>
            </a:extLst>
          </p:cNvPr>
          <p:cNvGrpSpPr/>
          <p:nvPr/>
        </p:nvGrpSpPr>
        <p:grpSpPr>
          <a:xfrm>
            <a:off x="660400" y="1130300"/>
            <a:ext cx="10858500" cy="5003800"/>
            <a:chOff x="660400" y="1130300"/>
            <a:chExt cx="10858500" cy="5003800"/>
          </a:xfrm>
        </p:grpSpPr>
        <p:sp>
          <p:nvSpPr>
            <p:cNvPr id="4" name="ïṣļíḋè">
              <a:extLst>
                <a:ext uri="{FF2B5EF4-FFF2-40B4-BE49-F238E27FC236}">
                  <a16:creationId xmlns:a16="http://schemas.microsoft.com/office/drawing/2014/main" id="{93F3FCD4-35BE-4349-FD75-E5089F39A38B}"/>
                </a:ext>
              </a:extLst>
            </p:cNvPr>
            <p:cNvSpPr/>
            <p:nvPr/>
          </p:nvSpPr>
          <p:spPr bwMode="auto">
            <a:xfrm>
              <a:off x="660400" y="1703954"/>
              <a:ext cx="9953936" cy="2300708"/>
            </a:xfrm>
            <a:prstGeom prst="parallelogram">
              <a:avLst/>
            </a:prstGeom>
            <a:solidFill>
              <a:schemeClr val="accent1"/>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5" name="îşḻïḑé">
              <a:extLst>
                <a:ext uri="{FF2B5EF4-FFF2-40B4-BE49-F238E27FC236}">
                  <a16:creationId xmlns:a16="http://schemas.microsoft.com/office/drawing/2014/main" id="{006369A8-665F-E7C5-B2A1-2AE5BD26254F}"/>
                </a:ext>
              </a:extLst>
            </p:cNvPr>
            <p:cNvSpPr/>
            <p:nvPr/>
          </p:nvSpPr>
          <p:spPr>
            <a:xfrm>
              <a:off x="2832469" y="5103951"/>
              <a:ext cx="589506" cy="471604"/>
            </a:xfrm>
            <a:prstGeom prst="rightArrow">
              <a:avLst/>
            </a:prstGeom>
            <a:solidFill>
              <a:schemeClr val="accent1">
                <a:alpha val="15000"/>
              </a:schemeClr>
            </a:solidFill>
            <a:ln w="6055" cap="flat">
              <a:noFill/>
              <a:prstDash val="solid"/>
              <a:miter/>
            </a:ln>
          </p:spPr>
          <p:txBody>
            <a:bodyPr rtlCol="0" anchor="ctr"/>
            <a:lstStyle/>
            <a:p>
              <a:endParaRPr lang="zh-CN" altLang="en-US"/>
            </a:p>
          </p:txBody>
        </p:sp>
        <p:sp>
          <p:nvSpPr>
            <p:cNvPr id="6" name="íṥ1iḑê">
              <a:extLst>
                <a:ext uri="{FF2B5EF4-FFF2-40B4-BE49-F238E27FC236}">
                  <a16:creationId xmlns:a16="http://schemas.microsoft.com/office/drawing/2014/main" id="{BACE083F-6662-8F7C-0DBF-E895A719055E}"/>
                </a:ext>
              </a:extLst>
            </p:cNvPr>
            <p:cNvSpPr/>
            <p:nvPr/>
          </p:nvSpPr>
          <p:spPr>
            <a:xfrm>
              <a:off x="8690517" y="5078038"/>
              <a:ext cx="589506" cy="471604"/>
            </a:xfrm>
            <a:prstGeom prst="rightArrow">
              <a:avLst/>
            </a:prstGeom>
            <a:solidFill>
              <a:schemeClr val="accent1">
                <a:alpha val="15000"/>
              </a:schemeClr>
            </a:solidFill>
            <a:ln w="6055" cap="flat">
              <a:noFill/>
              <a:prstDash val="solid"/>
              <a:miter/>
            </a:ln>
          </p:spPr>
          <p:txBody>
            <a:bodyPr rtlCol="0" anchor="ctr"/>
            <a:lstStyle/>
            <a:p>
              <a:endParaRPr lang="zh-CN" altLang="en-US"/>
            </a:p>
          </p:txBody>
        </p:sp>
        <p:sp>
          <p:nvSpPr>
            <p:cNvPr id="7" name="íṧļîḋé">
              <a:extLst>
                <a:ext uri="{FF2B5EF4-FFF2-40B4-BE49-F238E27FC236}">
                  <a16:creationId xmlns:a16="http://schemas.microsoft.com/office/drawing/2014/main" id="{F412CACC-E2EA-8DA7-9AA6-937FFE3F11B6}"/>
                </a:ext>
              </a:extLst>
            </p:cNvPr>
            <p:cNvSpPr/>
            <p:nvPr/>
          </p:nvSpPr>
          <p:spPr>
            <a:xfrm>
              <a:off x="5761493" y="5129864"/>
              <a:ext cx="589506" cy="471604"/>
            </a:xfrm>
            <a:prstGeom prst="rightArrow">
              <a:avLst/>
            </a:prstGeom>
            <a:solidFill>
              <a:schemeClr val="accent1">
                <a:alpha val="15000"/>
              </a:schemeClr>
            </a:solidFill>
            <a:ln w="6055" cap="flat">
              <a:noFill/>
              <a:prstDash val="solid"/>
              <a:miter/>
            </a:ln>
          </p:spPr>
          <p:txBody>
            <a:bodyPr rtlCol="0" anchor="ctr"/>
            <a:lstStyle/>
            <a:p>
              <a:endParaRPr lang="zh-CN" altLang="en-US"/>
            </a:p>
          </p:txBody>
        </p:sp>
        <p:sp>
          <p:nvSpPr>
            <p:cNvPr id="8" name="Title">
              <a:extLst>
                <a:ext uri="{FF2B5EF4-FFF2-40B4-BE49-F238E27FC236}">
                  <a16:creationId xmlns:a16="http://schemas.microsoft.com/office/drawing/2014/main" id="{9D6EE3DB-6445-0A4D-97A5-69A4CA03D40E}"/>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a:t>管理层决策及执行情况</a:t>
              </a:r>
              <a:endParaRPr lang="zh-CN" altLang="en-US" sz="2400" b="1" dirty="0"/>
            </a:p>
          </p:txBody>
        </p:sp>
        <p:grpSp>
          <p:nvGrpSpPr>
            <p:cNvPr id="9" name="组合 8">
              <a:extLst>
                <a:ext uri="{FF2B5EF4-FFF2-40B4-BE49-F238E27FC236}">
                  <a16:creationId xmlns:a16="http://schemas.microsoft.com/office/drawing/2014/main" id="{871310E9-781A-4427-AE5E-7ABB31FC9F7B}"/>
                </a:ext>
              </a:extLst>
            </p:cNvPr>
            <p:cNvGrpSpPr/>
            <p:nvPr/>
          </p:nvGrpSpPr>
          <p:grpSpPr>
            <a:xfrm>
              <a:off x="771791" y="1931785"/>
              <a:ext cx="10747109" cy="4114698"/>
              <a:chOff x="771791" y="1931785"/>
              <a:chExt cx="10747109" cy="4114698"/>
            </a:xfrm>
          </p:grpSpPr>
          <p:sp>
            <p:nvSpPr>
              <p:cNvPr id="22" name="PictureMisc">
                <a:extLst>
                  <a:ext uri="{FF2B5EF4-FFF2-40B4-BE49-F238E27FC236}">
                    <a16:creationId xmlns:a16="http://schemas.microsoft.com/office/drawing/2014/main" id="{EDAAB373-6AAD-7717-AB04-E52710780D70}"/>
                  </a:ext>
                </a:extLst>
              </p:cNvPr>
              <p:cNvSpPr/>
              <p:nvPr/>
            </p:nvSpPr>
            <p:spPr bwMode="auto">
              <a:xfrm>
                <a:off x="894576" y="1931785"/>
                <a:ext cx="10624324" cy="2300708"/>
              </a:xfrm>
              <a:prstGeom prst="parallelogram">
                <a:avLst>
                  <a:gd name="adj" fmla="val 24410"/>
                </a:avLst>
              </a:prstGeom>
              <a:blipFill>
                <a:blip r:embed="rId2">
                  <a:extLst>
                    <a:ext uri="{BEBA8EAE-BF5A-486C-A8C5-ECC9F3942E4B}">
                      <a14:imgProps xmlns:a14="http://schemas.microsoft.com/office/drawing/2010/main">
                        <a14:imgLayer>
                          <a14:imgEffect>
                            <a14:colorTemperature colorTemp="7000"/>
                          </a14:imgEffect>
                        </a14:imgLayer>
                      </a14:imgProps>
                    </a:ext>
                  </a:extLst>
                </a:blip>
                <a:srcRect/>
                <a:stretch>
                  <a:fillRect t="-135458" b="-13397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schemeClr val="lt1"/>
                  </a:solidFill>
                </a:endParaRPr>
              </a:p>
            </p:txBody>
          </p:sp>
          <p:sp>
            <p:nvSpPr>
              <p:cNvPr id="23" name="Bullet1">
                <a:extLst>
                  <a:ext uri="{FF2B5EF4-FFF2-40B4-BE49-F238E27FC236}">
                    <a16:creationId xmlns:a16="http://schemas.microsoft.com/office/drawing/2014/main" id="{23C7DD8E-3513-B79F-2E6B-A43C0E794B1E}"/>
                  </a:ext>
                </a:extLst>
              </p:cNvPr>
              <p:cNvSpPr/>
              <p:nvPr/>
            </p:nvSpPr>
            <p:spPr>
              <a:xfrm>
                <a:off x="771792"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dirty="0">
                    <a:solidFill>
                      <a:schemeClr val="tx1"/>
                    </a:solidFill>
                  </a:rPr>
                  <a:t>决策优化</a:t>
                </a:r>
                <a:endParaRPr kumimoji="1" lang="en-US" altLang="zh-CN" b="1" dirty="0">
                  <a:solidFill>
                    <a:schemeClr val="tx1"/>
                  </a:solidFill>
                </a:endParaRPr>
              </a:p>
            </p:txBody>
          </p:sp>
          <p:sp>
            <p:nvSpPr>
              <p:cNvPr id="24" name="Text1">
                <a:extLst>
                  <a:ext uri="{FF2B5EF4-FFF2-40B4-BE49-F238E27FC236}">
                    <a16:creationId xmlns:a16="http://schemas.microsoft.com/office/drawing/2014/main" id="{82914442-E432-97DA-95D4-2BDE254AE4BD}"/>
                  </a:ext>
                </a:extLst>
              </p:cNvPr>
              <p:cNvSpPr/>
              <p:nvPr/>
            </p:nvSpPr>
            <p:spPr>
              <a:xfrm>
                <a:off x="771792" y="5549642"/>
                <a:ext cx="1956599" cy="4968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a:lnSpc>
                    <a:spcPct val="120000"/>
                  </a:lnSpc>
                </a:pPr>
                <a:r>
                  <a:rPr kumimoji="1" lang="zh-CN" altLang="en-US" sz="1200" dirty="0">
                    <a:solidFill>
                      <a:schemeClr val="tx1"/>
                    </a:solidFill>
                  </a:rPr>
                  <a:t>本季度，管理层对内部管理流程进行了全面梳理。</a:t>
                </a:r>
                <a:endParaRPr kumimoji="1" lang="en-US" altLang="zh-CN" sz="1200" dirty="0">
                  <a:solidFill>
                    <a:schemeClr val="tx1"/>
                  </a:solidFill>
                </a:endParaRPr>
              </a:p>
            </p:txBody>
          </p:sp>
          <p:sp>
            <p:nvSpPr>
              <p:cNvPr id="25" name="Number1">
                <a:extLst>
                  <a:ext uri="{FF2B5EF4-FFF2-40B4-BE49-F238E27FC236}">
                    <a16:creationId xmlns:a16="http://schemas.microsoft.com/office/drawing/2014/main" id="{33D7B77B-1B14-783B-BF0D-9BEFA32F0716}"/>
                  </a:ext>
                </a:extLst>
              </p:cNvPr>
              <p:cNvSpPr txBox="1"/>
              <p:nvPr/>
            </p:nvSpPr>
            <p:spPr>
              <a:xfrm>
                <a:off x="771791"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1</a:t>
                </a:r>
                <a:endParaRPr kumimoji="1" lang="zh-CN" altLang="en-US" sz="4400" b="1" dirty="0">
                  <a:solidFill>
                    <a:schemeClr val="accent1"/>
                  </a:solidFill>
                </a:endParaRPr>
              </a:p>
            </p:txBody>
          </p:sp>
        </p:grpSp>
        <p:grpSp>
          <p:nvGrpSpPr>
            <p:cNvPr id="10" name="组合 9">
              <a:extLst>
                <a:ext uri="{FF2B5EF4-FFF2-40B4-BE49-F238E27FC236}">
                  <a16:creationId xmlns:a16="http://schemas.microsoft.com/office/drawing/2014/main" id="{184ED627-FA56-DA51-36CA-8F670E022338}"/>
                </a:ext>
              </a:extLst>
            </p:cNvPr>
            <p:cNvGrpSpPr/>
            <p:nvPr/>
          </p:nvGrpSpPr>
          <p:grpSpPr>
            <a:xfrm>
              <a:off x="3700815" y="4461211"/>
              <a:ext cx="1956600" cy="1672889"/>
              <a:chOff x="3700815" y="4461211"/>
              <a:chExt cx="1956600" cy="1672889"/>
            </a:xfrm>
          </p:grpSpPr>
          <p:sp>
            <p:nvSpPr>
              <p:cNvPr id="19" name="Bullet2">
                <a:extLst>
                  <a:ext uri="{FF2B5EF4-FFF2-40B4-BE49-F238E27FC236}">
                    <a16:creationId xmlns:a16="http://schemas.microsoft.com/office/drawing/2014/main" id="{E6FA25EB-5369-C896-244F-26AF5877CC77}"/>
                  </a:ext>
                </a:extLst>
              </p:cNvPr>
              <p:cNvSpPr/>
              <p:nvPr/>
            </p:nvSpPr>
            <p:spPr>
              <a:xfrm>
                <a:off x="3700816"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dirty="0">
                    <a:solidFill>
                      <a:schemeClr val="tx1"/>
                    </a:solidFill>
                  </a:rPr>
                  <a:t>执行跟踪</a:t>
                </a:r>
                <a:endParaRPr kumimoji="1" lang="en-US" altLang="zh-CN" b="1" dirty="0">
                  <a:solidFill>
                    <a:schemeClr val="tx1"/>
                  </a:solidFill>
                </a:endParaRPr>
              </a:p>
            </p:txBody>
          </p:sp>
          <p:sp>
            <p:nvSpPr>
              <p:cNvPr id="20" name="Text2">
                <a:extLst>
                  <a:ext uri="{FF2B5EF4-FFF2-40B4-BE49-F238E27FC236}">
                    <a16:creationId xmlns:a16="http://schemas.microsoft.com/office/drawing/2014/main" id="{1840FEB9-CFF0-7A80-C00B-B12214A01E76}"/>
                  </a:ext>
                </a:extLst>
              </p:cNvPr>
              <p:cNvSpPr/>
              <p:nvPr/>
            </p:nvSpPr>
            <p:spPr>
              <a:xfrm>
                <a:off x="3700816" y="5549642"/>
                <a:ext cx="1956599" cy="584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rPr>
                  <a:t>对各项决策实施情况进行实时跟踪。</a:t>
                </a:r>
                <a:endParaRPr kumimoji="1" lang="en-US" altLang="zh-CN" sz="1200" dirty="0">
                  <a:solidFill>
                    <a:schemeClr val="tx1"/>
                  </a:solidFill>
                </a:endParaRPr>
              </a:p>
            </p:txBody>
          </p:sp>
          <p:sp>
            <p:nvSpPr>
              <p:cNvPr id="21" name="Number2">
                <a:extLst>
                  <a:ext uri="{FF2B5EF4-FFF2-40B4-BE49-F238E27FC236}">
                    <a16:creationId xmlns:a16="http://schemas.microsoft.com/office/drawing/2014/main" id="{F8F6A408-BDC7-BACE-CAFD-A9D35D679C6C}"/>
                  </a:ext>
                </a:extLst>
              </p:cNvPr>
              <p:cNvSpPr txBox="1"/>
              <p:nvPr/>
            </p:nvSpPr>
            <p:spPr>
              <a:xfrm>
                <a:off x="3700815"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2</a:t>
                </a:r>
                <a:endParaRPr kumimoji="1" lang="zh-CN" altLang="en-US" sz="4400" b="1" dirty="0">
                  <a:solidFill>
                    <a:schemeClr val="accent1"/>
                  </a:solidFill>
                </a:endParaRPr>
              </a:p>
            </p:txBody>
          </p:sp>
        </p:grpSp>
        <p:grpSp>
          <p:nvGrpSpPr>
            <p:cNvPr id="11" name="组合 10">
              <a:extLst>
                <a:ext uri="{FF2B5EF4-FFF2-40B4-BE49-F238E27FC236}">
                  <a16:creationId xmlns:a16="http://schemas.microsoft.com/office/drawing/2014/main" id="{EB92D80F-A487-77EC-D892-74A8D67E3457}"/>
                </a:ext>
              </a:extLst>
            </p:cNvPr>
            <p:cNvGrpSpPr/>
            <p:nvPr/>
          </p:nvGrpSpPr>
          <p:grpSpPr>
            <a:xfrm>
              <a:off x="6629839" y="4461211"/>
              <a:ext cx="1956600" cy="1585272"/>
              <a:chOff x="6629839" y="4461211"/>
              <a:chExt cx="1956600" cy="1585272"/>
            </a:xfrm>
          </p:grpSpPr>
          <p:sp>
            <p:nvSpPr>
              <p:cNvPr id="16" name="Bullet3">
                <a:extLst>
                  <a:ext uri="{FF2B5EF4-FFF2-40B4-BE49-F238E27FC236}">
                    <a16:creationId xmlns:a16="http://schemas.microsoft.com/office/drawing/2014/main" id="{4CA7CAD6-21DA-7624-1550-83BA32053210}"/>
                  </a:ext>
                </a:extLst>
              </p:cNvPr>
              <p:cNvSpPr/>
              <p:nvPr/>
            </p:nvSpPr>
            <p:spPr>
              <a:xfrm>
                <a:off x="6629840"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a:solidFill>
                      <a:schemeClr val="tx1"/>
                    </a:solidFill>
                  </a:rPr>
                  <a:t>团队建设</a:t>
                </a:r>
                <a:endParaRPr kumimoji="1" lang="en-US" altLang="zh-CN" b="1" dirty="0">
                  <a:solidFill>
                    <a:schemeClr val="tx1"/>
                  </a:solidFill>
                </a:endParaRPr>
              </a:p>
            </p:txBody>
          </p:sp>
          <p:sp>
            <p:nvSpPr>
              <p:cNvPr id="17" name="Text3">
                <a:extLst>
                  <a:ext uri="{FF2B5EF4-FFF2-40B4-BE49-F238E27FC236}">
                    <a16:creationId xmlns:a16="http://schemas.microsoft.com/office/drawing/2014/main" id="{BE0719DC-250E-2381-4C8D-86F5BE68E398}"/>
                  </a:ext>
                </a:extLst>
              </p:cNvPr>
              <p:cNvSpPr/>
              <p:nvPr/>
            </p:nvSpPr>
            <p:spPr>
              <a:xfrm>
                <a:off x="6629840" y="5549642"/>
                <a:ext cx="1956599" cy="4968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a:lnSpc>
                    <a:spcPct val="120000"/>
                  </a:lnSpc>
                </a:pPr>
                <a:r>
                  <a:rPr kumimoji="1" lang="zh-CN" altLang="en-US" sz="1200" dirty="0">
                    <a:solidFill>
                      <a:schemeClr val="tx1"/>
                    </a:solidFill>
                  </a:rPr>
                  <a:t>加强团队建设，提升员工凝聚力和执行力。</a:t>
                </a:r>
                <a:endParaRPr kumimoji="1" lang="en-US" altLang="zh-CN" sz="1200" dirty="0">
                  <a:solidFill>
                    <a:schemeClr val="tx1"/>
                  </a:solidFill>
                </a:endParaRPr>
              </a:p>
            </p:txBody>
          </p:sp>
          <p:sp>
            <p:nvSpPr>
              <p:cNvPr id="18" name="Number3">
                <a:extLst>
                  <a:ext uri="{FF2B5EF4-FFF2-40B4-BE49-F238E27FC236}">
                    <a16:creationId xmlns:a16="http://schemas.microsoft.com/office/drawing/2014/main" id="{E2398951-5D6A-45DB-7925-B3CC41B1649E}"/>
                  </a:ext>
                </a:extLst>
              </p:cNvPr>
              <p:cNvSpPr txBox="1"/>
              <p:nvPr/>
            </p:nvSpPr>
            <p:spPr>
              <a:xfrm>
                <a:off x="6629839"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3</a:t>
                </a:r>
                <a:endParaRPr kumimoji="1" lang="zh-CN" altLang="en-US" sz="4400" b="1" dirty="0">
                  <a:solidFill>
                    <a:schemeClr val="accent1"/>
                  </a:solidFill>
                </a:endParaRPr>
              </a:p>
            </p:txBody>
          </p:sp>
        </p:grpSp>
        <p:grpSp>
          <p:nvGrpSpPr>
            <p:cNvPr id="12" name="组合 11">
              <a:extLst>
                <a:ext uri="{FF2B5EF4-FFF2-40B4-BE49-F238E27FC236}">
                  <a16:creationId xmlns:a16="http://schemas.microsoft.com/office/drawing/2014/main" id="{9A7793B6-3140-5C86-C006-3D3F54814E22}"/>
                </a:ext>
              </a:extLst>
            </p:cNvPr>
            <p:cNvGrpSpPr/>
            <p:nvPr/>
          </p:nvGrpSpPr>
          <p:grpSpPr>
            <a:xfrm>
              <a:off x="9558860" y="4461211"/>
              <a:ext cx="1956600" cy="1585272"/>
              <a:chOff x="9558860" y="4461211"/>
              <a:chExt cx="1956600" cy="1585272"/>
            </a:xfrm>
          </p:grpSpPr>
          <p:sp>
            <p:nvSpPr>
              <p:cNvPr id="13" name="Bullet4">
                <a:extLst>
                  <a:ext uri="{FF2B5EF4-FFF2-40B4-BE49-F238E27FC236}">
                    <a16:creationId xmlns:a16="http://schemas.microsoft.com/office/drawing/2014/main" id="{76650523-91D8-3D23-7D43-2596B0715AE7}"/>
                  </a:ext>
                </a:extLst>
              </p:cNvPr>
              <p:cNvSpPr/>
              <p:nvPr/>
            </p:nvSpPr>
            <p:spPr>
              <a:xfrm>
                <a:off x="9558861"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dirty="0">
                    <a:solidFill>
                      <a:schemeClr val="tx1"/>
                    </a:solidFill>
                  </a:rPr>
                  <a:t>质量控制</a:t>
                </a:r>
                <a:endParaRPr kumimoji="1" lang="en-US" altLang="zh-CN" b="1" dirty="0">
                  <a:solidFill>
                    <a:schemeClr val="tx1"/>
                  </a:solidFill>
                </a:endParaRPr>
              </a:p>
            </p:txBody>
          </p:sp>
          <p:sp>
            <p:nvSpPr>
              <p:cNvPr id="14" name="Text4">
                <a:extLst>
                  <a:ext uri="{FF2B5EF4-FFF2-40B4-BE49-F238E27FC236}">
                    <a16:creationId xmlns:a16="http://schemas.microsoft.com/office/drawing/2014/main" id="{3E360683-02BF-04D1-463F-A1626F09D775}"/>
                  </a:ext>
                </a:extLst>
              </p:cNvPr>
              <p:cNvSpPr/>
              <p:nvPr/>
            </p:nvSpPr>
            <p:spPr>
              <a:xfrm>
                <a:off x="9558861" y="5549642"/>
                <a:ext cx="1956599" cy="4968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a:lnSpc>
                    <a:spcPct val="120000"/>
                  </a:lnSpc>
                </a:pPr>
                <a:r>
                  <a:rPr kumimoji="1" lang="zh-CN" altLang="en-US" sz="1200" dirty="0">
                    <a:solidFill>
                      <a:schemeClr val="tx1"/>
                    </a:solidFill>
                  </a:rPr>
                  <a:t>强化内部管理，严格把控产品质量。</a:t>
                </a:r>
                <a:endParaRPr kumimoji="1" lang="en-US" altLang="zh-CN" sz="1200" dirty="0">
                  <a:solidFill>
                    <a:schemeClr val="tx1"/>
                  </a:solidFill>
                </a:endParaRPr>
              </a:p>
            </p:txBody>
          </p:sp>
          <p:sp>
            <p:nvSpPr>
              <p:cNvPr id="15" name="Number4">
                <a:extLst>
                  <a:ext uri="{FF2B5EF4-FFF2-40B4-BE49-F238E27FC236}">
                    <a16:creationId xmlns:a16="http://schemas.microsoft.com/office/drawing/2014/main" id="{85C36D6E-4D39-7947-077B-B9DCB69FF801}"/>
                  </a:ext>
                </a:extLst>
              </p:cNvPr>
              <p:cNvSpPr txBox="1"/>
              <p:nvPr/>
            </p:nvSpPr>
            <p:spPr>
              <a:xfrm>
                <a:off x="9558860"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4</a:t>
                </a:r>
                <a:endParaRPr kumimoji="1" lang="zh-CN" altLang="en-US" sz="4400" b="1" dirty="0">
                  <a:solidFill>
                    <a:schemeClr val="accent1"/>
                  </a:solidFill>
                </a:endParaRPr>
              </a:p>
            </p:txBody>
          </p:sp>
        </p:grpSp>
      </p:grpSp>
      <p:sp>
        <p:nvSpPr>
          <p:cNvPr id="2" name="标题 1">
            <a:extLst>
              <a:ext uri="{FF2B5EF4-FFF2-40B4-BE49-F238E27FC236}">
                <a16:creationId xmlns:a16="http://schemas.microsoft.com/office/drawing/2014/main" id="{764839F8-E912-F9AC-0514-1A09B163093C}"/>
              </a:ext>
            </a:extLst>
          </p:cNvPr>
          <p:cNvSpPr>
            <a:spLocks noGrp="1"/>
          </p:cNvSpPr>
          <p:nvPr>
            <p:ph type="title"/>
          </p:nvPr>
        </p:nvSpPr>
        <p:spPr/>
        <p:txBody>
          <a:bodyPr/>
          <a:lstStyle/>
          <a:p>
            <a:r>
              <a:rPr lang="zh-CN" altLang="en-US"/>
              <a:t>内部管理</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p:cNvSpPr>
            <a:spLocks noGrp="1"/>
          </p:cNvSpPr>
          <p:nvPr>
            <p:ph type="title" hasCustomPrompt="1"/>
          </p:nvPr>
        </p:nvSpPr>
        <p:spPr/>
        <p:txBody>
          <a:bodyPr/>
          <a:lstStyle/>
          <a:p>
            <a:r>
              <a:rPr lang="zh-CN" altLang="en-US" dirty="0"/>
              <a:t>市场规模与增长潜力</a:t>
            </a:r>
            <a:endParaRPr lang="en-US" dirty="0"/>
          </a:p>
        </p:txBody>
      </p:sp>
      <p:grpSp>
        <p:nvGrpSpPr>
          <p:cNvPr id="647" name="67f3f5b0-1645-4fd2-b14f-101da0c66408.source.5.zh-Hans">
            <a:extLst>
              <a:ext uri="{FF2B5EF4-FFF2-40B4-BE49-F238E27FC236}">
                <a16:creationId xmlns:a16="http://schemas.microsoft.com/office/drawing/2014/main" id="{B109FFA2-3C1C-6520-42FE-E0A2EF50A773}"/>
              </a:ext>
            </a:extLst>
          </p:cNvPr>
          <p:cNvGrpSpPr/>
          <p:nvPr/>
        </p:nvGrpSpPr>
        <p:grpSpPr>
          <a:xfrm>
            <a:off x="660399" y="1130300"/>
            <a:ext cx="10858501" cy="5727700"/>
            <a:chOff x="660399" y="1130300"/>
            <a:chExt cx="10858501" cy="5727700"/>
          </a:xfrm>
        </p:grpSpPr>
        <p:sp>
          <p:nvSpPr>
            <p:cNvPr id="648" name="Title">
              <a:extLst>
                <a:ext uri="{FF2B5EF4-FFF2-40B4-BE49-F238E27FC236}">
                  <a16:creationId xmlns:a16="http://schemas.microsoft.com/office/drawing/2014/main" id="{A491B7E2-8FD1-A0D6-B342-B05E3031BA0E}"/>
                </a:ext>
              </a:extLst>
            </p:cNvPr>
            <p:cNvSpPr txBox="1"/>
            <p:nvPr/>
          </p:nvSpPr>
          <p:spPr>
            <a:xfrm>
              <a:off x="660400" y="1130300"/>
              <a:ext cx="10858500" cy="461665"/>
            </a:xfrm>
            <a:prstGeom prst="rect">
              <a:avLst/>
            </a:prstGeom>
            <a:noFill/>
          </p:spPr>
          <p:txBody>
            <a:bodyPr vert="horz"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cs typeface="+mn-ea"/>
                  <a:sym typeface="+mn-lt"/>
                </a:rPr>
                <a:t>图像识别、目标检测与图像处理</a:t>
              </a:r>
              <a:endParaRPr lang="en-US" dirty="0"/>
            </a:p>
          </p:txBody>
        </p:sp>
        <p:sp>
          <p:nvSpPr>
            <p:cNvPr id="649" name="六边形 59">
              <a:extLst>
                <a:ext uri="{FF2B5EF4-FFF2-40B4-BE49-F238E27FC236}">
                  <a16:creationId xmlns:a16="http://schemas.microsoft.com/office/drawing/2014/main" id="{5EB60386-E945-F539-7D0E-5F21012663BF}"/>
                </a:ext>
              </a:extLst>
            </p:cNvPr>
            <p:cNvSpPr/>
            <p:nvPr/>
          </p:nvSpPr>
          <p:spPr>
            <a:xfrm>
              <a:off x="660403"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50" name="六边形 60">
              <a:extLst>
                <a:ext uri="{FF2B5EF4-FFF2-40B4-BE49-F238E27FC236}">
                  <a16:creationId xmlns:a16="http://schemas.microsoft.com/office/drawing/2014/main" id="{5DA12F24-8032-9436-8E96-042CD3DA46BB}"/>
                </a:ext>
              </a:extLst>
            </p:cNvPr>
            <p:cNvSpPr/>
            <p:nvPr/>
          </p:nvSpPr>
          <p:spPr>
            <a:xfrm>
              <a:off x="660403"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51" name="Line1">
              <a:extLst>
                <a:ext uri="{FF2B5EF4-FFF2-40B4-BE49-F238E27FC236}">
                  <a16:creationId xmlns:a16="http://schemas.microsoft.com/office/drawing/2014/main" id="{63CD9021-41CC-C0EA-22AD-3A29BDCAC922}"/>
                </a:ext>
              </a:extLst>
            </p:cNvPr>
            <p:cNvCxnSpPr>
              <a:cxnSpLocks/>
            </p:cNvCxnSpPr>
            <p:nvPr/>
          </p:nvCxnSpPr>
          <p:spPr>
            <a:xfrm>
              <a:off x="660399"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52" name="六边形 59">
              <a:extLst>
                <a:ext uri="{FF2B5EF4-FFF2-40B4-BE49-F238E27FC236}">
                  <a16:creationId xmlns:a16="http://schemas.microsoft.com/office/drawing/2014/main" id="{3B79A0AF-207F-3F42-B473-1FFBA7ECDC63}"/>
                </a:ext>
              </a:extLst>
            </p:cNvPr>
            <p:cNvSpPr/>
            <p:nvPr/>
          </p:nvSpPr>
          <p:spPr>
            <a:xfrm>
              <a:off x="2852611"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53" name="六边形 60">
              <a:extLst>
                <a:ext uri="{FF2B5EF4-FFF2-40B4-BE49-F238E27FC236}">
                  <a16:creationId xmlns:a16="http://schemas.microsoft.com/office/drawing/2014/main" id="{EE89A989-67AB-7854-64BA-19047FAF99FB}"/>
                </a:ext>
              </a:extLst>
            </p:cNvPr>
            <p:cNvSpPr/>
            <p:nvPr/>
          </p:nvSpPr>
          <p:spPr>
            <a:xfrm>
              <a:off x="2852611"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54" name="Line2">
              <a:extLst>
                <a:ext uri="{FF2B5EF4-FFF2-40B4-BE49-F238E27FC236}">
                  <a16:creationId xmlns:a16="http://schemas.microsoft.com/office/drawing/2014/main" id="{800DC0A2-AF51-16D0-4A76-F6914B698EBF}"/>
                </a:ext>
              </a:extLst>
            </p:cNvPr>
            <p:cNvCxnSpPr>
              <a:cxnSpLocks/>
            </p:cNvCxnSpPr>
            <p:nvPr/>
          </p:nvCxnSpPr>
          <p:spPr>
            <a:xfrm>
              <a:off x="2852607"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55" name="六边形 59">
              <a:extLst>
                <a:ext uri="{FF2B5EF4-FFF2-40B4-BE49-F238E27FC236}">
                  <a16:creationId xmlns:a16="http://schemas.microsoft.com/office/drawing/2014/main" id="{D39E7C4D-6394-C20C-C142-21A398F7998D}"/>
                </a:ext>
              </a:extLst>
            </p:cNvPr>
            <p:cNvSpPr/>
            <p:nvPr/>
          </p:nvSpPr>
          <p:spPr>
            <a:xfrm>
              <a:off x="5044819"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56" name="六边形 60">
              <a:extLst>
                <a:ext uri="{FF2B5EF4-FFF2-40B4-BE49-F238E27FC236}">
                  <a16:creationId xmlns:a16="http://schemas.microsoft.com/office/drawing/2014/main" id="{E08548E8-C6ED-686C-8660-4826ADB0E771}"/>
                </a:ext>
              </a:extLst>
            </p:cNvPr>
            <p:cNvSpPr/>
            <p:nvPr/>
          </p:nvSpPr>
          <p:spPr>
            <a:xfrm>
              <a:off x="5044819"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57" name="Line3">
              <a:extLst>
                <a:ext uri="{FF2B5EF4-FFF2-40B4-BE49-F238E27FC236}">
                  <a16:creationId xmlns:a16="http://schemas.microsoft.com/office/drawing/2014/main" id="{56BA90A0-7824-B6B2-9ED1-099BF2812F56}"/>
                </a:ext>
              </a:extLst>
            </p:cNvPr>
            <p:cNvCxnSpPr>
              <a:cxnSpLocks/>
            </p:cNvCxnSpPr>
            <p:nvPr/>
          </p:nvCxnSpPr>
          <p:spPr>
            <a:xfrm>
              <a:off x="5044815"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58" name="六边形 59">
              <a:extLst>
                <a:ext uri="{FF2B5EF4-FFF2-40B4-BE49-F238E27FC236}">
                  <a16:creationId xmlns:a16="http://schemas.microsoft.com/office/drawing/2014/main" id="{6F26D45D-F792-03D3-AE1E-455692B321AE}"/>
                </a:ext>
              </a:extLst>
            </p:cNvPr>
            <p:cNvSpPr/>
            <p:nvPr/>
          </p:nvSpPr>
          <p:spPr>
            <a:xfrm>
              <a:off x="7237027"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59" name="六边形 60">
              <a:extLst>
                <a:ext uri="{FF2B5EF4-FFF2-40B4-BE49-F238E27FC236}">
                  <a16:creationId xmlns:a16="http://schemas.microsoft.com/office/drawing/2014/main" id="{BAB760F4-ED8A-BC84-3A17-77AD57D1AC3C}"/>
                </a:ext>
              </a:extLst>
            </p:cNvPr>
            <p:cNvSpPr/>
            <p:nvPr/>
          </p:nvSpPr>
          <p:spPr>
            <a:xfrm>
              <a:off x="7237027"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60" name="Line4">
              <a:extLst>
                <a:ext uri="{FF2B5EF4-FFF2-40B4-BE49-F238E27FC236}">
                  <a16:creationId xmlns:a16="http://schemas.microsoft.com/office/drawing/2014/main" id="{D46D84F8-FBF6-BC9A-08A0-4D608A0A6457}"/>
                </a:ext>
              </a:extLst>
            </p:cNvPr>
            <p:cNvCxnSpPr>
              <a:cxnSpLocks/>
            </p:cNvCxnSpPr>
            <p:nvPr/>
          </p:nvCxnSpPr>
          <p:spPr>
            <a:xfrm>
              <a:off x="7237023"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61" name="六边形 59">
              <a:extLst>
                <a:ext uri="{FF2B5EF4-FFF2-40B4-BE49-F238E27FC236}">
                  <a16:creationId xmlns:a16="http://schemas.microsoft.com/office/drawing/2014/main" id="{2B7BFF71-06DB-CDB2-4C5C-E3FA6DB799D4}"/>
                </a:ext>
              </a:extLst>
            </p:cNvPr>
            <p:cNvSpPr/>
            <p:nvPr/>
          </p:nvSpPr>
          <p:spPr>
            <a:xfrm>
              <a:off x="9429237"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62" name="六边形 60">
              <a:extLst>
                <a:ext uri="{FF2B5EF4-FFF2-40B4-BE49-F238E27FC236}">
                  <a16:creationId xmlns:a16="http://schemas.microsoft.com/office/drawing/2014/main" id="{4CBEC67A-485D-02A8-034E-CB7624B3A7C7}"/>
                </a:ext>
              </a:extLst>
            </p:cNvPr>
            <p:cNvSpPr/>
            <p:nvPr/>
          </p:nvSpPr>
          <p:spPr>
            <a:xfrm>
              <a:off x="9429237"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63" name="Line4">
              <a:extLst>
                <a:ext uri="{FF2B5EF4-FFF2-40B4-BE49-F238E27FC236}">
                  <a16:creationId xmlns:a16="http://schemas.microsoft.com/office/drawing/2014/main" id="{648DF41F-9994-1F37-DAEA-7E244ADA8A26}"/>
                </a:ext>
              </a:extLst>
            </p:cNvPr>
            <p:cNvCxnSpPr>
              <a:cxnSpLocks/>
            </p:cNvCxnSpPr>
            <p:nvPr/>
          </p:nvCxnSpPr>
          <p:spPr>
            <a:xfrm>
              <a:off x="9429233"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64" name="组合 663">
              <a:extLst>
                <a:ext uri="{FF2B5EF4-FFF2-40B4-BE49-F238E27FC236}">
                  <a16:creationId xmlns:a16="http://schemas.microsoft.com/office/drawing/2014/main" id="{A2C7B07C-8AFE-3C53-9D99-BCF5BE52FCEF}"/>
                </a:ext>
              </a:extLst>
            </p:cNvPr>
            <p:cNvGrpSpPr/>
            <p:nvPr/>
          </p:nvGrpSpPr>
          <p:grpSpPr>
            <a:xfrm>
              <a:off x="660399" y="2284279"/>
              <a:ext cx="2089667" cy="4573718"/>
              <a:chOff x="660399" y="2284279"/>
              <a:chExt cx="2089667" cy="4573718"/>
            </a:xfrm>
          </p:grpSpPr>
          <p:sp>
            <p:nvSpPr>
              <p:cNvPr id="693" name="ComponentBackground1">
                <a:extLst>
                  <a:ext uri="{FF2B5EF4-FFF2-40B4-BE49-F238E27FC236}">
                    <a16:creationId xmlns:a16="http://schemas.microsoft.com/office/drawing/2014/main" id="{6535F460-BA68-C962-B8A4-B84FC770852E}"/>
                  </a:ext>
                </a:extLst>
              </p:cNvPr>
              <p:cNvSpPr/>
              <p:nvPr/>
            </p:nvSpPr>
            <p:spPr>
              <a:xfrm>
                <a:off x="660399" y="4042550"/>
                <a:ext cx="2089665" cy="2815447"/>
              </a:xfrm>
              <a:prstGeom prst="rect">
                <a:avLst/>
              </a:prstGeom>
              <a:gradFill flip="none" rotWithShape="1">
                <a:gsLst>
                  <a:gs pos="0">
                    <a:schemeClr val="accent1"/>
                  </a:gs>
                  <a:gs pos="100000">
                    <a:schemeClr val="accent1">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94" name="IconBackground1">
                <a:extLst>
                  <a:ext uri="{FF2B5EF4-FFF2-40B4-BE49-F238E27FC236}">
                    <a16:creationId xmlns:a16="http://schemas.microsoft.com/office/drawing/2014/main" id="{BC6BAD73-C025-EECF-4E55-EE867EA42E8D}"/>
                  </a:ext>
                </a:extLst>
              </p:cNvPr>
              <p:cNvSpPr/>
              <p:nvPr/>
            </p:nvSpPr>
            <p:spPr>
              <a:xfrm>
                <a:off x="660404"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95" name="Number1">
                <a:extLst>
                  <a:ext uri="{FF2B5EF4-FFF2-40B4-BE49-F238E27FC236}">
                    <a16:creationId xmlns:a16="http://schemas.microsoft.com/office/drawing/2014/main" id="{BC99BFCF-B9F0-E41C-0351-506F4F4730C8}"/>
                  </a:ext>
                </a:extLst>
              </p:cNvPr>
              <p:cNvSpPr txBox="1"/>
              <p:nvPr/>
            </p:nvSpPr>
            <p:spPr>
              <a:xfrm>
                <a:off x="1108704"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1"/>
                    </a:solidFill>
                    <a:cs typeface="+mn-ea"/>
                    <a:sym typeface="+mn-lt"/>
                  </a:rPr>
                  <a:t>01</a:t>
                </a:r>
                <a:endParaRPr lang="zh-CN" altLang="en-US" sz="2000" b="1" dirty="0">
                  <a:solidFill>
                    <a:schemeClr val="accent1"/>
                  </a:solidFill>
                  <a:cs typeface="+mn-ea"/>
                  <a:sym typeface="+mn-lt"/>
                </a:endParaRPr>
              </a:p>
            </p:txBody>
          </p:sp>
          <p:sp>
            <p:nvSpPr>
              <p:cNvPr id="696" name="Icon1">
                <a:extLst>
                  <a:ext uri="{FF2B5EF4-FFF2-40B4-BE49-F238E27FC236}">
                    <a16:creationId xmlns:a16="http://schemas.microsoft.com/office/drawing/2014/main" id="{22B4C7AA-6883-D442-FAA2-757C82AACF77}"/>
                  </a:ext>
                </a:extLst>
              </p:cNvPr>
              <p:cNvSpPr/>
              <p:nvPr/>
            </p:nvSpPr>
            <p:spPr>
              <a:xfrm>
                <a:off x="1427050" y="2702631"/>
                <a:ext cx="541759" cy="507764"/>
              </a:xfrm>
              <a:custGeom>
                <a:avLst/>
                <a:gdLst>
                  <a:gd name="connsiteX0" fmla="*/ 415181 w 582517"/>
                  <a:gd name="connsiteY0" fmla="*/ 91409 h 545965"/>
                  <a:gd name="connsiteX1" fmla="*/ 428621 w 582517"/>
                  <a:gd name="connsiteY1" fmla="*/ 97708 h 545965"/>
                  <a:gd name="connsiteX2" fmla="*/ 427285 w 582517"/>
                  <a:gd name="connsiteY2" fmla="*/ 124992 h 545965"/>
                  <a:gd name="connsiteX3" fmla="*/ 314338 w 582517"/>
                  <a:gd name="connsiteY3" fmla="*/ 227639 h 545965"/>
                  <a:gd name="connsiteX4" fmla="*/ 293688 w 582517"/>
                  <a:gd name="connsiteY4" fmla="*/ 231105 h 545965"/>
                  <a:gd name="connsiteX5" fmla="*/ 219191 w 582517"/>
                  <a:gd name="connsiteY5" fmla="*/ 199200 h 545965"/>
                  <a:gd name="connsiteX6" fmla="*/ 181096 w 582517"/>
                  <a:gd name="connsiteY6" fmla="*/ 242925 h 545965"/>
                  <a:gd name="connsiteX7" fmla="*/ 166499 w 582517"/>
                  <a:gd name="connsiteY7" fmla="*/ 249590 h 545965"/>
                  <a:gd name="connsiteX8" fmla="*/ 153772 w 582517"/>
                  <a:gd name="connsiteY8" fmla="*/ 244791 h 545965"/>
                  <a:gd name="connsiteX9" fmla="*/ 151902 w 582517"/>
                  <a:gd name="connsiteY9" fmla="*/ 217596 h 545965"/>
                  <a:gd name="connsiteX10" fmla="*/ 199164 w 582517"/>
                  <a:gd name="connsiteY10" fmla="*/ 163207 h 545965"/>
                  <a:gd name="connsiteX11" fmla="*/ 221416 w 582517"/>
                  <a:gd name="connsiteY11" fmla="*/ 158141 h 545965"/>
                  <a:gd name="connsiteX12" fmla="*/ 297515 w 582517"/>
                  <a:gd name="connsiteY12" fmla="*/ 190757 h 545965"/>
                  <a:gd name="connsiteX13" fmla="*/ 401207 w 582517"/>
                  <a:gd name="connsiteY13" fmla="*/ 96375 h 545965"/>
                  <a:gd name="connsiteX14" fmla="*/ 415181 w 582517"/>
                  <a:gd name="connsiteY14" fmla="*/ 91409 h 545965"/>
                  <a:gd name="connsiteX15" fmla="*/ 114011 w 582517"/>
                  <a:gd name="connsiteY15" fmla="*/ 57947 h 545965"/>
                  <a:gd name="connsiteX16" fmla="*/ 114011 w 582517"/>
                  <a:gd name="connsiteY16" fmla="*/ 299601 h 545965"/>
                  <a:gd name="connsiteX17" fmla="*/ 468506 w 582517"/>
                  <a:gd name="connsiteY17" fmla="*/ 299601 h 545965"/>
                  <a:gd name="connsiteX18" fmla="*/ 468506 w 582517"/>
                  <a:gd name="connsiteY18" fmla="*/ 57947 h 545965"/>
                  <a:gd name="connsiteX19" fmla="*/ 29015 w 582517"/>
                  <a:gd name="connsiteY19" fmla="*/ 0 h 545965"/>
                  <a:gd name="connsiteX20" fmla="*/ 55982 w 582517"/>
                  <a:gd name="connsiteY20" fmla="*/ 0 h 545965"/>
                  <a:gd name="connsiteX21" fmla="*/ 526535 w 582517"/>
                  <a:gd name="connsiteY21" fmla="*/ 0 h 545965"/>
                  <a:gd name="connsiteX22" fmla="*/ 553502 w 582517"/>
                  <a:gd name="connsiteY22" fmla="*/ 0 h 545965"/>
                  <a:gd name="connsiteX23" fmla="*/ 582517 w 582517"/>
                  <a:gd name="connsiteY23" fmla="*/ 28973 h 545965"/>
                  <a:gd name="connsiteX24" fmla="*/ 553502 w 582517"/>
                  <a:gd name="connsiteY24" fmla="*/ 57947 h 545965"/>
                  <a:gd name="connsiteX25" fmla="*/ 526535 w 582517"/>
                  <a:gd name="connsiteY25" fmla="*/ 57947 h 545965"/>
                  <a:gd name="connsiteX26" fmla="*/ 526535 w 582517"/>
                  <a:gd name="connsiteY26" fmla="*/ 299601 h 545965"/>
                  <a:gd name="connsiteX27" fmla="*/ 553502 w 582517"/>
                  <a:gd name="connsiteY27" fmla="*/ 299601 h 545965"/>
                  <a:gd name="connsiteX28" fmla="*/ 582517 w 582517"/>
                  <a:gd name="connsiteY28" fmla="*/ 328574 h 545965"/>
                  <a:gd name="connsiteX29" fmla="*/ 553502 w 582517"/>
                  <a:gd name="connsiteY29" fmla="*/ 357637 h 545965"/>
                  <a:gd name="connsiteX30" fmla="*/ 526535 w 582517"/>
                  <a:gd name="connsiteY30" fmla="*/ 357637 h 545965"/>
                  <a:gd name="connsiteX31" fmla="*/ 339631 w 582517"/>
                  <a:gd name="connsiteY31" fmla="*/ 357637 h 545965"/>
                  <a:gd name="connsiteX32" fmla="*/ 339631 w 582517"/>
                  <a:gd name="connsiteY32" fmla="*/ 445091 h 545965"/>
                  <a:gd name="connsiteX33" fmla="*/ 430235 w 582517"/>
                  <a:gd name="connsiteY33" fmla="*/ 493884 h 545965"/>
                  <a:gd name="connsiteX34" fmla="*/ 291303 w 582517"/>
                  <a:gd name="connsiteY34" fmla="*/ 545965 h 545965"/>
                  <a:gd name="connsiteX35" fmla="*/ 152282 w 582517"/>
                  <a:gd name="connsiteY35" fmla="*/ 493884 h 545965"/>
                  <a:gd name="connsiteX36" fmla="*/ 242886 w 582517"/>
                  <a:gd name="connsiteY36" fmla="*/ 445091 h 545965"/>
                  <a:gd name="connsiteX37" fmla="*/ 242886 w 582517"/>
                  <a:gd name="connsiteY37" fmla="*/ 357637 h 545965"/>
                  <a:gd name="connsiteX38" fmla="*/ 55982 w 582517"/>
                  <a:gd name="connsiteY38" fmla="*/ 357637 h 545965"/>
                  <a:gd name="connsiteX39" fmla="*/ 29015 w 582517"/>
                  <a:gd name="connsiteY39" fmla="*/ 357637 h 545965"/>
                  <a:gd name="connsiteX40" fmla="*/ 0 w 582517"/>
                  <a:gd name="connsiteY40" fmla="*/ 328574 h 545965"/>
                  <a:gd name="connsiteX41" fmla="*/ 29015 w 582517"/>
                  <a:gd name="connsiteY41" fmla="*/ 299601 h 545965"/>
                  <a:gd name="connsiteX42" fmla="*/ 55982 w 582517"/>
                  <a:gd name="connsiteY42" fmla="*/ 299601 h 545965"/>
                  <a:gd name="connsiteX43" fmla="*/ 55982 w 582517"/>
                  <a:gd name="connsiteY43" fmla="*/ 57947 h 545965"/>
                  <a:gd name="connsiteX44" fmla="*/ 29015 w 582517"/>
                  <a:gd name="connsiteY44" fmla="*/ 57947 h 545965"/>
                  <a:gd name="connsiteX45" fmla="*/ 0 w 582517"/>
                  <a:gd name="connsiteY45" fmla="*/ 28973 h 545965"/>
                  <a:gd name="connsiteX46" fmla="*/ 29015 w 582517"/>
                  <a:gd name="connsiteY46" fmla="*/ 0 h 545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82517" h="545965">
                    <a:moveTo>
                      <a:pt x="415181" y="91409"/>
                    </a:moveTo>
                    <a:cubicBezTo>
                      <a:pt x="420143" y="91642"/>
                      <a:pt x="425016" y="93753"/>
                      <a:pt x="428621" y="97708"/>
                    </a:cubicBezTo>
                    <a:cubicBezTo>
                      <a:pt x="435741" y="105618"/>
                      <a:pt x="435207" y="117793"/>
                      <a:pt x="427285" y="124992"/>
                    </a:cubicBezTo>
                    <a:lnTo>
                      <a:pt x="314338" y="227639"/>
                    </a:lnTo>
                    <a:cubicBezTo>
                      <a:pt x="308730" y="232793"/>
                      <a:pt x="300631" y="234126"/>
                      <a:pt x="293688" y="231105"/>
                    </a:cubicBezTo>
                    <a:lnTo>
                      <a:pt x="219191" y="199200"/>
                    </a:lnTo>
                    <a:lnTo>
                      <a:pt x="181096" y="242925"/>
                    </a:lnTo>
                    <a:cubicBezTo>
                      <a:pt x="177269" y="247279"/>
                      <a:pt x="171929" y="249590"/>
                      <a:pt x="166499" y="249590"/>
                    </a:cubicBezTo>
                    <a:cubicBezTo>
                      <a:pt x="161960" y="249590"/>
                      <a:pt x="157510" y="247990"/>
                      <a:pt x="153772" y="244791"/>
                    </a:cubicBezTo>
                    <a:cubicBezTo>
                      <a:pt x="145761" y="237859"/>
                      <a:pt x="144871" y="225595"/>
                      <a:pt x="151902" y="217596"/>
                    </a:cubicBezTo>
                    <a:lnTo>
                      <a:pt x="199164" y="163207"/>
                    </a:lnTo>
                    <a:cubicBezTo>
                      <a:pt x="204772" y="156897"/>
                      <a:pt x="213761" y="154853"/>
                      <a:pt x="221416" y="158141"/>
                    </a:cubicBezTo>
                    <a:lnTo>
                      <a:pt x="297515" y="190757"/>
                    </a:lnTo>
                    <a:lnTo>
                      <a:pt x="401207" y="96375"/>
                    </a:lnTo>
                    <a:cubicBezTo>
                      <a:pt x="405168" y="92820"/>
                      <a:pt x="410219" y="91176"/>
                      <a:pt x="415181" y="91409"/>
                    </a:cubicBezTo>
                    <a:close/>
                    <a:moveTo>
                      <a:pt x="114011" y="57947"/>
                    </a:moveTo>
                    <a:lnTo>
                      <a:pt x="114011" y="299601"/>
                    </a:lnTo>
                    <a:lnTo>
                      <a:pt x="468506" y="299601"/>
                    </a:lnTo>
                    <a:lnTo>
                      <a:pt x="468506" y="57947"/>
                    </a:lnTo>
                    <a:close/>
                    <a:moveTo>
                      <a:pt x="29015" y="0"/>
                    </a:moveTo>
                    <a:lnTo>
                      <a:pt x="55982" y="0"/>
                    </a:lnTo>
                    <a:lnTo>
                      <a:pt x="526535" y="0"/>
                    </a:lnTo>
                    <a:lnTo>
                      <a:pt x="553502" y="0"/>
                    </a:lnTo>
                    <a:cubicBezTo>
                      <a:pt x="569523" y="0"/>
                      <a:pt x="582517" y="12976"/>
                      <a:pt x="582517" y="28973"/>
                    </a:cubicBezTo>
                    <a:cubicBezTo>
                      <a:pt x="582517" y="44971"/>
                      <a:pt x="569523" y="57947"/>
                      <a:pt x="553502" y="57947"/>
                    </a:cubicBezTo>
                    <a:lnTo>
                      <a:pt x="526535" y="57947"/>
                    </a:lnTo>
                    <a:lnTo>
                      <a:pt x="526535" y="299601"/>
                    </a:lnTo>
                    <a:lnTo>
                      <a:pt x="553502" y="299601"/>
                    </a:lnTo>
                    <a:cubicBezTo>
                      <a:pt x="569523" y="299601"/>
                      <a:pt x="582517" y="312577"/>
                      <a:pt x="582517" y="328574"/>
                    </a:cubicBezTo>
                    <a:cubicBezTo>
                      <a:pt x="582517" y="344572"/>
                      <a:pt x="569523" y="357637"/>
                      <a:pt x="553502" y="357637"/>
                    </a:cubicBezTo>
                    <a:lnTo>
                      <a:pt x="526535" y="357637"/>
                    </a:lnTo>
                    <a:lnTo>
                      <a:pt x="339631" y="357637"/>
                    </a:lnTo>
                    <a:lnTo>
                      <a:pt x="339631" y="445091"/>
                    </a:lnTo>
                    <a:cubicBezTo>
                      <a:pt x="392498" y="452468"/>
                      <a:pt x="430235" y="471487"/>
                      <a:pt x="430235" y="493884"/>
                    </a:cubicBezTo>
                    <a:cubicBezTo>
                      <a:pt x="430235" y="522680"/>
                      <a:pt x="368023" y="545965"/>
                      <a:pt x="291303" y="545965"/>
                    </a:cubicBezTo>
                    <a:cubicBezTo>
                      <a:pt x="214494" y="545965"/>
                      <a:pt x="152282" y="522680"/>
                      <a:pt x="152282" y="493884"/>
                    </a:cubicBezTo>
                    <a:cubicBezTo>
                      <a:pt x="152282" y="471487"/>
                      <a:pt x="190019" y="452468"/>
                      <a:pt x="242886" y="445091"/>
                    </a:cubicBezTo>
                    <a:lnTo>
                      <a:pt x="242886" y="357637"/>
                    </a:lnTo>
                    <a:lnTo>
                      <a:pt x="55982" y="357637"/>
                    </a:lnTo>
                    <a:lnTo>
                      <a:pt x="29015" y="357637"/>
                    </a:lnTo>
                    <a:cubicBezTo>
                      <a:pt x="12994" y="357637"/>
                      <a:pt x="0" y="344572"/>
                      <a:pt x="0" y="328574"/>
                    </a:cubicBezTo>
                    <a:cubicBezTo>
                      <a:pt x="0" y="312577"/>
                      <a:pt x="12994" y="299601"/>
                      <a:pt x="29015" y="299601"/>
                    </a:cubicBezTo>
                    <a:lnTo>
                      <a:pt x="55982" y="299601"/>
                    </a:lnTo>
                    <a:lnTo>
                      <a:pt x="55982" y="57947"/>
                    </a:lnTo>
                    <a:lnTo>
                      <a:pt x="29015" y="57947"/>
                    </a:lnTo>
                    <a:cubicBezTo>
                      <a:pt x="12994" y="57947"/>
                      <a:pt x="0" y="44971"/>
                      <a:pt x="0" y="28973"/>
                    </a:cubicBezTo>
                    <a:cubicBezTo>
                      <a:pt x="0" y="12976"/>
                      <a:pt x="12994" y="0"/>
                      <a:pt x="29015"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lt1"/>
                  </a:solidFill>
                  <a:sym typeface="+mn-lt"/>
                </a:endParaRPr>
              </a:p>
            </p:txBody>
          </p:sp>
          <p:sp>
            <p:nvSpPr>
              <p:cNvPr id="697" name="Bullet1">
                <a:extLst>
                  <a:ext uri="{FF2B5EF4-FFF2-40B4-BE49-F238E27FC236}">
                    <a16:creationId xmlns:a16="http://schemas.microsoft.com/office/drawing/2014/main" id="{F45380EE-F409-F82A-E3B6-202DCB6A0178}"/>
                  </a:ext>
                </a:extLst>
              </p:cNvPr>
              <p:cNvSpPr txBox="1"/>
              <p:nvPr/>
            </p:nvSpPr>
            <p:spPr>
              <a:xfrm flipH="1">
                <a:off x="771896"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全球市场规模</a:t>
                </a:r>
              </a:p>
            </p:txBody>
          </p:sp>
          <p:sp>
            <p:nvSpPr>
              <p:cNvPr id="698" name="Text1">
                <a:extLst>
                  <a:ext uri="{FF2B5EF4-FFF2-40B4-BE49-F238E27FC236}">
                    <a16:creationId xmlns:a16="http://schemas.microsoft.com/office/drawing/2014/main" id="{ECD5B9A0-A514-B7C6-0402-136CD28F7C9F}"/>
                  </a:ext>
                </a:extLst>
              </p:cNvPr>
              <p:cNvSpPr txBox="1"/>
              <p:nvPr/>
            </p:nvSpPr>
            <p:spPr>
              <a:xfrm flipH="1">
                <a:off x="771896"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全球通用科技行业市场规模持续扩大，预计未来五年将保持稳定增长。</a:t>
                </a:r>
              </a:p>
            </p:txBody>
          </p:sp>
        </p:grpSp>
        <p:grpSp>
          <p:nvGrpSpPr>
            <p:cNvPr id="665" name="组合 664">
              <a:extLst>
                <a:ext uri="{FF2B5EF4-FFF2-40B4-BE49-F238E27FC236}">
                  <a16:creationId xmlns:a16="http://schemas.microsoft.com/office/drawing/2014/main" id="{02D69EB3-D79A-93AF-CA3B-328BD5C4881B}"/>
                </a:ext>
              </a:extLst>
            </p:cNvPr>
            <p:cNvGrpSpPr/>
            <p:nvPr/>
          </p:nvGrpSpPr>
          <p:grpSpPr>
            <a:xfrm>
              <a:off x="2852607" y="2284279"/>
              <a:ext cx="2089667" cy="4573718"/>
              <a:chOff x="2852607" y="2284279"/>
              <a:chExt cx="2089667" cy="4573718"/>
            </a:xfrm>
          </p:grpSpPr>
          <p:sp>
            <p:nvSpPr>
              <p:cNvPr id="687" name="ComponentBackground2">
                <a:extLst>
                  <a:ext uri="{FF2B5EF4-FFF2-40B4-BE49-F238E27FC236}">
                    <a16:creationId xmlns:a16="http://schemas.microsoft.com/office/drawing/2014/main" id="{0AFD36D3-9418-DA7B-E93E-CA1A6FA54202}"/>
                  </a:ext>
                </a:extLst>
              </p:cNvPr>
              <p:cNvSpPr/>
              <p:nvPr/>
            </p:nvSpPr>
            <p:spPr>
              <a:xfrm>
                <a:off x="2852607" y="4042550"/>
                <a:ext cx="2089665" cy="2815447"/>
              </a:xfrm>
              <a:prstGeom prst="rect">
                <a:avLst/>
              </a:prstGeom>
              <a:gradFill flip="none" rotWithShape="1">
                <a:gsLst>
                  <a:gs pos="0">
                    <a:schemeClr val="accent2">
                      <a:alpha val="20000"/>
                    </a:schemeClr>
                  </a:gs>
                  <a:gs pos="100000">
                    <a:schemeClr val="accent2">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88" name="IconBackground2">
                <a:extLst>
                  <a:ext uri="{FF2B5EF4-FFF2-40B4-BE49-F238E27FC236}">
                    <a16:creationId xmlns:a16="http://schemas.microsoft.com/office/drawing/2014/main" id="{5E0DF87B-8DB9-1647-E212-A664ACC77AC0}"/>
                  </a:ext>
                </a:extLst>
              </p:cNvPr>
              <p:cNvSpPr/>
              <p:nvPr/>
            </p:nvSpPr>
            <p:spPr>
              <a:xfrm>
                <a:off x="2852612"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89" name="Number2">
                <a:extLst>
                  <a:ext uri="{FF2B5EF4-FFF2-40B4-BE49-F238E27FC236}">
                    <a16:creationId xmlns:a16="http://schemas.microsoft.com/office/drawing/2014/main" id="{52FE000F-4F68-1707-9DDE-08126AF6900F}"/>
                  </a:ext>
                </a:extLst>
              </p:cNvPr>
              <p:cNvSpPr txBox="1"/>
              <p:nvPr/>
            </p:nvSpPr>
            <p:spPr>
              <a:xfrm>
                <a:off x="3300912"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2"/>
                    </a:solidFill>
                    <a:cs typeface="+mn-ea"/>
                    <a:sym typeface="+mn-lt"/>
                  </a:rPr>
                  <a:t>02</a:t>
                </a:r>
                <a:endParaRPr lang="zh-CN" altLang="en-US" sz="2000" b="1" dirty="0">
                  <a:solidFill>
                    <a:schemeClr val="accent2"/>
                  </a:solidFill>
                  <a:cs typeface="+mn-ea"/>
                  <a:sym typeface="+mn-lt"/>
                </a:endParaRPr>
              </a:p>
            </p:txBody>
          </p:sp>
          <p:sp>
            <p:nvSpPr>
              <p:cNvPr id="690" name="Icon2">
                <a:extLst>
                  <a:ext uri="{FF2B5EF4-FFF2-40B4-BE49-F238E27FC236}">
                    <a16:creationId xmlns:a16="http://schemas.microsoft.com/office/drawing/2014/main" id="{E8176B3C-3981-499E-DB7B-9E93856BB7C8}"/>
                  </a:ext>
                </a:extLst>
              </p:cNvPr>
              <p:cNvSpPr/>
              <p:nvPr/>
            </p:nvSpPr>
            <p:spPr>
              <a:xfrm>
                <a:off x="3613831" y="2680626"/>
                <a:ext cx="552612" cy="551777"/>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3413 w 6827"/>
                  <a:gd name="T11" fmla="*/ 5689 h 6827"/>
                  <a:gd name="T12" fmla="*/ 1792 w 6827"/>
                  <a:gd name="T13" fmla="*/ 5039 h 6827"/>
                  <a:gd name="T14" fmla="*/ 1791 w 6827"/>
                  <a:gd name="T15" fmla="*/ 5038 h 6827"/>
                  <a:gd name="T16" fmla="*/ 1790 w 6827"/>
                  <a:gd name="T17" fmla="*/ 5037 h 6827"/>
                  <a:gd name="T18" fmla="*/ 1755 w 6827"/>
                  <a:gd name="T19" fmla="*/ 4984 h 6827"/>
                  <a:gd name="T20" fmla="*/ 1729 w 6827"/>
                  <a:gd name="T21" fmla="*/ 4944 h 6827"/>
                  <a:gd name="T22" fmla="*/ 1715 w 6827"/>
                  <a:gd name="T23" fmla="*/ 4881 h 6827"/>
                  <a:gd name="T24" fmla="*/ 1707 w 6827"/>
                  <a:gd name="T25" fmla="*/ 4837 h 6827"/>
                  <a:gd name="T26" fmla="*/ 1717 w 6827"/>
                  <a:gd name="T27" fmla="*/ 4780 h 6827"/>
                  <a:gd name="T28" fmla="*/ 1727 w 6827"/>
                  <a:gd name="T29" fmla="*/ 4730 h 6827"/>
                  <a:gd name="T30" fmla="*/ 1755 w 6827"/>
                  <a:gd name="T31" fmla="*/ 4688 h 6827"/>
                  <a:gd name="T32" fmla="*/ 1788 w 6827"/>
                  <a:gd name="T33" fmla="*/ 4636 h 6827"/>
                  <a:gd name="T34" fmla="*/ 1789 w 6827"/>
                  <a:gd name="T35" fmla="*/ 4636 h 6827"/>
                  <a:gd name="T36" fmla="*/ 1790 w 6827"/>
                  <a:gd name="T37" fmla="*/ 4634 h 6827"/>
                  <a:gd name="T38" fmla="*/ 3212 w 6827"/>
                  <a:gd name="T39" fmla="*/ 3212 h 6827"/>
                  <a:gd name="T40" fmla="*/ 3614 w 6827"/>
                  <a:gd name="T41" fmla="*/ 3212 h 6827"/>
                  <a:gd name="T42" fmla="*/ 3614 w 6827"/>
                  <a:gd name="T43" fmla="*/ 3614 h 6827"/>
                  <a:gd name="T44" fmla="*/ 2415 w 6827"/>
                  <a:gd name="T45" fmla="*/ 4813 h 6827"/>
                  <a:gd name="T46" fmla="*/ 3413 w 6827"/>
                  <a:gd name="T47" fmla="*/ 5120 h 6827"/>
                  <a:gd name="T48" fmla="*/ 5120 w 6827"/>
                  <a:gd name="T49" fmla="*/ 3413 h 6827"/>
                  <a:gd name="T50" fmla="*/ 3413 w 6827"/>
                  <a:gd name="T51" fmla="*/ 1707 h 6827"/>
                  <a:gd name="T52" fmla="*/ 1707 w 6827"/>
                  <a:gd name="T53" fmla="*/ 3413 h 6827"/>
                  <a:gd name="T54" fmla="*/ 1777 w 6827"/>
                  <a:gd name="T55" fmla="*/ 3902 h 6827"/>
                  <a:gd name="T56" fmla="*/ 1586 w 6827"/>
                  <a:gd name="T57" fmla="*/ 4256 h 6827"/>
                  <a:gd name="T58" fmla="*/ 1232 w 6827"/>
                  <a:gd name="T59" fmla="*/ 4065 h 6827"/>
                  <a:gd name="T60" fmla="*/ 1138 w 6827"/>
                  <a:gd name="T61" fmla="*/ 3413 h 6827"/>
                  <a:gd name="T62" fmla="*/ 3413 w 6827"/>
                  <a:gd name="T63" fmla="*/ 1138 h 6827"/>
                  <a:gd name="T64" fmla="*/ 5689 w 6827"/>
                  <a:gd name="T65" fmla="*/ 3413 h 6827"/>
                  <a:gd name="T66" fmla="*/ 3413 w 6827"/>
                  <a:gd name="T67" fmla="*/ 5689 h 6827"/>
                  <a:gd name="T68" fmla="*/ 3413 w 6827"/>
                  <a:gd name="T69" fmla="*/ 2844 h 6827"/>
                  <a:gd name="T70" fmla="*/ 2989 w 6827"/>
                  <a:gd name="T71" fmla="*/ 3034 h 6827"/>
                  <a:gd name="T72" fmla="*/ 2588 w 6827"/>
                  <a:gd name="T73" fmla="*/ 3056 h 6827"/>
                  <a:gd name="T74" fmla="*/ 2565 w 6827"/>
                  <a:gd name="T75" fmla="*/ 2655 h 6827"/>
                  <a:gd name="T76" fmla="*/ 3413 w 6827"/>
                  <a:gd name="T77" fmla="*/ 2276 h 6827"/>
                  <a:gd name="T78" fmla="*/ 4551 w 6827"/>
                  <a:gd name="T79" fmla="*/ 3413 h 6827"/>
                  <a:gd name="T80" fmla="*/ 4172 w 6827"/>
                  <a:gd name="T81" fmla="*/ 4261 h 6827"/>
                  <a:gd name="T82" fmla="*/ 3982 w 6827"/>
                  <a:gd name="T83" fmla="*/ 4334 h 6827"/>
                  <a:gd name="T84" fmla="*/ 3770 w 6827"/>
                  <a:gd name="T85" fmla="*/ 4239 h 6827"/>
                  <a:gd name="T86" fmla="*/ 3793 w 6827"/>
                  <a:gd name="T87" fmla="*/ 3837 h 6827"/>
                  <a:gd name="T88" fmla="*/ 3982 w 6827"/>
                  <a:gd name="T89" fmla="*/ 3413 h 6827"/>
                  <a:gd name="T90" fmla="*/ 3413 w 6827"/>
                  <a:gd name="T91" fmla="*/ 2844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827" h="6827">
                    <a:moveTo>
                      <a:pt x="3413" y="0"/>
                    </a:moveTo>
                    <a:cubicBezTo>
                      <a:pt x="1531" y="0"/>
                      <a:pt x="0" y="1531"/>
                      <a:pt x="0" y="3413"/>
                    </a:cubicBezTo>
                    <a:cubicBezTo>
                      <a:pt x="0" y="5296"/>
                      <a:pt x="1531" y="6827"/>
                      <a:pt x="3413" y="6827"/>
                    </a:cubicBezTo>
                    <a:cubicBezTo>
                      <a:pt x="5296" y="6827"/>
                      <a:pt x="6827" y="5296"/>
                      <a:pt x="6827" y="3413"/>
                    </a:cubicBezTo>
                    <a:cubicBezTo>
                      <a:pt x="6827" y="1531"/>
                      <a:pt x="5296" y="0"/>
                      <a:pt x="3413" y="0"/>
                    </a:cubicBezTo>
                    <a:close/>
                    <a:moveTo>
                      <a:pt x="3413" y="5689"/>
                    </a:moveTo>
                    <a:cubicBezTo>
                      <a:pt x="2805" y="5689"/>
                      <a:pt x="2214" y="5452"/>
                      <a:pt x="1792" y="5039"/>
                    </a:cubicBezTo>
                    <a:cubicBezTo>
                      <a:pt x="1792" y="5038"/>
                      <a:pt x="1792" y="5038"/>
                      <a:pt x="1791" y="5038"/>
                    </a:cubicBezTo>
                    <a:cubicBezTo>
                      <a:pt x="1791" y="5037"/>
                      <a:pt x="1790" y="5037"/>
                      <a:pt x="1790" y="5037"/>
                    </a:cubicBezTo>
                    <a:cubicBezTo>
                      <a:pt x="1774" y="5021"/>
                      <a:pt x="1766" y="5002"/>
                      <a:pt x="1755" y="4984"/>
                    </a:cubicBezTo>
                    <a:cubicBezTo>
                      <a:pt x="1746" y="4970"/>
                      <a:pt x="1735" y="4958"/>
                      <a:pt x="1729" y="4944"/>
                    </a:cubicBezTo>
                    <a:cubicBezTo>
                      <a:pt x="1720" y="4924"/>
                      <a:pt x="1719" y="4902"/>
                      <a:pt x="1715" y="4881"/>
                    </a:cubicBezTo>
                    <a:cubicBezTo>
                      <a:pt x="1713" y="4866"/>
                      <a:pt x="1707" y="4852"/>
                      <a:pt x="1707" y="4837"/>
                    </a:cubicBezTo>
                    <a:cubicBezTo>
                      <a:pt x="1707" y="4818"/>
                      <a:pt x="1714" y="4799"/>
                      <a:pt x="1717" y="4780"/>
                    </a:cubicBezTo>
                    <a:cubicBezTo>
                      <a:pt x="1721" y="4763"/>
                      <a:pt x="1721" y="4746"/>
                      <a:pt x="1727" y="4730"/>
                    </a:cubicBezTo>
                    <a:cubicBezTo>
                      <a:pt x="1733" y="4715"/>
                      <a:pt x="1746" y="4702"/>
                      <a:pt x="1755" y="4688"/>
                    </a:cubicBezTo>
                    <a:cubicBezTo>
                      <a:pt x="1766" y="4670"/>
                      <a:pt x="1773" y="4652"/>
                      <a:pt x="1788" y="4636"/>
                    </a:cubicBezTo>
                    <a:cubicBezTo>
                      <a:pt x="1788" y="4636"/>
                      <a:pt x="1789" y="4636"/>
                      <a:pt x="1789" y="4636"/>
                    </a:cubicBezTo>
                    <a:cubicBezTo>
                      <a:pt x="1790" y="4635"/>
                      <a:pt x="1790" y="4635"/>
                      <a:pt x="1790" y="4634"/>
                    </a:cubicBezTo>
                    <a:lnTo>
                      <a:pt x="3212" y="3212"/>
                    </a:lnTo>
                    <a:cubicBezTo>
                      <a:pt x="3323" y="3101"/>
                      <a:pt x="3503" y="3101"/>
                      <a:pt x="3614" y="3212"/>
                    </a:cubicBezTo>
                    <a:cubicBezTo>
                      <a:pt x="3726" y="3323"/>
                      <a:pt x="3726" y="3503"/>
                      <a:pt x="3614" y="3614"/>
                    </a:cubicBezTo>
                    <a:lnTo>
                      <a:pt x="2415" y="4813"/>
                    </a:lnTo>
                    <a:cubicBezTo>
                      <a:pt x="2703" y="5008"/>
                      <a:pt x="3059" y="5120"/>
                      <a:pt x="3413" y="5120"/>
                    </a:cubicBezTo>
                    <a:cubicBezTo>
                      <a:pt x="4355" y="5120"/>
                      <a:pt x="5120" y="4355"/>
                      <a:pt x="5120" y="3413"/>
                    </a:cubicBezTo>
                    <a:cubicBezTo>
                      <a:pt x="5120" y="2472"/>
                      <a:pt x="4355" y="1707"/>
                      <a:pt x="3413" y="1707"/>
                    </a:cubicBezTo>
                    <a:cubicBezTo>
                      <a:pt x="2472" y="1707"/>
                      <a:pt x="1707" y="2472"/>
                      <a:pt x="1707" y="3413"/>
                    </a:cubicBezTo>
                    <a:cubicBezTo>
                      <a:pt x="1707" y="3580"/>
                      <a:pt x="1731" y="3744"/>
                      <a:pt x="1777" y="3902"/>
                    </a:cubicBezTo>
                    <a:cubicBezTo>
                      <a:pt x="1822" y="4053"/>
                      <a:pt x="1737" y="4211"/>
                      <a:pt x="1586" y="4256"/>
                    </a:cubicBezTo>
                    <a:cubicBezTo>
                      <a:pt x="1434" y="4301"/>
                      <a:pt x="1277" y="4215"/>
                      <a:pt x="1232" y="4065"/>
                    </a:cubicBezTo>
                    <a:cubicBezTo>
                      <a:pt x="1170" y="3854"/>
                      <a:pt x="1138" y="3635"/>
                      <a:pt x="1138" y="3413"/>
                    </a:cubicBezTo>
                    <a:cubicBezTo>
                      <a:pt x="1138" y="2159"/>
                      <a:pt x="2159" y="1138"/>
                      <a:pt x="3413" y="1138"/>
                    </a:cubicBezTo>
                    <a:cubicBezTo>
                      <a:pt x="4668" y="1138"/>
                      <a:pt x="5689" y="2159"/>
                      <a:pt x="5689" y="3413"/>
                    </a:cubicBezTo>
                    <a:cubicBezTo>
                      <a:pt x="5689" y="4668"/>
                      <a:pt x="4668" y="5689"/>
                      <a:pt x="3413" y="5689"/>
                    </a:cubicBezTo>
                    <a:close/>
                    <a:moveTo>
                      <a:pt x="3413" y="2844"/>
                    </a:moveTo>
                    <a:cubicBezTo>
                      <a:pt x="3252" y="2844"/>
                      <a:pt x="3097" y="2914"/>
                      <a:pt x="2989" y="3034"/>
                    </a:cubicBezTo>
                    <a:cubicBezTo>
                      <a:pt x="2884" y="3152"/>
                      <a:pt x="2704" y="3161"/>
                      <a:pt x="2588" y="3056"/>
                    </a:cubicBezTo>
                    <a:cubicBezTo>
                      <a:pt x="2471" y="2951"/>
                      <a:pt x="2460" y="2772"/>
                      <a:pt x="2565" y="2655"/>
                    </a:cubicBezTo>
                    <a:cubicBezTo>
                      <a:pt x="2781" y="2414"/>
                      <a:pt x="3090" y="2276"/>
                      <a:pt x="3413" y="2276"/>
                    </a:cubicBezTo>
                    <a:cubicBezTo>
                      <a:pt x="4041" y="2276"/>
                      <a:pt x="4551" y="2786"/>
                      <a:pt x="4551" y="3413"/>
                    </a:cubicBezTo>
                    <a:cubicBezTo>
                      <a:pt x="4551" y="3736"/>
                      <a:pt x="4413" y="4046"/>
                      <a:pt x="4172" y="4261"/>
                    </a:cubicBezTo>
                    <a:cubicBezTo>
                      <a:pt x="4118" y="4310"/>
                      <a:pt x="4050" y="4334"/>
                      <a:pt x="3982" y="4334"/>
                    </a:cubicBezTo>
                    <a:cubicBezTo>
                      <a:pt x="3904" y="4334"/>
                      <a:pt x="3826" y="4302"/>
                      <a:pt x="3770" y="4239"/>
                    </a:cubicBezTo>
                    <a:cubicBezTo>
                      <a:pt x="3666" y="4122"/>
                      <a:pt x="3676" y="3942"/>
                      <a:pt x="3793" y="3837"/>
                    </a:cubicBezTo>
                    <a:cubicBezTo>
                      <a:pt x="3913" y="3730"/>
                      <a:pt x="3982" y="3575"/>
                      <a:pt x="3982" y="3413"/>
                    </a:cubicBezTo>
                    <a:cubicBezTo>
                      <a:pt x="3982" y="3100"/>
                      <a:pt x="3727" y="2844"/>
                      <a:pt x="3413" y="2844"/>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chemeClr val="lt1"/>
                  </a:solidFill>
                  <a:sym typeface="+mn-lt"/>
                </a:endParaRPr>
              </a:p>
            </p:txBody>
          </p:sp>
          <p:sp>
            <p:nvSpPr>
              <p:cNvPr id="691" name="Bullet2">
                <a:extLst>
                  <a:ext uri="{FF2B5EF4-FFF2-40B4-BE49-F238E27FC236}">
                    <a16:creationId xmlns:a16="http://schemas.microsoft.com/office/drawing/2014/main" id="{CB7E0A6A-1313-1F5D-4855-CD46C23CA29C}"/>
                  </a:ext>
                </a:extLst>
              </p:cNvPr>
              <p:cNvSpPr txBox="1"/>
              <p:nvPr/>
            </p:nvSpPr>
            <p:spPr>
              <a:xfrm flipH="1">
                <a:off x="2956802"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区域分布特点</a:t>
                </a:r>
              </a:p>
            </p:txBody>
          </p:sp>
          <p:sp>
            <p:nvSpPr>
              <p:cNvPr id="692" name="Text2">
                <a:extLst>
                  <a:ext uri="{FF2B5EF4-FFF2-40B4-BE49-F238E27FC236}">
                    <a16:creationId xmlns:a16="http://schemas.microsoft.com/office/drawing/2014/main" id="{B7AA6FD9-2171-7005-4984-EF31C45EB877}"/>
                  </a:ext>
                </a:extLst>
              </p:cNvPr>
              <p:cNvSpPr txBox="1"/>
              <p:nvPr/>
            </p:nvSpPr>
            <p:spPr>
              <a:xfrm flipH="1">
                <a:off x="2956802"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亚太地区市场规模领先，北美和欧洲市场增长迅速，未来发展潜力巨大。</a:t>
                </a:r>
              </a:p>
            </p:txBody>
          </p:sp>
        </p:grpSp>
        <p:grpSp>
          <p:nvGrpSpPr>
            <p:cNvPr id="666" name="组合 665">
              <a:extLst>
                <a:ext uri="{FF2B5EF4-FFF2-40B4-BE49-F238E27FC236}">
                  <a16:creationId xmlns:a16="http://schemas.microsoft.com/office/drawing/2014/main" id="{F71985E0-800C-4CC4-B878-17AC1912AEAA}"/>
                </a:ext>
              </a:extLst>
            </p:cNvPr>
            <p:cNvGrpSpPr/>
            <p:nvPr/>
          </p:nvGrpSpPr>
          <p:grpSpPr>
            <a:xfrm>
              <a:off x="5044815" y="2284279"/>
              <a:ext cx="2089667" cy="4573718"/>
              <a:chOff x="5044815" y="2284279"/>
              <a:chExt cx="2089667" cy="4573718"/>
            </a:xfrm>
          </p:grpSpPr>
          <p:sp>
            <p:nvSpPr>
              <p:cNvPr id="681" name="ComponentBackground3">
                <a:extLst>
                  <a:ext uri="{FF2B5EF4-FFF2-40B4-BE49-F238E27FC236}">
                    <a16:creationId xmlns:a16="http://schemas.microsoft.com/office/drawing/2014/main" id="{659CB724-7A71-A572-B4A5-51F72FDC8C8A}"/>
                  </a:ext>
                </a:extLst>
              </p:cNvPr>
              <p:cNvSpPr/>
              <p:nvPr/>
            </p:nvSpPr>
            <p:spPr>
              <a:xfrm>
                <a:off x="5044815" y="4042550"/>
                <a:ext cx="2089665" cy="2815447"/>
              </a:xfrm>
              <a:prstGeom prst="rect">
                <a:avLst/>
              </a:prstGeom>
              <a:gradFill flip="none" rotWithShape="1">
                <a:gsLst>
                  <a:gs pos="0">
                    <a:schemeClr val="accent1"/>
                  </a:gs>
                  <a:gs pos="100000">
                    <a:schemeClr val="accent1">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82" name="IconBackground3">
                <a:extLst>
                  <a:ext uri="{FF2B5EF4-FFF2-40B4-BE49-F238E27FC236}">
                    <a16:creationId xmlns:a16="http://schemas.microsoft.com/office/drawing/2014/main" id="{45E4F2F1-9A0D-39E9-C680-D073B4B65FBA}"/>
                  </a:ext>
                </a:extLst>
              </p:cNvPr>
              <p:cNvSpPr/>
              <p:nvPr/>
            </p:nvSpPr>
            <p:spPr>
              <a:xfrm>
                <a:off x="5044820"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83" name="Number3">
                <a:extLst>
                  <a:ext uri="{FF2B5EF4-FFF2-40B4-BE49-F238E27FC236}">
                    <a16:creationId xmlns:a16="http://schemas.microsoft.com/office/drawing/2014/main" id="{930C61E1-125D-A6FB-4191-32B585C6CB0A}"/>
                  </a:ext>
                </a:extLst>
              </p:cNvPr>
              <p:cNvSpPr txBox="1"/>
              <p:nvPr/>
            </p:nvSpPr>
            <p:spPr>
              <a:xfrm>
                <a:off x="5493120"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1"/>
                    </a:solidFill>
                    <a:cs typeface="+mn-ea"/>
                    <a:sym typeface="+mn-lt"/>
                  </a:rPr>
                  <a:t>03</a:t>
                </a:r>
                <a:endParaRPr lang="zh-CN" altLang="en-US" sz="2000" b="1" dirty="0">
                  <a:solidFill>
                    <a:schemeClr val="accent1"/>
                  </a:solidFill>
                  <a:cs typeface="+mn-ea"/>
                  <a:sym typeface="+mn-lt"/>
                </a:endParaRPr>
              </a:p>
            </p:txBody>
          </p:sp>
          <p:sp>
            <p:nvSpPr>
              <p:cNvPr id="684" name="Icon3">
                <a:extLst>
                  <a:ext uri="{FF2B5EF4-FFF2-40B4-BE49-F238E27FC236}">
                    <a16:creationId xmlns:a16="http://schemas.microsoft.com/office/drawing/2014/main" id="{44C729D8-CF2C-298A-1983-69BF744CC151}"/>
                  </a:ext>
                </a:extLst>
              </p:cNvPr>
              <p:cNvSpPr/>
              <p:nvPr/>
            </p:nvSpPr>
            <p:spPr>
              <a:xfrm>
                <a:off x="5858412" y="2685143"/>
                <a:ext cx="447866" cy="542743"/>
              </a:xfrm>
              <a:custGeom>
                <a:avLst/>
                <a:gdLst>
                  <a:gd name="connsiteX0" fmla="*/ 0 w 500661"/>
                  <a:gd name="connsiteY0" fmla="*/ 462063 h 606722"/>
                  <a:gd name="connsiteX1" fmla="*/ 500661 w 500661"/>
                  <a:gd name="connsiteY1" fmla="*/ 462063 h 606722"/>
                  <a:gd name="connsiteX2" fmla="*/ 500661 w 500661"/>
                  <a:gd name="connsiteY2" fmla="*/ 526751 h 606722"/>
                  <a:gd name="connsiteX3" fmla="*/ 302355 w 500661"/>
                  <a:gd name="connsiteY3" fmla="*/ 526751 h 606722"/>
                  <a:gd name="connsiteX4" fmla="*/ 302355 w 500661"/>
                  <a:gd name="connsiteY4" fmla="*/ 567092 h 606722"/>
                  <a:gd name="connsiteX5" fmla="*/ 352821 w 500661"/>
                  <a:gd name="connsiteY5" fmla="*/ 567092 h 606722"/>
                  <a:gd name="connsiteX6" fmla="*/ 352821 w 500661"/>
                  <a:gd name="connsiteY6" fmla="*/ 606722 h 606722"/>
                  <a:gd name="connsiteX7" fmla="*/ 147840 w 500661"/>
                  <a:gd name="connsiteY7" fmla="*/ 606722 h 606722"/>
                  <a:gd name="connsiteX8" fmla="*/ 147840 w 500661"/>
                  <a:gd name="connsiteY8" fmla="*/ 567092 h 606722"/>
                  <a:gd name="connsiteX9" fmla="*/ 198306 w 500661"/>
                  <a:gd name="connsiteY9" fmla="*/ 567092 h 606722"/>
                  <a:gd name="connsiteX10" fmla="*/ 198306 w 500661"/>
                  <a:gd name="connsiteY10" fmla="*/ 526751 h 606722"/>
                  <a:gd name="connsiteX11" fmla="*/ 0 w 500661"/>
                  <a:gd name="connsiteY11" fmla="*/ 526751 h 606722"/>
                  <a:gd name="connsiteX12" fmla="*/ 329684 w 500661"/>
                  <a:gd name="connsiteY12" fmla="*/ 197123 h 606722"/>
                  <a:gd name="connsiteX13" fmla="*/ 305290 w 500661"/>
                  <a:gd name="connsiteY13" fmla="*/ 221558 h 606722"/>
                  <a:gd name="connsiteX14" fmla="*/ 329684 w 500661"/>
                  <a:gd name="connsiteY14" fmla="*/ 245993 h 606722"/>
                  <a:gd name="connsiteX15" fmla="*/ 354167 w 500661"/>
                  <a:gd name="connsiteY15" fmla="*/ 221558 h 606722"/>
                  <a:gd name="connsiteX16" fmla="*/ 329684 w 500661"/>
                  <a:gd name="connsiteY16" fmla="*/ 197123 h 606722"/>
                  <a:gd name="connsiteX17" fmla="*/ 170906 w 500661"/>
                  <a:gd name="connsiteY17" fmla="*/ 197123 h 606722"/>
                  <a:gd name="connsiteX18" fmla="*/ 146512 w 500661"/>
                  <a:gd name="connsiteY18" fmla="*/ 221558 h 606722"/>
                  <a:gd name="connsiteX19" fmla="*/ 170906 w 500661"/>
                  <a:gd name="connsiteY19" fmla="*/ 245993 h 606722"/>
                  <a:gd name="connsiteX20" fmla="*/ 195389 w 500661"/>
                  <a:gd name="connsiteY20" fmla="*/ 221558 h 606722"/>
                  <a:gd name="connsiteX21" fmla="*/ 170906 w 500661"/>
                  <a:gd name="connsiteY21" fmla="*/ 197123 h 606722"/>
                  <a:gd name="connsiteX22" fmla="*/ 443509 w 500661"/>
                  <a:gd name="connsiteY22" fmla="*/ 176978 h 606722"/>
                  <a:gd name="connsiteX23" fmla="*/ 500661 w 500661"/>
                  <a:gd name="connsiteY23" fmla="*/ 176978 h 606722"/>
                  <a:gd name="connsiteX24" fmla="*/ 500661 w 500661"/>
                  <a:gd name="connsiteY24" fmla="*/ 422405 h 606722"/>
                  <a:gd name="connsiteX25" fmla="*/ 288612 w 500661"/>
                  <a:gd name="connsiteY25" fmla="*/ 422405 h 606722"/>
                  <a:gd name="connsiteX26" fmla="*/ 394726 w 500661"/>
                  <a:gd name="connsiteY26" fmla="*/ 340389 h 606722"/>
                  <a:gd name="connsiteX27" fmla="*/ 443509 w 500661"/>
                  <a:gd name="connsiteY27" fmla="*/ 176978 h 606722"/>
                  <a:gd name="connsiteX28" fmla="*/ 0 w 500661"/>
                  <a:gd name="connsiteY28" fmla="*/ 176978 h 606722"/>
                  <a:gd name="connsiteX29" fmla="*/ 57133 w 500661"/>
                  <a:gd name="connsiteY29" fmla="*/ 176978 h 606722"/>
                  <a:gd name="connsiteX30" fmla="*/ 105900 w 500661"/>
                  <a:gd name="connsiteY30" fmla="*/ 340389 h 606722"/>
                  <a:gd name="connsiteX31" fmla="*/ 211978 w 500661"/>
                  <a:gd name="connsiteY31" fmla="*/ 422405 h 606722"/>
                  <a:gd name="connsiteX32" fmla="*/ 0 w 500661"/>
                  <a:gd name="connsiteY32" fmla="*/ 422405 h 606722"/>
                  <a:gd name="connsiteX33" fmla="*/ 346778 w 500661"/>
                  <a:gd name="connsiteY33" fmla="*/ 30696 h 606722"/>
                  <a:gd name="connsiteX34" fmla="*/ 368590 w 500661"/>
                  <a:gd name="connsiteY34" fmla="*/ 53265 h 606722"/>
                  <a:gd name="connsiteX35" fmla="*/ 378294 w 500661"/>
                  <a:gd name="connsiteY35" fmla="*/ 67749 h 606722"/>
                  <a:gd name="connsiteX36" fmla="*/ 344018 w 500661"/>
                  <a:gd name="connsiteY36" fmla="*/ 141055 h 606722"/>
                  <a:gd name="connsiteX37" fmla="*/ 379985 w 500661"/>
                  <a:gd name="connsiteY37" fmla="*/ 157848 h 606722"/>
                  <a:gd name="connsiteX38" fmla="*/ 398236 w 500661"/>
                  <a:gd name="connsiteY38" fmla="*/ 118841 h 606722"/>
                  <a:gd name="connsiteX39" fmla="*/ 403845 w 500661"/>
                  <a:gd name="connsiteY39" fmla="*/ 171354 h 606722"/>
                  <a:gd name="connsiteX40" fmla="*/ 270124 w 500661"/>
                  <a:gd name="connsiteY40" fmla="*/ 385852 h 606722"/>
                  <a:gd name="connsiteX41" fmla="*/ 270124 w 500661"/>
                  <a:gd name="connsiteY41" fmla="*/ 337159 h 606722"/>
                  <a:gd name="connsiteX42" fmla="*/ 292203 w 500661"/>
                  <a:gd name="connsiteY42" fmla="*/ 337159 h 606722"/>
                  <a:gd name="connsiteX43" fmla="*/ 292203 w 500661"/>
                  <a:gd name="connsiteY43" fmla="*/ 297530 h 606722"/>
                  <a:gd name="connsiteX44" fmla="*/ 270124 w 500661"/>
                  <a:gd name="connsiteY44" fmla="*/ 297530 h 606722"/>
                  <a:gd name="connsiteX45" fmla="*/ 270124 w 500661"/>
                  <a:gd name="connsiteY45" fmla="*/ 136345 h 606722"/>
                  <a:gd name="connsiteX46" fmla="*/ 314104 w 500661"/>
                  <a:gd name="connsiteY46" fmla="*/ 117330 h 606722"/>
                  <a:gd name="connsiteX47" fmla="*/ 153901 w 500661"/>
                  <a:gd name="connsiteY47" fmla="*/ 30696 h 606722"/>
                  <a:gd name="connsiteX48" fmla="*/ 186486 w 500661"/>
                  <a:gd name="connsiteY48" fmla="*/ 117330 h 606722"/>
                  <a:gd name="connsiteX49" fmla="*/ 230466 w 500661"/>
                  <a:gd name="connsiteY49" fmla="*/ 136345 h 606722"/>
                  <a:gd name="connsiteX50" fmla="*/ 230466 w 500661"/>
                  <a:gd name="connsiteY50" fmla="*/ 297530 h 606722"/>
                  <a:gd name="connsiteX51" fmla="*/ 208476 w 500661"/>
                  <a:gd name="connsiteY51" fmla="*/ 297530 h 606722"/>
                  <a:gd name="connsiteX52" fmla="*/ 208476 w 500661"/>
                  <a:gd name="connsiteY52" fmla="*/ 337159 h 606722"/>
                  <a:gd name="connsiteX53" fmla="*/ 230466 w 500661"/>
                  <a:gd name="connsiteY53" fmla="*/ 337159 h 606722"/>
                  <a:gd name="connsiteX54" fmla="*/ 230466 w 500661"/>
                  <a:gd name="connsiteY54" fmla="*/ 385852 h 606722"/>
                  <a:gd name="connsiteX55" fmla="*/ 96745 w 500661"/>
                  <a:gd name="connsiteY55" fmla="*/ 171354 h 606722"/>
                  <a:gd name="connsiteX56" fmla="*/ 101909 w 500661"/>
                  <a:gd name="connsiteY56" fmla="*/ 121151 h 606722"/>
                  <a:gd name="connsiteX57" fmla="*/ 119002 w 500661"/>
                  <a:gd name="connsiteY57" fmla="*/ 157848 h 606722"/>
                  <a:gd name="connsiteX58" fmla="*/ 154970 w 500661"/>
                  <a:gd name="connsiteY58" fmla="*/ 141055 h 606722"/>
                  <a:gd name="connsiteX59" fmla="*/ 121406 w 500661"/>
                  <a:gd name="connsiteY59" fmla="*/ 69348 h 606722"/>
                  <a:gd name="connsiteX60" fmla="*/ 132089 w 500661"/>
                  <a:gd name="connsiteY60" fmla="*/ 53265 h 606722"/>
                  <a:gd name="connsiteX61" fmla="*/ 153901 w 500661"/>
                  <a:gd name="connsiteY61" fmla="*/ 30696 h 606722"/>
                  <a:gd name="connsiteX62" fmla="*/ 270124 w 500661"/>
                  <a:gd name="connsiteY62" fmla="*/ 0 h 606722"/>
                  <a:gd name="connsiteX63" fmla="*/ 312040 w 500661"/>
                  <a:gd name="connsiteY63" fmla="*/ 10221 h 606722"/>
                  <a:gd name="connsiteX64" fmla="*/ 282939 w 500661"/>
                  <a:gd name="connsiteY64" fmla="*/ 87635 h 606722"/>
                  <a:gd name="connsiteX65" fmla="*/ 270124 w 500661"/>
                  <a:gd name="connsiteY65" fmla="*/ 93146 h 606722"/>
                  <a:gd name="connsiteX66" fmla="*/ 230466 w 500661"/>
                  <a:gd name="connsiteY66" fmla="*/ 0 h 606722"/>
                  <a:gd name="connsiteX67" fmla="*/ 230466 w 500661"/>
                  <a:gd name="connsiteY67" fmla="*/ 93146 h 606722"/>
                  <a:gd name="connsiteX68" fmla="*/ 217734 w 500661"/>
                  <a:gd name="connsiteY68" fmla="*/ 87635 h 606722"/>
                  <a:gd name="connsiteX69" fmla="*/ 188621 w 500661"/>
                  <a:gd name="connsiteY69" fmla="*/ 10221 h 606722"/>
                  <a:gd name="connsiteX70" fmla="*/ 230466 w 500661"/>
                  <a:gd name="connsiteY70"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00661" h="606722">
                    <a:moveTo>
                      <a:pt x="0" y="462063"/>
                    </a:moveTo>
                    <a:lnTo>
                      <a:pt x="500661" y="462063"/>
                    </a:lnTo>
                    <a:lnTo>
                      <a:pt x="500661" y="526751"/>
                    </a:lnTo>
                    <a:lnTo>
                      <a:pt x="302355" y="526751"/>
                    </a:lnTo>
                    <a:lnTo>
                      <a:pt x="302355" y="567092"/>
                    </a:lnTo>
                    <a:lnTo>
                      <a:pt x="352821" y="567092"/>
                    </a:lnTo>
                    <a:lnTo>
                      <a:pt x="352821" y="606722"/>
                    </a:lnTo>
                    <a:lnTo>
                      <a:pt x="147840" y="606722"/>
                    </a:lnTo>
                    <a:lnTo>
                      <a:pt x="147840" y="567092"/>
                    </a:lnTo>
                    <a:lnTo>
                      <a:pt x="198306" y="567092"/>
                    </a:lnTo>
                    <a:lnTo>
                      <a:pt x="198306" y="526751"/>
                    </a:lnTo>
                    <a:lnTo>
                      <a:pt x="0" y="526751"/>
                    </a:lnTo>
                    <a:close/>
                    <a:moveTo>
                      <a:pt x="329684" y="197123"/>
                    </a:moveTo>
                    <a:cubicBezTo>
                      <a:pt x="316241" y="197123"/>
                      <a:pt x="305290" y="208052"/>
                      <a:pt x="305290" y="221558"/>
                    </a:cubicBezTo>
                    <a:cubicBezTo>
                      <a:pt x="305290" y="235064"/>
                      <a:pt x="316241" y="245993"/>
                      <a:pt x="329684" y="245993"/>
                    </a:cubicBezTo>
                    <a:cubicBezTo>
                      <a:pt x="343217" y="245993"/>
                      <a:pt x="354167" y="235064"/>
                      <a:pt x="354167" y="221558"/>
                    </a:cubicBezTo>
                    <a:cubicBezTo>
                      <a:pt x="354167" y="208052"/>
                      <a:pt x="343217" y="197123"/>
                      <a:pt x="329684" y="197123"/>
                    </a:cubicBezTo>
                    <a:close/>
                    <a:moveTo>
                      <a:pt x="170906" y="197123"/>
                    </a:moveTo>
                    <a:cubicBezTo>
                      <a:pt x="157463" y="197123"/>
                      <a:pt x="146512" y="208052"/>
                      <a:pt x="146512" y="221558"/>
                    </a:cubicBezTo>
                    <a:cubicBezTo>
                      <a:pt x="146512" y="235064"/>
                      <a:pt x="157463" y="245993"/>
                      <a:pt x="170906" y="245993"/>
                    </a:cubicBezTo>
                    <a:cubicBezTo>
                      <a:pt x="184438" y="245993"/>
                      <a:pt x="195389" y="235064"/>
                      <a:pt x="195389" y="221558"/>
                    </a:cubicBezTo>
                    <a:cubicBezTo>
                      <a:pt x="195389" y="208052"/>
                      <a:pt x="184438" y="197123"/>
                      <a:pt x="170906" y="197123"/>
                    </a:cubicBezTo>
                    <a:close/>
                    <a:moveTo>
                      <a:pt x="443509" y="176978"/>
                    </a:moveTo>
                    <a:lnTo>
                      <a:pt x="500661" y="176978"/>
                    </a:lnTo>
                    <a:lnTo>
                      <a:pt x="500661" y="422405"/>
                    </a:lnTo>
                    <a:lnTo>
                      <a:pt x="288612" y="422405"/>
                    </a:lnTo>
                    <a:cubicBezTo>
                      <a:pt x="329651" y="411653"/>
                      <a:pt x="366506" y="383485"/>
                      <a:pt x="394726" y="340389"/>
                    </a:cubicBezTo>
                    <a:cubicBezTo>
                      <a:pt x="424815" y="294627"/>
                      <a:pt x="442441" y="235358"/>
                      <a:pt x="443509" y="176978"/>
                    </a:cubicBezTo>
                    <a:close/>
                    <a:moveTo>
                      <a:pt x="0" y="176978"/>
                    </a:moveTo>
                    <a:lnTo>
                      <a:pt x="57133" y="176978"/>
                    </a:lnTo>
                    <a:cubicBezTo>
                      <a:pt x="58201" y="235358"/>
                      <a:pt x="75821" y="294627"/>
                      <a:pt x="105900" y="340389"/>
                    </a:cubicBezTo>
                    <a:cubicBezTo>
                      <a:pt x="134110" y="383485"/>
                      <a:pt x="170864" y="411653"/>
                      <a:pt x="211978" y="422405"/>
                    </a:cubicBezTo>
                    <a:lnTo>
                      <a:pt x="0" y="422405"/>
                    </a:lnTo>
                    <a:close/>
                    <a:moveTo>
                      <a:pt x="346778" y="30696"/>
                    </a:moveTo>
                    <a:cubicBezTo>
                      <a:pt x="354790" y="37271"/>
                      <a:pt x="362091" y="44824"/>
                      <a:pt x="368590" y="53265"/>
                    </a:cubicBezTo>
                    <a:cubicBezTo>
                      <a:pt x="372062" y="57886"/>
                      <a:pt x="375267" y="62773"/>
                      <a:pt x="378294" y="67749"/>
                    </a:cubicBezTo>
                    <a:lnTo>
                      <a:pt x="344018" y="141055"/>
                    </a:lnTo>
                    <a:lnTo>
                      <a:pt x="379985" y="157848"/>
                    </a:lnTo>
                    <a:lnTo>
                      <a:pt x="398236" y="118841"/>
                    </a:lnTo>
                    <a:cubicBezTo>
                      <a:pt x="401975" y="135190"/>
                      <a:pt x="403845" y="152784"/>
                      <a:pt x="403845" y="171354"/>
                    </a:cubicBezTo>
                    <a:cubicBezTo>
                      <a:pt x="403845" y="268118"/>
                      <a:pt x="350962" y="371191"/>
                      <a:pt x="270124" y="385852"/>
                    </a:cubicBezTo>
                    <a:lnTo>
                      <a:pt x="270124" y="337159"/>
                    </a:lnTo>
                    <a:lnTo>
                      <a:pt x="292203" y="337159"/>
                    </a:lnTo>
                    <a:lnTo>
                      <a:pt x="292203" y="297530"/>
                    </a:lnTo>
                    <a:lnTo>
                      <a:pt x="270124" y="297530"/>
                    </a:lnTo>
                    <a:lnTo>
                      <a:pt x="270124" y="136345"/>
                    </a:lnTo>
                    <a:lnTo>
                      <a:pt x="314104" y="117330"/>
                    </a:lnTo>
                    <a:close/>
                    <a:moveTo>
                      <a:pt x="153901" y="30696"/>
                    </a:moveTo>
                    <a:lnTo>
                      <a:pt x="186486" y="117330"/>
                    </a:lnTo>
                    <a:lnTo>
                      <a:pt x="230466" y="136345"/>
                    </a:lnTo>
                    <a:lnTo>
                      <a:pt x="230466" y="297530"/>
                    </a:lnTo>
                    <a:lnTo>
                      <a:pt x="208476" y="297530"/>
                    </a:lnTo>
                    <a:lnTo>
                      <a:pt x="208476" y="337159"/>
                    </a:lnTo>
                    <a:lnTo>
                      <a:pt x="230466" y="337159"/>
                    </a:lnTo>
                    <a:lnTo>
                      <a:pt x="230466" y="385852"/>
                    </a:lnTo>
                    <a:cubicBezTo>
                      <a:pt x="149717" y="371191"/>
                      <a:pt x="96745" y="268118"/>
                      <a:pt x="96745" y="171354"/>
                    </a:cubicBezTo>
                    <a:cubicBezTo>
                      <a:pt x="96745" y="153672"/>
                      <a:pt x="98526" y="136878"/>
                      <a:pt x="101909" y="121151"/>
                    </a:cubicBezTo>
                    <a:lnTo>
                      <a:pt x="119002" y="157848"/>
                    </a:lnTo>
                    <a:lnTo>
                      <a:pt x="154970" y="141055"/>
                    </a:lnTo>
                    <a:lnTo>
                      <a:pt x="121406" y="69348"/>
                    </a:lnTo>
                    <a:cubicBezTo>
                      <a:pt x="124700" y="63750"/>
                      <a:pt x="128172" y="58330"/>
                      <a:pt x="132089" y="53265"/>
                    </a:cubicBezTo>
                    <a:cubicBezTo>
                      <a:pt x="138588" y="44824"/>
                      <a:pt x="145889" y="37271"/>
                      <a:pt x="153901" y="30696"/>
                    </a:cubicBezTo>
                    <a:close/>
                    <a:moveTo>
                      <a:pt x="270124" y="0"/>
                    </a:moveTo>
                    <a:cubicBezTo>
                      <a:pt x="285164" y="1600"/>
                      <a:pt x="299136" y="4977"/>
                      <a:pt x="312040" y="10221"/>
                    </a:cubicBezTo>
                    <a:lnTo>
                      <a:pt x="282939" y="87635"/>
                    </a:lnTo>
                    <a:lnTo>
                      <a:pt x="270124" y="93146"/>
                    </a:lnTo>
                    <a:close/>
                    <a:moveTo>
                      <a:pt x="230466" y="0"/>
                    </a:moveTo>
                    <a:lnTo>
                      <a:pt x="230466" y="93146"/>
                    </a:lnTo>
                    <a:lnTo>
                      <a:pt x="217734" y="87635"/>
                    </a:lnTo>
                    <a:lnTo>
                      <a:pt x="188621" y="10221"/>
                    </a:lnTo>
                    <a:cubicBezTo>
                      <a:pt x="201531" y="4977"/>
                      <a:pt x="215509" y="1600"/>
                      <a:pt x="230466"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lt1"/>
                  </a:solidFill>
                  <a:sym typeface="+mn-lt"/>
                </a:endParaRPr>
              </a:p>
            </p:txBody>
          </p:sp>
          <p:sp>
            <p:nvSpPr>
              <p:cNvPr id="685" name="Bullet3">
                <a:extLst>
                  <a:ext uri="{FF2B5EF4-FFF2-40B4-BE49-F238E27FC236}">
                    <a16:creationId xmlns:a16="http://schemas.microsoft.com/office/drawing/2014/main" id="{FB03285E-24F8-6F36-8263-99EE111875C4}"/>
                  </a:ext>
                </a:extLst>
              </p:cNvPr>
              <p:cNvSpPr txBox="1"/>
              <p:nvPr/>
            </p:nvSpPr>
            <p:spPr>
              <a:xfrm flipH="1">
                <a:off x="5156312"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行业细分领域</a:t>
                </a:r>
              </a:p>
            </p:txBody>
          </p:sp>
          <p:sp>
            <p:nvSpPr>
              <p:cNvPr id="686" name="Text3">
                <a:extLst>
                  <a:ext uri="{FF2B5EF4-FFF2-40B4-BE49-F238E27FC236}">
                    <a16:creationId xmlns:a16="http://schemas.microsoft.com/office/drawing/2014/main" id="{546F9B96-982A-B612-25B9-19B68F85436F}"/>
                  </a:ext>
                </a:extLst>
              </p:cNvPr>
              <p:cNvSpPr txBox="1"/>
              <p:nvPr/>
            </p:nvSpPr>
            <p:spPr>
              <a:xfrm flipH="1">
                <a:off x="5156312"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智能制造、人工智能、物联网等领域市场规模逐年攀升，成为行业增长的主要动力。</a:t>
                </a:r>
              </a:p>
            </p:txBody>
          </p:sp>
        </p:grpSp>
        <p:grpSp>
          <p:nvGrpSpPr>
            <p:cNvPr id="667" name="组合 666">
              <a:extLst>
                <a:ext uri="{FF2B5EF4-FFF2-40B4-BE49-F238E27FC236}">
                  <a16:creationId xmlns:a16="http://schemas.microsoft.com/office/drawing/2014/main" id="{9E595D4E-4EF8-04F4-382C-3C010AA206C9}"/>
                </a:ext>
              </a:extLst>
            </p:cNvPr>
            <p:cNvGrpSpPr/>
            <p:nvPr/>
          </p:nvGrpSpPr>
          <p:grpSpPr>
            <a:xfrm>
              <a:off x="7237023" y="2284279"/>
              <a:ext cx="2089667" cy="4573718"/>
              <a:chOff x="7237023" y="2284279"/>
              <a:chExt cx="2089667" cy="4573718"/>
            </a:xfrm>
          </p:grpSpPr>
          <p:sp>
            <p:nvSpPr>
              <p:cNvPr id="675" name="ComponentBackground4">
                <a:extLst>
                  <a:ext uri="{FF2B5EF4-FFF2-40B4-BE49-F238E27FC236}">
                    <a16:creationId xmlns:a16="http://schemas.microsoft.com/office/drawing/2014/main" id="{232B1E5E-10CE-9BAC-CBE5-61ECBB1D606F}"/>
                  </a:ext>
                </a:extLst>
              </p:cNvPr>
              <p:cNvSpPr/>
              <p:nvPr/>
            </p:nvSpPr>
            <p:spPr>
              <a:xfrm>
                <a:off x="7237023" y="4042550"/>
                <a:ext cx="2089665" cy="2815447"/>
              </a:xfrm>
              <a:prstGeom prst="rect">
                <a:avLst/>
              </a:prstGeom>
              <a:gradFill flip="none" rotWithShape="1">
                <a:gsLst>
                  <a:gs pos="0">
                    <a:schemeClr val="accent2">
                      <a:alpha val="20000"/>
                    </a:schemeClr>
                  </a:gs>
                  <a:gs pos="100000">
                    <a:schemeClr val="accent2">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76" name="IconBackground4">
                <a:extLst>
                  <a:ext uri="{FF2B5EF4-FFF2-40B4-BE49-F238E27FC236}">
                    <a16:creationId xmlns:a16="http://schemas.microsoft.com/office/drawing/2014/main" id="{B14D25AC-96E3-8921-16C4-F98E91891DCC}"/>
                  </a:ext>
                </a:extLst>
              </p:cNvPr>
              <p:cNvSpPr/>
              <p:nvPr/>
            </p:nvSpPr>
            <p:spPr>
              <a:xfrm>
                <a:off x="7237028"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77" name="Number4">
                <a:extLst>
                  <a:ext uri="{FF2B5EF4-FFF2-40B4-BE49-F238E27FC236}">
                    <a16:creationId xmlns:a16="http://schemas.microsoft.com/office/drawing/2014/main" id="{4DF18CD4-64CF-E4BF-E683-97188149AFF5}"/>
                  </a:ext>
                </a:extLst>
              </p:cNvPr>
              <p:cNvSpPr txBox="1"/>
              <p:nvPr/>
            </p:nvSpPr>
            <p:spPr>
              <a:xfrm>
                <a:off x="7685328"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2"/>
                    </a:solidFill>
                    <a:cs typeface="+mn-ea"/>
                    <a:sym typeface="+mn-lt"/>
                  </a:rPr>
                  <a:t>04</a:t>
                </a:r>
                <a:endParaRPr lang="zh-CN" altLang="en-US" sz="2000" b="1" dirty="0">
                  <a:solidFill>
                    <a:schemeClr val="accent2"/>
                  </a:solidFill>
                  <a:cs typeface="+mn-ea"/>
                  <a:sym typeface="+mn-lt"/>
                </a:endParaRPr>
              </a:p>
            </p:txBody>
          </p:sp>
          <p:sp>
            <p:nvSpPr>
              <p:cNvPr id="678" name="Icon4">
                <a:extLst>
                  <a:ext uri="{FF2B5EF4-FFF2-40B4-BE49-F238E27FC236}">
                    <a16:creationId xmlns:a16="http://schemas.microsoft.com/office/drawing/2014/main" id="{B366B64A-77AE-7867-3692-AE3F0D12CFE1}"/>
                  </a:ext>
                </a:extLst>
              </p:cNvPr>
              <p:cNvSpPr/>
              <p:nvPr/>
            </p:nvSpPr>
            <p:spPr>
              <a:xfrm>
                <a:off x="7973873" y="2780212"/>
                <a:ext cx="601362" cy="352603"/>
              </a:xfrm>
              <a:custGeom>
                <a:avLst/>
                <a:gdLst>
                  <a:gd name="T0" fmla="*/ 263525 w 607614"/>
                  <a:gd name="T1" fmla="*/ 263525 w 607614"/>
                  <a:gd name="T2" fmla="*/ 485433 h 606761"/>
                  <a:gd name="T3" fmla="*/ 485433 h 606761"/>
                  <a:gd name="T4" fmla="*/ 485433 h 606761"/>
                  <a:gd name="T5" fmla="*/ 485433 h 606761"/>
                  <a:gd name="T6" fmla="*/ 485433 h 606761"/>
                  <a:gd name="T7" fmla="*/ 485433 h 606761"/>
                  <a:gd name="T8" fmla="*/ 485433 h 606761"/>
                  <a:gd name="T9" fmla="*/ 485433 h 606761"/>
                  <a:gd name="T10" fmla="*/ 485433 h 606761"/>
                  <a:gd name="T11" fmla="*/ 485433 h 606761"/>
                  <a:gd name="T12" fmla="*/ 485433 h 606761"/>
                  <a:gd name="T13" fmla="*/ 485433 h 606761"/>
                  <a:gd name="T14" fmla="*/ 485433 h 606761"/>
                  <a:gd name="T15" fmla="*/ 485433 h 606761"/>
                  <a:gd name="T16" fmla="*/ 485433 h 606761"/>
                  <a:gd name="T17" fmla="*/ 485433 h 606761"/>
                  <a:gd name="T18" fmla="*/ 485433 h 606761"/>
                  <a:gd name="T19" fmla="*/ 485433 h 606761"/>
                  <a:gd name="T20" fmla="*/ 485433 h 606761"/>
                  <a:gd name="T21" fmla="*/ 485433 h 606761"/>
                  <a:gd name="T22" fmla="*/ 485433 h 606761"/>
                  <a:gd name="T23" fmla="*/ 485433 h 606761"/>
                  <a:gd name="T24" fmla="*/ 485433 h 606761"/>
                  <a:gd name="T25" fmla="*/ 485433 h 606761"/>
                  <a:gd name="T26" fmla="*/ 485433 h 606761"/>
                  <a:gd name="T27" fmla="*/ 485433 h 606761"/>
                  <a:gd name="T28" fmla="*/ 485433 h 606761"/>
                  <a:gd name="T29" fmla="*/ 485433 h 606761"/>
                  <a:gd name="T30" fmla="*/ 485433 h 606761"/>
                  <a:gd name="T31" fmla="*/ 485433 h 606761"/>
                  <a:gd name="T32" fmla="*/ 485433 h 606761"/>
                  <a:gd name="T33" fmla="*/ 485433 h 606761"/>
                  <a:gd name="T34" fmla="*/ 485433 h 606761"/>
                  <a:gd name="T35" fmla="*/ 485433 h 606761"/>
                  <a:gd name="T36" fmla="*/ 485433 h 606761"/>
                  <a:gd name="T37" fmla="*/ 485433 h 606761"/>
                  <a:gd name="T38" fmla="*/ 485433 h 606761"/>
                  <a:gd name="T39" fmla="*/ 485433 h 606761"/>
                  <a:gd name="T40" fmla="*/ 485433 h 606761"/>
                  <a:gd name="T41" fmla="*/ 485433 h 606761"/>
                  <a:gd name="T42" fmla="*/ 485433 h 606761"/>
                  <a:gd name="T43" fmla="*/ 485433 h 606761"/>
                  <a:gd name="T44" fmla="*/ 485433 h 606761"/>
                  <a:gd name="T45" fmla="*/ 485433 h 606761"/>
                  <a:gd name="T46" fmla="*/ 485433 h 606761"/>
                  <a:gd name="T47" fmla="*/ 485433 h 606761"/>
                  <a:gd name="T48" fmla="*/ 485433 h 606761"/>
                  <a:gd name="T49" fmla="*/ 485433 h 606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27" h="4009">
                    <a:moveTo>
                      <a:pt x="6028" y="0"/>
                    </a:moveTo>
                    <a:cubicBezTo>
                      <a:pt x="5587" y="0"/>
                      <a:pt x="5229" y="358"/>
                      <a:pt x="5229" y="799"/>
                    </a:cubicBezTo>
                    <a:cubicBezTo>
                      <a:pt x="5229" y="985"/>
                      <a:pt x="5293" y="1157"/>
                      <a:pt x="5401" y="1293"/>
                    </a:cubicBezTo>
                    <a:lnTo>
                      <a:pt x="4559" y="2460"/>
                    </a:lnTo>
                    <a:cubicBezTo>
                      <a:pt x="4387" y="2396"/>
                      <a:pt x="4191" y="2393"/>
                      <a:pt x="4010" y="2460"/>
                    </a:cubicBezTo>
                    <a:lnTo>
                      <a:pt x="3169" y="1293"/>
                    </a:lnTo>
                    <a:cubicBezTo>
                      <a:pt x="3276" y="1157"/>
                      <a:pt x="3341" y="985"/>
                      <a:pt x="3341" y="799"/>
                    </a:cubicBezTo>
                    <a:cubicBezTo>
                      <a:pt x="3341" y="358"/>
                      <a:pt x="2982" y="0"/>
                      <a:pt x="2542" y="0"/>
                    </a:cubicBezTo>
                    <a:cubicBezTo>
                      <a:pt x="2101" y="0"/>
                      <a:pt x="1743" y="358"/>
                      <a:pt x="1743" y="799"/>
                    </a:cubicBezTo>
                    <a:cubicBezTo>
                      <a:pt x="1743" y="985"/>
                      <a:pt x="1807" y="1157"/>
                      <a:pt x="1915" y="1293"/>
                    </a:cubicBezTo>
                    <a:lnTo>
                      <a:pt x="1073" y="2460"/>
                    </a:lnTo>
                    <a:cubicBezTo>
                      <a:pt x="554" y="2269"/>
                      <a:pt x="0" y="2656"/>
                      <a:pt x="0" y="3210"/>
                    </a:cubicBezTo>
                    <a:cubicBezTo>
                      <a:pt x="0" y="3650"/>
                      <a:pt x="358" y="4009"/>
                      <a:pt x="799" y="4009"/>
                    </a:cubicBezTo>
                    <a:cubicBezTo>
                      <a:pt x="1239" y="4009"/>
                      <a:pt x="1598" y="3650"/>
                      <a:pt x="1598" y="3210"/>
                    </a:cubicBezTo>
                    <a:cubicBezTo>
                      <a:pt x="1598" y="3023"/>
                      <a:pt x="1533" y="2852"/>
                      <a:pt x="1426" y="2716"/>
                    </a:cubicBezTo>
                    <a:lnTo>
                      <a:pt x="2267" y="1549"/>
                    </a:lnTo>
                    <a:cubicBezTo>
                      <a:pt x="2439" y="1612"/>
                      <a:pt x="2635" y="1615"/>
                      <a:pt x="2816" y="1549"/>
                    </a:cubicBezTo>
                    <a:lnTo>
                      <a:pt x="3658" y="2716"/>
                    </a:lnTo>
                    <a:cubicBezTo>
                      <a:pt x="3550" y="2852"/>
                      <a:pt x="3486" y="3023"/>
                      <a:pt x="3486" y="3210"/>
                    </a:cubicBezTo>
                    <a:cubicBezTo>
                      <a:pt x="3486" y="3650"/>
                      <a:pt x="3844" y="4009"/>
                      <a:pt x="4285" y="4009"/>
                    </a:cubicBezTo>
                    <a:cubicBezTo>
                      <a:pt x="4725" y="4009"/>
                      <a:pt x="5084" y="3650"/>
                      <a:pt x="5084" y="3210"/>
                    </a:cubicBezTo>
                    <a:cubicBezTo>
                      <a:pt x="5084" y="3023"/>
                      <a:pt x="5019" y="2852"/>
                      <a:pt x="4912" y="2716"/>
                    </a:cubicBezTo>
                    <a:lnTo>
                      <a:pt x="5753" y="1549"/>
                    </a:lnTo>
                    <a:cubicBezTo>
                      <a:pt x="6273" y="1740"/>
                      <a:pt x="6827" y="1353"/>
                      <a:pt x="6827" y="799"/>
                    </a:cubicBezTo>
                    <a:cubicBezTo>
                      <a:pt x="6827" y="358"/>
                      <a:pt x="6468" y="0"/>
                      <a:pt x="6028"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fontScale="92500"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chemeClr val="lt1"/>
                  </a:solidFill>
                  <a:sym typeface="+mn-lt"/>
                </a:endParaRPr>
              </a:p>
            </p:txBody>
          </p:sp>
          <p:sp>
            <p:nvSpPr>
              <p:cNvPr id="679" name="Bullet4">
                <a:extLst>
                  <a:ext uri="{FF2B5EF4-FFF2-40B4-BE49-F238E27FC236}">
                    <a16:creationId xmlns:a16="http://schemas.microsoft.com/office/drawing/2014/main" id="{1522B393-1258-C00E-BAF5-BA04D2C7DF2E}"/>
                  </a:ext>
                </a:extLst>
              </p:cNvPr>
              <p:cNvSpPr txBox="1"/>
              <p:nvPr/>
            </p:nvSpPr>
            <p:spPr>
              <a:xfrm flipH="1">
                <a:off x="7341218"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增长驱动因素</a:t>
                </a:r>
              </a:p>
            </p:txBody>
          </p:sp>
          <p:sp>
            <p:nvSpPr>
              <p:cNvPr id="680" name="Text4">
                <a:extLst>
                  <a:ext uri="{FF2B5EF4-FFF2-40B4-BE49-F238E27FC236}">
                    <a16:creationId xmlns:a16="http://schemas.microsoft.com/office/drawing/2014/main" id="{A210124F-9225-041B-4020-A954BFB61450}"/>
                  </a:ext>
                </a:extLst>
              </p:cNvPr>
              <p:cNvSpPr txBox="1"/>
              <p:nvPr/>
            </p:nvSpPr>
            <p:spPr>
              <a:xfrm flipH="1">
                <a:off x="7341218"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技术创新、政策支持、市场需求等因素共同推动通用科技行业市场规模持续扩大。</a:t>
                </a:r>
              </a:p>
            </p:txBody>
          </p:sp>
        </p:grpSp>
        <p:grpSp>
          <p:nvGrpSpPr>
            <p:cNvPr id="668" name="组合 667">
              <a:extLst>
                <a:ext uri="{FF2B5EF4-FFF2-40B4-BE49-F238E27FC236}">
                  <a16:creationId xmlns:a16="http://schemas.microsoft.com/office/drawing/2014/main" id="{FA9D24D7-1CBD-FC25-74A4-508EAE9E59E4}"/>
                </a:ext>
              </a:extLst>
            </p:cNvPr>
            <p:cNvGrpSpPr/>
            <p:nvPr/>
          </p:nvGrpSpPr>
          <p:grpSpPr>
            <a:xfrm>
              <a:off x="9429233" y="2284279"/>
              <a:ext cx="2089667" cy="4573718"/>
              <a:chOff x="9429233" y="2284279"/>
              <a:chExt cx="2089667" cy="4573718"/>
            </a:xfrm>
          </p:grpSpPr>
          <p:sp>
            <p:nvSpPr>
              <p:cNvPr id="669" name="ComponentBackground5">
                <a:extLst>
                  <a:ext uri="{FF2B5EF4-FFF2-40B4-BE49-F238E27FC236}">
                    <a16:creationId xmlns:a16="http://schemas.microsoft.com/office/drawing/2014/main" id="{B8876B7C-E0B7-38AA-1C53-B08D5B223371}"/>
                  </a:ext>
                </a:extLst>
              </p:cNvPr>
              <p:cNvSpPr/>
              <p:nvPr/>
            </p:nvSpPr>
            <p:spPr>
              <a:xfrm>
                <a:off x="9429233" y="4042550"/>
                <a:ext cx="2089665" cy="2815447"/>
              </a:xfrm>
              <a:prstGeom prst="rect">
                <a:avLst/>
              </a:prstGeom>
              <a:gradFill flip="none" rotWithShape="1">
                <a:gsLst>
                  <a:gs pos="0">
                    <a:schemeClr val="accent1"/>
                  </a:gs>
                  <a:gs pos="100000">
                    <a:schemeClr val="accent1">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70" name="IconBackground5">
                <a:extLst>
                  <a:ext uri="{FF2B5EF4-FFF2-40B4-BE49-F238E27FC236}">
                    <a16:creationId xmlns:a16="http://schemas.microsoft.com/office/drawing/2014/main" id="{4857DFFF-9017-AEB2-A6EC-F12D90EFCF96}"/>
                  </a:ext>
                </a:extLst>
              </p:cNvPr>
              <p:cNvSpPr/>
              <p:nvPr/>
            </p:nvSpPr>
            <p:spPr>
              <a:xfrm>
                <a:off x="9429238"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71" name="Number5">
                <a:extLst>
                  <a:ext uri="{FF2B5EF4-FFF2-40B4-BE49-F238E27FC236}">
                    <a16:creationId xmlns:a16="http://schemas.microsoft.com/office/drawing/2014/main" id="{58CBB53F-0217-B9C2-195A-ADAFABFB2262}"/>
                  </a:ext>
                </a:extLst>
              </p:cNvPr>
              <p:cNvSpPr txBox="1"/>
              <p:nvPr/>
            </p:nvSpPr>
            <p:spPr>
              <a:xfrm>
                <a:off x="9877538"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1"/>
                    </a:solidFill>
                    <a:cs typeface="+mn-ea"/>
                    <a:sym typeface="+mn-lt"/>
                  </a:rPr>
                  <a:t>05</a:t>
                </a:r>
                <a:endParaRPr lang="zh-CN" altLang="en-US" sz="2000" b="1" dirty="0">
                  <a:solidFill>
                    <a:schemeClr val="accent1"/>
                  </a:solidFill>
                  <a:cs typeface="+mn-ea"/>
                  <a:sym typeface="+mn-lt"/>
                </a:endParaRPr>
              </a:p>
            </p:txBody>
          </p:sp>
          <p:sp>
            <p:nvSpPr>
              <p:cNvPr id="672" name="Bullet5">
                <a:extLst>
                  <a:ext uri="{FF2B5EF4-FFF2-40B4-BE49-F238E27FC236}">
                    <a16:creationId xmlns:a16="http://schemas.microsoft.com/office/drawing/2014/main" id="{0EA301C3-EE71-0E75-F055-2788885696BE}"/>
                  </a:ext>
                </a:extLst>
              </p:cNvPr>
              <p:cNvSpPr txBox="1"/>
              <p:nvPr/>
            </p:nvSpPr>
            <p:spPr>
              <a:xfrm flipH="1">
                <a:off x="9533428"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未来增长预测</a:t>
                </a:r>
              </a:p>
            </p:txBody>
          </p:sp>
          <p:sp>
            <p:nvSpPr>
              <p:cNvPr id="673" name="Text5">
                <a:extLst>
                  <a:ext uri="{FF2B5EF4-FFF2-40B4-BE49-F238E27FC236}">
                    <a16:creationId xmlns:a16="http://schemas.microsoft.com/office/drawing/2014/main" id="{62FE7056-F77B-2A95-8EFB-0C9D7F95EA80}"/>
                  </a:ext>
                </a:extLst>
              </p:cNvPr>
              <p:cNvSpPr txBox="1"/>
              <p:nvPr/>
            </p:nvSpPr>
            <p:spPr>
              <a:xfrm flipH="1">
                <a:off x="9533428"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预计未来十年，通用科技行业市场规模将实现显著增长，年复合增长率超过</a:t>
                </a:r>
                <a:r>
                  <a:rPr lang="en-US" altLang="zh-CN" sz="1400" dirty="0">
                    <a:cs typeface="+mn-ea"/>
                    <a:sym typeface="+mn-lt"/>
                  </a:rPr>
                  <a:t>10%</a:t>
                </a:r>
                <a:r>
                  <a:rPr lang="zh-CN" altLang="en-US" sz="1400" dirty="0">
                    <a:cs typeface="+mn-ea"/>
                    <a:sym typeface="+mn-lt"/>
                  </a:rPr>
                  <a:t>。</a:t>
                </a:r>
              </a:p>
            </p:txBody>
          </p:sp>
          <p:sp>
            <p:nvSpPr>
              <p:cNvPr id="674" name="Icon5">
                <a:extLst>
                  <a:ext uri="{FF2B5EF4-FFF2-40B4-BE49-F238E27FC236}">
                    <a16:creationId xmlns:a16="http://schemas.microsoft.com/office/drawing/2014/main" id="{0A71DB1F-1B1F-DC9B-177A-82F1A941F42D}"/>
                  </a:ext>
                </a:extLst>
              </p:cNvPr>
              <p:cNvSpPr/>
              <p:nvPr/>
            </p:nvSpPr>
            <p:spPr>
              <a:xfrm>
                <a:off x="10210065" y="2700262"/>
                <a:ext cx="513396" cy="512500"/>
              </a:xfrm>
              <a:custGeom>
                <a:avLst/>
                <a:gdLst>
                  <a:gd name="connsiteX0" fmla="*/ 0 w 607357"/>
                  <a:gd name="connsiteY0" fmla="*/ 555773 h 606298"/>
                  <a:gd name="connsiteX1" fmla="*/ 607356 w 607357"/>
                  <a:gd name="connsiteY1" fmla="*/ 555773 h 606298"/>
                  <a:gd name="connsiteX2" fmla="*/ 607356 w 607357"/>
                  <a:gd name="connsiteY2" fmla="*/ 606298 h 606298"/>
                  <a:gd name="connsiteX3" fmla="*/ 0 w 607357"/>
                  <a:gd name="connsiteY3" fmla="*/ 606298 h 606298"/>
                  <a:gd name="connsiteX4" fmla="*/ 75929 w 607357"/>
                  <a:gd name="connsiteY4" fmla="*/ 353674 h 606298"/>
                  <a:gd name="connsiteX5" fmla="*/ 151858 w 607357"/>
                  <a:gd name="connsiteY5" fmla="*/ 429462 h 606298"/>
                  <a:gd name="connsiteX6" fmla="*/ 75929 w 607357"/>
                  <a:gd name="connsiteY6" fmla="*/ 505250 h 606298"/>
                  <a:gd name="connsiteX7" fmla="*/ 0 w 607357"/>
                  <a:gd name="connsiteY7" fmla="*/ 429462 h 606298"/>
                  <a:gd name="connsiteX8" fmla="*/ 75929 w 607357"/>
                  <a:gd name="connsiteY8" fmla="*/ 353674 h 606298"/>
                  <a:gd name="connsiteX9" fmla="*/ 206739 w 607357"/>
                  <a:gd name="connsiteY9" fmla="*/ 54194 h 606298"/>
                  <a:gd name="connsiteX10" fmla="*/ 391741 w 607357"/>
                  <a:gd name="connsiteY10" fmla="*/ 356481 h 606298"/>
                  <a:gd name="connsiteX11" fmla="*/ 461972 w 607357"/>
                  <a:gd name="connsiteY11" fmla="*/ 181273 h 606298"/>
                  <a:gd name="connsiteX12" fmla="*/ 508918 w 607357"/>
                  <a:gd name="connsiteY12" fmla="*/ 200095 h 606298"/>
                  <a:gd name="connsiteX13" fmla="*/ 401232 w 607357"/>
                  <a:gd name="connsiteY13" fmla="*/ 468907 h 606298"/>
                  <a:gd name="connsiteX14" fmla="*/ 215090 w 607357"/>
                  <a:gd name="connsiteY14" fmla="*/ 164725 h 606298"/>
                  <a:gd name="connsiteX15" fmla="*/ 147264 w 607357"/>
                  <a:gd name="connsiteY15" fmla="*/ 325279 h 606298"/>
                  <a:gd name="connsiteX16" fmla="*/ 100697 w 607357"/>
                  <a:gd name="connsiteY16" fmla="*/ 305573 h 606298"/>
                  <a:gd name="connsiteX17" fmla="*/ 531428 w 607357"/>
                  <a:gd name="connsiteY17" fmla="*/ 0 h 606298"/>
                  <a:gd name="connsiteX18" fmla="*/ 607357 w 607357"/>
                  <a:gd name="connsiteY18" fmla="*/ 75788 h 606298"/>
                  <a:gd name="connsiteX19" fmla="*/ 531428 w 607357"/>
                  <a:gd name="connsiteY19" fmla="*/ 151576 h 606298"/>
                  <a:gd name="connsiteX20" fmla="*/ 455499 w 607357"/>
                  <a:gd name="connsiteY20" fmla="*/ 75788 h 606298"/>
                  <a:gd name="connsiteX21" fmla="*/ 531428 w 607357"/>
                  <a:gd name="connsiteY21" fmla="*/ 0 h 60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357" h="606298">
                    <a:moveTo>
                      <a:pt x="0" y="555773"/>
                    </a:moveTo>
                    <a:lnTo>
                      <a:pt x="607356" y="555773"/>
                    </a:lnTo>
                    <a:lnTo>
                      <a:pt x="607356" y="606298"/>
                    </a:lnTo>
                    <a:lnTo>
                      <a:pt x="0" y="606298"/>
                    </a:lnTo>
                    <a:close/>
                    <a:moveTo>
                      <a:pt x="75929" y="353674"/>
                    </a:moveTo>
                    <a:cubicBezTo>
                      <a:pt x="117863" y="353674"/>
                      <a:pt x="151858" y="387605"/>
                      <a:pt x="151858" y="429462"/>
                    </a:cubicBezTo>
                    <a:cubicBezTo>
                      <a:pt x="151858" y="471319"/>
                      <a:pt x="117863" y="505250"/>
                      <a:pt x="75929" y="505250"/>
                    </a:cubicBezTo>
                    <a:cubicBezTo>
                      <a:pt x="33995" y="505250"/>
                      <a:pt x="0" y="471319"/>
                      <a:pt x="0" y="429462"/>
                    </a:cubicBezTo>
                    <a:cubicBezTo>
                      <a:pt x="0" y="387605"/>
                      <a:pt x="33995" y="353674"/>
                      <a:pt x="75929" y="353674"/>
                    </a:cubicBezTo>
                    <a:close/>
                    <a:moveTo>
                      <a:pt x="206739" y="54194"/>
                    </a:moveTo>
                    <a:lnTo>
                      <a:pt x="391741" y="356481"/>
                    </a:lnTo>
                    <a:lnTo>
                      <a:pt x="461972" y="181273"/>
                    </a:lnTo>
                    <a:cubicBezTo>
                      <a:pt x="475891" y="190494"/>
                      <a:pt x="491835" y="196937"/>
                      <a:pt x="508918" y="200095"/>
                    </a:cubicBezTo>
                    <a:lnTo>
                      <a:pt x="401232" y="468907"/>
                    </a:lnTo>
                    <a:lnTo>
                      <a:pt x="215090" y="164725"/>
                    </a:lnTo>
                    <a:lnTo>
                      <a:pt x="147264" y="325279"/>
                    </a:lnTo>
                    <a:cubicBezTo>
                      <a:pt x="133471" y="315805"/>
                      <a:pt x="117654" y="308984"/>
                      <a:pt x="100697" y="305573"/>
                    </a:cubicBezTo>
                    <a:close/>
                    <a:moveTo>
                      <a:pt x="531428" y="0"/>
                    </a:moveTo>
                    <a:cubicBezTo>
                      <a:pt x="573362" y="0"/>
                      <a:pt x="607357" y="33931"/>
                      <a:pt x="607357" y="75788"/>
                    </a:cubicBezTo>
                    <a:cubicBezTo>
                      <a:pt x="607357" y="117645"/>
                      <a:pt x="573362" y="151576"/>
                      <a:pt x="531428" y="151576"/>
                    </a:cubicBezTo>
                    <a:cubicBezTo>
                      <a:pt x="489494" y="151576"/>
                      <a:pt x="455499" y="117645"/>
                      <a:pt x="455499" y="75788"/>
                    </a:cubicBezTo>
                    <a:cubicBezTo>
                      <a:pt x="455499" y="33931"/>
                      <a:pt x="489494" y="0"/>
                      <a:pt x="531428"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chemeClr val="lt1"/>
                  </a:solidFill>
                  <a:sym typeface="+mn-lt"/>
                </a:endParaRPr>
              </a:p>
            </p:txBody>
          </p:sp>
        </p:gr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 name="标题 45">
            <a:extLst>
              <a:ext uri="{FF2B5EF4-FFF2-40B4-BE49-F238E27FC236}">
                <a16:creationId xmlns:a16="http://schemas.microsoft.com/office/drawing/2014/main" id="{80C6D3A7-B19C-FC16-159E-CDC222F7913A}"/>
              </a:ext>
            </a:extLst>
          </p:cNvPr>
          <p:cNvSpPr>
            <a:spLocks noGrp="1"/>
          </p:cNvSpPr>
          <p:nvPr>
            <p:ph type="title"/>
          </p:nvPr>
        </p:nvSpPr>
        <p:spPr/>
        <p:txBody>
          <a:bodyPr/>
          <a:lstStyle/>
          <a:p>
            <a:r>
              <a:rPr lang="zh-CN" altLang="en-US" dirty="0"/>
              <a:t>投资趋势分析</a:t>
            </a:r>
          </a:p>
        </p:txBody>
      </p:sp>
      <p:grpSp>
        <p:nvGrpSpPr>
          <p:cNvPr id="163" name="组合 162">
            <a:extLst>
              <a:ext uri="{FF2B5EF4-FFF2-40B4-BE49-F238E27FC236}">
                <a16:creationId xmlns:a16="http://schemas.microsoft.com/office/drawing/2014/main" id="{9BEF6FC6-DD2B-FB54-E144-DAFF3FD05EA4}"/>
              </a:ext>
            </a:extLst>
          </p:cNvPr>
          <p:cNvGrpSpPr/>
          <p:nvPr/>
        </p:nvGrpSpPr>
        <p:grpSpPr>
          <a:xfrm>
            <a:off x="556258" y="1135000"/>
            <a:ext cx="11066778" cy="4999100"/>
            <a:chOff x="556258" y="1135000"/>
            <a:chExt cx="11066778" cy="4999100"/>
          </a:xfrm>
        </p:grpSpPr>
        <p:sp>
          <p:nvSpPr>
            <p:cNvPr id="121" name="pic-Any">
              <a:extLst>
                <a:ext uri="{FF2B5EF4-FFF2-40B4-BE49-F238E27FC236}">
                  <a16:creationId xmlns:a16="http://schemas.microsoft.com/office/drawing/2014/main" id="{F4F133FD-D2B0-3479-3E0F-B10300BF15FE}"/>
                </a:ext>
              </a:extLst>
            </p:cNvPr>
            <p:cNvSpPr>
              <a:spLocks noChangeAspect="1"/>
            </p:cNvSpPr>
            <p:nvPr/>
          </p:nvSpPr>
          <p:spPr>
            <a:xfrm>
              <a:off x="660402" y="1746982"/>
              <a:ext cx="10871200" cy="1870515"/>
            </a:xfrm>
            <a:prstGeom prst="round2DiagRect">
              <a:avLst/>
            </a:prstGeom>
            <a:blipFill>
              <a:blip r:embed="rId2" cstate="email">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lt1"/>
                </a:solidFill>
              </a:endParaRPr>
            </a:p>
          </p:txBody>
        </p:sp>
        <p:grpSp>
          <p:nvGrpSpPr>
            <p:cNvPr id="124" name="组合 123">
              <a:extLst>
                <a:ext uri="{FF2B5EF4-FFF2-40B4-BE49-F238E27FC236}">
                  <a16:creationId xmlns:a16="http://schemas.microsoft.com/office/drawing/2014/main" id="{985E6096-6CB3-F3E3-76B2-C10B2DA89517}"/>
                </a:ext>
              </a:extLst>
            </p:cNvPr>
            <p:cNvGrpSpPr>
              <a:grpSpLocks noChangeAspect="1"/>
            </p:cNvGrpSpPr>
            <p:nvPr/>
          </p:nvGrpSpPr>
          <p:grpSpPr>
            <a:xfrm>
              <a:off x="556258" y="3720708"/>
              <a:ext cx="2086705" cy="2413392"/>
              <a:chOff x="4916339" y="2516305"/>
              <a:chExt cx="2359324" cy="3175072"/>
            </a:xfrm>
          </p:grpSpPr>
          <p:sp>
            <p:nvSpPr>
              <p:cNvPr id="153" name="任意多边形: 形状 4">
                <a:extLst>
                  <a:ext uri="{FF2B5EF4-FFF2-40B4-BE49-F238E27FC236}">
                    <a16:creationId xmlns:a16="http://schemas.microsoft.com/office/drawing/2014/main" id="{92B0F28E-4B96-3940-5045-692AAB8BD5D6}"/>
                  </a:ext>
                </a:extLst>
              </p:cNvPr>
              <p:cNvSpPr/>
              <p:nvPr/>
            </p:nvSpPr>
            <p:spPr>
              <a:xfrm>
                <a:off x="4916339" y="2516305"/>
                <a:ext cx="2359324"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54" name="组合 153">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55" name="Bullet1">
                  <a:extLst>
                    <a:ext uri="{FF2B5EF4-FFF2-40B4-BE49-F238E27FC236}">
                      <a16:creationId xmlns:a16="http://schemas.microsoft.com/office/drawing/2014/main" id="{6582094C-004E-32D0-572E-781CB2826F0D}"/>
                    </a:ext>
                  </a:extLst>
                </p:cNvPr>
                <p:cNvSpPr txBox="1"/>
                <p:nvPr/>
              </p:nvSpPr>
              <p:spPr>
                <a:xfrm>
                  <a:off x="6047948" y="3797821"/>
                  <a:ext cx="2219932"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de-DE"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5G</a:t>
                  </a: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技术投资</a:t>
                  </a:r>
                </a:p>
              </p:txBody>
            </p:sp>
            <p:sp>
              <p:nvSpPr>
                <p:cNvPr id="156" name="Text1">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en-US" altLang="zh-CN"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5G</a:t>
                  </a: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技术的广泛应用推动相关产业链投资，预计未来几年将持续增长。</a:t>
                  </a:r>
                </a:p>
              </p:txBody>
            </p:sp>
            <p:sp>
              <p:nvSpPr>
                <p:cNvPr id="157" name="Number1">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1</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sp>
              <p:nvSpPr>
                <p:cNvPr id="158" name="Icon1">
                  <a:extLst>
                    <a:ext uri="{FF2B5EF4-FFF2-40B4-BE49-F238E27FC236}">
                      <a16:creationId xmlns:a16="http://schemas.microsoft.com/office/drawing/2014/main" id="{6C6F259D-4313-9661-D8F7-C7A1CE171E36}"/>
                    </a:ext>
                  </a:extLst>
                </p:cNvPr>
                <p:cNvSpPr/>
                <p:nvPr/>
              </p:nvSpPr>
              <p:spPr>
                <a:xfrm>
                  <a:off x="7737225" y="3285743"/>
                  <a:ext cx="341645" cy="397861"/>
                </a:xfrm>
                <a:custGeom>
                  <a:avLst/>
                  <a:gdLst>
                    <a:gd name="connsiteX0" fmla="*/ 471571 w 698070"/>
                    <a:gd name="connsiteY0" fmla="*/ 567887 h 812934"/>
                    <a:gd name="connsiteX1" fmla="*/ 514720 w 698070"/>
                    <a:gd name="connsiteY1" fmla="*/ 606940 h 812934"/>
                    <a:gd name="connsiteX2" fmla="*/ 462713 w 698070"/>
                    <a:gd name="connsiteY2" fmla="*/ 626752 h 812934"/>
                    <a:gd name="connsiteX3" fmla="*/ 389085 w 698070"/>
                    <a:gd name="connsiteY3" fmla="*/ 668376 h 812934"/>
                    <a:gd name="connsiteX4" fmla="*/ 422137 w 698070"/>
                    <a:gd name="connsiteY4" fmla="*/ 746862 h 812934"/>
                    <a:gd name="connsiteX5" fmla="*/ 504718 w 698070"/>
                    <a:gd name="connsiteY5" fmla="*/ 719621 h 812934"/>
                    <a:gd name="connsiteX6" fmla="*/ 504814 w 698070"/>
                    <a:gd name="connsiteY6" fmla="*/ 719621 h 812934"/>
                    <a:gd name="connsiteX7" fmla="*/ 477572 w 698070"/>
                    <a:gd name="connsiteY7" fmla="*/ 717716 h 812934"/>
                    <a:gd name="connsiteX8" fmla="*/ 440520 w 698070"/>
                    <a:gd name="connsiteY8" fmla="*/ 686855 h 812934"/>
                    <a:gd name="connsiteX9" fmla="*/ 477763 w 698070"/>
                    <a:gd name="connsiteY9" fmla="*/ 660947 h 812934"/>
                    <a:gd name="connsiteX10" fmla="*/ 505957 w 698070"/>
                    <a:gd name="connsiteY10" fmla="*/ 660947 h 812934"/>
                    <a:gd name="connsiteX11" fmla="*/ 556249 w 698070"/>
                    <a:gd name="connsiteY11" fmla="*/ 749529 h 812934"/>
                    <a:gd name="connsiteX12" fmla="*/ 402610 w 698070"/>
                    <a:gd name="connsiteY12" fmla="*/ 802488 h 812934"/>
                    <a:gd name="connsiteX13" fmla="*/ 331554 w 698070"/>
                    <a:gd name="connsiteY13" fmla="*/ 651993 h 812934"/>
                    <a:gd name="connsiteX14" fmla="*/ 471571 w 698070"/>
                    <a:gd name="connsiteY14" fmla="*/ 567887 h 812934"/>
                    <a:gd name="connsiteX15" fmla="*/ 191727 w 698070"/>
                    <a:gd name="connsiteY15" fmla="*/ 566649 h 812934"/>
                    <a:gd name="connsiteX16" fmla="*/ 257544 w 698070"/>
                    <a:gd name="connsiteY16" fmla="*/ 566840 h 812934"/>
                    <a:gd name="connsiteX17" fmla="*/ 289644 w 698070"/>
                    <a:gd name="connsiteY17" fmla="*/ 593700 h 812934"/>
                    <a:gd name="connsiteX18" fmla="*/ 255830 w 698070"/>
                    <a:gd name="connsiteY18" fmla="*/ 623704 h 812934"/>
                    <a:gd name="connsiteX19" fmla="*/ 205633 w 698070"/>
                    <a:gd name="connsiteY19" fmla="*/ 629800 h 812934"/>
                    <a:gd name="connsiteX20" fmla="*/ 205538 w 698070"/>
                    <a:gd name="connsiteY20" fmla="*/ 629800 h 812934"/>
                    <a:gd name="connsiteX21" fmla="*/ 247448 w 698070"/>
                    <a:gd name="connsiteY21" fmla="*/ 652279 h 812934"/>
                    <a:gd name="connsiteX22" fmla="*/ 290120 w 698070"/>
                    <a:gd name="connsiteY22" fmla="*/ 735432 h 812934"/>
                    <a:gd name="connsiteX23" fmla="*/ 231541 w 698070"/>
                    <a:gd name="connsiteY23" fmla="*/ 808108 h 812934"/>
                    <a:gd name="connsiteX24" fmla="*/ 144864 w 698070"/>
                    <a:gd name="connsiteY24" fmla="*/ 787820 h 812934"/>
                    <a:gd name="connsiteX25" fmla="*/ 133719 w 698070"/>
                    <a:gd name="connsiteY25" fmla="*/ 739052 h 812934"/>
                    <a:gd name="connsiteX26" fmla="*/ 181344 w 698070"/>
                    <a:gd name="connsiteY26" fmla="*/ 740766 h 812934"/>
                    <a:gd name="connsiteX27" fmla="*/ 221730 w 698070"/>
                    <a:gd name="connsiteY27" fmla="*/ 746195 h 812934"/>
                    <a:gd name="connsiteX28" fmla="*/ 225350 w 698070"/>
                    <a:gd name="connsiteY28" fmla="*/ 711905 h 812934"/>
                    <a:gd name="connsiteX29" fmla="*/ 184488 w 698070"/>
                    <a:gd name="connsiteY29" fmla="*/ 707524 h 812934"/>
                    <a:gd name="connsiteX30" fmla="*/ 140387 w 698070"/>
                    <a:gd name="connsiteY30" fmla="*/ 673996 h 812934"/>
                    <a:gd name="connsiteX31" fmla="*/ 155246 w 698070"/>
                    <a:gd name="connsiteY31" fmla="*/ 595796 h 812934"/>
                    <a:gd name="connsiteX32" fmla="*/ 191727 w 698070"/>
                    <a:gd name="connsiteY32" fmla="*/ 566649 h 812934"/>
                    <a:gd name="connsiteX33" fmla="*/ 347937 w 698070"/>
                    <a:gd name="connsiteY33" fmla="*/ 227750 h 812934"/>
                    <a:gd name="connsiteX34" fmla="*/ 445949 w 698070"/>
                    <a:gd name="connsiteY34" fmla="*/ 293568 h 812934"/>
                    <a:gd name="connsiteX35" fmla="*/ 417945 w 698070"/>
                    <a:gd name="connsiteY35" fmla="*/ 406725 h 812934"/>
                    <a:gd name="connsiteX36" fmla="*/ 377845 w 698070"/>
                    <a:gd name="connsiteY36" fmla="*/ 499498 h 812934"/>
                    <a:gd name="connsiteX37" fmla="*/ 376797 w 698070"/>
                    <a:gd name="connsiteY37" fmla="*/ 527502 h 812934"/>
                    <a:gd name="connsiteX38" fmla="*/ 349175 w 698070"/>
                    <a:gd name="connsiteY38" fmla="*/ 547790 h 812934"/>
                    <a:gd name="connsiteX39" fmla="*/ 322600 w 698070"/>
                    <a:gd name="connsiteY39" fmla="*/ 526454 h 812934"/>
                    <a:gd name="connsiteX40" fmla="*/ 321743 w 698070"/>
                    <a:gd name="connsiteY40" fmla="*/ 474924 h 812934"/>
                    <a:gd name="connsiteX41" fmla="*/ 291072 w 698070"/>
                    <a:gd name="connsiteY41" fmla="*/ 415297 h 812934"/>
                    <a:gd name="connsiteX42" fmla="*/ 249448 w 698070"/>
                    <a:gd name="connsiteY42" fmla="*/ 300997 h 812934"/>
                    <a:gd name="connsiteX43" fmla="*/ 347937 w 698070"/>
                    <a:gd name="connsiteY43" fmla="*/ 227750 h 812934"/>
                    <a:gd name="connsiteX44" fmla="*/ 349936 w 698070"/>
                    <a:gd name="connsiteY44" fmla="*/ 115069 h 812934"/>
                    <a:gd name="connsiteX45" fmla="*/ 554343 w 698070"/>
                    <a:gd name="connsiteY45" fmla="*/ 436157 h 812934"/>
                    <a:gd name="connsiteX46" fmla="*/ 507480 w 698070"/>
                    <a:gd name="connsiteY46" fmla="*/ 470733 h 812934"/>
                    <a:gd name="connsiteX47" fmla="*/ 500431 w 698070"/>
                    <a:gd name="connsiteY47" fmla="*/ 411392 h 812934"/>
                    <a:gd name="connsiteX48" fmla="*/ 473095 w 698070"/>
                    <a:gd name="connsiteY48" fmla="*/ 228607 h 812934"/>
                    <a:gd name="connsiteX49" fmla="*/ 307836 w 698070"/>
                    <a:gd name="connsiteY49" fmla="*/ 179077 h 812934"/>
                    <a:gd name="connsiteX50" fmla="*/ 183916 w 698070"/>
                    <a:gd name="connsiteY50" fmla="*/ 316523 h 812934"/>
                    <a:gd name="connsiteX51" fmla="*/ 200965 w 698070"/>
                    <a:gd name="connsiteY51" fmla="*/ 416250 h 812934"/>
                    <a:gd name="connsiteX52" fmla="*/ 195155 w 698070"/>
                    <a:gd name="connsiteY52" fmla="*/ 469209 h 812934"/>
                    <a:gd name="connsiteX53" fmla="*/ 146768 w 698070"/>
                    <a:gd name="connsiteY53" fmla="*/ 439586 h 812934"/>
                    <a:gd name="connsiteX54" fmla="*/ 349936 w 698070"/>
                    <a:gd name="connsiteY54" fmla="*/ 115069 h 812934"/>
                    <a:gd name="connsiteX55" fmla="*/ 337462 w 698070"/>
                    <a:gd name="connsiteY55" fmla="*/ 234 h 812934"/>
                    <a:gd name="connsiteX56" fmla="*/ 400229 w 698070"/>
                    <a:gd name="connsiteY56" fmla="*/ 3817 h 812934"/>
                    <a:gd name="connsiteX57" fmla="*/ 697695 w 698070"/>
                    <a:gd name="connsiteY57" fmla="*/ 349288 h 812934"/>
                    <a:gd name="connsiteX58" fmla="*/ 657214 w 698070"/>
                    <a:gd name="connsiteY58" fmla="*/ 515690 h 812934"/>
                    <a:gd name="connsiteX59" fmla="*/ 607970 w 698070"/>
                    <a:gd name="connsiteY59" fmla="*/ 544170 h 812934"/>
                    <a:gd name="connsiteX60" fmla="*/ 604922 w 698070"/>
                    <a:gd name="connsiteY60" fmla="*/ 486925 h 812934"/>
                    <a:gd name="connsiteX61" fmla="*/ 470809 w 698070"/>
                    <a:gd name="connsiteY61" fmla="*/ 86589 h 812934"/>
                    <a:gd name="connsiteX62" fmla="*/ 145721 w 698070"/>
                    <a:gd name="connsiteY62" fmla="*/ 143929 h 812934"/>
                    <a:gd name="connsiteX63" fmla="*/ 85142 w 698070"/>
                    <a:gd name="connsiteY63" fmla="*/ 468256 h 812934"/>
                    <a:gd name="connsiteX64" fmla="*/ 99525 w 698070"/>
                    <a:gd name="connsiteY64" fmla="*/ 497688 h 812934"/>
                    <a:gd name="connsiteX65" fmla="*/ 89238 w 698070"/>
                    <a:gd name="connsiteY65" fmla="*/ 545789 h 812934"/>
                    <a:gd name="connsiteX66" fmla="*/ 47804 w 698070"/>
                    <a:gd name="connsiteY66" fmla="*/ 525596 h 812934"/>
                    <a:gd name="connsiteX67" fmla="*/ 15324 w 698070"/>
                    <a:gd name="connsiteY67" fmla="*/ 249562 h 812934"/>
                    <a:gd name="connsiteX68" fmla="*/ 337462 w 698070"/>
                    <a:gd name="connsiteY68" fmla="*/ 234 h 81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98070" h="812934">
                      <a:moveTo>
                        <a:pt x="471571" y="567887"/>
                      </a:moveTo>
                      <a:cubicBezTo>
                        <a:pt x="492907" y="572078"/>
                        <a:pt x="519768" y="578841"/>
                        <a:pt x="514720" y="606940"/>
                      </a:cubicBezTo>
                      <a:cubicBezTo>
                        <a:pt x="509862" y="634277"/>
                        <a:pt x="487954" y="633705"/>
                        <a:pt x="462713" y="626752"/>
                      </a:cubicBezTo>
                      <a:cubicBezTo>
                        <a:pt x="427375" y="617036"/>
                        <a:pt x="400039" y="635610"/>
                        <a:pt x="389085" y="668376"/>
                      </a:cubicBezTo>
                      <a:cubicBezTo>
                        <a:pt x="378322" y="700856"/>
                        <a:pt x="388228" y="730384"/>
                        <a:pt x="422137" y="746862"/>
                      </a:cubicBezTo>
                      <a:cubicBezTo>
                        <a:pt x="455760" y="763150"/>
                        <a:pt x="480430" y="751625"/>
                        <a:pt x="504718" y="719621"/>
                      </a:cubicBezTo>
                      <a:lnTo>
                        <a:pt x="504814" y="719621"/>
                      </a:lnTo>
                      <a:cubicBezTo>
                        <a:pt x="492050" y="718668"/>
                        <a:pt x="484811" y="717334"/>
                        <a:pt x="477572" y="717716"/>
                      </a:cubicBezTo>
                      <a:cubicBezTo>
                        <a:pt x="455379" y="718859"/>
                        <a:pt x="439186" y="711048"/>
                        <a:pt x="440520" y="686855"/>
                      </a:cubicBezTo>
                      <a:cubicBezTo>
                        <a:pt x="441758" y="665233"/>
                        <a:pt x="458332" y="659804"/>
                        <a:pt x="477763" y="660947"/>
                      </a:cubicBezTo>
                      <a:cubicBezTo>
                        <a:pt x="487097" y="661518"/>
                        <a:pt x="496527" y="660947"/>
                        <a:pt x="505957" y="660947"/>
                      </a:cubicBezTo>
                      <a:cubicBezTo>
                        <a:pt x="576537" y="660947"/>
                        <a:pt x="591491" y="687236"/>
                        <a:pt x="556249" y="749529"/>
                      </a:cubicBezTo>
                      <a:cubicBezTo>
                        <a:pt x="525388" y="803917"/>
                        <a:pt x="459856" y="826586"/>
                        <a:pt x="402610" y="802488"/>
                      </a:cubicBezTo>
                      <a:cubicBezTo>
                        <a:pt x="342793" y="777342"/>
                        <a:pt x="312980" y="714382"/>
                        <a:pt x="331554" y="651993"/>
                      </a:cubicBezTo>
                      <a:cubicBezTo>
                        <a:pt x="348508" y="595034"/>
                        <a:pt x="411754" y="556267"/>
                        <a:pt x="471571" y="567887"/>
                      </a:cubicBezTo>
                      <a:close/>
                      <a:moveTo>
                        <a:pt x="191727" y="566649"/>
                      </a:moveTo>
                      <a:cubicBezTo>
                        <a:pt x="213634" y="567887"/>
                        <a:pt x="235637" y="567411"/>
                        <a:pt x="257544" y="566840"/>
                      </a:cubicBezTo>
                      <a:cubicBezTo>
                        <a:pt x="276785" y="566268"/>
                        <a:pt x="289072" y="577031"/>
                        <a:pt x="289644" y="593700"/>
                      </a:cubicBezTo>
                      <a:cubicBezTo>
                        <a:pt x="290310" y="613417"/>
                        <a:pt x="276785" y="623609"/>
                        <a:pt x="255830" y="623704"/>
                      </a:cubicBezTo>
                      <a:cubicBezTo>
                        <a:pt x="240018" y="623799"/>
                        <a:pt x="222873" y="619322"/>
                        <a:pt x="205633" y="629800"/>
                      </a:cubicBezTo>
                      <a:lnTo>
                        <a:pt x="205538" y="629800"/>
                      </a:lnTo>
                      <a:cubicBezTo>
                        <a:pt x="216968" y="648183"/>
                        <a:pt x="235351" y="643897"/>
                        <a:pt x="247448" y="652279"/>
                      </a:cubicBezTo>
                      <a:cubicBezTo>
                        <a:pt x="276880" y="672662"/>
                        <a:pt x="294120" y="699809"/>
                        <a:pt x="290120" y="735432"/>
                      </a:cubicBezTo>
                      <a:cubicBezTo>
                        <a:pt x="286119" y="770484"/>
                        <a:pt x="265831" y="796964"/>
                        <a:pt x="231541" y="808108"/>
                      </a:cubicBezTo>
                      <a:cubicBezTo>
                        <a:pt x="199632" y="818490"/>
                        <a:pt x="168867" y="812299"/>
                        <a:pt x="144864" y="787820"/>
                      </a:cubicBezTo>
                      <a:cubicBezTo>
                        <a:pt x="132100" y="774866"/>
                        <a:pt x="116955" y="759149"/>
                        <a:pt x="133719" y="739052"/>
                      </a:cubicBezTo>
                      <a:cubicBezTo>
                        <a:pt x="149531" y="720002"/>
                        <a:pt x="165723" y="724193"/>
                        <a:pt x="181344" y="740766"/>
                      </a:cubicBezTo>
                      <a:cubicBezTo>
                        <a:pt x="193060" y="753244"/>
                        <a:pt x="206300" y="760864"/>
                        <a:pt x="221730" y="746195"/>
                      </a:cubicBezTo>
                      <a:cubicBezTo>
                        <a:pt x="232398" y="736004"/>
                        <a:pt x="232494" y="722669"/>
                        <a:pt x="225350" y="711905"/>
                      </a:cubicBezTo>
                      <a:cubicBezTo>
                        <a:pt x="214587" y="695618"/>
                        <a:pt x="200585" y="700094"/>
                        <a:pt x="184488" y="707524"/>
                      </a:cubicBezTo>
                      <a:cubicBezTo>
                        <a:pt x="151245" y="722954"/>
                        <a:pt x="136672" y="707524"/>
                        <a:pt x="140387" y="673996"/>
                      </a:cubicBezTo>
                      <a:cubicBezTo>
                        <a:pt x="143340" y="647707"/>
                        <a:pt x="148864" y="621608"/>
                        <a:pt x="155246" y="595796"/>
                      </a:cubicBezTo>
                      <a:cubicBezTo>
                        <a:pt x="159627" y="577984"/>
                        <a:pt x="170010" y="565411"/>
                        <a:pt x="191727" y="566649"/>
                      </a:cubicBezTo>
                      <a:close/>
                      <a:moveTo>
                        <a:pt x="347937" y="227750"/>
                      </a:moveTo>
                      <a:cubicBezTo>
                        <a:pt x="395085" y="227940"/>
                        <a:pt x="428518" y="250134"/>
                        <a:pt x="445949" y="293568"/>
                      </a:cubicBezTo>
                      <a:cubicBezTo>
                        <a:pt x="463475" y="337287"/>
                        <a:pt x="457188" y="382722"/>
                        <a:pt x="417945" y="406725"/>
                      </a:cubicBezTo>
                      <a:cubicBezTo>
                        <a:pt x="377940" y="431204"/>
                        <a:pt x="375369" y="461779"/>
                        <a:pt x="377845" y="499498"/>
                      </a:cubicBezTo>
                      <a:cubicBezTo>
                        <a:pt x="378417" y="508833"/>
                        <a:pt x="378988" y="518644"/>
                        <a:pt x="376797" y="527502"/>
                      </a:cubicBezTo>
                      <a:cubicBezTo>
                        <a:pt x="373464" y="540932"/>
                        <a:pt x="363558" y="548171"/>
                        <a:pt x="349175" y="547790"/>
                      </a:cubicBezTo>
                      <a:cubicBezTo>
                        <a:pt x="334983" y="547409"/>
                        <a:pt x="324315" y="540360"/>
                        <a:pt x="322600" y="526454"/>
                      </a:cubicBezTo>
                      <a:cubicBezTo>
                        <a:pt x="320505" y="509500"/>
                        <a:pt x="320314" y="491974"/>
                        <a:pt x="321743" y="474924"/>
                      </a:cubicBezTo>
                      <a:cubicBezTo>
                        <a:pt x="324029" y="447968"/>
                        <a:pt x="318600" y="430442"/>
                        <a:pt x="291072" y="415297"/>
                      </a:cubicBezTo>
                      <a:cubicBezTo>
                        <a:pt x="249829" y="392628"/>
                        <a:pt x="236018" y="344241"/>
                        <a:pt x="249448" y="300997"/>
                      </a:cubicBezTo>
                      <a:cubicBezTo>
                        <a:pt x="262688" y="258230"/>
                        <a:pt x="302598" y="228607"/>
                        <a:pt x="347937" y="227750"/>
                      </a:cubicBezTo>
                      <a:close/>
                      <a:moveTo>
                        <a:pt x="349936" y="115069"/>
                      </a:moveTo>
                      <a:cubicBezTo>
                        <a:pt x="515671" y="115069"/>
                        <a:pt x="625495" y="287281"/>
                        <a:pt x="554343" y="436157"/>
                      </a:cubicBezTo>
                      <a:cubicBezTo>
                        <a:pt x="545199" y="455207"/>
                        <a:pt x="535293" y="482163"/>
                        <a:pt x="507480" y="470733"/>
                      </a:cubicBezTo>
                      <a:cubicBezTo>
                        <a:pt x="475952" y="457779"/>
                        <a:pt x="490716" y="433204"/>
                        <a:pt x="500431" y="411392"/>
                      </a:cubicBezTo>
                      <a:cubicBezTo>
                        <a:pt x="530149" y="344812"/>
                        <a:pt x="521577" y="281947"/>
                        <a:pt x="473095" y="228607"/>
                      </a:cubicBezTo>
                      <a:cubicBezTo>
                        <a:pt x="429280" y="180506"/>
                        <a:pt x="373844" y="160599"/>
                        <a:pt x="307836" y="179077"/>
                      </a:cubicBezTo>
                      <a:cubicBezTo>
                        <a:pt x="237065" y="198889"/>
                        <a:pt x="197917" y="246038"/>
                        <a:pt x="183916" y="316523"/>
                      </a:cubicBezTo>
                      <a:cubicBezTo>
                        <a:pt x="176867" y="351956"/>
                        <a:pt x="186392" y="384722"/>
                        <a:pt x="200965" y="416250"/>
                      </a:cubicBezTo>
                      <a:cubicBezTo>
                        <a:pt x="210014" y="435871"/>
                        <a:pt x="219253" y="456921"/>
                        <a:pt x="195155" y="469209"/>
                      </a:cubicBezTo>
                      <a:cubicBezTo>
                        <a:pt x="167533" y="483306"/>
                        <a:pt x="156769" y="459303"/>
                        <a:pt x="146768" y="439586"/>
                      </a:cubicBezTo>
                      <a:cubicBezTo>
                        <a:pt x="71521" y="290996"/>
                        <a:pt x="181820" y="114974"/>
                        <a:pt x="349936" y="115069"/>
                      </a:cubicBezTo>
                      <a:close/>
                      <a:moveTo>
                        <a:pt x="337462" y="234"/>
                      </a:moveTo>
                      <a:cubicBezTo>
                        <a:pt x="358237" y="-544"/>
                        <a:pt x="379238" y="602"/>
                        <a:pt x="400229" y="3817"/>
                      </a:cubicBezTo>
                      <a:cubicBezTo>
                        <a:pt x="571679" y="30106"/>
                        <a:pt x="697600" y="176314"/>
                        <a:pt x="697695" y="349288"/>
                      </a:cubicBezTo>
                      <a:cubicBezTo>
                        <a:pt x="700838" y="408820"/>
                        <a:pt x="683979" y="463588"/>
                        <a:pt x="657214" y="515690"/>
                      </a:cubicBezTo>
                      <a:cubicBezTo>
                        <a:pt x="647117" y="535312"/>
                        <a:pt x="634925" y="559029"/>
                        <a:pt x="607970" y="544170"/>
                      </a:cubicBezTo>
                      <a:cubicBezTo>
                        <a:pt x="581109" y="529406"/>
                        <a:pt x="595397" y="506737"/>
                        <a:pt x="604922" y="486925"/>
                      </a:cubicBezTo>
                      <a:cubicBezTo>
                        <a:pt x="680550" y="329476"/>
                        <a:pt x="622352" y="155931"/>
                        <a:pt x="470809" y="86589"/>
                      </a:cubicBezTo>
                      <a:cubicBezTo>
                        <a:pt x="359462" y="35630"/>
                        <a:pt x="232399" y="58014"/>
                        <a:pt x="145721" y="143929"/>
                      </a:cubicBezTo>
                      <a:cubicBezTo>
                        <a:pt x="58567" y="230226"/>
                        <a:pt x="35136" y="355765"/>
                        <a:pt x="85142" y="468256"/>
                      </a:cubicBezTo>
                      <a:cubicBezTo>
                        <a:pt x="89619" y="478257"/>
                        <a:pt x="94572" y="487972"/>
                        <a:pt x="99525" y="497688"/>
                      </a:cubicBezTo>
                      <a:cubicBezTo>
                        <a:pt x="109240" y="516643"/>
                        <a:pt x="110764" y="535883"/>
                        <a:pt x="89238" y="545789"/>
                      </a:cubicBezTo>
                      <a:cubicBezTo>
                        <a:pt x="70759" y="554266"/>
                        <a:pt x="57615" y="542741"/>
                        <a:pt x="47804" y="525596"/>
                      </a:cubicBezTo>
                      <a:cubicBezTo>
                        <a:pt x="-2393" y="438061"/>
                        <a:pt x="-12775" y="345383"/>
                        <a:pt x="15324" y="249562"/>
                      </a:cubicBezTo>
                      <a:cubicBezTo>
                        <a:pt x="57662" y="105377"/>
                        <a:pt x="192033" y="5677"/>
                        <a:pt x="337462" y="234"/>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cs typeface="+mn-ea"/>
                    <a:sym typeface="Arial" panose="020B0604020202020204" pitchFamily="34" charset="0"/>
                  </a:endParaRPr>
                </a:p>
              </p:txBody>
            </p:sp>
          </p:grpSp>
        </p:grpSp>
        <p:grpSp>
          <p:nvGrpSpPr>
            <p:cNvPr id="125" name="组合 124">
              <a:extLst>
                <a:ext uri="{FF2B5EF4-FFF2-40B4-BE49-F238E27FC236}">
                  <a16:creationId xmlns:a16="http://schemas.microsoft.com/office/drawing/2014/main" id="{985E6096-6CB3-F3E3-76B2-C10B2DA89517}"/>
                </a:ext>
              </a:extLst>
            </p:cNvPr>
            <p:cNvGrpSpPr>
              <a:grpSpLocks noChangeAspect="1"/>
            </p:cNvGrpSpPr>
            <p:nvPr/>
          </p:nvGrpSpPr>
          <p:grpSpPr>
            <a:xfrm>
              <a:off x="2801278" y="3720708"/>
              <a:ext cx="2086705" cy="2413392"/>
              <a:chOff x="4916339" y="2516305"/>
              <a:chExt cx="2359324" cy="3175072"/>
            </a:xfrm>
          </p:grpSpPr>
          <p:sp>
            <p:nvSpPr>
              <p:cNvPr id="147" name="任意多边形: 形状 4">
                <a:extLst>
                  <a:ext uri="{FF2B5EF4-FFF2-40B4-BE49-F238E27FC236}">
                    <a16:creationId xmlns:a16="http://schemas.microsoft.com/office/drawing/2014/main" id="{92B0F28E-4B96-3940-5045-692AAB8BD5D6}"/>
                  </a:ext>
                </a:extLst>
              </p:cNvPr>
              <p:cNvSpPr/>
              <p:nvPr/>
            </p:nvSpPr>
            <p:spPr>
              <a:xfrm>
                <a:off x="4916339" y="2516305"/>
                <a:ext cx="2359324"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48" name="组合 147">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49" name="Bullet2">
                  <a:extLst>
                    <a:ext uri="{FF2B5EF4-FFF2-40B4-BE49-F238E27FC236}">
                      <a16:creationId xmlns:a16="http://schemas.microsoft.com/office/drawing/2014/main" id="{6582094C-004E-32D0-572E-781CB2826F0D}"/>
                    </a:ext>
                  </a:extLst>
                </p:cNvPr>
                <p:cNvSpPr txBox="1"/>
                <p:nvPr/>
              </p:nvSpPr>
              <p:spPr>
                <a:xfrm>
                  <a:off x="6047948" y="3797821"/>
                  <a:ext cx="2219932"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智能制造投资</a:t>
                  </a:r>
                </a:p>
              </p:txBody>
            </p:sp>
            <p:sp>
              <p:nvSpPr>
                <p:cNvPr id="150" name="Text2">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智能制造领域投资持续升温，自动化、机器人等细分市场备受关注。</a:t>
                  </a:r>
                </a:p>
              </p:txBody>
            </p:sp>
            <p:sp>
              <p:nvSpPr>
                <p:cNvPr id="151" name="Number2">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2</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sp>
              <p:nvSpPr>
                <p:cNvPr id="152" name="Icon2">
                  <a:extLst>
                    <a:ext uri="{FF2B5EF4-FFF2-40B4-BE49-F238E27FC236}">
                      <a16:creationId xmlns:a16="http://schemas.microsoft.com/office/drawing/2014/main" id="{6C6F259D-4313-9661-D8F7-C7A1CE171E36}"/>
                    </a:ext>
                  </a:extLst>
                </p:cNvPr>
                <p:cNvSpPr/>
                <p:nvPr/>
              </p:nvSpPr>
              <p:spPr>
                <a:xfrm>
                  <a:off x="7709116" y="3285743"/>
                  <a:ext cx="341907" cy="397862"/>
                </a:xfrm>
                <a:custGeom>
                  <a:avLst/>
                  <a:gdLst>
                    <a:gd name="T0" fmla="*/ 5219 w 10437"/>
                    <a:gd name="T1" fmla="*/ 9565 h 10437"/>
                    <a:gd name="T2" fmla="*/ 872 w 10437"/>
                    <a:gd name="T3" fmla="*/ 5219 h 10437"/>
                    <a:gd name="T4" fmla="*/ 5219 w 10437"/>
                    <a:gd name="T5" fmla="*/ 872 h 10437"/>
                    <a:gd name="T6" fmla="*/ 9565 w 10437"/>
                    <a:gd name="T7" fmla="*/ 5218 h 10437"/>
                    <a:gd name="T8" fmla="*/ 5219 w 10437"/>
                    <a:gd name="T9" fmla="*/ 9565 h 10437"/>
                    <a:gd name="T10" fmla="*/ 10182 w 10437"/>
                    <a:gd name="T11" fmla="*/ 6208 h 10437"/>
                    <a:gd name="T12" fmla="*/ 9723 w 10437"/>
                    <a:gd name="T13" fmla="*/ 5219 h 10437"/>
                    <a:gd name="T14" fmla="*/ 10182 w 10437"/>
                    <a:gd name="T15" fmla="*/ 4229 h 10437"/>
                    <a:gd name="T16" fmla="*/ 9656 w 10437"/>
                    <a:gd name="T17" fmla="*/ 2780 h 10437"/>
                    <a:gd name="T18" fmla="*/ 8289 w 10437"/>
                    <a:gd name="T19" fmla="*/ 2143 h 10437"/>
                    <a:gd name="T20" fmla="*/ 7652 w 10437"/>
                    <a:gd name="T21" fmla="*/ 781 h 10437"/>
                    <a:gd name="T22" fmla="*/ 6208 w 10437"/>
                    <a:gd name="T23" fmla="*/ 256 h 10437"/>
                    <a:gd name="T24" fmla="*/ 5218 w 10437"/>
                    <a:gd name="T25" fmla="*/ 714 h 10437"/>
                    <a:gd name="T26" fmla="*/ 4229 w 10437"/>
                    <a:gd name="T27" fmla="*/ 255 h 10437"/>
                    <a:gd name="T28" fmla="*/ 2785 w 10437"/>
                    <a:gd name="T29" fmla="*/ 781 h 10437"/>
                    <a:gd name="T30" fmla="*/ 2148 w 10437"/>
                    <a:gd name="T31" fmla="*/ 2148 h 10437"/>
                    <a:gd name="T32" fmla="*/ 781 w 10437"/>
                    <a:gd name="T33" fmla="*/ 2785 h 10437"/>
                    <a:gd name="T34" fmla="*/ 255 w 10437"/>
                    <a:gd name="T35" fmla="*/ 4229 h 10437"/>
                    <a:gd name="T36" fmla="*/ 714 w 10437"/>
                    <a:gd name="T37" fmla="*/ 5218 h 10437"/>
                    <a:gd name="T38" fmla="*/ 255 w 10437"/>
                    <a:gd name="T39" fmla="*/ 6208 h 10437"/>
                    <a:gd name="T40" fmla="*/ 780 w 10437"/>
                    <a:gd name="T41" fmla="*/ 7652 h 10437"/>
                    <a:gd name="T42" fmla="*/ 2148 w 10437"/>
                    <a:gd name="T43" fmla="*/ 8289 h 10437"/>
                    <a:gd name="T44" fmla="*/ 2785 w 10437"/>
                    <a:gd name="T45" fmla="*/ 9657 h 10437"/>
                    <a:gd name="T46" fmla="*/ 4234 w 10437"/>
                    <a:gd name="T47" fmla="*/ 10182 h 10437"/>
                    <a:gd name="T48" fmla="*/ 5223 w 10437"/>
                    <a:gd name="T49" fmla="*/ 9723 h 10437"/>
                    <a:gd name="T50" fmla="*/ 6213 w 10437"/>
                    <a:gd name="T51" fmla="*/ 10182 h 10437"/>
                    <a:gd name="T52" fmla="*/ 7662 w 10437"/>
                    <a:gd name="T53" fmla="*/ 9657 h 10437"/>
                    <a:gd name="T54" fmla="*/ 8299 w 10437"/>
                    <a:gd name="T55" fmla="*/ 8289 h 10437"/>
                    <a:gd name="T56" fmla="*/ 9666 w 10437"/>
                    <a:gd name="T57" fmla="*/ 7652 h 10437"/>
                    <a:gd name="T58" fmla="*/ 10182 w 10437"/>
                    <a:gd name="T59" fmla="*/ 6208 h 10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437" h="10437">
                      <a:moveTo>
                        <a:pt x="5219" y="9565"/>
                      </a:moveTo>
                      <a:lnTo>
                        <a:pt x="872" y="5219"/>
                      </a:lnTo>
                      <a:lnTo>
                        <a:pt x="5219" y="872"/>
                      </a:lnTo>
                      <a:lnTo>
                        <a:pt x="9565" y="5218"/>
                      </a:lnTo>
                      <a:lnTo>
                        <a:pt x="5219" y="9565"/>
                      </a:lnTo>
                      <a:close/>
                      <a:moveTo>
                        <a:pt x="10182" y="6208"/>
                      </a:moveTo>
                      <a:lnTo>
                        <a:pt x="9723" y="5219"/>
                      </a:lnTo>
                      <a:lnTo>
                        <a:pt x="10182" y="4229"/>
                      </a:lnTo>
                      <a:cubicBezTo>
                        <a:pt x="10437" y="3684"/>
                        <a:pt x="10202" y="3035"/>
                        <a:pt x="9656" y="2780"/>
                      </a:cubicBezTo>
                      <a:lnTo>
                        <a:pt x="8289" y="2143"/>
                      </a:lnTo>
                      <a:lnTo>
                        <a:pt x="7652" y="781"/>
                      </a:lnTo>
                      <a:cubicBezTo>
                        <a:pt x="7397" y="235"/>
                        <a:pt x="6749" y="0"/>
                        <a:pt x="6208" y="256"/>
                      </a:cubicBezTo>
                      <a:lnTo>
                        <a:pt x="5218" y="714"/>
                      </a:lnTo>
                      <a:lnTo>
                        <a:pt x="4229" y="255"/>
                      </a:lnTo>
                      <a:cubicBezTo>
                        <a:pt x="3688" y="0"/>
                        <a:pt x="3040" y="235"/>
                        <a:pt x="2785" y="781"/>
                      </a:cubicBezTo>
                      <a:lnTo>
                        <a:pt x="2148" y="2148"/>
                      </a:lnTo>
                      <a:lnTo>
                        <a:pt x="781" y="2785"/>
                      </a:lnTo>
                      <a:cubicBezTo>
                        <a:pt x="235" y="3041"/>
                        <a:pt x="0" y="3688"/>
                        <a:pt x="255" y="4229"/>
                      </a:cubicBezTo>
                      <a:lnTo>
                        <a:pt x="714" y="5218"/>
                      </a:lnTo>
                      <a:lnTo>
                        <a:pt x="255" y="6208"/>
                      </a:lnTo>
                      <a:cubicBezTo>
                        <a:pt x="0" y="6749"/>
                        <a:pt x="235" y="7397"/>
                        <a:pt x="780" y="7652"/>
                      </a:cubicBezTo>
                      <a:lnTo>
                        <a:pt x="2148" y="8289"/>
                      </a:lnTo>
                      <a:lnTo>
                        <a:pt x="2785" y="9657"/>
                      </a:lnTo>
                      <a:cubicBezTo>
                        <a:pt x="3040" y="10202"/>
                        <a:pt x="3689" y="10437"/>
                        <a:pt x="4234" y="10182"/>
                      </a:cubicBezTo>
                      <a:lnTo>
                        <a:pt x="5223" y="9723"/>
                      </a:lnTo>
                      <a:lnTo>
                        <a:pt x="6213" y="10182"/>
                      </a:lnTo>
                      <a:cubicBezTo>
                        <a:pt x="6758" y="10437"/>
                        <a:pt x="7407" y="10202"/>
                        <a:pt x="7662" y="9657"/>
                      </a:cubicBezTo>
                      <a:lnTo>
                        <a:pt x="8299" y="8289"/>
                      </a:lnTo>
                      <a:lnTo>
                        <a:pt x="9666" y="7652"/>
                      </a:lnTo>
                      <a:cubicBezTo>
                        <a:pt x="10205" y="7394"/>
                        <a:pt x="10435" y="6749"/>
                        <a:pt x="10182" y="6208"/>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cs typeface="+mn-ea"/>
                    <a:sym typeface="Arial" panose="020B0604020202020204" pitchFamily="34" charset="0"/>
                  </a:endParaRPr>
                </a:p>
              </p:txBody>
            </p:sp>
          </p:grpSp>
        </p:grpSp>
        <p:grpSp>
          <p:nvGrpSpPr>
            <p:cNvPr id="128" name="组合 127">
              <a:extLst>
                <a:ext uri="{FF2B5EF4-FFF2-40B4-BE49-F238E27FC236}">
                  <a16:creationId xmlns:a16="http://schemas.microsoft.com/office/drawing/2014/main" id="{985E6096-6CB3-F3E3-76B2-C10B2DA89517}"/>
                </a:ext>
              </a:extLst>
            </p:cNvPr>
            <p:cNvGrpSpPr>
              <a:grpSpLocks noChangeAspect="1"/>
            </p:cNvGrpSpPr>
            <p:nvPr/>
          </p:nvGrpSpPr>
          <p:grpSpPr>
            <a:xfrm>
              <a:off x="9536334" y="3720708"/>
              <a:ext cx="2086702" cy="2413392"/>
              <a:chOff x="4916336" y="2516305"/>
              <a:chExt cx="2359323" cy="3175072"/>
            </a:xfrm>
          </p:grpSpPr>
          <p:sp>
            <p:nvSpPr>
              <p:cNvPr id="129" name="任意多边形: 形状 4">
                <a:extLst>
                  <a:ext uri="{FF2B5EF4-FFF2-40B4-BE49-F238E27FC236}">
                    <a16:creationId xmlns:a16="http://schemas.microsoft.com/office/drawing/2014/main" id="{92B0F28E-4B96-3940-5045-692AAB8BD5D6}"/>
                  </a:ext>
                </a:extLst>
              </p:cNvPr>
              <p:cNvSpPr/>
              <p:nvPr/>
            </p:nvSpPr>
            <p:spPr>
              <a:xfrm flipH="1">
                <a:off x="4916336" y="2516305"/>
                <a:ext cx="2359323"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30" name="组合 129">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31" name="Bullet5">
                  <a:extLst>
                    <a:ext uri="{FF2B5EF4-FFF2-40B4-BE49-F238E27FC236}">
                      <a16:creationId xmlns:a16="http://schemas.microsoft.com/office/drawing/2014/main" id="{6582094C-004E-32D0-572E-781CB2826F0D}"/>
                    </a:ext>
                  </a:extLst>
                </p:cNvPr>
                <p:cNvSpPr txBox="1"/>
                <p:nvPr/>
              </p:nvSpPr>
              <p:spPr>
                <a:xfrm>
                  <a:off x="6047948" y="3797821"/>
                  <a:ext cx="2219931"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云计算投资</a:t>
                  </a:r>
                </a:p>
              </p:txBody>
            </p:sp>
            <p:sp>
              <p:nvSpPr>
                <p:cNvPr id="132" name="Text5">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云计算市场持续扩张，数据中心、云服务等领域成为投资新风口。</a:t>
                  </a:r>
                </a:p>
              </p:txBody>
            </p:sp>
            <p:sp>
              <p:nvSpPr>
                <p:cNvPr id="133" name="Number5">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5</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sp>
              <p:nvSpPr>
                <p:cNvPr id="134" name="Icon5">
                  <a:extLst>
                    <a:ext uri="{FF2B5EF4-FFF2-40B4-BE49-F238E27FC236}">
                      <a16:creationId xmlns:a16="http://schemas.microsoft.com/office/drawing/2014/main" id="{6C6F259D-4313-9661-D8F7-C7A1CE171E36}"/>
                    </a:ext>
                  </a:extLst>
                </p:cNvPr>
                <p:cNvSpPr/>
                <p:nvPr/>
              </p:nvSpPr>
              <p:spPr>
                <a:xfrm>
                  <a:off x="7786176" y="3285743"/>
                  <a:ext cx="243742" cy="397861"/>
                </a:xfrm>
                <a:custGeom>
                  <a:avLst/>
                  <a:gdLst>
                    <a:gd name="connsiteX0" fmla="*/ 86973 w 381000"/>
                    <a:gd name="connsiteY0" fmla="*/ 38721 h 514350"/>
                    <a:gd name="connsiteX1" fmla="*/ 86973 w 381000"/>
                    <a:gd name="connsiteY1" fmla="*/ 57771 h 514350"/>
                    <a:gd name="connsiteX2" fmla="*/ 123168 w 381000"/>
                    <a:gd name="connsiteY2" fmla="*/ 95871 h 514350"/>
                    <a:gd name="connsiteX3" fmla="*/ 125073 w 381000"/>
                    <a:gd name="connsiteY3" fmla="*/ 95871 h 514350"/>
                    <a:gd name="connsiteX4" fmla="*/ 258423 w 381000"/>
                    <a:gd name="connsiteY4" fmla="*/ 95871 h 514350"/>
                    <a:gd name="connsiteX5" fmla="*/ 296523 w 381000"/>
                    <a:gd name="connsiteY5" fmla="*/ 59676 h 514350"/>
                    <a:gd name="connsiteX6" fmla="*/ 296523 w 381000"/>
                    <a:gd name="connsiteY6" fmla="*/ 57771 h 514350"/>
                    <a:gd name="connsiteX7" fmla="*/ 296523 w 381000"/>
                    <a:gd name="connsiteY7" fmla="*/ 38721 h 514350"/>
                    <a:gd name="connsiteX8" fmla="*/ 353673 w 381000"/>
                    <a:gd name="connsiteY8" fmla="*/ 38721 h 514350"/>
                    <a:gd name="connsiteX9" fmla="*/ 382248 w 381000"/>
                    <a:gd name="connsiteY9" fmla="*/ 67296 h 514350"/>
                    <a:gd name="connsiteX10" fmla="*/ 382248 w 381000"/>
                    <a:gd name="connsiteY10" fmla="*/ 486396 h 514350"/>
                    <a:gd name="connsiteX11" fmla="*/ 353673 w 381000"/>
                    <a:gd name="connsiteY11" fmla="*/ 514971 h 514350"/>
                    <a:gd name="connsiteX12" fmla="*/ 29823 w 381000"/>
                    <a:gd name="connsiteY12" fmla="*/ 514971 h 514350"/>
                    <a:gd name="connsiteX13" fmla="*/ 1248 w 381000"/>
                    <a:gd name="connsiteY13" fmla="*/ 486396 h 514350"/>
                    <a:gd name="connsiteX14" fmla="*/ 1248 w 381000"/>
                    <a:gd name="connsiteY14" fmla="*/ 67296 h 514350"/>
                    <a:gd name="connsiteX15" fmla="*/ 29823 w 381000"/>
                    <a:gd name="connsiteY15" fmla="*/ 38721 h 514350"/>
                    <a:gd name="connsiteX16" fmla="*/ 86973 w 381000"/>
                    <a:gd name="connsiteY16" fmla="*/ 38721 h 514350"/>
                    <a:gd name="connsiteX17" fmla="*/ 191748 w 381000"/>
                    <a:gd name="connsiteY17" fmla="*/ 333996 h 514350"/>
                    <a:gd name="connsiteX18" fmla="*/ 77448 w 381000"/>
                    <a:gd name="connsiteY18" fmla="*/ 333996 h 514350"/>
                    <a:gd name="connsiteX19" fmla="*/ 77448 w 381000"/>
                    <a:gd name="connsiteY19" fmla="*/ 353046 h 514350"/>
                    <a:gd name="connsiteX20" fmla="*/ 191748 w 381000"/>
                    <a:gd name="connsiteY20" fmla="*/ 353046 h 514350"/>
                    <a:gd name="connsiteX21" fmla="*/ 191748 w 381000"/>
                    <a:gd name="connsiteY21" fmla="*/ 333996 h 514350"/>
                    <a:gd name="connsiteX22" fmla="*/ 306048 w 381000"/>
                    <a:gd name="connsiteY22" fmla="*/ 257796 h 514350"/>
                    <a:gd name="connsiteX23" fmla="*/ 77448 w 381000"/>
                    <a:gd name="connsiteY23" fmla="*/ 257796 h 514350"/>
                    <a:gd name="connsiteX24" fmla="*/ 77448 w 381000"/>
                    <a:gd name="connsiteY24" fmla="*/ 276846 h 514350"/>
                    <a:gd name="connsiteX25" fmla="*/ 306048 w 381000"/>
                    <a:gd name="connsiteY25" fmla="*/ 276846 h 514350"/>
                    <a:gd name="connsiteX26" fmla="*/ 306048 w 381000"/>
                    <a:gd name="connsiteY26" fmla="*/ 257796 h 514350"/>
                    <a:gd name="connsiteX27" fmla="*/ 306048 w 381000"/>
                    <a:gd name="connsiteY27" fmla="*/ 181596 h 514350"/>
                    <a:gd name="connsiteX28" fmla="*/ 77448 w 381000"/>
                    <a:gd name="connsiteY28" fmla="*/ 181596 h 514350"/>
                    <a:gd name="connsiteX29" fmla="*/ 77448 w 381000"/>
                    <a:gd name="connsiteY29" fmla="*/ 200646 h 514350"/>
                    <a:gd name="connsiteX30" fmla="*/ 306048 w 381000"/>
                    <a:gd name="connsiteY30" fmla="*/ 200646 h 514350"/>
                    <a:gd name="connsiteX31" fmla="*/ 306048 w 381000"/>
                    <a:gd name="connsiteY31" fmla="*/ 181596 h 514350"/>
                    <a:gd name="connsiteX32" fmla="*/ 248898 w 381000"/>
                    <a:gd name="connsiteY32" fmla="*/ 621 h 514350"/>
                    <a:gd name="connsiteX33" fmla="*/ 277473 w 381000"/>
                    <a:gd name="connsiteY33" fmla="*/ 29196 h 514350"/>
                    <a:gd name="connsiteX34" fmla="*/ 277473 w 381000"/>
                    <a:gd name="connsiteY34" fmla="*/ 48246 h 514350"/>
                    <a:gd name="connsiteX35" fmla="*/ 248898 w 381000"/>
                    <a:gd name="connsiteY35" fmla="*/ 76821 h 514350"/>
                    <a:gd name="connsiteX36" fmla="*/ 134598 w 381000"/>
                    <a:gd name="connsiteY36" fmla="*/ 76821 h 514350"/>
                    <a:gd name="connsiteX37" fmla="*/ 106023 w 381000"/>
                    <a:gd name="connsiteY37" fmla="*/ 48246 h 514350"/>
                    <a:gd name="connsiteX38" fmla="*/ 106023 w 381000"/>
                    <a:gd name="connsiteY38" fmla="*/ 29196 h 514350"/>
                    <a:gd name="connsiteX39" fmla="*/ 134598 w 381000"/>
                    <a:gd name="connsiteY39" fmla="*/ 621 h 514350"/>
                    <a:gd name="connsiteX40" fmla="*/ 248898 w 381000"/>
                    <a:gd name="connsiteY40" fmla="*/ 621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81000" h="514350">
                      <a:moveTo>
                        <a:pt x="86973" y="38721"/>
                      </a:moveTo>
                      <a:lnTo>
                        <a:pt x="86973" y="57771"/>
                      </a:lnTo>
                      <a:cubicBezTo>
                        <a:pt x="86973" y="77774"/>
                        <a:pt x="103166" y="94919"/>
                        <a:pt x="123168" y="95871"/>
                      </a:cubicBezTo>
                      <a:lnTo>
                        <a:pt x="125073" y="95871"/>
                      </a:lnTo>
                      <a:lnTo>
                        <a:pt x="258423" y="95871"/>
                      </a:lnTo>
                      <a:cubicBezTo>
                        <a:pt x="278426" y="95871"/>
                        <a:pt x="295570" y="79679"/>
                        <a:pt x="296523" y="59676"/>
                      </a:cubicBezTo>
                      <a:lnTo>
                        <a:pt x="296523" y="57771"/>
                      </a:lnTo>
                      <a:lnTo>
                        <a:pt x="296523" y="38721"/>
                      </a:lnTo>
                      <a:lnTo>
                        <a:pt x="353673" y="38721"/>
                      </a:lnTo>
                      <a:cubicBezTo>
                        <a:pt x="369866" y="38721"/>
                        <a:pt x="382248" y="51104"/>
                        <a:pt x="382248" y="67296"/>
                      </a:cubicBezTo>
                      <a:lnTo>
                        <a:pt x="382248" y="486396"/>
                      </a:lnTo>
                      <a:cubicBezTo>
                        <a:pt x="382248" y="502589"/>
                        <a:pt x="369866" y="514971"/>
                        <a:pt x="353673" y="514971"/>
                      </a:cubicBezTo>
                      <a:lnTo>
                        <a:pt x="29823" y="514971"/>
                      </a:lnTo>
                      <a:cubicBezTo>
                        <a:pt x="13630" y="514971"/>
                        <a:pt x="1248" y="502589"/>
                        <a:pt x="1248" y="486396"/>
                      </a:cubicBezTo>
                      <a:lnTo>
                        <a:pt x="1248" y="67296"/>
                      </a:lnTo>
                      <a:cubicBezTo>
                        <a:pt x="1248" y="51104"/>
                        <a:pt x="13630" y="38721"/>
                        <a:pt x="29823" y="38721"/>
                      </a:cubicBez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48898" y="621"/>
                      </a:moveTo>
                      <a:cubicBezTo>
                        <a:pt x="265091" y="621"/>
                        <a:pt x="277473" y="13004"/>
                        <a:pt x="277473" y="29196"/>
                      </a:cubicBezTo>
                      <a:lnTo>
                        <a:pt x="277473" y="48246"/>
                      </a:lnTo>
                      <a:cubicBezTo>
                        <a:pt x="277473" y="64439"/>
                        <a:pt x="265091" y="76821"/>
                        <a:pt x="248898" y="76821"/>
                      </a:cubicBezTo>
                      <a:lnTo>
                        <a:pt x="134598" y="76821"/>
                      </a:lnTo>
                      <a:cubicBezTo>
                        <a:pt x="118405" y="76821"/>
                        <a:pt x="106023" y="64439"/>
                        <a:pt x="106023" y="48246"/>
                      </a:cubicBezTo>
                      <a:lnTo>
                        <a:pt x="106023" y="29196"/>
                      </a:lnTo>
                      <a:cubicBezTo>
                        <a:pt x="106023" y="13004"/>
                        <a:pt x="118405" y="621"/>
                        <a:pt x="134598" y="621"/>
                      </a:cubicBezTo>
                      <a:lnTo>
                        <a:pt x="248898" y="621"/>
                      </a:ln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cs typeface="+mn-ea"/>
                    <a:sym typeface="Arial" panose="020B0604020202020204" pitchFamily="34" charset="0"/>
                  </a:endParaRPr>
                </a:p>
              </p:txBody>
            </p:sp>
          </p:grpSp>
        </p:grpSp>
        <p:sp>
          <p:nvSpPr>
            <p:cNvPr id="123" name="Title">
              <a:extLst>
                <a:ext uri="{FF2B5EF4-FFF2-40B4-BE49-F238E27FC236}">
                  <a16:creationId xmlns:a16="http://schemas.microsoft.com/office/drawing/2014/main" id="{DE44F044-FAAA-54E1-042F-4BA16DFA9560}"/>
                </a:ext>
              </a:extLst>
            </p:cNvPr>
            <p:cNvSpPr>
              <a:spLocks noChangeAspect="1"/>
            </p:cNvSpPr>
            <p:nvPr/>
          </p:nvSpPr>
          <p:spPr>
            <a:xfrm>
              <a:off x="660402" y="1135000"/>
              <a:ext cx="10858500" cy="536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SzPct val="25000"/>
              </a:pPr>
              <a:r>
                <a:rPr lang="zh-CN" altLang="en-US" sz="2400" b="1" dirty="0">
                  <a:solidFill>
                    <a:schemeClr val="tx1"/>
                  </a:solidFill>
                </a:rPr>
                <a:t>电子科技行业投资热点与风向标</a:t>
              </a:r>
            </a:p>
          </p:txBody>
        </p:sp>
        <p:grpSp>
          <p:nvGrpSpPr>
            <p:cNvPr id="161" name="组合 160">
              <a:extLst>
                <a:ext uri="{FF2B5EF4-FFF2-40B4-BE49-F238E27FC236}">
                  <a16:creationId xmlns:a16="http://schemas.microsoft.com/office/drawing/2014/main" id="{A21732AC-BEB1-90AD-F050-975C115DAF58}"/>
                </a:ext>
              </a:extLst>
            </p:cNvPr>
            <p:cNvGrpSpPr/>
            <p:nvPr/>
          </p:nvGrpSpPr>
          <p:grpSpPr>
            <a:xfrm>
              <a:off x="5046298" y="3720708"/>
              <a:ext cx="2086705" cy="2413392"/>
              <a:chOff x="5046298" y="3720708"/>
              <a:chExt cx="2086705" cy="2413392"/>
            </a:xfrm>
          </p:grpSpPr>
          <p:grpSp>
            <p:nvGrpSpPr>
              <p:cNvPr id="126" name="组合 125">
                <a:extLst>
                  <a:ext uri="{FF2B5EF4-FFF2-40B4-BE49-F238E27FC236}">
                    <a16:creationId xmlns:a16="http://schemas.microsoft.com/office/drawing/2014/main" id="{985E6096-6CB3-F3E3-76B2-C10B2DA89517}"/>
                  </a:ext>
                </a:extLst>
              </p:cNvPr>
              <p:cNvGrpSpPr>
                <a:grpSpLocks noChangeAspect="1"/>
              </p:cNvGrpSpPr>
              <p:nvPr/>
            </p:nvGrpSpPr>
            <p:grpSpPr>
              <a:xfrm>
                <a:off x="5046298" y="3720708"/>
                <a:ext cx="2086705" cy="2413392"/>
                <a:chOff x="4916339" y="2516305"/>
                <a:chExt cx="2359324" cy="3175072"/>
              </a:xfrm>
            </p:grpSpPr>
            <p:sp>
              <p:nvSpPr>
                <p:cNvPr id="141" name="任意多边形: 形状 4">
                  <a:extLst>
                    <a:ext uri="{FF2B5EF4-FFF2-40B4-BE49-F238E27FC236}">
                      <a16:creationId xmlns:a16="http://schemas.microsoft.com/office/drawing/2014/main" id="{92B0F28E-4B96-3940-5045-692AAB8BD5D6}"/>
                    </a:ext>
                  </a:extLst>
                </p:cNvPr>
                <p:cNvSpPr/>
                <p:nvPr/>
              </p:nvSpPr>
              <p:spPr>
                <a:xfrm>
                  <a:off x="4916339" y="2516305"/>
                  <a:ext cx="2359324"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42" name="组合 141">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43" name="Bullet3">
                    <a:extLst>
                      <a:ext uri="{FF2B5EF4-FFF2-40B4-BE49-F238E27FC236}">
                        <a16:creationId xmlns:a16="http://schemas.microsoft.com/office/drawing/2014/main" id="{6582094C-004E-32D0-572E-781CB2826F0D}"/>
                      </a:ext>
                    </a:extLst>
                  </p:cNvPr>
                  <p:cNvSpPr txBox="1"/>
                  <p:nvPr/>
                </p:nvSpPr>
                <p:spPr>
                  <a:xfrm>
                    <a:off x="6047948" y="3797821"/>
                    <a:ext cx="2219932"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新能源汽车投资</a:t>
                    </a:r>
                  </a:p>
                </p:txBody>
              </p:sp>
              <p:sp>
                <p:nvSpPr>
                  <p:cNvPr id="144" name="Text3">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新能源汽车投资热度不减，电池、充电桩等配套设施成为投资热点。</a:t>
                    </a:r>
                  </a:p>
                </p:txBody>
              </p:sp>
              <p:sp>
                <p:nvSpPr>
                  <p:cNvPr id="145" name="Number3">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3</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grpSp>
          </p:grpSp>
          <p:sp>
            <p:nvSpPr>
              <p:cNvPr id="159" name="minibus_62444">
                <a:extLst>
                  <a:ext uri="{FF2B5EF4-FFF2-40B4-BE49-F238E27FC236}">
                    <a16:creationId xmlns:a16="http://schemas.microsoft.com/office/drawing/2014/main" id="{643D83EA-3670-D862-2AB7-DA789379BEEC}"/>
                  </a:ext>
                </a:extLst>
              </p:cNvPr>
              <p:cNvSpPr/>
              <p:nvPr/>
            </p:nvSpPr>
            <p:spPr>
              <a:xfrm>
                <a:off x="6463960" y="3895488"/>
                <a:ext cx="447249" cy="269970"/>
              </a:xfrm>
              <a:custGeom>
                <a:avLst/>
                <a:gdLst>
                  <a:gd name="connsiteX0" fmla="*/ 485173 w 607427"/>
                  <a:gd name="connsiteY0" fmla="*/ 280805 h 366658"/>
                  <a:gd name="connsiteX1" fmla="*/ 459658 w 607427"/>
                  <a:gd name="connsiteY1" fmla="*/ 306290 h 366658"/>
                  <a:gd name="connsiteX2" fmla="*/ 485173 w 607427"/>
                  <a:gd name="connsiteY2" fmla="*/ 331774 h 366658"/>
                  <a:gd name="connsiteX3" fmla="*/ 510687 w 607427"/>
                  <a:gd name="connsiteY3" fmla="*/ 306290 h 366658"/>
                  <a:gd name="connsiteX4" fmla="*/ 485173 w 607427"/>
                  <a:gd name="connsiteY4" fmla="*/ 280805 h 366658"/>
                  <a:gd name="connsiteX5" fmla="*/ 122255 w 607427"/>
                  <a:gd name="connsiteY5" fmla="*/ 280805 h 366658"/>
                  <a:gd name="connsiteX6" fmla="*/ 96740 w 607427"/>
                  <a:gd name="connsiteY6" fmla="*/ 306290 h 366658"/>
                  <a:gd name="connsiteX7" fmla="*/ 122255 w 607427"/>
                  <a:gd name="connsiteY7" fmla="*/ 331774 h 366658"/>
                  <a:gd name="connsiteX8" fmla="*/ 147769 w 607427"/>
                  <a:gd name="connsiteY8" fmla="*/ 306290 h 366658"/>
                  <a:gd name="connsiteX9" fmla="*/ 122255 w 607427"/>
                  <a:gd name="connsiteY9" fmla="*/ 280805 h 366658"/>
                  <a:gd name="connsiteX10" fmla="*/ 485173 w 607427"/>
                  <a:gd name="connsiteY10" fmla="*/ 245921 h 366658"/>
                  <a:gd name="connsiteX11" fmla="*/ 545612 w 607427"/>
                  <a:gd name="connsiteY11" fmla="*/ 306290 h 366658"/>
                  <a:gd name="connsiteX12" fmla="*/ 485173 w 607427"/>
                  <a:gd name="connsiteY12" fmla="*/ 366658 h 366658"/>
                  <a:gd name="connsiteX13" fmla="*/ 424733 w 607427"/>
                  <a:gd name="connsiteY13" fmla="*/ 306290 h 366658"/>
                  <a:gd name="connsiteX14" fmla="*/ 485173 w 607427"/>
                  <a:gd name="connsiteY14" fmla="*/ 245921 h 366658"/>
                  <a:gd name="connsiteX15" fmla="*/ 122255 w 607427"/>
                  <a:gd name="connsiteY15" fmla="*/ 245921 h 366658"/>
                  <a:gd name="connsiteX16" fmla="*/ 182694 w 607427"/>
                  <a:gd name="connsiteY16" fmla="*/ 306290 h 366658"/>
                  <a:gd name="connsiteX17" fmla="*/ 122255 w 607427"/>
                  <a:gd name="connsiteY17" fmla="*/ 366658 h 366658"/>
                  <a:gd name="connsiteX18" fmla="*/ 61815 w 607427"/>
                  <a:gd name="connsiteY18" fmla="*/ 306290 h 366658"/>
                  <a:gd name="connsiteX19" fmla="*/ 122255 w 607427"/>
                  <a:gd name="connsiteY19" fmla="*/ 245921 h 366658"/>
                  <a:gd name="connsiteX20" fmla="*/ 328748 w 607427"/>
                  <a:gd name="connsiteY20" fmla="*/ 61138 h 366658"/>
                  <a:gd name="connsiteX21" fmla="*/ 328748 w 607427"/>
                  <a:gd name="connsiteY21" fmla="*/ 142138 h 366658"/>
                  <a:gd name="connsiteX22" fmla="*/ 470902 w 607427"/>
                  <a:gd name="connsiteY22" fmla="*/ 142041 h 366658"/>
                  <a:gd name="connsiteX23" fmla="*/ 430439 w 607427"/>
                  <a:gd name="connsiteY23" fmla="*/ 61138 h 366658"/>
                  <a:gd name="connsiteX24" fmla="*/ 200665 w 607427"/>
                  <a:gd name="connsiteY24" fmla="*/ 61138 h 366658"/>
                  <a:gd name="connsiteX25" fmla="*/ 200665 w 607427"/>
                  <a:gd name="connsiteY25" fmla="*/ 142138 h 366658"/>
                  <a:gd name="connsiteX26" fmla="*/ 268491 w 607427"/>
                  <a:gd name="connsiteY26" fmla="*/ 142041 h 366658"/>
                  <a:gd name="connsiteX27" fmla="*/ 268491 w 607427"/>
                  <a:gd name="connsiteY27" fmla="*/ 61138 h 366658"/>
                  <a:gd name="connsiteX28" fmla="*/ 76462 w 607427"/>
                  <a:gd name="connsiteY28" fmla="*/ 61138 h 366658"/>
                  <a:gd name="connsiteX29" fmla="*/ 76462 w 607427"/>
                  <a:gd name="connsiteY29" fmla="*/ 142138 h 366658"/>
                  <a:gd name="connsiteX30" fmla="*/ 144288 w 607427"/>
                  <a:gd name="connsiteY30" fmla="*/ 142041 h 366658"/>
                  <a:gd name="connsiteX31" fmla="*/ 144288 w 607427"/>
                  <a:gd name="connsiteY31" fmla="*/ 61138 h 366658"/>
                  <a:gd name="connsiteX32" fmla="*/ 19407 w 607427"/>
                  <a:gd name="connsiteY32" fmla="*/ 0 h 366658"/>
                  <a:gd name="connsiteX33" fmla="*/ 467311 w 607427"/>
                  <a:gd name="connsiteY33" fmla="*/ 0 h 366658"/>
                  <a:gd name="connsiteX34" fmla="*/ 484680 w 607427"/>
                  <a:gd name="connsiteY34" fmla="*/ 10755 h 366658"/>
                  <a:gd name="connsiteX35" fmla="*/ 543094 w 607427"/>
                  <a:gd name="connsiteY35" fmla="*/ 127410 h 366658"/>
                  <a:gd name="connsiteX36" fmla="*/ 596074 w 607427"/>
                  <a:gd name="connsiteY36" fmla="*/ 151827 h 366658"/>
                  <a:gd name="connsiteX37" fmla="*/ 607427 w 607427"/>
                  <a:gd name="connsiteY37" fmla="*/ 169461 h 366658"/>
                  <a:gd name="connsiteX38" fmla="*/ 607427 w 607427"/>
                  <a:gd name="connsiteY38" fmla="*/ 297743 h 366658"/>
                  <a:gd name="connsiteX39" fmla="*/ 588021 w 607427"/>
                  <a:gd name="connsiteY39" fmla="*/ 317121 h 366658"/>
                  <a:gd name="connsiteX40" fmla="*/ 563859 w 607427"/>
                  <a:gd name="connsiteY40" fmla="*/ 317121 h 366658"/>
                  <a:gd name="connsiteX41" fmla="*/ 565024 w 607427"/>
                  <a:gd name="connsiteY41" fmla="*/ 303750 h 366658"/>
                  <a:gd name="connsiteX42" fmla="*/ 485165 w 607427"/>
                  <a:gd name="connsiteY42" fmla="*/ 224010 h 366658"/>
                  <a:gd name="connsiteX43" fmla="*/ 405307 w 607427"/>
                  <a:gd name="connsiteY43" fmla="*/ 303750 h 366658"/>
                  <a:gd name="connsiteX44" fmla="*/ 406472 w 607427"/>
                  <a:gd name="connsiteY44" fmla="*/ 317121 h 366658"/>
                  <a:gd name="connsiteX45" fmla="*/ 200956 w 607427"/>
                  <a:gd name="connsiteY45" fmla="*/ 317121 h 366658"/>
                  <a:gd name="connsiteX46" fmla="*/ 202120 w 607427"/>
                  <a:gd name="connsiteY46" fmla="*/ 303750 h 366658"/>
                  <a:gd name="connsiteX47" fmla="*/ 122262 w 607427"/>
                  <a:gd name="connsiteY47" fmla="*/ 224010 h 366658"/>
                  <a:gd name="connsiteX48" fmla="*/ 42404 w 607427"/>
                  <a:gd name="connsiteY48" fmla="*/ 303750 h 366658"/>
                  <a:gd name="connsiteX49" fmla="*/ 43568 w 607427"/>
                  <a:gd name="connsiteY49" fmla="*/ 317121 h 366658"/>
                  <a:gd name="connsiteX50" fmla="*/ 19407 w 607427"/>
                  <a:gd name="connsiteY50" fmla="*/ 317121 h 366658"/>
                  <a:gd name="connsiteX51" fmla="*/ 0 w 607427"/>
                  <a:gd name="connsiteY51" fmla="*/ 297743 h 366658"/>
                  <a:gd name="connsiteX52" fmla="*/ 0 w 607427"/>
                  <a:gd name="connsiteY52" fmla="*/ 19378 h 366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7427" h="366658">
                    <a:moveTo>
                      <a:pt x="485173" y="280805"/>
                    </a:moveTo>
                    <a:cubicBezTo>
                      <a:pt x="471106" y="280805"/>
                      <a:pt x="459658" y="292239"/>
                      <a:pt x="459658" y="306290"/>
                    </a:cubicBezTo>
                    <a:cubicBezTo>
                      <a:pt x="459658" y="320340"/>
                      <a:pt x="471106" y="331774"/>
                      <a:pt x="485173" y="331774"/>
                    </a:cubicBezTo>
                    <a:cubicBezTo>
                      <a:pt x="499240" y="331774"/>
                      <a:pt x="510687" y="320340"/>
                      <a:pt x="510687" y="306290"/>
                    </a:cubicBezTo>
                    <a:cubicBezTo>
                      <a:pt x="510687" y="292239"/>
                      <a:pt x="499240" y="280805"/>
                      <a:pt x="485173" y="280805"/>
                    </a:cubicBezTo>
                    <a:close/>
                    <a:moveTo>
                      <a:pt x="122255" y="280805"/>
                    </a:moveTo>
                    <a:cubicBezTo>
                      <a:pt x="108188" y="280805"/>
                      <a:pt x="96740" y="292239"/>
                      <a:pt x="96740" y="306290"/>
                    </a:cubicBezTo>
                    <a:cubicBezTo>
                      <a:pt x="96740" y="320340"/>
                      <a:pt x="108188" y="331774"/>
                      <a:pt x="122255" y="331774"/>
                    </a:cubicBezTo>
                    <a:cubicBezTo>
                      <a:pt x="136322" y="331774"/>
                      <a:pt x="147769" y="320340"/>
                      <a:pt x="147769" y="306290"/>
                    </a:cubicBezTo>
                    <a:cubicBezTo>
                      <a:pt x="147769" y="292239"/>
                      <a:pt x="136322" y="280805"/>
                      <a:pt x="122255" y="280805"/>
                    </a:cubicBezTo>
                    <a:close/>
                    <a:moveTo>
                      <a:pt x="485173" y="245921"/>
                    </a:moveTo>
                    <a:cubicBezTo>
                      <a:pt x="518545" y="245921"/>
                      <a:pt x="545612" y="272956"/>
                      <a:pt x="545612" y="306290"/>
                    </a:cubicBezTo>
                    <a:cubicBezTo>
                      <a:pt x="545612" y="339623"/>
                      <a:pt x="518545" y="366658"/>
                      <a:pt x="485173" y="366658"/>
                    </a:cubicBezTo>
                    <a:cubicBezTo>
                      <a:pt x="451800" y="366658"/>
                      <a:pt x="424733" y="339623"/>
                      <a:pt x="424733" y="306290"/>
                    </a:cubicBezTo>
                    <a:cubicBezTo>
                      <a:pt x="424733" y="272956"/>
                      <a:pt x="451800" y="245921"/>
                      <a:pt x="485173" y="245921"/>
                    </a:cubicBezTo>
                    <a:close/>
                    <a:moveTo>
                      <a:pt x="122255" y="245921"/>
                    </a:moveTo>
                    <a:cubicBezTo>
                      <a:pt x="155627" y="245921"/>
                      <a:pt x="182694" y="272956"/>
                      <a:pt x="182694" y="306290"/>
                    </a:cubicBezTo>
                    <a:cubicBezTo>
                      <a:pt x="182694" y="339623"/>
                      <a:pt x="155627" y="366658"/>
                      <a:pt x="122255" y="366658"/>
                    </a:cubicBezTo>
                    <a:cubicBezTo>
                      <a:pt x="88882" y="366658"/>
                      <a:pt x="61815" y="339623"/>
                      <a:pt x="61815" y="306290"/>
                    </a:cubicBezTo>
                    <a:cubicBezTo>
                      <a:pt x="61815" y="272956"/>
                      <a:pt x="88882" y="245921"/>
                      <a:pt x="122255" y="245921"/>
                    </a:cubicBezTo>
                    <a:close/>
                    <a:moveTo>
                      <a:pt x="328748" y="61138"/>
                    </a:moveTo>
                    <a:lnTo>
                      <a:pt x="328748" y="142138"/>
                    </a:lnTo>
                    <a:lnTo>
                      <a:pt x="470902" y="142041"/>
                    </a:lnTo>
                    <a:lnTo>
                      <a:pt x="430439" y="61138"/>
                    </a:lnTo>
                    <a:close/>
                    <a:moveTo>
                      <a:pt x="200665" y="61138"/>
                    </a:moveTo>
                    <a:lnTo>
                      <a:pt x="200665" y="142138"/>
                    </a:lnTo>
                    <a:lnTo>
                      <a:pt x="268491" y="142041"/>
                    </a:lnTo>
                    <a:lnTo>
                      <a:pt x="268491" y="61138"/>
                    </a:lnTo>
                    <a:close/>
                    <a:moveTo>
                      <a:pt x="76462" y="61138"/>
                    </a:moveTo>
                    <a:lnTo>
                      <a:pt x="76462" y="142138"/>
                    </a:lnTo>
                    <a:lnTo>
                      <a:pt x="144288" y="142041"/>
                    </a:lnTo>
                    <a:lnTo>
                      <a:pt x="144288" y="61138"/>
                    </a:lnTo>
                    <a:close/>
                    <a:moveTo>
                      <a:pt x="19407" y="0"/>
                    </a:moveTo>
                    <a:lnTo>
                      <a:pt x="467311" y="0"/>
                    </a:lnTo>
                    <a:lnTo>
                      <a:pt x="484680" y="10755"/>
                    </a:lnTo>
                    <a:lnTo>
                      <a:pt x="543094" y="127410"/>
                    </a:lnTo>
                    <a:lnTo>
                      <a:pt x="596074" y="151827"/>
                    </a:lnTo>
                    <a:lnTo>
                      <a:pt x="607427" y="169461"/>
                    </a:lnTo>
                    <a:lnTo>
                      <a:pt x="607427" y="297743"/>
                    </a:lnTo>
                    <a:lnTo>
                      <a:pt x="588021" y="317121"/>
                    </a:lnTo>
                    <a:lnTo>
                      <a:pt x="563859" y="317121"/>
                    </a:lnTo>
                    <a:cubicBezTo>
                      <a:pt x="564636" y="312761"/>
                      <a:pt x="565024" y="308304"/>
                      <a:pt x="565024" y="303750"/>
                    </a:cubicBezTo>
                    <a:cubicBezTo>
                      <a:pt x="565024" y="259859"/>
                      <a:pt x="529219" y="224010"/>
                      <a:pt x="485165" y="224010"/>
                    </a:cubicBezTo>
                    <a:cubicBezTo>
                      <a:pt x="441112" y="224010"/>
                      <a:pt x="405307" y="259859"/>
                      <a:pt x="405307" y="303750"/>
                    </a:cubicBezTo>
                    <a:cubicBezTo>
                      <a:pt x="405307" y="308304"/>
                      <a:pt x="405695" y="312761"/>
                      <a:pt x="406472" y="317121"/>
                    </a:cubicBezTo>
                    <a:lnTo>
                      <a:pt x="200956" y="317121"/>
                    </a:lnTo>
                    <a:cubicBezTo>
                      <a:pt x="201732" y="312761"/>
                      <a:pt x="202120" y="308304"/>
                      <a:pt x="202120" y="303750"/>
                    </a:cubicBezTo>
                    <a:cubicBezTo>
                      <a:pt x="202120" y="259859"/>
                      <a:pt x="166315" y="224010"/>
                      <a:pt x="122262" y="224010"/>
                    </a:cubicBezTo>
                    <a:cubicBezTo>
                      <a:pt x="78209" y="224010"/>
                      <a:pt x="42404" y="259859"/>
                      <a:pt x="42404" y="303750"/>
                    </a:cubicBezTo>
                    <a:cubicBezTo>
                      <a:pt x="42404" y="308304"/>
                      <a:pt x="42792" y="312761"/>
                      <a:pt x="43568" y="317121"/>
                    </a:cubicBezTo>
                    <a:lnTo>
                      <a:pt x="19407" y="317121"/>
                    </a:lnTo>
                    <a:lnTo>
                      <a:pt x="0" y="297743"/>
                    </a:lnTo>
                    <a:lnTo>
                      <a:pt x="0" y="1937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组合 161">
              <a:extLst>
                <a:ext uri="{FF2B5EF4-FFF2-40B4-BE49-F238E27FC236}">
                  <a16:creationId xmlns:a16="http://schemas.microsoft.com/office/drawing/2014/main" id="{04558BFB-9DC1-B846-F63F-949F4B5A6F14}"/>
                </a:ext>
              </a:extLst>
            </p:cNvPr>
            <p:cNvGrpSpPr/>
            <p:nvPr/>
          </p:nvGrpSpPr>
          <p:grpSpPr>
            <a:xfrm>
              <a:off x="7291318" y="3720708"/>
              <a:ext cx="2086705" cy="2413392"/>
              <a:chOff x="7291318" y="3720708"/>
              <a:chExt cx="2086705" cy="2413392"/>
            </a:xfrm>
          </p:grpSpPr>
          <p:grpSp>
            <p:nvGrpSpPr>
              <p:cNvPr id="127" name="组合 126">
                <a:extLst>
                  <a:ext uri="{FF2B5EF4-FFF2-40B4-BE49-F238E27FC236}">
                    <a16:creationId xmlns:a16="http://schemas.microsoft.com/office/drawing/2014/main" id="{985E6096-6CB3-F3E3-76B2-C10B2DA89517}"/>
                  </a:ext>
                </a:extLst>
              </p:cNvPr>
              <p:cNvGrpSpPr>
                <a:grpSpLocks noChangeAspect="1"/>
              </p:cNvGrpSpPr>
              <p:nvPr/>
            </p:nvGrpSpPr>
            <p:grpSpPr>
              <a:xfrm>
                <a:off x="7291318" y="3720708"/>
                <a:ext cx="2086705" cy="2413392"/>
                <a:chOff x="4916339" y="2516305"/>
                <a:chExt cx="2359324" cy="3175072"/>
              </a:xfrm>
            </p:grpSpPr>
            <p:sp>
              <p:nvSpPr>
                <p:cNvPr id="135" name="任意多边形: 形状 4">
                  <a:extLst>
                    <a:ext uri="{FF2B5EF4-FFF2-40B4-BE49-F238E27FC236}">
                      <a16:creationId xmlns:a16="http://schemas.microsoft.com/office/drawing/2014/main" id="{92B0F28E-4B96-3940-5045-692AAB8BD5D6}"/>
                    </a:ext>
                  </a:extLst>
                </p:cNvPr>
                <p:cNvSpPr/>
                <p:nvPr/>
              </p:nvSpPr>
              <p:spPr>
                <a:xfrm>
                  <a:off x="4916339" y="2516305"/>
                  <a:ext cx="2359324"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36" name="组合 135">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37" name="Bullet4">
                    <a:extLst>
                      <a:ext uri="{FF2B5EF4-FFF2-40B4-BE49-F238E27FC236}">
                        <a16:creationId xmlns:a16="http://schemas.microsoft.com/office/drawing/2014/main" id="{6582094C-004E-32D0-572E-781CB2826F0D}"/>
                      </a:ext>
                    </a:extLst>
                  </p:cNvPr>
                  <p:cNvSpPr txBox="1"/>
                  <p:nvPr/>
                </p:nvSpPr>
                <p:spPr>
                  <a:xfrm>
                    <a:off x="6047948" y="3797821"/>
                    <a:ext cx="2219932"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人工智能投资</a:t>
                    </a:r>
                  </a:p>
                </p:txBody>
              </p:sp>
              <p:sp>
                <p:nvSpPr>
                  <p:cNvPr id="138" name="Text4">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人工智能技术不断突破，投资领域涵盖智能语音、图像识别等多个方面。</a:t>
                    </a:r>
                  </a:p>
                </p:txBody>
              </p:sp>
              <p:sp>
                <p:nvSpPr>
                  <p:cNvPr id="139" name="Number4">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4</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grpSp>
          </p:grpSp>
          <p:sp>
            <p:nvSpPr>
              <p:cNvPr id="160" name="robot_314700">
                <a:extLst>
                  <a:ext uri="{FF2B5EF4-FFF2-40B4-BE49-F238E27FC236}">
                    <a16:creationId xmlns:a16="http://schemas.microsoft.com/office/drawing/2014/main" id="{54CA608B-596D-65DD-E99A-779B197B61EE}"/>
                  </a:ext>
                </a:extLst>
              </p:cNvPr>
              <p:cNvSpPr/>
              <p:nvPr/>
            </p:nvSpPr>
            <p:spPr>
              <a:xfrm>
                <a:off x="8813753" y="3815199"/>
                <a:ext cx="344621" cy="389972"/>
              </a:xfrm>
              <a:custGeom>
                <a:avLst/>
                <a:gdLst>
                  <a:gd name="connsiteX0" fmla="*/ 147370 w 536165"/>
                  <a:gd name="connsiteY0" fmla="*/ 417465 h 606722"/>
                  <a:gd name="connsiteX1" fmla="*/ 260679 w 536165"/>
                  <a:gd name="connsiteY1" fmla="*/ 417465 h 606722"/>
                  <a:gd name="connsiteX2" fmla="*/ 256229 w 536165"/>
                  <a:gd name="connsiteY2" fmla="*/ 567094 h 606722"/>
                  <a:gd name="connsiteX3" fmla="*/ 279905 w 536165"/>
                  <a:gd name="connsiteY3" fmla="*/ 567094 h 606722"/>
                  <a:gd name="connsiteX4" fmla="*/ 275455 w 536165"/>
                  <a:gd name="connsiteY4" fmla="*/ 417465 h 606722"/>
                  <a:gd name="connsiteX5" fmla="*/ 388853 w 536165"/>
                  <a:gd name="connsiteY5" fmla="*/ 417465 h 606722"/>
                  <a:gd name="connsiteX6" fmla="*/ 384314 w 536165"/>
                  <a:gd name="connsiteY6" fmla="*/ 567094 h 606722"/>
                  <a:gd name="connsiteX7" fmla="*/ 398199 w 536165"/>
                  <a:gd name="connsiteY7" fmla="*/ 567094 h 606722"/>
                  <a:gd name="connsiteX8" fmla="*/ 398199 w 536165"/>
                  <a:gd name="connsiteY8" fmla="*/ 606722 h 606722"/>
                  <a:gd name="connsiteX9" fmla="*/ 383157 w 536165"/>
                  <a:gd name="connsiteY9" fmla="*/ 606722 h 606722"/>
                  <a:gd name="connsiteX10" fmla="*/ 281152 w 536165"/>
                  <a:gd name="connsiteY10" fmla="*/ 606722 h 606722"/>
                  <a:gd name="connsiteX11" fmla="*/ 255072 w 536165"/>
                  <a:gd name="connsiteY11" fmla="*/ 606722 h 606722"/>
                  <a:gd name="connsiteX12" fmla="*/ 152978 w 536165"/>
                  <a:gd name="connsiteY12" fmla="*/ 606722 h 606722"/>
                  <a:gd name="connsiteX13" fmla="*/ 138024 w 536165"/>
                  <a:gd name="connsiteY13" fmla="*/ 606722 h 606722"/>
                  <a:gd name="connsiteX14" fmla="*/ 138024 w 536165"/>
                  <a:gd name="connsiteY14" fmla="*/ 567094 h 606722"/>
                  <a:gd name="connsiteX15" fmla="*/ 151821 w 536165"/>
                  <a:gd name="connsiteY15" fmla="*/ 567094 h 606722"/>
                  <a:gd name="connsiteX16" fmla="*/ 529838 w 536165"/>
                  <a:gd name="connsiteY16" fmla="*/ 296657 h 606722"/>
                  <a:gd name="connsiteX17" fmla="*/ 521472 w 536165"/>
                  <a:gd name="connsiteY17" fmla="*/ 406413 h 606722"/>
                  <a:gd name="connsiteX18" fmla="*/ 531084 w 536165"/>
                  <a:gd name="connsiteY18" fmla="*/ 421876 h 606722"/>
                  <a:gd name="connsiteX19" fmla="*/ 531885 w 536165"/>
                  <a:gd name="connsiteY19" fmla="*/ 468445 h 606722"/>
                  <a:gd name="connsiteX20" fmla="*/ 511237 w 536165"/>
                  <a:gd name="connsiteY20" fmla="*/ 495017 h 606722"/>
                  <a:gd name="connsiteX21" fmla="*/ 487741 w 536165"/>
                  <a:gd name="connsiteY21" fmla="*/ 463201 h 606722"/>
                  <a:gd name="connsiteX22" fmla="*/ 495039 w 536165"/>
                  <a:gd name="connsiteY22" fmla="*/ 453959 h 606722"/>
                  <a:gd name="connsiteX23" fmla="*/ 494772 w 536165"/>
                  <a:gd name="connsiteY23" fmla="*/ 437606 h 606722"/>
                  <a:gd name="connsiteX24" fmla="*/ 483024 w 536165"/>
                  <a:gd name="connsiteY24" fmla="*/ 426231 h 606722"/>
                  <a:gd name="connsiteX25" fmla="*/ 466648 w 536165"/>
                  <a:gd name="connsiteY25" fmla="*/ 426497 h 606722"/>
                  <a:gd name="connsiteX26" fmla="*/ 455256 w 536165"/>
                  <a:gd name="connsiteY26" fmla="*/ 438228 h 606722"/>
                  <a:gd name="connsiteX27" fmla="*/ 454277 w 536165"/>
                  <a:gd name="connsiteY27" fmla="*/ 449871 h 606722"/>
                  <a:gd name="connsiteX28" fmla="*/ 415295 w 536165"/>
                  <a:gd name="connsiteY28" fmla="*/ 457158 h 606722"/>
                  <a:gd name="connsiteX29" fmla="*/ 418410 w 536165"/>
                  <a:gd name="connsiteY29" fmla="*/ 423654 h 606722"/>
                  <a:gd name="connsiteX30" fmla="*/ 434697 w 536165"/>
                  <a:gd name="connsiteY30" fmla="*/ 400458 h 606722"/>
                  <a:gd name="connsiteX31" fmla="*/ 418944 w 536165"/>
                  <a:gd name="connsiteY31" fmla="*/ 325362 h 606722"/>
                  <a:gd name="connsiteX32" fmla="*/ 6287 w 536165"/>
                  <a:gd name="connsiteY32" fmla="*/ 296657 h 606722"/>
                  <a:gd name="connsiteX33" fmla="*/ 117297 w 536165"/>
                  <a:gd name="connsiteY33" fmla="*/ 325362 h 606722"/>
                  <a:gd name="connsiteX34" fmla="*/ 101451 w 536165"/>
                  <a:gd name="connsiteY34" fmla="*/ 400547 h 606722"/>
                  <a:gd name="connsiteX35" fmla="*/ 117742 w 536165"/>
                  <a:gd name="connsiteY35" fmla="*/ 423654 h 606722"/>
                  <a:gd name="connsiteX36" fmla="*/ 120857 w 536165"/>
                  <a:gd name="connsiteY36" fmla="*/ 457158 h 606722"/>
                  <a:gd name="connsiteX37" fmla="*/ 81955 w 536165"/>
                  <a:gd name="connsiteY37" fmla="*/ 449959 h 606722"/>
                  <a:gd name="connsiteX38" fmla="*/ 80887 w 536165"/>
                  <a:gd name="connsiteY38" fmla="*/ 438228 h 606722"/>
                  <a:gd name="connsiteX39" fmla="*/ 53112 w 536165"/>
                  <a:gd name="connsiteY39" fmla="*/ 426231 h 606722"/>
                  <a:gd name="connsiteX40" fmla="*/ 41095 w 536165"/>
                  <a:gd name="connsiteY40" fmla="*/ 453959 h 606722"/>
                  <a:gd name="connsiteX41" fmla="*/ 48394 w 536165"/>
                  <a:gd name="connsiteY41" fmla="*/ 463201 h 606722"/>
                  <a:gd name="connsiteX42" fmla="*/ 24893 w 536165"/>
                  <a:gd name="connsiteY42" fmla="*/ 495017 h 606722"/>
                  <a:gd name="connsiteX43" fmla="*/ 4240 w 536165"/>
                  <a:gd name="connsiteY43" fmla="*/ 468445 h 606722"/>
                  <a:gd name="connsiteX44" fmla="*/ 14744 w 536165"/>
                  <a:gd name="connsiteY44" fmla="*/ 406413 h 606722"/>
                  <a:gd name="connsiteX45" fmla="*/ 148094 w 536165"/>
                  <a:gd name="connsiteY45" fmla="*/ 107330 h 606722"/>
                  <a:gd name="connsiteX46" fmla="*/ 149696 w 536165"/>
                  <a:gd name="connsiteY46" fmla="*/ 107330 h 606722"/>
                  <a:gd name="connsiteX47" fmla="*/ 268067 w 536165"/>
                  <a:gd name="connsiteY47" fmla="*/ 202433 h 606722"/>
                  <a:gd name="connsiteX48" fmla="*/ 386439 w 536165"/>
                  <a:gd name="connsiteY48" fmla="*/ 107330 h 606722"/>
                  <a:gd name="connsiteX49" fmla="*/ 388130 w 536165"/>
                  <a:gd name="connsiteY49" fmla="*/ 107330 h 606722"/>
                  <a:gd name="connsiteX50" fmla="*/ 518160 w 536165"/>
                  <a:gd name="connsiteY50" fmla="*/ 258784 h 606722"/>
                  <a:gd name="connsiteX51" fmla="*/ 394449 w 536165"/>
                  <a:gd name="connsiteY51" fmla="*/ 290782 h 606722"/>
                  <a:gd name="connsiteX52" fmla="*/ 376292 w 536165"/>
                  <a:gd name="connsiteY52" fmla="*/ 273628 h 606722"/>
                  <a:gd name="connsiteX53" fmla="*/ 359916 w 536165"/>
                  <a:gd name="connsiteY53" fmla="*/ 379219 h 606722"/>
                  <a:gd name="connsiteX54" fmla="*/ 176218 w 536165"/>
                  <a:gd name="connsiteY54" fmla="*/ 379219 h 606722"/>
                  <a:gd name="connsiteX55" fmla="*/ 159842 w 536165"/>
                  <a:gd name="connsiteY55" fmla="*/ 273628 h 606722"/>
                  <a:gd name="connsiteX56" fmla="*/ 141775 w 536165"/>
                  <a:gd name="connsiteY56" fmla="*/ 290782 h 606722"/>
                  <a:gd name="connsiteX57" fmla="*/ 18063 w 536165"/>
                  <a:gd name="connsiteY57" fmla="*/ 258784 h 606722"/>
                  <a:gd name="connsiteX58" fmla="*/ 268077 w 536165"/>
                  <a:gd name="connsiteY58" fmla="*/ 0 h 606722"/>
                  <a:gd name="connsiteX59" fmla="*/ 349651 w 536165"/>
                  <a:gd name="connsiteY59" fmla="*/ 81468 h 606722"/>
                  <a:gd name="connsiteX60" fmla="*/ 268077 w 536165"/>
                  <a:gd name="connsiteY60" fmla="*/ 162936 h 606722"/>
                  <a:gd name="connsiteX61" fmla="*/ 186503 w 536165"/>
                  <a:gd name="connsiteY61" fmla="*/ 81468 h 606722"/>
                  <a:gd name="connsiteX62" fmla="*/ 268077 w 536165"/>
                  <a:gd name="connsiteY6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36165" h="606722">
                    <a:moveTo>
                      <a:pt x="147370" y="417465"/>
                    </a:moveTo>
                    <a:lnTo>
                      <a:pt x="260679" y="417465"/>
                    </a:lnTo>
                    <a:lnTo>
                      <a:pt x="256229" y="567094"/>
                    </a:lnTo>
                    <a:lnTo>
                      <a:pt x="279905" y="567094"/>
                    </a:lnTo>
                    <a:lnTo>
                      <a:pt x="275455" y="417465"/>
                    </a:lnTo>
                    <a:lnTo>
                      <a:pt x="388853" y="417465"/>
                    </a:lnTo>
                    <a:lnTo>
                      <a:pt x="384314" y="567094"/>
                    </a:lnTo>
                    <a:lnTo>
                      <a:pt x="398199" y="567094"/>
                    </a:lnTo>
                    <a:lnTo>
                      <a:pt x="398199" y="606722"/>
                    </a:lnTo>
                    <a:lnTo>
                      <a:pt x="383157" y="606722"/>
                    </a:lnTo>
                    <a:lnTo>
                      <a:pt x="281152" y="606722"/>
                    </a:lnTo>
                    <a:lnTo>
                      <a:pt x="255072" y="606722"/>
                    </a:lnTo>
                    <a:lnTo>
                      <a:pt x="152978" y="606722"/>
                    </a:lnTo>
                    <a:lnTo>
                      <a:pt x="138024" y="606722"/>
                    </a:lnTo>
                    <a:lnTo>
                      <a:pt x="138024" y="567094"/>
                    </a:lnTo>
                    <a:lnTo>
                      <a:pt x="151821" y="567094"/>
                    </a:lnTo>
                    <a:close/>
                    <a:moveTo>
                      <a:pt x="529838" y="296657"/>
                    </a:moveTo>
                    <a:lnTo>
                      <a:pt x="521472" y="406413"/>
                    </a:lnTo>
                    <a:cubicBezTo>
                      <a:pt x="525388" y="410945"/>
                      <a:pt x="528681" y="416188"/>
                      <a:pt x="531084" y="421876"/>
                    </a:cubicBezTo>
                    <a:cubicBezTo>
                      <a:pt x="537581" y="436807"/>
                      <a:pt x="537848" y="453337"/>
                      <a:pt x="531885" y="468445"/>
                    </a:cubicBezTo>
                    <a:cubicBezTo>
                      <a:pt x="527702" y="479020"/>
                      <a:pt x="520582" y="488174"/>
                      <a:pt x="511237" y="495017"/>
                    </a:cubicBezTo>
                    <a:lnTo>
                      <a:pt x="487741" y="463201"/>
                    </a:lnTo>
                    <a:cubicBezTo>
                      <a:pt x="491123" y="460713"/>
                      <a:pt x="493526" y="457602"/>
                      <a:pt x="495039" y="453959"/>
                    </a:cubicBezTo>
                    <a:cubicBezTo>
                      <a:pt x="497086" y="448626"/>
                      <a:pt x="496997" y="442850"/>
                      <a:pt x="494772" y="437606"/>
                    </a:cubicBezTo>
                    <a:cubicBezTo>
                      <a:pt x="492458" y="432363"/>
                      <a:pt x="488275" y="428364"/>
                      <a:pt x="483024" y="426231"/>
                    </a:cubicBezTo>
                    <a:cubicBezTo>
                      <a:pt x="477684" y="424187"/>
                      <a:pt x="471899" y="424276"/>
                      <a:pt x="466648" y="426497"/>
                    </a:cubicBezTo>
                    <a:cubicBezTo>
                      <a:pt x="461397" y="428808"/>
                      <a:pt x="457392" y="432896"/>
                      <a:pt x="455256" y="438228"/>
                    </a:cubicBezTo>
                    <a:cubicBezTo>
                      <a:pt x="453832" y="441872"/>
                      <a:pt x="453476" y="445782"/>
                      <a:pt x="454277" y="449871"/>
                    </a:cubicBezTo>
                    <a:lnTo>
                      <a:pt x="415295" y="457158"/>
                    </a:lnTo>
                    <a:cubicBezTo>
                      <a:pt x="413159" y="445782"/>
                      <a:pt x="414227" y="434229"/>
                      <a:pt x="418410" y="423654"/>
                    </a:cubicBezTo>
                    <a:cubicBezTo>
                      <a:pt x="422059" y="414589"/>
                      <a:pt x="427577" y="406768"/>
                      <a:pt x="434697" y="400458"/>
                    </a:cubicBezTo>
                    <a:lnTo>
                      <a:pt x="418944" y="325362"/>
                    </a:lnTo>
                    <a:close/>
                    <a:moveTo>
                      <a:pt x="6287" y="296657"/>
                    </a:moveTo>
                    <a:lnTo>
                      <a:pt x="117297" y="325362"/>
                    </a:lnTo>
                    <a:lnTo>
                      <a:pt x="101451" y="400547"/>
                    </a:lnTo>
                    <a:cubicBezTo>
                      <a:pt x="108394" y="406679"/>
                      <a:pt x="114092" y="414500"/>
                      <a:pt x="117742" y="423654"/>
                    </a:cubicBezTo>
                    <a:cubicBezTo>
                      <a:pt x="121926" y="434229"/>
                      <a:pt x="122994" y="445782"/>
                      <a:pt x="120857" y="457158"/>
                    </a:cubicBezTo>
                    <a:lnTo>
                      <a:pt x="81955" y="449959"/>
                    </a:lnTo>
                    <a:cubicBezTo>
                      <a:pt x="82667" y="445871"/>
                      <a:pt x="82311" y="441872"/>
                      <a:pt x="80887" y="438228"/>
                    </a:cubicBezTo>
                    <a:cubicBezTo>
                      <a:pt x="76525" y="427297"/>
                      <a:pt x="64151" y="421876"/>
                      <a:pt x="53112" y="426231"/>
                    </a:cubicBezTo>
                    <a:cubicBezTo>
                      <a:pt x="42163" y="430586"/>
                      <a:pt x="36822" y="443027"/>
                      <a:pt x="41095" y="453959"/>
                    </a:cubicBezTo>
                    <a:cubicBezTo>
                      <a:pt x="42608" y="457602"/>
                      <a:pt x="45011" y="460713"/>
                      <a:pt x="48394" y="463201"/>
                    </a:cubicBezTo>
                    <a:lnTo>
                      <a:pt x="24893" y="495017"/>
                    </a:lnTo>
                    <a:cubicBezTo>
                      <a:pt x="15635" y="488174"/>
                      <a:pt x="8424" y="479020"/>
                      <a:pt x="4240" y="468445"/>
                    </a:cubicBezTo>
                    <a:cubicBezTo>
                      <a:pt x="-4306" y="446760"/>
                      <a:pt x="501" y="423032"/>
                      <a:pt x="14744" y="406413"/>
                    </a:cubicBezTo>
                    <a:close/>
                    <a:moveTo>
                      <a:pt x="148094" y="107330"/>
                    </a:moveTo>
                    <a:lnTo>
                      <a:pt x="149696" y="107330"/>
                    </a:lnTo>
                    <a:cubicBezTo>
                      <a:pt x="161622" y="161637"/>
                      <a:pt x="210127" y="202433"/>
                      <a:pt x="268067" y="202433"/>
                    </a:cubicBezTo>
                    <a:cubicBezTo>
                      <a:pt x="326007" y="202433"/>
                      <a:pt x="374512" y="161637"/>
                      <a:pt x="386439" y="107330"/>
                    </a:cubicBezTo>
                    <a:lnTo>
                      <a:pt x="388130" y="107330"/>
                    </a:lnTo>
                    <a:lnTo>
                      <a:pt x="518160" y="258784"/>
                    </a:lnTo>
                    <a:lnTo>
                      <a:pt x="394449" y="290782"/>
                    </a:lnTo>
                    <a:lnTo>
                      <a:pt x="376292" y="273628"/>
                    </a:lnTo>
                    <a:lnTo>
                      <a:pt x="359916" y="379219"/>
                    </a:lnTo>
                    <a:lnTo>
                      <a:pt x="176218" y="379219"/>
                    </a:lnTo>
                    <a:lnTo>
                      <a:pt x="159842" y="273628"/>
                    </a:lnTo>
                    <a:lnTo>
                      <a:pt x="141775" y="290782"/>
                    </a:lnTo>
                    <a:lnTo>
                      <a:pt x="18063" y="258784"/>
                    </a:lnTo>
                    <a:close/>
                    <a:moveTo>
                      <a:pt x="268077" y="0"/>
                    </a:moveTo>
                    <a:cubicBezTo>
                      <a:pt x="313129" y="0"/>
                      <a:pt x="349651" y="36474"/>
                      <a:pt x="349651" y="81468"/>
                    </a:cubicBezTo>
                    <a:cubicBezTo>
                      <a:pt x="349651" y="126462"/>
                      <a:pt x="313129" y="162936"/>
                      <a:pt x="268077" y="162936"/>
                    </a:cubicBezTo>
                    <a:cubicBezTo>
                      <a:pt x="223025" y="162936"/>
                      <a:pt x="186503" y="126462"/>
                      <a:pt x="186503" y="81468"/>
                    </a:cubicBezTo>
                    <a:cubicBezTo>
                      <a:pt x="186503" y="36474"/>
                      <a:pt x="223025" y="0"/>
                      <a:pt x="2680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p:txBody>
          <a:bodyPr/>
          <a:lstStyle/>
          <a:p>
            <a:r>
              <a:rPr lang="zh-CN" altLang="en-US" dirty="0"/>
              <a:t>Thank you</a:t>
            </a:r>
            <a:endParaRPr lang="en-US" dirty="0"/>
          </a:p>
        </p:txBody>
      </p:sp>
      <p:sp>
        <p:nvSpPr>
          <p:cNvPr id="4" name="文本占位符 3"/>
          <p:cNvSpPr>
            <a:spLocks noGrp="1"/>
          </p:cNvSpPr>
          <p:nvPr>
            <p:ph type="body" sz="quarter" idx="13" hasCustomPrompt="1"/>
          </p:nvPr>
        </p:nvSpPr>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p:txBody>
          <a:bodyPr/>
          <a:lstStyle/>
          <a:p>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thm15="http://schemas.microsoft.com/office/thememl/2012/main" xmlns:a="http://schemas.openxmlformats.org/drawingml/2006/main" name="Raven">
  <a:themeElements>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fontScheme name="Raven">
      <a:majorFont>
        <a:latin typeface="Arial"/>
        <a:ea typeface="微软雅黑"/>
        <a:cs typeface=""/>
      </a:majorFont>
      <a:minorFont>
        <a:latin typeface="Arial"/>
        <a:ea typeface="微软雅黑"/>
        <a:cs typeface=""/>
      </a:minorFont>
    </a:fontScheme>
    <a:fmtScheme name="Rave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ven"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2.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3.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4.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5.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6.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7.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8.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9.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10.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11.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12.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13.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14.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15.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16.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ppt/theme/themeOverride17.xml><?xml version="1.0" encoding="utf-8"?>
<a:themeOverride xmlns:a="http://schemas.openxmlformats.org/drawingml/2006/main">
  <a:clrScheme name="Raven">
    <a:dk1>
      <a:srgbClr val="2F2F2F"/>
    </a:dk1>
    <a:lt1>
      <a:srgbClr val="FFFFFF"/>
    </a:lt1>
    <a:dk2>
      <a:srgbClr val="778495"/>
    </a:dk2>
    <a:lt2>
      <a:srgbClr val="F0F0F0"/>
    </a:lt2>
    <a:accent1>
      <a:srgbClr val="02C584"/>
    </a:accent1>
    <a:accent2>
      <a:srgbClr val="36C60A"/>
    </a:accent2>
    <a:accent3>
      <a:srgbClr val="1FCAF0"/>
    </a:accent3>
    <a:accent4>
      <a:srgbClr val="007285"/>
    </a:accent4>
    <a:accent5>
      <a:srgbClr val="084D56"/>
    </a:accent5>
    <a:accent6>
      <a:srgbClr val="055F43"/>
    </a:accent6>
    <a:hlink>
      <a:srgbClr val="F84D4D"/>
    </a:hlink>
    <a:folHlink>
      <a:srgbClr val="979797"/>
    </a:folHlink>
  </a:clrScheme>
</a:themeOverride>
</file>

<file path=docProps/app.xml><?xml version="1.0" encoding="utf-8"?>
<Properties xmlns="http://schemas.openxmlformats.org/officeDocument/2006/extended-properties" xmlns:vt="http://schemas.openxmlformats.org/officeDocument/2006/docPropsVTypes">
  <TotalTime>1491</TotalTime>
  <Words>924</Words>
  <Application>Microsoft Office PowerPoint</Application>
  <PresentationFormat>宽屏</PresentationFormat>
  <Paragraphs>183</Paragraphs>
  <Slides>17</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17</vt:i4>
      </vt:variant>
    </vt:vector>
  </HeadingPairs>
  <TitlesOfParts>
    <vt:vector size="20" baseType="lpstr">
      <vt:lpstr>等线</vt:lpstr>
      <vt:lpstr>Arial</vt:lpstr>
      <vt:lpstr>Raven</vt:lpstr>
      <vt:lpstr>科幻未来·推动行业革新</vt:lpstr>
      <vt:lpstr>PowerPoint 演示文稿</vt:lpstr>
      <vt:lpstr>科技革新：未来行业的动力引擎</vt:lpstr>
      <vt:lpstr>自动化与人工智能</vt:lpstr>
      <vt:lpstr>数字化转型</vt:lpstr>
      <vt:lpstr>能源革命与可持续发展</vt:lpstr>
      <vt:lpstr>科技与人文：通用行业的和谐共生</vt:lpstr>
      <vt:lpstr>用户体验与服务设计</vt:lpstr>
      <vt:lpstr>科技创新与伦理道德</vt:lpstr>
      <vt:lpstr>虚拟现实与增强现实</vt:lpstr>
      <vt:lpstr>跨界合作与创新生态</vt:lpstr>
      <vt:lpstr>科技引领：通用行业的未来趋势</vt:lpstr>
      <vt:lpstr>云计算与大数据</vt:lpstr>
      <vt:lpstr>物联网与智能互联</vt:lpstr>
      <vt:lpstr>空间探索与商业航天</vt:lpstr>
      <vt:lpstr>生物科技与医疗健康</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Raven</dc:creator>
  <cp:lastModifiedBy>Raven</cp:lastModifiedBy>
  <cp:revision>84</cp:revision>
  <dcterms:created xsi:type="dcterms:W3CDTF">2023-06-05T05:58:43Z</dcterms:created>
  <dcterms:modified xsi:type="dcterms:W3CDTF">2026-09-22T07:05:15Z</dcterms:modified>
  <dc:title>Green Aurora Tech Trends</dc:title>
</cp:coreProperties>
</file>