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78" r:id="rId5"/>
    <p:sldId id="260" r:id="rId6"/>
    <p:sldId id="281" r:id="rId7"/>
    <p:sldId id="262" r:id="rId8"/>
    <p:sldId id="283" r:id="rId9"/>
    <p:sldId id="285" r:id="rId10"/>
    <p:sldId id="287" r:id="rId11"/>
    <p:sldId id="288" r:id="rId12"/>
    <p:sldId id="267" r:id="rId13"/>
    <p:sldId id="291" r:id="rId14"/>
    <p:sldId id="296" r:id="rId15"/>
    <p:sldId id="298" r:id="rId16"/>
    <p:sldId id="272" r:id="rId17"/>
    <p:sldId id="300" r:id="rId18"/>
    <p:sldId id="302" r:id="rId19"/>
    <p:sldId id="304" r:id="rId20"/>
    <p:sldId id="276"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75" d="100"/>
          <a:sy n="75" d="100"/>
        </p:scale>
        <p:origin x="306" y="774"/>
      </p:cViewPr>
      <p:guideLst>
        <p:guide pos="416"/>
        <p:guide pos="7256"/>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tags" Target="tags/tag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D8EB94-2735-482A-B0EA-1A201080536B}" type="datetimeFigureOut">
              <a:rPr lang="zh-CN" altLang="en-US" smtClean="0"/>
              <a:t>2024/7/11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8D7CB-2EA9-4D02-ADBE-818828E18BC0}" type="slidenum">
              <a:rPr lang="zh-CN" altLang="en-US" smtClean="0"/>
              <a:t>‹#›</a:t>
            </a:fld>
            <a:endParaRPr lang="zh-CN" altLang="en-US"/>
          </a:p>
        </p:txBody>
      </p:sp>
    </p:spTree>
    <p:extLst>
      <p:ext uri="{BB962C8B-B14F-4D97-AF65-F5344CB8AC3E}">
        <p14:creationId xmlns:p14="http://schemas.microsoft.com/office/powerpoint/2010/main" val="79427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svg"/></Relationships>
</file>

<file path=ppt/slideLayouts/slideLayout1.xml><?xml version="1.0" encoding="utf-8"?>
<p:sldLayout xmlns:a16="http://schemas.microsoft.com/office/drawing/2014/main" xmlns:asvg="http://schemas.microsoft.com/office/drawing/2016/SVG/main"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69" name="组合 68">
            <a:extLst>
              <a:ext uri="{FF2B5EF4-FFF2-40B4-BE49-F238E27FC236}">
                <a16:creationId xmlns:a16="http://schemas.microsoft.com/office/drawing/2014/main" id="{C2857F8F-D902-5FF0-EC58-12A93013AC3D}"/>
              </a:ext>
            </a:extLst>
          </p:cNvPr>
          <p:cNvGrpSpPr/>
          <p:nvPr userDrawn="1"/>
        </p:nvGrpSpPr>
        <p:grpSpPr>
          <a:xfrm>
            <a:off x="0" y="0"/>
            <a:ext cx="12192001" cy="6797681"/>
            <a:chOff x="0" y="0"/>
            <a:chExt cx="12192001" cy="6797681"/>
          </a:xfrm>
        </p:grpSpPr>
        <p:grpSp>
          <p:nvGrpSpPr>
            <p:cNvPr id="68" name="组合 67">
              <a:extLst>
                <a:ext uri="{FF2B5EF4-FFF2-40B4-BE49-F238E27FC236}">
                  <a16:creationId xmlns:a16="http://schemas.microsoft.com/office/drawing/2014/main" id="{2DCF67A1-0D69-6B35-A0C5-62F601394940}"/>
                </a:ext>
              </a:extLst>
            </p:cNvPr>
            <p:cNvGrpSpPr/>
            <p:nvPr userDrawn="1"/>
          </p:nvGrpSpPr>
          <p:grpSpPr>
            <a:xfrm>
              <a:off x="190066" y="217197"/>
              <a:ext cx="11811869" cy="6423606"/>
              <a:chOff x="366299" y="375815"/>
              <a:chExt cx="11459403" cy="6177777"/>
            </a:xfrm>
          </p:grpSpPr>
          <p:sp>
            <p:nvSpPr>
              <p:cNvPr id="66" name="矩形: 折角 65">
                <a:extLst>
                  <a:ext uri="{FF2B5EF4-FFF2-40B4-BE49-F238E27FC236}">
                    <a16:creationId xmlns:a16="http://schemas.microsoft.com/office/drawing/2014/main" id="{86C84BCB-C581-E78B-8273-5D29474AC32C}"/>
                  </a:ext>
                </a:extLst>
              </p:cNvPr>
              <p:cNvSpPr/>
              <p:nvPr userDrawn="1"/>
            </p:nvSpPr>
            <p:spPr>
              <a:xfrm>
                <a:off x="366299" y="375815"/>
                <a:ext cx="11459403" cy="6106370"/>
              </a:xfrm>
              <a:prstGeom prst="foldedCorner">
                <a:avLst>
                  <a:gd name="adj" fmla="val 222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等腰三角形 66">
                <a:extLst>
                  <a:ext uri="{FF2B5EF4-FFF2-40B4-BE49-F238E27FC236}">
                    <a16:creationId xmlns:a16="http://schemas.microsoft.com/office/drawing/2014/main" id="{E38C49F6-110A-3498-2A71-57BB89F76E71}"/>
                  </a:ext>
                </a:extLst>
              </p:cNvPr>
              <p:cNvSpPr/>
              <p:nvPr userDrawn="1"/>
            </p:nvSpPr>
            <p:spPr>
              <a:xfrm rot="18892587">
                <a:off x="9973915" y="5294451"/>
                <a:ext cx="1926461" cy="59182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248BD586-3D39-1C1B-DA62-4D95D9AC2F89}"/>
                </a:ext>
              </a:extLst>
            </p:cNvPr>
            <p:cNvGrpSpPr/>
            <p:nvPr userDrawn="1"/>
          </p:nvGrpSpPr>
          <p:grpSpPr>
            <a:xfrm>
              <a:off x="7790588" y="3975323"/>
              <a:ext cx="2427758" cy="2222561"/>
              <a:chOff x="5974760" y="3309257"/>
              <a:chExt cx="3606306" cy="3301497"/>
            </a:xfrm>
          </p:grpSpPr>
          <p:sp>
            <p:nvSpPr>
              <p:cNvPr id="26" name="任意多边形: 形状 25">
                <a:extLst>
                  <a:ext uri="{FF2B5EF4-FFF2-40B4-BE49-F238E27FC236}">
                    <a16:creationId xmlns:a16="http://schemas.microsoft.com/office/drawing/2014/main" id="{6B9D7209-D9C4-EA8D-6BF5-BBB070FC422E}"/>
                  </a:ext>
                </a:extLst>
              </p:cNvPr>
              <p:cNvSpPr/>
              <p:nvPr/>
            </p:nvSpPr>
            <p:spPr>
              <a:xfrm>
                <a:off x="5974760" y="3550691"/>
                <a:ext cx="2805294" cy="3060063"/>
              </a:xfrm>
              <a:custGeom>
                <a:avLst/>
                <a:gdLst>
                  <a:gd name="connsiteX0" fmla="*/ 0 w 2657391"/>
                  <a:gd name="connsiteY0" fmla="*/ 1704085 h 2898728"/>
                  <a:gd name="connsiteX1" fmla="*/ 2363415 w 2657391"/>
                  <a:gd name="connsiteY1" fmla="*/ 0 h 2898728"/>
                  <a:gd name="connsiteX2" fmla="*/ 2657391 w 2657391"/>
                  <a:gd name="connsiteY2" fmla="*/ 2898729 h 2898728"/>
                </a:gdLst>
                <a:ahLst/>
                <a:cxnLst>
                  <a:cxn ang="0">
                    <a:pos x="connsiteX0" y="connsiteY0"/>
                  </a:cxn>
                  <a:cxn ang="0">
                    <a:pos x="connsiteX1" y="connsiteY1"/>
                  </a:cxn>
                  <a:cxn ang="0">
                    <a:pos x="connsiteX2" y="connsiteY2"/>
                  </a:cxn>
                </a:cxnLst>
                <a:rect l="l" t="t" r="r" b="b"/>
                <a:pathLst>
                  <a:path w="2657391" h="2898728">
                    <a:moveTo>
                      <a:pt x="0" y="1704085"/>
                    </a:moveTo>
                    <a:lnTo>
                      <a:pt x="2363415" y="0"/>
                    </a:lnTo>
                    <a:lnTo>
                      <a:pt x="2657391" y="2898729"/>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pic>
            <p:nvPicPr>
              <p:cNvPr id="45" name="图形 44">
                <a:extLst>
                  <a:ext uri="{FF2B5EF4-FFF2-40B4-BE49-F238E27FC236}">
                    <a16:creationId xmlns:a16="http://schemas.microsoft.com/office/drawing/2014/main" id="{0A54FFEA-04F1-7505-2188-DA4DE1A2E6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363" t="23771" r="39254" b="14950"/>
              <a:stretch/>
            </p:blipFill>
            <p:spPr>
              <a:xfrm>
                <a:off x="6705799" y="3309257"/>
                <a:ext cx="2875267" cy="3060063"/>
              </a:xfrm>
              <a:prstGeom prst="rect">
                <a:avLst/>
              </a:prstGeom>
            </p:spPr>
          </p:pic>
        </p:grpSp>
        <p:grpSp>
          <p:nvGrpSpPr>
            <p:cNvPr id="54" name="组合 53">
              <a:extLst>
                <a:ext uri="{FF2B5EF4-FFF2-40B4-BE49-F238E27FC236}">
                  <a16:creationId xmlns:a16="http://schemas.microsoft.com/office/drawing/2014/main" id="{14D7C3AF-84FC-B7FB-48EC-D6832E237311}"/>
                </a:ext>
              </a:extLst>
            </p:cNvPr>
            <p:cNvGrpSpPr/>
            <p:nvPr userDrawn="1"/>
          </p:nvGrpSpPr>
          <p:grpSpPr>
            <a:xfrm>
              <a:off x="8917792" y="1004755"/>
              <a:ext cx="1027719" cy="1013797"/>
              <a:chOff x="8106632" y="1139561"/>
              <a:chExt cx="1182019" cy="1166007"/>
            </a:xfrm>
          </p:grpSpPr>
          <p:sp>
            <p:nvSpPr>
              <p:cNvPr id="13" name="任意多边形: 形状 12">
                <a:extLst>
                  <a:ext uri="{FF2B5EF4-FFF2-40B4-BE49-F238E27FC236}">
                    <a16:creationId xmlns:a16="http://schemas.microsoft.com/office/drawing/2014/main" id="{80A74155-66E9-A927-CEB4-37468D0DB252}"/>
                  </a:ext>
                </a:extLst>
              </p:cNvPr>
              <p:cNvSpPr/>
              <p:nvPr/>
            </p:nvSpPr>
            <p:spPr>
              <a:xfrm>
                <a:off x="8184806" y="1218205"/>
                <a:ext cx="1103845" cy="1087363"/>
              </a:xfrm>
              <a:custGeom>
                <a:avLst/>
                <a:gdLst>
                  <a:gd name="connsiteX0" fmla="*/ 1045648 w 1045647"/>
                  <a:gd name="connsiteY0" fmla="*/ 780667 h 1030034"/>
                  <a:gd name="connsiteX1" fmla="*/ 0 w 1045647"/>
                  <a:gd name="connsiteY1" fmla="*/ 1030034 h 1030034"/>
                  <a:gd name="connsiteX2" fmla="*/ 307360 w 1045647"/>
                  <a:gd name="connsiteY2" fmla="*/ 0 h 1030034"/>
                </a:gdLst>
                <a:ahLst/>
                <a:cxnLst>
                  <a:cxn ang="0">
                    <a:pos x="connsiteX0" y="connsiteY0"/>
                  </a:cxn>
                  <a:cxn ang="0">
                    <a:pos x="connsiteX1" y="connsiteY1"/>
                  </a:cxn>
                  <a:cxn ang="0">
                    <a:pos x="connsiteX2" y="connsiteY2"/>
                  </a:cxn>
                </a:cxnLst>
                <a:rect l="l" t="t" r="r" b="b"/>
                <a:pathLst>
                  <a:path w="1045647" h="1030034">
                    <a:moveTo>
                      <a:pt x="1045648" y="780667"/>
                    </a:moveTo>
                    <a:lnTo>
                      <a:pt x="0" y="1030034"/>
                    </a:lnTo>
                    <a:lnTo>
                      <a:pt x="307360" y="0"/>
                    </a:lnTo>
                  </a:path>
                </a:pathLst>
              </a:custGeom>
              <a:noFill/>
              <a:ln w="148134" cap="rnd">
                <a:solidFill>
                  <a:srgbClr val="424242"/>
                </a:solidFill>
                <a:prstDash val="solid"/>
                <a:round/>
              </a:ln>
            </p:spPr>
            <p:txBody>
              <a:bodyPr rtlCol="0" anchor="ctr"/>
              <a:lstStyle/>
              <a:p>
                <a:endParaRPr lang="zh-CN" altLang="en-US"/>
              </a:p>
            </p:txBody>
          </p:sp>
          <p:sp>
            <p:nvSpPr>
              <p:cNvPr id="15" name="任意多边形: 形状 14">
                <a:extLst>
                  <a:ext uri="{FF2B5EF4-FFF2-40B4-BE49-F238E27FC236}">
                    <a16:creationId xmlns:a16="http://schemas.microsoft.com/office/drawing/2014/main" id="{2ECE791B-10E8-9DB7-4224-B64303325AA9}"/>
                  </a:ext>
                </a:extLst>
              </p:cNvPr>
              <p:cNvSpPr/>
              <p:nvPr/>
            </p:nvSpPr>
            <p:spPr>
              <a:xfrm>
                <a:off x="8106632" y="1139561"/>
                <a:ext cx="1103845" cy="1087834"/>
              </a:xfrm>
              <a:custGeom>
                <a:avLst/>
                <a:gdLst>
                  <a:gd name="connsiteX0" fmla="*/ 1045648 w 1045647"/>
                  <a:gd name="connsiteY0" fmla="*/ 781113 h 1030480"/>
                  <a:gd name="connsiteX1" fmla="*/ 0 w 1045647"/>
                  <a:gd name="connsiteY1" fmla="*/ 1030481 h 1030480"/>
                  <a:gd name="connsiteX2" fmla="*/ 306914 w 1045647"/>
                  <a:gd name="connsiteY2" fmla="*/ 0 h 1030480"/>
                </a:gdLst>
                <a:ahLst/>
                <a:cxnLst>
                  <a:cxn ang="0">
                    <a:pos x="connsiteX0" y="connsiteY0"/>
                  </a:cxn>
                  <a:cxn ang="0">
                    <a:pos x="connsiteX1" y="connsiteY1"/>
                  </a:cxn>
                  <a:cxn ang="0">
                    <a:pos x="connsiteX2" y="connsiteY2"/>
                  </a:cxn>
                </a:cxnLst>
                <a:rect l="l" t="t" r="r" b="b"/>
                <a:pathLst>
                  <a:path w="1045647" h="1030480">
                    <a:moveTo>
                      <a:pt x="1045648" y="781113"/>
                    </a:moveTo>
                    <a:lnTo>
                      <a:pt x="0" y="1030481"/>
                    </a:lnTo>
                    <a:lnTo>
                      <a:pt x="306914" y="0"/>
                    </a:lnTo>
                  </a:path>
                </a:pathLst>
              </a:custGeom>
              <a:noFill/>
              <a:ln w="148134" cap="rnd">
                <a:solidFill>
                  <a:srgbClr val="FEE580"/>
                </a:solidFill>
                <a:prstDash val="solid"/>
                <a:round/>
              </a:ln>
            </p:spPr>
            <p:txBody>
              <a:bodyPr rtlCol="0" anchor="ctr"/>
              <a:lstStyle/>
              <a:p>
                <a:endParaRPr lang="zh-CN" altLang="en-US"/>
              </a:p>
            </p:txBody>
          </p:sp>
        </p:grpSp>
        <p:sp>
          <p:nvSpPr>
            <p:cNvPr id="53" name="任意多边形: 形状 52">
              <a:extLst>
                <a:ext uri="{FF2B5EF4-FFF2-40B4-BE49-F238E27FC236}">
                  <a16:creationId xmlns:a16="http://schemas.microsoft.com/office/drawing/2014/main" id="{361F9D2C-CE48-9C8B-6DB7-CFAAF6785F52}"/>
                </a:ext>
              </a:extLst>
            </p:cNvPr>
            <p:cNvSpPr/>
            <p:nvPr/>
          </p:nvSpPr>
          <p:spPr>
            <a:xfrm>
              <a:off x="10467200" y="772045"/>
              <a:ext cx="1724801" cy="2218994"/>
            </a:xfrm>
            <a:custGeom>
              <a:avLst/>
              <a:gdLst>
                <a:gd name="connsiteX0" fmla="*/ 0 w 1724801"/>
                <a:gd name="connsiteY0" fmla="*/ 0 h 2218994"/>
                <a:gd name="connsiteX1" fmla="*/ 1724801 w 1724801"/>
                <a:gd name="connsiteY1" fmla="*/ 422695 h 2218994"/>
                <a:gd name="connsiteX2" fmla="*/ 1724801 w 1724801"/>
                <a:gd name="connsiteY2" fmla="*/ 1092467 h 2218994"/>
                <a:gd name="connsiteX3" fmla="*/ 645637 w 1724801"/>
                <a:gd name="connsiteY3" fmla="*/ 2218994 h 2218994"/>
              </a:gdLst>
              <a:ahLst/>
              <a:cxnLst>
                <a:cxn ang="0">
                  <a:pos x="connsiteX0" y="connsiteY0"/>
                </a:cxn>
                <a:cxn ang="0">
                  <a:pos x="connsiteX1" y="connsiteY1"/>
                </a:cxn>
                <a:cxn ang="0">
                  <a:pos x="connsiteX2" y="connsiteY2"/>
                </a:cxn>
                <a:cxn ang="0">
                  <a:pos x="connsiteX3" y="connsiteY3"/>
                </a:cxn>
              </a:cxnLst>
              <a:rect l="l" t="t" r="r" b="b"/>
              <a:pathLst>
                <a:path w="1724801" h="2218994">
                  <a:moveTo>
                    <a:pt x="0" y="0"/>
                  </a:moveTo>
                  <a:lnTo>
                    <a:pt x="1724801" y="422695"/>
                  </a:lnTo>
                  <a:lnTo>
                    <a:pt x="1724801" y="1092467"/>
                  </a:lnTo>
                  <a:lnTo>
                    <a:pt x="645637" y="2218994"/>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FA38E8EC-F9BD-738B-812C-70FD44A6FDBD}"/>
                </a:ext>
              </a:extLst>
            </p:cNvPr>
            <p:cNvSpPr/>
            <p:nvPr/>
          </p:nvSpPr>
          <p:spPr>
            <a:xfrm>
              <a:off x="6382913" y="0"/>
              <a:ext cx="2393105" cy="1547363"/>
            </a:xfrm>
            <a:custGeom>
              <a:avLst/>
              <a:gdLst>
                <a:gd name="connsiteX0" fmla="*/ 0 w 2393105"/>
                <a:gd name="connsiteY0" fmla="*/ 0 h 1547363"/>
                <a:gd name="connsiteX1" fmla="*/ 2393105 w 2393105"/>
                <a:gd name="connsiteY1" fmla="*/ 0 h 1547363"/>
                <a:gd name="connsiteX2" fmla="*/ 112358 w 2393105"/>
                <a:gd name="connsiteY2" fmla="*/ 1547363 h 1547363"/>
              </a:gdLst>
              <a:ahLst/>
              <a:cxnLst>
                <a:cxn ang="0">
                  <a:pos x="connsiteX0" y="connsiteY0"/>
                </a:cxn>
                <a:cxn ang="0">
                  <a:pos x="connsiteX1" y="connsiteY1"/>
                </a:cxn>
                <a:cxn ang="0">
                  <a:pos x="connsiteX2" y="connsiteY2"/>
                </a:cxn>
              </a:cxnLst>
              <a:rect l="l" t="t" r="r" b="b"/>
              <a:pathLst>
                <a:path w="2393105" h="1547363">
                  <a:moveTo>
                    <a:pt x="0" y="0"/>
                  </a:moveTo>
                  <a:lnTo>
                    <a:pt x="2393105" y="0"/>
                  </a:lnTo>
                  <a:lnTo>
                    <a:pt x="112358" y="1547363"/>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96FB0C3E-E751-FDC5-46F0-1066906A09AF}"/>
                </a:ext>
              </a:extLst>
            </p:cNvPr>
            <p:cNvSpPr/>
            <p:nvPr/>
          </p:nvSpPr>
          <p:spPr>
            <a:xfrm>
              <a:off x="4283672" y="1057619"/>
              <a:ext cx="810460" cy="798216"/>
            </a:xfrm>
            <a:custGeom>
              <a:avLst/>
              <a:gdLst>
                <a:gd name="connsiteX0" fmla="*/ 0 w 767730"/>
                <a:gd name="connsiteY0" fmla="*/ 182453 h 756132"/>
                <a:gd name="connsiteX1" fmla="*/ 767730 w 767730"/>
                <a:gd name="connsiteY1" fmla="*/ 0 h 756132"/>
                <a:gd name="connsiteX2" fmla="*/ 542006 w 767730"/>
                <a:gd name="connsiteY2" fmla="*/ 756132 h 756132"/>
              </a:gdLst>
              <a:ahLst/>
              <a:cxnLst>
                <a:cxn ang="0">
                  <a:pos x="connsiteX0" y="connsiteY0"/>
                </a:cxn>
                <a:cxn ang="0">
                  <a:pos x="connsiteX1" y="connsiteY1"/>
                </a:cxn>
                <a:cxn ang="0">
                  <a:pos x="connsiteX2" y="connsiteY2"/>
                </a:cxn>
              </a:cxnLst>
              <a:rect l="l" t="t" r="r" b="b"/>
              <a:pathLst>
                <a:path w="767730" h="756132">
                  <a:moveTo>
                    <a:pt x="0" y="182453"/>
                  </a:moveTo>
                  <a:lnTo>
                    <a:pt x="767730" y="0"/>
                  </a:lnTo>
                  <a:lnTo>
                    <a:pt x="542006" y="756132"/>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51E39D97-DA50-A392-1AE1-94DDE9FE7893}"/>
                </a:ext>
              </a:extLst>
            </p:cNvPr>
            <p:cNvSpPr/>
            <p:nvPr/>
          </p:nvSpPr>
          <p:spPr>
            <a:xfrm>
              <a:off x="5094132" y="5999466"/>
              <a:ext cx="810459" cy="798215"/>
            </a:xfrm>
            <a:custGeom>
              <a:avLst/>
              <a:gdLst>
                <a:gd name="connsiteX0" fmla="*/ 0 w 767729"/>
                <a:gd name="connsiteY0" fmla="*/ 182899 h 756131"/>
                <a:gd name="connsiteX1" fmla="*/ 767730 w 767729"/>
                <a:gd name="connsiteY1" fmla="*/ 0 h 756131"/>
                <a:gd name="connsiteX2" fmla="*/ 542006 w 767729"/>
                <a:gd name="connsiteY2" fmla="*/ 756132 h 756131"/>
              </a:gdLst>
              <a:ahLst/>
              <a:cxnLst>
                <a:cxn ang="0">
                  <a:pos x="connsiteX0" y="connsiteY0"/>
                </a:cxn>
                <a:cxn ang="0">
                  <a:pos x="connsiteX1" y="connsiteY1"/>
                </a:cxn>
                <a:cxn ang="0">
                  <a:pos x="connsiteX2" y="connsiteY2"/>
                </a:cxn>
              </a:cxnLst>
              <a:rect l="l" t="t" r="r" b="b"/>
              <a:pathLst>
                <a:path w="767729" h="756131">
                  <a:moveTo>
                    <a:pt x="0" y="182899"/>
                  </a:moveTo>
                  <a:lnTo>
                    <a:pt x="767730" y="0"/>
                  </a:lnTo>
                  <a:lnTo>
                    <a:pt x="542006" y="756132"/>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grpSp>
          <p:nvGrpSpPr>
            <p:cNvPr id="65" name="组合 64">
              <a:extLst>
                <a:ext uri="{FF2B5EF4-FFF2-40B4-BE49-F238E27FC236}">
                  <a16:creationId xmlns:a16="http://schemas.microsoft.com/office/drawing/2014/main" id="{03CB86F3-6226-719F-6DF7-50706CDBD78F}"/>
                </a:ext>
              </a:extLst>
            </p:cNvPr>
            <p:cNvGrpSpPr/>
            <p:nvPr userDrawn="1"/>
          </p:nvGrpSpPr>
          <p:grpSpPr>
            <a:xfrm>
              <a:off x="2087164" y="4530684"/>
              <a:ext cx="1477526" cy="1477408"/>
              <a:chOff x="2087164" y="4530684"/>
              <a:chExt cx="1477526" cy="1477408"/>
            </a:xfrm>
          </p:grpSpPr>
          <p:sp>
            <p:nvSpPr>
              <p:cNvPr id="38" name="任意多边形: 形状 37">
                <a:extLst>
                  <a:ext uri="{FF2B5EF4-FFF2-40B4-BE49-F238E27FC236}">
                    <a16:creationId xmlns:a16="http://schemas.microsoft.com/office/drawing/2014/main" id="{C4CE00B9-4658-D948-E640-35D884B3EF0B}"/>
                  </a:ext>
                </a:extLst>
              </p:cNvPr>
              <p:cNvSpPr/>
              <p:nvPr/>
            </p:nvSpPr>
            <p:spPr>
              <a:xfrm>
                <a:off x="2165337" y="4608858"/>
                <a:ext cx="1399353" cy="1399234"/>
              </a:xfrm>
              <a:custGeom>
                <a:avLst/>
                <a:gdLst>
                  <a:gd name="connsiteX0" fmla="*/ 1325463 w 1325575"/>
                  <a:gd name="connsiteY0" fmla="*/ 650407 h 1325462"/>
                  <a:gd name="connsiteX1" fmla="*/ 675055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5" y="1325350"/>
                    </a:cubicBezTo>
                    <a:cubicBezTo>
                      <a:pt x="308811" y="1332041"/>
                      <a:pt x="6805" y="1040741"/>
                      <a:pt x="113" y="674942"/>
                    </a:cubicBezTo>
                    <a:cubicBezTo>
                      <a:pt x="-6578" y="308698"/>
                      <a:pt x="284722" y="6692"/>
                      <a:pt x="650520" y="0"/>
                    </a:cubicBezTo>
                  </a:path>
                </a:pathLst>
              </a:custGeom>
              <a:noFill/>
              <a:ln w="148134" cap="rnd">
                <a:solidFill>
                  <a:srgbClr val="424242"/>
                </a:solidFill>
                <a:prstDash val="solid"/>
                <a:round/>
              </a:ln>
            </p:spPr>
            <p:txBody>
              <a:bodyPr rtlCol="0" anchor="ctr"/>
              <a:lstStyle/>
              <a:p>
                <a:endParaRPr lang="zh-CN" altLang="en-US"/>
              </a:p>
            </p:txBody>
          </p:sp>
          <p:sp>
            <p:nvSpPr>
              <p:cNvPr id="39" name="任意多边形: 形状 38">
                <a:extLst>
                  <a:ext uri="{FF2B5EF4-FFF2-40B4-BE49-F238E27FC236}">
                    <a16:creationId xmlns:a16="http://schemas.microsoft.com/office/drawing/2014/main" id="{6557764C-9771-5186-765D-14407121B31B}"/>
                  </a:ext>
                </a:extLst>
              </p:cNvPr>
              <p:cNvSpPr/>
              <p:nvPr/>
            </p:nvSpPr>
            <p:spPr>
              <a:xfrm>
                <a:off x="2087164" y="4530684"/>
                <a:ext cx="1399353" cy="1399234"/>
              </a:xfrm>
              <a:custGeom>
                <a:avLst/>
                <a:gdLst>
                  <a:gd name="connsiteX0" fmla="*/ 1325463 w 1325575"/>
                  <a:gd name="connsiteY0" fmla="*/ 650407 h 1325462"/>
                  <a:gd name="connsiteX1" fmla="*/ 675056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6" y="1325350"/>
                    </a:cubicBezTo>
                    <a:cubicBezTo>
                      <a:pt x="309257" y="1332042"/>
                      <a:pt x="6805" y="1040741"/>
                      <a:pt x="113" y="674942"/>
                    </a:cubicBezTo>
                    <a:cubicBezTo>
                      <a:pt x="-6578" y="308698"/>
                      <a:pt x="284722" y="6692"/>
                      <a:pt x="650520" y="0"/>
                    </a:cubicBezTo>
                  </a:path>
                </a:pathLst>
              </a:custGeom>
              <a:noFill/>
              <a:ln w="148134" cap="rnd">
                <a:solidFill>
                  <a:srgbClr val="80CBC4"/>
                </a:solidFill>
                <a:prstDash val="solid"/>
                <a:round/>
              </a:ln>
            </p:spPr>
            <p:txBody>
              <a:bodyPr rtlCol="0" anchor="ctr"/>
              <a:lstStyle/>
              <a:p>
                <a:endParaRPr lang="zh-CN" altLang="en-US"/>
              </a:p>
            </p:txBody>
          </p:sp>
        </p:grpSp>
        <p:sp>
          <p:nvSpPr>
            <p:cNvPr id="40" name="任意多边形: 形状 39">
              <a:extLst>
                <a:ext uri="{FF2B5EF4-FFF2-40B4-BE49-F238E27FC236}">
                  <a16:creationId xmlns:a16="http://schemas.microsoft.com/office/drawing/2014/main" id="{CF3D501E-E3F0-D87E-DF6A-FB7AD2AE9371}"/>
                </a:ext>
              </a:extLst>
            </p:cNvPr>
            <p:cNvSpPr/>
            <p:nvPr/>
          </p:nvSpPr>
          <p:spPr>
            <a:xfrm>
              <a:off x="10733016" y="3575799"/>
              <a:ext cx="1217153" cy="1217153"/>
            </a:xfrm>
            <a:custGeom>
              <a:avLst/>
              <a:gdLst>
                <a:gd name="connsiteX0" fmla="*/ 0 w 1624679"/>
                <a:gd name="connsiteY0" fmla="*/ 812340 h 1624679"/>
                <a:gd name="connsiteX1" fmla="*/ 812340 w 1624679"/>
                <a:gd name="connsiteY1" fmla="*/ 0 h 1624679"/>
                <a:gd name="connsiteX2" fmla="*/ 1624680 w 1624679"/>
                <a:gd name="connsiteY2" fmla="*/ 812340 h 1624679"/>
                <a:gd name="connsiteX3" fmla="*/ 812340 w 1624679"/>
                <a:gd name="connsiteY3" fmla="*/ 1624680 h 1624679"/>
              </a:gdLst>
              <a:ahLst/>
              <a:cxnLst>
                <a:cxn ang="0">
                  <a:pos x="connsiteX0" y="connsiteY0"/>
                </a:cxn>
                <a:cxn ang="0">
                  <a:pos x="connsiteX1" y="connsiteY1"/>
                </a:cxn>
                <a:cxn ang="0">
                  <a:pos x="connsiteX2" y="connsiteY2"/>
                </a:cxn>
                <a:cxn ang="0">
                  <a:pos x="connsiteX3" y="connsiteY3"/>
                </a:cxn>
              </a:cxnLst>
              <a:rect l="l" t="t" r="r" b="b"/>
              <a:pathLst>
                <a:path w="1624679" h="1624679">
                  <a:moveTo>
                    <a:pt x="0" y="812340"/>
                  </a:moveTo>
                  <a:cubicBezTo>
                    <a:pt x="0" y="363568"/>
                    <a:pt x="363568" y="0"/>
                    <a:pt x="812340" y="0"/>
                  </a:cubicBezTo>
                  <a:cubicBezTo>
                    <a:pt x="1261112" y="0"/>
                    <a:pt x="1624680" y="363568"/>
                    <a:pt x="1624680" y="812340"/>
                  </a:cubicBezTo>
                  <a:cubicBezTo>
                    <a:pt x="1624680" y="1261112"/>
                    <a:pt x="1261112" y="1624680"/>
                    <a:pt x="812340" y="1624680"/>
                  </a:cubicBezTo>
                </a:path>
              </a:pathLst>
            </a:custGeom>
            <a:noFill/>
            <a:ln w="148134" cap="rnd">
              <a:solidFill>
                <a:srgbClr val="B3E0DB"/>
              </a:solidFill>
              <a:prstDash val="solid"/>
              <a:round/>
            </a:ln>
          </p:spPr>
          <p:txBody>
            <a:bodyPr rtlCol="0" anchor="ctr"/>
            <a:lstStyle/>
            <a:p>
              <a:endParaRPr lang="zh-CN" altLang="en-US"/>
            </a:p>
          </p:txBody>
        </p:sp>
        <p:sp>
          <p:nvSpPr>
            <p:cNvPr id="43" name="任意多边形: 形状 42">
              <a:extLst>
                <a:ext uri="{FF2B5EF4-FFF2-40B4-BE49-F238E27FC236}">
                  <a16:creationId xmlns:a16="http://schemas.microsoft.com/office/drawing/2014/main" id="{99495594-138A-765E-8336-851CB1041228}"/>
                </a:ext>
              </a:extLst>
            </p:cNvPr>
            <p:cNvSpPr/>
            <p:nvPr/>
          </p:nvSpPr>
          <p:spPr>
            <a:xfrm>
              <a:off x="0" y="4854908"/>
              <a:ext cx="1447620" cy="1822003"/>
            </a:xfrm>
            <a:custGeom>
              <a:avLst/>
              <a:gdLst>
                <a:gd name="connsiteX0" fmla="*/ 1250406 w 1371297"/>
                <a:gd name="connsiteY0" fmla="*/ 1725943 h 1725942"/>
                <a:gd name="connsiteX1" fmla="*/ 1371298 w 1371297"/>
                <a:gd name="connsiteY1" fmla="*/ 1199551 h 1725942"/>
                <a:gd name="connsiteX2" fmla="*/ 833753 w 1371297"/>
                <a:gd name="connsiteY2" fmla="*/ 1150480 h 1725942"/>
                <a:gd name="connsiteX3" fmla="*/ 954644 w 1371297"/>
                <a:gd name="connsiteY3" fmla="*/ 624534 h 1725942"/>
                <a:gd name="connsiteX4" fmla="*/ 417099 w 1371297"/>
                <a:gd name="connsiteY4" fmla="*/ 575463 h 1725942"/>
                <a:gd name="connsiteX5" fmla="*/ 537545 w 1371297"/>
                <a:gd name="connsiteY5" fmla="*/ 49070 h 1725942"/>
                <a:gd name="connsiteX6" fmla="*/ 0 w 1371297"/>
                <a:gd name="connsiteY6" fmla="*/ 0 h 172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297" h="1725942">
                  <a:moveTo>
                    <a:pt x="1250406" y="1725943"/>
                  </a:moveTo>
                  <a:lnTo>
                    <a:pt x="1371298" y="1199551"/>
                  </a:lnTo>
                  <a:lnTo>
                    <a:pt x="833753" y="1150480"/>
                  </a:lnTo>
                  <a:lnTo>
                    <a:pt x="954644" y="624534"/>
                  </a:lnTo>
                  <a:lnTo>
                    <a:pt x="417099" y="575463"/>
                  </a:lnTo>
                  <a:lnTo>
                    <a:pt x="537545" y="49070"/>
                  </a:lnTo>
                  <a:lnTo>
                    <a:pt x="0" y="0"/>
                  </a:lnTo>
                </a:path>
              </a:pathLst>
            </a:custGeom>
            <a:noFill/>
            <a:ln w="148134" cap="rnd">
              <a:solidFill>
                <a:srgbClr val="FEE580"/>
              </a:solidFill>
              <a:prstDash val="solid"/>
              <a:round/>
            </a:ln>
          </p:spPr>
          <p:txBody>
            <a:bodyPr rtlCol="0" anchor="ctr"/>
            <a:lstStyle/>
            <a:p>
              <a:endParaRPr lang="zh-CN" altLang="en-US"/>
            </a:p>
          </p:txBody>
        </p:sp>
        <p:grpSp>
          <p:nvGrpSpPr>
            <p:cNvPr id="49" name="组合 48">
              <a:extLst>
                <a:ext uri="{FF2B5EF4-FFF2-40B4-BE49-F238E27FC236}">
                  <a16:creationId xmlns:a16="http://schemas.microsoft.com/office/drawing/2014/main" id="{548DEE16-47B0-DBE0-2C83-3A037E836D4E}"/>
                </a:ext>
              </a:extLst>
            </p:cNvPr>
            <p:cNvGrpSpPr/>
            <p:nvPr userDrawn="1"/>
          </p:nvGrpSpPr>
          <p:grpSpPr>
            <a:xfrm>
              <a:off x="434457" y="880200"/>
              <a:ext cx="1880001" cy="1997068"/>
              <a:chOff x="321407" y="1322810"/>
              <a:chExt cx="2276828" cy="2418605"/>
            </a:xfrm>
          </p:grpSpPr>
          <p:sp>
            <p:nvSpPr>
              <p:cNvPr id="16" name="任意多边形: 形状 15">
                <a:extLst>
                  <a:ext uri="{FF2B5EF4-FFF2-40B4-BE49-F238E27FC236}">
                    <a16:creationId xmlns:a16="http://schemas.microsoft.com/office/drawing/2014/main" id="{0F0BD4C6-C584-9F2A-840C-8F93A541732F}"/>
                  </a:ext>
                </a:extLst>
              </p:cNvPr>
              <p:cNvSpPr/>
              <p:nvPr/>
            </p:nvSpPr>
            <p:spPr>
              <a:xfrm>
                <a:off x="475310" y="1446603"/>
                <a:ext cx="2122925" cy="2294812"/>
              </a:xfrm>
              <a:custGeom>
                <a:avLst/>
                <a:gdLst>
                  <a:gd name="connsiteX0" fmla="*/ 2010999 w 2010998"/>
                  <a:gd name="connsiteY0" fmla="*/ 2173823 h 2173823"/>
                  <a:gd name="connsiteX1" fmla="*/ 0 w 2010998"/>
                  <a:gd name="connsiteY1" fmla="*/ 1308844 h 2173823"/>
                  <a:gd name="connsiteX2" fmla="*/ 1754494 w 2010998"/>
                  <a:gd name="connsiteY2" fmla="*/ 0 h 2173823"/>
                </a:gdLst>
                <a:ahLst/>
                <a:cxnLst>
                  <a:cxn ang="0">
                    <a:pos x="connsiteX0" y="connsiteY0"/>
                  </a:cxn>
                  <a:cxn ang="0">
                    <a:pos x="connsiteX1" y="connsiteY1"/>
                  </a:cxn>
                  <a:cxn ang="0">
                    <a:pos x="connsiteX2" y="connsiteY2"/>
                  </a:cxn>
                </a:cxnLst>
                <a:rect l="l" t="t" r="r" b="b"/>
                <a:pathLst>
                  <a:path w="2010998" h="2173823">
                    <a:moveTo>
                      <a:pt x="2010999" y="2173823"/>
                    </a:moveTo>
                    <a:lnTo>
                      <a:pt x="0" y="1308844"/>
                    </a:lnTo>
                    <a:lnTo>
                      <a:pt x="1754494" y="0"/>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pic>
            <p:nvPicPr>
              <p:cNvPr id="48" name="图形 47">
                <a:extLst>
                  <a:ext uri="{FF2B5EF4-FFF2-40B4-BE49-F238E27FC236}">
                    <a16:creationId xmlns:a16="http://schemas.microsoft.com/office/drawing/2014/main" id="{ADCADB2B-4E4C-520E-BBBD-06B3204AB80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334" t="26785" b="25001"/>
              <a:stretch/>
            </p:blipFill>
            <p:spPr>
              <a:xfrm>
                <a:off x="321407" y="1322810"/>
                <a:ext cx="2053649" cy="2080386"/>
              </a:xfrm>
              <a:prstGeom prst="rect">
                <a:avLst/>
              </a:prstGeom>
            </p:spPr>
          </p:pic>
        </p:grpSp>
      </p:grpSp>
      <p:sp>
        <p:nvSpPr>
          <p:cNvPr id="5" name="164d9cce-49a0-43aa-91db-17efcbfa448c"/>
          <p:cNvSpPr>
            <a:spLocks noGrp="1"/>
          </p:cNvSpPr>
          <p:nvPr>
            <p:ph type="ctrTitle" hasCustomPrompt="1"/>
          </p:nvPr>
        </p:nvSpPr>
        <p:spPr>
          <a:xfrm>
            <a:off x="2097393" y="1581687"/>
            <a:ext cx="7984516" cy="2062988"/>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2097392" y="3736883"/>
            <a:ext cx="7984516" cy="927714"/>
          </a:xfrm>
          <a:prstGeom prst="roundRect">
            <a:avLst>
              <a:gd name="adj" fmla="val 0"/>
            </a:avLst>
          </a:prstGeom>
          <a:noFill/>
          <a:ln>
            <a:noFill/>
          </a:ln>
        </p:spPr>
        <p:txBody>
          <a:bodyPr vert="horz" wrap="square" lIns="91440" tIns="45720" rIns="91440" bIns="45720" rtlCol="0" anchor="t" anchorCtr="0">
            <a:normAutofit/>
          </a:bodyPr>
          <a:lstStyle>
            <a:lvl1pPr marL="0" indent="0" algn="ctr">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2755478" y="5488911"/>
            <a:ext cx="6668345" cy="276999"/>
          </a:xfrm>
          <a:prstGeom prst="rect">
            <a:avLst/>
          </a:prstGeom>
        </p:spPr>
        <p:txBody>
          <a:bodyPr wrap="square" lIns="90000">
            <a:normAutofit/>
          </a:bodyPr>
          <a:lstStyle>
            <a:lvl1pPr marL="0" indent="0" algn="ctr">
              <a:lnSpc>
                <a:spcPct val="100000"/>
              </a:lnSpc>
              <a:buNone/>
              <a:defRPr sz="12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2755478" y="5126850"/>
            <a:ext cx="6668345" cy="276999"/>
          </a:xfrm>
          <a:prstGeom prst="rect">
            <a:avLst/>
          </a:prstGeom>
        </p:spPr>
        <p:txBody>
          <a:bodyPr wrap="none">
            <a:normAutofit/>
          </a:bodyPr>
          <a:lstStyle>
            <a:lvl1pPr marL="0" indent="0" algn="ctr">
              <a:lnSpc>
                <a:spcPct val="100000"/>
              </a:lnSpc>
              <a:buNone/>
              <a:defRPr sz="1200"/>
            </a:lvl1pPr>
          </a:lstStyle>
          <a:p>
            <a:pPr lvl="0"/>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grpSp>
        <p:nvGrpSpPr>
          <p:cNvPr id="7" name="组合 6"/>
          <p:cNvGrpSpPr/>
          <p:nvPr/>
        </p:nvGrpSpPr>
        <p:grpSpPr>
          <a:xfrm>
            <a:off x="0" y="1"/>
            <a:ext cx="12192000" cy="6857999"/>
            <a:chOff x="0" y="1"/>
            <a:chExt cx="12192000" cy="6857999"/>
          </a:xfrm>
        </p:grpSpPr>
        <p:sp>
          <p:nvSpPr>
            <p:cNvPr id="11" name="任意多边形: 形状 10"/>
            <p:cNvSpPr/>
            <p:nvPr/>
          </p:nvSpPr>
          <p:spPr>
            <a:xfrm>
              <a:off x="9796262" y="5794934"/>
              <a:ext cx="2395738" cy="1063066"/>
            </a:xfrm>
            <a:custGeom>
              <a:avLst/>
              <a:gdLst>
                <a:gd name="connsiteX0" fmla="*/ 1722638 w 2395738"/>
                <a:gd name="connsiteY0" fmla="*/ 0 h 1063066"/>
                <a:gd name="connsiteX1" fmla="*/ 2296579 w 2395738"/>
                <a:gd name="connsiteY1" fmla="*/ 86772 h 1063066"/>
                <a:gd name="connsiteX2" fmla="*/ 2395738 w 2395738"/>
                <a:gd name="connsiteY2" fmla="*/ 123065 h 1063066"/>
                <a:gd name="connsiteX3" fmla="*/ 2395738 w 2395738"/>
                <a:gd name="connsiteY3" fmla="*/ 307866 h 1063066"/>
                <a:gd name="connsiteX4" fmla="*/ 2244925 w 2395738"/>
                <a:gd name="connsiteY4" fmla="*/ 252668 h 1063066"/>
                <a:gd name="connsiteX5" fmla="*/ 1722638 w 2395738"/>
                <a:gd name="connsiteY5" fmla="*/ 173705 h 1063066"/>
                <a:gd name="connsiteX6" fmla="*/ 266240 w 2395738"/>
                <a:gd name="connsiteY6" fmla="*/ 948066 h 1063066"/>
                <a:gd name="connsiteX7" fmla="*/ 196375 w 2395738"/>
                <a:gd name="connsiteY7" fmla="*/ 1063066 h 1063066"/>
                <a:gd name="connsiteX8" fmla="*/ 0 w 2395738"/>
                <a:gd name="connsiteY8" fmla="*/ 1063066 h 1063066"/>
                <a:gd name="connsiteX9" fmla="*/ 25525 w 2395738"/>
                <a:gd name="connsiteY9" fmla="*/ 1010080 h 1063066"/>
                <a:gd name="connsiteX10" fmla="*/ 1722638 w 2395738"/>
                <a:gd name="connsiteY10" fmla="*/ 0 h 106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95738" h="1063066">
                  <a:moveTo>
                    <a:pt x="1722638" y="0"/>
                  </a:moveTo>
                  <a:cubicBezTo>
                    <a:pt x="1922502" y="0"/>
                    <a:pt x="2115271" y="30379"/>
                    <a:pt x="2296579" y="86772"/>
                  </a:cubicBezTo>
                  <a:lnTo>
                    <a:pt x="2395738" y="123065"/>
                  </a:lnTo>
                  <a:lnTo>
                    <a:pt x="2395738" y="307866"/>
                  </a:lnTo>
                  <a:lnTo>
                    <a:pt x="2244925" y="252668"/>
                  </a:lnTo>
                  <a:cubicBezTo>
                    <a:pt x="2079935" y="201350"/>
                    <a:pt x="1904515" y="173705"/>
                    <a:pt x="1722638" y="173705"/>
                  </a:cubicBezTo>
                  <a:cubicBezTo>
                    <a:pt x="1116382" y="173705"/>
                    <a:pt x="581870" y="480872"/>
                    <a:pt x="266240" y="948066"/>
                  </a:cubicBezTo>
                  <a:lnTo>
                    <a:pt x="196375" y="1063066"/>
                  </a:lnTo>
                  <a:lnTo>
                    <a:pt x="0" y="1063066"/>
                  </a:lnTo>
                  <a:lnTo>
                    <a:pt x="25525" y="1010080"/>
                  </a:lnTo>
                  <a:cubicBezTo>
                    <a:pt x="352360" y="408431"/>
                    <a:pt x="989802" y="0"/>
                    <a:pt x="1722638"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23" name="任意多边形: 形状 22"/>
            <p:cNvSpPr/>
            <p:nvPr/>
          </p:nvSpPr>
          <p:spPr>
            <a:xfrm>
              <a:off x="0" y="531049"/>
              <a:ext cx="5172248" cy="6101148"/>
            </a:xfrm>
            <a:custGeom>
              <a:avLst/>
              <a:gdLst>
                <a:gd name="connsiteX0" fmla="*/ 1995878 w 5172248"/>
                <a:gd name="connsiteY0" fmla="*/ 0 h 6101148"/>
                <a:gd name="connsiteX1" fmla="*/ 5172248 w 5172248"/>
                <a:gd name="connsiteY1" fmla="*/ 3050574 h 6101148"/>
                <a:gd name="connsiteX2" fmla="*/ 1995878 w 5172248"/>
                <a:gd name="connsiteY2" fmla="*/ 6101148 h 6101148"/>
                <a:gd name="connsiteX3" fmla="*/ 219939 w 5172248"/>
                <a:gd name="connsiteY3" fmla="*/ 5580158 h 6101148"/>
                <a:gd name="connsiteX4" fmla="*/ 0 w 5172248"/>
                <a:gd name="connsiteY4" fmla="*/ 5422204 h 6101148"/>
                <a:gd name="connsiteX5" fmla="*/ 0 w 5172248"/>
                <a:gd name="connsiteY5" fmla="*/ 678944 h 6101148"/>
                <a:gd name="connsiteX6" fmla="*/ 219939 w 5172248"/>
                <a:gd name="connsiteY6" fmla="*/ 520990 h 6101148"/>
                <a:gd name="connsiteX7" fmla="*/ 1995878 w 5172248"/>
                <a:gd name="connsiteY7" fmla="*/ 0 h 610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2248" h="6101148">
                  <a:moveTo>
                    <a:pt x="1995878" y="0"/>
                  </a:moveTo>
                  <a:cubicBezTo>
                    <a:pt x="3750139" y="0"/>
                    <a:pt x="5172248" y="1365789"/>
                    <a:pt x="5172248" y="3050574"/>
                  </a:cubicBezTo>
                  <a:cubicBezTo>
                    <a:pt x="5172248" y="4735359"/>
                    <a:pt x="3750139" y="6101148"/>
                    <a:pt x="1995878" y="6101148"/>
                  </a:cubicBezTo>
                  <a:cubicBezTo>
                    <a:pt x="1338030" y="6101148"/>
                    <a:pt x="726891" y="5909084"/>
                    <a:pt x="219939" y="5580158"/>
                  </a:cubicBezTo>
                  <a:lnTo>
                    <a:pt x="0" y="5422204"/>
                  </a:lnTo>
                  <a:lnTo>
                    <a:pt x="0" y="678944"/>
                  </a:lnTo>
                  <a:lnTo>
                    <a:pt x="219939" y="520990"/>
                  </a:lnTo>
                  <a:cubicBezTo>
                    <a:pt x="726891" y="192064"/>
                    <a:pt x="1338030" y="0"/>
                    <a:pt x="1995878" y="0"/>
                  </a:cubicBez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2" name="椭圆 11"/>
            <p:cNvSpPr/>
            <p:nvPr/>
          </p:nvSpPr>
          <p:spPr>
            <a:xfrm>
              <a:off x="10132710" y="531049"/>
              <a:ext cx="1068688" cy="1068688"/>
            </a:xfrm>
            <a:prstGeom prst="ellipse">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4" name="椭圆 13"/>
            <p:cNvSpPr/>
            <p:nvPr/>
          </p:nvSpPr>
          <p:spPr>
            <a:xfrm>
              <a:off x="11221322" y="5497356"/>
              <a:ext cx="595156" cy="595156"/>
            </a:xfrm>
            <a:prstGeom prst="ellipse">
              <a:avLst/>
            </a:prstGeom>
            <a:solidFill>
              <a:schemeClr val="accent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任意多边形: 形状 15"/>
            <p:cNvSpPr/>
            <p:nvPr/>
          </p:nvSpPr>
          <p:spPr>
            <a:xfrm>
              <a:off x="0" y="1"/>
              <a:ext cx="1947314" cy="1923835"/>
            </a:xfrm>
            <a:custGeom>
              <a:avLst/>
              <a:gdLst>
                <a:gd name="connsiteX0" fmla="*/ 1610596 w 1947314"/>
                <a:gd name="connsiteY0" fmla="*/ 0 h 1923835"/>
                <a:gd name="connsiteX1" fmla="*/ 1947314 w 1947314"/>
                <a:gd name="connsiteY1" fmla="*/ 0 h 1923835"/>
                <a:gd name="connsiteX2" fmla="*/ 1937664 w 1947314"/>
                <a:gd name="connsiteY2" fmla="*/ 191112 h 1923835"/>
                <a:gd name="connsiteX3" fmla="*/ 17567 w 1947314"/>
                <a:gd name="connsiteY3" fmla="*/ 1923835 h 1923835"/>
                <a:gd name="connsiteX4" fmla="*/ 0 w 1947314"/>
                <a:gd name="connsiteY4" fmla="*/ 1922948 h 1923835"/>
                <a:gd name="connsiteX5" fmla="*/ 0 w 1947314"/>
                <a:gd name="connsiteY5" fmla="*/ 1586230 h 1923835"/>
                <a:gd name="connsiteX6" fmla="*/ 17567 w 1947314"/>
                <a:gd name="connsiteY6" fmla="*/ 1587117 h 1923835"/>
                <a:gd name="connsiteX7" fmla="*/ 1602684 w 1947314"/>
                <a:gd name="connsiteY7" fmla="*/ 156684 h 192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7314" h="1923835">
                  <a:moveTo>
                    <a:pt x="1610596" y="0"/>
                  </a:moveTo>
                  <a:lnTo>
                    <a:pt x="1947314" y="0"/>
                  </a:lnTo>
                  <a:lnTo>
                    <a:pt x="1937664" y="191112"/>
                  </a:lnTo>
                  <a:cubicBezTo>
                    <a:pt x="1838825" y="1164356"/>
                    <a:pt x="1016889" y="1923835"/>
                    <a:pt x="17567" y="1923835"/>
                  </a:cubicBezTo>
                  <a:lnTo>
                    <a:pt x="0" y="1922948"/>
                  </a:lnTo>
                  <a:lnTo>
                    <a:pt x="0" y="1586230"/>
                  </a:lnTo>
                  <a:lnTo>
                    <a:pt x="17567" y="1587117"/>
                  </a:lnTo>
                  <a:cubicBezTo>
                    <a:pt x="842548" y="1587117"/>
                    <a:pt x="1521089" y="960137"/>
                    <a:pt x="1602684" y="156684"/>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grpSp>
      <p:sp>
        <p:nvSpPr>
          <p:cNvPr id="2" name="fc36129a-1320-4ffa-95d8-089f818003e2"/>
          <p:cNvSpPr>
            <a:spLocks noGrp="1"/>
          </p:cNvSpPr>
          <p:nvPr>
            <p:ph type="title" hasCustomPrompt="1"/>
          </p:nvPr>
        </p:nvSpPr>
        <p:spPr>
          <a:xfrm>
            <a:off x="800100" y="1605286"/>
            <a:ext cx="1922161" cy="864515"/>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2970377" y="1605286"/>
            <a:ext cx="8231021" cy="4071936"/>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p:cNvCxnSpPr>
            <a:cxnSpLocks/>
          </p:cNvCxnSpPr>
          <p:nvPr/>
        </p:nvCxnSpPr>
        <p:spPr>
          <a:xfrm>
            <a:off x="2846319" y="1605285"/>
            <a:ext cx="0" cy="4071937"/>
          </a:xfrm>
          <a:prstGeom prst="line">
            <a:avLst/>
          </a:prstGeom>
          <a:solidFill>
            <a:srgbClr val="FFCC00"/>
          </a:solidFill>
          <a:ln w="3175" cap="flat" cmpd="sng" algn="ctr">
            <a:solidFill>
              <a:schemeClr val="accent1">
                <a:alpha val="30000"/>
              </a:schemeClr>
            </a:solidFill>
            <a:prstDash val="solid"/>
            <a:round/>
            <a:headEnd type="none" w="med" len="med"/>
            <a:tailEnd type="none" w="med" len="med"/>
          </a:ln>
          <a:effectLst/>
        </p:spPr>
      </p:cxnSp>
      <p:sp>
        <p:nvSpPr>
          <p:cNvPr id="13" name="任意多边形: 形状 12"/>
          <p:cNvSpPr>
            <a:spLocks noChangeAspect="1"/>
          </p:cNvSpPr>
          <p:nvPr/>
        </p:nvSpPr>
        <p:spPr bwMode="auto">
          <a:xfrm>
            <a:off x="1851756" y="476155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D56ED2A-77B1-DD3E-5B99-396BE7D8D20E}"/>
              </a:ext>
            </a:extLst>
          </p:cNvPr>
          <p:cNvGrpSpPr/>
          <p:nvPr userDrawn="1"/>
        </p:nvGrpSpPr>
        <p:grpSpPr>
          <a:xfrm>
            <a:off x="0" y="0"/>
            <a:ext cx="12192001" cy="6797681"/>
            <a:chOff x="0" y="0"/>
            <a:chExt cx="12192001" cy="6797681"/>
          </a:xfrm>
        </p:grpSpPr>
        <p:grpSp>
          <p:nvGrpSpPr>
            <p:cNvPr id="14" name="组合 13">
              <a:extLst>
                <a:ext uri="{FF2B5EF4-FFF2-40B4-BE49-F238E27FC236}">
                  <a16:creationId xmlns:a16="http://schemas.microsoft.com/office/drawing/2014/main" id="{D298AC39-1B07-2259-BC04-8B197A153318}"/>
                </a:ext>
              </a:extLst>
            </p:cNvPr>
            <p:cNvGrpSpPr/>
            <p:nvPr userDrawn="1"/>
          </p:nvGrpSpPr>
          <p:grpSpPr>
            <a:xfrm>
              <a:off x="190066" y="217197"/>
              <a:ext cx="11811869" cy="6423606"/>
              <a:chOff x="366299" y="375815"/>
              <a:chExt cx="11459403" cy="6177777"/>
            </a:xfrm>
          </p:grpSpPr>
          <p:sp>
            <p:nvSpPr>
              <p:cNvPr id="34" name="矩形: 折角 33">
                <a:extLst>
                  <a:ext uri="{FF2B5EF4-FFF2-40B4-BE49-F238E27FC236}">
                    <a16:creationId xmlns:a16="http://schemas.microsoft.com/office/drawing/2014/main" id="{08022126-E2B9-DC6E-9BF8-23F399C51D12}"/>
                  </a:ext>
                </a:extLst>
              </p:cNvPr>
              <p:cNvSpPr/>
              <p:nvPr userDrawn="1"/>
            </p:nvSpPr>
            <p:spPr>
              <a:xfrm>
                <a:off x="366299" y="375815"/>
                <a:ext cx="11459403" cy="6106370"/>
              </a:xfrm>
              <a:prstGeom prst="foldedCorner">
                <a:avLst>
                  <a:gd name="adj" fmla="val 222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等腰三角形 34">
                <a:extLst>
                  <a:ext uri="{FF2B5EF4-FFF2-40B4-BE49-F238E27FC236}">
                    <a16:creationId xmlns:a16="http://schemas.microsoft.com/office/drawing/2014/main" id="{8527B9C5-FA92-1359-3BA4-F56A5591722D}"/>
                  </a:ext>
                </a:extLst>
              </p:cNvPr>
              <p:cNvSpPr/>
              <p:nvPr userDrawn="1"/>
            </p:nvSpPr>
            <p:spPr>
              <a:xfrm rot="18892587">
                <a:off x="9973915" y="5294451"/>
                <a:ext cx="1926461" cy="59182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38219FFC-B52D-B154-1F8C-DD0475E7C448}"/>
                </a:ext>
              </a:extLst>
            </p:cNvPr>
            <p:cNvGrpSpPr/>
            <p:nvPr userDrawn="1"/>
          </p:nvGrpSpPr>
          <p:grpSpPr>
            <a:xfrm>
              <a:off x="7790588" y="3975323"/>
              <a:ext cx="2427758" cy="2222561"/>
              <a:chOff x="5974760" y="3309257"/>
              <a:chExt cx="3606306" cy="3301497"/>
            </a:xfrm>
          </p:grpSpPr>
          <p:sp>
            <p:nvSpPr>
              <p:cNvPr id="32" name="任意多边形: 形状 31">
                <a:extLst>
                  <a:ext uri="{FF2B5EF4-FFF2-40B4-BE49-F238E27FC236}">
                    <a16:creationId xmlns:a16="http://schemas.microsoft.com/office/drawing/2014/main" id="{D497D3E3-A0A4-5D9F-3BE8-E794A36254DA}"/>
                  </a:ext>
                </a:extLst>
              </p:cNvPr>
              <p:cNvSpPr/>
              <p:nvPr/>
            </p:nvSpPr>
            <p:spPr>
              <a:xfrm>
                <a:off x="5974760" y="3550691"/>
                <a:ext cx="2805294" cy="3060063"/>
              </a:xfrm>
              <a:custGeom>
                <a:avLst/>
                <a:gdLst>
                  <a:gd name="connsiteX0" fmla="*/ 0 w 2657391"/>
                  <a:gd name="connsiteY0" fmla="*/ 1704085 h 2898728"/>
                  <a:gd name="connsiteX1" fmla="*/ 2363415 w 2657391"/>
                  <a:gd name="connsiteY1" fmla="*/ 0 h 2898728"/>
                  <a:gd name="connsiteX2" fmla="*/ 2657391 w 2657391"/>
                  <a:gd name="connsiteY2" fmla="*/ 2898729 h 2898728"/>
                </a:gdLst>
                <a:ahLst/>
                <a:cxnLst>
                  <a:cxn ang="0">
                    <a:pos x="connsiteX0" y="connsiteY0"/>
                  </a:cxn>
                  <a:cxn ang="0">
                    <a:pos x="connsiteX1" y="connsiteY1"/>
                  </a:cxn>
                  <a:cxn ang="0">
                    <a:pos x="connsiteX2" y="connsiteY2"/>
                  </a:cxn>
                </a:cxnLst>
                <a:rect l="l" t="t" r="r" b="b"/>
                <a:pathLst>
                  <a:path w="2657391" h="2898728">
                    <a:moveTo>
                      <a:pt x="0" y="1704085"/>
                    </a:moveTo>
                    <a:lnTo>
                      <a:pt x="2363415" y="0"/>
                    </a:lnTo>
                    <a:lnTo>
                      <a:pt x="2657391" y="2898729"/>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pic>
            <p:nvPicPr>
              <p:cNvPr id="33" name="图形 32">
                <a:extLst>
                  <a:ext uri="{FF2B5EF4-FFF2-40B4-BE49-F238E27FC236}">
                    <a16:creationId xmlns:a16="http://schemas.microsoft.com/office/drawing/2014/main" id="{FD961163-14C2-EF29-6B09-E6B45881634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363" t="23771" r="39254" b="14950"/>
              <a:stretch/>
            </p:blipFill>
            <p:spPr>
              <a:xfrm>
                <a:off x="6705799" y="3309257"/>
                <a:ext cx="2875267" cy="3060063"/>
              </a:xfrm>
              <a:prstGeom prst="rect">
                <a:avLst/>
              </a:prstGeom>
            </p:spPr>
          </p:pic>
        </p:grpSp>
        <p:grpSp>
          <p:nvGrpSpPr>
            <p:cNvPr id="16" name="组合 15">
              <a:extLst>
                <a:ext uri="{FF2B5EF4-FFF2-40B4-BE49-F238E27FC236}">
                  <a16:creationId xmlns:a16="http://schemas.microsoft.com/office/drawing/2014/main" id="{0FC9B82B-86DD-B20F-0A4F-F92B805966AE}"/>
                </a:ext>
              </a:extLst>
            </p:cNvPr>
            <p:cNvGrpSpPr/>
            <p:nvPr userDrawn="1"/>
          </p:nvGrpSpPr>
          <p:grpSpPr>
            <a:xfrm>
              <a:off x="8917792" y="1004755"/>
              <a:ext cx="1027719" cy="1013797"/>
              <a:chOff x="8106632" y="1139561"/>
              <a:chExt cx="1182019" cy="1166007"/>
            </a:xfrm>
          </p:grpSpPr>
          <p:sp>
            <p:nvSpPr>
              <p:cNvPr id="30" name="任意多边形: 形状 29">
                <a:extLst>
                  <a:ext uri="{FF2B5EF4-FFF2-40B4-BE49-F238E27FC236}">
                    <a16:creationId xmlns:a16="http://schemas.microsoft.com/office/drawing/2014/main" id="{B3C961D5-A700-1293-6183-C9DB25376597}"/>
                  </a:ext>
                </a:extLst>
              </p:cNvPr>
              <p:cNvSpPr/>
              <p:nvPr/>
            </p:nvSpPr>
            <p:spPr>
              <a:xfrm>
                <a:off x="8184806" y="1218205"/>
                <a:ext cx="1103845" cy="1087363"/>
              </a:xfrm>
              <a:custGeom>
                <a:avLst/>
                <a:gdLst>
                  <a:gd name="connsiteX0" fmla="*/ 1045648 w 1045647"/>
                  <a:gd name="connsiteY0" fmla="*/ 780667 h 1030034"/>
                  <a:gd name="connsiteX1" fmla="*/ 0 w 1045647"/>
                  <a:gd name="connsiteY1" fmla="*/ 1030034 h 1030034"/>
                  <a:gd name="connsiteX2" fmla="*/ 307360 w 1045647"/>
                  <a:gd name="connsiteY2" fmla="*/ 0 h 1030034"/>
                </a:gdLst>
                <a:ahLst/>
                <a:cxnLst>
                  <a:cxn ang="0">
                    <a:pos x="connsiteX0" y="connsiteY0"/>
                  </a:cxn>
                  <a:cxn ang="0">
                    <a:pos x="connsiteX1" y="connsiteY1"/>
                  </a:cxn>
                  <a:cxn ang="0">
                    <a:pos x="connsiteX2" y="connsiteY2"/>
                  </a:cxn>
                </a:cxnLst>
                <a:rect l="l" t="t" r="r" b="b"/>
                <a:pathLst>
                  <a:path w="1045647" h="1030034">
                    <a:moveTo>
                      <a:pt x="1045648" y="780667"/>
                    </a:moveTo>
                    <a:lnTo>
                      <a:pt x="0" y="1030034"/>
                    </a:lnTo>
                    <a:lnTo>
                      <a:pt x="307360" y="0"/>
                    </a:lnTo>
                  </a:path>
                </a:pathLst>
              </a:custGeom>
              <a:noFill/>
              <a:ln w="148134" cap="rnd">
                <a:solidFill>
                  <a:srgbClr val="424242"/>
                </a:solidFill>
                <a:prstDash val="solid"/>
                <a:round/>
              </a:ln>
            </p:spPr>
            <p:txBody>
              <a:bodyPr rtlCol="0" anchor="ctr"/>
              <a:lstStyle/>
              <a:p>
                <a:endParaRPr lang="zh-CN" altLang="en-US"/>
              </a:p>
            </p:txBody>
          </p:sp>
          <p:sp>
            <p:nvSpPr>
              <p:cNvPr id="31" name="任意多边形: 形状 30">
                <a:extLst>
                  <a:ext uri="{FF2B5EF4-FFF2-40B4-BE49-F238E27FC236}">
                    <a16:creationId xmlns:a16="http://schemas.microsoft.com/office/drawing/2014/main" id="{B6ED0120-A6C3-8561-CAA1-3C1CC01DA373}"/>
                  </a:ext>
                </a:extLst>
              </p:cNvPr>
              <p:cNvSpPr/>
              <p:nvPr/>
            </p:nvSpPr>
            <p:spPr>
              <a:xfrm>
                <a:off x="8106632" y="1139561"/>
                <a:ext cx="1103845" cy="1087834"/>
              </a:xfrm>
              <a:custGeom>
                <a:avLst/>
                <a:gdLst>
                  <a:gd name="connsiteX0" fmla="*/ 1045648 w 1045647"/>
                  <a:gd name="connsiteY0" fmla="*/ 781113 h 1030480"/>
                  <a:gd name="connsiteX1" fmla="*/ 0 w 1045647"/>
                  <a:gd name="connsiteY1" fmla="*/ 1030481 h 1030480"/>
                  <a:gd name="connsiteX2" fmla="*/ 306914 w 1045647"/>
                  <a:gd name="connsiteY2" fmla="*/ 0 h 1030480"/>
                </a:gdLst>
                <a:ahLst/>
                <a:cxnLst>
                  <a:cxn ang="0">
                    <a:pos x="connsiteX0" y="connsiteY0"/>
                  </a:cxn>
                  <a:cxn ang="0">
                    <a:pos x="connsiteX1" y="connsiteY1"/>
                  </a:cxn>
                  <a:cxn ang="0">
                    <a:pos x="connsiteX2" y="connsiteY2"/>
                  </a:cxn>
                </a:cxnLst>
                <a:rect l="l" t="t" r="r" b="b"/>
                <a:pathLst>
                  <a:path w="1045647" h="1030480">
                    <a:moveTo>
                      <a:pt x="1045648" y="781113"/>
                    </a:moveTo>
                    <a:lnTo>
                      <a:pt x="0" y="1030481"/>
                    </a:lnTo>
                    <a:lnTo>
                      <a:pt x="306914" y="0"/>
                    </a:lnTo>
                  </a:path>
                </a:pathLst>
              </a:custGeom>
              <a:noFill/>
              <a:ln w="148134" cap="rnd">
                <a:solidFill>
                  <a:srgbClr val="FEE580"/>
                </a:solidFill>
                <a:prstDash val="solid"/>
                <a:round/>
              </a:ln>
            </p:spPr>
            <p:txBody>
              <a:bodyPr rtlCol="0" anchor="ctr"/>
              <a:lstStyle/>
              <a:p>
                <a:endParaRPr lang="zh-CN" altLang="en-US"/>
              </a:p>
            </p:txBody>
          </p:sp>
        </p:grpSp>
        <p:sp>
          <p:nvSpPr>
            <p:cNvPr id="17" name="任意多边形: 形状 16">
              <a:extLst>
                <a:ext uri="{FF2B5EF4-FFF2-40B4-BE49-F238E27FC236}">
                  <a16:creationId xmlns:a16="http://schemas.microsoft.com/office/drawing/2014/main" id="{57249F4F-373D-83B5-B1D1-D386CD56F4A5}"/>
                </a:ext>
              </a:extLst>
            </p:cNvPr>
            <p:cNvSpPr/>
            <p:nvPr/>
          </p:nvSpPr>
          <p:spPr>
            <a:xfrm>
              <a:off x="10467200" y="772045"/>
              <a:ext cx="1724801" cy="2218994"/>
            </a:xfrm>
            <a:custGeom>
              <a:avLst/>
              <a:gdLst>
                <a:gd name="connsiteX0" fmla="*/ 0 w 1724801"/>
                <a:gd name="connsiteY0" fmla="*/ 0 h 2218994"/>
                <a:gd name="connsiteX1" fmla="*/ 1724801 w 1724801"/>
                <a:gd name="connsiteY1" fmla="*/ 422695 h 2218994"/>
                <a:gd name="connsiteX2" fmla="*/ 1724801 w 1724801"/>
                <a:gd name="connsiteY2" fmla="*/ 1092467 h 2218994"/>
                <a:gd name="connsiteX3" fmla="*/ 645637 w 1724801"/>
                <a:gd name="connsiteY3" fmla="*/ 2218994 h 2218994"/>
              </a:gdLst>
              <a:ahLst/>
              <a:cxnLst>
                <a:cxn ang="0">
                  <a:pos x="connsiteX0" y="connsiteY0"/>
                </a:cxn>
                <a:cxn ang="0">
                  <a:pos x="connsiteX1" y="connsiteY1"/>
                </a:cxn>
                <a:cxn ang="0">
                  <a:pos x="connsiteX2" y="connsiteY2"/>
                </a:cxn>
                <a:cxn ang="0">
                  <a:pos x="connsiteX3" y="connsiteY3"/>
                </a:cxn>
              </a:cxnLst>
              <a:rect l="l" t="t" r="r" b="b"/>
              <a:pathLst>
                <a:path w="1724801" h="2218994">
                  <a:moveTo>
                    <a:pt x="0" y="0"/>
                  </a:moveTo>
                  <a:lnTo>
                    <a:pt x="1724801" y="422695"/>
                  </a:lnTo>
                  <a:lnTo>
                    <a:pt x="1724801" y="1092467"/>
                  </a:lnTo>
                  <a:lnTo>
                    <a:pt x="645637" y="2218994"/>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0C90CEC6-ECEC-F1CF-C144-824B686D59FD}"/>
                </a:ext>
              </a:extLst>
            </p:cNvPr>
            <p:cNvSpPr/>
            <p:nvPr/>
          </p:nvSpPr>
          <p:spPr>
            <a:xfrm>
              <a:off x="6382913" y="0"/>
              <a:ext cx="2393105" cy="1547363"/>
            </a:xfrm>
            <a:custGeom>
              <a:avLst/>
              <a:gdLst>
                <a:gd name="connsiteX0" fmla="*/ 0 w 2393105"/>
                <a:gd name="connsiteY0" fmla="*/ 0 h 1547363"/>
                <a:gd name="connsiteX1" fmla="*/ 2393105 w 2393105"/>
                <a:gd name="connsiteY1" fmla="*/ 0 h 1547363"/>
                <a:gd name="connsiteX2" fmla="*/ 112358 w 2393105"/>
                <a:gd name="connsiteY2" fmla="*/ 1547363 h 1547363"/>
              </a:gdLst>
              <a:ahLst/>
              <a:cxnLst>
                <a:cxn ang="0">
                  <a:pos x="connsiteX0" y="connsiteY0"/>
                </a:cxn>
                <a:cxn ang="0">
                  <a:pos x="connsiteX1" y="connsiteY1"/>
                </a:cxn>
                <a:cxn ang="0">
                  <a:pos x="connsiteX2" y="connsiteY2"/>
                </a:cxn>
              </a:cxnLst>
              <a:rect l="l" t="t" r="r" b="b"/>
              <a:pathLst>
                <a:path w="2393105" h="1547363">
                  <a:moveTo>
                    <a:pt x="0" y="0"/>
                  </a:moveTo>
                  <a:lnTo>
                    <a:pt x="2393105" y="0"/>
                  </a:lnTo>
                  <a:lnTo>
                    <a:pt x="112358" y="1547363"/>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AE600A41-3A87-15C8-B6E2-377AC76AE3D4}"/>
                </a:ext>
              </a:extLst>
            </p:cNvPr>
            <p:cNvSpPr/>
            <p:nvPr/>
          </p:nvSpPr>
          <p:spPr>
            <a:xfrm>
              <a:off x="4283672" y="1057619"/>
              <a:ext cx="810460" cy="798216"/>
            </a:xfrm>
            <a:custGeom>
              <a:avLst/>
              <a:gdLst>
                <a:gd name="connsiteX0" fmla="*/ 0 w 767730"/>
                <a:gd name="connsiteY0" fmla="*/ 182453 h 756132"/>
                <a:gd name="connsiteX1" fmla="*/ 767730 w 767730"/>
                <a:gd name="connsiteY1" fmla="*/ 0 h 756132"/>
                <a:gd name="connsiteX2" fmla="*/ 542006 w 767730"/>
                <a:gd name="connsiteY2" fmla="*/ 756132 h 756132"/>
              </a:gdLst>
              <a:ahLst/>
              <a:cxnLst>
                <a:cxn ang="0">
                  <a:pos x="connsiteX0" y="connsiteY0"/>
                </a:cxn>
                <a:cxn ang="0">
                  <a:pos x="connsiteX1" y="connsiteY1"/>
                </a:cxn>
                <a:cxn ang="0">
                  <a:pos x="connsiteX2" y="connsiteY2"/>
                </a:cxn>
              </a:cxnLst>
              <a:rect l="l" t="t" r="r" b="b"/>
              <a:pathLst>
                <a:path w="767730" h="756132">
                  <a:moveTo>
                    <a:pt x="0" y="182453"/>
                  </a:moveTo>
                  <a:lnTo>
                    <a:pt x="767730" y="0"/>
                  </a:lnTo>
                  <a:lnTo>
                    <a:pt x="542006" y="756132"/>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1E19A853-4559-6703-BAC9-B40EC9162A42}"/>
                </a:ext>
              </a:extLst>
            </p:cNvPr>
            <p:cNvSpPr/>
            <p:nvPr/>
          </p:nvSpPr>
          <p:spPr>
            <a:xfrm>
              <a:off x="5094132" y="5999466"/>
              <a:ext cx="810459" cy="798215"/>
            </a:xfrm>
            <a:custGeom>
              <a:avLst/>
              <a:gdLst>
                <a:gd name="connsiteX0" fmla="*/ 0 w 767729"/>
                <a:gd name="connsiteY0" fmla="*/ 182899 h 756131"/>
                <a:gd name="connsiteX1" fmla="*/ 767730 w 767729"/>
                <a:gd name="connsiteY1" fmla="*/ 0 h 756131"/>
                <a:gd name="connsiteX2" fmla="*/ 542006 w 767729"/>
                <a:gd name="connsiteY2" fmla="*/ 756132 h 756131"/>
              </a:gdLst>
              <a:ahLst/>
              <a:cxnLst>
                <a:cxn ang="0">
                  <a:pos x="connsiteX0" y="connsiteY0"/>
                </a:cxn>
                <a:cxn ang="0">
                  <a:pos x="connsiteX1" y="connsiteY1"/>
                </a:cxn>
                <a:cxn ang="0">
                  <a:pos x="connsiteX2" y="connsiteY2"/>
                </a:cxn>
              </a:cxnLst>
              <a:rect l="l" t="t" r="r" b="b"/>
              <a:pathLst>
                <a:path w="767729" h="756131">
                  <a:moveTo>
                    <a:pt x="0" y="182899"/>
                  </a:moveTo>
                  <a:lnTo>
                    <a:pt x="767730" y="0"/>
                  </a:lnTo>
                  <a:lnTo>
                    <a:pt x="542006" y="756132"/>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grpSp>
          <p:nvGrpSpPr>
            <p:cNvPr id="21" name="组合 20">
              <a:extLst>
                <a:ext uri="{FF2B5EF4-FFF2-40B4-BE49-F238E27FC236}">
                  <a16:creationId xmlns:a16="http://schemas.microsoft.com/office/drawing/2014/main" id="{F3AB9076-7DFB-3512-8BB6-23C0DF54D74D}"/>
                </a:ext>
              </a:extLst>
            </p:cNvPr>
            <p:cNvGrpSpPr/>
            <p:nvPr userDrawn="1"/>
          </p:nvGrpSpPr>
          <p:grpSpPr>
            <a:xfrm>
              <a:off x="2087164" y="4530684"/>
              <a:ext cx="1477526" cy="1477408"/>
              <a:chOff x="2087164" y="4530684"/>
              <a:chExt cx="1477526" cy="1477408"/>
            </a:xfrm>
          </p:grpSpPr>
          <p:sp>
            <p:nvSpPr>
              <p:cNvPr id="28" name="任意多边形: 形状 27">
                <a:extLst>
                  <a:ext uri="{FF2B5EF4-FFF2-40B4-BE49-F238E27FC236}">
                    <a16:creationId xmlns:a16="http://schemas.microsoft.com/office/drawing/2014/main" id="{1A4DB00F-D9AA-1BBE-A1F9-BE6683DC3E9A}"/>
                  </a:ext>
                </a:extLst>
              </p:cNvPr>
              <p:cNvSpPr/>
              <p:nvPr/>
            </p:nvSpPr>
            <p:spPr>
              <a:xfrm>
                <a:off x="2165337" y="4608858"/>
                <a:ext cx="1399353" cy="1399234"/>
              </a:xfrm>
              <a:custGeom>
                <a:avLst/>
                <a:gdLst>
                  <a:gd name="connsiteX0" fmla="*/ 1325463 w 1325575"/>
                  <a:gd name="connsiteY0" fmla="*/ 650407 h 1325462"/>
                  <a:gd name="connsiteX1" fmla="*/ 675055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5" y="1325350"/>
                    </a:cubicBezTo>
                    <a:cubicBezTo>
                      <a:pt x="308811" y="1332041"/>
                      <a:pt x="6805" y="1040741"/>
                      <a:pt x="113" y="674942"/>
                    </a:cubicBezTo>
                    <a:cubicBezTo>
                      <a:pt x="-6578" y="308698"/>
                      <a:pt x="284722" y="6692"/>
                      <a:pt x="650520" y="0"/>
                    </a:cubicBezTo>
                  </a:path>
                </a:pathLst>
              </a:custGeom>
              <a:noFill/>
              <a:ln w="148134" cap="rnd">
                <a:solidFill>
                  <a:srgbClr val="424242"/>
                </a:solidFill>
                <a:prstDash val="solid"/>
                <a:round/>
              </a:ln>
            </p:spPr>
            <p:txBody>
              <a:bodyPr rtlCol="0" anchor="ctr"/>
              <a:lstStyle/>
              <a:p>
                <a:endParaRPr lang="zh-CN" altLang="en-US"/>
              </a:p>
            </p:txBody>
          </p:sp>
          <p:sp>
            <p:nvSpPr>
              <p:cNvPr id="29" name="任意多边形: 形状 28">
                <a:extLst>
                  <a:ext uri="{FF2B5EF4-FFF2-40B4-BE49-F238E27FC236}">
                    <a16:creationId xmlns:a16="http://schemas.microsoft.com/office/drawing/2014/main" id="{9CD61480-EDD8-C1C2-F71B-ED16520DBF4D}"/>
                  </a:ext>
                </a:extLst>
              </p:cNvPr>
              <p:cNvSpPr/>
              <p:nvPr/>
            </p:nvSpPr>
            <p:spPr>
              <a:xfrm>
                <a:off x="2087164" y="4530684"/>
                <a:ext cx="1399353" cy="1399234"/>
              </a:xfrm>
              <a:custGeom>
                <a:avLst/>
                <a:gdLst>
                  <a:gd name="connsiteX0" fmla="*/ 1325463 w 1325575"/>
                  <a:gd name="connsiteY0" fmla="*/ 650407 h 1325462"/>
                  <a:gd name="connsiteX1" fmla="*/ 675056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6" y="1325350"/>
                    </a:cubicBezTo>
                    <a:cubicBezTo>
                      <a:pt x="309257" y="1332042"/>
                      <a:pt x="6805" y="1040741"/>
                      <a:pt x="113" y="674942"/>
                    </a:cubicBezTo>
                    <a:cubicBezTo>
                      <a:pt x="-6578" y="308698"/>
                      <a:pt x="284722" y="6692"/>
                      <a:pt x="650520" y="0"/>
                    </a:cubicBezTo>
                  </a:path>
                </a:pathLst>
              </a:custGeom>
              <a:noFill/>
              <a:ln w="148134" cap="rnd">
                <a:solidFill>
                  <a:srgbClr val="80CBC4"/>
                </a:solidFill>
                <a:prstDash val="solid"/>
                <a:round/>
              </a:ln>
            </p:spPr>
            <p:txBody>
              <a:bodyPr rtlCol="0" anchor="ctr"/>
              <a:lstStyle/>
              <a:p>
                <a:endParaRPr lang="zh-CN" altLang="en-US"/>
              </a:p>
            </p:txBody>
          </p:sp>
        </p:grpSp>
        <p:sp>
          <p:nvSpPr>
            <p:cNvPr id="22" name="任意多边形: 形状 21">
              <a:extLst>
                <a:ext uri="{FF2B5EF4-FFF2-40B4-BE49-F238E27FC236}">
                  <a16:creationId xmlns:a16="http://schemas.microsoft.com/office/drawing/2014/main" id="{36284595-0FB2-BAE3-2483-1A80C82FF402}"/>
                </a:ext>
              </a:extLst>
            </p:cNvPr>
            <p:cNvSpPr/>
            <p:nvPr/>
          </p:nvSpPr>
          <p:spPr>
            <a:xfrm>
              <a:off x="10733016" y="3575799"/>
              <a:ext cx="1217153" cy="1217153"/>
            </a:xfrm>
            <a:custGeom>
              <a:avLst/>
              <a:gdLst>
                <a:gd name="connsiteX0" fmla="*/ 0 w 1624679"/>
                <a:gd name="connsiteY0" fmla="*/ 812340 h 1624679"/>
                <a:gd name="connsiteX1" fmla="*/ 812340 w 1624679"/>
                <a:gd name="connsiteY1" fmla="*/ 0 h 1624679"/>
                <a:gd name="connsiteX2" fmla="*/ 1624680 w 1624679"/>
                <a:gd name="connsiteY2" fmla="*/ 812340 h 1624679"/>
                <a:gd name="connsiteX3" fmla="*/ 812340 w 1624679"/>
                <a:gd name="connsiteY3" fmla="*/ 1624680 h 1624679"/>
              </a:gdLst>
              <a:ahLst/>
              <a:cxnLst>
                <a:cxn ang="0">
                  <a:pos x="connsiteX0" y="connsiteY0"/>
                </a:cxn>
                <a:cxn ang="0">
                  <a:pos x="connsiteX1" y="connsiteY1"/>
                </a:cxn>
                <a:cxn ang="0">
                  <a:pos x="connsiteX2" y="connsiteY2"/>
                </a:cxn>
                <a:cxn ang="0">
                  <a:pos x="connsiteX3" y="connsiteY3"/>
                </a:cxn>
              </a:cxnLst>
              <a:rect l="l" t="t" r="r" b="b"/>
              <a:pathLst>
                <a:path w="1624679" h="1624679">
                  <a:moveTo>
                    <a:pt x="0" y="812340"/>
                  </a:moveTo>
                  <a:cubicBezTo>
                    <a:pt x="0" y="363568"/>
                    <a:pt x="363568" y="0"/>
                    <a:pt x="812340" y="0"/>
                  </a:cubicBezTo>
                  <a:cubicBezTo>
                    <a:pt x="1261112" y="0"/>
                    <a:pt x="1624680" y="363568"/>
                    <a:pt x="1624680" y="812340"/>
                  </a:cubicBezTo>
                  <a:cubicBezTo>
                    <a:pt x="1624680" y="1261112"/>
                    <a:pt x="1261112" y="1624680"/>
                    <a:pt x="812340" y="1624680"/>
                  </a:cubicBezTo>
                </a:path>
              </a:pathLst>
            </a:custGeom>
            <a:noFill/>
            <a:ln w="148134" cap="rnd">
              <a:solidFill>
                <a:srgbClr val="B3E0DB"/>
              </a:solidFill>
              <a:prstDash val="solid"/>
              <a:round/>
            </a:ln>
          </p:spPr>
          <p:txBody>
            <a:bodyPr rtlCol="0" anchor="ctr"/>
            <a:lstStyle/>
            <a:p>
              <a:endParaRPr lang="zh-CN" altLang="en-US"/>
            </a:p>
          </p:txBody>
        </p:sp>
        <p:sp>
          <p:nvSpPr>
            <p:cNvPr id="23" name="任意多边形: 形状 22">
              <a:extLst>
                <a:ext uri="{FF2B5EF4-FFF2-40B4-BE49-F238E27FC236}">
                  <a16:creationId xmlns:a16="http://schemas.microsoft.com/office/drawing/2014/main" id="{DE5C59A3-AA27-B880-9C2F-96A4FB9FC4D2}"/>
                </a:ext>
              </a:extLst>
            </p:cNvPr>
            <p:cNvSpPr/>
            <p:nvPr/>
          </p:nvSpPr>
          <p:spPr>
            <a:xfrm>
              <a:off x="0" y="4854908"/>
              <a:ext cx="1447620" cy="1822003"/>
            </a:xfrm>
            <a:custGeom>
              <a:avLst/>
              <a:gdLst>
                <a:gd name="connsiteX0" fmla="*/ 1250406 w 1371297"/>
                <a:gd name="connsiteY0" fmla="*/ 1725943 h 1725942"/>
                <a:gd name="connsiteX1" fmla="*/ 1371298 w 1371297"/>
                <a:gd name="connsiteY1" fmla="*/ 1199551 h 1725942"/>
                <a:gd name="connsiteX2" fmla="*/ 833753 w 1371297"/>
                <a:gd name="connsiteY2" fmla="*/ 1150480 h 1725942"/>
                <a:gd name="connsiteX3" fmla="*/ 954644 w 1371297"/>
                <a:gd name="connsiteY3" fmla="*/ 624534 h 1725942"/>
                <a:gd name="connsiteX4" fmla="*/ 417099 w 1371297"/>
                <a:gd name="connsiteY4" fmla="*/ 575463 h 1725942"/>
                <a:gd name="connsiteX5" fmla="*/ 537545 w 1371297"/>
                <a:gd name="connsiteY5" fmla="*/ 49070 h 1725942"/>
                <a:gd name="connsiteX6" fmla="*/ 0 w 1371297"/>
                <a:gd name="connsiteY6" fmla="*/ 0 h 172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297" h="1725942">
                  <a:moveTo>
                    <a:pt x="1250406" y="1725943"/>
                  </a:moveTo>
                  <a:lnTo>
                    <a:pt x="1371298" y="1199551"/>
                  </a:lnTo>
                  <a:lnTo>
                    <a:pt x="833753" y="1150480"/>
                  </a:lnTo>
                  <a:lnTo>
                    <a:pt x="954644" y="624534"/>
                  </a:lnTo>
                  <a:lnTo>
                    <a:pt x="417099" y="575463"/>
                  </a:lnTo>
                  <a:lnTo>
                    <a:pt x="537545" y="49070"/>
                  </a:lnTo>
                  <a:lnTo>
                    <a:pt x="0" y="0"/>
                  </a:lnTo>
                </a:path>
              </a:pathLst>
            </a:custGeom>
            <a:noFill/>
            <a:ln w="148134" cap="rnd">
              <a:solidFill>
                <a:srgbClr val="FEE580"/>
              </a:solidFill>
              <a:prstDash val="solid"/>
              <a:round/>
            </a:ln>
          </p:spPr>
          <p:txBody>
            <a:bodyPr rtlCol="0" anchor="ctr"/>
            <a:lstStyle/>
            <a:p>
              <a:endParaRPr lang="zh-CN" altLang="en-US"/>
            </a:p>
          </p:txBody>
        </p:sp>
        <p:grpSp>
          <p:nvGrpSpPr>
            <p:cNvPr id="24" name="组合 23">
              <a:extLst>
                <a:ext uri="{FF2B5EF4-FFF2-40B4-BE49-F238E27FC236}">
                  <a16:creationId xmlns:a16="http://schemas.microsoft.com/office/drawing/2014/main" id="{484DDF22-ACAB-CD42-1EF2-9839FDECE6DB}"/>
                </a:ext>
              </a:extLst>
            </p:cNvPr>
            <p:cNvGrpSpPr/>
            <p:nvPr userDrawn="1"/>
          </p:nvGrpSpPr>
          <p:grpSpPr>
            <a:xfrm>
              <a:off x="434457" y="880200"/>
              <a:ext cx="1880001" cy="1997068"/>
              <a:chOff x="321407" y="1322810"/>
              <a:chExt cx="2276828" cy="2418605"/>
            </a:xfrm>
          </p:grpSpPr>
          <p:sp>
            <p:nvSpPr>
              <p:cNvPr id="26" name="任意多边形: 形状 25">
                <a:extLst>
                  <a:ext uri="{FF2B5EF4-FFF2-40B4-BE49-F238E27FC236}">
                    <a16:creationId xmlns:a16="http://schemas.microsoft.com/office/drawing/2014/main" id="{F531ACD4-8884-8606-77A8-A9D3210F650D}"/>
                  </a:ext>
                </a:extLst>
              </p:cNvPr>
              <p:cNvSpPr/>
              <p:nvPr/>
            </p:nvSpPr>
            <p:spPr>
              <a:xfrm>
                <a:off x="475310" y="1446603"/>
                <a:ext cx="2122925" cy="2294812"/>
              </a:xfrm>
              <a:custGeom>
                <a:avLst/>
                <a:gdLst>
                  <a:gd name="connsiteX0" fmla="*/ 2010999 w 2010998"/>
                  <a:gd name="connsiteY0" fmla="*/ 2173823 h 2173823"/>
                  <a:gd name="connsiteX1" fmla="*/ 0 w 2010998"/>
                  <a:gd name="connsiteY1" fmla="*/ 1308844 h 2173823"/>
                  <a:gd name="connsiteX2" fmla="*/ 1754494 w 2010998"/>
                  <a:gd name="connsiteY2" fmla="*/ 0 h 2173823"/>
                </a:gdLst>
                <a:ahLst/>
                <a:cxnLst>
                  <a:cxn ang="0">
                    <a:pos x="connsiteX0" y="connsiteY0"/>
                  </a:cxn>
                  <a:cxn ang="0">
                    <a:pos x="connsiteX1" y="connsiteY1"/>
                  </a:cxn>
                  <a:cxn ang="0">
                    <a:pos x="connsiteX2" y="connsiteY2"/>
                  </a:cxn>
                </a:cxnLst>
                <a:rect l="l" t="t" r="r" b="b"/>
                <a:pathLst>
                  <a:path w="2010998" h="2173823">
                    <a:moveTo>
                      <a:pt x="2010999" y="2173823"/>
                    </a:moveTo>
                    <a:lnTo>
                      <a:pt x="0" y="1308844"/>
                    </a:lnTo>
                    <a:lnTo>
                      <a:pt x="1754494" y="0"/>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pic>
            <p:nvPicPr>
              <p:cNvPr id="27" name="图形 26">
                <a:extLst>
                  <a:ext uri="{FF2B5EF4-FFF2-40B4-BE49-F238E27FC236}">
                    <a16:creationId xmlns:a16="http://schemas.microsoft.com/office/drawing/2014/main" id="{21982FDF-B31D-6787-FD26-BA4CFC16AC2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334" t="26785" b="25001"/>
              <a:stretch/>
            </p:blipFill>
            <p:spPr>
              <a:xfrm>
                <a:off x="321407" y="1322810"/>
                <a:ext cx="2053649" cy="2080386"/>
              </a:xfrm>
              <a:prstGeom prst="rect">
                <a:avLst/>
              </a:prstGeom>
            </p:spPr>
          </p:pic>
        </p:grpSp>
      </p:grpSp>
      <p:sp>
        <p:nvSpPr>
          <p:cNvPr id="5" name="164d9cce-49a0-43aa-91db-17efcbfa448c"/>
          <p:cNvSpPr>
            <a:spLocks noGrp="1"/>
          </p:cNvSpPr>
          <p:nvPr>
            <p:ph type="title" hasCustomPrompt="1"/>
          </p:nvPr>
        </p:nvSpPr>
        <p:spPr>
          <a:xfrm>
            <a:off x="2628900" y="2324924"/>
            <a:ext cx="6921500" cy="996792"/>
          </a:xfrm>
          <a:prstGeom prst="rect">
            <a:avLst/>
          </a:prstGeom>
        </p:spPr>
        <p:txBody>
          <a:bodyPr>
            <a:normAutofit/>
          </a:bodyPr>
          <a:lstStyle>
            <a:lvl1pPr algn="ctr">
              <a:lnSpc>
                <a:spcPct val="100000"/>
              </a:lnSpc>
              <a:defRPr sz="4000">
                <a:solidFill>
                  <a:schemeClr val="accent1"/>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2635250" y="3422600"/>
            <a:ext cx="6921500" cy="1965657"/>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2024/7/11</a:t>
            </a:fld>
            <a:endParaRPr lang="en-US" altLang="zh-CN"/>
          </a:p>
        </p:txBody>
      </p:sp>
      <p:sp>
        <p:nvSpPr>
          <p:cNvPr id="6" name="页脚占位符 5"/>
          <p:cNvSpPr>
            <a:spLocks noGrp="1"/>
          </p:cNvSpPr>
          <p:nvPr>
            <p:ph type="ftr" sz="quarter" idx="11"/>
          </p:nvPr>
        </p:nvSpPr>
        <p:spPr/>
        <p:txBody>
          <a:bodyPr/>
          <a:lstStyle/>
          <a:p>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accent1"/>
                </a:solidFill>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grpSp>
        <p:nvGrpSpPr>
          <p:cNvPr id="6" name="组合 5">
            <a:extLst>
              <a:ext uri="{FF2B5EF4-FFF2-40B4-BE49-F238E27FC236}">
                <a16:creationId xmlns:a16="http://schemas.microsoft.com/office/drawing/2014/main" id="{8DFAE322-BF2B-D07B-E346-07D9DF29DD0F}"/>
              </a:ext>
            </a:extLst>
          </p:cNvPr>
          <p:cNvGrpSpPr/>
          <p:nvPr userDrawn="1"/>
        </p:nvGrpSpPr>
        <p:grpSpPr>
          <a:xfrm>
            <a:off x="666750" y="719208"/>
            <a:ext cx="11525250" cy="309492"/>
            <a:chOff x="666750" y="719208"/>
            <a:chExt cx="11525250" cy="309492"/>
          </a:xfrm>
        </p:grpSpPr>
        <p:sp>
          <p:nvSpPr>
            <p:cNvPr id="7" name="任意多边形: 形状 6">
              <a:extLst>
                <a:ext uri="{FF2B5EF4-FFF2-40B4-BE49-F238E27FC236}">
                  <a16:creationId xmlns:a16="http://schemas.microsoft.com/office/drawing/2014/main" id="{D5BB2488-CAA4-CA89-388E-FA6BADA334E4}"/>
                </a:ext>
              </a:extLst>
            </p:cNvPr>
            <p:cNvSpPr/>
            <p:nvPr/>
          </p:nvSpPr>
          <p:spPr>
            <a:xfrm>
              <a:off x="8382000" y="719208"/>
              <a:ext cx="3810000" cy="309492"/>
            </a:xfrm>
            <a:custGeom>
              <a:avLst/>
              <a:gdLst>
                <a:gd name="connsiteX0" fmla="*/ 187264 w 3810000"/>
                <a:gd name="connsiteY0" fmla="*/ 0 h 309492"/>
                <a:gd name="connsiteX1" fmla="*/ 3810000 w 3810000"/>
                <a:gd name="connsiteY1" fmla="*/ 0 h 309492"/>
                <a:gd name="connsiteX2" fmla="*/ 3810000 w 3810000"/>
                <a:gd name="connsiteY2" fmla="*/ 309492 h 309492"/>
                <a:gd name="connsiteX3" fmla="*/ 0 w 3810000"/>
                <a:gd name="connsiteY3" fmla="*/ 309492 h 309492"/>
              </a:gdLst>
              <a:ahLst/>
              <a:cxnLst>
                <a:cxn ang="0">
                  <a:pos x="connsiteX0" y="connsiteY0"/>
                </a:cxn>
                <a:cxn ang="0">
                  <a:pos x="connsiteX1" y="connsiteY1"/>
                </a:cxn>
                <a:cxn ang="0">
                  <a:pos x="connsiteX2" y="connsiteY2"/>
                </a:cxn>
                <a:cxn ang="0">
                  <a:pos x="connsiteX3" y="connsiteY3"/>
                </a:cxn>
              </a:cxnLst>
              <a:rect l="l" t="t" r="r" b="b"/>
              <a:pathLst>
                <a:path w="3810000" h="309492">
                  <a:moveTo>
                    <a:pt x="187264" y="0"/>
                  </a:moveTo>
                  <a:lnTo>
                    <a:pt x="3810000" y="0"/>
                  </a:lnTo>
                  <a:lnTo>
                    <a:pt x="3810000" y="309492"/>
                  </a:lnTo>
                  <a:lnTo>
                    <a:pt x="0" y="309492"/>
                  </a:lnTo>
                  <a:close/>
                </a:path>
              </a:pathLst>
            </a:cu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平行四边形 7">
              <a:extLst>
                <a:ext uri="{FF2B5EF4-FFF2-40B4-BE49-F238E27FC236}">
                  <a16:creationId xmlns:a16="http://schemas.microsoft.com/office/drawing/2014/main" id="{FE914C9C-78CD-3F30-3470-5768EE8DBDF7}"/>
                </a:ext>
              </a:extLst>
            </p:cNvPr>
            <p:cNvSpPr/>
            <p:nvPr/>
          </p:nvSpPr>
          <p:spPr>
            <a:xfrm>
              <a:off x="8163580" y="719208"/>
              <a:ext cx="282172" cy="309492"/>
            </a:xfrm>
            <a:prstGeom prst="parallelogram">
              <a:avLst>
                <a:gd name="adj" fmla="val 60507"/>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D7C730D0-25F2-BF72-D171-A8E6BB90D74F}"/>
                </a:ext>
              </a:extLst>
            </p:cNvPr>
            <p:cNvCxnSpPr>
              <a:cxnSpLocks/>
            </p:cNvCxnSpPr>
            <p:nvPr/>
          </p:nvCxnSpPr>
          <p:spPr>
            <a:xfrm>
              <a:off x="666750" y="1028700"/>
              <a:ext cx="7419975" cy="0"/>
            </a:xfrm>
            <a:prstGeom prst="line">
              <a:avLst/>
            </a:prstGeom>
            <a:ln w="15875">
              <a:solidFill>
                <a:schemeClr val="accent1">
                  <a:alpha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svg="http://schemas.microsoft.com/office/drawing/2016/SVG/main" xmlns:a="http://schemas.openxmlformats.org/drawingml/2006/main" xmlns:r="http://schemas.openxmlformats.org/officeDocument/2006/relationships" xmlns:p="http://schemas.openxmlformats.org/presentationml/2006/main" showMasterSp="0" matchingName="Closing" preserve="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97BE5CC-1B21-3E39-5957-B95088857D62}"/>
              </a:ext>
            </a:extLst>
          </p:cNvPr>
          <p:cNvGrpSpPr/>
          <p:nvPr userDrawn="1"/>
        </p:nvGrpSpPr>
        <p:grpSpPr>
          <a:xfrm>
            <a:off x="0" y="0"/>
            <a:ext cx="12192001" cy="6797681"/>
            <a:chOff x="0" y="0"/>
            <a:chExt cx="12192001" cy="6797681"/>
          </a:xfrm>
        </p:grpSpPr>
        <p:grpSp>
          <p:nvGrpSpPr>
            <p:cNvPr id="10" name="组合 9">
              <a:extLst>
                <a:ext uri="{FF2B5EF4-FFF2-40B4-BE49-F238E27FC236}">
                  <a16:creationId xmlns:a16="http://schemas.microsoft.com/office/drawing/2014/main" id="{08039FE0-BA3A-BDEB-0D3F-1E66392E2DB9}"/>
                </a:ext>
              </a:extLst>
            </p:cNvPr>
            <p:cNvGrpSpPr/>
            <p:nvPr userDrawn="1"/>
          </p:nvGrpSpPr>
          <p:grpSpPr>
            <a:xfrm>
              <a:off x="190066" y="217197"/>
              <a:ext cx="11811869" cy="6423606"/>
              <a:chOff x="366299" y="375815"/>
              <a:chExt cx="11459403" cy="6177777"/>
            </a:xfrm>
          </p:grpSpPr>
          <p:sp>
            <p:nvSpPr>
              <p:cNvPr id="30" name="矩形: 折角 29">
                <a:extLst>
                  <a:ext uri="{FF2B5EF4-FFF2-40B4-BE49-F238E27FC236}">
                    <a16:creationId xmlns:a16="http://schemas.microsoft.com/office/drawing/2014/main" id="{D98CFA68-C8D4-0F02-A5F2-EEDB7C26C7D1}"/>
                  </a:ext>
                </a:extLst>
              </p:cNvPr>
              <p:cNvSpPr/>
              <p:nvPr userDrawn="1"/>
            </p:nvSpPr>
            <p:spPr>
              <a:xfrm>
                <a:off x="366299" y="375815"/>
                <a:ext cx="11459403" cy="6106370"/>
              </a:xfrm>
              <a:prstGeom prst="foldedCorner">
                <a:avLst>
                  <a:gd name="adj" fmla="val 2228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等腰三角形 30">
                <a:extLst>
                  <a:ext uri="{FF2B5EF4-FFF2-40B4-BE49-F238E27FC236}">
                    <a16:creationId xmlns:a16="http://schemas.microsoft.com/office/drawing/2014/main" id="{89385727-F159-9B2F-343B-F7C6F183CE24}"/>
                  </a:ext>
                </a:extLst>
              </p:cNvPr>
              <p:cNvSpPr/>
              <p:nvPr userDrawn="1"/>
            </p:nvSpPr>
            <p:spPr>
              <a:xfrm rot="18892587">
                <a:off x="9973915" y="5294451"/>
                <a:ext cx="1926461" cy="591821"/>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a:extLst>
                <a:ext uri="{FF2B5EF4-FFF2-40B4-BE49-F238E27FC236}">
                  <a16:creationId xmlns:a16="http://schemas.microsoft.com/office/drawing/2014/main" id="{87B66376-19E2-FE03-581F-13CE7FC8C999}"/>
                </a:ext>
              </a:extLst>
            </p:cNvPr>
            <p:cNvGrpSpPr/>
            <p:nvPr userDrawn="1"/>
          </p:nvGrpSpPr>
          <p:grpSpPr>
            <a:xfrm>
              <a:off x="7790588" y="3975323"/>
              <a:ext cx="2427758" cy="2222561"/>
              <a:chOff x="5974760" y="3309257"/>
              <a:chExt cx="3606306" cy="3301497"/>
            </a:xfrm>
          </p:grpSpPr>
          <p:sp>
            <p:nvSpPr>
              <p:cNvPr id="28" name="任意多边形: 形状 27">
                <a:extLst>
                  <a:ext uri="{FF2B5EF4-FFF2-40B4-BE49-F238E27FC236}">
                    <a16:creationId xmlns:a16="http://schemas.microsoft.com/office/drawing/2014/main" id="{8BC2E1D6-8D56-67AD-E7E0-731C9660C6A0}"/>
                  </a:ext>
                </a:extLst>
              </p:cNvPr>
              <p:cNvSpPr/>
              <p:nvPr/>
            </p:nvSpPr>
            <p:spPr>
              <a:xfrm>
                <a:off x="5974760" y="3550691"/>
                <a:ext cx="2805294" cy="3060063"/>
              </a:xfrm>
              <a:custGeom>
                <a:avLst/>
                <a:gdLst>
                  <a:gd name="connsiteX0" fmla="*/ 0 w 2657391"/>
                  <a:gd name="connsiteY0" fmla="*/ 1704085 h 2898728"/>
                  <a:gd name="connsiteX1" fmla="*/ 2363415 w 2657391"/>
                  <a:gd name="connsiteY1" fmla="*/ 0 h 2898728"/>
                  <a:gd name="connsiteX2" fmla="*/ 2657391 w 2657391"/>
                  <a:gd name="connsiteY2" fmla="*/ 2898729 h 2898728"/>
                </a:gdLst>
                <a:ahLst/>
                <a:cxnLst>
                  <a:cxn ang="0">
                    <a:pos x="connsiteX0" y="connsiteY0"/>
                  </a:cxn>
                  <a:cxn ang="0">
                    <a:pos x="connsiteX1" y="connsiteY1"/>
                  </a:cxn>
                  <a:cxn ang="0">
                    <a:pos x="connsiteX2" y="connsiteY2"/>
                  </a:cxn>
                </a:cxnLst>
                <a:rect l="l" t="t" r="r" b="b"/>
                <a:pathLst>
                  <a:path w="2657391" h="2898728">
                    <a:moveTo>
                      <a:pt x="0" y="1704085"/>
                    </a:moveTo>
                    <a:lnTo>
                      <a:pt x="2363415" y="0"/>
                    </a:lnTo>
                    <a:lnTo>
                      <a:pt x="2657391" y="2898729"/>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pic>
            <p:nvPicPr>
              <p:cNvPr id="29" name="图形 28">
                <a:extLst>
                  <a:ext uri="{FF2B5EF4-FFF2-40B4-BE49-F238E27FC236}">
                    <a16:creationId xmlns:a16="http://schemas.microsoft.com/office/drawing/2014/main" id="{86251E67-58A1-74ED-8DA4-A7722321F1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363" t="23771" r="39254" b="14950"/>
              <a:stretch/>
            </p:blipFill>
            <p:spPr>
              <a:xfrm>
                <a:off x="6705799" y="3309257"/>
                <a:ext cx="2875267" cy="3060063"/>
              </a:xfrm>
              <a:prstGeom prst="rect">
                <a:avLst/>
              </a:prstGeom>
            </p:spPr>
          </p:pic>
        </p:grpSp>
        <p:grpSp>
          <p:nvGrpSpPr>
            <p:cNvPr id="12" name="组合 11">
              <a:extLst>
                <a:ext uri="{FF2B5EF4-FFF2-40B4-BE49-F238E27FC236}">
                  <a16:creationId xmlns:a16="http://schemas.microsoft.com/office/drawing/2014/main" id="{0EC5FC99-CFB6-13D6-7C9D-7F4A743BE6AC}"/>
                </a:ext>
              </a:extLst>
            </p:cNvPr>
            <p:cNvGrpSpPr/>
            <p:nvPr userDrawn="1"/>
          </p:nvGrpSpPr>
          <p:grpSpPr>
            <a:xfrm>
              <a:off x="8917792" y="1004755"/>
              <a:ext cx="1027719" cy="1013797"/>
              <a:chOff x="8106632" y="1139561"/>
              <a:chExt cx="1182019" cy="1166007"/>
            </a:xfrm>
          </p:grpSpPr>
          <p:sp>
            <p:nvSpPr>
              <p:cNvPr id="26" name="任意多边形: 形状 25">
                <a:extLst>
                  <a:ext uri="{FF2B5EF4-FFF2-40B4-BE49-F238E27FC236}">
                    <a16:creationId xmlns:a16="http://schemas.microsoft.com/office/drawing/2014/main" id="{862F09CE-040F-80C6-8FE3-9015070DBB7F}"/>
                  </a:ext>
                </a:extLst>
              </p:cNvPr>
              <p:cNvSpPr/>
              <p:nvPr/>
            </p:nvSpPr>
            <p:spPr>
              <a:xfrm>
                <a:off x="8184806" y="1218205"/>
                <a:ext cx="1103845" cy="1087363"/>
              </a:xfrm>
              <a:custGeom>
                <a:avLst/>
                <a:gdLst>
                  <a:gd name="connsiteX0" fmla="*/ 1045648 w 1045647"/>
                  <a:gd name="connsiteY0" fmla="*/ 780667 h 1030034"/>
                  <a:gd name="connsiteX1" fmla="*/ 0 w 1045647"/>
                  <a:gd name="connsiteY1" fmla="*/ 1030034 h 1030034"/>
                  <a:gd name="connsiteX2" fmla="*/ 307360 w 1045647"/>
                  <a:gd name="connsiteY2" fmla="*/ 0 h 1030034"/>
                </a:gdLst>
                <a:ahLst/>
                <a:cxnLst>
                  <a:cxn ang="0">
                    <a:pos x="connsiteX0" y="connsiteY0"/>
                  </a:cxn>
                  <a:cxn ang="0">
                    <a:pos x="connsiteX1" y="connsiteY1"/>
                  </a:cxn>
                  <a:cxn ang="0">
                    <a:pos x="connsiteX2" y="connsiteY2"/>
                  </a:cxn>
                </a:cxnLst>
                <a:rect l="l" t="t" r="r" b="b"/>
                <a:pathLst>
                  <a:path w="1045647" h="1030034">
                    <a:moveTo>
                      <a:pt x="1045648" y="780667"/>
                    </a:moveTo>
                    <a:lnTo>
                      <a:pt x="0" y="1030034"/>
                    </a:lnTo>
                    <a:lnTo>
                      <a:pt x="307360" y="0"/>
                    </a:lnTo>
                  </a:path>
                </a:pathLst>
              </a:custGeom>
              <a:noFill/>
              <a:ln w="148134" cap="rnd">
                <a:solidFill>
                  <a:srgbClr val="424242"/>
                </a:solidFill>
                <a:prstDash val="solid"/>
                <a:round/>
              </a:ln>
            </p:spPr>
            <p:txBody>
              <a:bodyPr rtlCol="0" anchor="ctr"/>
              <a:lstStyle/>
              <a:p>
                <a:endParaRPr lang="zh-CN" altLang="en-US"/>
              </a:p>
            </p:txBody>
          </p:sp>
          <p:sp>
            <p:nvSpPr>
              <p:cNvPr id="27" name="任意多边形: 形状 26">
                <a:extLst>
                  <a:ext uri="{FF2B5EF4-FFF2-40B4-BE49-F238E27FC236}">
                    <a16:creationId xmlns:a16="http://schemas.microsoft.com/office/drawing/2014/main" id="{E8DD1ADA-0BA2-D61E-0922-71BABFB5EDC2}"/>
                  </a:ext>
                </a:extLst>
              </p:cNvPr>
              <p:cNvSpPr/>
              <p:nvPr/>
            </p:nvSpPr>
            <p:spPr>
              <a:xfrm>
                <a:off x="8106632" y="1139561"/>
                <a:ext cx="1103845" cy="1087834"/>
              </a:xfrm>
              <a:custGeom>
                <a:avLst/>
                <a:gdLst>
                  <a:gd name="connsiteX0" fmla="*/ 1045648 w 1045647"/>
                  <a:gd name="connsiteY0" fmla="*/ 781113 h 1030480"/>
                  <a:gd name="connsiteX1" fmla="*/ 0 w 1045647"/>
                  <a:gd name="connsiteY1" fmla="*/ 1030481 h 1030480"/>
                  <a:gd name="connsiteX2" fmla="*/ 306914 w 1045647"/>
                  <a:gd name="connsiteY2" fmla="*/ 0 h 1030480"/>
                </a:gdLst>
                <a:ahLst/>
                <a:cxnLst>
                  <a:cxn ang="0">
                    <a:pos x="connsiteX0" y="connsiteY0"/>
                  </a:cxn>
                  <a:cxn ang="0">
                    <a:pos x="connsiteX1" y="connsiteY1"/>
                  </a:cxn>
                  <a:cxn ang="0">
                    <a:pos x="connsiteX2" y="connsiteY2"/>
                  </a:cxn>
                </a:cxnLst>
                <a:rect l="l" t="t" r="r" b="b"/>
                <a:pathLst>
                  <a:path w="1045647" h="1030480">
                    <a:moveTo>
                      <a:pt x="1045648" y="781113"/>
                    </a:moveTo>
                    <a:lnTo>
                      <a:pt x="0" y="1030481"/>
                    </a:lnTo>
                    <a:lnTo>
                      <a:pt x="306914" y="0"/>
                    </a:lnTo>
                  </a:path>
                </a:pathLst>
              </a:custGeom>
              <a:noFill/>
              <a:ln w="148134" cap="rnd">
                <a:solidFill>
                  <a:srgbClr val="FEE580"/>
                </a:solidFill>
                <a:prstDash val="solid"/>
                <a:round/>
              </a:ln>
            </p:spPr>
            <p:txBody>
              <a:bodyPr rtlCol="0" anchor="ctr"/>
              <a:lstStyle/>
              <a:p>
                <a:endParaRPr lang="zh-CN" altLang="en-US"/>
              </a:p>
            </p:txBody>
          </p:sp>
        </p:grpSp>
        <p:sp>
          <p:nvSpPr>
            <p:cNvPr id="13" name="任意多边形: 形状 12">
              <a:extLst>
                <a:ext uri="{FF2B5EF4-FFF2-40B4-BE49-F238E27FC236}">
                  <a16:creationId xmlns:a16="http://schemas.microsoft.com/office/drawing/2014/main" id="{083E4F84-FBE4-57BF-734D-CFDBF26D7152}"/>
                </a:ext>
              </a:extLst>
            </p:cNvPr>
            <p:cNvSpPr/>
            <p:nvPr/>
          </p:nvSpPr>
          <p:spPr>
            <a:xfrm>
              <a:off x="10467200" y="772045"/>
              <a:ext cx="1724801" cy="2218994"/>
            </a:xfrm>
            <a:custGeom>
              <a:avLst/>
              <a:gdLst>
                <a:gd name="connsiteX0" fmla="*/ 0 w 1724801"/>
                <a:gd name="connsiteY0" fmla="*/ 0 h 2218994"/>
                <a:gd name="connsiteX1" fmla="*/ 1724801 w 1724801"/>
                <a:gd name="connsiteY1" fmla="*/ 422695 h 2218994"/>
                <a:gd name="connsiteX2" fmla="*/ 1724801 w 1724801"/>
                <a:gd name="connsiteY2" fmla="*/ 1092467 h 2218994"/>
                <a:gd name="connsiteX3" fmla="*/ 645637 w 1724801"/>
                <a:gd name="connsiteY3" fmla="*/ 2218994 h 2218994"/>
              </a:gdLst>
              <a:ahLst/>
              <a:cxnLst>
                <a:cxn ang="0">
                  <a:pos x="connsiteX0" y="connsiteY0"/>
                </a:cxn>
                <a:cxn ang="0">
                  <a:pos x="connsiteX1" y="connsiteY1"/>
                </a:cxn>
                <a:cxn ang="0">
                  <a:pos x="connsiteX2" y="connsiteY2"/>
                </a:cxn>
                <a:cxn ang="0">
                  <a:pos x="connsiteX3" y="connsiteY3"/>
                </a:cxn>
              </a:cxnLst>
              <a:rect l="l" t="t" r="r" b="b"/>
              <a:pathLst>
                <a:path w="1724801" h="2218994">
                  <a:moveTo>
                    <a:pt x="0" y="0"/>
                  </a:moveTo>
                  <a:lnTo>
                    <a:pt x="1724801" y="422695"/>
                  </a:lnTo>
                  <a:lnTo>
                    <a:pt x="1724801" y="1092467"/>
                  </a:lnTo>
                  <a:lnTo>
                    <a:pt x="645637" y="2218994"/>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57CF20F7-A22D-3D6F-C9CF-3148259E42D5}"/>
                </a:ext>
              </a:extLst>
            </p:cNvPr>
            <p:cNvSpPr/>
            <p:nvPr/>
          </p:nvSpPr>
          <p:spPr>
            <a:xfrm>
              <a:off x="6382913" y="0"/>
              <a:ext cx="2393105" cy="1547363"/>
            </a:xfrm>
            <a:custGeom>
              <a:avLst/>
              <a:gdLst>
                <a:gd name="connsiteX0" fmla="*/ 0 w 2393105"/>
                <a:gd name="connsiteY0" fmla="*/ 0 h 1547363"/>
                <a:gd name="connsiteX1" fmla="*/ 2393105 w 2393105"/>
                <a:gd name="connsiteY1" fmla="*/ 0 h 1547363"/>
                <a:gd name="connsiteX2" fmla="*/ 112358 w 2393105"/>
                <a:gd name="connsiteY2" fmla="*/ 1547363 h 1547363"/>
              </a:gdLst>
              <a:ahLst/>
              <a:cxnLst>
                <a:cxn ang="0">
                  <a:pos x="connsiteX0" y="connsiteY0"/>
                </a:cxn>
                <a:cxn ang="0">
                  <a:pos x="connsiteX1" y="connsiteY1"/>
                </a:cxn>
                <a:cxn ang="0">
                  <a:pos x="connsiteX2" y="connsiteY2"/>
                </a:cxn>
              </a:cxnLst>
              <a:rect l="l" t="t" r="r" b="b"/>
              <a:pathLst>
                <a:path w="2393105" h="1547363">
                  <a:moveTo>
                    <a:pt x="0" y="0"/>
                  </a:moveTo>
                  <a:lnTo>
                    <a:pt x="2393105" y="0"/>
                  </a:lnTo>
                  <a:lnTo>
                    <a:pt x="112358" y="1547363"/>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A4869275-A57E-3F41-0FC4-CA08330890FF}"/>
                </a:ext>
              </a:extLst>
            </p:cNvPr>
            <p:cNvSpPr/>
            <p:nvPr/>
          </p:nvSpPr>
          <p:spPr>
            <a:xfrm>
              <a:off x="4283672" y="1057619"/>
              <a:ext cx="810460" cy="798216"/>
            </a:xfrm>
            <a:custGeom>
              <a:avLst/>
              <a:gdLst>
                <a:gd name="connsiteX0" fmla="*/ 0 w 767730"/>
                <a:gd name="connsiteY0" fmla="*/ 182453 h 756132"/>
                <a:gd name="connsiteX1" fmla="*/ 767730 w 767730"/>
                <a:gd name="connsiteY1" fmla="*/ 0 h 756132"/>
                <a:gd name="connsiteX2" fmla="*/ 542006 w 767730"/>
                <a:gd name="connsiteY2" fmla="*/ 756132 h 756132"/>
              </a:gdLst>
              <a:ahLst/>
              <a:cxnLst>
                <a:cxn ang="0">
                  <a:pos x="connsiteX0" y="connsiteY0"/>
                </a:cxn>
                <a:cxn ang="0">
                  <a:pos x="connsiteX1" y="connsiteY1"/>
                </a:cxn>
                <a:cxn ang="0">
                  <a:pos x="connsiteX2" y="connsiteY2"/>
                </a:cxn>
              </a:cxnLst>
              <a:rect l="l" t="t" r="r" b="b"/>
              <a:pathLst>
                <a:path w="767730" h="756132">
                  <a:moveTo>
                    <a:pt x="0" y="182453"/>
                  </a:moveTo>
                  <a:lnTo>
                    <a:pt x="767730" y="0"/>
                  </a:lnTo>
                  <a:lnTo>
                    <a:pt x="542006" y="756132"/>
                  </a:lnTo>
                  <a:close/>
                </a:path>
              </a:pathLst>
            </a:custGeom>
            <a:solidFill>
              <a:schemeClr val="accent1">
                <a:lumMod val="60000"/>
                <a:lumOff val="40000"/>
              </a:schemeClr>
            </a:solidFill>
            <a:ln w="44582"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4E0CE6FE-152C-DCC6-5D44-7EAD9F050972}"/>
                </a:ext>
              </a:extLst>
            </p:cNvPr>
            <p:cNvSpPr/>
            <p:nvPr/>
          </p:nvSpPr>
          <p:spPr>
            <a:xfrm>
              <a:off x="5094132" y="5999466"/>
              <a:ext cx="810459" cy="798215"/>
            </a:xfrm>
            <a:custGeom>
              <a:avLst/>
              <a:gdLst>
                <a:gd name="connsiteX0" fmla="*/ 0 w 767729"/>
                <a:gd name="connsiteY0" fmla="*/ 182899 h 756131"/>
                <a:gd name="connsiteX1" fmla="*/ 767730 w 767729"/>
                <a:gd name="connsiteY1" fmla="*/ 0 h 756131"/>
                <a:gd name="connsiteX2" fmla="*/ 542006 w 767729"/>
                <a:gd name="connsiteY2" fmla="*/ 756132 h 756131"/>
              </a:gdLst>
              <a:ahLst/>
              <a:cxnLst>
                <a:cxn ang="0">
                  <a:pos x="connsiteX0" y="connsiteY0"/>
                </a:cxn>
                <a:cxn ang="0">
                  <a:pos x="connsiteX1" y="connsiteY1"/>
                </a:cxn>
                <a:cxn ang="0">
                  <a:pos x="connsiteX2" y="connsiteY2"/>
                </a:cxn>
              </a:cxnLst>
              <a:rect l="l" t="t" r="r" b="b"/>
              <a:pathLst>
                <a:path w="767729" h="756131">
                  <a:moveTo>
                    <a:pt x="0" y="182899"/>
                  </a:moveTo>
                  <a:lnTo>
                    <a:pt x="767730" y="0"/>
                  </a:lnTo>
                  <a:lnTo>
                    <a:pt x="542006" y="756132"/>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grpSp>
          <p:nvGrpSpPr>
            <p:cNvPr id="18" name="组合 17">
              <a:extLst>
                <a:ext uri="{FF2B5EF4-FFF2-40B4-BE49-F238E27FC236}">
                  <a16:creationId xmlns:a16="http://schemas.microsoft.com/office/drawing/2014/main" id="{478F0FED-521F-52EB-09C4-95E310E4E706}"/>
                </a:ext>
              </a:extLst>
            </p:cNvPr>
            <p:cNvGrpSpPr/>
            <p:nvPr userDrawn="1"/>
          </p:nvGrpSpPr>
          <p:grpSpPr>
            <a:xfrm>
              <a:off x="2087164" y="4530684"/>
              <a:ext cx="1477526" cy="1477408"/>
              <a:chOff x="2087164" y="4530684"/>
              <a:chExt cx="1477526" cy="1477408"/>
            </a:xfrm>
          </p:grpSpPr>
          <p:sp>
            <p:nvSpPr>
              <p:cNvPr id="24" name="任意多边形: 形状 23">
                <a:extLst>
                  <a:ext uri="{FF2B5EF4-FFF2-40B4-BE49-F238E27FC236}">
                    <a16:creationId xmlns:a16="http://schemas.microsoft.com/office/drawing/2014/main" id="{D120A153-EE96-2F0D-55D8-DFCD8F308B41}"/>
                  </a:ext>
                </a:extLst>
              </p:cNvPr>
              <p:cNvSpPr/>
              <p:nvPr/>
            </p:nvSpPr>
            <p:spPr>
              <a:xfrm>
                <a:off x="2165337" y="4608858"/>
                <a:ext cx="1399353" cy="1399234"/>
              </a:xfrm>
              <a:custGeom>
                <a:avLst/>
                <a:gdLst>
                  <a:gd name="connsiteX0" fmla="*/ 1325463 w 1325575"/>
                  <a:gd name="connsiteY0" fmla="*/ 650407 h 1325462"/>
                  <a:gd name="connsiteX1" fmla="*/ 675055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5" y="1325350"/>
                    </a:cubicBezTo>
                    <a:cubicBezTo>
                      <a:pt x="308811" y="1332041"/>
                      <a:pt x="6805" y="1040741"/>
                      <a:pt x="113" y="674942"/>
                    </a:cubicBezTo>
                    <a:cubicBezTo>
                      <a:pt x="-6578" y="308698"/>
                      <a:pt x="284722" y="6692"/>
                      <a:pt x="650520" y="0"/>
                    </a:cubicBezTo>
                  </a:path>
                </a:pathLst>
              </a:custGeom>
              <a:noFill/>
              <a:ln w="148134" cap="rnd">
                <a:solidFill>
                  <a:srgbClr val="424242"/>
                </a:solidFill>
                <a:prstDash val="solid"/>
                <a:round/>
              </a:ln>
            </p:spPr>
            <p:txBody>
              <a:bodyPr rtlCol="0" anchor="ctr"/>
              <a:lstStyle/>
              <a:p>
                <a:endParaRPr lang="zh-CN" altLang="en-US"/>
              </a:p>
            </p:txBody>
          </p:sp>
          <p:sp>
            <p:nvSpPr>
              <p:cNvPr id="25" name="任意多边形: 形状 24">
                <a:extLst>
                  <a:ext uri="{FF2B5EF4-FFF2-40B4-BE49-F238E27FC236}">
                    <a16:creationId xmlns:a16="http://schemas.microsoft.com/office/drawing/2014/main" id="{C1115F63-3E91-590E-693D-ADB0B934210D}"/>
                  </a:ext>
                </a:extLst>
              </p:cNvPr>
              <p:cNvSpPr/>
              <p:nvPr/>
            </p:nvSpPr>
            <p:spPr>
              <a:xfrm>
                <a:off x="2087164" y="4530684"/>
                <a:ext cx="1399353" cy="1399234"/>
              </a:xfrm>
              <a:custGeom>
                <a:avLst/>
                <a:gdLst>
                  <a:gd name="connsiteX0" fmla="*/ 1325463 w 1325575"/>
                  <a:gd name="connsiteY0" fmla="*/ 650407 h 1325462"/>
                  <a:gd name="connsiteX1" fmla="*/ 675056 w 1325575"/>
                  <a:gd name="connsiteY1" fmla="*/ 1325350 h 1325462"/>
                  <a:gd name="connsiteX2" fmla="*/ 113 w 1325575"/>
                  <a:gd name="connsiteY2" fmla="*/ 674942 h 1325462"/>
                  <a:gd name="connsiteX3" fmla="*/ 650520 w 1325575"/>
                  <a:gd name="connsiteY3" fmla="*/ 0 h 1325462"/>
                </a:gdLst>
                <a:ahLst/>
                <a:cxnLst>
                  <a:cxn ang="0">
                    <a:pos x="connsiteX0" y="connsiteY0"/>
                  </a:cxn>
                  <a:cxn ang="0">
                    <a:pos x="connsiteX1" y="connsiteY1"/>
                  </a:cxn>
                  <a:cxn ang="0">
                    <a:pos x="connsiteX2" y="connsiteY2"/>
                  </a:cxn>
                  <a:cxn ang="0">
                    <a:pos x="connsiteX3" y="connsiteY3"/>
                  </a:cxn>
                </a:cxnLst>
                <a:rect l="l" t="t" r="r" b="b"/>
                <a:pathLst>
                  <a:path w="1325575" h="1325462">
                    <a:moveTo>
                      <a:pt x="1325463" y="650407"/>
                    </a:moveTo>
                    <a:cubicBezTo>
                      <a:pt x="1332154" y="1016652"/>
                      <a:pt x="1040854" y="1318659"/>
                      <a:pt x="675056" y="1325350"/>
                    </a:cubicBezTo>
                    <a:cubicBezTo>
                      <a:pt x="309257" y="1332042"/>
                      <a:pt x="6805" y="1040741"/>
                      <a:pt x="113" y="674942"/>
                    </a:cubicBezTo>
                    <a:cubicBezTo>
                      <a:pt x="-6578" y="308698"/>
                      <a:pt x="284722" y="6692"/>
                      <a:pt x="650520" y="0"/>
                    </a:cubicBezTo>
                  </a:path>
                </a:pathLst>
              </a:custGeom>
              <a:noFill/>
              <a:ln w="148134" cap="rnd">
                <a:solidFill>
                  <a:srgbClr val="80CBC4"/>
                </a:solidFill>
                <a:prstDash val="solid"/>
                <a:round/>
              </a:ln>
            </p:spPr>
            <p:txBody>
              <a:bodyPr rtlCol="0" anchor="ctr"/>
              <a:lstStyle/>
              <a:p>
                <a:endParaRPr lang="zh-CN" altLang="en-US"/>
              </a:p>
            </p:txBody>
          </p:sp>
        </p:grpSp>
        <p:sp>
          <p:nvSpPr>
            <p:cNvPr id="19" name="任意多边形: 形状 18">
              <a:extLst>
                <a:ext uri="{FF2B5EF4-FFF2-40B4-BE49-F238E27FC236}">
                  <a16:creationId xmlns:a16="http://schemas.microsoft.com/office/drawing/2014/main" id="{57C9EDEB-195A-8975-4DDB-618A43C6613E}"/>
                </a:ext>
              </a:extLst>
            </p:cNvPr>
            <p:cNvSpPr/>
            <p:nvPr/>
          </p:nvSpPr>
          <p:spPr>
            <a:xfrm>
              <a:off x="10733016" y="3575799"/>
              <a:ext cx="1217153" cy="1217153"/>
            </a:xfrm>
            <a:custGeom>
              <a:avLst/>
              <a:gdLst>
                <a:gd name="connsiteX0" fmla="*/ 0 w 1624679"/>
                <a:gd name="connsiteY0" fmla="*/ 812340 h 1624679"/>
                <a:gd name="connsiteX1" fmla="*/ 812340 w 1624679"/>
                <a:gd name="connsiteY1" fmla="*/ 0 h 1624679"/>
                <a:gd name="connsiteX2" fmla="*/ 1624680 w 1624679"/>
                <a:gd name="connsiteY2" fmla="*/ 812340 h 1624679"/>
                <a:gd name="connsiteX3" fmla="*/ 812340 w 1624679"/>
                <a:gd name="connsiteY3" fmla="*/ 1624680 h 1624679"/>
              </a:gdLst>
              <a:ahLst/>
              <a:cxnLst>
                <a:cxn ang="0">
                  <a:pos x="connsiteX0" y="connsiteY0"/>
                </a:cxn>
                <a:cxn ang="0">
                  <a:pos x="connsiteX1" y="connsiteY1"/>
                </a:cxn>
                <a:cxn ang="0">
                  <a:pos x="connsiteX2" y="connsiteY2"/>
                </a:cxn>
                <a:cxn ang="0">
                  <a:pos x="connsiteX3" y="connsiteY3"/>
                </a:cxn>
              </a:cxnLst>
              <a:rect l="l" t="t" r="r" b="b"/>
              <a:pathLst>
                <a:path w="1624679" h="1624679">
                  <a:moveTo>
                    <a:pt x="0" y="812340"/>
                  </a:moveTo>
                  <a:cubicBezTo>
                    <a:pt x="0" y="363568"/>
                    <a:pt x="363568" y="0"/>
                    <a:pt x="812340" y="0"/>
                  </a:cubicBezTo>
                  <a:cubicBezTo>
                    <a:pt x="1261112" y="0"/>
                    <a:pt x="1624680" y="363568"/>
                    <a:pt x="1624680" y="812340"/>
                  </a:cubicBezTo>
                  <a:cubicBezTo>
                    <a:pt x="1624680" y="1261112"/>
                    <a:pt x="1261112" y="1624680"/>
                    <a:pt x="812340" y="1624680"/>
                  </a:cubicBezTo>
                </a:path>
              </a:pathLst>
            </a:custGeom>
            <a:noFill/>
            <a:ln w="148134" cap="rnd">
              <a:solidFill>
                <a:srgbClr val="B3E0DB"/>
              </a:solidFill>
              <a:prstDash val="solid"/>
              <a:round/>
            </a:ln>
          </p:spPr>
          <p:txBody>
            <a:bodyPr rtlCol="0" anchor="ctr"/>
            <a:lstStyle/>
            <a:p>
              <a:endParaRPr lang="zh-CN" altLang="en-US"/>
            </a:p>
          </p:txBody>
        </p:sp>
        <p:sp>
          <p:nvSpPr>
            <p:cNvPr id="20" name="任意多边形: 形状 19">
              <a:extLst>
                <a:ext uri="{FF2B5EF4-FFF2-40B4-BE49-F238E27FC236}">
                  <a16:creationId xmlns:a16="http://schemas.microsoft.com/office/drawing/2014/main" id="{1A081710-0628-5924-C3D9-FEB16129C177}"/>
                </a:ext>
              </a:extLst>
            </p:cNvPr>
            <p:cNvSpPr/>
            <p:nvPr/>
          </p:nvSpPr>
          <p:spPr>
            <a:xfrm>
              <a:off x="0" y="4854908"/>
              <a:ext cx="1447620" cy="1822003"/>
            </a:xfrm>
            <a:custGeom>
              <a:avLst/>
              <a:gdLst>
                <a:gd name="connsiteX0" fmla="*/ 1250406 w 1371297"/>
                <a:gd name="connsiteY0" fmla="*/ 1725943 h 1725942"/>
                <a:gd name="connsiteX1" fmla="*/ 1371298 w 1371297"/>
                <a:gd name="connsiteY1" fmla="*/ 1199551 h 1725942"/>
                <a:gd name="connsiteX2" fmla="*/ 833753 w 1371297"/>
                <a:gd name="connsiteY2" fmla="*/ 1150480 h 1725942"/>
                <a:gd name="connsiteX3" fmla="*/ 954644 w 1371297"/>
                <a:gd name="connsiteY3" fmla="*/ 624534 h 1725942"/>
                <a:gd name="connsiteX4" fmla="*/ 417099 w 1371297"/>
                <a:gd name="connsiteY4" fmla="*/ 575463 h 1725942"/>
                <a:gd name="connsiteX5" fmla="*/ 537545 w 1371297"/>
                <a:gd name="connsiteY5" fmla="*/ 49070 h 1725942"/>
                <a:gd name="connsiteX6" fmla="*/ 0 w 1371297"/>
                <a:gd name="connsiteY6" fmla="*/ 0 h 172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297" h="1725942">
                  <a:moveTo>
                    <a:pt x="1250406" y="1725943"/>
                  </a:moveTo>
                  <a:lnTo>
                    <a:pt x="1371298" y="1199551"/>
                  </a:lnTo>
                  <a:lnTo>
                    <a:pt x="833753" y="1150480"/>
                  </a:lnTo>
                  <a:lnTo>
                    <a:pt x="954644" y="624534"/>
                  </a:lnTo>
                  <a:lnTo>
                    <a:pt x="417099" y="575463"/>
                  </a:lnTo>
                  <a:lnTo>
                    <a:pt x="537545" y="49070"/>
                  </a:lnTo>
                  <a:lnTo>
                    <a:pt x="0" y="0"/>
                  </a:lnTo>
                </a:path>
              </a:pathLst>
            </a:custGeom>
            <a:noFill/>
            <a:ln w="148134" cap="rnd">
              <a:solidFill>
                <a:srgbClr val="FEE580"/>
              </a:solidFill>
              <a:prstDash val="solid"/>
              <a:round/>
            </a:ln>
          </p:spPr>
          <p:txBody>
            <a:bodyPr rtlCol="0" anchor="ctr"/>
            <a:lstStyle/>
            <a:p>
              <a:endParaRPr lang="zh-CN" altLang="en-US"/>
            </a:p>
          </p:txBody>
        </p:sp>
        <p:grpSp>
          <p:nvGrpSpPr>
            <p:cNvPr id="21" name="组合 20">
              <a:extLst>
                <a:ext uri="{FF2B5EF4-FFF2-40B4-BE49-F238E27FC236}">
                  <a16:creationId xmlns:a16="http://schemas.microsoft.com/office/drawing/2014/main" id="{913885D7-F5B9-F5D6-3F00-9762781365C7}"/>
                </a:ext>
              </a:extLst>
            </p:cNvPr>
            <p:cNvGrpSpPr/>
            <p:nvPr userDrawn="1"/>
          </p:nvGrpSpPr>
          <p:grpSpPr>
            <a:xfrm>
              <a:off x="434457" y="880200"/>
              <a:ext cx="1880001" cy="1997068"/>
              <a:chOff x="321407" y="1322810"/>
              <a:chExt cx="2276828" cy="2418605"/>
            </a:xfrm>
          </p:grpSpPr>
          <p:sp>
            <p:nvSpPr>
              <p:cNvPr id="22" name="任意多边形: 形状 21">
                <a:extLst>
                  <a:ext uri="{FF2B5EF4-FFF2-40B4-BE49-F238E27FC236}">
                    <a16:creationId xmlns:a16="http://schemas.microsoft.com/office/drawing/2014/main" id="{1C212803-805F-C984-B21A-0F98DA14CA41}"/>
                  </a:ext>
                </a:extLst>
              </p:cNvPr>
              <p:cNvSpPr/>
              <p:nvPr/>
            </p:nvSpPr>
            <p:spPr>
              <a:xfrm>
                <a:off x="475310" y="1446603"/>
                <a:ext cx="2122925" cy="2294812"/>
              </a:xfrm>
              <a:custGeom>
                <a:avLst/>
                <a:gdLst>
                  <a:gd name="connsiteX0" fmla="*/ 2010999 w 2010998"/>
                  <a:gd name="connsiteY0" fmla="*/ 2173823 h 2173823"/>
                  <a:gd name="connsiteX1" fmla="*/ 0 w 2010998"/>
                  <a:gd name="connsiteY1" fmla="*/ 1308844 h 2173823"/>
                  <a:gd name="connsiteX2" fmla="*/ 1754494 w 2010998"/>
                  <a:gd name="connsiteY2" fmla="*/ 0 h 2173823"/>
                </a:gdLst>
                <a:ahLst/>
                <a:cxnLst>
                  <a:cxn ang="0">
                    <a:pos x="connsiteX0" y="connsiteY0"/>
                  </a:cxn>
                  <a:cxn ang="0">
                    <a:pos x="connsiteX1" y="connsiteY1"/>
                  </a:cxn>
                  <a:cxn ang="0">
                    <a:pos x="connsiteX2" y="connsiteY2"/>
                  </a:cxn>
                </a:cxnLst>
                <a:rect l="l" t="t" r="r" b="b"/>
                <a:pathLst>
                  <a:path w="2010998" h="2173823">
                    <a:moveTo>
                      <a:pt x="2010999" y="2173823"/>
                    </a:moveTo>
                    <a:lnTo>
                      <a:pt x="0" y="1308844"/>
                    </a:lnTo>
                    <a:lnTo>
                      <a:pt x="1754494" y="0"/>
                    </a:lnTo>
                    <a:close/>
                  </a:path>
                </a:pathLst>
              </a:custGeom>
              <a:solidFill>
                <a:schemeClr val="accent2">
                  <a:lumMod val="60000"/>
                  <a:lumOff val="40000"/>
                </a:schemeClr>
              </a:solidFill>
              <a:ln w="44582" cap="flat">
                <a:noFill/>
                <a:prstDash val="solid"/>
                <a:miter/>
              </a:ln>
            </p:spPr>
            <p:txBody>
              <a:bodyPr rtlCol="0" anchor="ctr"/>
              <a:lstStyle/>
              <a:p>
                <a:endParaRPr lang="zh-CN" altLang="en-US"/>
              </a:p>
            </p:txBody>
          </p:sp>
          <p:pic>
            <p:nvPicPr>
              <p:cNvPr id="23" name="图形 22">
                <a:extLst>
                  <a:ext uri="{FF2B5EF4-FFF2-40B4-BE49-F238E27FC236}">
                    <a16:creationId xmlns:a16="http://schemas.microsoft.com/office/drawing/2014/main" id="{76F0BF7F-7EFC-CF22-814B-5C7C002247D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334" t="26785" b="25001"/>
              <a:stretch/>
            </p:blipFill>
            <p:spPr>
              <a:xfrm>
                <a:off x="321407" y="1322810"/>
                <a:ext cx="2053649" cy="2080386"/>
              </a:xfrm>
              <a:prstGeom prst="rect">
                <a:avLst/>
              </a:prstGeom>
            </p:spPr>
          </p:pic>
        </p:grpSp>
      </p:grpSp>
      <p:sp>
        <p:nvSpPr>
          <p:cNvPr id="5" name="164d9cce-49a0-43aa-91db-17efcbfa448c"/>
          <p:cNvSpPr>
            <a:spLocks noGrp="1"/>
          </p:cNvSpPr>
          <p:nvPr>
            <p:ph type="ctrTitle" hasCustomPrompt="1"/>
          </p:nvPr>
        </p:nvSpPr>
        <p:spPr>
          <a:xfrm>
            <a:off x="2126975" y="1632423"/>
            <a:ext cx="7925350" cy="2136761"/>
          </a:xfrm>
          <a:prstGeom prst="rect">
            <a:avLst/>
          </a:prstGeom>
        </p:spPr>
        <p:txBody>
          <a:bodyPr wrap="square" anchor="b">
            <a:noAutofit/>
          </a:bodyPr>
          <a:lstStyle>
            <a:lvl1pPr algn="ctr">
              <a:lnSpc>
                <a:spcPct val="100000"/>
              </a:lnSpc>
              <a:defRPr sz="7200">
                <a:ln w="19050">
                  <a:noFill/>
                </a:ln>
                <a:solidFill>
                  <a:schemeClr val="tx1"/>
                </a:solidFill>
              </a:defRPr>
            </a:lvl1pPr>
          </a:lstStyle>
          <a:p>
            <a:pPr lvl="0"/>
            <a:r>
              <a:rPr lang="zh-CN" altLang="en-US" dirty="0"/>
              <a:t>Click to add title</a:t>
            </a:r>
            <a:endParaRPr lang="en-US" dirty="0"/>
          </a:p>
        </p:txBody>
      </p:sp>
      <p:sp>
        <p:nvSpPr>
          <p:cNvPr id="4" name="文本占位符 3"/>
          <p:cNvSpPr>
            <a:spLocks noGrp="1"/>
          </p:cNvSpPr>
          <p:nvPr>
            <p:ph type="body" sz="quarter" idx="13" hasCustomPrompt="1"/>
          </p:nvPr>
        </p:nvSpPr>
        <p:spPr>
          <a:xfrm>
            <a:off x="2755900" y="4793127"/>
            <a:ext cx="6667500" cy="276999"/>
          </a:xfrm>
          <a:prstGeom prst="rect">
            <a:avLst/>
          </a:prstGeom>
        </p:spPr>
        <p:txBody>
          <a:bodyPr wrap="square" lIns="90000">
            <a:normAutofit/>
          </a:bodyPr>
          <a:lstStyle>
            <a:lvl1pPr marL="0" indent="0" algn="ctr">
              <a:lnSpc>
                <a:spcPct val="100000"/>
              </a:lnSpc>
              <a:buNone/>
              <a:defRPr sz="12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2755900" y="5126850"/>
            <a:ext cx="6667500" cy="276999"/>
          </a:xfrm>
          <a:prstGeom prst="rect">
            <a:avLst/>
          </a:prstGeom>
        </p:spPr>
        <p:txBody>
          <a:bodyPr wrap="none">
            <a:normAutofit/>
          </a:bodyPr>
          <a:lstStyle>
            <a:lvl1pPr marL="0" indent="0" algn="ctr">
              <a:lnSpc>
                <a:spcPct val="100000"/>
              </a:lnSpc>
              <a:buNone/>
              <a:defRPr sz="1200"/>
            </a:lvl1pPr>
          </a:lstStyle>
          <a:p>
            <a:pPr lvl="0"/>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gradFill>
          <a:gsLst>
            <a:gs pos="0">
              <a:schemeClr val="accent1">
                <a:lumMod val="20000"/>
                <a:lumOff val="80000"/>
              </a:schemeClr>
            </a:gs>
            <a:gs pos="51000">
              <a:schemeClr val="bg1"/>
            </a:gs>
          </a:gsLst>
          <a:lin ang="5400000" scaled="0"/>
        </a:gradFill>
        <a:effectLst/>
      </p:bgPr>
    </p:bg>
    <p:spTree>
      <p:nvGrpSpPr>
        <p:cNvPr id="1" name=""/>
        <p:cNvGrpSpPr/>
        <p:nvPr/>
      </p:nvGrpSpPr>
      <p:grpSpPr>
        <a:xfrm>
          <a:off x="0" y="0"/>
          <a:ext cx="0" cy="0"/>
          <a:chOff x="0" y="0"/>
          <a:chExt cx="0" cy="0"/>
        </a:xfrm>
      </p:grpSpPr>
      <p:sp>
        <p:nvSpPr>
          <p:cNvPr id="2" name="624ec515-86f7-45f9-b9bc-1ecc8bb2b5f2"/>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grpSp>
        <p:nvGrpSpPr>
          <p:cNvPr id="8" name="组合 7" descr="本素材由™ 提供&#10;™尊重知识产权并注重保护用户享有的各项权利。郑重提醒您：&#10;™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插件资源内容的下载。&#10;The resource is supplied by ™.&#10;™ respects all intellectual property rights and protects all the rights its users acquired.Solemnly remind you:&#10;The ownership and intellectual property of the resources supplied in  Add-in belongs to its owner or the assignee of this ownership.you only acquired the usage of the resources supplied in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Add-in in any website, platform, application access to the Internet or mobile Internet." title="™ 版权声明  COPYRIGHT NOTICE">
            <a:extLst>
              <a:ext uri="{FF2B5EF4-FFF2-40B4-BE49-F238E27FC236}">
                <a16:creationId xmlns:a16="http://schemas.microsoft.com/office/drawing/2014/main" id="{1006AD30-5893-56F6-7D68-15EB0F9E6E49}"/>
              </a:ext>
            </a:extLst>
          </p:cNvPr>
          <p:cNvGrpSpPr>
            <a:grpSpLocks noChangeAspect="1"/>
          </p:cNvGrpSpPr>
          <p:nvPr userDrawn="1"/>
        </p:nvGrpSpPr>
        <p:grpSpPr>
          <a:xfrm>
            <a:off x="10769600" y="449958"/>
            <a:ext cx="1184160" cy="731676"/>
            <a:chOff x="2483080" y="1536353"/>
            <a:chExt cx="7225840" cy="4464746"/>
          </a:xfrm>
        </p:grpSpPr>
        <p:sp>
          <p:nvSpPr>
            <p:cNvPr id="10" name="iṩlïḍé">
              <a:extLst>
                <a:ext uri="{FF2B5EF4-FFF2-40B4-BE49-F238E27FC236}">
                  <a16:creationId xmlns:a16="http://schemas.microsoft.com/office/drawing/2014/main" id="{91BD358F-A1B1-79D7-67CD-6F1329F0B550}"/>
                </a:ext>
              </a:extLst>
            </p:cNvPr>
            <p:cNvSpPr/>
            <p:nvPr/>
          </p:nvSpPr>
          <p:spPr bwMode="auto">
            <a:xfrm>
              <a:off x="2647571" y="4779169"/>
              <a:ext cx="1033941" cy="1221930"/>
            </a:xfrm>
            <a:custGeom>
              <a:avLst/>
              <a:gdLst>
                <a:gd name="T0" fmla="*/ 14 w 42"/>
                <a:gd name="T1" fmla="*/ 10 h 50"/>
                <a:gd name="T2" fmla="*/ 0 w 42"/>
                <a:gd name="T3" fmla="*/ 42 h 50"/>
                <a:gd name="T4" fmla="*/ 7 w 42"/>
                <a:gd name="T5" fmla="*/ 45 h 50"/>
                <a:gd name="T6" fmla="*/ 16 w 42"/>
                <a:gd name="T7" fmla="*/ 11 h 50"/>
                <a:gd name="T8" fmla="*/ 8 w 42"/>
                <a:gd name="T9" fmla="*/ 47 h 50"/>
                <a:gd name="T10" fmla="*/ 15 w 42"/>
                <a:gd name="T11" fmla="*/ 49 h 50"/>
                <a:gd name="T12" fmla="*/ 18 w 42"/>
                <a:gd name="T13" fmla="*/ 14 h 50"/>
                <a:gd name="T14" fmla="*/ 17 w 42"/>
                <a:gd name="T15" fmla="*/ 50 h 50"/>
                <a:gd name="T16" fmla="*/ 22 w 42"/>
                <a:gd name="T17" fmla="*/ 50 h 50"/>
                <a:gd name="T18" fmla="*/ 20 w 42"/>
                <a:gd name="T19" fmla="*/ 14 h 50"/>
                <a:gd name="T20" fmla="*/ 23 w 42"/>
                <a:gd name="T21" fmla="*/ 48 h 50"/>
                <a:gd name="T22" fmla="*/ 29 w 42"/>
                <a:gd name="T23" fmla="*/ 47 h 50"/>
                <a:gd name="T24" fmla="*/ 22 w 42"/>
                <a:gd name="T25" fmla="*/ 14 h 50"/>
                <a:gd name="T26" fmla="*/ 30 w 42"/>
                <a:gd name="T27" fmla="*/ 48 h 50"/>
                <a:gd name="T28" fmla="*/ 36 w 42"/>
                <a:gd name="T29" fmla="*/ 46 h 50"/>
                <a:gd name="T30" fmla="*/ 25 w 42"/>
                <a:gd name="T31" fmla="*/ 11 h 50"/>
                <a:gd name="T32" fmla="*/ 37 w 42"/>
                <a:gd name="T33" fmla="*/ 43 h 50"/>
                <a:gd name="T34" fmla="*/ 42 w 42"/>
                <a:gd name="T35" fmla="*/ 41 h 50"/>
                <a:gd name="T36" fmla="*/ 27 w 42"/>
                <a:gd name="T37" fmla="*/ 10 h 50"/>
                <a:gd name="T38" fmla="*/ 14 w 42"/>
                <a:gd name="T39" fmla="*/ 1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 h="50">
                  <a:moveTo>
                    <a:pt x="14" y="10"/>
                  </a:moveTo>
                  <a:cubicBezTo>
                    <a:pt x="0" y="42"/>
                    <a:pt x="0" y="42"/>
                    <a:pt x="0" y="42"/>
                  </a:cubicBezTo>
                  <a:cubicBezTo>
                    <a:pt x="7" y="45"/>
                    <a:pt x="7" y="45"/>
                    <a:pt x="7" y="45"/>
                  </a:cubicBezTo>
                  <a:cubicBezTo>
                    <a:pt x="16" y="11"/>
                    <a:pt x="16" y="11"/>
                    <a:pt x="16" y="11"/>
                  </a:cubicBezTo>
                  <a:cubicBezTo>
                    <a:pt x="8" y="47"/>
                    <a:pt x="8" y="47"/>
                    <a:pt x="8" y="47"/>
                  </a:cubicBezTo>
                  <a:cubicBezTo>
                    <a:pt x="15" y="49"/>
                    <a:pt x="15" y="49"/>
                    <a:pt x="15" y="49"/>
                  </a:cubicBezTo>
                  <a:cubicBezTo>
                    <a:pt x="18" y="14"/>
                    <a:pt x="18" y="14"/>
                    <a:pt x="18" y="14"/>
                  </a:cubicBezTo>
                  <a:cubicBezTo>
                    <a:pt x="17" y="50"/>
                    <a:pt x="17" y="50"/>
                    <a:pt x="17" y="50"/>
                  </a:cubicBezTo>
                  <a:cubicBezTo>
                    <a:pt x="22" y="50"/>
                    <a:pt x="22" y="50"/>
                    <a:pt x="22" y="50"/>
                  </a:cubicBezTo>
                  <a:cubicBezTo>
                    <a:pt x="20" y="14"/>
                    <a:pt x="20" y="14"/>
                    <a:pt x="20" y="14"/>
                  </a:cubicBezTo>
                  <a:cubicBezTo>
                    <a:pt x="23" y="48"/>
                    <a:pt x="23" y="48"/>
                    <a:pt x="23" y="48"/>
                  </a:cubicBezTo>
                  <a:cubicBezTo>
                    <a:pt x="29" y="47"/>
                    <a:pt x="29" y="47"/>
                    <a:pt x="29" y="47"/>
                  </a:cubicBezTo>
                  <a:cubicBezTo>
                    <a:pt x="22" y="14"/>
                    <a:pt x="22" y="14"/>
                    <a:pt x="22" y="14"/>
                  </a:cubicBezTo>
                  <a:cubicBezTo>
                    <a:pt x="30" y="48"/>
                    <a:pt x="30" y="48"/>
                    <a:pt x="30" y="48"/>
                  </a:cubicBezTo>
                  <a:cubicBezTo>
                    <a:pt x="36" y="46"/>
                    <a:pt x="36" y="46"/>
                    <a:pt x="36" y="46"/>
                  </a:cubicBezTo>
                  <a:cubicBezTo>
                    <a:pt x="25" y="11"/>
                    <a:pt x="25" y="11"/>
                    <a:pt x="25" y="11"/>
                  </a:cubicBezTo>
                  <a:cubicBezTo>
                    <a:pt x="37" y="43"/>
                    <a:pt x="37" y="43"/>
                    <a:pt x="37" y="43"/>
                  </a:cubicBezTo>
                  <a:cubicBezTo>
                    <a:pt x="42" y="41"/>
                    <a:pt x="42" y="41"/>
                    <a:pt x="42" y="41"/>
                  </a:cubicBezTo>
                  <a:cubicBezTo>
                    <a:pt x="27" y="10"/>
                    <a:pt x="27" y="10"/>
                    <a:pt x="27" y="10"/>
                  </a:cubicBezTo>
                  <a:cubicBezTo>
                    <a:pt x="27" y="10"/>
                    <a:pt x="21" y="0"/>
                    <a:pt x="14" y="10"/>
                  </a:cubicBezTo>
                  <a:close/>
                </a:path>
              </a:pathLst>
            </a:custGeom>
            <a:solidFill>
              <a:srgbClr val="FFC72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 name="ïṥ1ïďe">
              <a:extLst>
                <a:ext uri="{FF2B5EF4-FFF2-40B4-BE49-F238E27FC236}">
                  <a16:creationId xmlns:a16="http://schemas.microsoft.com/office/drawing/2014/main" id="{91B4C68B-DD0E-F006-CBC1-927329A7E4A6}"/>
                </a:ext>
              </a:extLst>
            </p:cNvPr>
            <p:cNvSpPr/>
            <p:nvPr/>
          </p:nvSpPr>
          <p:spPr bwMode="auto">
            <a:xfrm>
              <a:off x="4163238" y="2711286"/>
              <a:ext cx="3842034" cy="2385118"/>
            </a:xfrm>
            <a:prstGeom prst="rect">
              <a:avLst/>
            </a:prstGeom>
            <a:solidFill>
              <a:srgbClr val="59595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 name="iṡḷïḑè">
              <a:extLst>
                <a:ext uri="{FF2B5EF4-FFF2-40B4-BE49-F238E27FC236}">
                  <a16:creationId xmlns:a16="http://schemas.microsoft.com/office/drawing/2014/main" id="{4DC0027B-891B-3DF4-9F74-FE66698EC369}"/>
                </a:ext>
              </a:extLst>
            </p:cNvPr>
            <p:cNvSpPr/>
            <p:nvPr/>
          </p:nvSpPr>
          <p:spPr bwMode="auto">
            <a:xfrm>
              <a:off x="4163238" y="2711286"/>
              <a:ext cx="3842034" cy="2385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 name="íşļïḍè">
              <a:extLst>
                <a:ext uri="{FF2B5EF4-FFF2-40B4-BE49-F238E27FC236}">
                  <a16:creationId xmlns:a16="http://schemas.microsoft.com/office/drawing/2014/main" id="{385F15DB-F467-CFCB-C578-B5A5B5424838}"/>
                </a:ext>
              </a:extLst>
            </p:cNvPr>
            <p:cNvSpPr/>
            <p:nvPr/>
          </p:nvSpPr>
          <p:spPr bwMode="auto">
            <a:xfrm>
              <a:off x="2483080" y="1536353"/>
              <a:ext cx="7225840" cy="2620105"/>
            </a:xfrm>
            <a:custGeom>
              <a:avLst/>
              <a:gdLst>
                <a:gd name="T0" fmla="*/ 308 w 615"/>
                <a:gd name="T1" fmla="*/ 0 h 223"/>
                <a:gd name="T2" fmla="*/ 0 w 615"/>
                <a:gd name="T3" fmla="*/ 98 h 223"/>
                <a:gd name="T4" fmla="*/ 308 w 615"/>
                <a:gd name="T5" fmla="*/ 223 h 223"/>
                <a:gd name="T6" fmla="*/ 615 w 615"/>
                <a:gd name="T7" fmla="*/ 98 h 223"/>
                <a:gd name="T8" fmla="*/ 308 w 615"/>
                <a:gd name="T9" fmla="*/ 0 h 223"/>
              </a:gdLst>
              <a:ahLst/>
              <a:cxnLst>
                <a:cxn ang="0">
                  <a:pos x="T0" y="T1"/>
                </a:cxn>
                <a:cxn ang="0">
                  <a:pos x="T2" y="T3"/>
                </a:cxn>
                <a:cxn ang="0">
                  <a:pos x="T4" y="T5"/>
                </a:cxn>
                <a:cxn ang="0">
                  <a:pos x="T6" y="T7"/>
                </a:cxn>
                <a:cxn ang="0">
                  <a:pos x="T8" y="T9"/>
                </a:cxn>
              </a:cxnLst>
              <a:rect l="0" t="0" r="r" b="b"/>
              <a:pathLst>
                <a:path w="615" h="223">
                  <a:moveTo>
                    <a:pt x="308" y="0"/>
                  </a:moveTo>
                  <a:lnTo>
                    <a:pt x="0" y="98"/>
                  </a:lnTo>
                  <a:lnTo>
                    <a:pt x="308" y="223"/>
                  </a:lnTo>
                  <a:lnTo>
                    <a:pt x="615" y="98"/>
                  </a:lnTo>
                  <a:lnTo>
                    <a:pt x="308" y="0"/>
                  </a:lnTo>
                  <a:close/>
                </a:path>
              </a:pathLst>
            </a:custGeom>
            <a:solidFill>
              <a:srgbClr val="3E3E3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Sḻiďê">
              <a:extLst>
                <a:ext uri="{FF2B5EF4-FFF2-40B4-BE49-F238E27FC236}">
                  <a16:creationId xmlns:a16="http://schemas.microsoft.com/office/drawing/2014/main" id="{8064E4C1-E2C8-6404-8A1E-84A9D3F8F350}"/>
                </a:ext>
              </a:extLst>
            </p:cNvPr>
            <p:cNvSpPr/>
            <p:nvPr/>
          </p:nvSpPr>
          <p:spPr bwMode="auto">
            <a:xfrm>
              <a:off x="2483080" y="1536353"/>
              <a:ext cx="7225840" cy="2620105"/>
            </a:xfrm>
            <a:custGeom>
              <a:avLst/>
              <a:gdLst>
                <a:gd name="T0" fmla="*/ 308 w 615"/>
                <a:gd name="T1" fmla="*/ 0 h 223"/>
                <a:gd name="T2" fmla="*/ 0 w 615"/>
                <a:gd name="T3" fmla="*/ 98 h 223"/>
                <a:gd name="T4" fmla="*/ 308 w 615"/>
                <a:gd name="T5" fmla="*/ 223 h 223"/>
                <a:gd name="T6" fmla="*/ 615 w 615"/>
                <a:gd name="T7" fmla="*/ 98 h 223"/>
                <a:gd name="T8" fmla="*/ 308 w 615"/>
                <a:gd name="T9" fmla="*/ 0 h 223"/>
              </a:gdLst>
              <a:ahLst/>
              <a:cxnLst>
                <a:cxn ang="0">
                  <a:pos x="T0" y="T1"/>
                </a:cxn>
                <a:cxn ang="0">
                  <a:pos x="T2" y="T3"/>
                </a:cxn>
                <a:cxn ang="0">
                  <a:pos x="T4" y="T5"/>
                </a:cxn>
                <a:cxn ang="0">
                  <a:pos x="T6" y="T7"/>
                </a:cxn>
                <a:cxn ang="0">
                  <a:pos x="T8" y="T9"/>
                </a:cxn>
              </a:cxnLst>
              <a:rect l="0" t="0" r="r" b="b"/>
              <a:pathLst>
                <a:path w="615" h="223">
                  <a:moveTo>
                    <a:pt x="308" y="0"/>
                  </a:moveTo>
                  <a:lnTo>
                    <a:pt x="0" y="98"/>
                  </a:lnTo>
                  <a:lnTo>
                    <a:pt x="308" y="223"/>
                  </a:lnTo>
                  <a:lnTo>
                    <a:pt x="615" y="98"/>
                  </a:lnTo>
                  <a:lnTo>
                    <a:pt x="3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iş1ïḋé">
              <a:extLst>
                <a:ext uri="{FF2B5EF4-FFF2-40B4-BE49-F238E27FC236}">
                  <a16:creationId xmlns:a16="http://schemas.microsoft.com/office/drawing/2014/main" id="{3CA0A14F-13F8-7A90-0F32-4A88DE1F866D}"/>
                </a:ext>
              </a:extLst>
            </p:cNvPr>
            <p:cNvSpPr/>
            <p:nvPr/>
          </p:nvSpPr>
          <p:spPr bwMode="auto">
            <a:xfrm>
              <a:off x="3117544" y="2781782"/>
              <a:ext cx="117493" cy="1950389"/>
            </a:xfrm>
            <a:prstGeom prst="rect">
              <a:avLst/>
            </a:prstGeom>
            <a:solidFill>
              <a:srgbClr val="59595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 name="íšḻïde">
              <a:extLst>
                <a:ext uri="{FF2B5EF4-FFF2-40B4-BE49-F238E27FC236}">
                  <a16:creationId xmlns:a16="http://schemas.microsoft.com/office/drawing/2014/main" id="{92AF4E39-06A8-D264-0CA6-3AF232218E04}"/>
                </a:ext>
              </a:extLst>
            </p:cNvPr>
            <p:cNvSpPr/>
            <p:nvPr/>
          </p:nvSpPr>
          <p:spPr bwMode="auto">
            <a:xfrm>
              <a:off x="2870812" y="4638177"/>
              <a:ext cx="587466" cy="587467"/>
            </a:xfrm>
            <a:prstGeom prst="ellipse">
              <a:avLst/>
            </a:prstGeom>
            <a:solidFill>
              <a:srgbClr val="3E3E3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íšḻîdê">
              <a:extLst>
                <a:ext uri="{FF2B5EF4-FFF2-40B4-BE49-F238E27FC236}">
                  <a16:creationId xmlns:a16="http://schemas.microsoft.com/office/drawing/2014/main" id="{131590C9-E741-577B-53B9-24DF8BFE133C}"/>
                </a:ext>
              </a:extLst>
            </p:cNvPr>
            <p:cNvSpPr/>
            <p:nvPr/>
          </p:nvSpPr>
          <p:spPr bwMode="auto">
            <a:xfrm>
              <a:off x="6078374" y="1536353"/>
              <a:ext cx="3630546" cy="1151434"/>
            </a:xfrm>
            <a:custGeom>
              <a:avLst/>
              <a:gdLst>
                <a:gd name="T0" fmla="*/ 2 w 309"/>
                <a:gd name="T1" fmla="*/ 0 h 98"/>
                <a:gd name="T2" fmla="*/ 0 w 309"/>
                <a:gd name="T3" fmla="*/ 0 h 98"/>
                <a:gd name="T4" fmla="*/ 2 w 309"/>
                <a:gd name="T5" fmla="*/ 0 h 98"/>
                <a:gd name="T6" fmla="*/ 2 w 309"/>
                <a:gd name="T7" fmla="*/ 0 h 98"/>
                <a:gd name="T8" fmla="*/ 2 w 309"/>
                <a:gd name="T9" fmla="*/ 0 h 98"/>
                <a:gd name="T10" fmla="*/ 309 w 309"/>
                <a:gd name="T11" fmla="*/ 98 h 98"/>
                <a:gd name="T12" fmla="*/ 2 w 309"/>
                <a:gd name="T13" fmla="*/ 0 h 98"/>
              </a:gdLst>
              <a:ahLst/>
              <a:cxnLst>
                <a:cxn ang="0">
                  <a:pos x="T0" y="T1"/>
                </a:cxn>
                <a:cxn ang="0">
                  <a:pos x="T2" y="T3"/>
                </a:cxn>
                <a:cxn ang="0">
                  <a:pos x="T4" y="T5"/>
                </a:cxn>
                <a:cxn ang="0">
                  <a:pos x="T6" y="T7"/>
                </a:cxn>
                <a:cxn ang="0">
                  <a:pos x="T8" y="T9"/>
                </a:cxn>
                <a:cxn ang="0">
                  <a:pos x="T10" y="T11"/>
                </a:cxn>
                <a:cxn ang="0">
                  <a:pos x="T12" y="T13"/>
                </a:cxn>
              </a:cxnLst>
              <a:rect l="0" t="0" r="r" b="b"/>
              <a:pathLst>
                <a:path w="309" h="98">
                  <a:moveTo>
                    <a:pt x="2" y="0"/>
                  </a:moveTo>
                  <a:lnTo>
                    <a:pt x="0" y="0"/>
                  </a:lnTo>
                  <a:lnTo>
                    <a:pt x="2" y="0"/>
                  </a:lnTo>
                  <a:close/>
                  <a:moveTo>
                    <a:pt x="2" y="0"/>
                  </a:moveTo>
                  <a:lnTo>
                    <a:pt x="2" y="0"/>
                  </a:lnTo>
                  <a:lnTo>
                    <a:pt x="309" y="98"/>
                  </a:lnTo>
                  <a:lnTo>
                    <a:pt x="2"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íṡľiḋe">
              <a:extLst>
                <a:ext uri="{FF2B5EF4-FFF2-40B4-BE49-F238E27FC236}">
                  <a16:creationId xmlns:a16="http://schemas.microsoft.com/office/drawing/2014/main" id="{C3F6C180-DC08-1D05-B89B-070C74E7D2E8}"/>
                </a:ext>
              </a:extLst>
            </p:cNvPr>
            <p:cNvSpPr/>
            <p:nvPr/>
          </p:nvSpPr>
          <p:spPr bwMode="auto">
            <a:xfrm>
              <a:off x="6078374" y="1536353"/>
              <a:ext cx="3630546" cy="1151434"/>
            </a:xfrm>
            <a:custGeom>
              <a:avLst/>
              <a:gdLst>
                <a:gd name="T0" fmla="*/ 2 w 309"/>
                <a:gd name="T1" fmla="*/ 0 h 98"/>
                <a:gd name="T2" fmla="*/ 0 w 309"/>
                <a:gd name="T3" fmla="*/ 0 h 98"/>
                <a:gd name="T4" fmla="*/ 2 w 309"/>
                <a:gd name="T5" fmla="*/ 0 h 98"/>
                <a:gd name="T6" fmla="*/ 2 w 309"/>
                <a:gd name="T7" fmla="*/ 0 h 98"/>
                <a:gd name="T8" fmla="*/ 2 w 309"/>
                <a:gd name="T9" fmla="*/ 0 h 98"/>
                <a:gd name="T10" fmla="*/ 309 w 309"/>
                <a:gd name="T11" fmla="*/ 98 h 98"/>
                <a:gd name="T12" fmla="*/ 2 w 309"/>
                <a:gd name="T13" fmla="*/ 0 h 98"/>
              </a:gdLst>
              <a:ahLst/>
              <a:cxnLst>
                <a:cxn ang="0">
                  <a:pos x="T0" y="T1"/>
                </a:cxn>
                <a:cxn ang="0">
                  <a:pos x="T2" y="T3"/>
                </a:cxn>
                <a:cxn ang="0">
                  <a:pos x="T4" y="T5"/>
                </a:cxn>
                <a:cxn ang="0">
                  <a:pos x="T6" y="T7"/>
                </a:cxn>
                <a:cxn ang="0">
                  <a:pos x="T8" y="T9"/>
                </a:cxn>
                <a:cxn ang="0">
                  <a:pos x="T10" y="T11"/>
                </a:cxn>
                <a:cxn ang="0">
                  <a:pos x="T12" y="T13"/>
                </a:cxn>
              </a:cxnLst>
              <a:rect l="0" t="0" r="r" b="b"/>
              <a:pathLst>
                <a:path w="309" h="98">
                  <a:moveTo>
                    <a:pt x="2" y="0"/>
                  </a:moveTo>
                  <a:lnTo>
                    <a:pt x="0" y="0"/>
                  </a:lnTo>
                  <a:lnTo>
                    <a:pt x="2" y="0"/>
                  </a:lnTo>
                  <a:moveTo>
                    <a:pt x="2" y="0"/>
                  </a:moveTo>
                  <a:lnTo>
                    <a:pt x="2" y="0"/>
                  </a:lnTo>
                  <a:lnTo>
                    <a:pt x="309" y="9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iś1ïďè">
              <a:extLst>
                <a:ext uri="{FF2B5EF4-FFF2-40B4-BE49-F238E27FC236}">
                  <a16:creationId xmlns:a16="http://schemas.microsoft.com/office/drawing/2014/main" id="{0DFEC4A2-3430-BD6A-277F-1D0425AE0261}"/>
                </a:ext>
              </a:extLst>
            </p:cNvPr>
            <p:cNvSpPr/>
            <p:nvPr/>
          </p:nvSpPr>
          <p:spPr bwMode="auto">
            <a:xfrm>
              <a:off x="6078374" y="3369249"/>
              <a:ext cx="1926890" cy="1727155"/>
            </a:xfrm>
            <a:custGeom>
              <a:avLst/>
              <a:gdLst>
                <a:gd name="T0" fmla="*/ 164 w 164"/>
                <a:gd name="T1" fmla="*/ 0 h 147"/>
                <a:gd name="T2" fmla="*/ 2 w 164"/>
                <a:gd name="T3" fmla="*/ 67 h 147"/>
                <a:gd name="T4" fmla="*/ 0 w 164"/>
                <a:gd name="T5" fmla="*/ 67 h 147"/>
                <a:gd name="T6" fmla="*/ 0 w 164"/>
                <a:gd name="T7" fmla="*/ 147 h 147"/>
                <a:gd name="T8" fmla="*/ 164 w 164"/>
                <a:gd name="T9" fmla="*/ 147 h 147"/>
                <a:gd name="T10" fmla="*/ 164 w 164"/>
                <a:gd name="T11" fmla="*/ 0 h 147"/>
              </a:gdLst>
              <a:ahLst/>
              <a:cxnLst>
                <a:cxn ang="0">
                  <a:pos x="T0" y="T1"/>
                </a:cxn>
                <a:cxn ang="0">
                  <a:pos x="T2" y="T3"/>
                </a:cxn>
                <a:cxn ang="0">
                  <a:pos x="T4" y="T5"/>
                </a:cxn>
                <a:cxn ang="0">
                  <a:pos x="T6" y="T7"/>
                </a:cxn>
                <a:cxn ang="0">
                  <a:pos x="T8" y="T9"/>
                </a:cxn>
                <a:cxn ang="0">
                  <a:pos x="T10" y="T11"/>
                </a:cxn>
              </a:cxnLst>
              <a:rect l="0" t="0" r="r" b="b"/>
              <a:pathLst>
                <a:path w="164" h="147">
                  <a:moveTo>
                    <a:pt x="164" y="0"/>
                  </a:moveTo>
                  <a:lnTo>
                    <a:pt x="2" y="67"/>
                  </a:lnTo>
                  <a:lnTo>
                    <a:pt x="0" y="67"/>
                  </a:lnTo>
                  <a:lnTo>
                    <a:pt x="0" y="147"/>
                  </a:lnTo>
                  <a:lnTo>
                    <a:pt x="164" y="147"/>
                  </a:lnTo>
                  <a:lnTo>
                    <a:pt x="164" y="0"/>
                  </a:lnTo>
                  <a:close/>
                </a:path>
              </a:pathLst>
            </a:custGeom>
            <a:solidFill>
              <a:srgbClr val="55555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ïṣḷíḓê">
              <a:extLst>
                <a:ext uri="{FF2B5EF4-FFF2-40B4-BE49-F238E27FC236}">
                  <a16:creationId xmlns:a16="http://schemas.microsoft.com/office/drawing/2014/main" id="{6DC11B03-CCB2-2D02-86B8-EDFE8AD6A192}"/>
                </a:ext>
              </a:extLst>
            </p:cNvPr>
            <p:cNvSpPr/>
            <p:nvPr/>
          </p:nvSpPr>
          <p:spPr bwMode="auto">
            <a:xfrm>
              <a:off x="6078374" y="3369249"/>
              <a:ext cx="1926890" cy="1727155"/>
            </a:xfrm>
            <a:custGeom>
              <a:avLst/>
              <a:gdLst>
                <a:gd name="T0" fmla="*/ 164 w 164"/>
                <a:gd name="T1" fmla="*/ 0 h 147"/>
                <a:gd name="T2" fmla="*/ 2 w 164"/>
                <a:gd name="T3" fmla="*/ 67 h 147"/>
                <a:gd name="T4" fmla="*/ 0 w 164"/>
                <a:gd name="T5" fmla="*/ 67 h 147"/>
                <a:gd name="T6" fmla="*/ 0 w 164"/>
                <a:gd name="T7" fmla="*/ 147 h 147"/>
                <a:gd name="T8" fmla="*/ 164 w 164"/>
                <a:gd name="T9" fmla="*/ 147 h 147"/>
                <a:gd name="T10" fmla="*/ 164 w 164"/>
                <a:gd name="T11" fmla="*/ 0 h 147"/>
              </a:gdLst>
              <a:ahLst/>
              <a:cxnLst>
                <a:cxn ang="0">
                  <a:pos x="T0" y="T1"/>
                </a:cxn>
                <a:cxn ang="0">
                  <a:pos x="T2" y="T3"/>
                </a:cxn>
                <a:cxn ang="0">
                  <a:pos x="T4" y="T5"/>
                </a:cxn>
                <a:cxn ang="0">
                  <a:pos x="T6" y="T7"/>
                </a:cxn>
                <a:cxn ang="0">
                  <a:pos x="T8" y="T9"/>
                </a:cxn>
                <a:cxn ang="0">
                  <a:pos x="T10" y="T11"/>
                </a:cxn>
              </a:cxnLst>
              <a:rect l="0" t="0" r="r" b="b"/>
              <a:pathLst>
                <a:path w="164" h="147">
                  <a:moveTo>
                    <a:pt x="164" y="0"/>
                  </a:moveTo>
                  <a:lnTo>
                    <a:pt x="2" y="67"/>
                  </a:lnTo>
                  <a:lnTo>
                    <a:pt x="0" y="67"/>
                  </a:lnTo>
                  <a:lnTo>
                    <a:pt x="0" y="147"/>
                  </a:lnTo>
                  <a:lnTo>
                    <a:pt x="164" y="147"/>
                  </a:lnTo>
                  <a:lnTo>
                    <a:pt x="1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isliḑé">
              <a:extLst>
                <a:ext uri="{FF2B5EF4-FFF2-40B4-BE49-F238E27FC236}">
                  <a16:creationId xmlns:a16="http://schemas.microsoft.com/office/drawing/2014/main" id="{1690254A-5E56-5201-0C47-92061FA22A3B}"/>
                </a:ext>
              </a:extLst>
            </p:cNvPr>
            <p:cNvSpPr/>
            <p:nvPr/>
          </p:nvSpPr>
          <p:spPr bwMode="auto">
            <a:xfrm>
              <a:off x="6078374" y="1536353"/>
              <a:ext cx="3630546" cy="2620105"/>
            </a:xfrm>
            <a:custGeom>
              <a:avLst/>
              <a:gdLst>
                <a:gd name="T0" fmla="*/ 2 w 309"/>
                <a:gd name="T1" fmla="*/ 0 h 223"/>
                <a:gd name="T2" fmla="*/ 2 w 309"/>
                <a:gd name="T3" fmla="*/ 0 h 223"/>
                <a:gd name="T4" fmla="*/ 0 w 309"/>
                <a:gd name="T5" fmla="*/ 0 h 223"/>
                <a:gd name="T6" fmla="*/ 0 w 309"/>
                <a:gd name="T7" fmla="*/ 223 h 223"/>
                <a:gd name="T8" fmla="*/ 2 w 309"/>
                <a:gd name="T9" fmla="*/ 223 h 223"/>
                <a:gd name="T10" fmla="*/ 164 w 309"/>
                <a:gd name="T11" fmla="*/ 156 h 223"/>
                <a:gd name="T12" fmla="*/ 164 w 309"/>
                <a:gd name="T13" fmla="*/ 156 h 223"/>
                <a:gd name="T14" fmla="*/ 309 w 309"/>
                <a:gd name="T15" fmla="*/ 98 h 223"/>
                <a:gd name="T16" fmla="*/ 2 w 309"/>
                <a:gd name="T1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9" h="223">
                  <a:moveTo>
                    <a:pt x="2" y="0"/>
                  </a:moveTo>
                  <a:lnTo>
                    <a:pt x="2" y="0"/>
                  </a:lnTo>
                  <a:lnTo>
                    <a:pt x="0" y="0"/>
                  </a:lnTo>
                  <a:lnTo>
                    <a:pt x="0" y="223"/>
                  </a:lnTo>
                  <a:lnTo>
                    <a:pt x="2" y="223"/>
                  </a:lnTo>
                  <a:lnTo>
                    <a:pt x="164" y="156"/>
                  </a:lnTo>
                  <a:lnTo>
                    <a:pt x="164" y="156"/>
                  </a:lnTo>
                  <a:lnTo>
                    <a:pt x="309" y="98"/>
                  </a:lnTo>
                  <a:lnTo>
                    <a:pt x="2" y="0"/>
                  </a:lnTo>
                  <a:close/>
                </a:path>
              </a:pathLst>
            </a:custGeom>
            <a:solidFill>
              <a:srgbClr val="3B3B3B"/>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îṣḻîḑè">
              <a:extLst>
                <a:ext uri="{FF2B5EF4-FFF2-40B4-BE49-F238E27FC236}">
                  <a16:creationId xmlns:a16="http://schemas.microsoft.com/office/drawing/2014/main" id="{A57F2FE3-BC16-DE46-AF8E-9CD627461148}"/>
                </a:ext>
              </a:extLst>
            </p:cNvPr>
            <p:cNvSpPr/>
            <p:nvPr/>
          </p:nvSpPr>
          <p:spPr bwMode="auto">
            <a:xfrm>
              <a:off x="6078374" y="1536353"/>
              <a:ext cx="3630546" cy="2620105"/>
            </a:xfrm>
            <a:custGeom>
              <a:avLst/>
              <a:gdLst>
                <a:gd name="T0" fmla="*/ 2 w 309"/>
                <a:gd name="T1" fmla="*/ 0 h 223"/>
                <a:gd name="T2" fmla="*/ 2 w 309"/>
                <a:gd name="T3" fmla="*/ 0 h 223"/>
                <a:gd name="T4" fmla="*/ 0 w 309"/>
                <a:gd name="T5" fmla="*/ 0 h 223"/>
                <a:gd name="T6" fmla="*/ 0 w 309"/>
                <a:gd name="T7" fmla="*/ 223 h 223"/>
                <a:gd name="T8" fmla="*/ 2 w 309"/>
                <a:gd name="T9" fmla="*/ 223 h 223"/>
                <a:gd name="T10" fmla="*/ 164 w 309"/>
                <a:gd name="T11" fmla="*/ 156 h 223"/>
                <a:gd name="T12" fmla="*/ 164 w 309"/>
                <a:gd name="T13" fmla="*/ 156 h 223"/>
                <a:gd name="T14" fmla="*/ 309 w 309"/>
                <a:gd name="T15" fmla="*/ 98 h 223"/>
                <a:gd name="T16" fmla="*/ 2 w 309"/>
                <a:gd name="T17"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9" h="223">
                  <a:moveTo>
                    <a:pt x="2" y="0"/>
                  </a:moveTo>
                  <a:lnTo>
                    <a:pt x="2" y="0"/>
                  </a:lnTo>
                  <a:lnTo>
                    <a:pt x="0" y="0"/>
                  </a:lnTo>
                  <a:lnTo>
                    <a:pt x="0" y="223"/>
                  </a:lnTo>
                  <a:lnTo>
                    <a:pt x="2" y="223"/>
                  </a:lnTo>
                  <a:lnTo>
                    <a:pt x="164" y="156"/>
                  </a:lnTo>
                  <a:lnTo>
                    <a:pt x="164" y="156"/>
                  </a:lnTo>
                  <a:lnTo>
                    <a:pt x="309" y="9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2097393" y="1581687"/>
            <a:ext cx="7984516" cy="2062988"/>
          </a:xfrm>
        </p:spPr>
        <p:txBody>
          <a:bodyPr>
            <a:normAutofit/>
          </a:bodyPr>
          <a:lstStyle/>
          <a:p>
            <a:r>
              <a:rPr lang="zh-CN" altLang="en-US" sz="7200" dirty="0"/>
              <a:t>毕业论文中期答辩</a:t>
            </a:r>
            <a:endParaRPr lang="en-US" sz="7200" dirty="0"/>
          </a:p>
        </p:txBody>
      </p:sp>
      <p:sp>
        <p:nvSpPr>
          <p:cNvPr id="9" name="副标题 8"/>
          <p:cNvSpPr>
            <a:spLocks noGrp="1"/>
          </p:cNvSpPr>
          <p:nvPr>
            <p:ph type="subTitle" sz="quarter" idx="1" hasCustomPrompt="1"/>
          </p:nvPr>
        </p:nvSpPr>
        <p:spPr>
          <a:xfrm>
            <a:off x="2097392" y="3736883"/>
            <a:ext cx="7984516" cy="927714"/>
          </a:xfrm>
        </p:spPr>
        <p:txBody>
          <a:bodyPr/>
          <a:lstStyle/>
          <a:p>
            <a:r>
              <a:rPr lang="en-US" altLang="zh-CN" dirty="0"/>
              <a:t>—— </a:t>
            </a:r>
            <a:r>
              <a:rPr lang="zh-CN" altLang="en-US" dirty="0"/>
              <a:t>呈现研究成果与规划未来方向 </a:t>
            </a:r>
            <a:r>
              <a:rPr lang="en-US" altLang="zh-CN" dirty="0"/>
              <a:t>——</a:t>
            </a:r>
            <a:endParaRPr lang="en-US" dirty="0"/>
          </a:p>
        </p:txBody>
      </p:sp>
      <p:sp>
        <p:nvSpPr>
          <p:cNvPr id="4" name="文本占位符 3"/>
          <p:cNvSpPr>
            <a:spLocks noGrp="1"/>
          </p:cNvSpPr>
          <p:nvPr>
            <p:ph type="body" sz="quarter" idx="13" hasCustomPrompt="1"/>
          </p:nvPr>
        </p:nvSpPr>
        <p:spPr>
          <a:xfrm>
            <a:off x="2755478" y="5488911"/>
            <a:ext cx="6668345" cy="276999"/>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2755478" y="5126850"/>
            <a:ext cx="6668345" cy="276999"/>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34130103-1C89-8054-C04D-98A8E91AFD49}"/>
              </a:ext>
            </a:extLst>
          </p:cNvPr>
          <p:cNvGrpSpPr/>
          <p:nvPr/>
        </p:nvGrpSpPr>
        <p:grpSpPr>
          <a:xfrm>
            <a:off x="660399" y="1130300"/>
            <a:ext cx="10858500" cy="4800599"/>
            <a:chOff x="660399" y="1130300"/>
            <a:chExt cx="10858500" cy="4800599"/>
          </a:xfrm>
        </p:grpSpPr>
        <p:grpSp>
          <p:nvGrpSpPr>
            <p:cNvPr id="5" name="组合 4">
              <a:extLst>
                <a:ext uri="{FF2B5EF4-FFF2-40B4-BE49-F238E27FC236}">
                  <a16:creationId xmlns:a16="http://schemas.microsoft.com/office/drawing/2014/main" id="{FA4C6EA3-E3C7-AB1B-3C7A-0DFDA7267CE3}"/>
                </a:ext>
              </a:extLst>
            </p:cNvPr>
            <p:cNvGrpSpPr/>
            <p:nvPr/>
          </p:nvGrpSpPr>
          <p:grpSpPr>
            <a:xfrm>
              <a:off x="660399" y="2679699"/>
              <a:ext cx="10858500" cy="3251200"/>
              <a:chOff x="660400" y="2882899"/>
              <a:chExt cx="10858500" cy="3251200"/>
            </a:xfrm>
          </p:grpSpPr>
          <p:grpSp>
            <p:nvGrpSpPr>
              <p:cNvPr id="7" name="组合 6">
                <a:extLst>
                  <a:ext uri="{FF2B5EF4-FFF2-40B4-BE49-F238E27FC236}">
                    <a16:creationId xmlns:a16="http://schemas.microsoft.com/office/drawing/2014/main" id="{50756CF6-B8D3-0E23-B791-B5C250C6D802}"/>
                  </a:ext>
                </a:extLst>
              </p:cNvPr>
              <p:cNvGrpSpPr/>
              <p:nvPr/>
            </p:nvGrpSpPr>
            <p:grpSpPr>
              <a:xfrm>
                <a:off x="660400" y="2882900"/>
                <a:ext cx="2555597" cy="3251199"/>
                <a:chOff x="3428035" y="2882900"/>
                <a:chExt cx="2555597" cy="3251199"/>
              </a:xfrm>
            </p:grpSpPr>
            <p:sp>
              <p:nvSpPr>
                <p:cNvPr id="23" name="ComponentBackground1">
                  <a:extLst>
                    <a:ext uri="{FF2B5EF4-FFF2-40B4-BE49-F238E27FC236}">
                      <a16:creationId xmlns:a16="http://schemas.microsoft.com/office/drawing/2014/main" id="{5CD76949-6331-4D65-0FD1-4E179302377A}"/>
                    </a:ext>
                  </a:extLst>
                </p:cNvPr>
                <p:cNvSpPr/>
                <p:nvPr/>
              </p:nvSpPr>
              <p:spPr>
                <a:xfrm>
                  <a:off x="3428035" y="2882900"/>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24" name="Number1">
                  <a:extLst>
                    <a:ext uri="{FF2B5EF4-FFF2-40B4-BE49-F238E27FC236}">
                      <a16:creationId xmlns:a16="http://schemas.microsoft.com/office/drawing/2014/main" id="{1FE7DD0D-0179-90C2-FC4D-71E809B0F3B2}"/>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01</a:t>
                  </a:r>
                </a:p>
              </p:txBody>
            </p:sp>
            <p:sp>
              <p:nvSpPr>
                <p:cNvPr id="25" name="Bullet1">
                  <a:extLst>
                    <a:ext uri="{FF2B5EF4-FFF2-40B4-BE49-F238E27FC236}">
                      <a16:creationId xmlns:a16="http://schemas.microsoft.com/office/drawing/2014/main" id="{16B20C1D-259E-C0EE-3F6E-1CCF9B76D469}"/>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论文主题与概述</a:t>
                  </a:r>
                </a:p>
              </p:txBody>
            </p:sp>
            <p:cxnSp>
              <p:nvCxnSpPr>
                <p:cNvPr id="26" name="Line1">
                  <a:extLst>
                    <a:ext uri="{FF2B5EF4-FFF2-40B4-BE49-F238E27FC236}">
                      <a16:creationId xmlns:a16="http://schemas.microsoft.com/office/drawing/2014/main" id="{FE7C1C97-AA93-BF40-A109-98DEBA66B519}"/>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AFA72DD0-465B-37EC-B166-F3EA7A919E7E}"/>
                  </a:ext>
                </a:extLst>
              </p:cNvPr>
              <p:cNvGrpSpPr/>
              <p:nvPr/>
            </p:nvGrpSpPr>
            <p:grpSpPr>
              <a:xfrm>
                <a:off x="3428034" y="2882900"/>
                <a:ext cx="2555597" cy="3251199"/>
                <a:chOff x="3428035" y="2882900"/>
                <a:chExt cx="2555597" cy="3251199"/>
              </a:xfrm>
            </p:grpSpPr>
            <p:sp>
              <p:nvSpPr>
                <p:cNvPr id="19" name="ComponentBackground2">
                  <a:extLst>
                    <a:ext uri="{FF2B5EF4-FFF2-40B4-BE49-F238E27FC236}">
                      <a16:creationId xmlns:a16="http://schemas.microsoft.com/office/drawing/2014/main" id="{38705CFA-212F-AC51-F7DF-C7486A71AFFA}"/>
                    </a:ext>
                  </a:extLst>
                </p:cNvPr>
                <p:cNvSpPr/>
                <p:nvPr/>
              </p:nvSpPr>
              <p:spPr>
                <a:xfrm>
                  <a:off x="3428035" y="2882900"/>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20" name="Number2">
                  <a:extLst>
                    <a:ext uri="{FF2B5EF4-FFF2-40B4-BE49-F238E27FC236}">
                      <a16:creationId xmlns:a16="http://schemas.microsoft.com/office/drawing/2014/main" id="{D3F4E3A5-419A-4A04-3EF7-8E96A3F5B5BE}"/>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02</a:t>
                  </a:r>
                </a:p>
              </p:txBody>
            </p:sp>
            <p:sp>
              <p:nvSpPr>
                <p:cNvPr id="21" name="Bullet2">
                  <a:extLst>
                    <a:ext uri="{FF2B5EF4-FFF2-40B4-BE49-F238E27FC236}">
                      <a16:creationId xmlns:a16="http://schemas.microsoft.com/office/drawing/2014/main" id="{DC23C110-E269-2C9F-877F-7906AE580534}"/>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研究方法与流程</a:t>
                  </a:r>
                </a:p>
              </p:txBody>
            </p:sp>
            <p:cxnSp>
              <p:nvCxnSpPr>
                <p:cNvPr id="22" name="Line2">
                  <a:extLst>
                    <a:ext uri="{FF2B5EF4-FFF2-40B4-BE49-F238E27FC236}">
                      <a16:creationId xmlns:a16="http://schemas.microsoft.com/office/drawing/2014/main" id="{F5CFE458-AE12-AB03-D20D-DE08C281E479}"/>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9709535B-036E-D5A6-8BB1-64F1B4F35837}"/>
                  </a:ext>
                </a:extLst>
              </p:cNvPr>
              <p:cNvGrpSpPr/>
              <p:nvPr/>
            </p:nvGrpSpPr>
            <p:grpSpPr>
              <a:xfrm>
                <a:off x="6195668" y="2882900"/>
                <a:ext cx="2555597" cy="3251199"/>
                <a:chOff x="3428035" y="2882900"/>
                <a:chExt cx="2555597" cy="3251199"/>
              </a:xfrm>
            </p:grpSpPr>
            <p:sp>
              <p:nvSpPr>
                <p:cNvPr id="15" name="ComponentBackground3">
                  <a:extLst>
                    <a:ext uri="{FF2B5EF4-FFF2-40B4-BE49-F238E27FC236}">
                      <a16:creationId xmlns:a16="http://schemas.microsoft.com/office/drawing/2014/main" id="{79EAA05E-1B23-D658-90A2-F3F0446863BD}"/>
                    </a:ext>
                  </a:extLst>
                </p:cNvPr>
                <p:cNvSpPr/>
                <p:nvPr/>
              </p:nvSpPr>
              <p:spPr>
                <a:xfrm>
                  <a:off x="3428035" y="2882900"/>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16" name="Number3">
                  <a:extLst>
                    <a:ext uri="{FF2B5EF4-FFF2-40B4-BE49-F238E27FC236}">
                      <a16:creationId xmlns:a16="http://schemas.microsoft.com/office/drawing/2014/main" id="{AD5AE830-C634-92B7-5A1F-F54F2AAA34DB}"/>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03</a:t>
                  </a:r>
                </a:p>
              </p:txBody>
            </p:sp>
            <p:sp>
              <p:nvSpPr>
                <p:cNvPr id="17" name="Bullet3">
                  <a:extLst>
                    <a:ext uri="{FF2B5EF4-FFF2-40B4-BE49-F238E27FC236}">
                      <a16:creationId xmlns:a16="http://schemas.microsoft.com/office/drawing/2014/main" id="{E93C9A6F-CA97-4AD1-D577-DD53D6C4EA34}"/>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预期成果与时间计划</a:t>
                  </a:r>
                </a:p>
              </p:txBody>
            </p:sp>
            <p:cxnSp>
              <p:nvCxnSpPr>
                <p:cNvPr id="18" name="Line3">
                  <a:extLst>
                    <a:ext uri="{FF2B5EF4-FFF2-40B4-BE49-F238E27FC236}">
                      <a16:creationId xmlns:a16="http://schemas.microsoft.com/office/drawing/2014/main" id="{556418A3-2BE4-147A-80B3-9AD617BBF9FB}"/>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4EF06081-2223-2BD4-CC88-8892AD86D2EB}"/>
                  </a:ext>
                </a:extLst>
              </p:cNvPr>
              <p:cNvGrpSpPr/>
              <p:nvPr/>
            </p:nvGrpSpPr>
            <p:grpSpPr>
              <a:xfrm>
                <a:off x="8963303" y="2882899"/>
                <a:ext cx="2555597" cy="3251199"/>
                <a:chOff x="3428035" y="2882899"/>
                <a:chExt cx="2555597" cy="3251199"/>
              </a:xfrm>
            </p:grpSpPr>
            <p:sp>
              <p:nvSpPr>
                <p:cNvPr id="11" name="ComponentBackground4">
                  <a:extLst>
                    <a:ext uri="{FF2B5EF4-FFF2-40B4-BE49-F238E27FC236}">
                      <a16:creationId xmlns:a16="http://schemas.microsoft.com/office/drawing/2014/main" id="{E99119E6-0585-5A6E-3A1F-DAC05DFE0B65}"/>
                    </a:ext>
                  </a:extLst>
                </p:cNvPr>
                <p:cNvSpPr/>
                <p:nvPr/>
              </p:nvSpPr>
              <p:spPr>
                <a:xfrm>
                  <a:off x="3428035" y="2882899"/>
                  <a:ext cx="2555597" cy="3251199"/>
                </a:xfrm>
                <a:prstGeom prst="roundRect">
                  <a:avLst>
                    <a:gd name="adj" fmla="val 11430"/>
                  </a:avLst>
                </a:prstGeom>
                <a:gradFill>
                  <a:gsLst>
                    <a:gs pos="0">
                      <a:schemeClr val="accent1">
                        <a:alpha val="25000"/>
                      </a:schemeClr>
                    </a:gs>
                    <a:gs pos="100000">
                      <a:schemeClr val="accent1">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1"/>
                  </a:gra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dirty="0">
                    <a:solidFill>
                      <a:schemeClr val="tx1"/>
                    </a:solidFill>
                  </a:endParaRPr>
                </a:p>
              </p:txBody>
            </p:sp>
            <p:sp>
              <p:nvSpPr>
                <p:cNvPr id="12" name="Number4">
                  <a:extLst>
                    <a:ext uri="{FF2B5EF4-FFF2-40B4-BE49-F238E27FC236}">
                      <a16:creationId xmlns:a16="http://schemas.microsoft.com/office/drawing/2014/main" id="{5330E102-9FA6-1452-802E-234E0D894863}"/>
                    </a:ext>
                  </a:extLst>
                </p:cNvPr>
                <p:cNvSpPr txBox="1"/>
                <p:nvPr/>
              </p:nvSpPr>
              <p:spPr>
                <a:xfrm>
                  <a:off x="3613350" y="4638286"/>
                  <a:ext cx="2192017" cy="1128123"/>
                </a:xfrm>
                <a:prstGeom prst="rect">
                  <a:avLst/>
                </a:prstGeom>
                <a:noFill/>
              </p:spPr>
              <p:txBody>
                <a:bodyPr wrap="none" anchor="b" anchorCtr="0">
                  <a:normAutofit lnSpcReduction="10000"/>
                </a:bodyPr>
                <a:lstStyle/>
                <a:p>
                  <a:r>
                    <a:rPr lang="en-US" altLang="zh-CN" sz="7200" b="1" dirty="0">
                      <a:gradFill>
                        <a:gsLst>
                          <a:gs pos="33000">
                            <a:schemeClr val="accent1"/>
                          </a:gs>
                          <a:gs pos="100000">
                            <a:schemeClr val="accent1">
                              <a:lumMod val="30000"/>
                              <a:lumOff val="70000"/>
                              <a:alpha val="0"/>
                            </a:schemeClr>
                          </a:gs>
                        </a:gsLst>
                        <a:lin ang="5400000" scaled="1"/>
                      </a:gradFill>
                    </a:rPr>
                    <a:t>04</a:t>
                  </a:r>
                </a:p>
              </p:txBody>
            </p:sp>
            <p:sp>
              <p:nvSpPr>
                <p:cNvPr id="13" name="Bullet4">
                  <a:extLst>
                    <a:ext uri="{FF2B5EF4-FFF2-40B4-BE49-F238E27FC236}">
                      <a16:creationId xmlns:a16="http://schemas.microsoft.com/office/drawing/2014/main" id="{70D0CAAA-0CE9-0802-D65B-301F9CC91F0C}"/>
                    </a:ext>
                  </a:extLst>
                </p:cNvPr>
                <p:cNvSpPr txBox="1">
                  <a:spLocks/>
                </p:cNvSpPr>
                <p:nvPr/>
              </p:nvSpPr>
              <p:spPr>
                <a:xfrm>
                  <a:off x="3613350" y="3207660"/>
                  <a:ext cx="2370281" cy="969196"/>
                </a:xfrm>
                <a:prstGeom prst="rect">
                  <a:avLst/>
                </a:prstGeom>
                <a:noFill/>
              </p:spPr>
              <p:txBody>
                <a:bodyPr wrap="square" anchor="b" anchorCtr="0">
                  <a:normAutofit/>
                </a:bodyPr>
                <a:lstStyle/>
                <a:p>
                  <a:r>
                    <a:rPr lang="zh-CN" altLang="en-US" b="1" dirty="0"/>
                    <a:t>学术交流与反馈</a:t>
                  </a:r>
                </a:p>
              </p:txBody>
            </p:sp>
            <p:cxnSp>
              <p:nvCxnSpPr>
                <p:cNvPr id="14" name="Line4">
                  <a:extLst>
                    <a:ext uri="{FF2B5EF4-FFF2-40B4-BE49-F238E27FC236}">
                      <a16:creationId xmlns:a16="http://schemas.microsoft.com/office/drawing/2014/main" id="{16205FBD-89D8-ED34-C4E6-F54A9688451D}"/>
                    </a:ext>
                  </a:extLst>
                </p:cNvPr>
                <p:cNvCxnSpPr>
                  <a:cxnSpLocks/>
                </p:cNvCxnSpPr>
                <p:nvPr/>
              </p:nvCxnSpPr>
              <p:spPr>
                <a:xfrm>
                  <a:off x="3613350" y="4341955"/>
                  <a:ext cx="2192017" cy="0"/>
                </a:xfrm>
                <a:prstGeom prst="line">
                  <a:avLst/>
                </a:prstGeom>
                <a:ln>
                  <a:solidFill>
                    <a:schemeClr val="accent1">
                      <a:alpha val="80000"/>
                    </a:schemeClr>
                  </a:solidFill>
                </a:ln>
              </p:spPr>
              <p:style>
                <a:lnRef idx="1">
                  <a:schemeClr val="accent1"/>
                </a:lnRef>
                <a:fillRef idx="0">
                  <a:schemeClr val="accent1"/>
                </a:fillRef>
                <a:effectRef idx="0">
                  <a:schemeClr val="accent1"/>
                </a:effectRef>
                <a:fontRef idx="minor">
                  <a:schemeClr val="tx1"/>
                </a:fontRef>
              </p:style>
            </p:cxnSp>
          </p:grpSp>
        </p:grpSp>
        <p:sp>
          <p:nvSpPr>
            <p:cNvPr id="6" name="Title">
              <a:extLst>
                <a:ext uri="{FF2B5EF4-FFF2-40B4-BE49-F238E27FC236}">
                  <a16:creationId xmlns:a16="http://schemas.microsoft.com/office/drawing/2014/main" id="{7424616F-C4CA-C011-6ABF-AF913717590B}"/>
                </a:ext>
              </a:extLst>
            </p:cNvPr>
            <p:cNvSpPr/>
            <p:nvPr/>
          </p:nvSpPr>
          <p:spPr>
            <a:xfrm>
              <a:off x="660399" y="1130300"/>
              <a:ext cx="10858500" cy="969197"/>
            </a:xfrm>
            <a:prstGeom prst="rect">
              <a:avLst/>
            </a:prstGeom>
          </p:spPr>
          <p:txBody>
            <a:bodyPr wrap="none" anchor="ctr" anchorCtr="0">
              <a:normAutofit lnSpcReduction="10000"/>
            </a:bodyPr>
            <a:lstStyle/>
            <a:p>
              <a:pPr algn="ctr">
                <a:buSzPct val="25000"/>
              </a:pPr>
              <a:r>
                <a:rPr lang="en-US" altLang="zh-CN" sz="6000" b="1" dirty="0">
                  <a:gradFill>
                    <a:gsLst>
                      <a:gs pos="53000">
                        <a:schemeClr val="accent1"/>
                      </a:gs>
                      <a:gs pos="100000">
                        <a:schemeClr val="accent1">
                          <a:alpha val="57000"/>
                        </a:schemeClr>
                      </a:gs>
                    </a:gsLst>
                    <a:lin ang="5400000" scaled="1"/>
                  </a:gradFill>
                </a:rPr>
                <a:t>Agenda</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en-US" altLang="zh-CN" dirty="0"/>
              <a:t>—— </a:t>
            </a:r>
            <a:r>
              <a:rPr lang="zh-CN" altLang="en-US" dirty="0"/>
              <a:t>论文主题与概述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研究方向与学术价值</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2786897-8484-FB1A-ABA5-96713FCF2E39}"/>
              </a:ext>
            </a:extLst>
          </p:cNvPr>
          <p:cNvGrpSpPr/>
          <p:nvPr/>
        </p:nvGrpSpPr>
        <p:grpSpPr>
          <a:xfrm>
            <a:off x="0" y="0"/>
            <a:ext cx="12192000" cy="6858001"/>
            <a:chOff x="0" y="0"/>
            <a:chExt cx="12192000" cy="6858001"/>
          </a:xfrm>
        </p:grpSpPr>
        <p:sp>
          <p:nvSpPr>
            <p:cNvPr id="5" name="矩形 4">
              <a:extLst>
                <a:ext uri="{FF2B5EF4-FFF2-40B4-BE49-F238E27FC236}">
                  <a16:creationId xmlns:a16="http://schemas.microsoft.com/office/drawing/2014/main" id="{B16B7968-F4AE-A51A-826F-2B60639EE593}"/>
                </a:ext>
              </a:extLst>
            </p:cNvPr>
            <p:cNvSpPr/>
            <p:nvPr/>
          </p:nvSpPr>
          <p:spPr>
            <a:xfrm>
              <a:off x="0" y="5119583"/>
              <a:ext cx="7937500" cy="1738418"/>
            </a:xfrm>
            <a:prstGeom prst="roundRect">
              <a:avLst>
                <a:gd name="adj" fmla="val 0"/>
              </a:avLst>
            </a:prstGeom>
            <a:gradFill flip="none" rotWithShape="1">
              <a:gsLst>
                <a:gs pos="0">
                  <a:schemeClr val="accent1">
                    <a:lumMod val="60000"/>
                    <a:lumOff val="40000"/>
                  </a:schemeClr>
                </a:gs>
                <a:gs pos="100000">
                  <a:schemeClr val="accent1"/>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b="1">
                <a:solidFill>
                  <a:srgbClr val="FFFFFF"/>
                </a:solidFill>
                <a:latin typeface="Arial" panose="020B0604020202020204" pitchFamily="34" charset="0"/>
                <a:ea typeface="微软雅黑" panose="020B0503020204020204" pitchFamily="34" charset="-122"/>
              </a:endParaRPr>
            </a:p>
          </p:txBody>
        </p:sp>
        <p:sp>
          <p:nvSpPr>
            <p:cNvPr id="6" name="Title">
              <a:extLst>
                <a:ext uri="{FF2B5EF4-FFF2-40B4-BE49-F238E27FC236}">
                  <a16:creationId xmlns:a16="http://schemas.microsoft.com/office/drawing/2014/main" id="{86A5BE9A-6B68-1262-DD4D-141B6722694B}"/>
                </a:ext>
              </a:extLst>
            </p:cNvPr>
            <p:cNvSpPr>
              <a:spLocks noChangeAspect="1"/>
            </p:cNvSpPr>
            <p:nvPr/>
          </p:nvSpPr>
          <p:spPr>
            <a:xfrm>
              <a:off x="666750" y="1253491"/>
              <a:ext cx="6965950" cy="969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400" b="1" dirty="0">
                  <a:solidFill>
                    <a:schemeClr val="tx1"/>
                  </a:solidFill>
                </a:rPr>
                <a:t>选题背景、研究范畴与问题意识</a:t>
              </a:r>
              <a:endParaRPr lang="en-US" altLang="zh-CN" sz="2400" b="1" dirty="0">
                <a:solidFill>
                  <a:schemeClr val="tx1"/>
                </a:solidFill>
              </a:endParaRPr>
            </a:p>
          </p:txBody>
        </p:sp>
        <p:sp>
          <p:nvSpPr>
            <p:cNvPr id="7" name="矩形 6">
              <a:extLst>
                <a:ext uri="{FF2B5EF4-FFF2-40B4-BE49-F238E27FC236}">
                  <a16:creationId xmlns:a16="http://schemas.microsoft.com/office/drawing/2014/main" id="{7F055C47-ACD0-A2BD-A764-CE3B9024895A}"/>
                </a:ext>
              </a:extLst>
            </p:cNvPr>
            <p:cNvSpPr/>
            <p:nvPr/>
          </p:nvSpPr>
          <p:spPr>
            <a:xfrm>
              <a:off x="660400" y="2518412"/>
              <a:ext cx="10858499" cy="3615689"/>
            </a:xfrm>
            <a:prstGeom prst="rect">
              <a:avLst/>
            </a:prstGeom>
            <a:gradFill flip="none" rotWithShape="1">
              <a:gsLst>
                <a:gs pos="55000">
                  <a:schemeClr val="bg1"/>
                </a:gs>
                <a:gs pos="99000">
                  <a:schemeClr val="accent1">
                    <a:lumMod val="20000"/>
                    <a:lumOff val="80000"/>
                  </a:schemeClr>
                </a:gs>
              </a:gsLst>
              <a:lin ang="1080000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sp>
          <p:nvSpPr>
            <p:cNvPr id="8" name="矩形 7">
              <a:extLst>
                <a:ext uri="{FF2B5EF4-FFF2-40B4-BE49-F238E27FC236}">
                  <a16:creationId xmlns:a16="http://schemas.microsoft.com/office/drawing/2014/main" id="{322DA3BB-7562-8826-AE49-8A93C5255D1D}"/>
                </a:ext>
              </a:extLst>
            </p:cNvPr>
            <p:cNvSpPr/>
            <p:nvPr/>
          </p:nvSpPr>
          <p:spPr>
            <a:xfrm>
              <a:off x="11544302" y="0"/>
              <a:ext cx="647698" cy="3615689"/>
            </a:xfrm>
            <a:prstGeom prst="rect">
              <a:avLst/>
            </a:prstGeom>
            <a:gradFill flip="none" rotWithShape="1">
              <a:gsLst>
                <a:gs pos="0">
                  <a:schemeClr val="accent1">
                    <a:lumMod val="60000"/>
                    <a:lumOff val="40000"/>
                    <a:alpha val="0"/>
                  </a:schemeClr>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kumimoji="1" lang="zh-CN" altLang="en-US" b="1">
                <a:solidFill>
                  <a:srgbClr val="FFFFFF"/>
                </a:solidFill>
                <a:latin typeface="Arial" panose="020B0604020202020204" pitchFamily="34" charset="0"/>
                <a:ea typeface="微软雅黑" panose="020B0503020204020204" pitchFamily="34" charset="-122"/>
              </a:endParaRPr>
            </a:p>
          </p:txBody>
        </p:sp>
        <p:sp>
          <p:nvSpPr>
            <p:cNvPr id="9" name="Bullet1">
              <a:extLst>
                <a:ext uri="{FF2B5EF4-FFF2-40B4-BE49-F238E27FC236}">
                  <a16:creationId xmlns:a16="http://schemas.microsoft.com/office/drawing/2014/main" id="{8341DB12-2E0A-FBC2-8597-5078C89240AC}"/>
                </a:ext>
              </a:extLst>
            </p:cNvPr>
            <p:cNvSpPr>
              <a:spLocks/>
            </p:cNvSpPr>
            <p:nvPr/>
          </p:nvSpPr>
          <p:spPr>
            <a:xfrm>
              <a:off x="1192827" y="3028952"/>
              <a:ext cx="4126061" cy="602958"/>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单击文本添加标题</a:t>
              </a:r>
              <a:endParaRPr lang="en-US" altLang="zh-CN" b="1" dirty="0">
                <a:solidFill>
                  <a:srgbClr val="FFFFFF"/>
                </a:solidFill>
                <a:cs typeface="+mn-ea"/>
                <a:sym typeface="Arial" panose="020B0604020202020204" pitchFamily="34" charset="0"/>
              </a:endParaRPr>
            </a:p>
          </p:txBody>
        </p:sp>
        <p:sp>
          <p:nvSpPr>
            <p:cNvPr id="10" name="Text1">
              <a:extLst>
                <a:ext uri="{FF2B5EF4-FFF2-40B4-BE49-F238E27FC236}">
                  <a16:creationId xmlns:a16="http://schemas.microsoft.com/office/drawing/2014/main" id="{CE8C786D-936E-4722-466C-4B9B452FCAB7}"/>
                </a:ext>
              </a:extLst>
            </p:cNvPr>
            <p:cNvSpPr>
              <a:spLocks/>
            </p:cNvSpPr>
            <p:nvPr/>
          </p:nvSpPr>
          <p:spPr>
            <a:xfrm>
              <a:off x="1192827" y="4003151"/>
              <a:ext cx="5673409" cy="17384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marL="171450" indent="-171450">
                <a:lnSpc>
                  <a:spcPct val="150000"/>
                </a:lnSpc>
                <a:buFont typeface="Arial" panose="020B0604020202020204" pitchFamily="34" charset="0"/>
                <a:buChar char="•"/>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p>
              <a:pPr marL="171450" indent="-171450">
                <a:lnSpc>
                  <a:spcPct val="150000"/>
                </a:lnSpc>
                <a:buFont typeface="Arial" panose="020B0604020202020204" pitchFamily="34" charset="0"/>
                <a:buChar char="•"/>
              </a:pP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p>
              <a:pPr marL="171450" indent="-171450">
                <a:lnSpc>
                  <a:spcPct val="150000"/>
                </a:lnSpc>
                <a:buFont typeface="Arial" panose="020B0604020202020204" pitchFamily="34" charset="0"/>
                <a:buChar char="•"/>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a:p>
              <a:pPr marL="171450" indent="-171450">
                <a:lnSpc>
                  <a:spcPct val="150000"/>
                </a:lnSpc>
                <a:buFont typeface="Arial" panose="020B0604020202020204" pitchFamily="34" charset="0"/>
                <a:buChar char="•"/>
              </a:pP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pic-BottomLeft,Top,TopBottomRightLeft,TopRightLeft,TopBottom,BottomRightLeft,LeftTopBottom,All,Any">
              <a:extLst>
                <a:ext uri="{FF2B5EF4-FFF2-40B4-BE49-F238E27FC236}">
                  <a16:creationId xmlns:a16="http://schemas.microsoft.com/office/drawing/2014/main" id="{53AF6680-7819-E431-37B9-A9F7FC5685CA}"/>
                </a:ext>
              </a:extLst>
            </p:cNvPr>
            <p:cNvSpPr>
              <a:spLocks noChangeAspect="1"/>
            </p:cNvSpPr>
            <p:nvPr/>
          </p:nvSpPr>
          <p:spPr>
            <a:xfrm>
              <a:off x="7937499" y="0"/>
              <a:ext cx="3606803" cy="6858000"/>
            </a:xfrm>
            <a:prstGeom prst="rect">
              <a:avLst/>
            </a:prstGeom>
            <a:blipFill>
              <a:blip r:embed="rId2"/>
              <a:stretch>
                <a:fillRect l="-92930" r="-9228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5C70FD63-8C51-59DF-541A-53DE2DDBAD23}"/>
              </a:ext>
            </a:extLst>
          </p:cNvPr>
          <p:cNvSpPr>
            <a:spLocks noGrp="1"/>
          </p:cNvSpPr>
          <p:nvPr>
            <p:ph type="title"/>
          </p:nvPr>
        </p:nvSpPr>
        <p:spPr/>
        <p:txBody>
          <a:bodyPr/>
          <a:lstStyle/>
          <a:p>
            <a:r>
              <a:rPr lang="zh-CN" altLang="en-US"/>
              <a:t>论文主题介绍</a:t>
            </a:r>
          </a:p>
        </p:txBody>
      </p:sp>
    </p:spTree>
    <p:extLst>
      <p:ext uri="{BB962C8B-B14F-4D97-AF65-F5344CB8AC3E}">
        <p14:creationId xmlns:p14="http://schemas.microsoft.com/office/powerpoint/2010/main" val="302397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研究背景和意义</a:t>
            </a:r>
            <a:endParaRPr lang="en-US" dirty="0"/>
          </a:p>
        </p:txBody>
      </p:sp>
      <p:grpSp>
        <p:nvGrpSpPr>
          <p:cNvPr id="34" name="08755405-f6fa-4c58-aacf-fcffefec598e.source.4.zh-Hans">
            <a:extLst>
              <a:ext uri="{FF2B5EF4-FFF2-40B4-BE49-F238E27FC236}">
                <a16:creationId xmlns:a16="http://schemas.microsoft.com/office/drawing/2014/main" id="{2F895D7E-6F13-74D8-3E3F-638E1C67729C}"/>
              </a:ext>
            </a:extLst>
          </p:cNvPr>
          <p:cNvGrpSpPr/>
          <p:nvPr/>
        </p:nvGrpSpPr>
        <p:grpSpPr>
          <a:xfrm>
            <a:off x="660400" y="1130300"/>
            <a:ext cx="10858500" cy="5003800"/>
            <a:chOff x="660400" y="1130300"/>
            <a:chExt cx="10858500" cy="5003800"/>
          </a:xfrm>
        </p:grpSpPr>
        <p:grpSp>
          <p:nvGrpSpPr>
            <p:cNvPr id="33" name="组合 32">
              <a:extLst>
                <a:ext uri="{FF2B5EF4-FFF2-40B4-BE49-F238E27FC236}">
                  <a16:creationId xmlns:a16="http://schemas.microsoft.com/office/drawing/2014/main" id="{BC6E3E8E-FF63-0B17-F188-03ED2B7F1F0F}"/>
                </a:ext>
              </a:extLst>
            </p:cNvPr>
            <p:cNvGrpSpPr/>
            <p:nvPr/>
          </p:nvGrpSpPr>
          <p:grpSpPr>
            <a:xfrm>
              <a:off x="1155700" y="1957206"/>
              <a:ext cx="9880599" cy="4176894"/>
              <a:chOff x="1155700" y="1957206"/>
              <a:chExt cx="9880599" cy="4176894"/>
            </a:xfrm>
          </p:grpSpPr>
          <p:grpSp>
            <p:nvGrpSpPr>
              <p:cNvPr id="31" name="组合 30">
                <a:extLst>
                  <a:ext uri="{FF2B5EF4-FFF2-40B4-BE49-F238E27FC236}">
                    <a16:creationId xmlns:a16="http://schemas.microsoft.com/office/drawing/2014/main" id="{2BD70C41-E757-2BAF-95B7-D3B655C771FE}"/>
                  </a:ext>
                </a:extLst>
              </p:cNvPr>
              <p:cNvGrpSpPr/>
              <p:nvPr/>
            </p:nvGrpSpPr>
            <p:grpSpPr>
              <a:xfrm>
                <a:off x="4007768" y="1957206"/>
                <a:ext cx="4176464" cy="4176894"/>
                <a:chOff x="4007768" y="1957206"/>
                <a:chExt cx="4176464" cy="4176894"/>
              </a:xfrm>
            </p:grpSpPr>
            <p:sp>
              <p:nvSpPr>
                <p:cNvPr id="16" name="任意多边形: 形状 15">
                  <a:extLst>
                    <a:ext uri="{FF2B5EF4-FFF2-40B4-BE49-F238E27FC236}">
                      <a16:creationId xmlns:a16="http://schemas.microsoft.com/office/drawing/2014/main" id="{61E44EA6-28D7-476A-BD77-BBAE1F9F7954}"/>
                    </a:ext>
                  </a:extLst>
                </p:cNvPr>
                <p:cNvSpPr/>
                <p:nvPr/>
              </p:nvSpPr>
              <p:spPr bwMode="auto">
                <a:xfrm rot="5400000" flipV="1">
                  <a:off x="5558949" y="2493269"/>
                  <a:ext cx="1074103" cy="1955449"/>
                </a:xfrm>
                <a:custGeom>
                  <a:avLst/>
                  <a:gdLst>
                    <a:gd name="connsiteX0" fmla="*/ 0 w 1511301"/>
                    <a:gd name="connsiteY0" fmla="*/ 323749 h 2751384"/>
                    <a:gd name="connsiteX1" fmla="*/ 0 w 1511301"/>
                    <a:gd name="connsiteY1" fmla="*/ 2427635 h 2751384"/>
                    <a:gd name="connsiteX2" fmla="*/ 8889 w 1511301"/>
                    <a:gd name="connsiteY2" fmla="*/ 2515808 h 2751384"/>
                    <a:gd name="connsiteX3" fmla="*/ 135898 w 1511301"/>
                    <a:gd name="connsiteY3" fmla="*/ 2751384 h 2751384"/>
                    <a:gd name="connsiteX4" fmla="*/ 1511301 w 1511301"/>
                    <a:gd name="connsiteY4" fmla="*/ 1375981 h 2751384"/>
                    <a:gd name="connsiteX5" fmla="*/ 1511012 w 1511301"/>
                    <a:gd name="connsiteY5" fmla="*/ 1375692 h 2751384"/>
                    <a:gd name="connsiteX6" fmla="*/ 1511301 w 1511301"/>
                    <a:gd name="connsiteY6" fmla="*/ 1375403 h 2751384"/>
                    <a:gd name="connsiteX7" fmla="*/ 135898 w 1511301"/>
                    <a:gd name="connsiteY7" fmla="*/ 0 h 2751384"/>
                    <a:gd name="connsiteX8" fmla="*/ 8889 w 1511301"/>
                    <a:gd name="connsiteY8" fmla="*/ 235576 h 2751384"/>
                    <a:gd name="connsiteX9" fmla="*/ 0 w 1511301"/>
                    <a:gd name="connsiteY9" fmla="*/ 323749 h 275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1301" h="2751384">
                      <a:moveTo>
                        <a:pt x="0" y="323749"/>
                      </a:moveTo>
                      <a:lnTo>
                        <a:pt x="0" y="2427635"/>
                      </a:lnTo>
                      <a:lnTo>
                        <a:pt x="8889" y="2515808"/>
                      </a:lnTo>
                      <a:cubicBezTo>
                        <a:pt x="27510" y="2606807"/>
                        <a:pt x="72657" y="2688142"/>
                        <a:pt x="135898" y="2751384"/>
                      </a:cubicBezTo>
                      <a:lnTo>
                        <a:pt x="1511301" y="1375981"/>
                      </a:lnTo>
                      <a:lnTo>
                        <a:pt x="1511012" y="1375692"/>
                      </a:lnTo>
                      <a:lnTo>
                        <a:pt x="1511301" y="1375403"/>
                      </a:lnTo>
                      <a:lnTo>
                        <a:pt x="135898" y="0"/>
                      </a:lnTo>
                      <a:cubicBezTo>
                        <a:pt x="72657" y="63242"/>
                        <a:pt x="27510" y="144577"/>
                        <a:pt x="8889" y="235576"/>
                      </a:cubicBezTo>
                      <a:lnTo>
                        <a:pt x="0" y="323749"/>
                      </a:lnTo>
                      <a:close/>
                    </a:path>
                  </a:pathLst>
                </a:custGeom>
                <a:solidFill>
                  <a:schemeClr val="accent1">
                    <a:alpha val="15000"/>
                  </a:schemeClr>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7" name="任意多边形: 形状 16">
                  <a:extLst>
                    <a:ext uri="{FF2B5EF4-FFF2-40B4-BE49-F238E27FC236}">
                      <a16:creationId xmlns:a16="http://schemas.microsoft.com/office/drawing/2014/main" id="{5AB3AEF5-AB29-4777-A4A1-B15047E08C39}"/>
                    </a:ext>
                  </a:extLst>
                </p:cNvPr>
                <p:cNvSpPr/>
                <p:nvPr/>
              </p:nvSpPr>
              <p:spPr bwMode="auto">
                <a:xfrm rot="5400000" flipV="1">
                  <a:off x="4543745" y="3508694"/>
                  <a:ext cx="1954991" cy="1073896"/>
                </a:xfrm>
                <a:custGeom>
                  <a:avLst/>
                  <a:gdLst>
                    <a:gd name="connsiteX0" fmla="*/ 0 w 2750750"/>
                    <a:gd name="connsiteY0" fmla="*/ 135636 h 1511012"/>
                    <a:gd name="connsiteX1" fmla="*/ 1375375 w 2750750"/>
                    <a:gd name="connsiteY1" fmla="*/ 1511012 h 1511012"/>
                    <a:gd name="connsiteX2" fmla="*/ 2750750 w 2750750"/>
                    <a:gd name="connsiteY2" fmla="*/ 135636 h 1511012"/>
                    <a:gd name="connsiteX3" fmla="*/ 2682106 w 2750750"/>
                    <a:gd name="connsiteY3" fmla="*/ 79000 h 1511012"/>
                    <a:gd name="connsiteX4" fmla="*/ 2515491 w 2750750"/>
                    <a:gd name="connsiteY4" fmla="*/ 8889 h 1511012"/>
                    <a:gd name="connsiteX5" fmla="*/ 2427317 w 2750750"/>
                    <a:gd name="connsiteY5" fmla="*/ 0 h 1511012"/>
                    <a:gd name="connsiteX6" fmla="*/ 323433 w 2750750"/>
                    <a:gd name="connsiteY6" fmla="*/ 0 h 1511012"/>
                    <a:gd name="connsiteX7" fmla="*/ 235259 w 2750750"/>
                    <a:gd name="connsiteY7" fmla="*/ 8889 h 1511012"/>
                    <a:gd name="connsiteX8" fmla="*/ 68644 w 2750750"/>
                    <a:gd name="connsiteY8" fmla="*/ 79000 h 1511012"/>
                    <a:gd name="connsiteX9" fmla="*/ 0 w 2750750"/>
                    <a:gd name="connsiteY9" fmla="*/ 135636 h 15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0750" h="1511012">
                      <a:moveTo>
                        <a:pt x="0" y="135636"/>
                      </a:moveTo>
                      <a:lnTo>
                        <a:pt x="1375375" y="1511012"/>
                      </a:lnTo>
                      <a:lnTo>
                        <a:pt x="2750750" y="135636"/>
                      </a:lnTo>
                      <a:lnTo>
                        <a:pt x="2682106" y="79000"/>
                      </a:lnTo>
                      <a:cubicBezTo>
                        <a:pt x="2632527" y="45506"/>
                        <a:pt x="2576156" y="21302"/>
                        <a:pt x="2515491" y="8889"/>
                      </a:cubicBezTo>
                      <a:lnTo>
                        <a:pt x="2427317" y="0"/>
                      </a:lnTo>
                      <a:lnTo>
                        <a:pt x="323433" y="0"/>
                      </a:lnTo>
                      <a:lnTo>
                        <a:pt x="235259" y="8889"/>
                      </a:lnTo>
                      <a:cubicBezTo>
                        <a:pt x="174594" y="21302"/>
                        <a:pt x="118222" y="45506"/>
                        <a:pt x="68644" y="79000"/>
                      </a:cubicBezTo>
                      <a:lnTo>
                        <a:pt x="0" y="135636"/>
                      </a:lnTo>
                      <a:close/>
                    </a:path>
                  </a:pathLst>
                </a:custGeom>
                <a:solidFill>
                  <a:schemeClr val="accent1">
                    <a:lumMod val="100000"/>
                  </a:schemeClr>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8" name="任意多边形: 形状 17">
                  <a:extLst>
                    <a:ext uri="{FF2B5EF4-FFF2-40B4-BE49-F238E27FC236}">
                      <a16:creationId xmlns:a16="http://schemas.microsoft.com/office/drawing/2014/main" id="{B6D58D39-27C0-4688-9907-7667453D83BC}"/>
                    </a:ext>
                  </a:extLst>
                </p:cNvPr>
                <p:cNvSpPr/>
                <p:nvPr/>
              </p:nvSpPr>
              <p:spPr bwMode="auto">
                <a:xfrm rot="5400000" flipV="1">
                  <a:off x="5693264" y="3508694"/>
                  <a:ext cx="1954991" cy="1073896"/>
                </a:xfrm>
                <a:custGeom>
                  <a:avLst/>
                  <a:gdLst>
                    <a:gd name="connsiteX0" fmla="*/ 0 w 2750750"/>
                    <a:gd name="connsiteY0" fmla="*/ 1375376 h 1511012"/>
                    <a:gd name="connsiteX1" fmla="*/ 68644 w 2750750"/>
                    <a:gd name="connsiteY1" fmla="*/ 1432012 h 1511012"/>
                    <a:gd name="connsiteX2" fmla="*/ 235259 w 2750750"/>
                    <a:gd name="connsiteY2" fmla="*/ 1502123 h 1511012"/>
                    <a:gd name="connsiteX3" fmla="*/ 323433 w 2750750"/>
                    <a:gd name="connsiteY3" fmla="*/ 1511012 h 1511012"/>
                    <a:gd name="connsiteX4" fmla="*/ 2427318 w 2750750"/>
                    <a:gd name="connsiteY4" fmla="*/ 1511012 h 1511012"/>
                    <a:gd name="connsiteX5" fmla="*/ 2515491 w 2750750"/>
                    <a:gd name="connsiteY5" fmla="*/ 1502123 h 1511012"/>
                    <a:gd name="connsiteX6" fmla="*/ 2682106 w 2750750"/>
                    <a:gd name="connsiteY6" fmla="*/ 1432012 h 1511012"/>
                    <a:gd name="connsiteX7" fmla="*/ 2750750 w 2750750"/>
                    <a:gd name="connsiteY7" fmla="*/ 1375376 h 1511012"/>
                    <a:gd name="connsiteX8" fmla="*/ 1375375 w 2750750"/>
                    <a:gd name="connsiteY8" fmla="*/ 0 h 1511012"/>
                    <a:gd name="connsiteX9" fmla="*/ 0 w 2750750"/>
                    <a:gd name="connsiteY9" fmla="*/ 1375376 h 151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0750" h="1511012">
                      <a:moveTo>
                        <a:pt x="0" y="1375376"/>
                      </a:moveTo>
                      <a:lnTo>
                        <a:pt x="68644" y="1432012"/>
                      </a:lnTo>
                      <a:cubicBezTo>
                        <a:pt x="118222" y="1465506"/>
                        <a:pt x="174594" y="1489710"/>
                        <a:pt x="235259" y="1502123"/>
                      </a:cubicBezTo>
                      <a:lnTo>
                        <a:pt x="323433" y="1511012"/>
                      </a:lnTo>
                      <a:lnTo>
                        <a:pt x="2427318" y="1511012"/>
                      </a:lnTo>
                      <a:lnTo>
                        <a:pt x="2515491" y="1502123"/>
                      </a:lnTo>
                      <a:cubicBezTo>
                        <a:pt x="2576156" y="1489710"/>
                        <a:pt x="2632527" y="1465506"/>
                        <a:pt x="2682106" y="1432012"/>
                      </a:cubicBezTo>
                      <a:lnTo>
                        <a:pt x="2750750" y="1375376"/>
                      </a:lnTo>
                      <a:lnTo>
                        <a:pt x="1375375" y="0"/>
                      </a:lnTo>
                      <a:lnTo>
                        <a:pt x="0" y="1375376"/>
                      </a:lnTo>
                      <a:close/>
                    </a:path>
                  </a:pathLst>
                </a:custGeom>
                <a:solidFill>
                  <a:schemeClr val="accent1"/>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19" name="任意多边形: 形状 18">
                  <a:extLst>
                    <a:ext uri="{FF2B5EF4-FFF2-40B4-BE49-F238E27FC236}">
                      <a16:creationId xmlns:a16="http://schemas.microsoft.com/office/drawing/2014/main" id="{635D0C63-7570-4528-892C-4FABBACF1438}"/>
                    </a:ext>
                  </a:extLst>
                </p:cNvPr>
                <p:cNvSpPr/>
                <p:nvPr/>
              </p:nvSpPr>
              <p:spPr bwMode="auto">
                <a:xfrm rot="5400000" flipV="1">
                  <a:off x="5559258" y="3643350"/>
                  <a:ext cx="1073485" cy="1954544"/>
                </a:xfrm>
                <a:custGeom>
                  <a:avLst/>
                  <a:gdLst>
                    <a:gd name="connsiteX0" fmla="*/ 0 w 1510434"/>
                    <a:gd name="connsiteY0" fmla="*/ 1375059 h 2750118"/>
                    <a:gd name="connsiteX1" fmla="*/ 1375058 w 1510434"/>
                    <a:gd name="connsiteY1" fmla="*/ 2750118 h 2750118"/>
                    <a:gd name="connsiteX2" fmla="*/ 1431434 w 1510434"/>
                    <a:gd name="connsiteY2" fmla="*/ 2681790 h 2750118"/>
                    <a:gd name="connsiteX3" fmla="*/ 1501545 w 1510434"/>
                    <a:gd name="connsiteY3" fmla="*/ 2515175 h 2750118"/>
                    <a:gd name="connsiteX4" fmla="*/ 1510434 w 1510434"/>
                    <a:gd name="connsiteY4" fmla="*/ 2427002 h 2750118"/>
                    <a:gd name="connsiteX5" fmla="*/ 1510434 w 1510434"/>
                    <a:gd name="connsiteY5" fmla="*/ 323116 h 2750118"/>
                    <a:gd name="connsiteX6" fmla="*/ 1501545 w 1510434"/>
                    <a:gd name="connsiteY6" fmla="*/ 234943 h 2750118"/>
                    <a:gd name="connsiteX7" fmla="*/ 1431434 w 1510434"/>
                    <a:gd name="connsiteY7" fmla="*/ 68328 h 2750118"/>
                    <a:gd name="connsiteX8" fmla="*/ 1375058 w 1510434"/>
                    <a:gd name="connsiteY8" fmla="*/ 0 h 2750118"/>
                    <a:gd name="connsiteX9" fmla="*/ 0 w 1510434"/>
                    <a:gd name="connsiteY9" fmla="*/ 1375059 h 2750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0434" h="2750118">
                      <a:moveTo>
                        <a:pt x="0" y="1375059"/>
                      </a:moveTo>
                      <a:lnTo>
                        <a:pt x="1375058" y="2750118"/>
                      </a:lnTo>
                      <a:lnTo>
                        <a:pt x="1431434" y="2681790"/>
                      </a:lnTo>
                      <a:cubicBezTo>
                        <a:pt x="1464928" y="2632212"/>
                        <a:pt x="1489131" y="2575841"/>
                        <a:pt x="1501545" y="2515175"/>
                      </a:cubicBezTo>
                      <a:lnTo>
                        <a:pt x="1510434" y="2427002"/>
                      </a:lnTo>
                      <a:lnTo>
                        <a:pt x="1510434" y="323116"/>
                      </a:lnTo>
                      <a:lnTo>
                        <a:pt x="1501545" y="234943"/>
                      </a:lnTo>
                      <a:cubicBezTo>
                        <a:pt x="1489131" y="174277"/>
                        <a:pt x="1464928" y="117906"/>
                        <a:pt x="1431434" y="68328"/>
                      </a:cubicBezTo>
                      <a:lnTo>
                        <a:pt x="1375058" y="0"/>
                      </a:lnTo>
                      <a:lnTo>
                        <a:pt x="0" y="1375059"/>
                      </a:lnTo>
                      <a:close/>
                    </a:path>
                  </a:pathLst>
                </a:custGeom>
                <a:solidFill>
                  <a:schemeClr val="accent1">
                    <a:alpha val="15000"/>
                  </a:schemeClr>
                </a:solidFill>
                <a:ln w="19050">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0" name="任意多边形: 形状 19">
                  <a:extLst>
                    <a:ext uri="{FF2B5EF4-FFF2-40B4-BE49-F238E27FC236}">
                      <a16:creationId xmlns:a16="http://schemas.microsoft.com/office/drawing/2014/main" id="{8F1379C5-13FD-48F8-A2B1-51896377BAFD}"/>
                    </a:ext>
                  </a:extLst>
                </p:cNvPr>
                <p:cNvSpPr/>
                <p:nvPr/>
              </p:nvSpPr>
              <p:spPr bwMode="auto">
                <a:xfrm>
                  <a:off x="4007768" y="3182977"/>
                  <a:ext cx="900902" cy="1801804"/>
                </a:xfrm>
                <a:custGeom>
                  <a:avLst/>
                  <a:gdLst>
                    <a:gd name="connsiteX0" fmla="*/ 962934 w 962934"/>
                    <a:gd name="connsiteY0" fmla="*/ 0 h 1925868"/>
                    <a:gd name="connsiteX1" fmla="*/ 962934 w 962934"/>
                    <a:gd name="connsiteY1" fmla="*/ 1925868 h 1925868"/>
                    <a:gd name="connsiteX2" fmla="*/ 0 w 962934"/>
                    <a:gd name="connsiteY2" fmla="*/ 962934 h 1925868"/>
                  </a:gdLst>
                  <a:ahLst/>
                  <a:cxnLst>
                    <a:cxn ang="0">
                      <a:pos x="connsiteX0" y="connsiteY0"/>
                    </a:cxn>
                    <a:cxn ang="0">
                      <a:pos x="connsiteX1" y="connsiteY1"/>
                    </a:cxn>
                    <a:cxn ang="0">
                      <a:pos x="connsiteX2" y="connsiteY2"/>
                    </a:cxn>
                  </a:cxnLst>
                  <a:rect l="l" t="t" r="r" b="b"/>
                  <a:pathLst>
                    <a:path w="962934" h="1925868">
                      <a:moveTo>
                        <a:pt x="962934" y="0"/>
                      </a:moveTo>
                      <a:lnTo>
                        <a:pt x="962934" y="1925868"/>
                      </a:lnTo>
                      <a:lnTo>
                        <a:pt x="0" y="962934"/>
                      </a:lnTo>
                      <a:close/>
                    </a:path>
                  </a:pathLst>
                </a:custGeom>
                <a:solidFill>
                  <a:schemeClr val="accent1">
                    <a:lumMod val="100000"/>
                  </a:schemeClr>
                </a:solidFill>
                <a:ln w="19050">
                  <a:noFill/>
                  <a:round/>
                  <a:headEnd/>
                  <a:tailEnd/>
                </a:ln>
              </p:spPr>
              <p:txBody>
                <a:bodyPr rot="0" spcFirstLastPara="0" vert="horz" wrap="square" lIns="91440" tIns="45720" rIns="91440" bIns="45720" anchor="ctr" anchorCtr="0"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endParaRPr lang="en-US" altLang="zh-CN" sz="2800" dirty="0"/>
                </a:p>
              </p:txBody>
            </p:sp>
            <p:sp>
              <p:nvSpPr>
                <p:cNvPr id="21" name="任意多边形: 形状 20">
                  <a:extLst>
                    <a:ext uri="{FF2B5EF4-FFF2-40B4-BE49-F238E27FC236}">
                      <a16:creationId xmlns:a16="http://schemas.microsoft.com/office/drawing/2014/main" id="{6EBFD3E9-2A68-4A9A-9A1D-80B7D7C1A23C}"/>
                    </a:ext>
                  </a:extLst>
                </p:cNvPr>
                <p:cNvSpPr/>
                <p:nvPr/>
              </p:nvSpPr>
              <p:spPr bwMode="auto">
                <a:xfrm>
                  <a:off x="5195098" y="5233198"/>
                  <a:ext cx="1801804" cy="900902"/>
                </a:xfrm>
                <a:custGeom>
                  <a:avLst/>
                  <a:gdLst>
                    <a:gd name="connsiteX0" fmla="*/ 0 w 1925868"/>
                    <a:gd name="connsiteY0" fmla="*/ 0 h 962934"/>
                    <a:gd name="connsiteX1" fmla="*/ 1925868 w 1925868"/>
                    <a:gd name="connsiteY1" fmla="*/ 0 h 962934"/>
                    <a:gd name="connsiteX2" fmla="*/ 962934 w 1925868"/>
                    <a:gd name="connsiteY2" fmla="*/ 962934 h 962934"/>
                  </a:gdLst>
                  <a:ahLst/>
                  <a:cxnLst>
                    <a:cxn ang="0">
                      <a:pos x="connsiteX0" y="connsiteY0"/>
                    </a:cxn>
                    <a:cxn ang="0">
                      <a:pos x="connsiteX1" y="connsiteY1"/>
                    </a:cxn>
                    <a:cxn ang="0">
                      <a:pos x="connsiteX2" y="connsiteY2"/>
                    </a:cxn>
                  </a:cxnLst>
                  <a:rect l="l" t="t" r="r" b="b"/>
                  <a:pathLst>
                    <a:path w="1925868" h="962934">
                      <a:moveTo>
                        <a:pt x="0" y="0"/>
                      </a:moveTo>
                      <a:lnTo>
                        <a:pt x="1925868" y="0"/>
                      </a:lnTo>
                      <a:lnTo>
                        <a:pt x="962934" y="962934"/>
                      </a:lnTo>
                      <a:close/>
                    </a:path>
                  </a:pathLst>
                </a:custGeom>
                <a:solidFill>
                  <a:schemeClr val="accent1">
                    <a:alpha val="15000"/>
                  </a:schemeClr>
                </a:solidFill>
                <a:ln w="19050">
                  <a:noFill/>
                  <a:round/>
                  <a:headEnd/>
                  <a:tailEnd/>
                </a:ln>
              </p:spPr>
              <p:txBody>
                <a:bodyPr rot="0" spcFirstLastPara="0" vert="horz" wrap="square" lIns="91440" tIns="45720" rIns="91440" bIns="45720" anchor="t" anchorCtr="1"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ltLang="zh-CN" sz="2800" dirty="0"/>
                </a:p>
              </p:txBody>
            </p:sp>
            <p:sp>
              <p:nvSpPr>
                <p:cNvPr id="22" name="任意多边形: 形状 21">
                  <a:extLst>
                    <a:ext uri="{FF2B5EF4-FFF2-40B4-BE49-F238E27FC236}">
                      <a16:creationId xmlns:a16="http://schemas.microsoft.com/office/drawing/2014/main" id="{589B7381-1876-4E31-96DC-82872F806128}"/>
                    </a:ext>
                  </a:extLst>
                </p:cNvPr>
                <p:cNvSpPr/>
                <p:nvPr/>
              </p:nvSpPr>
              <p:spPr bwMode="auto">
                <a:xfrm>
                  <a:off x="5190689" y="1957206"/>
                  <a:ext cx="1801804" cy="900902"/>
                </a:xfrm>
                <a:custGeom>
                  <a:avLst/>
                  <a:gdLst>
                    <a:gd name="connsiteX0" fmla="*/ 962934 w 1925868"/>
                    <a:gd name="connsiteY0" fmla="*/ 0 h 962934"/>
                    <a:gd name="connsiteX1" fmla="*/ 1925868 w 1925868"/>
                    <a:gd name="connsiteY1" fmla="*/ 962934 h 962934"/>
                    <a:gd name="connsiteX2" fmla="*/ 0 w 1925868"/>
                    <a:gd name="connsiteY2" fmla="*/ 962934 h 962934"/>
                  </a:gdLst>
                  <a:ahLst/>
                  <a:cxnLst>
                    <a:cxn ang="0">
                      <a:pos x="connsiteX0" y="connsiteY0"/>
                    </a:cxn>
                    <a:cxn ang="0">
                      <a:pos x="connsiteX1" y="connsiteY1"/>
                    </a:cxn>
                    <a:cxn ang="0">
                      <a:pos x="connsiteX2" y="connsiteY2"/>
                    </a:cxn>
                  </a:cxnLst>
                  <a:rect l="l" t="t" r="r" b="b"/>
                  <a:pathLst>
                    <a:path w="1925868" h="962934">
                      <a:moveTo>
                        <a:pt x="962934" y="0"/>
                      </a:moveTo>
                      <a:lnTo>
                        <a:pt x="1925868" y="962934"/>
                      </a:lnTo>
                      <a:lnTo>
                        <a:pt x="0" y="962934"/>
                      </a:lnTo>
                      <a:close/>
                    </a:path>
                  </a:pathLst>
                </a:custGeom>
                <a:solidFill>
                  <a:schemeClr val="accent1">
                    <a:alpha val="15000"/>
                  </a:schemeClr>
                </a:solidFill>
                <a:ln w="19050">
                  <a:noFill/>
                  <a:round/>
                  <a:headEnd/>
                  <a:tailEnd/>
                </a:ln>
              </p:spPr>
              <p:txBody>
                <a:bodyPr rot="0" spcFirstLastPara="0" vert="horz" wrap="square" lIns="91440" tIns="45720" rIns="91440" bIns="45720" anchor="b" anchorCtr="1"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lang="en-US" altLang="zh-CN" sz="2800" dirty="0"/>
                </a:p>
              </p:txBody>
            </p:sp>
            <p:sp>
              <p:nvSpPr>
                <p:cNvPr id="23" name="任意多边形: 形状 22">
                  <a:extLst>
                    <a:ext uri="{FF2B5EF4-FFF2-40B4-BE49-F238E27FC236}">
                      <a16:creationId xmlns:a16="http://schemas.microsoft.com/office/drawing/2014/main" id="{02C38B26-7C37-44CE-B06A-E70F46AAF3C6}"/>
                    </a:ext>
                  </a:extLst>
                </p:cNvPr>
                <p:cNvSpPr/>
                <p:nvPr/>
              </p:nvSpPr>
              <p:spPr bwMode="auto">
                <a:xfrm>
                  <a:off x="7283330" y="3144740"/>
                  <a:ext cx="900902" cy="1801804"/>
                </a:xfrm>
                <a:custGeom>
                  <a:avLst/>
                  <a:gdLst>
                    <a:gd name="connsiteX0" fmla="*/ 0 w 962934"/>
                    <a:gd name="connsiteY0" fmla="*/ 0 h 1925868"/>
                    <a:gd name="connsiteX1" fmla="*/ 962934 w 962934"/>
                    <a:gd name="connsiteY1" fmla="*/ 962934 h 1925868"/>
                    <a:gd name="connsiteX2" fmla="*/ 0 w 962934"/>
                    <a:gd name="connsiteY2" fmla="*/ 1925868 h 1925868"/>
                  </a:gdLst>
                  <a:ahLst/>
                  <a:cxnLst>
                    <a:cxn ang="0">
                      <a:pos x="connsiteX0" y="connsiteY0"/>
                    </a:cxn>
                    <a:cxn ang="0">
                      <a:pos x="connsiteX1" y="connsiteY1"/>
                    </a:cxn>
                    <a:cxn ang="0">
                      <a:pos x="connsiteX2" y="connsiteY2"/>
                    </a:cxn>
                  </a:cxnLst>
                  <a:rect l="l" t="t" r="r" b="b"/>
                  <a:pathLst>
                    <a:path w="962934" h="1925868">
                      <a:moveTo>
                        <a:pt x="0" y="0"/>
                      </a:moveTo>
                      <a:lnTo>
                        <a:pt x="962934" y="962934"/>
                      </a:lnTo>
                      <a:lnTo>
                        <a:pt x="0" y="1925868"/>
                      </a:lnTo>
                      <a:close/>
                    </a:path>
                  </a:pathLst>
                </a:custGeom>
                <a:solidFill>
                  <a:schemeClr val="accent1"/>
                </a:solidFill>
                <a:ln w="19050">
                  <a:noFill/>
                  <a:round/>
                  <a:headEnd/>
                  <a:tailEnd/>
                </a:ln>
              </p:spPr>
              <p:txBody>
                <a:bodyPr rot="0" spcFirstLastPara="0" vert="horz" wrap="square" lIns="91440" tIns="45720" rIns="91440" bIns="45720" anchor="ctr" anchorCtr="0" forceAA="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ltLang="zh-CN" sz="2800" dirty="0"/>
                </a:p>
              </p:txBody>
            </p:sp>
          </p:grpSp>
          <p:grpSp>
            <p:nvGrpSpPr>
              <p:cNvPr id="32" name="组合 31">
                <a:extLst>
                  <a:ext uri="{FF2B5EF4-FFF2-40B4-BE49-F238E27FC236}">
                    <a16:creationId xmlns:a16="http://schemas.microsoft.com/office/drawing/2014/main" id="{61033C51-8421-B8F7-6370-81EBC43CCD5E}"/>
                  </a:ext>
                </a:extLst>
              </p:cNvPr>
              <p:cNvGrpSpPr/>
              <p:nvPr/>
            </p:nvGrpSpPr>
            <p:grpSpPr>
              <a:xfrm>
                <a:off x="1155700" y="2521772"/>
                <a:ext cx="9880599" cy="3011969"/>
                <a:chOff x="1155700" y="2521772"/>
                <a:chExt cx="9880599" cy="3011969"/>
              </a:xfrm>
            </p:grpSpPr>
            <p:grpSp>
              <p:nvGrpSpPr>
                <p:cNvPr id="4" name="组合 3">
                  <a:extLst>
                    <a:ext uri="{FF2B5EF4-FFF2-40B4-BE49-F238E27FC236}">
                      <a16:creationId xmlns:a16="http://schemas.microsoft.com/office/drawing/2014/main" id="{5B7508EB-DA0E-43A6-A688-F14A9F6DCCD0}"/>
                    </a:ext>
                  </a:extLst>
                </p:cNvPr>
                <p:cNvGrpSpPr/>
                <p:nvPr/>
              </p:nvGrpSpPr>
              <p:grpSpPr>
                <a:xfrm>
                  <a:off x="1155700" y="2521772"/>
                  <a:ext cx="3011261" cy="1268102"/>
                  <a:chOff x="1155700" y="1634764"/>
                  <a:chExt cx="3011261" cy="1268102"/>
                </a:xfrm>
              </p:grpSpPr>
              <p:sp>
                <p:nvSpPr>
                  <p:cNvPr id="14" name="Bullet1">
                    <a:extLst>
                      <a:ext uri="{FF2B5EF4-FFF2-40B4-BE49-F238E27FC236}">
                        <a16:creationId xmlns:a16="http://schemas.microsoft.com/office/drawing/2014/main" id="{1624D128-12DD-45F7-A863-0CDE4F399CCF}"/>
                      </a:ext>
                    </a:extLst>
                  </p:cNvPr>
                  <p:cNvSpPr/>
                  <p:nvPr/>
                </p:nvSpPr>
                <p:spPr>
                  <a:xfrm>
                    <a:off x="1155700" y="1634764"/>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lang="zh-CN" altLang="en-US" b="1" dirty="0"/>
                      <a:t>单击添加小标题</a:t>
                    </a:r>
                    <a:endParaRPr lang="en-US" dirty="0"/>
                  </a:p>
                </p:txBody>
              </p:sp>
              <p:sp>
                <p:nvSpPr>
                  <p:cNvPr id="15" name="Text1">
                    <a:extLst>
                      <a:ext uri="{FF2B5EF4-FFF2-40B4-BE49-F238E27FC236}">
                        <a16:creationId xmlns:a16="http://schemas.microsoft.com/office/drawing/2014/main" id="{4B162B12-D12E-4267-9912-FD8A28A8050D}"/>
                      </a:ext>
                    </a:extLst>
                  </p:cNvPr>
                  <p:cNvSpPr/>
                  <p:nvPr/>
                </p:nvSpPr>
                <p:spPr>
                  <a:xfrm>
                    <a:off x="1155700" y="2170774"/>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pPr>
                    <a:r>
                      <a:rPr lang="zh-CN" altLang="en-US" sz="1200" dirty="0"/>
                      <a:t>单击此处添加文本单击此处添加文本单击此处添加文本单击此处添加文本</a:t>
                    </a:r>
                    <a:endParaRPr lang="en-US" dirty="0"/>
                  </a:p>
                </p:txBody>
              </p:sp>
            </p:grpSp>
            <p:grpSp>
              <p:nvGrpSpPr>
                <p:cNvPr id="5" name="组合 4">
                  <a:extLst>
                    <a:ext uri="{FF2B5EF4-FFF2-40B4-BE49-F238E27FC236}">
                      <a16:creationId xmlns:a16="http://schemas.microsoft.com/office/drawing/2014/main" id="{B8E0AFC2-9C82-49FA-88D9-0C1349DD1F00}"/>
                    </a:ext>
                  </a:extLst>
                </p:cNvPr>
                <p:cNvGrpSpPr/>
                <p:nvPr/>
              </p:nvGrpSpPr>
              <p:grpSpPr>
                <a:xfrm>
                  <a:off x="1155700" y="4265639"/>
                  <a:ext cx="3011261" cy="1268102"/>
                  <a:chOff x="1155700" y="3861426"/>
                  <a:chExt cx="3011261" cy="1268102"/>
                </a:xfrm>
              </p:grpSpPr>
              <p:sp>
                <p:nvSpPr>
                  <p:cNvPr id="12" name="Bullet2">
                    <a:extLst>
                      <a:ext uri="{FF2B5EF4-FFF2-40B4-BE49-F238E27FC236}">
                        <a16:creationId xmlns:a16="http://schemas.microsoft.com/office/drawing/2014/main" id="{5C3572F4-325D-4700-B313-210B76217DFF}"/>
                      </a:ext>
                    </a:extLst>
                  </p:cNvPr>
                  <p:cNvSpPr/>
                  <p:nvPr/>
                </p:nvSpPr>
                <p:spPr>
                  <a:xfrm>
                    <a:off x="1155700" y="3861426"/>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r>
                      <a:rPr lang="zh-CN" altLang="en-US" b="1" dirty="0"/>
                      <a:t>单击添加小标题</a:t>
                    </a:r>
                    <a:endParaRPr lang="en-US" dirty="0"/>
                  </a:p>
                </p:txBody>
              </p:sp>
              <p:sp>
                <p:nvSpPr>
                  <p:cNvPr id="13" name="Text2">
                    <a:extLst>
                      <a:ext uri="{FF2B5EF4-FFF2-40B4-BE49-F238E27FC236}">
                        <a16:creationId xmlns:a16="http://schemas.microsoft.com/office/drawing/2014/main" id="{DB359BD8-7336-4C83-BE3A-48F76F592DB7}"/>
                      </a:ext>
                    </a:extLst>
                  </p:cNvPr>
                  <p:cNvSpPr/>
                  <p:nvPr/>
                </p:nvSpPr>
                <p:spPr>
                  <a:xfrm>
                    <a:off x="1155700" y="4397436"/>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pPr>
                    <a:r>
                      <a:rPr lang="zh-CN" altLang="en-US" sz="1200" dirty="0"/>
                      <a:t>单击此处添加文本单击此处添加文本单击此处添加文本单击此处添加文本</a:t>
                    </a:r>
                    <a:endParaRPr lang="en-US" dirty="0"/>
                  </a:p>
                </p:txBody>
              </p:sp>
            </p:grpSp>
            <p:grpSp>
              <p:nvGrpSpPr>
                <p:cNvPr id="6" name="组合 5">
                  <a:extLst>
                    <a:ext uri="{FF2B5EF4-FFF2-40B4-BE49-F238E27FC236}">
                      <a16:creationId xmlns:a16="http://schemas.microsoft.com/office/drawing/2014/main" id="{BEDD2E31-BB43-461C-A5B3-7BB0AB7DAB90}"/>
                    </a:ext>
                  </a:extLst>
                </p:cNvPr>
                <p:cNvGrpSpPr/>
                <p:nvPr/>
              </p:nvGrpSpPr>
              <p:grpSpPr>
                <a:xfrm>
                  <a:off x="8025038" y="2526944"/>
                  <a:ext cx="3011261" cy="1268102"/>
                  <a:chOff x="8025038" y="1634764"/>
                  <a:chExt cx="3011261" cy="1268102"/>
                </a:xfrm>
              </p:grpSpPr>
              <p:sp>
                <p:nvSpPr>
                  <p:cNvPr id="10" name="Bullet3">
                    <a:extLst>
                      <a:ext uri="{FF2B5EF4-FFF2-40B4-BE49-F238E27FC236}">
                        <a16:creationId xmlns:a16="http://schemas.microsoft.com/office/drawing/2014/main" id="{53194ACD-0610-4762-B39D-98764161BCCD}"/>
                      </a:ext>
                    </a:extLst>
                  </p:cNvPr>
                  <p:cNvSpPr/>
                  <p:nvPr/>
                </p:nvSpPr>
                <p:spPr>
                  <a:xfrm>
                    <a:off x="8025038" y="1634764"/>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t>单击添加小标题</a:t>
                    </a:r>
                    <a:endParaRPr lang="en-US" dirty="0"/>
                  </a:p>
                </p:txBody>
              </p:sp>
              <p:sp>
                <p:nvSpPr>
                  <p:cNvPr id="11" name="Text3">
                    <a:extLst>
                      <a:ext uri="{FF2B5EF4-FFF2-40B4-BE49-F238E27FC236}">
                        <a16:creationId xmlns:a16="http://schemas.microsoft.com/office/drawing/2014/main" id="{89D6BFB5-946C-47E7-81EA-0D45FC7EEA85}"/>
                      </a:ext>
                    </a:extLst>
                  </p:cNvPr>
                  <p:cNvSpPr/>
                  <p:nvPr/>
                </p:nvSpPr>
                <p:spPr>
                  <a:xfrm>
                    <a:off x="8025038" y="2170774"/>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t>单击此处添加文本单击此处添加文本单击此处添加文本单击此处添加文本</a:t>
                    </a:r>
                    <a:endParaRPr lang="en-US" dirty="0"/>
                  </a:p>
                </p:txBody>
              </p:sp>
            </p:grpSp>
            <p:grpSp>
              <p:nvGrpSpPr>
                <p:cNvPr id="7" name="组合 6">
                  <a:extLst>
                    <a:ext uri="{FF2B5EF4-FFF2-40B4-BE49-F238E27FC236}">
                      <a16:creationId xmlns:a16="http://schemas.microsoft.com/office/drawing/2014/main" id="{23ABCB07-942F-437F-A5FF-218E64B08D8C}"/>
                    </a:ext>
                  </a:extLst>
                </p:cNvPr>
                <p:cNvGrpSpPr/>
                <p:nvPr/>
              </p:nvGrpSpPr>
              <p:grpSpPr>
                <a:xfrm>
                  <a:off x="8025038" y="4265639"/>
                  <a:ext cx="3011261" cy="1268102"/>
                  <a:chOff x="8025038" y="3861426"/>
                  <a:chExt cx="3011261" cy="1268102"/>
                </a:xfrm>
              </p:grpSpPr>
              <p:sp>
                <p:nvSpPr>
                  <p:cNvPr id="8" name="Bullet4">
                    <a:extLst>
                      <a:ext uri="{FF2B5EF4-FFF2-40B4-BE49-F238E27FC236}">
                        <a16:creationId xmlns:a16="http://schemas.microsoft.com/office/drawing/2014/main" id="{285F041B-C021-4CFC-BF1B-5218909ED4A0}"/>
                      </a:ext>
                    </a:extLst>
                  </p:cNvPr>
                  <p:cNvSpPr/>
                  <p:nvPr/>
                </p:nvSpPr>
                <p:spPr>
                  <a:xfrm>
                    <a:off x="8025038" y="3861426"/>
                    <a:ext cx="3011261" cy="536011"/>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t>单击添加小标题</a:t>
                    </a:r>
                    <a:endParaRPr lang="en-US" dirty="0"/>
                  </a:p>
                </p:txBody>
              </p:sp>
              <p:sp>
                <p:nvSpPr>
                  <p:cNvPr id="9" name="Text4">
                    <a:extLst>
                      <a:ext uri="{FF2B5EF4-FFF2-40B4-BE49-F238E27FC236}">
                        <a16:creationId xmlns:a16="http://schemas.microsoft.com/office/drawing/2014/main" id="{8A0FC27E-00A3-4A9C-B0F2-42C5FEE8508E}"/>
                      </a:ext>
                    </a:extLst>
                  </p:cNvPr>
                  <p:cNvSpPr/>
                  <p:nvPr/>
                </p:nvSpPr>
                <p:spPr>
                  <a:xfrm>
                    <a:off x="8025038" y="4397436"/>
                    <a:ext cx="3011261" cy="732092"/>
                  </a:xfrm>
                  <a:prstGeom prst="rect">
                    <a:avLst/>
                  </a:prstGeom>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200" dirty="0"/>
                      <a:t>单击此处添加文本单击此处添加文本单击此处添加文本单击此处添加文本</a:t>
                    </a:r>
                    <a:endParaRPr lang="en-US" dirty="0"/>
                  </a:p>
                </p:txBody>
              </p:sp>
            </p:grpSp>
          </p:grpSp>
        </p:grpSp>
        <p:sp>
          <p:nvSpPr>
            <p:cNvPr id="28" name="Title">
              <a:extLst>
                <a:ext uri="{FF2B5EF4-FFF2-40B4-BE49-F238E27FC236}">
                  <a16:creationId xmlns:a16="http://schemas.microsoft.com/office/drawing/2014/main" id="{08A7B5BA-04DC-0AF0-CC87-329ACB2E8F1B}"/>
                </a:ext>
              </a:extLst>
            </p:cNvPr>
            <p:cNvSpPr txBox="1"/>
            <p:nvPr/>
          </p:nvSpPr>
          <p:spPr>
            <a:xfrm>
              <a:off x="660400" y="1130300"/>
              <a:ext cx="10858500" cy="649323"/>
            </a:xfrm>
            <a:prstGeom prst="rect">
              <a:avLst/>
            </a:prstGeom>
            <a:noFill/>
          </p:spPr>
          <p:txBody>
            <a:bodyPr vert="horz" wrap="square" rtlCol="0" anchor="t" anchorCtr="1">
              <a:normAutofit/>
            </a:bodyPr>
            <a:lstStyle/>
            <a:p>
              <a:pPr algn="ctr"/>
              <a:r>
                <a:rPr lang="zh-CN" altLang="en-US" sz="2400" b="1" dirty="0"/>
                <a:t>学术领域现状、研究价值及社会影响</a:t>
              </a:r>
              <a:endParaRPr lang="en-US"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18E9B7A-B73C-5012-D38A-AC33C1A3F4E5}"/>
              </a:ext>
            </a:extLst>
          </p:cNvPr>
          <p:cNvGrpSpPr/>
          <p:nvPr/>
        </p:nvGrpSpPr>
        <p:grpSpPr>
          <a:xfrm>
            <a:off x="0" y="1130300"/>
            <a:ext cx="12192000" cy="5727700"/>
            <a:chOff x="0" y="1130300"/>
            <a:chExt cx="12192000" cy="5727700"/>
          </a:xfrm>
        </p:grpSpPr>
        <p:grpSp>
          <p:nvGrpSpPr>
            <p:cNvPr id="4" name="组合 3">
              <a:extLst>
                <a:ext uri="{FF2B5EF4-FFF2-40B4-BE49-F238E27FC236}">
                  <a16:creationId xmlns:a16="http://schemas.microsoft.com/office/drawing/2014/main" id="{1DD8E9AB-9907-D802-29CC-F01EDD949497}"/>
                </a:ext>
              </a:extLst>
            </p:cNvPr>
            <p:cNvGrpSpPr/>
            <p:nvPr/>
          </p:nvGrpSpPr>
          <p:grpSpPr>
            <a:xfrm>
              <a:off x="0" y="1130300"/>
              <a:ext cx="12192000" cy="5003804"/>
              <a:chOff x="0" y="1130299"/>
              <a:chExt cx="12192000" cy="5003804"/>
            </a:xfrm>
          </p:grpSpPr>
          <p:cxnSp>
            <p:nvCxnSpPr>
              <p:cNvPr id="8" name="直线连接符 70">
                <a:extLst>
                  <a:ext uri="{FF2B5EF4-FFF2-40B4-BE49-F238E27FC236}">
                    <a16:creationId xmlns:a16="http://schemas.microsoft.com/office/drawing/2014/main" id="{F2C6AA2B-E1B1-CE42-1735-30331E6D8F0D}"/>
                  </a:ext>
                </a:extLst>
              </p:cNvPr>
              <p:cNvCxnSpPr>
                <a:cxnSpLocks/>
              </p:cNvCxnSpPr>
              <p:nvPr/>
            </p:nvCxnSpPr>
            <p:spPr>
              <a:xfrm>
                <a:off x="0" y="3533213"/>
                <a:ext cx="12192000" cy="0"/>
              </a:xfrm>
              <a:prstGeom prst="line">
                <a:avLst/>
              </a:prstGeom>
              <a:ln w="25400">
                <a:gradFill flip="none" rotWithShape="1">
                  <a:gsLst>
                    <a:gs pos="0">
                      <a:schemeClr val="accent1"/>
                    </a:gs>
                    <a:gs pos="100000">
                      <a:schemeClr val="accent5"/>
                    </a:gs>
                  </a:gsLst>
                  <a:lin ang="0" scaled="1"/>
                  <a:tileRect/>
                </a:gradFill>
                <a:headEnd w="lg" len="lg"/>
                <a:tailEnd type="none"/>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D2832259-D2C1-BD61-8786-3CB554A1382E}"/>
                  </a:ext>
                </a:extLst>
              </p:cNvPr>
              <p:cNvGrpSpPr/>
              <p:nvPr/>
            </p:nvGrpSpPr>
            <p:grpSpPr>
              <a:xfrm>
                <a:off x="671366" y="2176615"/>
                <a:ext cx="2123827" cy="3957486"/>
                <a:chOff x="671366" y="2176615"/>
                <a:chExt cx="2123827" cy="3957486"/>
              </a:xfrm>
            </p:grpSpPr>
            <p:cxnSp>
              <p:nvCxnSpPr>
                <p:cNvPr id="47" name="直线连接符 72">
                  <a:extLst>
                    <a:ext uri="{FF2B5EF4-FFF2-40B4-BE49-F238E27FC236}">
                      <a16:creationId xmlns:a16="http://schemas.microsoft.com/office/drawing/2014/main" id="{A367A451-0D93-AC0C-8D38-7DDE8C2C4EB7}"/>
                    </a:ext>
                  </a:extLst>
                </p:cNvPr>
                <p:cNvCxnSpPr>
                  <a:cxnSpLocks/>
                  <a:endCxn id="53" idx="0"/>
                </p:cNvCxnSpPr>
                <p:nvPr/>
              </p:nvCxnSpPr>
              <p:spPr>
                <a:xfrm flipH="1">
                  <a:off x="1733283" y="2828581"/>
                  <a:ext cx="3577" cy="494025"/>
                </a:xfrm>
                <a:prstGeom prst="line">
                  <a:avLst/>
                </a:prstGeom>
                <a:ln w="31750">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48" name="组合 47">
                  <a:extLst>
                    <a:ext uri="{FF2B5EF4-FFF2-40B4-BE49-F238E27FC236}">
                      <a16:creationId xmlns:a16="http://schemas.microsoft.com/office/drawing/2014/main" id="{359FACC9-BF28-448C-16C2-F150534687F2}"/>
                    </a:ext>
                  </a:extLst>
                </p:cNvPr>
                <p:cNvGrpSpPr>
                  <a:grpSpLocks noChangeAspect="1"/>
                </p:cNvGrpSpPr>
                <p:nvPr/>
              </p:nvGrpSpPr>
              <p:grpSpPr>
                <a:xfrm>
                  <a:off x="671366" y="2176615"/>
                  <a:ext cx="2123827" cy="3957486"/>
                  <a:chOff x="4841906" y="138860"/>
                  <a:chExt cx="2495482" cy="4650019"/>
                </a:xfrm>
              </p:grpSpPr>
              <p:sp>
                <p:nvSpPr>
                  <p:cNvPr id="49" name="矩形: 圆顶角 1">
                    <a:extLst>
                      <a:ext uri="{FF2B5EF4-FFF2-40B4-BE49-F238E27FC236}">
                        <a16:creationId xmlns:a16="http://schemas.microsoft.com/office/drawing/2014/main" id="{1698FA1A-2EFB-26F3-7F7B-CE6F985C2913}"/>
                      </a:ext>
                    </a:extLst>
                  </p:cNvPr>
                  <p:cNvSpPr>
                    <a:spLocks/>
                  </p:cNvSpPr>
                  <p:nvPr/>
                </p:nvSpPr>
                <p:spPr>
                  <a:xfrm flipH="1">
                    <a:off x="4841906" y="1866485"/>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50" name="Bullet1">
                    <a:extLst>
                      <a:ext uri="{FF2B5EF4-FFF2-40B4-BE49-F238E27FC236}">
                        <a16:creationId xmlns:a16="http://schemas.microsoft.com/office/drawing/2014/main" id="{8FCB50C0-801A-ED9E-BABC-08E15DC157DA}"/>
                      </a:ext>
                    </a:extLst>
                  </p:cNvPr>
                  <p:cNvSpPr txBox="1"/>
                  <p:nvPr/>
                </p:nvSpPr>
                <p:spPr>
                  <a:xfrm>
                    <a:off x="4962201"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51" name="Text1">
                    <a:extLst>
                      <a:ext uri="{FF2B5EF4-FFF2-40B4-BE49-F238E27FC236}">
                        <a16:creationId xmlns:a16="http://schemas.microsoft.com/office/drawing/2014/main" id="{9B8B6175-72ED-89B5-AC8C-6157577D2D95}"/>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52" name="Number1">
                    <a:extLst>
                      <a:ext uri="{FF2B5EF4-FFF2-40B4-BE49-F238E27FC236}">
                        <a16:creationId xmlns:a16="http://schemas.microsoft.com/office/drawing/2014/main" id="{FD41CC9E-33B4-E021-C6B0-4BD0A4DBE380}"/>
                      </a:ext>
                    </a:extLst>
                  </p:cNvPr>
                  <p:cNvSpPr/>
                  <p:nvPr/>
                </p:nvSpPr>
                <p:spPr>
                  <a:xfrm>
                    <a:off x="4981387" y="138860"/>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01</a:t>
                    </a:r>
                    <a:endParaRPr lang="zh-CN" altLang="en-US" sz="2400" b="1" dirty="0">
                      <a:solidFill>
                        <a:srgbClr val="FFFFFF"/>
                      </a:solidFill>
                      <a:cs typeface="+mn-ea"/>
                    </a:endParaRPr>
                  </a:p>
                </p:txBody>
              </p:sp>
              <p:sp>
                <p:nvSpPr>
                  <p:cNvPr id="53" name="IconBackground1">
                    <a:extLst>
                      <a:ext uri="{FF2B5EF4-FFF2-40B4-BE49-F238E27FC236}">
                        <a16:creationId xmlns:a16="http://schemas.microsoft.com/office/drawing/2014/main" id="{A69CB23E-0397-403E-02CE-02526DB2E65B}"/>
                      </a:ext>
                    </a:extLst>
                  </p:cNvPr>
                  <p:cNvSpPr txBox="1">
                    <a:spLocks noChangeAspect="1"/>
                  </p:cNvSpPr>
                  <p:nvPr/>
                </p:nvSpPr>
                <p:spPr>
                  <a:xfrm>
                    <a:off x="5819650"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10000"/>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54" name="Icon1">
                    <a:extLst>
                      <a:ext uri="{FF2B5EF4-FFF2-40B4-BE49-F238E27FC236}">
                        <a16:creationId xmlns:a16="http://schemas.microsoft.com/office/drawing/2014/main" id="{363A1378-1E36-AB86-DBB6-3BF85204DC8D}"/>
                      </a:ext>
                    </a:extLst>
                  </p:cNvPr>
                  <p:cNvSpPr/>
                  <p:nvPr/>
                </p:nvSpPr>
                <p:spPr>
                  <a:xfrm>
                    <a:off x="5976535" y="1631403"/>
                    <a:ext cx="226228" cy="247978"/>
                  </a:xfrm>
                  <a:custGeom>
                    <a:avLst/>
                    <a:gdLst>
                      <a:gd name="connsiteX0" fmla="*/ 248770 w 495300"/>
                      <a:gd name="connsiteY0" fmla="*/ 621 h 542925"/>
                      <a:gd name="connsiteX1" fmla="*/ 496420 w 495300"/>
                      <a:gd name="connsiteY1" fmla="*/ 248271 h 542925"/>
                      <a:gd name="connsiteX2" fmla="*/ 324017 w 495300"/>
                      <a:gd name="connsiteY2" fmla="*/ 484491 h 542925"/>
                      <a:gd name="connsiteX3" fmla="*/ 346877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663 w 495300"/>
                      <a:gd name="connsiteY8" fmla="*/ 524496 h 542925"/>
                      <a:gd name="connsiteX9" fmla="*/ 173523 w 495300"/>
                      <a:gd name="connsiteY9" fmla="*/ 484491 h 542925"/>
                      <a:gd name="connsiteX10" fmla="*/ 1120 w 495300"/>
                      <a:gd name="connsiteY10" fmla="*/ 248271 h 542925"/>
                      <a:gd name="connsiteX11" fmla="*/ 248770 w 495300"/>
                      <a:gd name="connsiteY11" fmla="*/ 621 h 542925"/>
                      <a:gd name="connsiteX12" fmla="*/ 192573 w 495300"/>
                      <a:gd name="connsiteY12" fmla="*/ 489254 h 542925"/>
                      <a:gd name="connsiteX13" fmla="*/ 172570 w 495300"/>
                      <a:gd name="connsiteY13" fmla="*/ 524496 h 542925"/>
                      <a:gd name="connsiteX14" fmla="*/ 324970 w 495300"/>
                      <a:gd name="connsiteY14" fmla="*/ 524496 h 542925"/>
                      <a:gd name="connsiteX15" fmla="*/ 304967 w 495300"/>
                      <a:gd name="connsiteY15" fmla="*/ 489254 h 542925"/>
                      <a:gd name="connsiteX16" fmla="*/ 248770 w 495300"/>
                      <a:gd name="connsiteY16" fmla="*/ 495921 h 542925"/>
                      <a:gd name="connsiteX17" fmla="*/ 192573 w 495300"/>
                      <a:gd name="connsiteY17" fmla="*/ 489254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10" name="组合 9">
                <a:extLst>
                  <a:ext uri="{FF2B5EF4-FFF2-40B4-BE49-F238E27FC236}">
                    <a16:creationId xmlns:a16="http://schemas.microsoft.com/office/drawing/2014/main" id="{FD91D2DE-F6DF-9413-DB82-9E53E1FCBC7A}"/>
                  </a:ext>
                </a:extLst>
              </p:cNvPr>
              <p:cNvGrpSpPr/>
              <p:nvPr/>
            </p:nvGrpSpPr>
            <p:grpSpPr>
              <a:xfrm>
                <a:off x="2852724" y="2176615"/>
                <a:ext cx="2123827" cy="3957486"/>
                <a:chOff x="2852724" y="2176615"/>
                <a:chExt cx="2123827" cy="3957486"/>
              </a:xfrm>
            </p:grpSpPr>
            <p:grpSp>
              <p:nvGrpSpPr>
                <p:cNvPr id="39" name="组合 7">
                  <a:extLst>
                    <a:ext uri="{FF2B5EF4-FFF2-40B4-BE49-F238E27FC236}">
                      <a16:creationId xmlns:a16="http://schemas.microsoft.com/office/drawing/2014/main" id="{D3BAB0CB-2FD5-4845-D98C-CD8E60F5AD3F}"/>
                    </a:ext>
                  </a:extLst>
                </p:cNvPr>
                <p:cNvGrpSpPr>
                  <a:grpSpLocks noChangeAspect="1"/>
                </p:cNvGrpSpPr>
                <p:nvPr/>
              </p:nvGrpSpPr>
              <p:grpSpPr>
                <a:xfrm>
                  <a:off x="2852724" y="2176615"/>
                  <a:ext cx="2123827" cy="3957486"/>
                  <a:chOff x="4841906" y="138860"/>
                  <a:chExt cx="2495482" cy="4650019"/>
                </a:xfrm>
              </p:grpSpPr>
              <p:sp>
                <p:nvSpPr>
                  <p:cNvPr id="41" name="矩形: 圆顶角 1">
                    <a:extLst>
                      <a:ext uri="{FF2B5EF4-FFF2-40B4-BE49-F238E27FC236}">
                        <a16:creationId xmlns:a16="http://schemas.microsoft.com/office/drawing/2014/main" id="{C9E85FD4-A984-D801-B8F8-4682A890FFAE}"/>
                      </a:ext>
                    </a:extLst>
                  </p:cNvPr>
                  <p:cNvSpPr>
                    <a:spLocks/>
                  </p:cNvSpPr>
                  <p:nvPr/>
                </p:nvSpPr>
                <p:spPr>
                  <a:xfrm flipH="1">
                    <a:off x="4841906" y="1866485"/>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42" name="Bullet2">
                    <a:extLst>
                      <a:ext uri="{FF2B5EF4-FFF2-40B4-BE49-F238E27FC236}">
                        <a16:creationId xmlns:a16="http://schemas.microsoft.com/office/drawing/2014/main" id="{1F3E872F-968A-7AB4-8372-E1852582693B}"/>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3" name="Text2">
                    <a:extLst>
                      <a:ext uri="{FF2B5EF4-FFF2-40B4-BE49-F238E27FC236}">
                        <a16:creationId xmlns:a16="http://schemas.microsoft.com/office/drawing/2014/main" id="{2E80028F-594F-CF30-BB6F-41855409E394}"/>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4" name="Number2">
                    <a:extLst>
                      <a:ext uri="{FF2B5EF4-FFF2-40B4-BE49-F238E27FC236}">
                        <a16:creationId xmlns:a16="http://schemas.microsoft.com/office/drawing/2014/main" id="{004FFCF0-C285-6EE6-B53E-E54D0B8AD507}"/>
                      </a:ext>
                    </a:extLst>
                  </p:cNvPr>
                  <p:cNvSpPr/>
                  <p:nvPr/>
                </p:nvSpPr>
                <p:spPr>
                  <a:xfrm>
                    <a:off x="4962200" y="138860"/>
                    <a:ext cx="2254901" cy="710912"/>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02</a:t>
                    </a:r>
                    <a:endParaRPr lang="zh-CN" altLang="en-US" sz="2400" b="1" dirty="0">
                      <a:solidFill>
                        <a:srgbClr val="FFFFFF"/>
                      </a:solidFill>
                      <a:cs typeface="+mn-ea"/>
                    </a:endParaRPr>
                  </a:p>
                </p:txBody>
              </p:sp>
              <p:sp>
                <p:nvSpPr>
                  <p:cNvPr id="45" name="IconBackground2">
                    <a:extLst>
                      <a:ext uri="{FF2B5EF4-FFF2-40B4-BE49-F238E27FC236}">
                        <a16:creationId xmlns:a16="http://schemas.microsoft.com/office/drawing/2014/main" id="{CD21920A-1A25-7107-0368-1EAC82C55015}"/>
                      </a:ext>
                    </a:extLst>
                  </p:cNvPr>
                  <p:cNvSpPr txBox="1">
                    <a:spLocks noChangeAspect="1"/>
                  </p:cNvSpPr>
                  <p:nvPr/>
                </p:nvSpPr>
                <p:spPr>
                  <a:xfrm>
                    <a:off x="5819650" y="1485392"/>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92500" lnSpcReduction="10000"/>
                  </a:bodyP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46" name="Icon2">
                    <a:extLst>
                      <a:ext uri="{FF2B5EF4-FFF2-40B4-BE49-F238E27FC236}">
                        <a16:creationId xmlns:a16="http://schemas.microsoft.com/office/drawing/2014/main" id="{5E62F4D6-9566-1876-F1D7-E3D1AF458E15}"/>
                      </a:ext>
                    </a:extLst>
                  </p:cNvPr>
                  <p:cNvSpPr/>
                  <p:nvPr/>
                </p:nvSpPr>
                <p:spPr>
                  <a:xfrm>
                    <a:off x="5976535" y="1635754"/>
                    <a:ext cx="226228" cy="239279"/>
                  </a:xfrm>
                  <a:custGeom>
                    <a:avLst/>
                    <a:gdLst>
                      <a:gd name="connsiteX0" fmla="*/ 371955 w 495300"/>
                      <a:gd name="connsiteY0" fmla="*/ 621 h 523875"/>
                      <a:gd name="connsiteX1" fmla="*/ 400530 w 495300"/>
                      <a:gd name="connsiteY1" fmla="*/ 29196 h 523875"/>
                      <a:gd name="connsiteX2" fmla="*/ 400530 w 495300"/>
                      <a:gd name="connsiteY2" fmla="*/ 133971 h 523875"/>
                      <a:gd name="connsiteX3" fmla="*/ 371955 w 495300"/>
                      <a:gd name="connsiteY3" fmla="*/ 162546 h 523875"/>
                      <a:gd name="connsiteX4" fmla="*/ 257655 w 495300"/>
                      <a:gd name="connsiteY4" fmla="*/ 162546 h 523875"/>
                      <a:gd name="connsiteX5" fmla="*/ 257655 w 495300"/>
                      <a:gd name="connsiteY5" fmla="*/ 286371 h 523875"/>
                      <a:gd name="connsiteX6" fmla="*/ 419580 w 495300"/>
                      <a:gd name="connsiteY6" fmla="*/ 286371 h 523875"/>
                      <a:gd name="connsiteX7" fmla="*/ 457680 w 495300"/>
                      <a:gd name="connsiteY7" fmla="*/ 322566 h 523875"/>
                      <a:gd name="connsiteX8" fmla="*/ 457680 w 495300"/>
                      <a:gd name="connsiteY8" fmla="*/ 324471 h 523875"/>
                      <a:gd name="connsiteX9" fmla="*/ 457680 w 495300"/>
                      <a:gd name="connsiteY9" fmla="*/ 429246 h 523875"/>
                      <a:gd name="connsiteX10" fmla="*/ 476730 w 495300"/>
                      <a:gd name="connsiteY10" fmla="*/ 429246 h 523875"/>
                      <a:gd name="connsiteX11" fmla="*/ 495780 w 495300"/>
                      <a:gd name="connsiteY11" fmla="*/ 448296 h 523875"/>
                      <a:gd name="connsiteX12" fmla="*/ 495780 w 495300"/>
                      <a:gd name="connsiteY12" fmla="*/ 505446 h 523875"/>
                      <a:gd name="connsiteX13" fmla="*/ 476730 w 495300"/>
                      <a:gd name="connsiteY13" fmla="*/ 524496 h 523875"/>
                      <a:gd name="connsiteX14" fmla="*/ 419580 w 495300"/>
                      <a:gd name="connsiteY14" fmla="*/ 524496 h 523875"/>
                      <a:gd name="connsiteX15" fmla="*/ 400530 w 495300"/>
                      <a:gd name="connsiteY15" fmla="*/ 505446 h 523875"/>
                      <a:gd name="connsiteX16" fmla="*/ 400530 w 495300"/>
                      <a:gd name="connsiteY16" fmla="*/ 448296 h 523875"/>
                      <a:gd name="connsiteX17" fmla="*/ 419580 w 495300"/>
                      <a:gd name="connsiteY17" fmla="*/ 429246 h 523875"/>
                      <a:gd name="connsiteX18" fmla="*/ 438630 w 495300"/>
                      <a:gd name="connsiteY18" fmla="*/ 429246 h 523875"/>
                      <a:gd name="connsiteX19" fmla="*/ 438630 w 495300"/>
                      <a:gd name="connsiteY19" fmla="*/ 324471 h 523875"/>
                      <a:gd name="connsiteX20" fmla="*/ 420533 w 495300"/>
                      <a:gd name="connsiteY20" fmla="*/ 305421 h 523875"/>
                      <a:gd name="connsiteX21" fmla="*/ 419580 w 495300"/>
                      <a:gd name="connsiteY21" fmla="*/ 305421 h 523875"/>
                      <a:gd name="connsiteX22" fmla="*/ 257655 w 495300"/>
                      <a:gd name="connsiteY22" fmla="*/ 305421 h 523875"/>
                      <a:gd name="connsiteX23" fmla="*/ 257655 w 495300"/>
                      <a:gd name="connsiteY23" fmla="*/ 429246 h 523875"/>
                      <a:gd name="connsiteX24" fmla="*/ 276705 w 495300"/>
                      <a:gd name="connsiteY24" fmla="*/ 429246 h 523875"/>
                      <a:gd name="connsiteX25" fmla="*/ 295755 w 495300"/>
                      <a:gd name="connsiteY25" fmla="*/ 448296 h 523875"/>
                      <a:gd name="connsiteX26" fmla="*/ 295755 w 495300"/>
                      <a:gd name="connsiteY26" fmla="*/ 505446 h 523875"/>
                      <a:gd name="connsiteX27" fmla="*/ 276705 w 495300"/>
                      <a:gd name="connsiteY27" fmla="*/ 524496 h 523875"/>
                      <a:gd name="connsiteX28" fmla="*/ 219555 w 495300"/>
                      <a:gd name="connsiteY28" fmla="*/ 524496 h 523875"/>
                      <a:gd name="connsiteX29" fmla="*/ 200505 w 495300"/>
                      <a:gd name="connsiteY29" fmla="*/ 505446 h 523875"/>
                      <a:gd name="connsiteX30" fmla="*/ 200505 w 495300"/>
                      <a:gd name="connsiteY30" fmla="*/ 448296 h 523875"/>
                      <a:gd name="connsiteX31" fmla="*/ 219555 w 495300"/>
                      <a:gd name="connsiteY31" fmla="*/ 429246 h 523875"/>
                      <a:gd name="connsiteX32" fmla="*/ 238605 w 495300"/>
                      <a:gd name="connsiteY32" fmla="*/ 429246 h 523875"/>
                      <a:gd name="connsiteX33" fmla="*/ 238605 w 495300"/>
                      <a:gd name="connsiteY33" fmla="*/ 305421 h 523875"/>
                      <a:gd name="connsiteX34" fmla="*/ 76680 w 495300"/>
                      <a:gd name="connsiteY34" fmla="*/ 305421 h 523875"/>
                      <a:gd name="connsiteX35" fmla="*/ 57630 w 495300"/>
                      <a:gd name="connsiteY35" fmla="*/ 323519 h 523875"/>
                      <a:gd name="connsiteX36" fmla="*/ 57630 w 495300"/>
                      <a:gd name="connsiteY36" fmla="*/ 324471 h 523875"/>
                      <a:gd name="connsiteX37" fmla="*/ 57630 w 495300"/>
                      <a:gd name="connsiteY37" fmla="*/ 429246 h 523875"/>
                      <a:gd name="connsiteX38" fmla="*/ 76680 w 495300"/>
                      <a:gd name="connsiteY38" fmla="*/ 429246 h 523875"/>
                      <a:gd name="connsiteX39" fmla="*/ 95730 w 495300"/>
                      <a:gd name="connsiteY39" fmla="*/ 448296 h 523875"/>
                      <a:gd name="connsiteX40" fmla="*/ 95730 w 495300"/>
                      <a:gd name="connsiteY40" fmla="*/ 505446 h 523875"/>
                      <a:gd name="connsiteX41" fmla="*/ 76680 w 495300"/>
                      <a:gd name="connsiteY41" fmla="*/ 524496 h 523875"/>
                      <a:gd name="connsiteX42" fmla="*/ 19530 w 495300"/>
                      <a:gd name="connsiteY42" fmla="*/ 524496 h 523875"/>
                      <a:gd name="connsiteX43" fmla="*/ 480 w 495300"/>
                      <a:gd name="connsiteY43" fmla="*/ 505446 h 523875"/>
                      <a:gd name="connsiteX44" fmla="*/ 480 w 495300"/>
                      <a:gd name="connsiteY44" fmla="*/ 448296 h 523875"/>
                      <a:gd name="connsiteX45" fmla="*/ 19530 w 495300"/>
                      <a:gd name="connsiteY45" fmla="*/ 429246 h 523875"/>
                      <a:gd name="connsiteX46" fmla="*/ 38580 w 495300"/>
                      <a:gd name="connsiteY46" fmla="*/ 429246 h 523875"/>
                      <a:gd name="connsiteX47" fmla="*/ 38580 w 495300"/>
                      <a:gd name="connsiteY47" fmla="*/ 324471 h 523875"/>
                      <a:gd name="connsiteX48" fmla="*/ 74775 w 495300"/>
                      <a:gd name="connsiteY48" fmla="*/ 286371 h 523875"/>
                      <a:gd name="connsiteX49" fmla="*/ 76680 w 495300"/>
                      <a:gd name="connsiteY49" fmla="*/ 286371 h 523875"/>
                      <a:gd name="connsiteX50" fmla="*/ 238605 w 495300"/>
                      <a:gd name="connsiteY50" fmla="*/ 286371 h 523875"/>
                      <a:gd name="connsiteX51" fmla="*/ 238605 w 495300"/>
                      <a:gd name="connsiteY51" fmla="*/ 162546 h 523875"/>
                      <a:gd name="connsiteX52" fmla="*/ 124305 w 495300"/>
                      <a:gd name="connsiteY52" fmla="*/ 162546 h 523875"/>
                      <a:gd name="connsiteX53" fmla="*/ 95730 w 495300"/>
                      <a:gd name="connsiteY53" fmla="*/ 133971 h 523875"/>
                      <a:gd name="connsiteX54" fmla="*/ 95730 w 495300"/>
                      <a:gd name="connsiteY54" fmla="*/ 29196 h 523875"/>
                      <a:gd name="connsiteX55" fmla="*/ 124305 w 495300"/>
                      <a:gd name="connsiteY55" fmla="*/ 621 h 523875"/>
                      <a:gd name="connsiteX56" fmla="*/ 371955 w 495300"/>
                      <a:gd name="connsiteY56" fmla="*/ 621 h 523875"/>
                      <a:gd name="connsiteX57" fmla="*/ 148118 w 495300"/>
                      <a:gd name="connsiteY57" fmla="*/ 95871 h 523875"/>
                      <a:gd name="connsiteX58" fmla="*/ 133830 w 495300"/>
                      <a:gd name="connsiteY58" fmla="*/ 110159 h 523875"/>
                      <a:gd name="connsiteX59" fmla="*/ 148118 w 495300"/>
                      <a:gd name="connsiteY59" fmla="*/ 124446 h 523875"/>
                      <a:gd name="connsiteX60" fmla="*/ 162405 w 495300"/>
                      <a:gd name="connsiteY60" fmla="*/ 110159 h 523875"/>
                      <a:gd name="connsiteX61" fmla="*/ 148118 w 495300"/>
                      <a:gd name="connsiteY61" fmla="*/ 9587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95300" h="523875">
                        <a:moveTo>
                          <a:pt x="371955" y="621"/>
                        </a:moveTo>
                        <a:cubicBezTo>
                          <a:pt x="388148" y="621"/>
                          <a:pt x="400530" y="13004"/>
                          <a:pt x="400530" y="29196"/>
                        </a:cubicBezTo>
                        <a:lnTo>
                          <a:pt x="400530" y="133971"/>
                        </a:lnTo>
                        <a:cubicBezTo>
                          <a:pt x="400530" y="150164"/>
                          <a:pt x="388148" y="162546"/>
                          <a:pt x="371955" y="162546"/>
                        </a:cubicBezTo>
                        <a:lnTo>
                          <a:pt x="257655" y="162546"/>
                        </a:lnTo>
                        <a:lnTo>
                          <a:pt x="257655" y="286371"/>
                        </a:lnTo>
                        <a:lnTo>
                          <a:pt x="419580" y="286371"/>
                        </a:lnTo>
                        <a:cubicBezTo>
                          <a:pt x="439583" y="286371"/>
                          <a:pt x="456727" y="302564"/>
                          <a:pt x="457680" y="322566"/>
                        </a:cubicBezTo>
                        <a:lnTo>
                          <a:pt x="457680" y="324471"/>
                        </a:lnTo>
                        <a:lnTo>
                          <a:pt x="457680" y="429246"/>
                        </a:lnTo>
                        <a:lnTo>
                          <a:pt x="476730" y="429246"/>
                        </a:lnTo>
                        <a:cubicBezTo>
                          <a:pt x="487208" y="429246"/>
                          <a:pt x="495780" y="437819"/>
                          <a:pt x="495780" y="448296"/>
                        </a:cubicBezTo>
                        <a:lnTo>
                          <a:pt x="495780" y="505446"/>
                        </a:lnTo>
                        <a:cubicBezTo>
                          <a:pt x="495780" y="515924"/>
                          <a:pt x="487208" y="524496"/>
                          <a:pt x="476730" y="524496"/>
                        </a:cubicBezTo>
                        <a:lnTo>
                          <a:pt x="419580" y="524496"/>
                        </a:lnTo>
                        <a:cubicBezTo>
                          <a:pt x="409102" y="524496"/>
                          <a:pt x="400530" y="515924"/>
                          <a:pt x="400530" y="505446"/>
                        </a:cubicBezTo>
                        <a:lnTo>
                          <a:pt x="400530" y="448296"/>
                        </a:lnTo>
                        <a:cubicBezTo>
                          <a:pt x="400530" y="437819"/>
                          <a:pt x="409102" y="429246"/>
                          <a:pt x="419580" y="429246"/>
                        </a:cubicBezTo>
                        <a:lnTo>
                          <a:pt x="438630" y="429246"/>
                        </a:lnTo>
                        <a:lnTo>
                          <a:pt x="438630" y="324471"/>
                        </a:lnTo>
                        <a:cubicBezTo>
                          <a:pt x="438630" y="313994"/>
                          <a:pt x="431010" y="306374"/>
                          <a:pt x="420533" y="305421"/>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4"/>
                          <a:pt x="287183" y="524496"/>
                          <a:pt x="276705" y="524496"/>
                        </a:cubicBezTo>
                        <a:lnTo>
                          <a:pt x="219555" y="524496"/>
                        </a:lnTo>
                        <a:cubicBezTo>
                          <a:pt x="209077" y="524496"/>
                          <a:pt x="200505" y="515924"/>
                          <a:pt x="200505" y="505446"/>
                        </a:cubicBezTo>
                        <a:lnTo>
                          <a:pt x="200505" y="448296"/>
                        </a:lnTo>
                        <a:cubicBezTo>
                          <a:pt x="200505" y="437819"/>
                          <a:pt x="209077" y="429246"/>
                          <a:pt x="219555" y="429246"/>
                        </a:cubicBezTo>
                        <a:lnTo>
                          <a:pt x="238605" y="429246"/>
                        </a:lnTo>
                        <a:lnTo>
                          <a:pt x="238605" y="305421"/>
                        </a:lnTo>
                        <a:lnTo>
                          <a:pt x="76680" y="305421"/>
                        </a:lnTo>
                        <a:cubicBezTo>
                          <a:pt x="66202" y="305421"/>
                          <a:pt x="58583" y="313041"/>
                          <a:pt x="57630" y="323519"/>
                        </a:cubicBezTo>
                        <a:lnTo>
                          <a:pt x="57630" y="324471"/>
                        </a:lnTo>
                        <a:lnTo>
                          <a:pt x="57630" y="429246"/>
                        </a:lnTo>
                        <a:lnTo>
                          <a:pt x="76680" y="429246"/>
                        </a:lnTo>
                        <a:cubicBezTo>
                          <a:pt x="87158" y="429246"/>
                          <a:pt x="95730" y="437819"/>
                          <a:pt x="95730" y="448296"/>
                        </a:cubicBezTo>
                        <a:lnTo>
                          <a:pt x="95730" y="505446"/>
                        </a:lnTo>
                        <a:cubicBezTo>
                          <a:pt x="95730" y="515924"/>
                          <a:pt x="87158" y="524496"/>
                          <a:pt x="76680" y="524496"/>
                        </a:cubicBezTo>
                        <a:lnTo>
                          <a:pt x="19530" y="524496"/>
                        </a:lnTo>
                        <a:cubicBezTo>
                          <a:pt x="9052" y="524496"/>
                          <a:pt x="480" y="515924"/>
                          <a:pt x="480" y="505446"/>
                        </a:cubicBezTo>
                        <a:lnTo>
                          <a:pt x="480" y="448296"/>
                        </a:lnTo>
                        <a:cubicBezTo>
                          <a:pt x="480" y="437819"/>
                          <a:pt x="9052" y="429246"/>
                          <a:pt x="19530" y="429246"/>
                        </a:cubicBezTo>
                        <a:lnTo>
                          <a:pt x="38580" y="429246"/>
                        </a:lnTo>
                        <a:lnTo>
                          <a:pt x="38580" y="324471"/>
                        </a:lnTo>
                        <a:cubicBezTo>
                          <a:pt x="38580" y="304469"/>
                          <a:pt x="54773" y="287324"/>
                          <a:pt x="74775" y="286371"/>
                        </a:cubicBezTo>
                        <a:lnTo>
                          <a:pt x="76680" y="286371"/>
                        </a:lnTo>
                        <a:lnTo>
                          <a:pt x="238605" y="286371"/>
                        </a:lnTo>
                        <a:lnTo>
                          <a:pt x="238605" y="162546"/>
                        </a:lnTo>
                        <a:lnTo>
                          <a:pt x="124305" y="162546"/>
                        </a:lnTo>
                        <a:cubicBezTo>
                          <a:pt x="108112" y="162546"/>
                          <a:pt x="95730" y="150164"/>
                          <a:pt x="95730" y="133971"/>
                        </a:cubicBezTo>
                        <a:lnTo>
                          <a:pt x="95730" y="29196"/>
                        </a:lnTo>
                        <a:cubicBezTo>
                          <a:pt x="95730" y="13004"/>
                          <a:pt x="108112" y="621"/>
                          <a:pt x="124305" y="621"/>
                        </a:cubicBezTo>
                        <a:lnTo>
                          <a:pt x="371955" y="621"/>
                        </a:lnTo>
                        <a:close/>
                        <a:moveTo>
                          <a:pt x="148118" y="95871"/>
                        </a:moveTo>
                        <a:cubicBezTo>
                          <a:pt x="140498" y="95871"/>
                          <a:pt x="133830" y="102539"/>
                          <a:pt x="133830" y="110159"/>
                        </a:cubicBezTo>
                        <a:cubicBezTo>
                          <a:pt x="133830" y="117779"/>
                          <a:pt x="140498" y="124446"/>
                          <a:pt x="148118" y="124446"/>
                        </a:cubicBezTo>
                        <a:cubicBezTo>
                          <a:pt x="155737" y="124446"/>
                          <a:pt x="162405" y="117779"/>
                          <a:pt x="162405" y="110159"/>
                        </a:cubicBezTo>
                        <a:cubicBezTo>
                          <a:pt x="162405" y="102539"/>
                          <a:pt x="155737" y="95871"/>
                          <a:pt x="148118" y="95871"/>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40" name="直线连接符 73">
                  <a:extLst>
                    <a:ext uri="{FF2B5EF4-FFF2-40B4-BE49-F238E27FC236}">
                      <a16:creationId xmlns:a16="http://schemas.microsoft.com/office/drawing/2014/main" id="{F0148D41-0E84-8E4C-F17A-9213AC1307F1}"/>
                    </a:ext>
                  </a:extLst>
                </p:cNvPr>
                <p:cNvCxnSpPr>
                  <a:cxnSpLocks/>
                </p:cNvCxnSpPr>
                <p:nvPr/>
              </p:nvCxnSpPr>
              <p:spPr>
                <a:xfrm>
                  <a:off x="3941265" y="2828581"/>
                  <a:ext cx="0" cy="494025"/>
                </a:xfrm>
                <a:prstGeom prst="line">
                  <a:avLst/>
                </a:prstGeom>
                <a:ln w="31750">
                  <a:solidFill>
                    <a:schemeClr val="accent2"/>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327E2F6B-4241-87E9-9284-DE740BDBE1B6}"/>
                  </a:ext>
                </a:extLst>
              </p:cNvPr>
              <p:cNvGrpSpPr/>
              <p:nvPr/>
            </p:nvGrpSpPr>
            <p:grpSpPr>
              <a:xfrm>
                <a:off x="5034082" y="2176615"/>
                <a:ext cx="2123827" cy="3957488"/>
                <a:chOff x="5034082" y="2176615"/>
                <a:chExt cx="2123827" cy="3957488"/>
              </a:xfrm>
            </p:grpSpPr>
            <p:grpSp>
              <p:nvGrpSpPr>
                <p:cNvPr id="31" name="组合 7">
                  <a:extLst>
                    <a:ext uri="{FF2B5EF4-FFF2-40B4-BE49-F238E27FC236}">
                      <a16:creationId xmlns:a16="http://schemas.microsoft.com/office/drawing/2014/main" id="{81B6193B-51EC-A4D8-1BDA-DB0BB2CAB94B}"/>
                    </a:ext>
                  </a:extLst>
                </p:cNvPr>
                <p:cNvGrpSpPr>
                  <a:grpSpLocks noChangeAspect="1"/>
                </p:cNvGrpSpPr>
                <p:nvPr/>
              </p:nvGrpSpPr>
              <p:grpSpPr>
                <a:xfrm>
                  <a:off x="5034082" y="2176615"/>
                  <a:ext cx="2123827" cy="3957488"/>
                  <a:chOff x="4841906" y="138860"/>
                  <a:chExt cx="2495482" cy="4650021"/>
                </a:xfrm>
              </p:grpSpPr>
              <p:sp>
                <p:nvSpPr>
                  <p:cNvPr id="33" name="矩形: 圆顶角 1">
                    <a:extLst>
                      <a:ext uri="{FF2B5EF4-FFF2-40B4-BE49-F238E27FC236}">
                        <a16:creationId xmlns:a16="http://schemas.microsoft.com/office/drawing/2014/main" id="{BCA55E97-8549-E2D7-7E85-A5495635C9EB}"/>
                      </a:ext>
                    </a:extLst>
                  </p:cNvPr>
                  <p:cNvSpPr>
                    <a:spLocks/>
                  </p:cNvSpPr>
                  <p:nvPr/>
                </p:nvSpPr>
                <p:spPr>
                  <a:xfrm flipH="1">
                    <a:off x="4841906" y="1866487"/>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34" name="Bullet3">
                    <a:extLst>
                      <a:ext uri="{FF2B5EF4-FFF2-40B4-BE49-F238E27FC236}">
                        <a16:creationId xmlns:a16="http://schemas.microsoft.com/office/drawing/2014/main" id="{413EAA2F-70A2-8A58-6E82-E6AA06B6577D}"/>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5" name="Text3">
                    <a:extLst>
                      <a:ext uri="{FF2B5EF4-FFF2-40B4-BE49-F238E27FC236}">
                        <a16:creationId xmlns:a16="http://schemas.microsoft.com/office/drawing/2014/main" id="{03C6DF58-46F6-A4EB-950B-5915CEE77A6E}"/>
                      </a:ext>
                    </a:extLst>
                  </p:cNvPr>
                  <p:cNvSpPr txBox="1"/>
                  <p:nvPr/>
                </p:nvSpPr>
                <p:spPr>
                  <a:xfrm>
                    <a:off x="4962204" y="2975578"/>
                    <a:ext cx="2254897" cy="1487627"/>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36" name="Number3">
                    <a:extLst>
                      <a:ext uri="{FF2B5EF4-FFF2-40B4-BE49-F238E27FC236}">
                        <a16:creationId xmlns:a16="http://schemas.microsoft.com/office/drawing/2014/main" id="{FAA33261-5C8B-D9B8-896C-7DDB2C0B9E27}"/>
                      </a:ext>
                    </a:extLst>
                  </p:cNvPr>
                  <p:cNvSpPr/>
                  <p:nvPr/>
                </p:nvSpPr>
                <p:spPr>
                  <a:xfrm>
                    <a:off x="4962200" y="138860"/>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400" b="1" dirty="0">
                        <a:solidFill>
                          <a:srgbClr val="FFFFFF"/>
                        </a:solidFill>
                        <a:cs typeface="+mn-ea"/>
                      </a:rPr>
                      <a:t>03</a:t>
                    </a:r>
                    <a:endParaRPr lang="zh-CN" altLang="en-US" sz="2400" b="1" dirty="0">
                      <a:solidFill>
                        <a:srgbClr val="FFFFFF"/>
                      </a:solidFill>
                      <a:cs typeface="+mn-ea"/>
                    </a:endParaRPr>
                  </a:p>
                </p:txBody>
              </p:sp>
              <p:sp>
                <p:nvSpPr>
                  <p:cNvPr id="37" name="IconBackground3">
                    <a:extLst>
                      <a:ext uri="{FF2B5EF4-FFF2-40B4-BE49-F238E27FC236}">
                        <a16:creationId xmlns:a16="http://schemas.microsoft.com/office/drawing/2014/main" id="{A02DF8AE-5C1A-6F05-D9A1-23EA360784A0}"/>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Arial" panose="020B0604020202020204" pitchFamily="34" charset="0"/>
                    </a:endParaRPr>
                  </a:p>
                </p:txBody>
              </p:sp>
              <p:sp>
                <p:nvSpPr>
                  <p:cNvPr id="38" name="Icon3">
                    <a:extLst>
                      <a:ext uri="{FF2B5EF4-FFF2-40B4-BE49-F238E27FC236}">
                        <a16:creationId xmlns:a16="http://schemas.microsoft.com/office/drawing/2014/main" id="{F80A1F37-1588-63FC-B030-9E870DF7D398}"/>
                      </a:ext>
                    </a:extLst>
                  </p:cNvPr>
                  <p:cNvSpPr/>
                  <p:nvPr/>
                </p:nvSpPr>
                <p:spPr>
                  <a:xfrm>
                    <a:off x="5976538" y="1644299"/>
                    <a:ext cx="226228" cy="222187"/>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599 h 523875"/>
                      <a:gd name="connsiteX30" fmla="*/ 11342 w 533400"/>
                      <a:gd name="connsiteY30" fmla="*/ 175881 h 523875"/>
                      <a:gd name="connsiteX31" fmla="*/ 56109 w 533400"/>
                      <a:gd name="connsiteY31" fmla="*/ 127304 h 523875"/>
                      <a:gd name="connsiteX32" fmla="*/ 8373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957" y="276846"/>
                          <a:pt x="372339" y="289229"/>
                          <a:pt x="372339" y="305421"/>
                        </a:cubicBezTo>
                        <a:lnTo>
                          <a:pt x="372339" y="495921"/>
                        </a:lnTo>
                        <a:cubicBezTo>
                          <a:pt x="372339" y="512114"/>
                          <a:pt x="359957" y="524496"/>
                          <a:pt x="343764" y="524496"/>
                        </a:cubicBezTo>
                        <a:lnTo>
                          <a:pt x="191364" y="524496"/>
                        </a:lnTo>
                        <a:cubicBezTo>
                          <a:pt x="175171" y="524496"/>
                          <a:pt x="162789" y="512114"/>
                          <a:pt x="162789" y="495921"/>
                        </a:cubicBezTo>
                        <a:lnTo>
                          <a:pt x="162789" y="305421"/>
                        </a:lnTo>
                        <a:cubicBezTo>
                          <a:pt x="162789" y="289229"/>
                          <a:pt x="175171" y="276846"/>
                          <a:pt x="191364" y="276846"/>
                        </a:cubicBezTo>
                        <a:lnTo>
                          <a:pt x="343764" y="276846"/>
                        </a:lnTo>
                        <a:close/>
                        <a:moveTo>
                          <a:pt x="143739" y="114921"/>
                        </a:moveTo>
                        <a:cubicBezTo>
                          <a:pt x="143739" y="134924"/>
                          <a:pt x="159932" y="152069"/>
                          <a:pt x="179934" y="153021"/>
                        </a:cubicBezTo>
                        <a:lnTo>
                          <a:pt x="181839" y="153021"/>
                        </a:lnTo>
                        <a:lnTo>
                          <a:pt x="353289" y="153021"/>
                        </a:lnTo>
                        <a:cubicBezTo>
                          <a:pt x="373292" y="153021"/>
                          <a:pt x="390436" y="136829"/>
                          <a:pt x="391389" y="116826"/>
                        </a:cubicBezTo>
                        <a:lnTo>
                          <a:pt x="391389" y="114921"/>
                        </a:lnTo>
                        <a:lnTo>
                          <a:pt x="505689" y="114921"/>
                        </a:lnTo>
                        <a:cubicBezTo>
                          <a:pt x="521882" y="114921"/>
                          <a:pt x="534264" y="127304"/>
                          <a:pt x="534264" y="143496"/>
                        </a:cubicBezTo>
                        <a:lnTo>
                          <a:pt x="534264" y="381621"/>
                        </a:lnTo>
                        <a:cubicBezTo>
                          <a:pt x="534264" y="397814"/>
                          <a:pt x="521882" y="410196"/>
                          <a:pt x="505689" y="410196"/>
                        </a:cubicBezTo>
                        <a:lnTo>
                          <a:pt x="391389" y="410196"/>
                        </a:lnTo>
                        <a:lnTo>
                          <a:pt x="391389" y="295896"/>
                        </a:lnTo>
                        <a:cubicBezTo>
                          <a:pt x="391389" y="275894"/>
                          <a:pt x="375196" y="258749"/>
                          <a:pt x="355194" y="257796"/>
                        </a:cubicBezTo>
                        <a:lnTo>
                          <a:pt x="353289" y="257796"/>
                        </a:lnTo>
                        <a:lnTo>
                          <a:pt x="181839" y="257796"/>
                        </a:lnTo>
                        <a:cubicBezTo>
                          <a:pt x="161836" y="257796"/>
                          <a:pt x="144692" y="273989"/>
                          <a:pt x="143739" y="293991"/>
                        </a:cubicBezTo>
                        <a:lnTo>
                          <a:pt x="143739" y="295896"/>
                        </a:lnTo>
                        <a:lnTo>
                          <a:pt x="143739" y="410196"/>
                        </a:lnTo>
                        <a:lnTo>
                          <a:pt x="29439" y="410196"/>
                        </a:lnTo>
                        <a:cubicBezTo>
                          <a:pt x="13246" y="410196"/>
                          <a:pt x="864" y="397814"/>
                          <a:pt x="864" y="381621"/>
                        </a:cubicBezTo>
                        <a:lnTo>
                          <a:pt x="864" y="201599"/>
                        </a:lnTo>
                        <a:cubicBezTo>
                          <a:pt x="864" y="192074"/>
                          <a:pt x="4674" y="182549"/>
                          <a:pt x="11342" y="175881"/>
                        </a:cubicBezTo>
                        <a:lnTo>
                          <a:pt x="56109" y="127304"/>
                        </a:lnTo>
                        <a:cubicBezTo>
                          <a:pt x="63729" y="119684"/>
                          <a:pt x="73254" y="114921"/>
                          <a:pt x="83732" y="114921"/>
                        </a:cubicBezTo>
                        <a:lnTo>
                          <a:pt x="143739" y="114921"/>
                        </a:lnTo>
                        <a:close/>
                        <a:moveTo>
                          <a:pt x="462827" y="172071"/>
                        </a:moveTo>
                        <a:cubicBezTo>
                          <a:pt x="455207" y="172071"/>
                          <a:pt x="448539" y="178739"/>
                          <a:pt x="448539" y="186359"/>
                        </a:cubicBezTo>
                        <a:cubicBezTo>
                          <a:pt x="448539" y="193979"/>
                          <a:pt x="455207" y="200646"/>
                          <a:pt x="462827" y="200646"/>
                        </a:cubicBezTo>
                        <a:cubicBezTo>
                          <a:pt x="470446" y="200646"/>
                          <a:pt x="477114" y="193979"/>
                          <a:pt x="477114" y="186359"/>
                        </a:cubicBezTo>
                        <a:cubicBezTo>
                          <a:pt x="477114" y="178739"/>
                          <a:pt x="470446" y="172071"/>
                          <a:pt x="462827" y="172071"/>
                        </a:cubicBezTo>
                        <a:close/>
                        <a:moveTo>
                          <a:pt x="343764" y="621"/>
                        </a:moveTo>
                        <a:cubicBezTo>
                          <a:pt x="359957" y="621"/>
                          <a:pt x="372339" y="13004"/>
                          <a:pt x="372339" y="29196"/>
                        </a:cubicBezTo>
                        <a:lnTo>
                          <a:pt x="372339" y="105396"/>
                        </a:lnTo>
                        <a:cubicBezTo>
                          <a:pt x="372339" y="121589"/>
                          <a:pt x="359957" y="133971"/>
                          <a:pt x="343764" y="133971"/>
                        </a:cubicBezTo>
                        <a:lnTo>
                          <a:pt x="191364" y="133971"/>
                        </a:lnTo>
                        <a:cubicBezTo>
                          <a:pt x="175171" y="133971"/>
                          <a:pt x="162789" y="121589"/>
                          <a:pt x="162789" y="105396"/>
                        </a:cubicBezTo>
                        <a:lnTo>
                          <a:pt x="162789" y="29196"/>
                        </a:lnTo>
                        <a:cubicBezTo>
                          <a:pt x="162789" y="13004"/>
                          <a:pt x="175171" y="621"/>
                          <a:pt x="191364" y="621"/>
                        </a:cubicBezTo>
                        <a:lnTo>
                          <a:pt x="343764" y="621"/>
                        </a:ln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2" name="直线连接符 74">
                  <a:extLst>
                    <a:ext uri="{FF2B5EF4-FFF2-40B4-BE49-F238E27FC236}">
                      <a16:creationId xmlns:a16="http://schemas.microsoft.com/office/drawing/2014/main" id="{B5C18C94-83A5-5F63-8915-36F7BB576D18}"/>
                    </a:ext>
                  </a:extLst>
                </p:cNvPr>
                <p:cNvCxnSpPr>
                  <a:cxnSpLocks/>
                </p:cNvCxnSpPr>
                <p:nvPr/>
              </p:nvCxnSpPr>
              <p:spPr>
                <a:xfrm flipH="1">
                  <a:off x="6113012" y="2828581"/>
                  <a:ext cx="1104" cy="494025"/>
                </a:xfrm>
                <a:prstGeom prst="line">
                  <a:avLst/>
                </a:prstGeom>
                <a:ln w="31750">
                  <a:solidFill>
                    <a:schemeClr val="accent3"/>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7A92920E-AE0D-7BCB-ECE9-8E9EC16B8203}"/>
                  </a:ext>
                </a:extLst>
              </p:cNvPr>
              <p:cNvGrpSpPr/>
              <p:nvPr/>
            </p:nvGrpSpPr>
            <p:grpSpPr>
              <a:xfrm>
                <a:off x="7215440" y="2176614"/>
                <a:ext cx="2123827" cy="3957485"/>
                <a:chOff x="7215440" y="2176614"/>
                <a:chExt cx="2123827" cy="3957485"/>
              </a:xfrm>
            </p:grpSpPr>
            <p:grpSp>
              <p:nvGrpSpPr>
                <p:cNvPr id="23" name="组合 7">
                  <a:extLst>
                    <a:ext uri="{FF2B5EF4-FFF2-40B4-BE49-F238E27FC236}">
                      <a16:creationId xmlns:a16="http://schemas.microsoft.com/office/drawing/2014/main" id="{8FB019C0-8BCE-4878-1CEA-4AE036388A2D}"/>
                    </a:ext>
                  </a:extLst>
                </p:cNvPr>
                <p:cNvGrpSpPr>
                  <a:grpSpLocks noChangeAspect="1"/>
                </p:cNvGrpSpPr>
                <p:nvPr/>
              </p:nvGrpSpPr>
              <p:grpSpPr>
                <a:xfrm>
                  <a:off x="7215440" y="2176614"/>
                  <a:ext cx="2123827" cy="3957485"/>
                  <a:chOff x="4841906" y="138857"/>
                  <a:chExt cx="2495482" cy="4650020"/>
                </a:xfrm>
              </p:grpSpPr>
              <p:sp>
                <p:nvSpPr>
                  <p:cNvPr id="25" name="矩形: 圆顶角 39">
                    <a:extLst>
                      <a:ext uri="{FF2B5EF4-FFF2-40B4-BE49-F238E27FC236}">
                        <a16:creationId xmlns:a16="http://schemas.microsoft.com/office/drawing/2014/main" id="{E23039FE-DBEB-11D7-ED60-5E2A4ACCBEEC}"/>
                      </a:ext>
                    </a:extLst>
                  </p:cNvPr>
                  <p:cNvSpPr>
                    <a:spLocks/>
                  </p:cNvSpPr>
                  <p:nvPr/>
                </p:nvSpPr>
                <p:spPr>
                  <a:xfrm flipH="1">
                    <a:off x="4841906" y="1866483"/>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sp>
                <p:nvSpPr>
                  <p:cNvPr id="26" name="Bullet4">
                    <a:extLst>
                      <a:ext uri="{FF2B5EF4-FFF2-40B4-BE49-F238E27FC236}">
                        <a16:creationId xmlns:a16="http://schemas.microsoft.com/office/drawing/2014/main" id="{E8C5297B-5E59-B345-5F19-ADBE82917F8C}"/>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7" name="Text4">
                    <a:extLst>
                      <a:ext uri="{FF2B5EF4-FFF2-40B4-BE49-F238E27FC236}">
                        <a16:creationId xmlns:a16="http://schemas.microsoft.com/office/drawing/2014/main" id="{1BA3F7A5-972F-4D90-6A57-983431B1282A}"/>
                      </a:ext>
                    </a:extLst>
                  </p:cNvPr>
                  <p:cNvSpPr txBox="1"/>
                  <p:nvPr/>
                </p:nvSpPr>
                <p:spPr>
                  <a:xfrm>
                    <a:off x="4962204" y="2975579"/>
                    <a:ext cx="2254897" cy="1487626"/>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8" name="Number4">
                    <a:extLst>
                      <a:ext uri="{FF2B5EF4-FFF2-40B4-BE49-F238E27FC236}">
                        <a16:creationId xmlns:a16="http://schemas.microsoft.com/office/drawing/2014/main" id="{E2EE1046-E064-3A3B-BAF6-D635EF0DD7DA}"/>
                      </a:ext>
                    </a:extLst>
                  </p:cNvPr>
                  <p:cNvSpPr/>
                  <p:nvPr/>
                </p:nvSpPr>
                <p:spPr>
                  <a:xfrm>
                    <a:off x="4964795" y="138857"/>
                    <a:ext cx="2249712" cy="710912"/>
                  </a:xfrm>
                  <a:prstGeom prst="chevron">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FFFFFF"/>
                        </a:solidFill>
                        <a:cs typeface="+mn-ea"/>
                      </a:rPr>
                      <a:t>04</a:t>
                    </a:r>
                    <a:endParaRPr lang="zh-CN" altLang="en-US" sz="2400" b="1" dirty="0">
                      <a:solidFill>
                        <a:srgbClr val="FFFFFF"/>
                      </a:solidFill>
                      <a:cs typeface="+mn-ea"/>
                    </a:endParaRPr>
                  </a:p>
                </p:txBody>
              </p:sp>
              <p:sp>
                <p:nvSpPr>
                  <p:cNvPr id="29" name="IconBackground4">
                    <a:extLst>
                      <a:ext uri="{FF2B5EF4-FFF2-40B4-BE49-F238E27FC236}">
                        <a16:creationId xmlns:a16="http://schemas.microsoft.com/office/drawing/2014/main" id="{02ABF82D-D2A0-D4E0-724D-965BA14FA623}"/>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sym typeface="Arial" panose="020B0604020202020204" pitchFamily="34" charset="0"/>
                    </a:endParaRPr>
                  </a:p>
                </p:txBody>
              </p:sp>
              <p:sp>
                <p:nvSpPr>
                  <p:cNvPr id="30" name="Icon4">
                    <a:extLst>
                      <a:ext uri="{FF2B5EF4-FFF2-40B4-BE49-F238E27FC236}">
                        <a16:creationId xmlns:a16="http://schemas.microsoft.com/office/drawing/2014/main" id="{FCE6BD36-FC75-C02B-E631-1EF8FAB02117}"/>
                      </a:ext>
                    </a:extLst>
                  </p:cNvPr>
                  <p:cNvSpPr/>
                  <p:nvPr/>
                </p:nvSpPr>
                <p:spPr>
                  <a:xfrm>
                    <a:off x="5976538" y="1660561"/>
                    <a:ext cx="226228" cy="189660"/>
                  </a:xfrm>
                  <a:custGeom>
                    <a:avLst/>
                    <a:gdLst>
                      <a:gd name="T0" fmla="*/ 2623 w 2768"/>
                      <a:gd name="T1" fmla="*/ 1207 h 2324"/>
                      <a:gd name="T2" fmla="*/ 2529 w 2768"/>
                      <a:gd name="T3" fmla="*/ 2116 h 2324"/>
                      <a:gd name="T4" fmla="*/ 2298 w 2768"/>
                      <a:gd name="T5" fmla="*/ 2324 h 2324"/>
                      <a:gd name="T6" fmla="*/ 470 w 2768"/>
                      <a:gd name="T7" fmla="*/ 2324 h 2324"/>
                      <a:gd name="T8" fmla="*/ 239 w 2768"/>
                      <a:gd name="T9" fmla="*/ 2116 h 2324"/>
                      <a:gd name="T10" fmla="*/ 145 w 2768"/>
                      <a:gd name="T11" fmla="*/ 1207 h 2324"/>
                      <a:gd name="T12" fmla="*/ 170 w 2768"/>
                      <a:gd name="T13" fmla="*/ 1130 h 2324"/>
                      <a:gd name="T14" fmla="*/ 244 w 2768"/>
                      <a:gd name="T15" fmla="*/ 1097 h 2324"/>
                      <a:gd name="T16" fmla="*/ 2524 w 2768"/>
                      <a:gd name="T17" fmla="*/ 1097 h 2324"/>
                      <a:gd name="T18" fmla="*/ 2598 w 2768"/>
                      <a:gd name="T19" fmla="*/ 1130 h 2324"/>
                      <a:gd name="T20" fmla="*/ 2623 w 2768"/>
                      <a:gd name="T21" fmla="*/ 1207 h 2324"/>
                      <a:gd name="T22" fmla="*/ 2762 w 2768"/>
                      <a:gd name="T23" fmla="*/ 588 h 2324"/>
                      <a:gd name="T24" fmla="*/ 2722 w 2768"/>
                      <a:gd name="T25" fmla="*/ 814 h 2324"/>
                      <a:gd name="T26" fmla="*/ 2624 w 2768"/>
                      <a:gd name="T27" fmla="*/ 897 h 2324"/>
                      <a:gd name="T28" fmla="*/ 157 w 2768"/>
                      <a:gd name="T29" fmla="*/ 897 h 2324"/>
                      <a:gd name="T30" fmla="*/ 60 w 2768"/>
                      <a:gd name="T31" fmla="*/ 820 h 2324"/>
                      <a:gd name="T32" fmla="*/ 7 w 2768"/>
                      <a:gd name="T33" fmla="*/ 593 h 2324"/>
                      <a:gd name="T34" fmla="*/ 26 w 2768"/>
                      <a:gd name="T35" fmla="*/ 508 h 2324"/>
                      <a:gd name="T36" fmla="*/ 104 w 2768"/>
                      <a:gd name="T37" fmla="*/ 470 h 2324"/>
                      <a:gd name="T38" fmla="*/ 904 w 2768"/>
                      <a:gd name="T39" fmla="*/ 470 h 2324"/>
                      <a:gd name="T40" fmla="*/ 904 w 2768"/>
                      <a:gd name="T41" fmla="*/ 100 h 2324"/>
                      <a:gd name="T42" fmla="*/ 1004 w 2768"/>
                      <a:gd name="T43" fmla="*/ 0 h 2324"/>
                      <a:gd name="T44" fmla="*/ 1764 w 2768"/>
                      <a:gd name="T45" fmla="*/ 0 h 2324"/>
                      <a:gd name="T46" fmla="*/ 1864 w 2768"/>
                      <a:gd name="T47" fmla="*/ 100 h 2324"/>
                      <a:gd name="T48" fmla="*/ 1864 w 2768"/>
                      <a:gd name="T49" fmla="*/ 470 h 2324"/>
                      <a:gd name="T50" fmla="*/ 2664 w 2768"/>
                      <a:gd name="T51" fmla="*/ 470 h 2324"/>
                      <a:gd name="T52" fmla="*/ 2741 w 2768"/>
                      <a:gd name="T53" fmla="*/ 506 h 2324"/>
                      <a:gd name="T54" fmla="*/ 2762 w 2768"/>
                      <a:gd name="T55" fmla="*/ 588 h 2324"/>
                      <a:gd name="T56" fmla="*/ 1104 w 2768"/>
                      <a:gd name="T57" fmla="*/ 470 h 2324"/>
                      <a:gd name="T58" fmla="*/ 1664 w 2768"/>
                      <a:gd name="T59" fmla="*/ 470 h 2324"/>
                      <a:gd name="T60" fmla="*/ 1664 w 2768"/>
                      <a:gd name="T61" fmla="*/ 200 h 2324"/>
                      <a:gd name="T62" fmla="*/ 1104 w 2768"/>
                      <a:gd name="T63" fmla="*/ 200 h 2324"/>
                      <a:gd name="T64" fmla="*/ 1104 w 2768"/>
                      <a:gd name="T65" fmla="*/ 470 h 2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8" h="2324">
                        <a:moveTo>
                          <a:pt x="2623" y="1207"/>
                        </a:moveTo>
                        <a:lnTo>
                          <a:pt x="2529" y="2116"/>
                        </a:lnTo>
                        <a:cubicBezTo>
                          <a:pt x="2517" y="2234"/>
                          <a:pt x="2418" y="2324"/>
                          <a:pt x="2298" y="2324"/>
                        </a:cubicBezTo>
                        <a:lnTo>
                          <a:pt x="470" y="2324"/>
                        </a:lnTo>
                        <a:cubicBezTo>
                          <a:pt x="350" y="2324"/>
                          <a:pt x="251" y="2234"/>
                          <a:pt x="239" y="2116"/>
                        </a:cubicBezTo>
                        <a:lnTo>
                          <a:pt x="145" y="1207"/>
                        </a:lnTo>
                        <a:cubicBezTo>
                          <a:pt x="142" y="1179"/>
                          <a:pt x="151" y="1151"/>
                          <a:pt x="170" y="1130"/>
                        </a:cubicBezTo>
                        <a:cubicBezTo>
                          <a:pt x="189" y="1109"/>
                          <a:pt x="216" y="1097"/>
                          <a:pt x="244" y="1097"/>
                        </a:cubicBezTo>
                        <a:lnTo>
                          <a:pt x="2524" y="1097"/>
                        </a:lnTo>
                        <a:cubicBezTo>
                          <a:pt x="2552" y="1097"/>
                          <a:pt x="2579" y="1109"/>
                          <a:pt x="2598" y="1130"/>
                        </a:cubicBezTo>
                        <a:cubicBezTo>
                          <a:pt x="2617" y="1151"/>
                          <a:pt x="2626" y="1179"/>
                          <a:pt x="2623" y="1207"/>
                        </a:cubicBezTo>
                        <a:close/>
                        <a:moveTo>
                          <a:pt x="2762" y="588"/>
                        </a:moveTo>
                        <a:lnTo>
                          <a:pt x="2722" y="814"/>
                        </a:lnTo>
                        <a:cubicBezTo>
                          <a:pt x="2714" y="862"/>
                          <a:pt x="2673" y="897"/>
                          <a:pt x="2624" y="897"/>
                        </a:cubicBezTo>
                        <a:lnTo>
                          <a:pt x="157" y="897"/>
                        </a:lnTo>
                        <a:cubicBezTo>
                          <a:pt x="111" y="897"/>
                          <a:pt x="71" y="865"/>
                          <a:pt x="60" y="820"/>
                        </a:cubicBezTo>
                        <a:lnTo>
                          <a:pt x="7" y="593"/>
                        </a:lnTo>
                        <a:cubicBezTo>
                          <a:pt x="0" y="564"/>
                          <a:pt x="7" y="532"/>
                          <a:pt x="26" y="508"/>
                        </a:cubicBezTo>
                        <a:cubicBezTo>
                          <a:pt x="45" y="484"/>
                          <a:pt x="73" y="470"/>
                          <a:pt x="104" y="470"/>
                        </a:cubicBezTo>
                        <a:lnTo>
                          <a:pt x="904" y="470"/>
                        </a:lnTo>
                        <a:lnTo>
                          <a:pt x="904" y="100"/>
                        </a:lnTo>
                        <a:cubicBezTo>
                          <a:pt x="904" y="45"/>
                          <a:pt x="949" y="0"/>
                          <a:pt x="1004" y="0"/>
                        </a:cubicBezTo>
                        <a:lnTo>
                          <a:pt x="1764" y="0"/>
                        </a:lnTo>
                        <a:cubicBezTo>
                          <a:pt x="1819" y="0"/>
                          <a:pt x="1864" y="45"/>
                          <a:pt x="1864" y="100"/>
                        </a:cubicBezTo>
                        <a:lnTo>
                          <a:pt x="1864" y="470"/>
                        </a:lnTo>
                        <a:lnTo>
                          <a:pt x="2664" y="470"/>
                        </a:lnTo>
                        <a:cubicBezTo>
                          <a:pt x="2694" y="470"/>
                          <a:pt x="2722" y="483"/>
                          <a:pt x="2741" y="506"/>
                        </a:cubicBezTo>
                        <a:cubicBezTo>
                          <a:pt x="2760" y="529"/>
                          <a:pt x="2768" y="559"/>
                          <a:pt x="2762" y="588"/>
                        </a:cubicBezTo>
                        <a:close/>
                        <a:moveTo>
                          <a:pt x="1104" y="470"/>
                        </a:moveTo>
                        <a:lnTo>
                          <a:pt x="1664" y="470"/>
                        </a:lnTo>
                        <a:lnTo>
                          <a:pt x="1664" y="200"/>
                        </a:lnTo>
                        <a:lnTo>
                          <a:pt x="1104" y="200"/>
                        </a:lnTo>
                        <a:lnTo>
                          <a:pt x="1104" y="470"/>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24" name="直线连接符 75">
                  <a:extLst>
                    <a:ext uri="{FF2B5EF4-FFF2-40B4-BE49-F238E27FC236}">
                      <a16:creationId xmlns:a16="http://schemas.microsoft.com/office/drawing/2014/main" id="{7F181902-BDAA-C21D-A75E-BD2778FA6125}"/>
                    </a:ext>
                  </a:extLst>
                </p:cNvPr>
                <p:cNvCxnSpPr>
                  <a:cxnSpLocks/>
                </p:cNvCxnSpPr>
                <p:nvPr/>
              </p:nvCxnSpPr>
              <p:spPr>
                <a:xfrm flipH="1">
                  <a:off x="8285863" y="2828581"/>
                  <a:ext cx="1104" cy="494025"/>
                </a:xfrm>
                <a:prstGeom prst="line">
                  <a:avLst/>
                </a:prstGeom>
                <a:ln w="31750">
                  <a:solidFill>
                    <a:schemeClr val="accent4"/>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0D93B9B2-2C37-FE74-F26B-756706FE3152}"/>
                  </a:ext>
                </a:extLst>
              </p:cNvPr>
              <p:cNvGrpSpPr/>
              <p:nvPr/>
            </p:nvGrpSpPr>
            <p:grpSpPr>
              <a:xfrm>
                <a:off x="9396800" y="2176614"/>
                <a:ext cx="2123827" cy="3957485"/>
                <a:chOff x="9396800" y="2176614"/>
                <a:chExt cx="2123827" cy="3957485"/>
              </a:xfrm>
            </p:grpSpPr>
            <p:grpSp>
              <p:nvGrpSpPr>
                <p:cNvPr id="15" name="组合 7">
                  <a:extLst>
                    <a:ext uri="{FF2B5EF4-FFF2-40B4-BE49-F238E27FC236}">
                      <a16:creationId xmlns:a16="http://schemas.microsoft.com/office/drawing/2014/main" id="{DE2E497C-005A-6E12-5364-EAB80D5F9A1D}"/>
                    </a:ext>
                  </a:extLst>
                </p:cNvPr>
                <p:cNvGrpSpPr>
                  <a:grpSpLocks noChangeAspect="1"/>
                </p:cNvGrpSpPr>
                <p:nvPr/>
              </p:nvGrpSpPr>
              <p:grpSpPr>
                <a:xfrm>
                  <a:off x="9396800" y="2176614"/>
                  <a:ext cx="2123827" cy="3957485"/>
                  <a:chOff x="4841906" y="138857"/>
                  <a:chExt cx="2495482" cy="4650020"/>
                </a:xfrm>
              </p:grpSpPr>
              <p:sp>
                <p:nvSpPr>
                  <p:cNvPr id="17" name="矩形: 圆顶角 46">
                    <a:extLst>
                      <a:ext uri="{FF2B5EF4-FFF2-40B4-BE49-F238E27FC236}">
                        <a16:creationId xmlns:a16="http://schemas.microsoft.com/office/drawing/2014/main" id="{FF845287-DD87-BC19-0904-49D6DAAC1743}"/>
                      </a:ext>
                    </a:extLst>
                  </p:cNvPr>
                  <p:cNvSpPr>
                    <a:spLocks/>
                  </p:cNvSpPr>
                  <p:nvPr/>
                </p:nvSpPr>
                <p:spPr>
                  <a:xfrm flipH="1">
                    <a:off x="4841906" y="1866483"/>
                    <a:ext cx="2495482" cy="2922394"/>
                  </a:xfrm>
                  <a:prstGeom prst="rect">
                    <a:avLst/>
                  </a:prstGeom>
                  <a:gradFill flip="none" rotWithShape="1">
                    <a:gsLst>
                      <a:gs pos="24000">
                        <a:schemeClr val="bg1"/>
                      </a:gs>
                      <a:gs pos="100000">
                        <a:schemeClr val="bg1">
                          <a:alpha val="62000"/>
                        </a:schemeClr>
                      </a:gs>
                    </a:gsLst>
                    <a:lin ang="5400000" scaled="1"/>
                    <a:tileRect/>
                  </a:gradFill>
                  <a:ln w="254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sp>
                <p:nvSpPr>
                  <p:cNvPr id="18" name="Bullet5">
                    <a:extLst>
                      <a:ext uri="{FF2B5EF4-FFF2-40B4-BE49-F238E27FC236}">
                        <a16:creationId xmlns:a16="http://schemas.microsoft.com/office/drawing/2014/main" id="{1D3E39B0-0138-B148-5AE6-37701E3991B7}"/>
                      </a:ext>
                    </a:extLst>
                  </p:cNvPr>
                  <p:cNvSpPr txBox="1"/>
                  <p:nvPr/>
                </p:nvSpPr>
                <p:spPr>
                  <a:xfrm>
                    <a:off x="4962204" y="2232531"/>
                    <a:ext cx="2254897" cy="634841"/>
                  </a:xfrm>
                  <a:prstGeom prst="rect">
                    <a:avLst/>
                  </a:prstGeom>
                  <a:noFill/>
                  <a:ln>
                    <a:noFill/>
                  </a:ln>
                </p:spPr>
                <p:txBody>
                  <a:bodyPr wrap="square" lIns="91440" tIns="45720" rIns="91440" bIns="4572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单击添加小标题</a:t>
                    </a:r>
                    <a:endParaRPr kumimoji="0" lang="de-DE"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9" name="Text5">
                    <a:extLst>
                      <a:ext uri="{FF2B5EF4-FFF2-40B4-BE49-F238E27FC236}">
                        <a16:creationId xmlns:a16="http://schemas.microsoft.com/office/drawing/2014/main" id="{DAF7598C-A63E-BBAB-C48F-3FA2BBFFE1E8}"/>
                      </a:ext>
                    </a:extLst>
                  </p:cNvPr>
                  <p:cNvSpPr txBox="1"/>
                  <p:nvPr/>
                </p:nvSpPr>
                <p:spPr>
                  <a:xfrm>
                    <a:off x="4962204" y="2975579"/>
                    <a:ext cx="2254897" cy="1487626"/>
                  </a:xfrm>
                  <a:prstGeom prst="rect">
                    <a:avLst/>
                  </a:prstGeom>
                  <a:no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0" name="Number5">
                    <a:extLst>
                      <a:ext uri="{FF2B5EF4-FFF2-40B4-BE49-F238E27FC236}">
                        <a16:creationId xmlns:a16="http://schemas.microsoft.com/office/drawing/2014/main" id="{D14C22E3-0CE0-83B3-E2D3-239EBCC5CE81}"/>
                      </a:ext>
                    </a:extLst>
                  </p:cNvPr>
                  <p:cNvSpPr/>
                  <p:nvPr/>
                </p:nvSpPr>
                <p:spPr>
                  <a:xfrm>
                    <a:off x="4962200" y="138857"/>
                    <a:ext cx="2254901" cy="710912"/>
                  </a:xfrm>
                  <a:prstGeom prst="chevron">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dirty="0">
                        <a:solidFill>
                          <a:srgbClr val="FFFFFF"/>
                        </a:solidFill>
                        <a:cs typeface="+mn-ea"/>
                      </a:rPr>
                      <a:t>05</a:t>
                    </a:r>
                    <a:endParaRPr lang="zh-CN" altLang="en-US" sz="2400" b="1" dirty="0">
                      <a:solidFill>
                        <a:srgbClr val="FFFFFF"/>
                      </a:solidFill>
                      <a:cs typeface="+mn-ea"/>
                    </a:endParaRPr>
                  </a:p>
                </p:txBody>
              </p:sp>
              <p:sp>
                <p:nvSpPr>
                  <p:cNvPr id="21" name="IconBackground5">
                    <a:extLst>
                      <a:ext uri="{FF2B5EF4-FFF2-40B4-BE49-F238E27FC236}">
                        <a16:creationId xmlns:a16="http://schemas.microsoft.com/office/drawing/2014/main" id="{319C484F-EE11-0C01-077A-742FC22A192C}"/>
                      </a:ext>
                    </a:extLst>
                  </p:cNvPr>
                  <p:cNvSpPr txBox="1">
                    <a:spLocks noChangeAspect="1"/>
                  </p:cNvSpPr>
                  <p:nvPr/>
                </p:nvSpPr>
                <p:spPr>
                  <a:xfrm>
                    <a:off x="5819652" y="1485392"/>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77500" lnSpcReduction="20000"/>
                  </a:bodyPr>
                  <a:lstStyle>
                    <a:defPPr>
                      <a:defRPr lang="en-US"/>
                    </a:defPPr>
                    <a:lvl1pPr algn="ctr">
                      <a:defRPr sz="2400" b="1">
                        <a:solidFill>
                          <a:srgbClr val="FFFFFF"/>
                        </a:solidFill>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sym typeface="Arial" panose="020B0604020202020204" pitchFamily="34" charset="0"/>
                    </a:endParaRPr>
                  </a:p>
                </p:txBody>
              </p:sp>
              <p:sp>
                <p:nvSpPr>
                  <p:cNvPr id="22" name="Icon5">
                    <a:extLst>
                      <a:ext uri="{FF2B5EF4-FFF2-40B4-BE49-F238E27FC236}">
                        <a16:creationId xmlns:a16="http://schemas.microsoft.com/office/drawing/2014/main" id="{41DADC57-E9F3-0216-B202-D9F7CB6ADBBB}"/>
                      </a:ext>
                    </a:extLst>
                  </p:cNvPr>
                  <p:cNvSpPr/>
                  <p:nvPr/>
                </p:nvSpPr>
                <p:spPr>
                  <a:xfrm>
                    <a:off x="5976538" y="1660561"/>
                    <a:ext cx="226228" cy="189660"/>
                  </a:xfrm>
                  <a:custGeom>
                    <a:avLst/>
                    <a:gdLst>
                      <a:gd name="T0" fmla="*/ 2623 w 2768"/>
                      <a:gd name="T1" fmla="*/ 1207 h 2324"/>
                      <a:gd name="T2" fmla="*/ 2529 w 2768"/>
                      <a:gd name="T3" fmla="*/ 2116 h 2324"/>
                      <a:gd name="T4" fmla="*/ 2298 w 2768"/>
                      <a:gd name="T5" fmla="*/ 2324 h 2324"/>
                      <a:gd name="T6" fmla="*/ 470 w 2768"/>
                      <a:gd name="T7" fmla="*/ 2324 h 2324"/>
                      <a:gd name="T8" fmla="*/ 239 w 2768"/>
                      <a:gd name="T9" fmla="*/ 2116 h 2324"/>
                      <a:gd name="T10" fmla="*/ 145 w 2768"/>
                      <a:gd name="T11" fmla="*/ 1207 h 2324"/>
                      <a:gd name="T12" fmla="*/ 170 w 2768"/>
                      <a:gd name="T13" fmla="*/ 1130 h 2324"/>
                      <a:gd name="T14" fmla="*/ 244 w 2768"/>
                      <a:gd name="T15" fmla="*/ 1097 h 2324"/>
                      <a:gd name="T16" fmla="*/ 2524 w 2768"/>
                      <a:gd name="T17" fmla="*/ 1097 h 2324"/>
                      <a:gd name="T18" fmla="*/ 2598 w 2768"/>
                      <a:gd name="T19" fmla="*/ 1130 h 2324"/>
                      <a:gd name="T20" fmla="*/ 2623 w 2768"/>
                      <a:gd name="T21" fmla="*/ 1207 h 2324"/>
                      <a:gd name="T22" fmla="*/ 2762 w 2768"/>
                      <a:gd name="T23" fmla="*/ 588 h 2324"/>
                      <a:gd name="T24" fmla="*/ 2722 w 2768"/>
                      <a:gd name="T25" fmla="*/ 814 h 2324"/>
                      <a:gd name="T26" fmla="*/ 2624 w 2768"/>
                      <a:gd name="T27" fmla="*/ 897 h 2324"/>
                      <a:gd name="T28" fmla="*/ 157 w 2768"/>
                      <a:gd name="T29" fmla="*/ 897 h 2324"/>
                      <a:gd name="T30" fmla="*/ 60 w 2768"/>
                      <a:gd name="T31" fmla="*/ 820 h 2324"/>
                      <a:gd name="T32" fmla="*/ 7 w 2768"/>
                      <a:gd name="T33" fmla="*/ 593 h 2324"/>
                      <a:gd name="T34" fmla="*/ 26 w 2768"/>
                      <a:gd name="T35" fmla="*/ 508 h 2324"/>
                      <a:gd name="T36" fmla="*/ 104 w 2768"/>
                      <a:gd name="T37" fmla="*/ 470 h 2324"/>
                      <a:gd name="T38" fmla="*/ 904 w 2768"/>
                      <a:gd name="T39" fmla="*/ 470 h 2324"/>
                      <a:gd name="T40" fmla="*/ 904 w 2768"/>
                      <a:gd name="T41" fmla="*/ 100 h 2324"/>
                      <a:gd name="T42" fmla="*/ 1004 w 2768"/>
                      <a:gd name="T43" fmla="*/ 0 h 2324"/>
                      <a:gd name="T44" fmla="*/ 1764 w 2768"/>
                      <a:gd name="T45" fmla="*/ 0 h 2324"/>
                      <a:gd name="T46" fmla="*/ 1864 w 2768"/>
                      <a:gd name="T47" fmla="*/ 100 h 2324"/>
                      <a:gd name="T48" fmla="*/ 1864 w 2768"/>
                      <a:gd name="T49" fmla="*/ 470 h 2324"/>
                      <a:gd name="T50" fmla="*/ 2664 w 2768"/>
                      <a:gd name="T51" fmla="*/ 470 h 2324"/>
                      <a:gd name="T52" fmla="*/ 2741 w 2768"/>
                      <a:gd name="T53" fmla="*/ 506 h 2324"/>
                      <a:gd name="T54" fmla="*/ 2762 w 2768"/>
                      <a:gd name="T55" fmla="*/ 588 h 2324"/>
                      <a:gd name="T56" fmla="*/ 1104 w 2768"/>
                      <a:gd name="T57" fmla="*/ 470 h 2324"/>
                      <a:gd name="T58" fmla="*/ 1664 w 2768"/>
                      <a:gd name="T59" fmla="*/ 470 h 2324"/>
                      <a:gd name="T60" fmla="*/ 1664 w 2768"/>
                      <a:gd name="T61" fmla="*/ 200 h 2324"/>
                      <a:gd name="T62" fmla="*/ 1104 w 2768"/>
                      <a:gd name="T63" fmla="*/ 200 h 2324"/>
                      <a:gd name="T64" fmla="*/ 1104 w 2768"/>
                      <a:gd name="T65" fmla="*/ 470 h 2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68" h="2324">
                        <a:moveTo>
                          <a:pt x="2623" y="1207"/>
                        </a:moveTo>
                        <a:lnTo>
                          <a:pt x="2529" y="2116"/>
                        </a:lnTo>
                        <a:cubicBezTo>
                          <a:pt x="2517" y="2234"/>
                          <a:pt x="2418" y="2324"/>
                          <a:pt x="2298" y="2324"/>
                        </a:cubicBezTo>
                        <a:lnTo>
                          <a:pt x="470" y="2324"/>
                        </a:lnTo>
                        <a:cubicBezTo>
                          <a:pt x="350" y="2324"/>
                          <a:pt x="251" y="2234"/>
                          <a:pt x="239" y="2116"/>
                        </a:cubicBezTo>
                        <a:lnTo>
                          <a:pt x="145" y="1207"/>
                        </a:lnTo>
                        <a:cubicBezTo>
                          <a:pt x="142" y="1179"/>
                          <a:pt x="151" y="1151"/>
                          <a:pt x="170" y="1130"/>
                        </a:cubicBezTo>
                        <a:cubicBezTo>
                          <a:pt x="189" y="1109"/>
                          <a:pt x="216" y="1097"/>
                          <a:pt x="244" y="1097"/>
                        </a:cubicBezTo>
                        <a:lnTo>
                          <a:pt x="2524" y="1097"/>
                        </a:lnTo>
                        <a:cubicBezTo>
                          <a:pt x="2552" y="1097"/>
                          <a:pt x="2579" y="1109"/>
                          <a:pt x="2598" y="1130"/>
                        </a:cubicBezTo>
                        <a:cubicBezTo>
                          <a:pt x="2617" y="1151"/>
                          <a:pt x="2626" y="1179"/>
                          <a:pt x="2623" y="1207"/>
                        </a:cubicBezTo>
                        <a:close/>
                        <a:moveTo>
                          <a:pt x="2762" y="588"/>
                        </a:moveTo>
                        <a:lnTo>
                          <a:pt x="2722" y="814"/>
                        </a:lnTo>
                        <a:cubicBezTo>
                          <a:pt x="2714" y="862"/>
                          <a:pt x="2673" y="897"/>
                          <a:pt x="2624" y="897"/>
                        </a:cubicBezTo>
                        <a:lnTo>
                          <a:pt x="157" y="897"/>
                        </a:lnTo>
                        <a:cubicBezTo>
                          <a:pt x="111" y="897"/>
                          <a:pt x="71" y="865"/>
                          <a:pt x="60" y="820"/>
                        </a:cubicBezTo>
                        <a:lnTo>
                          <a:pt x="7" y="593"/>
                        </a:lnTo>
                        <a:cubicBezTo>
                          <a:pt x="0" y="564"/>
                          <a:pt x="7" y="532"/>
                          <a:pt x="26" y="508"/>
                        </a:cubicBezTo>
                        <a:cubicBezTo>
                          <a:pt x="45" y="484"/>
                          <a:pt x="73" y="470"/>
                          <a:pt x="104" y="470"/>
                        </a:cubicBezTo>
                        <a:lnTo>
                          <a:pt x="904" y="470"/>
                        </a:lnTo>
                        <a:lnTo>
                          <a:pt x="904" y="100"/>
                        </a:lnTo>
                        <a:cubicBezTo>
                          <a:pt x="904" y="45"/>
                          <a:pt x="949" y="0"/>
                          <a:pt x="1004" y="0"/>
                        </a:cubicBezTo>
                        <a:lnTo>
                          <a:pt x="1764" y="0"/>
                        </a:lnTo>
                        <a:cubicBezTo>
                          <a:pt x="1819" y="0"/>
                          <a:pt x="1864" y="45"/>
                          <a:pt x="1864" y="100"/>
                        </a:cubicBezTo>
                        <a:lnTo>
                          <a:pt x="1864" y="470"/>
                        </a:lnTo>
                        <a:lnTo>
                          <a:pt x="2664" y="470"/>
                        </a:lnTo>
                        <a:cubicBezTo>
                          <a:pt x="2694" y="470"/>
                          <a:pt x="2722" y="483"/>
                          <a:pt x="2741" y="506"/>
                        </a:cubicBezTo>
                        <a:cubicBezTo>
                          <a:pt x="2760" y="529"/>
                          <a:pt x="2768" y="559"/>
                          <a:pt x="2762" y="588"/>
                        </a:cubicBezTo>
                        <a:close/>
                        <a:moveTo>
                          <a:pt x="1104" y="470"/>
                        </a:moveTo>
                        <a:lnTo>
                          <a:pt x="1664" y="470"/>
                        </a:lnTo>
                        <a:lnTo>
                          <a:pt x="1664" y="200"/>
                        </a:lnTo>
                        <a:lnTo>
                          <a:pt x="1104" y="200"/>
                        </a:lnTo>
                        <a:lnTo>
                          <a:pt x="1104" y="470"/>
                        </a:lnTo>
                        <a:close/>
                      </a:path>
                    </a:pathLst>
                  </a:custGeom>
                  <a:solidFill>
                    <a:srgbClr val="FFFFFF"/>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cxnSp>
              <p:nvCxnSpPr>
                <p:cNvPr id="16" name="直线连接符 76">
                  <a:extLst>
                    <a:ext uri="{FF2B5EF4-FFF2-40B4-BE49-F238E27FC236}">
                      <a16:creationId xmlns:a16="http://schemas.microsoft.com/office/drawing/2014/main" id="{C2D44921-AB51-28E1-CF9E-05DB10D052C7}"/>
                    </a:ext>
                  </a:extLst>
                </p:cNvPr>
                <p:cNvCxnSpPr>
                  <a:cxnSpLocks/>
                </p:cNvCxnSpPr>
                <p:nvPr/>
              </p:nvCxnSpPr>
              <p:spPr>
                <a:xfrm flipH="1">
                  <a:off x="10458715" y="2828581"/>
                  <a:ext cx="3" cy="494025"/>
                </a:xfrm>
                <a:prstGeom prst="line">
                  <a:avLst/>
                </a:prstGeom>
                <a:ln w="31750">
                  <a:solidFill>
                    <a:schemeClr val="accent5"/>
                  </a:solidFill>
                  <a:prstDash val="sysDot"/>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14" name="Title">
                <a:extLst>
                  <a:ext uri="{FF2B5EF4-FFF2-40B4-BE49-F238E27FC236}">
                    <a16:creationId xmlns:a16="http://schemas.microsoft.com/office/drawing/2014/main" id="{51C76B4E-88AE-A339-1956-0DFBC46BAC4B}"/>
                  </a:ext>
                </a:extLst>
              </p:cNvPr>
              <p:cNvSpPr>
                <a:spLocks noChangeAspect="1"/>
              </p:cNvSpPr>
              <p:nvPr/>
            </p:nvSpPr>
            <p:spPr>
              <a:xfrm>
                <a:off x="660400" y="1130299"/>
                <a:ext cx="10858500" cy="6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研究问题、假设与预期达成的目标</a:t>
                </a:r>
                <a:endParaRPr lang="en-US" altLang="zh-CN" sz="2400" b="1" dirty="0">
                  <a:solidFill>
                    <a:schemeClr val="tx1"/>
                  </a:solidFill>
                </a:endParaRPr>
              </a:p>
            </p:txBody>
          </p:sp>
        </p:grpSp>
        <p:grpSp>
          <p:nvGrpSpPr>
            <p:cNvPr id="5" name="组合 4">
              <a:extLst>
                <a:ext uri="{FF2B5EF4-FFF2-40B4-BE49-F238E27FC236}">
                  <a16:creationId xmlns:a16="http://schemas.microsoft.com/office/drawing/2014/main" id="{EE6B1E6B-23EF-1A3B-7FAB-94779ABB9DF9}"/>
                </a:ext>
              </a:extLst>
            </p:cNvPr>
            <p:cNvGrpSpPr/>
            <p:nvPr/>
          </p:nvGrpSpPr>
          <p:grpSpPr>
            <a:xfrm>
              <a:off x="0" y="6134099"/>
              <a:ext cx="12192000" cy="723901"/>
              <a:chOff x="0" y="5848663"/>
              <a:chExt cx="12192000" cy="1009338"/>
            </a:xfrm>
          </p:grpSpPr>
          <p:sp>
            <p:nvSpPr>
              <p:cNvPr id="6" name="矩形 5">
                <a:extLst>
                  <a:ext uri="{FF2B5EF4-FFF2-40B4-BE49-F238E27FC236}">
                    <a16:creationId xmlns:a16="http://schemas.microsoft.com/office/drawing/2014/main" id="{4A913D7F-F8F7-0BC3-B123-3A4B941C8485}"/>
                  </a:ext>
                </a:extLst>
              </p:cNvPr>
              <p:cNvSpPr>
                <a:spLocks noChangeAspect="1"/>
              </p:cNvSpPr>
              <p:nvPr/>
            </p:nvSpPr>
            <p:spPr>
              <a:xfrm>
                <a:off x="0" y="5848663"/>
                <a:ext cx="12192000" cy="1009337"/>
              </a:xfrm>
              <a:prstGeom prst="rect">
                <a:avLst/>
              </a:prstGeom>
              <a:gradFill flip="none" rotWithShape="1">
                <a:gsLst>
                  <a:gs pos="0">
                    <a:schemeClr val="accent1">
                      <a:lumMod val="60000"/>
                      <a:lumOff val="40000"/>
                      <a:alpha val="0"/>
                    </a:schemeClr>
                  </a:gs>
                  <a:gs pos="10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accent1"/>
                  </a:solidFill>
                  <a:latin typeface="Arial" panose="020B0604020202020204" pitchFamily="34" charset="0"/>
                  <a:cs typeface="Arial" panose="020B0604020202020204" pitchFamily="34" charset="0"/>
                </a:endParaRPr>
              </a:p>
            </p:txBody>
          </p:sp>
          <p:sp>
            <p:nvSpPr>
              <p:cNvPr id="7" name="矩形 6">
                <a:extLst>
                  <a:ext uri="{FF2B5EF4-FFF2-40B4-BE49-F238E27FC236}">
                    <a16:creationId xmlns:a16="http://schemas.microsoft.com/office/drawing/2014/main" id="{49F112CD-AAB9-04B2-6687-656A5CC0C246}"/>
                  </a:ext>
                </a:extLst>
              </p:cNvPr>
              <p:cNvSpPr>
                <a:spLocks noChangeAspect="1"/>
              </p:cNvSpPr>
              <p:nvPr/>
            </p:nvSpPr>
            <p:spPr>
              <a:xfrm>
                <a:off x="0" y="5962394"/>
                <a:ext cx="12192000" cy="895607"/>
              </a:xfrm>
              <a:prstGeom prst="rect">
                <a:avLst/>
              </a:prstGeom>
              <a:gradFill flip="none" rotWithShape="1">
                <a:gsLst>
                  <a:gs pos="0">
                    <a:schemeClr val="accent2">
                      <a:lumMod val="60000"/>
                      <a:lumOff val="40000"/>
                    </a:schemeClr>
                  </a:gs>
                  <a:gs pos="71000">
                    <a:schemeClr val="accent1"/>
                  </a:gs>
                </a:gsLst>
                <a:lin ang="108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accent1"/>
                  </a:solidFill>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E924BEC8-4803-2C6A-9C38-0399580E4945}"/>
              </a:ext>
            </a:extLst>
          </p:cNvPr>
          <p:cNvSpPr>
            <a:spLocks noGrp="1"/>
          </p:cNvSpPr>
          <p:nvPr>
            <p:ph type="title"/>
          </p:nvPr>
        </p:nvSpPr>
        <p:spPr/>
        <p:txBody>
          <a:bodyPr/>
          <a:lstStyle/>
          <a:p>
            <a:r>
              <a:rPr lang="zh-CN" altLang="en-US" dirty="0"/>
              <a:t>研究内容和目标</a:t>
            </a:r>
          </a:p>
        </p:txBody>
      </p:sp>
    </p:spTree>
    <p:extLst>
      <p:ext uri="{BB962C8B-B14F-4D97-AF65-F5344CB8AC3E}">
        <p14:creationId xmlns:p14="http://schemas.microsoft.com/office/powerpoint/2010/main" val="851272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en-US" altLang="zh-CN" dirty="0"/>
              <a:t>—— </a:t>
            </a:r>
            <a:r>
              <a:rPr lang="zh-CN" altLang="en-US" dirty="0"/>
              <a:t>研究方法与流程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研究路径与实施步骤</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A404D90-A22D-0D2A-377B-B69F8EF42193}"/>
              </a:ext>
            </a:extLst>
          </p:cNvPr>
          <p:cNvGrpSpPr/>
          <p:nvPr/>
        </p:nvGrpSpPr>
        <p:grpSpPr>
          <a:xfrm>
            <a:off x="673100" y="900036"/>
            <a:ext cx="10871202" cy="5335664"/>
            <a:chOff x="660399" y="1130300"/>
            <a:chExt cx="10871202" cy="5335664"/>
          </a:xfrm>
        </p:grpSpPr>
        <p:sp>
          <p:nvSpPr>
            <p:cNvPr id="4" name="Title">
              <a:extLst>
                <a:ext uri="{FF2B5EF4-FFF2-40B4-BE49-F238E27FC236}">
                  <a16:creationId xmlns:a16="http://schemas.microsoft.com/office/drawing/2014/main" id="{AEDD8436-D8C9-FB9A-2161-C8BE218551DD}"/>
                </a:ext>
              </a:extLst>
            </p:cNvPr>
            <p:cNvSpPr>
              <a:spLocks noChangeAspect="1"/>
            </p:cNvSpPr>
            <p:nvPr/>
          </p:nvSpPr>
          <p:spPr>
            <a:xfrm>
              <a:off x="673101" y="1130300"/>
              <a:ext cx="10858500" cy="7888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采用的理论框架与方法论原则</a:t>
              </a:r>
              <a:endParaRPr lang="en-US" altLang="zh-CN" sz="2400" b="1" dirty="0">
                <a:solidFill>
                  <a:schemeClr val="tx1"/>
                </a:solidFill>
              </a:endParaRPr>
            </a:p>
          </p:txBody>
        </p:sp>
        <p:grpSp>
          <p:nvGrpSpPr>
            <p:cNvPr id="5" name="组合 4">
              <a:extLst>
                <a:ext uri="{FF2B5EF4-FFF2-40B4-BE49-F238E27FC236}">
                  <a16:creationId xmlns:a16="http://schemas.microsoft.com/office/drawing/2014/main" id="{48A4A1F7-E44D-79A9-9528-D832DE130539}"/>
                </a:ext>
              </a:extLst>
            </p:cNvPr>
            <p:cNvGrpSpPr/>
            <p:nvPr/>
          </p:nvGrpSpPr>
          <p:grpSpPr>
            <a:xfrm>
              <a:off x="5411763" y="1993900"/>
              <a:ext cx="1355773" cy="1261519"/>
              <a:chOff x="5410993" y="2098726"/>
              <a:chExt cx="1355773" cy="1464423"/>
            </a:xfrm>
          </p:grpSpPr>
          <p:sp>
            <p:nvSpPr>
              <p:cNvPr id="36" name="等腰三角形 35">
                <a:extLst>
                  <a:ext uri="{FF2B5EF4-FFF2-40B4-BE49-F238E27FC236}">
                    <a16:creationId xmlns:a16="http://schemas.microsoft.com/office/drawing/2014/main" id="{B30D72A5-5393-8E2A-16F4-A3788EB46E78}"/>
                  </a:ext>
                </a:extLst>
              </p:cNvPr>
              <p:cNvSpPr/>
              <p:nvPr/>
            </p:nvSpPr>
            <p:spPr>
              <a:xfrm>
                <a:off x="5410993" y="2098726"/>
                <a:ext cx="1355773" cy="1092289"/>
              </a:xfrm>
              <a:prstGeom prst="triangle">
                <a:avLst/>
              </a:prstGeom>
              <a:gradFill flip="none" rotWithShape="1">
                <a:gsLst>
                  <a:gs pos="21101">
                    <a:schemeClr val="accent1">
                      <a:lumMod val="40000"/>
                      <a:lumOff val="60000"/>
                    </a:schemeClr>
                  </a:gs>
                  <a:gs pos="39000">
                    <a:schemeClr val="accent1">
                      <a:lumMod val="40000"/>
                      <a:lumOff val="60000"/>
                    </a:schemeClr>
                  </a:gs>
                  <a:gs pos="100000">
                    <a:schemeClr val="accent1"/>
                  </a:gs>
                </a:gsLst>
                <a:lin ang="16200000" scaled="0"/>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288000" rtlCol="0" anchor="ctr" anchorCtr="0">
                <a:noAutofit/>
              </a:bodyPr>
              <a:lstStyle/>
              <a:p>
                <a:pPr algn="ct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37" name="菱形 36">
                <a:extLst>
                  <a:ext uri="{FF2B5EF4-FFF2-40B4-BE49-F238E27FC236}">
                    <a16:creationId xmlns:a16="http://schemas.microsoft.com/office/drawing/2014/main" id="{0EA23007-2686-ACA1-B96E-7F53F1876949}"/>
                  </a:ext>
                </a:extLst>
              </p:cNvPr>
              <p:cNvSpPr/>
              <p:nvPr/>
            </p:nvSpPr>
            <p:spPr>
              <a:xfrm>
                <a:off x="5412079" y="2818881"/>
                <a:ext cx="1353600" cy="744268"/>
              </a:xfrm>
              <a:prstGeom prst="diamond">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6" name="菱形 5">
              <a:extLst>
                <a:ext uri="{FF2B5EF4-FFF2-40B4-BE49-F238E27FC236}">
                  <a16:creationId xmlns:a16="http://schemas.microsoft.com/office/drawing/2014/main" id="{73475968-CBD4-45F9-EF03-222905880C2E}"/>
                </a:ext>
              </a:extLst>
            </p:cNvPr>
            <p:cNvSpPr/>
            <p:nvPr/>
          </p:nvSpPr>
          <p:spPr>
            <a:xfrm>
              <a:off x="5031636" y="2863763"/>
              <a:ext cx="2116028" cy="871920"/>
            </a:xfrm>
            <a:prstGeom prst="diamond">
              <a:avLst/>
            </a:prstGeom>
            <a:gradFill flip="none" rotWithShape="1">
              <a:gsLst>
                <a:gs pos="23000">
                  <a:schemeClr val="accent2">
                    <a:lumMod val="40000"/>
                    <a:lumOff val="60000"/>
                  </a:schemeClr>
                </a:gs>
                <a:gs pos="100000">
                  <a:schemeClr val="accent2"/>
                </a:gs>
              </a:gsLst>
              <a:lin ang="16200000" scaled="0"/>
              <a:tileRect/>
            </a:gradFill>
            <a:ln>
              <a:noFill/>
            </a:ln>
            <a:effectLst>
              <a:outerShdw blurRad="50800" dist="50800" dir="540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lnSpcReduction="10000"/>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02</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7" name="菱形 6">
              <a:extLst>
                <a:ext uri="{FF2B5EF4-FFF2-40B4-BE49-F238E27FC236}">
                  <a16:creationId xmlns:a16="http://schemas.microsoft.com/office/drawing/2014/main" id="{E2CB6377-C7CF-8EB9-191A-5B1D34D40376}"/>
                </a:ext>
              </a:extLst>
            </p:cNvPr>
            <p:cNvSpPr>
              <a:spLocks/>
            </p:cNvSpPr>
            <p:nvPr/>
          </p:nvSpPr>
          <p:spPr>
            <a:xfrm>
              <a:off x="4518364" y="3492129"/>
              <a:ext cx="3142572" cy="1043026"/>
            </a:xfrm>
            <a:prstGeom prst="diamond">
              <a:avLst/>
            </a:prstGeom>
            <a:gradFill flip="none" rotWithShape="1">
              <a:gsLst>
                <a:gs pos="23000">
                  <a:schemeClr val="accent1">
                    <a:lumMod val="40000"/>
                    <a:lumOff val="60000"/>
                  </a:schemeClr>
                </a:gs>
                <a:gs pos="100000">
                  <a:schemeClr val="accent1"/>
                </a:gs>
              </a:gsLst>
              <a:lin ang="16200000" scaled="0"/>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03</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8" name="文本框 7">
              <a:extLst>
                <a:ext uri="{FF2B5EF4-FFF2-40B4-BE49-F238E27FC236}">
                  <a16:creationId xmlns:a16="http://schemas.microsoft.com/office/drawing/2014/main" id="{1554AFA5-A5BA-866F-81E4-C8FAD11436AD}"/>
                </a:ext>
              </a:extLst>
            </p:cNvPr>
            <p:cNvSpPr txBox="1"/>
            <p:nvPr/>
          </p:nvSpPr>
          <p:spPr>
            <a:xfrm>
              <a:off x="5632449" y="2469846"/>
              <a:ext cx="914400" cy="461665"/>
            </a:xfrm>
            <a:prstGeom prst="rect">
              <a:avLst/>
            </a:prstGeom>
            <a:noFill/>
          </p:spPr>
          <p:txBody>
            <a:bodyPr wrap="square">
              <a:sp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01</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9" name="菱形 8">
              <a:extLst>
                <a:ext uri="{FF2B5EF4-FFF2-40B4-BE49-F238E27FC236}">
                  <a16:creationId xmlns:a16="http://schemas.microsoft.com/office/drawing/2014/main" id="{A69E4822-8206-5F2F-A73E-D07A18E4B971}"/>
                </a:ext>
              </a:extLst>
            </p:cNvPr>
            <p:cNvSpPr>
              <a:spLocks/>
            </p:cNvSpPr>
            <p:nvPr/>
          </p:nvSpPr>
          <p:spPr>
            <a:xfrm>
              <a:off x="4223354" y="4291601"/>
              <a:ext cx="3732592" cy="1043026"/>
            </a:xfrm>
            <a:prstGeom prst="diamond">
              <a:avLst/>
            </a:prstGeom>
            <a:gradFill flip="none" rotWithShape="1">
              <a:gsLst>
                <a:gs pos="23000">
                  <a:schemeClr val="accent2">
                    <a:lumMod val="40000"/>
                    <a:lumOff val="60000"/>
                  </a:schemeClr>
                </a:gs>
                <a:gs pos="100000">
                  <a:schemeClr val="accent2"/>
                </a:gs>
              </a:gsLst>
              <a:lin ang="16200000" scaled="0"/>
              <a:tileRect/>
            </a:gradFill>
            <a:ln>
              <a:noFill/>
            </a:ln>
            <a:effectLst>
              <a:outerShdw blurRad="50800" dist="50800" dir="540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04</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sp>
          <p:nvSpPr>
            <p:cNvPr id="10" name="菱形 9">
              <a:extLst>
                <a:ext uri="{FF2B5EF4-FFF2-40B4-BE49-F238E27FC236}">
                  <a16:creationId xmlns:a16="http://schemas.microsoft.com/office/drawing/2014/main" id="{2DA185D4-C1E4-0A93-5B35-532CAAB93C64}"/>
                </a:ext>
              </a:extLst>
            </p:cNvPr>
            <p:cNvSpPr>
              <a:spLocks/>
            </p:cNvSpPr>
            <p:nvPr/>
          </p:nvSpPr>
          <p:spPr>
            <a:xfrm>
              <a:off x="3898899" y="5091074"/>
              <a:ext cx="4381502" cy="1043026"/>
            </a:xfrm>
            <a:prstGeom prst="diamond">
              <a:avLst/>
            </a:prstGeom>
            <a:gradFill flip="none" rotWithShape="1">
              <a:gsLst>
                <a:gs pos="23000">
                  <a:schemeClr val="accent1">
                    <a:lumMod val="40000"/>
                    <a:lumOff val="60000"/>
                  </a:schemeClr>
                </a:gs>
                <a:gs pos="100000">
                  <a:schemeClr val="accent1"/>
                </a:gs>
              </a:gsLst>
              <a:lin ang="16200000" scaled="0"/>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en-US" altLang="zh-CN" sz="2400" b="1" dirty="0">
                  <a:solidFill>
                    <a:srgbClr val="FFFFFF"/>
                  </a:solidFill>
                  <a:latin typeface="Arial" panose="020B0604020202020204" pitchFamily="34" charset="0"/>
                  <a:ea typeface="微软雅黑" panose="020B0503020204020204" pitchFamily="34" charset="-122"/>
                </a:rPr>
                <a:t>05</a:t>
              </a:r>
              <a:endParaRPr kumimoji="1" lang="zh-CN" altLang="en-US" sz="2400" b="1" dirty="0">
                <a:solidFill>
                  <a:srgbClr val="FFFFFF"/>
                </a:solidFill>
                <a:latin typeface="Arial" panose="020B0604020202020204" pitchFamily="34" charset="0"/>
                <a:ea typeface="微软雅黑" panose="020B0503020204020204" pitchFamily="34" charset="-122"/>
              </a:endParaRPr>
            </a:p>
          </p:txBody>
        </p:sp>
        <p:grpSp>
          <p:nvGrpSpPr>
            <p:cNvPr id="11" name="组合 1">
              <a:extLst>
                <a:ext uri="{FF2B5EF4-FFF2-40B4-BE49-F238E27FC236}">
                  <a16:creationId xmlns:a16="http://schemas.microsoft.com/office/drawing/2014/main" id="{86C6D77F-31E9-B8B8-61F4-28B0D2B21F7C}"/>
                </a:ext>
              </a:extLst>
            </p:cNvPr>
            <p:cNvGrpSpPr>
              <a:grpSpLocks noChangeAspect="1"/>
            </p:cNvGrpSpPr>
            <p:nvPr/>
          </p:nvGrpSpPr>
          <p:grpSpPr>
            <a:xfrm>
              <a:off x="660400" y="2144296"/>
              <a:ext cx="4220158" cy="1323850"/>
              <a:chOff x="3217731" y="2445007"/>
              <a:chExt cx="5743839" cy="3340609"/>
            </a:xfrm>
          </p:grpSpPr>
          <p:sp>
            <p:nvSpPr>
              <p:cNvPr id="32" name="ComponentBackground1">
                <a:extLst>
                  <a:ext uri="{FF2B5EF4-FFF2-40B4-BE49-F238E27FC236}">
                    <a16:creationId xmlns:a16="http://schemas.microsoft.com/office/drawing/2014/main" id="{32D349F6-ADFB-6566-0649-A3E5AB4F80BC}"/>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33" name="组合 4">
                <a:extLst>
                  <a:ext uri="{FF2B5EF4-FFF2-40B4-BE49-F238E27FC236}">
                    <a16:creationId xmlns:a16="http://schemas.microsoft.com/office/drawing/2014/main" id="{CB9425D7-CA8C-75C2-A0FE-98B627C493AD}"/>
                  </a:ext>
                </a:extLst>
              </p:cNvPr>
              <p:cNvGrpSpPr/>
              <p:nvPr/>
            </p:nvGrpSpPr>
            <p:grpSpPr>
              <a:xfrm>
                <a:off x="3553504" y="2580256"/>
                <a:ext cx="5313325" cy="2528555"/>
                <a:chOff x="4286439" y="1525676"/>
                <a:chExt cx="5313325" cy="2528555"/>
              </a:xfrm>
            </p:grpSpPr>
            <p:sp>
              <p:nvSpPr>
                <p:cNvPr id="34" name="Text1">
                  <a:extLst>
                    <a:ext uri="{FF2B5EF4-FFF2-40B4-BE49-F238E27FC236}">
                      <a16:creationId xmlns:a16="http://schemas.microsoft.com/office/drawing/2014/main" id="{4C3FED9F-A737-DD4A-ADD0-3D8333BFD8DD}"/>
                    </a:ext>
                  </a:extLst>
                </p:cNvPr>
                <p:cNvSpPr>
                  <a:spLocks/>
                </p:cNvSpPr>
                <p:nvPr/>
              </p:nvSpPr>
              <p:spPr>
                <a:xfrm>
                  <a:off x="4286439" y="2585983"/>
                  <a:ext cx="5313325"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Bullet1">
                  <a:extLst>
                    <a:ext uri="{FF2B5EF4-FFF2-40B4-BE49-F238E27FC236}">
                      <a16:creationId xmlns:a16="http://schemas.microsoft.com/office/drawing/2014/main" id="{611E553C-4DCF-84E1-9758-52CF15AD85B1}"/>
                    </a:ext>
                  </a:extLst>
                </p:cNvPr>
                <p:cNvSpPr txBox="1">
                  <a:spLocks/>
                </p:cNvSpPr>
                <p:nvPr/>
              </p:nvSpPr>
              <p:spPr bwMode="auto">
                <a:xfrm>
                  <a:off x="4286441" y="1525676"/>
                  <a:ext cx="5076003"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2" name="组合 1">
              <a:extLst>
                <a:ext uri="{FF2B5EF4-FFF2-40B4-BE49-F238E27FC236}">
                  <a16:creationId xmlns:a16="http://schemas.microsoft.com/office/drawing/2014/main" id="{2FD841F5-59E7-49F1-D1E9-7F4059BDE90B}"/>
                </a:ext>
              </a:extLst>
            </p:cNvPr>
            <p:cNvGrpSpPr>
              <a:grpSpLocks noChangeAspect="1"/>
            </p:cNvGrpSpPr>
            <p:nvPr/>
          </p:nvGrpSpPr>
          <p:grpSpPr>
            <a:xfrm>
              <a:off x="8011887" y="2893751"/>
              <a:ext cx="3507014" cy="1323850"/>
              <a:chOff x="3217731" y="2445007"/>
              <a:chExt cx="5743839" cy="3340609"/>
            </a:xfrm>
          </p:grpSpPr>
          <p:sp>
            <p:nvSpPr>
              <p:cNvPr id="28" name="ComponentBackground2">
                <a:extLst>
                  <a:ext uri="{FF2B5EF4-FFF2-40B4-BE49-F238E27FC236}">
                    <a16:creationId xmlns:a16="http://schemas.microsoft.com/office/drawing/2014/main" id="{C1405802-DFDD-1414-4594-0A4EB775CB58}"/>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29" name="组合 4">
                <a:extLst>
                  <a:ext uri="{FF2B5EF4-FFF2-40B4-BE49-F238E27FC236}">
                    <a16:creationId xmlns:a16="http://schemas.microsoft.com/office/drawing/2014/main" id="{AA4E5233-01C2-AC8F-6694-647F8C7AA6E2}"/>
                  </a:ext>
                </a:extLst>
              </p:cNvPr>
              <p:cNvGrpSpPr/>
              <p:nvPr/>
            </p:nvGrpSpPr>
            <p:grpSpPr>
              <a:xfrm>
                <a:off x="3553505" y="2580256"/>
                <a:ext cx="5076005" cy="2528555"/>
                <a:chOff x="4286440" y="1525676"/>
                <a:chExt cx="5076005" cy="2528555"/>
              </a:xfrm>
            </p:grpSpPr>
            <p:sp>
              <p:nvSpPr>
                <p:cNvPr id="30" name="Text2">
                  <a:extLst>
                    <a:ext uri="{FF2B5EF4-FFF2-40B4-BE49-F238E27FC236}">
                      <a16:creationId xmlns:a16="http://schemas.microsoft.com/office/drawing/2014/main" id="{1502F992-1596-72AC-EDE0-1F2EE7C7E637}"/>
                    </a:ext>
                  </a:extLst>
                </p:cNvPr>
                <p:cNvSpPr>
                  <a:spLocks/>
                </p:cNvSpPr>
                <p:nvPr/>
              </p:nvSpPr>
              <p:spPr>
                <a:xfrm>
                  <a:off x="4286442" y="2585983"/>
                  <a:ext cx="5076003"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Bullet2">
                  <a:extLst>
                    <a:ext uri="{FF2B5EF4-FFF2-40B4-BE49-F238E27FC236}">
                      <a16:creationId xmlns:a16="http://schemas.microsoft.com/office/drawing/2014/main" id="{5892F47F-D0E0-C3D9-846E-7ED6687BFEC1}"/>
                    </a:ext>
                  </a:extLst>
                </p:cNvPr>
                <p:cNvSpPr txBox="1">
                  <a:spLocks/>
                </p:cNvSpPr>
                <p:nvPr/>
              </p:nvSpPr>
              <p:spPr bwMode="auto">
                <a:xfrm>
                  <a:off x="4286440" y="1525676"/>
                  <a:ext cx="5076003"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3" name="组合 1">
              <a:extLst>
                <a:ext uri="{FF2B5EF4-FFF2-40B4-BE49-F238E27FC236}">
                  <a16:creationId xmlns:a16="http://schemas.microsoft.com/office/drawing/2014/main" id="{2134B493-6597-47EC-8DD3-4CB5055E8507}"/>
                </a:ext>
              </a:extLst>
            </p:cNvPr>
            <p:cNvGrpSpPr>
              <a:grpSpLocks noChangeAspect="1"/>
            </p:cNvGrpSpPr>
            <p:nvPr/>
          </p:nvGrpSpPr>
          <p:grpSpPr>
            <a:xfrm>
              <a:off x="660399" y="3643206"/>
              <a:ext cx="3344693" cy="1323850"/>
              <a:chOff x="3217731" y="2445007"/>
              <a:chExt cx="5743839" cy="3340609"/>
            </a:xfrm>
          </p:grpSpPr>
          <p:sp>
            <p:nvSpPr>
              <p:cNvPr id="24" name="ComponentBackground3">
                <a:extLst>
                  <a:ext uri="{FF2B5EF4-FFF2-40B4-BE49-F238E27FC236}">
                    <a16:creationId xmlns:a16="http://schemas.microsoft.com/office/drawing/2014/main" id="{2FFDDB07-B5F0-A15D-E0A7-0FBA699A57B1}"/>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25" name="组合 4">
                <a:extLst>
                  <a:ext uri="{FF2B5EF4-FFF2-40B4-BE49-F238E27FC236}">
                    <a16:creationId xmlns:a16="http://schemas.microsoft.com/office/drawing/2014/main" id="{75849CE3-28ED-73CD-253D-6D3F19E6D55F}"/>
                  </a:ext>
                </a:extLst>
              </p:cNvPr>
              <p:cNvGrpSpPr/>
              <p:nvPr/>
            </p:nvGrpSpPr>
            <p:grpSpPr>
              <a:xfrm>
                <a:off x="3553505" y="2580256"/>
                <a:ext cx="5076005" cy="2528555"/>
                <a:chOff x="4286440" y="1525676"/>
                <a:chExt cx="5076005" cy="2528555"/>
              </a:xfrm>
            </p:grpSpPr>
            <p:sp>
              <p:nvSpPr>
                <p:cNvPr id="26" name="Text3">
                  <a:extLst>
                    <a:ext uri="{FF2B5EF4-FFF2-40B4-BE49-F238E27FC236}">
                      <a16:creationId xmlns:a16="http://schemas.microsoft.com/office/drawing/2014/main" id="{22C73A9A-F4FC-986A-876F-501F4D56CAAE}"/>
                    </a:ext>
                  </a:extLst>
                </p:cNvPr>
                <p:cNvSpPr>
                  <a:spLocks/>
                </p:cNvSpPr>
                <p:nvPr/>
              </p:nvSpPr>
              <p:spPr>
                <a:xfrm>
                  <a:off x="4286440" y="2585983"/>
                  <a:ext cx="5076003"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Bullet3">
                  <a:extLst>
                    <a:ext uri="{FF2B5EF4-FFF2-40B4-BE49-F238E27FC236}">
                      <a16:creationId xmlns:a16="http://schemas.microsoft.com/office/drawing/2014/main" id="{8906FD89-AE77-5910-65FB-A3F3803DF12C}"/>
                    </a:ext>
                  </a:extLst>
                </p:cNvPr>
                <p:cNvSpPr txBox="1">
                  <a:spLocks/>
                </p:cNvSpPr>
                <p:nvPr/>
              </p:nvSpPr>
              <p:spPr bwMode="auto">
                <a:xfrm>
                  <a:off x="4286442" y="1525676"/>
                  <a:ext cx="5076003"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4" name="组合 1">
              <a:extLst>
                <a:ext uri="{FF2B5EF4-FFF2-40B4-BE49-F238E27FC236}">
                  <a16:creationId xmlns:a16="http://schemas.microsoft.com/office/drawing/2014/main" id="{F957561F-08D3-4FA1-D490-54ECBCD6AACE}"/>
                </a:ext>
              </a:extLst>
            </p:cNvPr>
            <p:cNvGrpSpPr>
              <a:grpSpLocks noChangeAspect="1"/>
            </p:cNvGrpSpPr>
            <p:nvPr/>
          </p:nvGrpSpPr>
          <p:grpSpPr>
            <a:xfrm>
              <a:off x="8575411" y="4392661"/>
              <a:ext cx="2943489" cy="1323850"/>
              <a:chOff x="3217731" y="2445007"/>
              <a:chExt cx="5743839" cy="3340609"/>
            </a:xfrm>
          </p:grpSpPr>
          <p:sp>
            <p:nvSpPr>
              <p:cNvPr id="20" name="ComponentBackground4">
                <a:extLst>
                  <a:ext uri="{FF2B5EF4-FFF2-40B4-BE49-F238E27FC236}">
                    <a16:creationId xmlns:a16="http://schemas.microsoft.com/office/drawing/2014/main" id="{2271616C-F197-C062-5F9A-AC5F87F69C70}"/>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21" name="组合 4">
                <a:extLst>
                  <a:ext uri="{FF2B5EF4-FFF2-40B4-BE49-F238E27FC236}">
                    <a16:creationId xmlns:a16="http://schemas.microsoft.com/office/drawing/2014/main" id="{F1977B0E-B9F9-1ACF-2C04-32ECD6536431}"/>
                  </a:ext>
                </a:extLst>
              </p:cNvPr>
              <p:cNvGrpSpPr/>
              <p:nvPr/>
            </p:nvGrpSpPr>
            <p:grpSpPr>
              <a:xfrm>
                <a:off x="3553506" y="2580256"/>
                <a:ext cx="5076004" cy="2528555"/>
                <a:chOff x="4286441" y="1525676"/>
                <a:chExt cx="5076004" cy="2528555"/>
              </a:xfrm>
            </p:grpSpPr>
            <p:sp>
              <p:nvSpPr>
                <p:cNvPr id="22" name="Text4">
                  <a:extLst>
                    <a:ext uri="{FF2B5EF4-FFF2-40B4-BE49-F238E27FC236}">
                      <a16:creationId xmlns:a16="http://schemas.microsoft.com/office/drawing/2014/main" id="{61CA061B-4BE0-7047-640A-0BF345444970}"/>
                    </a:ext>
                  </a:extLst>
                </p:cNvPr>
                <p:cNvSpPr>
                  <a:spLocks/>
                </p:cNvSpPr>
                <p:nvPr/>
              </p:nvSpPr>
              <p:spPr>
                <a:xfrm>
                  <a:off x="4286441" y="2585983"/>
                  <a:ext cx="5076004"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Bullet4">
                  <a:extLst>
                    <a:ext uri="{FF2B5EF4-FFF2-40B4-BE49-F238E27FC236}">
                      <a16:creationId xmlns:a16="http://schemas.microsoft.com/office/drawing/2014/main" id="{9D35F612-6A74-C491-60D6-D061491BF79A}"/>
                    </a:ext>
                  </a:extLst>
                </p:cNvPr>
                <p:cNvSpPr txBox="1">
                  <a:spLocks/>
                </p:cNvSpPr>
                <p:nvPr/>
              </p:nvSpPr>
              <p:spPr bwMode="auto">
                <a:xfrm>
                  <a:off x="4286441" y="1525676"/>
                  <a:ext cx="5076004"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nvGrpSpPr>
            <p:cNvPr id="15" name="组合 1">
              <a:extLst>
                <a:ext uri="{FF2B5EF4-FFF2-40B4-BE49-F238E27FC236}">
                  <a16:creationId xmlns:a16="http://schemas.microsoft.com/office/drawing/2014/main" id="{8365845F-5F79-9A1D-1D84-1B1D6470F461}"/>
                </a:ext>
              </a:extLst>
            </p:cNvPr>
            <p:cNvGrpSpPr>
              <a:grpSpLocks noChangeAspect="1"/>
            </p:cNvGrpSpPr>
            <p:nvPr/>
          </p:nvGrpSpPr>
          <p:grpSpPr>
            <a:xfrm>
              <a:off x="660399" y="5142114"/>
              <a:ext cx="2914045" cy="1323850"/>
              <a:chOff x="3217731" y="2445007"/>
              <a:chExt cx="5743839" cy="3340609"/>
            </a:xfrm>
          </p:grpSpPr>
          <p:sp>
            <p:nvSpPr>
              <p:cNvPr id="16" name="ComponentBackground5">
                <a:extLst>
                  <a:ext uri="{FF2B5EF4-FFF2-40B4-BE49-F238E27FC236}">
                    <a16:creationId xmlns:a16="http://schemas.microsoft.com/office/drawing/2014/main" id="{35C5FC6A-566A-8B2A-0377-32894952D164}"/>
                  </a:ext>
                </a:extLst>
              </p:cNvPr>
              <p:cNvSpPr>
                <a:spLocks/>
              </p:cNvSpPr>
              <p:nvPr/>
            </p:nvSpPr>
            <p:spPr>
              <a:xfrm>
                <a:off x="3217731" y="2445007"/>
                <a:ext cx="5743839" cy="3340609"/>
              </a:xfrm>
              <a:prstGeom prst="roundRect">
                <a:avLst>
                  <a:gd name="adj" fmla="val 1751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grpSp>
            <p:nvGrpSpPr>
              <p:cNvPr id="17" name="组合 4">
                <a:extLst>
                  <a:ext uri="{FF2B5EF4-FFF2-40B4-BE49-F238E27FC236}">
                    <a16:creationId xmlns:a16="http://schemas.microsoft.com/office/drawing/2014/main" id="{DBB659D3-24D4-E95A-59B3-4D1FCAE7A85C}"/>
                  </a:ext>
                </a:extLst>
              </p:cNvPr>
              <p:cNvGrpSpPr/>
              <p:nvPr/>
            </p:nvGrpSpPr>
            <p:grpSpPr>
              <a:xfrm>
                <a:off x="3553508" y="2580256"/>
                <a:ext cx="5076002" cy="2528555"/>
                <a:chOff x="4286443" y="1525676"/>
                <a:chExt cx="5076002" cy="2528555"/>
              </a:xfrm>
            </p:grpSpPr>
            <p:sp>
              <p:nvSpPr>
                <p:cNvPr id="18" name="Text5">
                  <a:extLst>
                    <a:ext uri="{FF2B5EF4-FFF2-40B4-BE49-F238E27FC236}">
                      <a16:creationId xmlns:a16="http://schemas.microsoft.com/office/drawing/2014/main" id="{58F36C97-5AD5-016A-FAB5-F568AD42B9D4}"/>
                    </a:ext>
                  </a:extLst>
                </p:cNvPr>
                <p:cNvSpPr>
                  <a:spLocks/>
                </p:cNvSpPr>
                <p:nvPr/>
              </p:nvSpPr>
              <p:spPr>
                <a:xfrm>
                  <a:off x="4286443" y="2585983"/>
                  <a:ext cx="5076002" cy="1468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Bullet5">
                  <a:extLst>
                    <a:ext uri="{FF2B5EF4-FFF2-40B4-BE49-F238E27FC236}">
                      <a16:creationId xmlns:a16="http://schemas.microsoft.com/office/drawing/2014/main" id="{292B1BF4-4A53-3979-7476-AB769D1EC96F}"/>
                    </a:ext>
                  </a:extLst>
                </p:cNvPr>
                <p:cNvSpPr txBox="1">
                  <a:spLocks/>
                </p:cNvSpPr>
                <p:nvPr/>
              </p:nvSpPr>
              <p:spPr bwMode="auto">
                <a:xfrm>
                  <a:off x="4286443" y="1525676"/>
                  <a:ext cx="5076000" cy="104357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grpSp>
        </p:grpSp>
      </p:grpSp>
      <p:sp>
        <p:nvSpPr>
          <p:cNvPr id="2" name="标题 1">
            <a:extLst>
              <a:ext uri="{FF2B5EF4-FFF2-40B4-BE49-F238E27FC236}">
                <a16:creationId xmlns:a16="http://schemas.microsoft.com/office/drawing/2014/main" id="{AD6BA705-6469-2163-2E13-720860843ADF}"/>
              </a:ext>
            </a:extLst>
          </p:cNvPr>
          <p:cNvSpPr>
            <a:spLocks noGrp="1"/>
          </p:cNvSpPr>
          <p:nvPr>
            <p:ph type="title"/>
          </p:nvPr>
        </p:nvSpPr>
        <p:spPr/>
        <p:txBody>
          <a:bodyPr/>
          <a:lstStyle/>
          <a:p>
            <a:r>
              <a:rPr lang="zh-CN" altLang="en-US" dirty="0"/>
              <a:t>研究方法论</a:t>
            </a:r>
          </a:p>
        </p:txBody>
      </p:sp>
    </p:spTree>
    <p:extLst>
      <p:ext uri="{BB962C8B-B14F-4D97-AF65-F5344CB8AC3E}">
        <p14:creationId xmlns:p14="http://schemas.microsoft.com/office/powerpoint/2010/main" val="1656903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CD383F1-9B7F-D75D-5707-BCE94BE9AAE0}"/>
              </a:ext>
            </a:extLst>
          </p:cNvPr>
          <p:cNvGrpSpPr/>
          <p:nvPr/>
        </p:nvGrpSpPr>
        <p:grpSpPr>
          <a:xfrm>
            <a:off x="0" y="1130300"/>
            <a:ext cx="12190419" cy="5727700"/>
            <a:chOff x="0" y="1130300"/>
            <a:chExt cx="12190419" cy="5727700"/>
          </a:xfrm>
        </p:grpSpPr>
        <p:sp>
          <p:nvSpPr>
            <p:cNvPr id="4" name="任意多边形: 形状 3">
              <a:extLst>
                <a:ext uri="{FF2B5EF4-FFF2-40B4-BE49-F238E27FC236}">
                  <a16:creationId xmlns:a16="http://schemas.microsoft.com/office/drawing/2014/main" id="{1EBFA91B-2DB8-9EED-FEA0-EE6278470FBB}"/>
                </a:ext>
              </a:extLst>
            </p:cNvPr>
            <p:cNvSpPr/>
            <p:nvPr/>
          </p:nvSpPr>
          <p:spPr>
            <a:xfrm>
              <a:off x="0" y="2340759"/>
              <a:ext cx="12190419" cy="4517241"/>
            </a:xfrm>
            <a:custGeom>
              <a:avLst/>
              <a:gdLst>
                <a:gd name="connsiteX0" fmla="*/ 12190419 w 12190419"/>
                <a:gd name="connsiteY0" fmla="*/ 0 h 4517241"/>
                <a:gd name="connsiteX1" fmla="*/ 12102655 w 12190419"/>
                <a:gd name="connsiteY1" fmla="*/ 1795750 h 4517241"/>
                <a:gd name="connsiteX2" fmla="*/ 11771526 w 12190419"/>
                <a:gd name="connsiteY2" fmla="*/ 1573258 h 4517241"/>
                <a:gd name="connsiteX3" fmla="*/ 10136597 w 12190419"/>
                <a:gd name="connsiteY3" fmla="*/ 2752293 h 4517241"/>
                <a:gd name="connsiteX4" fmla="*/ 3329778 w 12190419"/>
                <a:gd name="connsiteY4" fmla="*/ 4499523 h 4517241"/>
                <a:gd name="connsiteX5" fmla="*/ 3071770 w 12190419"/>
                <a:gd name="connsiteY5" fmla="*/ 4517241 h 4517241"/>
                <a:gd name="connsiteX6" fmla="*/ 0 w 12190419"/>
                <a:gd name="connsiteY6" fmla="*/ 4517241 h 4517241"/>
                <a:gd name="connsiteX7" fmla="*/ 0 w 12190419"/>
                <a:gd name="connsiteY7" fmla="*/ 4235416 h 4517241"/>
                <a:gd name="connsiteX8" fmla="*/ 10895947 w 12190419"/>
                <a:gd name="connsiteY8" fmla="*/ 985006 h 4517241"/>
                <a:gd name="connsiteX9" fmla="*/ 10441475 w 12190419"/>
                <a:gd name="connsiteY9" fmla="*/ 679811 h 451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19" h="4517241">
                  <a:moveTo>
                    <a:pt x="12190419" y="0"/>
                  </a:moveTo>
                  <a:lnTo>
                    <a:pt x="12102655" y="1795750"/>
                  </a:lnTo>
                  <a:lnTo>
                    <a:pt x="11771526" y="1573258"/>
                  </a:lnTo>
                  <a:cubicBezTo>
                    <a:pt x="11771684" y="1573416"/>
                    <a:pt x="10833011" y="2382896"/>
                    <a:pt x="10136597" y="2752293"/>
                  </a:cubicBezTo>
                  <a:cubicBezTo>
                    <a:pt x="8941833" y="3465124"/>
                    <a:pt x="6868289" y="4232197"/>
                    <a:pt x="3329778" y="4499523"/>
                  </a:cubicBezTo>
                  <a:lnTo>
                    <a:pt x="3071770" y="4517241"/>
                  </a:lnTo>
                  <a:lnTo>
                    <a:pt x="0" y="4517241"/>
                  </a:lnTo>
                  <a:lnTo>
                    <a:pt x="0" y="4235416"/>
                  </a:lnTo>
                  <a:cubicBezTo>
                    <a:pt x="7993272" y="4235416"/>
                    <a:pt x="10503306" y="1488183"/>
                    <a:pt x="10895947" y="985006"/>
                  </a:cubicBezTo>
                  <a:lnTo>
                    <a:pt x="10441475" y="679811"/>
                  </a:lnTo>
                  <a:close/>
                </a:path>
              </a:pathLst>
            </a:custGeom>
            <a:gradFill flip="none" rotWithShape="1">
              <a:gsLst>
                <a:gs pos="0">
                  <a:schemeClr val="accent1">
                    <a:lumMod val="20000"/>
                    <a:lumOff val="80000"/>
                  </a:schemeClr>
                </a:gs>
                <a:gs pos="70000">
                  <a:schemeClr val="accent1">
                    <a:alpha val="50000"/>
                  </a:schemeClr>
                </a:gs>
              </a:gsLst>
              <a:lin ang="0" scaled="1"/>
              <a:tileRect/>
            </a:gradFill>
            <a:ln w="15813" cap="flat">
              <a:noFill/>
              <a:prstDash val="solid"/>
              <a:miter/>
            </a:ln>
          </p:spPr>
          <p:txBody>
            <a:bodyPr rtlCol="0" anchor="ctr"/>
            <a:lstStyle/>
            <a:p>
              <a:endParaRPr lang="zh-CN" altLang="en-US">
                <a:cs typeface="+mn-ea"/>
                <a:sym typeface="+mn-lt"/>
              </a:endParaRPr>
            </a:p>
          </p:txBody>
        </p:sp>
        <p:sp>
          <p:nvSpPr>
            <p:cNvPr id="5" name="Title">
              <a:extLst>
                <a:ext uri="{FF2B5EF4-FFF2-40B4-BE49-F238E27FC236}">
                  <a16:creationId xmlns:a16="http://schemas.microsoft.com/office/drawing/2014/main" id="{3F82E859-03E6-4FFB-B3B1-E53C7B41B888}"/>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研究步骤：文献回顾、数据采集、分析与论证</a:t>
              </a:r>
              <a:endParaRPr lang="zh-CN" altLang="en-US" sz="2400" b="1" dirty="0">
                <a:cs typeface="+mn-ea"/>
                <a:sym typeface="+mn-lt"/>
              </a:endParaRPr>
            </a:p>
          </p:txBody>
        </p:sp>
        <p:cxnSp>
          <p:nvCxnSpPr>
            <p:cNvPr id="6" name="Line1">
              <a:extLst>
                <a:ext uri="{FF2B5EF4-FFF2-40B4-BE49-F238E27FC236}">
                  <a16:creationId xmlns:a16="http://schemas.microsoft.com/office/drawing/2014/main" id="{07987B44-D4A3-9EDE-B3E8-4B543C3D8219}"/>
                </a:ext>
              </a:extLst>
            </p:cNvPr>
            <p:cNvCxnSpPr>
              <a:cxnSpLocks/>
            </p:cNvCxnSpPr>
            <p:nvPr/>
          </p:nvCxnSpPr>
          <p:spPr>
            <a:xfrm>
              <a:off x="732178" y="4384336"/>
              <a:ext cx="0" cy="1677985"/>
            </a:xfrm>
            <a:prstGeom prst="line">
              <a:avLst/>
            </a:prstGeom>
            <a:gradFill flip="none" rotWithShape="1">
              <a:gsLst>
                <a:gs pos="0">
                  <a:schemeClr val="accent1">
                    <a:lumMod val="60000"/>
                    <a:lumOff val="40000"/>
                  </a:schemeClr>
                </a:gs>
                <a:gs pos="70000">
                  <a:schemeClr val="accent1"/>
                </a:gs>
              </a:gsLst>
              <a:lin ang="0" scaled="1"/>
              <a:tileRect/>
            </a:gradFill>
            <a:ln w="6350" cap="flat">
              <a:solidFill>
                <a:schemeClr val="accent1">
                  <a:alpha val="50000"/>
                </a:schemeClr>
              </a:solidFill>
              <a:prstDash val="solid"/>
              <a:miter/>
            </a:ln>
          </p:spPr>
        </p:cxnSp>
        <p:sp>
          <p:nvSpPr>
            <p:cNvPr id="7" name="Obj1">
              <a:extLst>
                <a:ext uri="{FF2B5EF4-FFF2-40B4-BE49-F238E27FC236}">
                  <a16:creationId xmlns:a16="http://schemas.microsoft.com/office/drawing/2014/main" id="{80113CA3-F3F1-38F7-2F83-F099066036AE}"/>
                </a:ext>
              </a:extLst>
            </p:cNvPr>
            <p:cNvSpPr/>
            <p:nvPr/>
          </p:nvSpPr>
          <p:spPr>
            <a:xfrm>
              <a:off x="660400" y="5990543"/>
              <a:ext cx="143557" cy="143557"/>
            </a:xfrm>
            <a:prstGeom prst="ellipse">
              <a:avLst/>
            </a:prstGeom>
            <a:gradFill flip="none" rotWithShape="1">
              <a:gsLst>
                <a:gs pos="0">
                  <a:schemeClr val="accent1">
                    <a:lumMod val="60000"/>
                    <a:lumOff val="40000"/>
                  </a:schemeClr>
                </a:gs>
                <a:gs pos="70000">
                  <a:schemeClr val="accent1"/>
                </a:gs>
              </a:gsLst>
              <a:lin ang="0" scaled="1"/>
              <a:tileRect/>
            </a:gradFill>
            <a:ln w="158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cs typeface="+mn-ea"/>
                <a:sym typeface="+mn-lt"/>
              </a:endParaRPr>
            </a:p>
          </p:txBody>
        </p:sp>
        <p:cxnSp>
          <p:nvCxnSpPr>
            <p:cNvPr id="8" name="Line2">
              <a:extLst>
                <a:ext uri="{FF2B5EF4-FFF2-40B4-BE49-F238E27FC236}">
                  <a16:creationId xmlns:a16="http://schemas.microsoft.com/office/drawing/2014/main" id="{20406466-24D4-0EA0-DDB5-9E692AA2167D}"/>
                </a:ext>
              </a:extLst>
            </p:cNvPr>
            <p:cNvCxnSpPr>
              <a:cxnSpLocks/>
            </p:cNvCxnSpPr>
            <p:nvPr/>
          </p:nvCxnSpPr>
          <p:spPr>
            <a:xfrm>
              <a:off x="3946417" y="3595200"/>
              <a:ext cx="0" cy="1677985"/>
            </a:xfrm>
            <a:prstGeom prst="line">
              <a:avLst/>
            </a:prstGeom>
            <a:gradFill flip="none" rotWithShape="1">
              <a:gsLst>
                <a:gs pos="0">
                  <a:schemeClr val="accent1">
                    <a:lumMod val="60000"/>
                    <a:lumOff val="40000"/>
                  </a:schemeClr>
                </a:gs>
                <a:gs pos="70000">
                  <a:schemeClr val="accent1"/>
                </a:gs>
              </a:gsLst>
              <a:lin ang="0" scaled="1"/>
              <a:tileRect/>
            </a:gradFill>
            <a:ln w="6350" cap="flat">
              <a:solidFill>
                <a:schemeClr val="accent1">
                  <a:alpha val="50000"/>
                </a:schemeClr>
              </a:solidFill>
              <a:prstDash val="solid"/>
              <a:miter/>
            </a:ln>
          </p:spPr>
        </p:cxnSp>
        <p:sp>
          <p:nvSpPr>
            <p:cNvPr id="9" name="Obj2">
              <a:extLst>
                <a:ext uri="{FF2B5EF4-FFF2-40B4-BE49-F238E27FC236}">
                  <a16:creationId xmlns:a16="http://schemas.microsoft.com/office/drawing/2014/main" id="{65056C7F-4695-4435-9F1B-2FED705452CA}"/>
                </a:ext>
              </a:extLst>
            </p:cNvPr>
            <p:cNvSpPr/>
            <p:nvPr/>
          </p:nvSpPr>
          <p:spPr>
            <a:xfrm>
              <a:off x="3874639" y="5201407"/>
              <a:ext cx="143557" cy="143557"/>
            </a:xfrm>
            <a:prstGeom prst="ellipse">
              <a:avLst/>
            </a:prstGeom>
            <a:gradFill flip="none" rotWithShape="1">
              <a:gsLst>
                <a:gs pos="0">
                  <a:schemeClr val="accent1">
                    <a:lumMod val="60000"/>
                    <a:lumOff val="40000"/>
                  </a:schemeClr>
                </a:gs>
                <a:gs pos="70000">
                  <a:schemeClr val="accent1"/>
                </a:gs>
              </a:gsLst>
              <a:lin ang="0" scaled="1"/>
              <a:tileRect/>
            </a:gradFill>
            <a:ln w="158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cs typeface="+mn-ea"/>
                <a:sym typeface="+mn-lt"/>
              </a:endParaRPr>
            </a:p>
          </p:txBody>
        </p:sp>
        <p:cxnSp>
          <p:nvCxnSpPr>
            <p:cNvPr id="10" name="Line3">
              <a:extLst>
                <a:ext uri="{FF2B5EF4-FFF2-40B4-BE49-F238E27FC236}">
                  <a16:creationId xmlns:a16="http://schemas.microsoft.com/office/drawing/2014/main" id="{C4BA058F-7505-3DE1-DA6C-A9CC1D8DE43F}"/>
                </a:ext>
              </a:extLst>
            </p:cNvPr>
            <p:cNvCxnSpPr>
              <a:cxnSpLocks/>
            </p:cNvCxnSpPr>
            <p:nvPr/>
          </p:nvCxnSpPr>
          <p:spPr>
            <a:xfrm>
              <a:off x="7160656" y="2806064"/>
              <a:ext cx="0" cy="1677985"/>
            </a:xfrm>
            <a:prstGeom prst="line">
              <a:avLst/>
            </a:prstGeom>
            <a:gradFill flip="none" rotWithShape="1">
              <a:gsLst>
                <a:gs pos="0">
                  <a:schemeClr val="accent1">
                    <a:lumMod val="60000"/>
                    <a:lumOff val="40000"/>
                  </a:schemeClr>
                </a:gs>
                <a:gs pos="70000">
                  <a:schemeClr val="accent1"/>
                </a:gs>
              </a:gsLst>
              <a:lin ang="0" scaled="1"/>
              <a:tileRect/>
            </a:gradFill>
            <a:ln w="6350" cap="flat">
              <a:solidFill>
                <a:schemeClr val="accent1">
                  <a:alpha val="50000"/>
                </a:schemeClr>
              </a:solidFill>
              <a:prstDash val="solid"/>
              <a:miter/>
            </a:ln>
          </p:spPr>
        </p:cxnSp>
        <p:sp>
          <p:nvSpPr>
            <p:cNvPr id="11" name="Obj3">
              <a:extLst>
                <a:ext uri="{FF2B5EF4-FFF2-40B4-BE49-F238E27FC236}">
                  <a16:creationId xmlns:a16="http://schemas.microsoft.com/office/drawing/2014/main" id="{C2C4C990-8475-C4A6-FA79-7915063AA736}"/>
                </a:ext>
              </a:extLst>
            </p:cNvPr>
            <p:cNvSpPr/>
            <p:nvPr/>
          </p:nvSpPr>
          <p:spPr>
            <a:xfrm>
              <a:off x="7088878" y="4412271"/>
              <a:ext cx="143557" cy="143557"/>
            </a:xfrm>
            <a:prstGeom prst="ellipse">
              <a:avLst/>
            </a:prstGeom>
            <a:gradFill flip="none" rotWithShape="1">
              <a:gsLst>
                <a:gs pos="0">
                  <a:schemeClr val="accent1">
                    <a:lumMod val="60000"/>
                    <a:lumOff val="40000"/>
                  </a:schemeClr>
                </a:gs>
                <a:gs pos="70000">
                  <a:schemeClr val="accent1"/>
                </a:gs>
              </a:gsLst>
              <a:lin ang="0" scaled="1"/>
              <a:tileRect/>
            </a:gradFill>
            <a:ln w="1581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cs typeface="+mn-ea"/>
                <a:sym typeface="+mn-lt"/>
              </a:endParaRPr>
            </a:p>
          </p:txBody>
        </p:sp>
        <p:grpSp>
          <p:nvGrpSpPr>
            <p:cNvPr id="12" name="组合 11">
              <a:extLst>
                <a:ext uri="{FF2B5EF4-FFF2-40B4-BE49-F238E27FC236}">
                  <a16:creationId xmlns:a16="http://schemas.microsoft.com/office/drawing/2014/main" id="{31E9DC98-1C4F-36E1-F993-252ED54C62FB}"/>
                </a:ext>
              </a:extLst>
            </p:cNvPr>
            <p:cNvGrpSpPr/>
            <p:nvPr/>
          </p:nvGrpSpPr>
          <p:grpSpPr>
            <a:xfrm>
              <a:off x="699799" y="3670017"/>
              <a:ext cx="2523718" cy="2318474"/>
              <a:chOff x="699799" y="3670017"/>
              <a:chExt cx="2523718" cy="2318474"/>
            </a:xfrm>
          </p:grpSpPr>
          <p:sp>
            <p:nvSpPr>
              <p:cNvPr id="21" name="Bullet1">
                <a:extLst>
                  <a:ext uri="{FF2B5EF4-FFF2-40B4-BE49-F238E27FC236}">
                    <a16:creationId xmlns:a16="http://schemas.microsoft.com/office/drawing/2014/main" id="{EE5D80DC-B502-F820-8A4A-BDF515A5E2D2}"/>
                  </a:ext>
                </a:extLst>
              </p:cNvPr>
              <p:cNvSpPr/>
              <p:nvPr/>
            </p:nvSpPr>
            <p:spPr>
              <a:xfrm>
                <a:off x="803955" y="4384335"/>
                <a:ext cx="2419562"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cs typeface="+mn-ea"/>
                    <a:sym typeface="+mn-lt"/>
                  </a:rPr>
                  <a:t>单击添加小标题</a:t>
                </a:r>
                <a:endParaRPr kumimoji="1" lang="en-US" altLang="zh-CN" b="1" dirty="0">
                  <a:solidFill>
                    <a:schemeClr val="tx1"/>
                  </a:solidFill>
                  <a:cs typeface="+mn-ea"/>
                  <a:sym typeface="+mn-lt"/>
                </a:endParaRPr>
              </a:p>
            </p:txBody>
          </p:sp>
          <p:sp>
            <p:nvSpPr>
              <p:cNvPr id="22" name="Text1">
                <a:extLst>
                  <a:ext uri="{FF2B5EF4-FFF2-40B4-BE49-F238E27FC236}">
                    <a16:creationId xmlns:a16="http://schemas.microsoft.com/office/drawing/2014/main" id="{65494F94-E6EA-667A-979B-85599B3992E8}"/>
                  </a:ext>
                </a:extLst>
              </p:cNvPr>
              <p:cNvSpPr/>
              <p:nvPr/>
            </p:nvSpPr>
            <p:spPr>
              <a:xfrm>
                <a:off x="803955" y="4879443"/>
                <a:ext cx="2419561" cy="110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Number1">
                <a:extLst>
                  <a:ext uri="{FF2B5EF4-FFF2-40B4-BE49-F238E27FC236}">
                    <a16:creationId xmlns:a16="http://schemas.microsoft.com/office/drawing/2014/main" id="{245878A5-71E1-F559-C16D-6567A200E42C}"/>
                  </a:ext>
                </a:extLst>
              </p:cNvPr>
              <p:cNvSpPr/>
              <p:nvPr/>
            </p:nvSpPr>
            <p:spPr>
              <a:xfrm>
                <a:off x="699799" y="3670017"/>
                <a:ext cx="2086941" cy="522073"/>
              </a:xfrm>
              <a:custGeom>
                <a:avLst/>
                <a:gdLst>
                  <a:gd name="connsiteX0" fmla="*/ 0 w 2086941"/>
                  <a:gd name="connsiteY0" fmla="*/ 0 h 522073"/>
                  <a:gd name="connsiteX1" fmla="*/ 1825905 w 2086941"/>
                  <a:gd name="connsiteY1" fmla="*/ 0 h 522073"/>
                  <a:gd name="connsiteX2" fmla="*/ 2086941 w 2086941"/>
                  <a:gd name="connsiteY2" fmla="*/ 261037 h 522073"/>
                  <a:gd name="connsiteX3" fmla="*/ 1825905 w 2086941"/>
                  <a:gd name="connsiteY3" fmla="*/ 522073 h 522073"/>
                  <a:gd name="connsiteX4" fmla="*/ 0 w 2086941"/>
                  <a:gd name="connsiteY4" fmla="*/ 522072 h 522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941" h="522073">
                    <a:moveTo>
                      <a:pt x="0" y="0"/>
                    </a:moveTo>
                    <a:lnTo>
                      <a:pt x="1825905" y="0"/>
                    </a:lnTo>
                    <a:cubicBezTo>
                      <a:pt x="1970071" y="0"/>
                      <a:pt x="2086941" y="116870"/>
                      <a:pt x="2086941" y="261037"/>
                    </a:cubicBezTo>
                    <a:cubicBezTo>
                      <a:pt x="2086941" y="405203"/>
                      <a:pt x="1970071" y="522073"/>
                      <a:pt x="1825905" y="522073"/>
                    </a:cubicBezTo>
                    <a:cubicBezTo>
                      <a:pt x="1217270" y="522073"/>
                      <a:pt x="608635" y="522072"/>
                      <a:pt x="0" y="522072"/>
                    </a:cubicBezTo>
                    <a:close/>
                  </a:path>
                </a:pathLst>
              </a:cu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rmAutofit/>
              </a:bodyPr>
              <a:lstStyle/>
              <a:p>
                <a:pPr algn="ctr"/>
                <a:r>
                  <a:rPr kumimoji="1" lang="en-US" altLang="zh-CN" sz="2000" b="1" dirty="0">
                    <a:solidFill>
                      <a:srgbClr val="FFFFFF"/>
                    </a:solidFill>
                    <a:cs typeface="+mn-ea"/>
                    <a:sym typeface="+mn-lt"/>
                  </a:rPr>
                  <a:t>01</a:t>
                </a:r>
                <a:endParaRPr kumimoji="1" lang="zh-CN" altLang="en-US" sz="2000" b="1" dirty="0">
                  <a:solidFill>
                    <a:srgbClr val="FFFFFF"/>
                  </a:solidFill>
                  <a:cs typeface="+mn-ea"/>
                  <a:sym typeface="+mn-lt"/>
                </a:endParaRPr>
              </a:p>
            </p:txBody>
          </p:sp>
        </p:grpSp>
        <p:grpSp>
          <p:nvGrpSpPr>
            <p:cNvPr id="13" name="组合 12">
              <a:extLst>
                <a:ext uri="{FF2B5EF4-FFF2-40B4-BE49-F238E27FC236}">
                  <a16:creationId xmlns:a16="http://schemas.microsoft.com/office/drawing/2014/main" id="{F6D96739-0851-FC42-1771-D083DF10DAA0}"/>
                </a:ext>
              </a:extLst>
            </p:cNvPr>
            <p:cNvGrpSpPr/>
            <p:nvPr/>
          </p:nvGrpSpPr>
          <p:grpSpPr>
            <a:xfrm>
              <a:off x="3914038" y="2880881"/>
              <a:ext cx="2523718" cy="2318474"/>
              <a:chOff x="3914038" y="2880881"/>
              <a:chExt cx="2523718" cy="2318474"/>
            </a:xfrm>
          </p:grpSpPr>
          <p:sp>
            <p:nvSpPr>
              <p:cNvPr id="18" name="Bullet2">
                <a:extLst>
                  <a:ext uri="{FF2B5EF4-FFF2-40B4-BE49-F238E27FC236}">
                    <a16:creationId xmlns:a16="http://schemas.microsoft.com/office/drawing/2014/main" id="{1AE5C7EC-F661-3665-15AC-02DA86681760}"/>
                  </a:ext>
                </a:extLst>
              </p:cNvPr>
              <p:cNvSpPr/>
              <p:nvPr/>
            </p:nvSpPr>
            <p:spPr>
              <a:xfrm>
                <a:off x="4018194" y="3595199"/>
                <a:ext cx="2419562"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cs typeface="+mn-ea"/>
                    <a:sym typeface="+mn-lt"/>
                  </a:rPr>
                  <a:t>单击添加小标题</a:t>
                </a:r>
                <a:endParaRPr kumimoji="1" lang="en-US" altLang="zh-CN" b="1" dirty="0">
                  <a:solidFill>
                    <a:schemeClr val="tx1"/>
                  </a:solidFill>
                  <a:cs typeface="+mn-ea"/>
                  <a:sym typeface="+mn-lt"/>
                </a:endParaRPr>
              </a:p>
            </p:txBody>
          </p:sp>
          <p:sp>
            <p:nvSpPr>
              <p:cNvPr id="19" name="Text2">
                <a:extLst>
                  <a:ext uri="{FF2B5EF4-FFF2-40B4-BE49-F238E27FC236}">
                    <a16:creationId xmlns:a16="http://schemas.microsoft.com/office/drawing/2014/main" id="{C4AA403C-A844-4933-3231-84452CEF9691}"/>
                  </a:ext>
                </a:extLst>
              </p:cNvPr>
              <p:cNvSpPr/>
              <p:nvPr/>
            </p:nvSpPr>
            <p:spPr>
              <a:xfrm>
                <a:off x="4018194" y="4090307"/>
                <a:ext cx="2419561" cy="110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Number2">
                <a:extLst>
                  <a:ext uri="{FF2B5EF4-FFF2-40B4-BE49-F238E27FC236}">
                    <a16:creationId xmlns:a16="http://schemas.microsoft.com/office/drawing/2014/main" id="{DF5EA14F-FECA-0315-91BF-16B9BF401829}"/>
                  </a:ext>
                </a:extLst>
              </p:cNvPr>
              <p:cNvSpPr/>
              <p:nvPr/>
            </p:nvSpPr>
            <p:spPr>
              <a:xfrm>
                <a:off x="3914038" y="2880881"/>
                <a:ext cx="2086941" cy="522073"/>
              </a:xfrm>
              <a:custGeom>
                <a:avLst/>
                <a:gdLst>
                  <a:gd name="connsiteX0" fmla="*/ 0 w 2086941"/>
                  <a:gd name="connsiteY0" fmla="*/ 0 h 522073"/>
                  <a:gd name="connsiteX1" fmla="*/ 1825905 w 2086941"/>
                  <a:gd name="connsiteY1" fmla="*/ 0 h 522073"/>
                  <a:gd name="connsiteX2" fmla="*/ 2086941 w 2086941"/>
                  <a:gd name="connsiteY2" fmla="*/ 261037 h 522073"/>
                  <a:gd name="connsiteX3" fmla="*/ 1825905 w 2086941"/>
                  <a:gd name="connsiteY3" fmla="*/ 522073 h 522073"/>
                  <a:gd name="connsiteX4" fmla="*/ 0 w 2086941"/>
                  <a:gd name="connsiteY4" fmla="*/ 522072 h 522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941" h="522073">
                    <a:moveTo>
                      <a:pt x="0" y="0"/>
                    </a:moveTo>
                    <a:lnTo>
                      <a:pt x="1825905" y="0"/>
                    </a:lnTo>
                    <a:cubicBezTo>
                      <a:pt x="1970071" y="0"/>
                      <a:pt x="2086941" y="116871"/>
                      <a:pt x="2086941" y="261037"/>
                    </a:cubicBezTo>
                    <a:cubicBezTo>
                      <a:pt x="2086941" y="405203"/>
                      <a:pt x="1970071" y="522073"/>
                      <a:pt x="1825905" y="522073"/>
                    </a:cubicBezTo>
                    <a:cubicBezTo>
                      <a:pt x="1217270" y="522073"/>
                      <a:pt x="608635" y="522072"/>
                      <a:pt x="0" y="522072"/>
                    </a:cubicBezTo>
                    <a:close/>
                  </a:path>
                </a:pathLst>
              </a:cu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rmAutofit/>
              </a:bodyPr>
              <a:lstStyle/>
              <a:p>
                <a:pPr algn="ctr"/>
                <a:r>
                  <a:rPr kumimoji="1" lang="en-US" altLang="zh-CN" sz="2000" b="1" dirty="0">
                    <a:solidFill>
                      <a:srgbClr val="FFFFFF"/>
                    </a:solidFill>
                    <a:cs typeface="+mn-ea"/>
                    <a:sym typeface="+mn-lt"/>
                  </a:rPr>
                  <a:t>02</a:t>
                </a:r>
                <a:endParaRPr kumimoji="1" lang="zh-CN" altLang="en-US" sz="2000" b="1" dirty="0">
                  <a:solidFill>
                    <a:srgbClr val="FFFFFF"/>
                  </a:solidFill>
                  <a:cs typeface="+mn-ea"/>
                  <a:sym typeface="+mn-lt"/>
                </a:endParaRPr>
              </a:p>
            </p:txBody>
          </p:sp>
        </p:grpSp>
        <p:grpSp>
          <p:nvGrpSpPr>
            <p:cNvPr id="14" name="组合 13">
              <a:extLst>
                <a:ext uri="{FF2B5EF4-FFF2-40B4-BE49-F238E27FC236}">
                  <a16:creationId xmlns:a16="http://schemas.microsoft.com/office/drawing/2014/main" id="{721F0F39-F6C1-2E19-CFBF-21E0DCFD16B4}"/>
                </a:ext>
              </a:extLst>
            </p:cNvPr>
            <p:cNvGrpSpPr/>
            <p:nvPr/>
          </p:nvGrpSpPr>
          <p:grpSpPr>
            <a:xfrm>
              <a:off x="7128277" y="2091745"/>
              <a:ext cx="2523718" cy="2318474"/>
              <a:chOff x="7128277" y="2091745"/>
              <a:chExt cx="2523718" cy="2318474"/>
            </a:xfrm>
          </p:grpSpPr>
          <p:sp>
            <p:nvSpPr>
              <p:cNvPr id="15" name="Bullet3">
                <a:extLst>
                  <a:ext uri="{FF2B5EF4-FFF2-40B4-BE49-F238E27FC236}">
                    <a16:creationId xmlns:a16="http://schemas.microsoft.com/office/drawing/2014/main" id="{0FCF41CB-65FE-F2DD-B498-C3CB73DF7350}"/>
                  </a:ext>
                </a:extLst>
              </p:cNvPr>
              <p:cNvSpPr/>
              <p:nvPr/>
            </p:nvSpPr>
            <p:spPr>
              <a:xfrm>
                <a:off x="7232433" y="2806063"/>
                <a:ext cx="2419562"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cs typeface="+mn-ea"/>
                    <a:sym typeface="+mn-lt"/>
                  </a:rPr>
                  <a:t>单击添加小标题</a:t>
                </a:r>
                <a:endParaRPr kumimoji="1" lang="en-US" altLang="zh-CN" b="1" dirty="0">
                  <a:solidFill>
                    <a:schemeClr val="tx1"/>
                  </a:solidFill>
                  <a:cs typeface="+mn-ea"/>
                  <a:sym typeface="+mn-lt"/>
                </a:endParaRPr>
              </a:p>
            </p:txBody>
          </p:sp>
          <p:sp>
            <p:nvSpPr>
              <p:cNvPr id="16" name="Text3">
                <a:extLst>
                  <a:ext uri="{FF2B5EF4-FFF2-40B4-BE49-F238E27FC236}">
                    <a16:creationId xmlns:a16="http://schemas.microsoft.com/office/drawing/2014/main" id="{9AB5D8E8-FC5B-30D6-8988-22DB977C7F6D}"/>
                  </a:ext>
                </a:extLst>
              </p:cNvPr>
              <p:cNvSpPr/>
              <p:nvPr/>
            </p:nvSpPr>
            <p:spPr>
              <a:xfrm>
                <a:off x="7232433" y="3301171"/>
                <a:ext cx="2419561" cy="110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Number3">
                <a:extLst>
                  <a:ext uri="{FF2B5EF4-FFF2-40B4-BE49-F238E27FC236}">
                    <a16:creationId xmlns:a16="http://schemas.microsoft.com/office/drawing/2014/main" id="{7DF7CF51-060E-D52B-E226-CD59DBF85036}"/>
                  </a:ext>
                </a:extLst>
              </p:cNvPr>
              <p:cNvSpPr/>
              <p:nvPr/>
            </p:nvSpPr>
            <p:spPr>
              <a:xfrm>
                <a:off x="7128277" y="2091745"/>
                <a:ext cx="2086941" cy="522073"/>
              </a:xfrm>
              <a:custGeom>
                <a:avLst/>
                <a:gdLst>
                  <a:gd name="connsiteX0" fmla="*/ 0 w 2086941"/>
                  <a:gd name="connsiteY0" fmla="*/ 0 h 522073"/>
                  <a:gd name="connsiteX1" fmla="*/ 1825905 w 2086941"/>
                  <a:gd name="connsiteY1" fmla="*/ 0 h 522073"/>
                  <a:gd name="connsiteX2" fmla="*/ 2086941 w 2086941"/>
                  <a:gd name="connsiteY2" fmla="*/ 261037 h 522073"/>
                  <a:gd name="connsiteX3" fmla="*/ 1825905 w 2086941"/>
                  <a:gd name="connsiteY3" fmla="*/ 522073 h 522073"/>
                  <a:gd name="connsiteX4" fmla="*/ 0 w 2086941"/>
                  <a:gd name="connsiteY4" fmla="*/ 522072 h 5220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941" h="522073">
                    <a:moveTo>
                      <a:pt x="0" y="0"/>
                    </a:moveTo>
                    <a:lnTo>
                      <a:pt x="1825905" y="0"/>
                    </a:lnTo>
                    <a:cubicBezTo>
                      <a:pt x="1970071" y="0"/>
                      <a:pt x="2086941" y="116871"/>
                      <a:pt x="2086941" y="261037"/>
                    </a:cubicBezTo>
                    <a:cubicBezTo>
                      <a:pt x="2086941" y="405203"/>
                      <a:pt x="1970071" y="522073"/>
                      <a:pt x="1825905" y="522073"/>
                    </a:cubicBezTo>
                    <a:cubicBezTo>
                      <a:pt x="1217270" y="522073"/>
                      <a:pt x="608635" y="522072"/>
                      <a:pt x="0" y="522072"/>
                    </a:cubicBezTo>
                    <a:close/>
                  </a:path>
                </a:pathLst>
              </a:cu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rmAutofit/>
              </a:bodyPr>
              <a:lstStyle/>
              <a:p>
                <a:pPr algn="ctr"/>
                <a:r>
                  <a:rPr kumimoji="1" lang="en-US" altLang="zh-CN" sz="2000" b="1" dirty="0">
                    <a:solidFill>
                      <a:srgbClr val="FFFFFF"/>
                    </a:solidFill>
                    <a:cs typeface="+mn-ea"/>
                    <a:sym typeface="+mn-lt"/>
                  </a:rPr>
                  <a:t>03</a:t>
                </a:r>
                <a:endParaRPr kumimoji="1" lang="zh-CN" altLang="en-US" sz="2000" b="1" dirty="0">
                  <a:solidFill>
                    <a:srgbClr val="FFFFFF"/>
                  </a:solidFill>
                  <a:cs typeface="+mn-ea"/>
                  <a:sym typeface="+mn-lt"/>
                </a:endParaRPr>
              </a:p>
            </p:txBody>
          </p:sp>
        </p:grpSp>
      </p:grpSp>
      <p:sp>
        <p:nvSpPr>
          <p:cNvPr id="2" name="标题 1">
            <a:extLst>
              <a:ext uri="{FF2B5EF4-FFF2-40B4-BE49-F238E27FC236}">
                <a16:creationId xmlns:a16="http://schemas.microsoft.com/office/drawing/2014/main" id="{57885722-7846-C8E0-F869-300D87368195}"/>
              </a:ext>
            </a:extLst>
          </p:cNvPr>
          <p:cNvSpPr>
            <a:spLocks noGrp="1"/>
          </p:cNvSpPr>
          <p:nvPr>
            <p:ph type="title"/>
          </p:nvPr>
        </p:nvSpPr>
        <p:spPr/>
        <p:txBody>
          <a:bodyPr/>
          <a:lstStyle/>
          <a:p>
            <a:r>
              <a:rPr lang="zh-CN" altLang="en-US" dirty="0"/>
              <a:t>研究流程设计</a:t>
            </a:r>
          </a:p>
        </p:txBody>
      </p:sp>
    </p:spTree>
    <p:extLst>
      <p:ext uri="{BB962C8B-B14F-4D97-AF65-F5344CB8AC3E}">
        <p14:creationId xmlns:p14="http://schemas.microsoft.com/office/powerpoint/2010/main" val="2428378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CBFBDE2-DAD0-8259-96B7-B95C681F05AF}"/>
              </a:ext>
            </a:extLst>
          </p:cNvPr>
          <p:cNvGrpSpPr/>
          <p:nvPr/>
        </p:nvGrpSpPr>
        <p:grpSpPr>
          <a:xfrm>
            <a:off x="660399" y="1102876"/>
            <a:ext cx="10858500" cy="5058648"/>
            <a:chOff x="660399" y="1102876"/>
            <a:chExt cx="10858500" cy="5058648"/>
          </a:xfrm>
        </p:grpSpPr>
        <p:sp>
          <p:nvSpPr>
            <p:cNvPr id="4" name="Rounded Rectangle 1_1_1">
              <a:extLst>
                <a:ext uri="{FF2B5EF4-FFF2-40B4-BE49-F238E27FC236}">
                  <a16:creationId xmlns:a16="http://schemas.microsoft.com/office/drawing/2014/main" id="{25F493EF-1C78-DFDB-2B5B-9E02266CCC9C}"/>
                </a:ext>
              </a:extLst>
            </p:cNvPr>
            <p:cNvSpPr/>
            <p:nvPr/>
          </p:nvSpPr>
          <p:spPr>
            <a:xfrm>
              <a:off x="3725945" y="1102876"/>
              <a:ext cx="4727410" cy="4727410"/>
            </a:xfrm>
            <a:prstGeom prst="roundRect">
              <a:avLst>
                <a:gd name="adj" fmla="val 5000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400" b="1">
                <a:solidFill>
                  <a:schemeClr val="tx1"/>
                </a:solidFill>
              </a:endParaRPr>
            </a:p>
          </p:txBody>
        </p:sp>
        <p:sp>
          <p:nvSpPr>
            <p:cNvPr id="5" name="Freeform 6_1">
              <a:extLst>
                <a:ext uri="{FF2B5EF4-FFF2-40B4-BE49-F238E27FC236}">
                  <a16:creationId xmlns:a16="http://schemas.microsoft.com/office/drawing/2014/main" id="{8958A21B-FCE7-2345-CF3F-D63AD3559D3C}"/>
                </a:ext>
              </a:extLst>
            </p:cNvPr>
            <p:cNvSpPr/>
            <p:nvPr/>
          </p:nvSpPr>
          <p:spPr>
            <a:xfrm flipH="1">
              <a:off x="6226662" y="1102876"/>
              <a:ext cx="2604186"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accent1">
                    <a:alpha val="37000"/>
                  </a:schemeClr>
                </a:gs>
                <a:gs pos="100000">
                  <a:schemeClr val="accent1">
                    <a:lumMod val="20000"/>
                    <a:lumOff val="80000"/>
                    <a:alpha val="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5">
              <a:extLst>
                <a:ext uri="{FF2B5EF4-FFF2-40B4-BE49-F238E27FC236}">
                  <a16:creationId xmlns:a16="http://schemas.microsoft.com/office/drawing/2014/main" id="{E4579F6D-7D17-A1E1-915C-F53B328E6439}"/>
                </a:ext>
              </a:extLst>
            </p:cNvPr>
            <p:cNvSpPr/>
            <p:nvPr/>
          </p:nvSpPr>
          <p:spPr>
            <a:xfrm>
              <a:off x="3348451" y="1102876"/>
              <a:ext cx="2604188"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accent1">
                    <a:alpha val="37000"/>
                  </a:schemeClr>
                </a:gs>
                <a:gs pos="100000">
                  <a:schemeClr val="accent1">
                    <a:lumMod val="20000"/>
                    <a:lumOff val="80000"/>
                    <a:alpha val="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Rounded Rectangle 1_1_1_1">
              <a:extLst>
                <a:ext uri="{FF2B5EF4-FFF2-40B4-BE49-F238E27FC236}">
                  <a16:creationId xmlns:a16="http://schemas.microsoft.com/office/drawing/2014/main" id="{1A2FDD4B-D724-8CD2-94C5-35C1C699BC5C}"/>
                </a:ext>
              </a:extLst>
            </p:cNvPr>
            <p:cNvSpPr>
              <a:spLocks/>
            </p:cNvSpPr>
            <p:nvPr/>
          </p:nvSpPr>
          <p:spPr>
            <a:xfrm>
              <a:off x="4187695" y="1564626"/>
              <a:ext cx="3803910" cy="3803910"/>
            </a:xfrm>
            <a:prstGeom prst="roundRect">
              <a:avLst>
                <a:gd name="adj" fmla="val 50000"/>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400" b="1">
                <a:solidFill>
                  <a:schemeClr val="tx1"/>
                </a:solidFill>
              </a:endParaRPr>
            </a:p>
          </p:txBody>
        </p:sp>
        <p:sp>
          <p:nvSpPr>
            <p:cNvPr id="8" name="Title">
              <a:extLst>
                <a:ext uri="{FF2B5EF4-FFF2-40B4-BE49-F238E27FC236}">
                  <a16:creationId xmlns:a16="http://schemas.microsoft.com/office/drawing/2014/main" id="{811AC542-6E3A-7DF0-91C8-5E2988C8C522}"/>
                </a:ext>
              </a:extLst>
            </p:cNvPr>
            <p:cNvSpPr>
              <a:spLocks noChangeAspect="1"/>
            </p:cNvSpPr>
            <p:nvPr/>
          </p:nvSpPr>
          <p:spPr>
            <a:xfrm>
              <a:off x="4864100" y="2241031"/>
              <a:ext cx="2451100" cy="2451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数据来源、收集手段与分析技术</a:t>
              </a:r>
              <a:endParaRPr lang="en-US" altLang="zh-CN" sz="2400" b="1" dirty="0">
                <a:solidFill>
                  <a:schemeClr val="tx1"/>
                </a:solidFill>
              </a:endParaRPr>
            </a:p>
          </p:txBody>
        </p:sp>
        <p:grpSp>
          <p:nvGrpSpPr>
            <p:cNvPr id="9" name="组合 8">
              <a:extLst>
                <a:ext uri="{FF2B5EF4-FFF2-40B4-BE49-F238E27FC236}">
                  <a16:creationId xmlns:a16="http://schemas.microsoft.com/office/drawing/2014/main" id="{920F6BA7-84CE-EB3E-2D82-F9635B95B54A}"/>
                </a:ext>
              </a:extLst>
            </p:cNvPr>
            <p:cNvGrpSpPr/>
            <p:nvPr/>
          </p:nvGrpSpPr>
          <p:grpSpPr>
            <a:xfrm>
              <a:off x="660399" y="1578356"/>
              <a:ext cx="10858500" cy="4225796"/>
              <a:chOff x="660399" y="1669601"/>
              <a:chExt cx="10858500" cy="3113590"/>
            </a:xfrm>
          </p:grpSpPr>
          <p:grpSp>
            <p:nvGrpSpPr>
              <p:cNvPr id="10" name="组合 9">
                <a:extLst>
                  <a:ext uri="{FF2B5EF4-FFF2-40B4-BE49-F238E27FC236}">
                    <a16:creationId xmlns:a16="http://schemas.microsoft.com/office/drawing/2014/main" id="{16F97B97-C412-E8B9-7A34-0685F5E0303D}"/>
                  </a:ext>
                </a:extLst>
              </p:cNvPr>
              <p:cNvGrpSpPr>
                <a:grpSpLocks noChangeAspect="1"/>
              </p:cNvGrpSpPr>
              <p:nvPr/>
            </p:nvGrpSpPr>
            <p:grpSpPr>
              <a:xfrm>
                <a:off x="660399" y="1669601"/>
                <a:ext cx="3273992" cy="1508587"/>
                <a:chOff x="8060097" y="214212"/>
                <a:chExt cx="6774303" cy="3121457"/>
              </a:xfrm>
            </p:grpSpPr>
            <p:sp>
              <p:nvSpPr>
                <p:cNvPr id="23" name="ComponentBackground1">
                  <a:extLst>
                    <a:ext uri="{FF2B5EF4-FFF2-40B4-BE49-F238E27FC236}">
                      <a16:creationId xmlns:a16="http://schemas.microsoft.com/office/drawing/2014/main" id="{7E1C5C0A-7C85-033B-5DD0-B7148B365BDD}"/>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24" name="Bullet1">
                  <a:extLst>
                    <a:ext uri="{FF2B5EF4-FFF2-40B4-BE49-F238E27FC236}">
                      <a16:creationId xmlns:a16="http://schemas.microsoft.com/office/drawing/2014/main" id="{FD701684-65FC-74E8-B69B-026F702ED4E9}"/>
                    </a:ext>
                  </a:extLst>
                </p:cNvPr>
                <p:cNvSpPr txBox="1"/>
                <p:nvPr/>
              </p:nvSpPr>
              <p:spPr>
                <a:xfrm>
                  <a:off x="8469635"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25" name="Text1">
                  <a:extLst>
                    <a:ext uri="{FF2B5EF4-FFF2-40B4-BE49-F238E27FC236}">
                      <a16:creationId xmlns:a16="http://schemas.microsoft.com/office/drawing/2014/main" id="{8E64FFB8-E970-E254-EFCB-32051A4DA9AF}"/>
                    </a:ext>
                  </a:extLst>
                </p:cNvPr>
                <p:cNvSpPr txBox="1"/>
                <p:nvPr/>
              </p:nvSpPr>
              <p:spPr>
                <a:xfrm>
                  <a:off x="8102973" y="1497981"/>
                  <a:ext cx="6731427" cy="1750911"/>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1" name="组合 23">
                <a:extLst>
                  <a:ext uri="{FF2B5EF4-FFF2-40B4-BE49-F238E27FC236}">
                    <a16:creationId xmlns:a16="http://schemas.microsoft.com/office/drawing/2014/main" id="{5F62A207-C583-6E1D-E95C-730D0FF70CBF}"/>
                  </a:ext>
                </a:extLst>
              </p:cNvPr>
              <p:cNvGrpSpPr>
                <a:grpSpLocks noChangeAspect="1"/>
              </p:cNvGrpSpPr>
              <p:nvPr/>
            </p:nvGrpSpPr>
            <p:grpSpPr>
              <a:xfrm>
                <a:off x="660399" y="3274604"/>
                <a:ext cx="3273992" cy="1508587"/>
                <a:chOff x="8060097" y="214212"/>
                <a:chExt cx="6774303" cy="3121457"/>
              </a:xfrm>
            </p:grpSpPr>
            <p:sp>
              <p:nvSpPr>
                <p:cNvPr id="20" name="ComponentBackground2">
                  <a:extLst>
                    <a:ext uri="{FF2B5EF4-FFF2-40B4-BE49-F238E27FC236}">
                      <a16:creationId xmlns:a16="http://schemas.microsoft.com/office/drawing/2014/main" id="{DCE0F986-F502-75B2-F900-BFA4D270AD7F}"/>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21" name="Bullet2">
                  <a:extLst>
                    <a:ext uri="{FF2B5EF4-FFF2-40B4-BE49-F238E27FC236}">
                      <a16:creationId xmlns:a16="http://schemas.microsoft.com/office/drawing/2014/main" id="{82AD1909-9F3D-807F-0A24-B9CF918F1333}"/>
                    </a:ext>
                  </a:extLst>
                </p:cNvPr>
                <p:cNvSpPr txBox="1"/>
                <p:nvPr/>
              </p:nvSpPr>
              <p:spPr>
                <a:xfrm>
                  <a:off x="8469635"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22" name="Text2">
                  <a:extLst>
                    <a:ext uri="{FF2B5EF4-FFF2-40B4-BE49-F238E27FC236}">
                      <a16:creationId xmlns:a16="http://schemas.microsoft.com/office/drawing/2014/main" id="{C983ED97-7FD2-B8CE-9771-1CD6BA0542B3}"/>
                    </a:ext>
                  </a:extLst>
                </p:cNvPr>
                <p:cNvSpPr txBox="1"/>
                <p:nvPr/>
              </p:nvSpPr>
              <p:spPr>
                <a:xfrm>
                  <a:off x="8102973" y="1497981"/>
                  <a:ext cx="6474464" cy="1750911"/>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2" name="组合 23">
                <a:extLst>
                  <a:ext uri="{FF2B5EF4-FFF2-40B4-BE49-F238E27FC236}">
                    <a16:creationId xmlns:a16="http://schemas.microsoft.com/office/drawing/2014/main" id="{05E8BC49-0DC9-2B2C-9802-EEF23281878A}"/>
                  </a:ext>
                </a:extLst>
              </p:cNvPr>
              <p:cNvGrpSpPr>
                <a:grpSpLocks noChangeAspect="1"/>
              </p:cNvGrpSpPr>
              <p:nvPr/>
            </p:nvGrpSpPr>
            <p:grpSpPr>
              <a:xfrm>
                <a:off x="8244907" y="1669601"/>
                <a:ext cx="3273992" cy="1508587"/>
                <a:chOff x="8060097" y="214212"/>
                <a:chExt cx="6774303" cy="3121457"/>
              </a:xfrm>
            </p:grpSpPr>
            <p:sp>
              <p:nvSpPr>
                <p:cNvPr id="17" name="ComponentBackground3">
                  <a:extLst>
                    <a:ext uri="{FF2B5EF4-FFF2-40B4-BE49-F238E27FC236}">
                      <a16:creationId xmlns:a16="http://schemas.microsoft.com/office/drawing/2014/main" id="{13A053F0-FD4C-E044-87F3-4A33E43943D3}"/>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18" name="Bullet3">
                  <a:extLst>
                    <a:ext uri="{FF2B5EF4-FFF2-40B4-BE49-F238E27FC236}">
                      <a16:creationId xmlns:a16="http://schemas.microsoft.com/office/drawing/2014/main" id="{2B16A431-450B-8095-646A-F4BB7CCB9F44}"/>
                    </a:ext>
                  </a:extLst>
                </p:cNvPr>
                <p:cNvSpPr txBox="1"/>
                <p:nvPr/>
              </p:nvSpPr>
              <p:spPr>
                <a:xfrm>
                  <a:off x="9561366"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19" name="Text3">
                  <a:extLst>
                    <a:ext uri="{FF2B5EF4-FFF2-40B4-BE49-F238E27FC236}">
                      <a16:creationId xmlns:a16="http://schemas.microsoft.com/office/drawing/2014/main" id="{9D7DC15E-09D4-C155-784D-AE5F8C556F7F}"/>
                    </a:ext>
                  </a:extLst>
                </p:cNvPr>
                <p:cNvSpPr txBox="1"/>
                <p:nvPr/>
              </p:nvSpPr>
              <p:spPr>
                <a:xfrm>
                  <a:off x="8102973" y="1497981"/>
                  <a:ext cx="6731427" cy="1750911"/>
                </a:xfrm>
                <a:prstGeom prst="rect">
                  <a:avLst/>
                </a:prstGeom>
                <a:noFill/>
                <a:ln>
                  <a:noFill/>
                </a:ln>
              </p:spPr>
              <p:txBody>
                <a:bodyPr wrap="square" lIns="91440" tIns="45720" rIns="91440" bIns="45720" anchor="t" anchorCtr="0">
                  <a:normAutofit/>
                </a:bodyPr>
                <a:lstStyle/>
                <a:p>
                  <a:pPr marL="0" marR="0" lvl="0" indent="0" algn="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3" name="组合 23">
                <a:extLst>
                  <a:ext uri="{FF2B5EF4-FFF2-40B4-BE49-F238E27FC236}">
                    <a16:creationId xmlns:a16="http://schemas.microsoft.com/office/drawing/2014/main" id="{D919D270-86A2-EFDB-316E-482E527DDCA1}"/>
                  </a:ext>
                </a:extLst>
              </p:cNvPr>
              <p:cNvGrpSpPr>
                <a:grpSpLocks noChangeAspect="1"/>
              </p:cNvGrpSpPr>
              <p:nvPr/>
            </p:nvGrpSpPr>
            <p:grpSpPr>
              <a:xfrm>
                <a:off x="8244907" y="3274604"/>
                <a:ext cx="3273992" cy="1508587"/>
                <a:chOff x="8060097" y="214212"/>
                <a:chExt cx="6774303" cy="3121457"/>
              </a:xfrm>
            </p:grpSpPr>
            <p:sp>
              <p:nvSpPr>
                <p:cNvPr id="14" name="ComponentBackground4">
                  <a:extLst>
                    <a:ext uri="{FF2B5EF4-FFF2-40B4-BE49-F238E27FC236}">
                      <a16:creationId xmlns:a16="http://schemas.microsoft.com/office/drawing/2014/main" id="{A21F372F-DF6C-6D90-6B2F-93252809841D}"/>
                    </a:ext>
                  </a:extLst>
                </p:cNvPr>
                <p:cNvSpPr>
                  <a:spLocks/>
                </p:cNvSpPr>
                <p:nvPr/>
              </p:nvSpPr>
              <p:spPr>
                <a:xfrm>
                  <a:off x="8060097" y="214212"/>
                  <a:ext cx="6774303" cy="3121457"/>
                </a:xfrm>
                <a:prstGeom prst="roundRect">
                  <a:avLst>
                    <a:gd name="adj" fmla="val 15758"/>
                  </a:avLst>
                </a:prstGeom>
                <a:gradFill flip="none" rotWithShape="1">
                  <a:gsLst>
                    <a:gs pos="40000">
                      <a:schemeClr val="accent1">
                        <a:lumMod val="20000"/>
                        <a:lumOff val="80000"/>
                        <a:alpha val="0"/>
                      </a:schemeClr>
                    </a:gs>
                    <a:gs pos="97000">
                      <a:schemeClr val="accent1">
                        <a:lumMod val="60000"/>
                        <a:lumOff val="40000"/>
                        <a:alpha val="15000"/>
                      </a:schemeClr>
                    </a:gs>
                  </a:gsLst>
                  <a:path path="circle">
                    <a:fillToRect l="50000" t="50000" r="50000" b="50000"/>
                  </a:path>
                  <a:tileRect/>
                </a:gradFill>
                <a:ln w="9525">
                  <a:solidFill>
                    <a:schemeClr val="accent1">
                      <a:alpha val="50000"/>
                    </a:schemeClr>
                  </a:solidFill>
                </a:ln>
                <a:effectLst>
                  <a:outerShdw blurRad="203200" dist="152400" dir="1926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dirty="0"/>
                </a:p>
              </p:txBody>
            </p:sp>
            <p:sp>
              <p:nvSpPr>
                <p:cNvPr id="15" name="Bullet4">
                  <a:extLst>
                    <a:ext uri="{FF2B5EF4-FFF2-40B4-BE49-F238E27FC236}">
                      <a16:creationId xmlns:a16="http://schemas.microsoft.com/office/drawing/2014/main" id="{158CF848-DFD0-4511-89BC-8373FAA16773}"/>
                    </a:ext>
                  </a:extLst>
                </p:cNvPr>
                <p:cNvSpPr txBox="1"/>
                <p:nvPr/>
              </p:nvSpPr>
              <p:spPr>
                <a:xfrm>
                  <a:off x="9561366" y="432926"/>
                  <a:ext cx="4984151" cy="922895"/>
                </a:xfrm>
                <a:prstGeom prst="roundRect">
                  <a:avLst>
                    <a:gd name="adj" fmla="val 27245"/>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defPPr>
                    <a:defRPr lang="en-US"/>
                  </a:defPPr>
                  <a:lvl1pPr algn="ctr">
                    <a:defRPr sz="24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t>单击添加小标题</a:t>
                  </a:r>
                  <a:endParaRPr lang="de-DE" sz="1800" dirty="0"/>
                </a:p>
              </p:txBody>
            </p:sp>
            <p:sp>
              <p:nvSpPr>
                <p:cNvPr id="16" name="Text4">
                  <a:extLst>
                    <a:ext uri="{FF2B5EF4-FFF2-40B4-BE49-F238E27FC236}">
                      <a16:creationId xmlns:a16="http://schemas.microsoft.com/office/drawing/2014/main" id="{42F1146B-D999-B94B-7401-93564053B209}"/>
                    </a:ext>
                  </a:extLst>
                </p:cNvPr>
                <p:cNvSpPr txBox="1"/>
                <p:nvPr/>
              </p:nvSpPr>
              <p:spPr>
                <a:xfrm>
                  <a:off x="8102973" y="1497981"/>
                  <a:ext cx="6731427" cy="1750911"/>
                </a:xfrm>
                <a:prstGeom prst="rect">
                  <a:avLst/>
                </a:prstGeom>
                <a:noFill/>
                <a:ln>
                  <a:noFill/>
                </a:ln>
              </p:spPr>
              <p:txBody>
                <a:bodyPr wrap="square" lIns="91440" tIns="45720" rIns="91440" bIns="45720" anchor="t" anchorCtr="0">
                  <a:normAutofit/>
                </a:bodyPr>
                <a:lstStyle/>
                <a:p>
                  <a:pPr marL="0" marR="0" lvl="0" indent="0" algn="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grpSp>
      <p:sp>
        <p:nvSpPr>
          <p:cNvPr id="2" name="标题 1">
            <a:extLst>
              <a:ext uri="{FF2B5EF4-FFF2-40B4-BE49-F238E27FC236}">
                <a16:creationId xmlns:a16="http://schemas.microsoft.com/office/drawing/2014/main" id="{D121E16E-E4AB-6CA2-DFA7-E0388D939E07}"/>
              </a:ext>
            </a:extLst>
          </p:cNvPr>
          <p:cNvSpPr>
            <a:spLocks noGrp="1"/>
          </p:cNvSpPr>
          <p:nvPr>
            <p:ph type="title"/>
          </p:nvPr>
        </p:nvSpPr>
        <p:spPr/>
        <p:txBody>
          <a:bodyPr/>
          <a:lstStyle/>
          <a:p>
            <a:r>
              <a:rPr lang="zh-CN" altLang="en-US" dirty="0"/>
              <a:t>数据收集与处理</a:t>
            </a:r>
          </a:p>
        </p:txBody>
      </p:sp>
    </p:spTree>
    <p:extLst>
      <p:ext uri="{BB962C8B-B14F-4D97-AF65-F5344CB8AC3E}">
        <p14:creationId xmlns:p14="http://schemas.microsoft.com/office/powerpoint/2010/main" val="18785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913C16A-012B-037D-A4C9-8EF3A9189380}"/>
              </a:ext>
            </a:extLst>
          </p:cNvPr>
          <p:cNvGrpSpPr/>
          <p:nvPr/>
        </p:nvGrpSpPr>
        <p:grpSpPr>
          <a:xfrm>
            <a:off x="660398" y="43447"/>
            <a:ext cx="10858502" cy="6335922"/>
            <a:chOff x="660398" y="43447"/>
            <a:chExt cx="10858502" cy="6335922"/>
          </a:xfrm>
        </p:grpSpPr>
        <p:grpSp>
          <p:nvGrpSpPr>
            <p:cNvPr id="4" name="组合 3">
              <a:extLst>
                <a:ext uri="{FF2B5EF4-FFF2-40B4-BE49-F238E27FC236}">
                  <a16:creationId xmlns:a16="http://schemas.microsoft.com/office/drawing/2014/main" id="{EBBD45C0-73A6-B357-F2C3-877673B1F796}"/>
                </a:ext>
              </a:extLst>
            </p:cNvPr>
            <p:cNvGrpSpPr/>
            <p:nvPr/>
          </p:nvGrpSpPr>
          <p:grpSpPr>
            <a:xfrm>
              <a:off x="2491422" y="43447"/>
              <a:ext cx="7209156" cy="6335922"/>
              <a:chOff x="2491422" y="43447"/>
              <a:chExt cx="7209156" cy="6335922"/>
            </a:xfrm>
          </p:grpSpPr>
          <p:sp>
            <p:nvSpPr>
              <p:cNvPr id="22" name="椭圆 21">
                <a:extLst>
                  <a:ext uri="{FF2B5EF4-FFF2-40B4-BE49-F238E27FC236}">
                    <a16:creationId xmlns:a16="http://schemas.microsoft.com/office/drawing/2014/main" id="{B124746E-5E19-8E08-4A2C-3EEEEC5423B4}"/>
                  </a:ext>
                </a:extLst>
              </p:cNvPr>
              <p:cNvSpPr/>
              <p:nvPr/>
            </p:nvSpPr>
            <p:spPr>
              <a:xfrm>
                <a:off x="3595920" y="4729135"/>
                <a:ext cx="4926013" cy="1002264"/>
              </a:xfrm>
              <a:prstGeom prst="ellipse">
                <a:avLst/>
              </a:prstGeom>
              <a:gradFill flip="none" rotWithShape="1">
                <a:gsLst>
                  <a:gs pos="74000">
                    <a:schemeClr val="accent1">
                      <a:alpha val="0"/>
                      <a:lumMod val="0"/>
                      <a:lumOff val="100000"/>
                    </a:schemeClr>
                  </a:gs>
                  <a:gs pos="100000">
                    <a:schemeClr val="accent1">
                      <a:alpha val="42000"/>
                      <a:lumMod val="80000"/>
                    </a:schemeClr>
                  </a:gs>
                </a:gsLst>
                <a:lin ang="2700000" scaled="1"/>
                <a:tileRect/>
              </a:gradFill>
              <a:ln w="19050">
                <a:gradFill>
                  <a:gsLst>
                    <a:gs pos="0">
                      <a:schemeClr val="accent1">
                        <a:lumMod val="0"/>
                        <a:lumOff val="100000"/>
                        <a:alpha val="0"/>
                      </a:schemeClr>
                    </a:gs>
                    <a:gs pos="100000">
                      <a:schemeClr val="accent1">
                        <a:lumMod val="0"/>
                        <a:lumOff val="10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5E28BE85-B17B-CF67-6045-DE215B4CFCFC}"/>
                  </a:ext>
                </a:extLst>
              </p:cNvPr>
              <p:cNvSpPr/>
              <p:nvPr/>
            </p:nvSpPr>
            <p:spPr>
              <a:xfrm>
                <a:off x="3595920" y="4729135"/>
                <a:ext cx="4926013" cy="1002264"/>
              </a:xfrm>
              <a:prstGeom prst="ellipse">
                <a:avLst/>
              </a:prstGeom>
              <a:gradFill flip="none" rotWithShape="1">
                <a:gsLst>
                  <a:gs pos="25000">
                    <a:schemeClr val="accent1">
                      <a:alpha val="0"/>
                      <a:lumMod val="0"/>
                      <a:lumOff val="100000"/>
                    </a:schemeClr>
                  </a:gs>
                  <a:gs pos="100000">
                    <a:schemeClr val="accent1">
                      <a:alpha val="42000"/>
                      <a:lumMod val="70000"/>
                      <a:lumOff val="30000"/>
                    </a:schemeClr>
                  </a:gs>
                </a:gsLst>
                <a:lin ang="5400000" scaled="0"/>
                <a:tileRect/>
              </a:gradFill>
              <a:ln w="15875">
                <a:gradFill>
                  <a:gsLst>
                    <a:gs pos="55000">
                      <a:schemeClr val="accent1">
                        <a:lumMod val="0"/>
                        <a:lumOff val="100000"/>
                        <a:alpha val="0"/>
                      </a:schemeClr>
                    </a:gs>
                    <a:gs pos="100000">
                      <a:schemeClr val="accent1">
                        <a:lumMod val="0"/>
                        <a:lumOff val="10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任意多边形: 形状 23">
                <a:extLst>
                  <a:ext uri="{FF2B5EF4-FFF2-40B4-BE49-F238E27FC236}">
                    <a16:creationId xmlns:a16="http://schemas.microsoft.com/office/drawing/2014/main" id="{E126B2CC-A02B-5B4B-C34D-1E96B37705D9}"/>
                  </a:ext>
                </a:extLst>
              </p:cNvPr>
              <p:cNvSpPr/>
              <p:nvPr/>
            </p:nvSpPr>
            <p:spPr>
              <a:xfrm>
                <a:off x="5235892" y="1871106"/>
                <a:ext cx="2101894" cy="2624081"/>
              </a:xfrm>
              <a:custGeom>
                <a:avLst/>
                <a:gdLst>
                  <a:gd name="connsiteX0" fmla="*/ 490001 w 880144"/>
                  <a:gd name="connsiteY0" fmla="*/ 0 h 1098804"/>
                  <a:gd name="connsiteX1" fmla="*/ 46898 w 880144"/>
                  <a:gd name="connsiteY1" fmla="*/ 122873 h 1098804"/>
                  <a:gd name="connsiteX2" fmla="*/ 269783 w 880144"/>
                  <a:gd name="connsiteY2" fmla="*/ 1098804 h 1098804"/>
                  <a:gd name="connsiteX3" fmla="*/ 880145 w 880144"/>
                  <a:gd name="connsiteY3" fmla="*/ 141351 h 1098804"/>
                  <a:gd name="connsiteX4" fmla="*/ 490001 w 880144"/>
                  <a:gd name="connsiteY4" fmla="*/ 0 h 109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144" h="1098804">
                    <a:moveTo>
                      <a:pt x="490001" y="0"/>
                    </a:moveTo>
                    <a:lnTo>
                      <a:pt x="46898" y="122873"/>
                    </a:lnTo>
                    <a:cubicBezTo>
                      <a:pt x="-48162" y="507778"/>
                      <a:pt x="-10538" y="916686"/>
                      <a:pt x="269783" y="1098804"/>
                    </a:cubicBezTo>
                    <a:cubicBezTo>
                      <a:pt x="620303" y="930593"/>
                      <a:pt x="820709" y="527018"/>
                      <a:pt x="880145" y="141351"/>
                    </a:cubicBezTo>
                    <a:lnTo>
                      <a:pt x="490001" y="0"/>
                    </a:lnTo>
                    <a:close/>
                  </a:path>
                </a:pathLst>
              </a:custGeom>
              <a:gradFill>
                <a:gsLst>
                  <a:gs pos="20000">
                    <a:schemeClr val="accent1">
                      <a:lumMod val="60000"/>
                      <a:lumOff val="40000"/>
                    </a:schemeClr>
                  </a:gs>
                  <a:gs pos="99900">
                    <a:schemeClr val="accent1">
                      <a:lumMod val="80000"/>
                      <a:lumOff val="20000"/>
                    </a:schemeClr>
                  </a:gs>
                </a:gsLst>
                <a:lin ang="0" scaled="1"/>
              </a:gradFill>
              <a:ln w="9525" cap="flat">
                <a:noFill/>
                <a:prstDash val="solid"/>
                <a:miter/>
              </a:ln>
            </p:spPr>
            <p:txBody>
              <a:bodyPr rtlCol="0" anchor="ctr"/>
              <a:lstStyle/>
              <a:p>
                <a:endParaRPr lang="zh-CN" altLang="en-US" dirty="0">
                  <a:cs typeface="+mn-ea"/>
                  <a:sym typeface="+mn-lt"/>
                </a:endParaRPr>
              </a:p>
            </p:txBody>
          </p:sp>
          <p:sp>
            <p:nvSpPr>
              <p:cNvPr id="25" name="任意多边形: 形状 24">
                <a:extLst>
                  <a:ext uri="{FF2B5EF4-FFF2-40B4-BE49-F238E27FC236}">
                    <a16:creationId xmlns:a16="http://schemas.microsoft.com/office/drawing/2014/main" id="{0241EF5E-6CA4-1CCF-45D6-87CF91E8D3B4}"/>
                  </a:ext>
                </a:extLst>
              </p:cNvPr>
              <p:cNvSpPr/>
              <p:nvPr/>
            </p:nvSpPr>
            <p:spPr>
              <a:xfrm>
                <a:off x="5880621" y="2208670"/>
                <a:ext cx="1657111" cy="2396156"/>
              </a:xfrm>
              <a:custGeom>
                <a:avLst/>
                <a:gdLst>
                  <a:gd name="connsiteX0" fmla="*/ 644938 w 693896"/>
                  <a:gd name="connsiteY0" fmla="*/ 265081 h 1003363"/>
                  <a:gd name="connsiteX1" fmla="*/ 647509 w 693896"/>
                  <a:gd name="connsiteY1" fmla="*/ 256032 h 1003363"/>
                  <a:gd name="connsiteX2" fmla="*/ 654272 w 693896"/>
                  <a:gd name="connsiteY2" fmla="*/ 231934 h 1003363"/>
                  <a:gd name="connsiteX3" fmla="*/ 657225 w 693896"/>
                  <a:gd name="connsiteY3" fmla="*/ 220790 h 1003363"/>
                  <a:gd name="connsiteX4" fmla="*/ 659701 w 693896"/>
                  <a:gd name="connsiteY4" fmla="*/ 211550 h 1003363"/>
                  <a:gd name="connsiteX5" fmla="*/ 661892 w 693896"/>
                  <a:gd name="connsiteY5" fmla="*/ 202597 h 1003363"/>
                  <a:gd name="connsiteX6" fmla="*/ 667703 w 693896"/>
                  <a:gd name="connsiteY6" fmla="*/ 178880 h 1003363"/>
                  <a:gd name="connsiteX7" fmla="*/ 671417 w 693896"/>
                  <a:gd name="connsiteY7" fmla="*/ 163163 h 1003363"/>
                  <a:gd name="connsiteX8" fmla="*/ 676751 w 693896"/>
                  <a:gd name="connsiteY8" fmla="*/ 138874 h 1003363"/>
                  <a:gd name="connsiteX9" fmla="*/ 679895 w 693896"/>
                  <a:gd name="connsiteY9" fmla="*/ 123825 h 1003363"/>
                  <a:gd name="connsiteX10" fmla="*/ 684943 w 693896"/>
                  <a:gd name="connsiteY10" fmla="*/ 97441 h 1003363"/>
                  <a:gd name="connsiteX11" fmla="*/ 687324 w 693896"/>
                  <a:gd name="connsiteY11" fmla="*/ 84677 h 1003363"/>
                  <a:gd name="connsiteX12" fmla="*/ 693896 w 693896"/>
                  <a:gd name="connsiteY12" fmla="*/ 45625 h 1003363"/>
                  <a:gd name="connsiteX13" fmla="*/ 610076 w 693896"/>
                  <a:gd name="connsiteY13" fmla="*/ 0 h 1003363"/>
                  <a:gd name="connsiteX14" fmla="*/ 603599 w 693896"/>
                  <a:gd name="connsiteY14" fmla="*/ 39053 h 1003363"/>
                  <a:gd name="connsiteX15" fmla="*/ 601218 w 693896"/>
                  <a:gd name="connsiteY15" fmla="*/ 51816 h 1003363"/>
                  <a:gd name="connsiteX16" fmla="*/ 596170 w 693896"/>
                  <a:gd name="connsiteY16" fmla="*/ 78200 h 1003363"/>
                  <a:gd name="connsiteX17" fmla="*/ 593026 w 693896"/>
                  <a:gd name="connsiteY17" fmla="*/ 93250 h 1003363"/>
                  <a:gd name="connsiteX18" fmla="*/ 587693 w 693896"/>
                  <a:gd name="connsiteY18" fmla="*/ 117443 h 1003363"/>
                  <a:gd name="connsiteX19" fmla="*/ 583978 w 693896"/>
                  <a:gd name="connsiteY19" fmla="*/ 133255 h 1003363"/>
                  <a:gd name="connsiteX20" fmla="*/ 578168 w 693896"/>
                  <a:gd name="connsiteY20" fmla="*/ 156972 h 1003363"/>
                  <a:gd name="connsiteX21" fmla="*/ 573500 w 693896"/>
                  <a:gd name="connsiteY21" fmla="*/ 175260 h 1003363"/>
                  <a:gd name="connsiteX22" fmla="*/ 570452 w 693896"/>
                  <a:gd name="connsiteY22" fmla="*/ 186404 h 1003363"/>
                  <a:gd name="connsiteX23" fmla="*/ 563690 w 693896"/>
                  <a:gd name="connsiteY23" fmla="*/ 210503 h 1003363"/>
                  <a:gd name="connsiteX24" fmla="*/ 561118 w 693896"/>
                  <a:gd name="connsiteY24" fmla="*/ 219551 h 1003363"/>
                  <a:gd name="connsiteX25" fmla="*/ 551117 w 693896"/>
                  <a:gd name="connsiteY25" fmla="*/ 252127 h 1003363"/>
                  <a:gd name="connsiteX26" fmla="*/ 549307 w 693896"/>
                  <a:gd name="connsiteY26" fmla="*/ 257747 h 1003363"/>
                  <a:gd name="connsiteX27" fmla="*/ 540925 w 693896"/>
                  <a:gd name="connsiteY27" fmla="*/ 283083 h 1003363"/>
                  <a:gd name="connsiteX28" fmla="*/ 528161 w 693896"/>
                  <a:gd name="connsiteY28" fmla="*/ 319183 h 1003363"/>
                  <a:gd name="connsiteX29" fmla="*/ 526637 w 693896"/>
                  <a:gd name="connsiteY29" fmla="*/ 323469 h 1003363"/>
                  <a:gd name="connsiteX30" fmla="*/ 511207 w 693896"/>
                  <a:gd name="connsiteY30" fmla="*/ 363284 h 1003363"/>
                  <a:gd name="connsiteX31" fmla="*/ 504920 w 693896"/>
                  <a:gd name="connsiteY31" fmla="*/ 378524 h 1003363"/>
                  <a:gd name="connsiteX32" fmla="*/ 496538 w 693896"/>
                  <a:gd name="connsiteY32" fmla="*/ 398621 h 1003363"/>
                  <a:gd name="connsiteX33" fmla="*/ 489585 w 693896"/>
                  <a:gd name="connsiteY33" fmla="*/ 414433 h 1003363"/>
                  <a:gd name="connsiteX34" fmla="*/ 480822 w 693896"/>
                  <a:gd name="connsiteY34" fmla="*/ 433864 h 1003363"/>
                  <a:gd name="connsiteX35" fmla="*/ 472250 w 693896"/>
                  <a:gd name="connsiteY35" fmla="*/ 451961 h 1003363"/>
                  <a:gd name="connsiteX36" fmla="*/ 465392 w 693896"/>
                  <a:gd name="connsiteY36" fmla="*/ 466154 h 1003363"/>
                  <a:gd name="connsiteX37" fmla="*/ 455867 w 693896"/>
                  <a:gd name="connsiteY37" fmla="*/ 484918 h 1003363"/>
                  <a:gd name="connsiteX38" fmla="*/ 448913 w 693896"/>
                  <a:gd name="connsiteY38" fmla="*/ 498348 h 1003363"/>
                  <a:gd name="connsiteX39" fmla="*/ 434721 w 693896"/>
                  <a:gd name="connsiteY39" fmla="*/ 524637 h 1003363"/>
                  <a:gd name="connsiteX40" fmla="*/ 432530 w 693896"/>
                  <a:gd name="connsiteY40" fmla="*/ 528638 h 1003363"/>
                  <a:gd name="connsiteX41" fmla="*/ 415195 w 693896"/>
                  <a:gd name="connsiteY41" fmla="*/ 558641 h 1003363"/>
                  <a:gd name="connsiteX42" fmla="*/ 410813 w 693896"/>
                  <a:gd name="connsiteY42" fmla="*/ 565880 h 1003363"/>
                  <a:gd name="connsiteX43" fmla="*/ 397478 w 693896"/>
                  <a:gd name="connsiteY43" fmla="*/ 587597 h 1003363"/>
                  <a:gd name="connsiteX44" fmla="*/ 391478 w 693896"/>
                  <a:gd name="connsiteY44" fmla="*/ 597027 h 1003363"/>
                  <a:gd name="connsiteX45" fmla="*/ 377666 w 693896"/>
                  <a:gd name="connsiteY45" fmla="*/ 618077 h 1003363"/>
                  <a:gd name="connsiteX46" fmla="*/ 373094 w 693896"/>
                  <a:gd name="connsiteY46" fmla="*/ 624935 h 1003363"/>
                  <a:gd name="connsiteX47" fmla="*/ 354616 w 693896"/>
                  <a:gd name="connsiteY47" fmla="*/ 651224 h 1003363"/>
                  <a:gd name="connsiteX48" fmla="*/ 327088 w 693896"/>
                  <a:gd name="connsiteY48" fmla="*/ 687800 h 1003363"/>
                  <a:gd name="connsiteX49" fmla="*/ 319564 w 693896"/>
                  <a:gd name="connsiteY49" fmla="*/ 697230 h 1003363"/>
                  <a:gd name="connsiteX50" fmla="*/ 297466 w 693896"/>
                  <a:gd name="connsiteY50" fmla="*/ 723995 h 1003363"/>
                  <a:gd name="connsiteX51" fmla="*/ 287465 w 693896"/>
                  <a:gd name="connsiteY51" fmla="*/ 735616 h 1003363"/>
                  <a:gd name="connsiteX52" fmla="*/ 281750 w 693896"/>
                  <a:gd name="connsiteY52" fmla="*/ 741998 h 1003363"/>
                  <a:gd name="connsiteX53" fmla="*/ 262128 w 693896"/>
                  <a:gd name="connsiteY53" fmla="*/ 763334 h 1003363"/>
                  <a:gd name="connsiteX54" fmla="*/ 259651 w 693896"/>
                  <a:gd name="connsiteY54" fmla="*/ 766001 h 1003363"/>
                  <a:gd name="connsiteX55" fmla="*/ 237172 w 693896"/>
                  <a:gd name="connsiteY55" fmla="*/ 788860 h 1003363"/>
                  <a:gd name="connsiteX56" fmla="*/ 231172 w 693896"/>
                  <a:gd name="connsiteY56" fmla="*/ 794671 h 1003363"/>
                  <a:gd name="connsiteX57" fmla="*/ 212408 w 693896"/>
                  <a:gd name="connsiteY57" fmla="*/ 812387 h 1003363"/>
                  <a:gd name="connsiteX58" fmla="*/ 206788 w 693896"/>
                  <a:gd name="connsiteY58" fmla="*/ 817626 h 1003363"/>
                  <a:gd name="connsiteX59" fmla="*/ 182785 w 693896"/>
                  <a:gd name="connsiteY59" fmla="*/ 838581 h 1003363"/>
                  <a:gd name="connsiteX60" fmla="*/ 176689 w 693896"/>
                  <a:gd name="connsiteY60" fmla="*/ 843629 h 1003363"/>
                  <a:gd name="connsiteX61" fmla="*/ 157258 w 693896"/>
                  <a:gd name="connsiteY61" fmla="*/ 859346 h 1003363"/>
                  <a:gd name="connsiteX62" fmla="*/ 148781 w 693896"/>
                  <a:gd name="connsiteY62" fmla="*/ 865918 h 1003363"/>
                  <a:gd name="connsiteX63" fmla="*/ 131445 w 693896"/>
                  <a:gd name="connsiteY63" fmla="*/ 878872 h 1003363"/>
                  <a:gd name="connsiteX64" fmla="*/ 120396 w 693896"/>
                  <a:gd name="connsiteY64" fmla="*/ 886777 h 1003363"/>
                  <a:gd name="connsiteX65" fmla="*/ 102489 w 693896"/>
                  <a:gd name="connsiteY65" fmla="*/ 899065 h 1003363"/>
                  <a:gd name="connsiteX66" fmla="*/ 92107 w 693896"/>
                  <a:gd name="connsiteY66" fmla="*/ 906018 h 1003363"/>
                  <a:gd name="connsiteX67" fmla="*/ 79534 w 693896"/>
                  <a:gd name="connsiteY67" fmla="*/ 913829 h 1003363"/>
                  <a:gd name="connsiteX68" fmla="*/ 59055 w 693896"/>
                  <a:gd name="connsiteY68" fmla="*/ 926306 h 1003363"/>
                  <a:gd name="connsiteX69" fmla="*/ 45434 w 693896"/>
                  <a:gd name="connsiteY69" fmla="*/ 934022 h 1003363"/>
                  <a:gd name="connsiteX70" fmla="*/ 25432 w 693896"/>
                  <a:gd name="connsiteY70" fmla="*/ 944880 h 1003363"/>
                  <a:gd name="connsiteX71" fmla="*/ 0 w 693896"/>
                  <a:gd name="connsiteY71" fmla="*/ 957739 h 1003363"/>
                  <a:gd name="connsiteX72" fmla="*/ 83820 w 693896"/>
                  <a:gd name="connsiteY72" fmla="*/ 1003364 h 1003363"/>
                  <a:gd name="connsiteX73" fmla="*/ 103346 w 693896"/>
                  <a:gd name="connsiteY73" fmla="*/ 993648 h 1003363"/>
                  <a:gd name="connsiteX74" fmla="*/ 109252 w 693896"/>
                  <a:gd name="connsiteY74" fmla="*/ 990410 h 1003363"/>
                  <a:gd name="connsiteX75" fmla="*/ 129254 w 693896"/>
                  <a:gd name="connsiteY75" fmla="*/ 979551 h 1003363"/>
                  <a:gd name="connsiteX76" fmla="*/ 142875 w 693896"/>
                  <a:gd name="connsiteY76" fmla="*/ 971836 h 1003363"/>
                  <a:gd name="connsiteX77" fmla="*/ 163354 w 693896"/>
                  <a:gd name="connsiteY77" fmla="*/ 959453 h 1003363"/>
                  <a:gd name="connsiteX78" fmla="*/ 172974 w 693896"/>
                  <a:gd name="connsiteY78" fmla="*/ 953643 h 1003363"/>
                  <a:gd name="connsiteX79" fmla="*/ 175927 w 693896"/>
                  <a:gd name="connsiteY79" fmla="*/ 951643 h 1003363"/>
                  <a:gd name="connsiteX80" fmla="*/ 186309 w 693896"/>
                  <a:gd name="connsiteY80" fmla="*/ 944689 h 1003363"/>
                  <a:gd name="connsiteX81" fmla="*/ 204216 w 693896"/>
                  <a:gd name="connsiteY81" fmla="*/ 932498 h 1003363"/>
                  <a:gd name="connsiteX82" fmla="*/ 215265 w 693896"/>
                  <a:gd name="connsiteY82" fmla="*/ 924592 h 1003363"/>
                  <a:gd name="connsiteX83" fmla="*/ 225076 w 693896"/>
                  <a:gd name="connsiteY83" fmla="*/ 917543 h 1003363"/>
                  <a:gd name="connsiteX84" fmla="*/ 232600 w 693896"/>
                  <a:gd name="connsiteY84" fmla="*/ 911733 h 1003363"/>
                  <a:gd name="connsiteX85" fmla="*/ 241078 w 693896"/>
                  <a:gd name="connsiteY85" fmla="*/ 905161 h 1003363"/>
                  <a:gd name="connsiteX86" fmla="*/ 260509 w 693896"/>
                  <a:gd name="connsiteY86" fmla="*/ 889444 h 1003363"/>
                  <a:gd name="connsiteX87" fmla="*/ 266605 w 693896"/>
                  <a:gd name="connsiteY87" fmla="*/ 884396 h 1003363"/>
                  <a:gd name="connsiteX88" fmla="*/ 268605 w 693896"/>
                  <a:gd name="connsiteY88" fmla="*/ 882777 h 1003363"/>
                  <a:gd name="connsiteX89" fmla="*/ 290703 w 693896"/>
                  <a:gd name="connsiteY89" fmla="*/ 863346 h 1003363"/>
                  <a:gd name="connsiteX90" fmla="*/ 296323 w 693896"/>
                  <a:gd name="connsiteY90" fmla="*/ 858107 h 1003363"/>
                  <a:gd name="connsiteX91" fmla="*/ 307276 w 693896"/>
                  <a:gd name="connsiteY91" fmla="*/ 848106 h 1003363"/>
                  <a:gd name="connsiteX92" fmla="*/ 315087 w 693896"/>
                  <a:gd name="connsiteY92" fmla="*/ 840486 h 1003363"/>
                  <a:gd name="connsiteX93" fmla="*/ 321088 w 693896"/>
                  <a:gd name="connsiteY93" fmla="*/ 834676 h 1003363"/>
                  <a:gd name="connsiteX94" fmla="*/ 342805 w 693896"/>
                  <a:gd name="connsiteY94" fmla="*/ 812673 h 1003363"/>
                  <a:gd name="connsiteX95" fmla="*/ 343567 w 693896"/>
                  <a:gd name="connsiteY95" fmla="*/ 811816 h 1003363"/>
                  <a:gd name="connsiteX96" fmla="*/ 346043 w 693896"/>
                  <a:gd name="connsiteY96" fmla="*/ 809149 h 1003363"/>
                  <a:gd name="connsiteX97" fmla="*/ 365665 w 693896"/>
                  <a:gd name="connsiteY97" fmla="*/ 787718 h 1003363"/>
                  <a:gd name="connsiteX98" fmla="*/ 371380 w 693896"/>
                  <a:gd name="connsiteY98" fmla="*/ 781336 h 1003363"/>
                  <a:gd name="connsiteX99" fmla="*/ 376333 w 693896"/>
                  <a:gd name="connsiteY99" fmla="*/ 775716 h 1003363"/>
                  <a:gd name="connsiteX100" fmla="*/ 381381 w 693896"/>
                  <a:gd name="connsiteY100" fmla="*/ 769620 h 1003363"/>
                  <a:gd name="connsiteX101" fmla="*/ 403479 w 693896"/>
                  <a:gd name="connsiteY101" fmla="*/ 742855 h 1003363"/>
                  <a:gd name="connsiteX102" fmla="*/ 408432 w 693896"/>
                  <a:gd name="connsiteY102" fmla="*/ 736854 h 1003363"/>
                  <a:gd name="connsiteX103" fmla="*/ 411004 w 693896"/>
                  <a:gd name="connsiteY103" fmla="*/ 733425 h 1003363"/>
                  <a:gd name="connsiteX104" fmla="*/ 438626 w 693896"/>
                  <a:gd name="connsiteY104" fmla="*/ 696849 h 1003363"/>
                  <a:gd name="connsiteX105" fmla="*/ 439579 w 693896"/>
                  <a:gd name="connsiteY105" fmla="*/ 695611 h 1003363"/>
                  <a:gd name="connsiteX106" fmla="*/ 457009 w 693896"/>
                  <a:gd name="connsiteY106" fmla="*/ 670560 h 1003363"/>
                  <a:gd name="connsiteX107" fmla="*/ 461582 w 693896"/>
                  <a:gd name="connsiteY107" fmla="*/ 663702 h 1003363"/>
                  <a:gd name="connsiteX108" fmla="*/ 470059 w 693896"/>
                  <a:gd name="connsiteY108" fmla="*/ 651034 h 1003363"/>
                  <a:gd name="connsiteX109" fmla="*/ 475297 w 693896"/>
                  <a:gd name="connsiteY109" fmla="*/ 642747 h 1003363"/>
                  <a:gd name="connsiteX110" fmla="*/ 481298 w 693896"/>
                  <a:gd name="connsiteY110" fmla="*/ 633317 h 1003363"/>
                  <a:gd name="connsiteX111" fmla="*/ 494633 w 693896"/>
                  <a:gd name="connsiteY111" fmla="*/ 611600 h 1003363"/>
                  <a:gd name="connsiteX112" fmla="*/ 499015 w 693896"/>
                  <a:gd name="connsiteY112" fmla="*/ 604361 h 1003363"/>
                  <a:gd name="connsiteX113" fmla="*/ 500443 w 693896"/>
                  <a:gd name="connsiteY113" fmla="*/ 602075 h 1003363"/>
                  <a:gd name="connsiteX114" fmla="*/ 516350 w 693896"/>
                  <a:gd name="connsiteY114" fmla="*/ 574358 h 1003363"/>
                  <a:gd name="connsiteX115" fmla="*/ 518541 w 693896"/>
                  <a:gd name="connsiteY115" fmla="*/ 570357 h 1003363"/>
                  <a:gd name="connsiteX116" fmla="*/ 531114 w 693896"/>
                  <a:gd name="connsiteY116" fmla="*/ 547307 h 1003363"/>
                  <a:gd name="connsiteX117" fmla="*/ 532733 w 693896"/>
                  <a:gd name="connsiteY117" fmla="*/ 544068 h 1003363"/>
                  <a:gd name="connsiteX118" fmla="*/ 539687 w 693896"/>
                  <a:gd name="connsiteY118" fmla="*/ 530543 h 1003363"/>
                  <a:gd name="connsiteX119" fmla="*/ 549116 w 693896"/>
                  <a:gd name="connsiteY119" fmla="*/ 511778 h 1003363"/>
                  <a:gd name="connsiteX120" fmla="*/ 555974 w 693896"/>
                  <a:gd name="connsiteY120" fmla="*/ 497586 h 1003363"/>
                  <a:gd name="connsiteX121" fmla="*/ 562166 w 693896"/>
                  <a:gd name="connsiteY121" fmla="*/ 484822 h 1003363"/>
                  <a:gd name="connsiteX122" fmla="*/ 564547 w 693896"/>
                  <a:gd name="connsiteY122" fmla="*/ 479489 h 1003363"/>
                  <a:gd name="connsiteX123" fmla="*/ 573310 w 693896"/>
                  <a:gd name="connsiteY123" fmla="*/ 460058 h 1003363"/>
                  <a:gd name="connsiteX124" fmla="*/ 580263 w 693896"/>
                  <a:gd name="connsiteY124" fmla="*/ 444246 h 1003363"/>
                  <a:gd name="connsiteX125" fmla="*/ 588740 w 693896"/>
                  <a:gd name="connsiteY125" fmla="*/ 424243 h 1003363"/>
                  <a:gd name="connsiteX126" fmla="*/ 593788 w 693896"/>
                  <a:gd name="connsiteY126" fmla="*/ 412147 h 1003363"/>
                  <a:gd name="connsiteX127" fmla="*/ 595027 w 693896"/>
                  <a:gd name="connsiteY127" fmla="*/ 409004 h 1003363"/>
                  <a:gd name="connsiteX128" fmla="*/ 610457 w 693896"/>
                  <a:gd name="connsiteY128" fmla="*/ 369189 h 1003363"/>
                  <a:gd name="connsiteX129" fmla="*/ 611981 w 693896"/>
                  <a:gd name="connsiteY129" fmla="*/ 364903 h 1003363"/>
                  <a:gd name="connsiteX130" fmla="*/ 624745 w 693896"/>
                  <a:gd name="connsiteY130" fmla="*/ 328803 h 1003363"/>
                  <a:gd name="connsiteX131" fmla="*/ 626174 w 693896"/>
                  <a:gd name="connsiteY131" fmla="*/ 324612 h 1003363"/>
                  <a:gd name="connsiteX132" fmla="*/ 633127 w 693896"/>
                  <a:gd name="connsiteY132" fmla="*/ 303371 h 1003363"/>
                  <a:gd name="connsiteX133" fmla="*/ 634937 w 693896"/>
                  <a:gd name="connsiteY133" fmla="*/ 297751 h 1003363"/>
                  <a:gd name="connsiteX134" fmla="*/ 644938 w 693896"/>
                  <a:gd name="connsiteY134" fmla="*/ 265081 h 100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693896" h="1003363">
                    <a:moveTo>
                      <a:pt x="644938" y="265081"/>
                    </a:moveTo>
                    <a:cubicBezTo>
                      <a:pt x="645795" y="262128"/>
                      <a:pt x="646652" y="259080"/>
                      <a:pt x="647509" y="256032"/>
                    </a:cubicBezTo>
                    <a:cubicBezTo>
                      <a:pt x="649796" y="248031"/>
                      <a:pt x="652082" y="239935"/>
                      <a:pt x="654272" y="231934"/>
                    </a:cubicBezTo>
                    <a:cubicBezTo>
                      <a:pt x="655320" y="228219"/>
                      <a:pt x="656272" y="224504"/>
                      <a:pt x="657225" y="220790"/>
                    </a:cubicBezTo>
                    <a:cubicBezTo>
                      <a:pt x="658082" y="217742"/>
                      <a:pt x="658940" y="214598"/>
                      <a:pt x="659701" y="211550"/>
                    </a:cubicBezTo>
                    <a:cubicBezTo>
                      <a:pt x="660463" y="208597"/>
                      <a:pt x="661130" y="205549"/>
                      <a:pt x="661892" y="202597"/>
                    </a:cubicBezTo>
                    <a:cubicBezTo>
                      <a:pt x="663893" y="194691"/>
                      <a:pt x="665797" y="186785"/>
                      <a:pt x="667703" y="178880"/>
                    </a:cubicBezTo>
                    <a:cubicBezTo>
                      <a:pt x="668941" y="173641"/>
                      <a:pt x="670179" y="168402"/>
                      <a:pt x="671417" y="163163"/>
                    </a:cubicBezTo>
                    <a:cubicBezTo>
                      <a:pt x="673227" y="155067"/>
                      <a:pt x="675037" y="146971"/>
                      <a:pt x="676751" y="138874"/>
                    </a:cubicBezTo>
                    <a:cubicBezTo>
                      <a:pt x="677799" y="133922"/>
                      <a:pt x="678942" y="128873"/>
                      <a:pt x="679895" y="123825"/>
                    </a:cubicBezTo>
                    <a:cubicBezTo>
                      <a:pt x="681609" y="115062"/>
                      <a:pt x="683324" y="106204"/>
                      <a:pt x="684943" y="97441"/>
                    </a:cubicBezTo>
                    <a:cubicBezTo>
                      <a:pt x="685705" y="93155"/>
                      <a:pt x="686562" y="88964"/>
                      <a:pt x="687324" y="84677"/>
                    </a:cubicBezTo>
                    <a:cubicBezTo>
                      <a:pt x="689610" y="71628"/>
                      <a:pt x="691801" y="58674"/>
                      <a:pt x="693896" y="45625"/>
                    </a:cubicBezTo>
                    <a:lnTo>
                      <a:pt x="610076" y="0"/>
                    </a:lnTo>
                    <a:cubicBezTo>
                      <a:pt x="608076" y="12954"/>
                      <a:pt x="605885" y="26003"/>
                      <a:pt x="603599" y="39053"/>
                    </a:cubicBezTo>
                    <a:cubicBezTo>
                      <a:pt x="602837" y="43339"/>
                      <a:pt x="601980" y="47530"/>
                      <a:pt x="601218" y="51816"/>
                    </a:cubicBezTo>
                    <a:cubicBezTo>
                      <a:pt x="599599" y="60579"/>
                      <a:pt x="597884" y="69437"/>
                      <a:pt x="596170" y="78200"/>
                    </a:cubicBezTo>
                    <a:cubicBezTo>
                      <a:pt x="595122" y="83249"/>
                      <a:pt x="594074" y="88201"/>
                      <a:pt x="593026" y="93250"/>
                    </a:cubicBezTo>
                    <a:cubicBezTo>
                      <a:pt x="591312" y="101346"/>
                      <a:pt x="589502" y="109442"/>
                      <a:pt x="587693" y="117443"/>
                    </a:cubicBezTo>
                    <a:cubicBezTo>
                      <a:pt x="586454" y="122682"/>
                      <a:pt x="585311" y="127921"/>
                      <a:pt x="583978" y="133255"/>
                    </a:cubicBezTo>
                    <a:cubicBezTo>
                      <a:pt x="582073" y="141161"/>
                      <a:pt x="580168" y="149066"/>
                      <a:pt x="578168" y="156972"/>
                    </a:cubicBezTo>
                    <a:cubicBezTo>
                      <a:pt x="576643" y="163068"/>
                      <a:pt x="575120" y="169164"/>
                      <a:pt x="573500" y="175260"/>
                    </a:cubicBezTo>
                    <a:cubicBezTo>
                      <a:pt x="572548" y="178975"/>
                      <a:pt x="571500" y="182690"/>
                      <a:pt x="570452" y="186404"/>
                    </a:cubicBezTo>
                    <a:cubicBezTo>
                      <a:pt x="568262" y="194405"/>
                      <a:pt x="565976" y="202501"/>
                      <a:pt x="563690" y="210503"/>
                    </a:cubicBezTo>
                    <a:cubicBezTo>
                      <a:pt x="562832" y="213551"/>
                      <a:pt x="561975" y="216503"/>
                      <a:pt x="561118" y="219551"/>
                    </a:cubicBezTo>
                    <a:cubicBezTo>
                      <a:pt x="557879" y="230410"/>
                      <a:pt x="554546" y="241268"/>
                      <a:pt x="551117" y="252127"/>
                    </a:cubicBezTo>
                    <a:cubicBezTo>
                      <a:pt x="550545" y="254032"/>
                      <a:pt x="549878" y="255937"/>
                      <a:pt x="549307" y="257747"/>
                    </a:cubicBezTo>
                    <a:cubicBezTo>
                      <a:pt x="546545" y="266224"/>
                      <a:pt x="543782" y="274701"/>
                      <a:pt x="540925" y="283083"/>
                    </a:cubicBezTo>
                    <a:cubicBezTo>
                      <a:pt x="536829" y="295180"/>
                      <a:pt x="532543" y="307181"/>
                      <a:pt x="528161" y="319183"/>
                    </a:cubicBezTo>
                    <a:cubicBezTo>
                      <a:pt x="527590" y="320612"/>
                      <a:pt x="527113" y="322040"/>
                      <a:pt x="526637" y="323469"/>
                    </a:cubicBezTo>
                    <a:cubicBezTo>
                      <a:pt x="521684" y="336804"/>
                      <a:pt x="516541" y="350044"/>
                      <a:pt x="511207" y="363284"/>
                    </a:cubicBezTo>
                    <a:cubicBezTo>
                      <a:pt x="509207" y="368427"/>
                      <a:pt x="507016" y="373475"/>
                      <a:pt x="504920" y="378524"/>
                    </a:cubicBezTo>
                    <a:cubicBezTo>
                      <a:pt x="502158" y="385191"/>
                      <a:pt x="499396" y="391954"/>
                      <a:pt x="496538" y="398621"/>
                    </a:cubicBezTo>
                    <a:cubicBezTo>
                      <a:pt x="494252" y="403860"/>
                      <a:pt x="491871" y="409099"/>
                      <a:pt x="489585" y="414433"/>
                    </a:cubicBezTo>
                    <a:cubicBezTo>
                      <a:pt x="486728" y="420910"/>
                      <a:pt x="483775" y="427482"/>
                      <a:pt x="480822" y="433864"/>
                    </a:cubicBezTo>
                    <a:cubicBezTo>
                      <a:pt x="478060" y="439865"/>
                      <a:pt x="475107" y="445961"/>
                      <a:pt x="472250" y="451961"/>
                    </a:cubicBezTo>
                    <a:cubicBezTo>
                      <a:pt x="469963" y="456724"/>
                      <a:pt x="467773" y="461391"/>
                      <a:pt x="465392" y="466154"/>
                    </a:cubicBezTo>
                    <a:cubicBezTo>
                      <a:pt x="462248" y="472440"/>
                      <a:pt x="459105" y="478726"/>
                      <a:pt x="455867" y="484918"/>
                    </a:cubicBezTo>
                    <a:cubicBezTo>
                      <a:pt x="453580" y="489395"/>
                      <a:pt x="451295" y="493871"/>
                      <a:pt x="448913" y="498348"/>
                    </a:cubicBezTo>
                    <a:cubicBezTo>
                      <a:pt x="444246" y="507206"/>
                      <a:pt x="439484" y="515969"/>
                      <a:pt x="434721" y="524637"/>
                    </a:cubicBezTo>
                    <a:cubicBezTo>
                      <a:pt x="433959" y="525971"/>
                      <a:pt x="433292" y="527304"/>
                      <a:pt x="432530" y="528638"/>
                    </a:cubicBezTo>
                    <a:cubicBezTo>
                      <a:pt x="426911" y="538734"/>
                      <a:pt x="421100" y="548735"/>
                      <a:pt x="415195" y="558641"/>
                    </a:cubicBezTo>
                    <a:cubicBezTo>
                      <a:pt x="413766" y="561023"/>
                      <a:pt x="412242" y="563499"/>
                      <a:pt x="410813" y="565880"/>
                    </a:cubicBezTo>
                    <a:cubicBezTo>
                      <a:pt x="406432" y="573119"/>
                      <a:pt x="401955" y="580358"/>
                      <a:pt x="397478" y="587597"/>
                    </a:cubicBezTo>
                    <a:cubicBezTo>
                      <a:pt x="395478" y="590741"/>
                      <a:pt x="393478" y="593884"/>
                      <a:pt x="391478" y="597027"/>
                    </a:cubicBezTo>
                    <a:cubicBezTo>
                      <a:pt x="386905" y="604076"/>
                      <a:pt x="382334" y="611124"/>
                      <a:pt x="377666" y="618077"/>
                    </a:cubicBezTo>
                    <a:cubicBezTo>
                      <a:pt x="376142" y="620363"/>
                      <a:pt x="374618" y="622649"/>
                      <a:pt x="373094" y="624935"/>
                    </a:cubicBezTo>
                    <a:cubicBezTo>
                      <a:pt x="367093" y="633794"/>
                      <a:pt x="360902" y="642557"/>
                      <a:pt x="354616" y="651224"/>
                    </a:cubicBezTo>
                    <a:cubicBezTo>
                      <a:pt x="345662" y="663607"/>
                      <a:pt x="336423" y="675799"/>
                      <a:pt x="327088" y="687800"/>
                    </a:cubicBezTo>
                    <a:cubicBezTo>
                      <a:pt x="324612" y="690944"/>
                      <a:pt x="322040" y="694087"/>
                      <a:pt x="319564" y="697230"/>
                    </a:cubicBezTo>
                    <a:cubicBezTo>
                      <a:pt x="312325" y="706279"/>
                      <a:pt x="304991" y="715137"/>
                      <a:pt x="297466" y="723995"/>
                    </a:cubicBezTo>
                    <a:cubicBezTo>
                      <a:pt x="294132" y="727901"/>
                      <a:pt x="290893" y="731806"/>
                      <a:pt x="287465" y="735616"/>
                    </a:cubicBezTo>
                    <a:cubicBezTo>
                      <a:pt x="285559" y="737711"/>
                      <a:pt x="283655" y="739902"/>
                      <a:pt x="281750" y="741998"/>
                    </a:cubicBezTo>
                    <a:cubicBezTo>
                      <a:pt x="275272" y="749141"/>
                      <a:pt x="268796" y="756380"/>
                      <a:pt x="262128" y="763334"/>
                    </a:cubicBezTo>
                    <a:cubicBezTo>
                      <a:pt x="261271" y="764191"/>
                      <a:pt x="260509" y="765143"/>
                      <a:pt x="259651" y="766001"/>
                    </a:cubicBezTo>
                    <a:cubicBezTo>
                      <a:pt x="252222" y="773716"/>
                      <a:pt x="244792" y="781336"/>
                      <a:pt x="237172" y="788860"/>
                    </a:cubicBezTo>
                    <a:cubicBezTo>
                      <a:pt x="235172" y="790861"/>
                      <a:pt x="233172" y="792766"/>
                      <a:pt x="231172" y="794671"/>
                    </a:cubicBezTo>
                    <a:cubicBezTo>
                      <a:pt x="224980" y="800672"/>
                      <a:pt x="218694" y="806577"/>
                      <a:pt x="212408" y="812387"/>
                    </a:cubicBezTo>
                    <a:cubicBezTo>
                      <a:pt x="210503" y="814102"/>
                      <a:pt x="208693" y="815912"/>
                      <a:pt x="206788" y="817626"/>
                    </a:cubicBezTo>
                    <a:cubicBezTo>
                      <a:pt x="198882" y="824770"/>
                      <a:pt x="190881" y="831818"/>
                      <a:pt x="182785" y="838581"/>
                    </a:cubicBezTo>
                    <a:cubicBezTo>
                      <a:pt x="180784" y="840296"/>
                      <a:pt x="178689" y="841915"/>
                      <a:pt x="176689" y="843629"/>
                    </a:cubicBezTo>
                    <a:cubicBezTo>
                      <a:pt x="170307" y="848963"/>
                      <a:pt x="163830" y="854202"/>
                      <a:pt x="157258" y="859346"/>
                    </a:cubicBezTo>
                    <a:cubicBezTo>
                      <a:pt x="154400" y="861536"/>
                      <a:pt x="151638" y="863727"/>
                      <a:pt x="148781" y="865918"/>
                    </a:cubicBezTo>
                    <a:cubicBezTo>
                      <a:pt x="143066" y="870299"/>
                      <a:pt x="137255" y="874585"/>
                      <a:pt x="131445" y="878872"/>
                    </a:cubicBezTo>
                    <a:cubicBezTo>
                      <a:pt x="127730" y="881539"/>
                      <a:pt x="124111" y="884206"/>
                      <a:pt x="120396" y="886777"/>
                    </a:cubicBezTo>
                    <a:cubicBezTo>
                      <a:pt x="114491" y="890969"/>
                      <a:pt x="108490" y="894969"/>
                      <a:pt x="102489" y="899065"/>
                    </a:cubicBezTo>
                    <a:cubicBezTo>
                      <a:pt x="99060" y="901351"/>
                      <a:pt x="95631" y="903732"/>
                      <a:pt x="92107" y="906018"/>
                    </a:cubicBezTo>
                    <a:cubicBezTo>
                      <a:pt x="88011" y="908685"/>
                      <a:pt x="83725" y="911257"/>
                      <a:pt x="79534" y="913829"/>
                    </a:cubicBezTo>
                    <a:cubicBezTo>
                      <a:pt x="72771" y="918019"/>
                      <a:pt x="66008" y="922210"/>
                      <a:pt x="59055" y="926306"/>
                    </a:cubicBezTo>
                    <a:cubicBezTo>
                      <a:pt x="54578" y="928973"/>
                      <a:pt x="50006" y="931450"/>
                      <a:pt x="45434" y="934022"/>
                    </a:cubicBezTo>
                    <a:cubicBezTo>
                      <a:pt x="38767" y="937736"/>
                      <a:pt x="32194" y="941356"/>
                      <a:pt x="25432" y="944880"/>
                    </a:cubicBezTo>
                    <a:cubicBezTo>
                      <a:pt x="17050" y="949262"/>
                      <a:pt x="8573" y="953643"/>
                      <a:pt x="0" y="957739"/>
                    </a:cubicBezTo>
                    <a:lnTo>
                      <a:pt x="83820" y="1003364"/>
                    </a:lnTo>
                    <a:cubicBezTo>
                      <a:pt x="90392" y="1000220"/>
                      <a:pt x="96869" y="996982"/>
                      <a:pt x="103346" y="993648"/>
                    </a:cubicBezTo>
                    <a:cubicBezTo>
                      <a:pt x="105346" y="992600"/>
                      <a:pt x="107252" y="991457"/>
                      <a:pt x="109252" y="990410"/>
                    </a:cubicBezTo>
                    <a:cubicBezTo>
                      <a:pt x="116015" y="986885"/>
                      <a:pt x="122682" y="983266"/>
                      <a:pt x="129254" y="979551"/>
                    </a:cubicBezTo>
                    <a:cubicBezTo>
                      <a:pt x="133826" y="976979"/>
                      <a:pt x="138398" y="974503"/>
                      <a:pt x="142875" y="971836"/>
                    </a:cubicBezTo>
                    <a:cubicBezTo>
                      <a:pt x="149828" y="967835"/>
                      <a:pt x="156591" y="963644"/>
                      <a:pt x="163354" y="959453"/>
                    </a:cubicBezTo>
                    <a:cubicBezTo>
                      <a:pt x="166497" y="957453"/>
                      <a:pt x="169831" y="955643"/>
                      <a:pt x="172974" y="953643"/>
                    </a:cubicBezTo>
                    <a:cubicBezTo>
                      <a:pt x="173926" y="952976"/>
                      <a:pt x="174974" y="952310"/>
                      <a:pt x="175927" y="951643"/>
                    </a:cubicBezTo>
                    <a:cubicBezTo>
                      <a:pt x="179451" y="949357"/>
                      <a:pt x="182880" y="946976"/>
                      <a:pt x="186309" y="944689"/>
                    </a:cubicBezTo>
                    <a:cubicBezTo>
                      <a:pt x="192310" y="940689"/>
                      <a:pt x="198311" y="936689"/>
                      <a:pt x="204216" y="932498"/>
                    </a:cubicBezTo>
                    <a:cubicBezTo>
                      <a:pt x="207931" y="929926"/>
                      <a:pt x="211550" y="927259"/>
                      <a:pt x="215265" y="924592"/>
                    </a:cubicBezTo>
                    <a:cubicBezTo>
                      <a:pt x="218504" y="922210"/>
                      <a:pt x="221837" y="919925"/>
                      <a:pt x="225076" y="917543"/>
                    </a:cubicBezTo>
                    <a:cubicBezTo>
                      <a:pt x="227647" y="915638"/>
                      <a:pt x="230124" y="913638"/>
                      <a:pt x="232600" y="911733"/>
                    </a:cubicBezTo>
                    <a:cubicBezTo>
                      <a:pt x="235458" y="909542"/>
                      <a:pt x="238316" y="907352"/>
                      <a:pt x="241078" y="905161"/>
                    </a:cubicBezTo>
                    <a:cubicBezTo>
                      <a:pt x="247650" y="900017"/>
                      <a:pt x="254127" y="894779"/>
                      <a:pt x="260509" y="889444"/>
                    </a:cubicBezTo>
                    <a:cubicBezTo>
                      <a:pt x="262509" y="887730"/>
                      <a:pt x="264605" y="886111"/>
                      <a:pt x="266605" y="884396"/>
                    </a:cubicBezTo>
                    <a:cubicBezTo>
                      <a:pt x="267271" y="883825"/>
                      <a:pt x="267938" y="883348"/>
                      <a:pt x="268605" y="882777"/>
                    </a:cubicBezTo>
                    <a:cubicBezTo>
                      <a:pt x="276034" y="876491"/>
                      <a:pt x="283369" y="869918"/>
                      <a:pt x="290703" y="863346"/>
                    </a:cubicBezTo>
                    <a:cubicBezTo>
                      <a:pt x="292608" y="861631"/>
                      <a:pt x="294513" y="859917"/>
                      <a:pt x="296323" y="858107"/>
                    </a:cubicBezTo>
                    <a:cubicBezTo>
                      <a:pt x="299942" y="854773"/>
                      <a:pt x="303657" y="851440"/>
                      <a:pt x="307276" y="848106"/>
                    </a:cubicBezTo>
                    <a:cubicBezTo>
                      <a:pt x="309943" y="845630"/>
                      <a:pt x="312515" y="842963"/>
                      <a:pt x="315087" y="840486"/>
                    </a:cubicBezTo>
                    <a:cubicBezTo>
                      <a:pt x="317087" y="838486"/>
                      <a:pt x="319088" y="836581"/>
                      <a:pt x="321088" y="834676"/>
                    </a:cubicBezTo>
                    <a:cubicBezTo>
                      <a:pt x="328422" y="827437"/>
                      <a:pt x="335756" y="820198"/>
                      <a:pt x="342805" y="812673"/>
                    </a:cubicBezTo>
                    <a:cubicBezTo>
                      <a:pt x="343091" y="812387"/>
                      <a:pt x="343281" y="812102"/>
                      <a:pt x="343567" y="811816"/>
                    </a:cubicBezTo>
                    <a:cubicBezTo>
                      <a:pt x="344424" y="810959"/>
                      <a:pt x="345186" y="810006"/>
                      <a:pt x="346043" y="809149"/>
                    </a:cubicBezTo>
                    <a:cubicBezTo>
                      <a:pt x="352711" y="802100"/>
                      <a:pt x="359188" y="794956"/>
                      <a:pt x="365665" y="787718"/>
                    </a:cubicBezTo>
                    <a:cubicBezTo>
                      <a:pt x="367570" y="785622"/>
                      <a:pt x="369475" y="783431"/>
                      <a:pt x="371380" y="781336"/>
                    </a:cubicBezTo>
                    <a:cubicBezTo>
                      <a:pt x="372999" y="779431"/>
                      <a:pt x="374713" y="777621"/>
                      <a:pt x="376333" y="775716"/>
                    </a:cubicBezTo>
                    <a:cubicBezTo>
                      <a:pt x="378047" y="773716"/>
                      <a:pt x="379667" y="771620"/>
                      <a:pt x="381381" y="769620"/>
                    </a:cubicBezTo>
                    <a:cubicBezTo>
                      <a:pt x="388906" y="760857"/>
                      <a:pt x="396240" y="751904"/>
                      <a:pt x="403479" y="742855"/>
                    </a:cubicBezTo>
                    <a:cubicBezTo>
                      <a:pt x="405098" y="740855"/>
                      <a:pt x="406813" y="738950"/>
                      <a:pt x="408432" y="736854"/>
                    </a:cubicBezTo>
                    <a:cubicBezTo>
                      <a:pt x="409289" y="735711"/>
                      <a:pt x="410146" y="734473"/>
                      <a:pt x="411004" y="733425"/>
                    </a:cubicBezTo>
                    <a:cubicBezTo>
                      <a:pt x="420434" y="721423"/>
                      <a:pt x="429673" y="709231"/>
                      <a:pt x="438626" y="696849"/>
                    </a:cubicBezTo>
                    <a:cubicBezTo>
                      <a:pt x="438912" y="696468"/>
                      <a:pt x="439293" y="695992"/>
                      <a:pt x="439579" y="695611"/>
                    </a:cubicBezTo>
                    <a:cubicBezTo>
                      <a:pt x="445484" y="687324"/>
                      <a:pt x="451295" y="679037"/>
                      <a:pt x="457009" y="670560"/>
                    </a:cubicBezTo>
                    <a:cubicBezTo>
                      <a:pt x="458534" y="668274"/>
                      <a:pt x="460058" y="665988"/>
                      <a:pt x="461582" y="663702"/>
                    </a:cubicBezTo>
                    <a:cubicBezTo>
                      <a:pt x="464439" y="659511"/>
                      <a:pt x="467296" y="655320"/>
                      <a:pt x="470059" y="651034"/>
                    </a:cubicBezTo>
                    <a:cubicBezTo>
                      <a:pt x="471868" y="648272"/>
                      <a:pt x="473583" y="645509"/>
                      <a:pt x="475297" y="642747"/>
                    </a:cubicBezTo>
                    <a:cubicBezTo>
                      <a:pt x="477298" y="639604"/>
                      <a:pt x="479298" y="636461"/>
                      <a:pt x="481298" y="633317"/>
                    </a:cubicBezTo>
                    <a:cubicBezTo>
                      <a:pt x="485870" y="626174"/>
                      <a:pt x="490252" y="618935"/>
                      <a:pt x="494633" y="611600"/>
                    </a:cubicBezTo>
                    <a:cubicBezTo>
                      <a:pt x="496062" y="609219"/>
                      <a:pt x="497586" y="606743"/>
                      <a:pt x="499015" y="604361"/>
                    </a:cubicBezTo>
                    <a:cubicBezTo>
                      <a:pt x="499491" y="603599"/>
                      <a:pt x="499967" y="602837"/>
                      <a:pt x="500443" y="602075"/>
                    </a:cubicBezTo>
                    <a:cubicBezTo>
                      <a:pt x="505873" y="592931"/>
                      <a:pt x="511112" y="583692"/>
                      <a:pt x="516350" y="574358"/>
                    </a:cubicBezTo>
                    <a:cubicBezTo>
                      <a:pt x="517112" y="573024"/>
                      <a:pt x="517779" y="571691"/>
                      <a:pt x="518541" y="570357"/>
                    </a:cubicBezTo>
                    <a:cubicBezTo>
                      <a:pt x="522732" y="562737"/>
                      <a:pt x="527018" y="555022"/>
                      <a:pt x="531114" y="547307"/>
                    </a:cubicBezTo>
                    <a:cubicBezTo>
                      <a:pt x="531686" y="546259"/>
                      <a:pt x="532162" y="545116"/>
                      <a:pt x="532733" y="544068"/>
                    </a:cubicBezTo>
                    <a:cubicBezTo>
                      <a:pt x="535115" y="539591"/>
                      <a:pt x="537401" y="535019"/>
                      <a:pt x="539687" y="530543"/>
                    </a:cubicBezTo>
                    <a:cubicBezTo>
                      <a:pt x="542830" y="524351"/>
                      <a:pt x="546068" y="518065"/>
                      <a:pt x="549116" y="511778"/>
                    </a:cubicBezTo>
                    <a:cubicBezTo>
                      <a:pt x="551497" y="507111"/>
                      <a:pt x="553688" y="502349"/>
                      <a:pt x="555974" y="497586"/>
                    </a:cubicBezTo>
                    <a:cubicBezTo>
                      <a:pt x="558070" y="493300"/>
                      <a:pt x="560165" y="489109"/>
                      <a:pt x="562166" y="484822"/>
                    </a:cubicBezTo>
                    <a:cubicBezTo>
                      <a:pt x="563023" y="483108"/>
                      <a:pt x="563785" y="481298"/>
                      <a:pt x="564547" y="479489"/>
                    </a:cubicBezTo>
                    <a:cubicBezTo>
                      <a:pt x="567500" y="473012"/>
                      <a:pt x="570452" y="466535"/>
                      <a:pt x="573310" y="460058"/>
                    </a:cubicBezTo>
                    <a:cubicBezTo>
                      <a:pt x="575596" y="454819"/>
                      <a:pt x="577977" y="449580"/>
                      <a:pt x="580263" y="444246"/>
                    </a:cubicBezTo>
                    <a:cubicBezTo>
                      <a:pt x="583121" y="437579"/>
                      <a:pt x="585883" y="430911"/>
                      <a:pt x="588740" y="424243"/>
                    </a:cubicBezTo>
                    <a:cubicBezTo>
                      <a:pt x="590359" y="420243"/>
                      <a:pt x="592169" y="416243"/>
                      <a:pt x="593788" y="412147"/>
                    </a:cubicBezTo>
                    <a:cubicBezTo>
                      <a:pt x="594170" y="411099"/>
                      <a:pt x="594551" y="410051"/>
                      <a:pt x="595027" y="409004"/>
                    </a:cubicBezTo>
                    <a:cubicBezTo>
                      <a:pt x="600361" y="395764"/>
                      <a:pt x="605504" y="382524"/>
                      <a:pt x="610457" y="369189"/>
                    </a:cubicBezTo>
                    <a:cubicBezTo>
                      <a:pt x="611029" y="367760"/>
                      <a:pt x="611505" y="366332"/>
                      <a:pt x="611981" y="364903"/>
                    </a:cubicBezTo>
                    <a:cubicBezTo>
                      <a:pt x="616363" y="352901"/>
                      <a:pt x="620649" y="340900"/>
                      <a:pt x="624745" y="328803"/>
                    </a:cubicBezTo>
                    <a:cubicBezTo>
                      <a:pt x="625221" y="327374"/>
                      <a:pt x="625793" y="326041"/>
                      <a:pt x="626174" y="324612"/>
                    </a:cubicBezTo>
                    <a:cubicBezTo>
                      <a:pt x="628555" y="317564"/>
                      <a:pt x="630841" y="310515"/>
                      <a:pt x="633127" y="303371"/>
                    </a:cubicBezTo>
                    <a:cubicBezTo>
                      <a:pt x="633698" y="301466"/>
                      <a:pt x="634365" y="299657"/>
                      <a:pt x="634937" y="297751"/>
                    </a:cubicBezTo>
                    <a:cubicBezTo>
                      <a:pt x="638366" y="286798"/>
                      <a:pt x="641699" y="275939"/>
                      <a:pt x="644938" y="265081"/>
                    </a:cubicBezTo>
                    <a:close/>
                  </a:path>
                </a:pathLst>
              </a:custGeom>
              <a:gradFill>
                <a:gsLst>
                  <a:gs pos="302">
                    <a:schemeClr val="accent1">
                      <a:lumMod val="95000"/>
                    </a:schemeClr>
                  </a:gs>
                  <a:gs pos="99900">
                    <a:schemeClr val="accent1">
                      <a:lumMod val="80000"/>
                      <a:lumOff val="20000"/>
                    </a:schemeClr>
                  </a:gs>
                </a:gsLst>
                <a:lin ang="6496626" scaled="1"/>
              </a:gradFill>
              <a:ln w="9525" cap="flat">
                <a:noFill/>
                <a:prstDash val="solid"/>
                <a:miter/>
              </a:ln>
            </p:spPr>
            <p:txBody>
              <a:bodyPr rtlCol="0" anchor="ctr"/>
              <a:lstStyle/>
              <a:p>
                <a:endParaRPr lang="zh-CN" altLang="en-US" dirty="0">
                  <a:cs typeface="+mn-ea"/>
                  <a:sym typeface="+mn-lt"/>
                </a:endParaRPr>
              </a:p>
            </p:txBody>
          </p:sp>
          <p:sp>
            <p:nvSpPr>
              <p:cNvPr id="26" name="任意多边形: 形状 25">
                <a:extLst>
                  <a:ext uri="{FF2B5EF4-FFF2-40B4-BE49-F238E27FC236}">
                    <a16:creationId xmlns:a16="http://schemas.microsoft.com/office/drawing/2014/main" id="{0162B41A-2635-CBBB-63C9-9140D074BE09}"/>
                  </a:ext>
                </a:extLst>
              </p:cNvPr>
              <p:cNvSpPr/>
              <p:nvPr/>
            </p:nvSpPr>
            <p:spPr>
              <a:xfrm>
                <a:off x="5366926" y="2026695"/>
                <a:ext cx="1823914" cy="2300846"/>
              </a:xfrm>
              <a:custGeom>
                <a:avLst/>
                <a:gdLst>
                  <a:gd name="connsiteX0" fmla="*/ 422082 w 763743"/>
                  <a:gd name="connsiteY0" fmla="*/ 0 h 963453"/>
                  <a:gd name="connsiteX1" fmla="*/ 34224 w 763743"/>
                  <a:gd name="connsiteY1" fmla="*/ 107632 h 963453"/>
                  <a:gd name="connsiteX2" fmla="*/ 16603 w 763743"/>
                  <a:gd name="connsiteY2" fmla="*/ 596551 h 963453"/>
                  <a:gd name="connsiteX3" fmla="*/ 229105 w 763743"/>
                  <a:gd name="connsiteY3" fmla="*/ 963454 h 963453"/>
                  <a:gd name="connsiteX4" fmla="*/ 586102 w 763743"/>
                  <a:gd name="connsiteY4" fmla="*/ 609124 h 963453"/>
                  <a:gd name="connsiteX5" fmla="*/ 763744 w 763743"/>
                  <a:gd name="connsiteY5" fmla="*/ 123634 h 963453"/>
                  <a:gd name="connsiteX6" fmla="*/ 422082 w 763743"/>
                  <a:gd name="connsiteY6" fmla="*/ 0 h 96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743" h="963453">
                    <a:moveTo>
                      <a:pt x="422082" y="0"/>
                    </a:moveTo>
                    <a:lnTo>
                      <a:pt x="34224" y="107632"/>
                    </a:lnTo>
                    <a:cubicBezTo>
                      <a:pt x="-4352" y="284607"/>
                      <a:pt x="-10448" y="452818"/>
                      <a:pt x="16603" y="596551"/>
                    </a:cubicBezTo>
                    <a:cubicBezTo>
                      <a:pt x="47368" y="760381"/>
                      <a:pt x="118806" y="883634"/>
                      <a:pt x="229105" y="963454"/>
                    </a:cubicBezTo>
                    <a:cubicBezTo>
                      <a:pt x="370171" y="889159"/>
                      <a:pt x="490186" y="770192"/>
                      <a:pt x="586102" y="609124"/>
                    </a:cubicBezTo>
                    <a:cubicBezTo>
                      <a:pt x="670303" y="467773"/>
                      <a:pt x="731359" y="300799"/>
                      <a:pt x="763744" y="123634"/>
                    </a:cubicBezTo>
                    <a:lnTo>
                      <a:pt x="422082" y="0"/>
                    </a:lnTo>
                    <a:close/>
                  </a:path>
                </a:pathLst>
              </a:custGeom>
              <a:gradFill>
                <a:gsLst>
                  <a:gs pos="451">
                    <a:schemeClr val="accent1">
                      <a:lumMod val="15000"/>
                      <a:lumOff val="85000"/>
                    </a:schemeClr>
                  </a:gs>
                  <a:gs pos="100000">
                    <a:schemeClr val="accent1">
                      <a:lumMod val="0"/>
                      <a:lumOff val="100000"/>
                    </a:schemeClr>
                  </a:gs>
                </a:gsLst>
                <a:lin ang="14293568" scaled="1"/>
              </a:gradFill>
              <a:ln w="9525" cap="flat">
                <a:noFill/>
                <a:prstDash val="solid"/>
                <a:miter/>
              </a:ln>
            </p:spPr>
            <p:txBody>
              <a:bodyPr rtlCol="0" anchor="ctr"/>
              <a:lstStyle/>
              <a:p>
                <a:endParaRPr lang="zh-CN" altLang="en-US">
                  <a:cs typeface="+mn-ea"/>
                  <a:sym typeface="+mn-lt"/>
                </a:endParaRPr>
              </a:p>
            </p:txBody>
          </p:sp>
          <p:sp>
            <p:nvSpPr>
              <p:cNvPr id="27" name="任意多边形: 形状 26">
                <a:extLst>
                  <a:ext uri="{FF2B5EF4-FFF2-40B4-BE49-F238E27FC236}">
                    <a16:creationId xmlns:a16="http://schemas.microsoft.com/office/drawing/2014/main" id="{574BF5FB-2FD6-2DFD-D6AF-ABFA978ED64B}"/>
                  </a:ext>
                </a:extLst>
              </p:cNvPr>
              <p:cNvSpPr/>
              <p:nvPr/>
            </p:nvSpPr>
            <p:spPr>
              <a:xfrm>
                <a:off x="5548624" y="2149982"/>
                <a:ext cx="1635957" cy="2146850"/>
              </a:xfrm>
              <a:custGeom>
                <a:avLst/>
                <a:gdLst>
                  <a:gd name="connsiteX0" fmla="*/ 483298 w 685038"/>
                  <a:gd name="connsiteY0" fmla="*/ 0 h 898969"/>
                  <a:gd name="connsiteX1" fmla="*/ 190595 w 685038"/>
                  <a:gd name="connsiteY1" fmla="*/ 488347 h 898969"/>
                  <a:gd name="connsiteX2" fmla="*/ 0 w 685038"/>
                  <a:gd name="connsiteY2" fmla="*/ 692848 h 898969"/>
                  <a:gd name="connsiteX3" fmla="*/ 159734 w 685038"/>
                  <a:gd name="connsiteY3" fmla="*/ 898969 h 898969"/>
                  <a:gd name="connsiteX4" fmla="*/ 509587 w 685038"/>
                  <a:gd name="connsiteY4" fmla="*/ 549688 h 898969"/>
                  <a:gd name="connsiteX5" fmla="*/ 685038 w 685038"/>
                  <a:gd name="connsiteY5" fmla="*/ 73057 h 898969"/>
                  <a:gd name="connsiteX6" fmla="*/ 483298 w 685038"/>
                  <a:gd name="connsiteY6" fmla="*/ 0 h 89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038" h="898969">
                    <a:moveTo>
                      <a:pt x="483298" y="0"/>
                    </a:moveTo>
                    <a:cubicBezTo>
                      <a:pt x="401860" y="171831"/>
                      <a:pt x="309372" y="339376"/>
                      <a:pt x="190595" y="488347"/>
                    </a:cubicBezTo>
                    <a:cubicBezTo>
                      <a:pt x="132302" y="561499"/>
                      <a:pt x="68294" y="629412"/>
                      <a:pt x="0" y="692848"/>
                    </a:cubicBezTo>
                    <a:cubicBezTo>
                      <a:pt x="37148" y="778764"/>
                      <a:pt x="90488" y="847820"/>
                      <a:pt x="159734" y="898969"/>
                    </a:cubicBezTo>
                    <a:cubicBezTo>
                      <a:pt x="297752" y="825246"/>
                      <a:pt x="415385" y="707803"/>
                      <a:pt x="509587" y="549688"/>
                    </a:cubicBezTo>
                    <a:cubicBezTo>
                      <a:pt x="591979" y="411385"/>
                      <a:pt x="652558" y="246697"/>
                      <a:pt x="685038" y="73057"/>
                    </a:cubicBezTo>
                    <a:lnTo>
                      <a:pt x="483298" y="0"/>
                    </a:lnTo>
                    <a:close/>
                  </a:path>
                </a:pathLst>
              </a:custGeom>
              <a:gradFill>
                <a:gsLst>
                  <a:gs pos="451">
                    <a:schemeClr val="accent1">
                      <a:lumMod val="20000"/>
                      <a:lumOff val="80000"/>
                    </a:schemeClr>
                  </a:gs>
                  <a:gs pos="100000">
                    <a:schemeClr val="accent1">
                      <a:lumMod val="10000"/>
                      <a:lumOff val="90000"/>
                    </a:schemeClr>
                  </a:gs>
                </a:gsLst>
                <a:lin ang="13992763" scaled="1"/>
              </a:gradFill>
              <a:ln w="9525" cap="flat">
                <a:noFill/>
                <a:prstDash val="solid"/>
                <a:miter/>
              </a:ln>
            </p:spPr>
            <p:txBody>
              <a:bodyPr rtlCol="0" anchor="ctr"/>
              <a:lstStyle/>
              <a:p>
                <a:endParaRPr lang="zh-CN" altLang="en-US" dirty="0">
                  <a:cs typeface="+mn-ea"/>
                  <a:sym typeface="+mn-lt"/>
                </a:endParaRPr>
              </a:p>
            </p:txBody>
          </p:sp>
          <p:sp>
            <p:nvSpPr>
              <p:cNvPr id="28" name="任意多边形: 形状 27">
                <a:extLst>
                  <a:ext uri="{FF2B5EF4-FFF2-40B4-BE49-F238E27FC236}">
                    <a16:creationId xmlns:a16="http://schemas.microsoft.com/office/drawing/2014/main" id="{E9C373E9-C928-6D0B-F6AF-0795F7132F8C}"/>
                  </a:ext>
                </a:extLst>
              </p:cNvPr>
              <p:cNvSpPr/>
              <p:nvPr/>
            </p:nvSpPr>
            <p:spPr>
              <a:xfrm>
                <a:off x="5849003" y="2689540"/>
                <a:ext cx="816612" cy="814566"/>
              </a:xfrm>
              <a:custGeom>
                <a:avLst/>
                <a:gdLst>
                  <a:gd name="connsiteX0" fmla="*/ 298704 w 341947"/>
                  <a:gd name="connsiteY0" fmla="*/ 6382 h 341090"/>
                  <a:gd name="connsiteX1" fmla="*/ 341947 w 341947"/>
                  <a:gd name="connsiteY1" fmla="*/ 74295 h 341090"/>
                  <a:gd name="connsiteX2" fmla="*/ 56483 w 341947"/>
                  <a:gd name="connsiteY2" fmla="*/ 341090 h 341090"/>
                  <a:gd name="connsiteX3" fmla="*/ 46101 w 341947"/>
                  <a:gd name="connsiteY3" fmla="*/ 334709 h 341090"/>
                  <a:gd name="connsiteX4" fmla="*/ 0 w 341947"/>
                  <a:gd name="connsiteY4" fmla="*/ 87249 h 341090"/>
                  <a:gd name="connsiteX5" fmla="*/ 10477 w 341947"/>
                  <a:gd name="connsiteY5" fmla="*/ 93631 h 341090"/>
                  <a:gd name="connsiteX6" fmla="*/ 83153 w 341947"/>
                  <a:gd name="connsiteY6" fmla="*/ 207740 h 341090"/>
                  <a:gd name="connsiteX7" fmla="*/ 288226 w 341947"/>
                  <a:gd name="connsiteY7" fmla="*/ 0 h 34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947" h="341090">
                    <a:moveTo>
                      <a:pt x="298704" y="6382"/>
                    </a:moveTo>
                    <a:lnTo>
                      <a:pt x="341947" y="74295"/>
                    </a:lnTo>
                    <a:lnTo>
                      <a:pt x="56483" y="341090"/>
                    </a:lnTo>
                    <a:lnTo>
                      <a:pt x="46101" y="334709"/>
                    </a:lnTo>
                    <a:lnTo>
                      <a:pt x="0" y="87249"/>
                    </a:lnTo>
                    <a:lnTo>
                      <a:pt x="10477" y="93631"/>
                    </a:lnTo>
                    <a:lnTo>
                      <a:pt x="83153" y="207740"/>
                    </a:lnTo>
                    <a:lnTo>
                      <a:pt x="288226" y="0"/>
                    </a:lnTo>
                    <a:close/>
                  </a:path>
                </a:pathLst>
              </a:custGeom>
              <a:gradFill>
                <a:gsLst>
                  <a:gs pos="302">
                    <a:schemeClr val="accent1">
                      <a:lumMod val="85000"/>
                    </a:schemeClr>
                  </a:gs>
                  <a:gs pos="99900">
                    <a:schemeClr val="accent1">
                      <a:lumMod val="80000"/>
                      <a:lumOff val="20000"/>
                    </a:schemeClr>
                  </a:gs>
                </a:gsLst>
                <a:lin ang="3098638" scaled="1"/>
              </a:gradFill>
              <a:ln w="9525" cap="flat">
                <a:noFill/>
                <a:prstDash val="solid"/>
                <a:miter/>
              </a:ln>
            </p:spPr>
            <p:txBody>
              <a:bodyPr rtlCol="0" anchor="ctr"/>
              <a:lstStyle/>
              <a:p>
                <a:endParaRPr lang="zh-CN" altLang="en-US">
                  <a:cs typeface="+mn-ea"/>
                  <a:sym typeface="+mn-lt"/>
                </a:endParaRPr>
              </a:p>
            </p:txBody>
          </p:sp>
          <p:sp>
            <p:nvSpPr>
              <p:cNvPr id="29" name="任意多边形: 形状 28">
                <a:extLst>
                  <a:ext uri="{FF2B5EF4-FFF2-40B4-BE49-F238E27FC236}">
                    <a16:creationId xmlns:a16="http://schemas.microsoft.com/office/drawing/2014/main" id="{AFF20D9E-9880-B818-4C8B-B26F33D81CA6}"/>
                  </a:ext>
                </a:extLst>
              </p:cNvPr>
              <p:cNvSpPr/>
              <p:nvPr/>
            </p:nvSpPr>
            <p:spPr>
              <a:xfrm>
                <a:off x="5682042" y="2689540"/>
                <a:ext cx="958780" cy="799325"/>
              </a:xfrm>
              <a:custGeom>
                <a:avLst/>
                <a:gdLst>
                  <a:gd name="connsiteX0" fmla="*/ 358140 w 401478"/>
                  <a:gd name="connsiteY0" fmla="*/ 0 h 334708"/>
                  <a:gd name="connsiteX1" fmla="*/ 401479 w 401478"/>
                  <a:gd name="connsiteY1" fmla="*/ 67913 h 334708"/>
                  <a:gd name="connsiteX2" fmla="*/ 116014 w 401478"/>
                  <a:gd name="connsiteY2" fmla="*/ 334709 h 334708"/>
                  <a:gd name="connsiteX3" fmla="*/ 0 w 401478"/>
                  <a:gd name="connsiteY3" fmla="*/ 152686 h 334708"/>
                  <a:gd name="connsiteX4" fmla="*/ 69913 w 401478"/>
                  <a:gd name="connsiteY4" fmla="*/ 87249 h 334708"/>
                  <a:gd name="connsiteX5" fmla="*/ 142684 w 401478"/>
                  <a:gd name="connsiteY5" fmla="*/ 201359 h 334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478" h="334708">
                    <a:moveTo>
                      <a:pt x="358140" y="0"/>
                    </a:moveTo>
                    <a:lnTo>
                      <a:pt x="401479" y="67913"/>
                    </a:lnTo>
                    <a:lnTo>
                      <a:pt x="116014" y="334709"/>
                    </a:lnTo>
                    <a:lnTo>
                      <a:pt x="0" y="152686"/>
                    </a:lnTo>
                    <a:lnTo>
                      <a:pt x="69913" y="87249"/>
                    </a:lnTo>
                    <a:lnTo>
                      <a:pt x="142684" y="201359"/>
                    </a:lnTo>
                    <a:close/>
                  </a:path>
                </a:pathLst>
              </a:custGeom>
              <a:gradFill>
                <a:gsLst>
                  <a:gs pos="451">
                    <a:schemeClr val="accent1">
                      <a:lumMod val="20000"/>
                      <a:lumOff val="80000"/>
                    </a:schemeClr>
                  </a:gs>
                  <a:gs pos="99900">
                    <a:schemeClr val="accent1">
                      <a:lumMod val="80000"/>
                      <a:lumOff val="20000"/>
                    </a:schemeClr>
                  </a:gs>
                </a:gsLst>
                <a:lin ang="0" scaled="1"/>
              </a:gradFill>
              <a:ln w="9525" cap="flat">
                <a:noFill/>
                <a:prstDash val="solid"/>
                <a:miter/>
              </a:ln>
            </p:spPr>
            <p:txBody>
              <a:bodyPr rtlCol="0" anchor="ctr"/>
              <a:lstStyle/>
              <a:p>
                <a:endParaRPr lang="zh-CN" altLang="en-US" dirty="0">
                  <a:cs typeface="+mn-ea"/>
                  <a:sym typeface="+mn-lt"/>
                </a:endParaRPr>
              </a:p>
            </p:txBody>
          </p:sp>
          <p:sp>
            <p:nvSpPr>
              <p:cNvPr id="30" name="椭圆 29">
                <a:extLst>
                  <a:ext uri="{FF2B5EF4-FFF2-40B4-BE49-F238E27FC236}">
                    <a16:creationId xmlns:a16="http://schemas.microsoft.com/office/drawing/2014/main" id="{9751CC57-AD8F-62A4-5FCE-D7CE84742582}"/>
                  </a:ext>
                </a:extLst>
              </p:cNvPr>
              <p:cNvSpPr/>
              <p:nvPr/>
            </p:nvSpPr>
            <p:spPr>
              <a:xfrm>
                <a:off x="3247614" y="4677714"/>
                <a:ext cx="5696772" cy="1159085"/>
              </a:xfrm>
              <a:prstGeom prst="ellipse">
                <a:avLst/>
              </a:prstGeom>
              <a:noFill/>
              <a:ln w="19050">
                <a:gradFill>
                  <a:gsLst>
                    <a:gs pos="27000">
                      <a:schemeClr val="accent1">
                        <a:alpha val="0"/>
                        <a:lumMod val="100000"/>
                      </a:schemeClr>
                    </a:gs>
                    <a:gs pos="100000">
                      <a:schemeClr val="accent1">
                        <a:lumMod val="80000"/>
                        <a:lumOff val="2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a:extLst>
                  <a:ext uri="{FF2B5EF4-FFF2-40B4-BE49-F238E27FC236}">
                    <a16:creationId xmlns:a16="http://schemas.microsoft.com/office/drawing/2014/main" id="{6A8D496D-0617-294A-4A32-AFF487E7D1EE}"/>
                  </a:ext>
                </a:extLst>
              </p:cNvPr>
              <p:cNvSpPr/>
              <p:nvPr/>
            </p:nvSpPr>
            <p:spPr>
              <a:xfrm>
                <a:off x="2491422" y="4670859"/>
                <a:ext cx="7209156" cy="1451786"/>
              </a:xfrm>
              <a:prstGeom prst="ellipse">
                <a:avLst/>
              </a:prstGeom>
              <a:noFill/>
              <a:ln w="9525">
                <a:gradFill>
                  <a:gsLst>
                    <a:gs pos="20000">
                      <a:schemeClr val="accent1">
                        <a:alpha val="0"/>
                        <a:lumMod val="70000"/>
                        <a:lumOff val="30000"/>
                      </a:schemeClr>
                    </a:gs>
                    <a:gs pos="100000">
                      <a:schemeClr val="accent1">
                        <a:lumMod val="60000"/>
                        <a:lumOff val="40000"/>
                      </a:schemeClr>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圆: 空心 31">
                <a:extLst>
                  <a:ext uri="{FF2B5EF4-FFF2-40B4-BE49-F238E27FC236}">
                    <a16:creationId xmlns:a16="http://schemas.microsoft.com/office/drawing/2014/main" id="{AADC06A4-4C2C-8C48-3E13-F64B97D61A52}"/>
                  </a:ext>
                </a:extLst>
              </p:cNvPr>
              <p:cNvSpPr/>
              <p:nvPr/>
            </p:nvSpPr>
            <p:spPr>
              <a:xfrm>
                <a:off x="3994630" y="4743452"/>
                <a:ext cx="4128593" cy="822096"/>
              </a:xfrm>
              <a:prstGeom prst="donut">
                <a:avLst>
                  <a:gd name="adj" fmla="val 11269"/>
                </a:avLst>
              </a:prstGeom>
              <a:gradFill>
                <a:gsLst>
                  <a:gs pos="66000">
                    <a:schemeClr val="accent1">
                      <a:lumMod val="40000"/>
                      <a:lumOff val="60000"/>
                    </a:schemeClr>
                  </a:gs>
                  <a:gs pos="92000">
                    <a:schemeClr val="accent1">
                      <a:lumMod val="70000"/>
                      <a:lumOff val="30000"/>
                    </a:schemeClr>
                  </a:gs>
                  <a:gs pos="36000">
                    <a:schemeClr val="accent1">
                      <a:lumMod val="40000"/>
                      <a:lumOff val="60000"/>
                    </a:schemeClr>
                  </a:gs>
                  <a:gs pos="6000">
                    <a:schemeClr val="accent1">
                      <a:lumMod val="70000"/>
                      <a:lumOff val="30000"/>
                    </a:schemeClr>
                  </a:gs>
                </a:gsLst>
                <a:lin ang="0" scaled="0"/>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Freeform 5">
                <a:extLst>
                  <a:ext uri="{FF2B5EF4-FFF2-40B4-BE49-F238E27FC236}">
                    <a16:creationId xmlns:a16="http://schemas.microsoft.com/office/drawing/2014/main" id="{9DD8B7BB-9C9A-DAC2-E6C7-02A4325B406B}"/>
                  </a:ext>
                </a:extLst>
              </p:cNvPr>
              <p:cNvSpPr>
                <a:spLocks/>
              </p:cNvSpPr>
              <p:nvPr/>
            </p:nvSpPr>
            <p:spPr bwMode="auto">
              <a:xfrm>
                <a:off x="4375068" y="4833996"/>
                <a:ext cx="3367717" cy="562757"/>
              </a:xfrm>
              <a:custGeom>
                <a:avLst/>
                <a:gdLst>
                  <a:gd name="T0" fmla="*/ 0 w 31808"/>
                  <a:gd name="T1" fmla="*/ 0 h 5317"/>
                  <a:gd name="T2" fmla="*/ 15904 w 31808"/>
                  <a:gd name="T3" fmla="*/ 1773 h 5317"/>
                  <a:gd name="T4" fmla="*/ 31808 w 31808"/>
                  <a:gd name="T5" fmla="*/ 0 h 5317"/>
                  <a:gd name="T6" fmla="*/ 31808 w 31808"/>
                  <a:gd name="T7" fmla="*/ 3544 h 5317"/>
                  <a:gd name="T8" fmla="*/ 15904 w 31808"/>
                  <a:gd name="T9" fmla="*/ 5317 h 5317"/>
                  <a:gd name="T10" fmla="*/ 0 w 31808"/>
                  <a:gd name="T11" fmla="*/ 3544 h 5317"/>
                  <a:gd name="T12" fmla="*/ 0 w 31808"/>
                  <a:gd name="T13" fmla="*/ 0 h 5317"/>
                </a:gdLst>
                <a:ahLst/>
                <a:cxnLst>
                  <a:cxn ang="0">
                    <a:pos x="T0" y="T1"/>
                  </a:cxn>
                  <a:cxn ang="0">
                    <a:pos x="T2" y="T3"/>
                  </a:cxn>
                  <a:cxn ang="0">
                    <a:pos x="T4" y="T5"/>
                  </a:cxn>
                  <a:cxn ang="0">
                    <a:pos x="T6" y="T7"/>
                  </a:cxn>
                  <a:cxn ang="0">
                    <a:pos x="T8" y="T9"/>
                  </a:cxn>
                  <a:cxn ang="0">
                    <a:pos x="T10" y="T11"/>
                  </a:cxn>
                  <a:cxn ang="0">
                    <a:pos x="T12" y="T13"/>
                  </a:cxn>
                </a:cxnLst>
                <a:rect l="0" t="0" r="r" b="b"/>
                <a:pathLst>
                  <a:path w="31808" h="5317">
                    <a:moveTo>
                      <a:pt x="0" y="0"/>
                    </a:moveTo>
                    <a:cubicBezTo>
                      <a:pt x="0" y="979"/>
                      <a:pt x="7121" y="1773"/>
                      <a:pt x="15904" y="1773"/>
                    </a:cubicBezTo>
                    <a:cubicBezTo>
                      <a:pt x="24688" y="1773"/>
                      <a:pt x="31808" y="979"/>
                      <a:pt x="31808" y="0"/>
                    </a:cubicBezTo>
                    <a:lnTo>
                      <a:pt x="31808" y="3544"/>
                    </a:lnTo>
                    <a:cubicBezTo>
                      <a:pt x="31808" y="4523"/>
                      <a:pt x="24688" y="5317"/>
                      <a:pt x="15904" y="5317"/>
                    </a:cubicBezTo>
                    <a:cubicBezTo>
                      <a:pt x="7121" y="5317"/>
                      <a:pt x="0" y="4523"/>
                      <a:pt x="0" y="3544"/>
                    </a:cubicBezTo>
                    <a:lnTo>
                      <a:pt x="0" y="0"/>
                    </a:lnTo>
                    <a:close/>
                  </a:path>
                </a:pathLst>
              </a:custGeom>
              <a:gradFill>
                <a:gsLst>
                  <a:gs pos="58000">
                    <a:schemeClr val="accent1">
                      <a:lumMod val="75000"/>
                      <a:lumOff val="25000"/>
                    </a:schemeClr>
                  </a:gs>
                  <a:gs pos="97000">
                    <a:schemeClr val="accent1">
                      <a:lumMod val="100000"/>
                    </a:schemeClr>
                  </a:gs>
                  <a:gs pos="36000">
                    <a:schemeClr val="accent1">
                      <a:lumMod val="60000"/>
                      <a:lumOff val="40000"/>
                    </a:schemeClr>
                  </a:gs>
                  <a:gs pos="8000">
                    <a:schemeClr val="accent1">
                      <a:lumMod val="80000"/>
                      <a:lumOff val="20000"/>
                    </a:schemeClr>
                  </a:gs>
                </a:gsLst>
                <a:lin ang="0" scaled="0"/>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Oval 6">
                <a:extLst>
                  <a:ext uri="{FF2B5EF4-FFF2-40B4-BE49-F238E27FC236}">
                    <a16:creationId xmlns:a16="http://schemas.microsoft.com/office/drawing/2014/main" id="{1C656271-B91C-64BA-7601-C43DB16A8D52}"/>
                  </a:ext>
                </a:extLst>
              </p:cNvPr>
              <p:cNvSpPr>
                <a:spLocks noChangeArrowheads="1"/>
              </p:cNvSpPr>
              <p:nvPr/>
            </p:nvSpPr>
            <p:spPr bwMode="auto">
              <a:xfrm>
                <a:off x="4375068" y="4653701"/>
                <a:ext cx="3367717" cy="375759"/>
              </a:xfrm>
              <a:prstGeom prst="ellipse">
                <a:avLst/>
              </a:prstGeom>
              <a:gradFill>
                <a:gsLst>
                  <a:gs pos="0">
                    <a:schemeClr val="accent1">
                      <a:lumMod val="60000"/>
                      <a:lumOff val="40000"/>
                    </a:schemeClr>
                  </a:gs>
                  <a:gs pos="100000">
                    <a:schemeClr val="accent1">
                      <a:lumMod val="80000"/>
                      <a:lumOff val="20000"/>
                    </a:schemeClr>
                  </a:gs>
                </a:gsLst>
                <a:lin ang="0" scaled="0"/>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椭圆 34">
                <a:extLst>
                  <a:ext uri="{FF2B5EF4-FFF2-40B4-BE49-F238E27FC236}">
                    <a16:creationId xmlns:a16="http://schemas.microsoft.com/office/drawing/2014/main" id="{F4F544B4-E0B7-4BCB-8937-94C3C630F437}"/>
                  </a:ext>
                </a:extLst>
              </p:cNvPr>
              <p:cNvSpPr/>
              <p:nvPr/>
            </p:nvSpPr>
            <p:spPr>
              <a:xfrm>
                <a:off x="5473427" y="4718027"/>
                <a:ext cx="1317640" cy="202192"/>
              </a:xfrm>
              <a:prstGeom prst="ellipse">
                <a:avLst/>
              </a:prstGeom>
              <a:gradFill flip="none" rotWithShape="1">
                <a:gsLst>
                  <a:gs pos="6000">
                    <a:schemeClr val="accent1">
                      <a:alpha val="52000"/>
                      <a:lumMod val="80000"/>
                    </a:schemeClr>
                  </a:gs>
                  <a:gs pos="89000">
                    <a:schemeClr val="accent1">
                      <a:lumMod val="79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a:extLst>
                  <a:ext uri="{FF2B5EF4-FFF2-40B4-BE49-F238E27FC236}">
                    <a16:creationId xmlns:a16="http://schemas.microsoft.com/office/drawing/2014/main" id="{F5B29519-024C-4961-8BAD-96324F1E2E65}"/>
                  </a:ext>
                </a:extLst>
              </p:cNvPr>
              <p:cNvSpPr/>
              <p:nvPr/>
            </p:nvSpPr>
            <p:spPr>
              <a:xfrm>
                <a:off x="4534747" y="4478478"/>
                <a:ext cx="3122505" cy="459282"/>
              </a:xfrm>
              <a:prstGeom prst="ellipse">
                <a:avLst/>
              </a:prstGeom>
              <a:noFill/>
              <a:ln w="12700">
                <a:gradFill>
                  <a:gsLst>
                    <a:gs pos="18000">
                      <a:schemeClr val="accent1">
                        <a:alpha val="0"/>
                        <a:lumMod val="40000"/>
                        <a:lumOff val="60000"/>
                      </a:schemeClr>
                    </a:gs>
                    <a:gs pos="100000">
                      <a:schemeClr val="accent1">
                        <a:lumMod val="40000"/>
                        <a:lumOff val="6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梯形 36">
                <a:extLst>
                  <a:ext uri="{FF2B5EF4-FFF2-40B4-BE49-F238E27FC236}">
                    <a16:creationId xmlns:a16="http://schemas.microsoft.com/office/drawing/2014/main" id="{60631863-6DEF-D8DB-C63D-BC3668AA12AE}"/>
                  </a:ext>
                </a:extLst>
              </p:cNvPr>
              <p:cNvSpPr/>
              <p:nvPr/>
            </p:nvSpPr>
            <p:spPr>
              <a:xfrm flipV="1">
                <a:off x="4089513" y="942549"/>
                <a:ext cx="3938827" cy="3875858"/>
              </a:xfrm>
              <a:prstGeom prst="trapezoid">
                <a:avLst>
                  <a:gd name="adj" fmla="val 18664"/>
                </a:avLst>
              </a:prstGeom>
              <a:gradFill>
                <a:gsLst>
                  <a:gs pos="0">
                    <a:schemeClr val="accent1">
                      <a:lumMod val="82000"/>
                      <a:lumOff val="18000"/>
                      <a:alpha val="10000"/>
                    </a:schemeClr>
                  </a:gs>
                  <a:gs pos="90000">
                    <a:schemeClr val="accent1">
                      <a:lumMod val="63000"/>
                      <a:lumOff val="37000"/>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梯形 37">
                <a:extLst>
                  <a:ext uri="{FF2B5EF4-FFF2-40B4-BE49-F238E27FC236}">
                    <a16:creationId xmlns:a16="http://schemas.microsoft.com/office/drawing/2014/main" id="{BB24A46F-A06E-F191-1A90-1883F2ABD83E}"/>
                  </a:ext>
                </a:extLst>
              </p:cNvPr>
              <p:cNvSpPr/>
              <p:nvPr/>
            </p:nvSpPr>
            <p:spPr>
              <a:xfrm flipV="1">
                <a:off x="3520172" y="43447"/>
                <a:ext cx="5077509" cy="4996334"/>
              </a:xfrm>
              <a:prstGeom prst="trapezoid">
                <a:avLst>
                  <a:gd name="adj" fmla="val 19002"/>
                </a:avLst>
              </a:prstGeom>
              <a:gradFill>
                <a:gsLst>
                  <a:gs pos="0">
                    <a:schemeClr val="accent1">
                      <a:lumMod val="82000"/>
                      <a:lumOff val="18000"/>
                      <a:alpha val="9000"/>
                    </a:schemeClr>
                  </a:gs>
                  <a:gs pos="90000">
                    <a:schemeClr val="accent1">
                      <a:lumMod val="63000"/>
                      <a:lumOff val="37000"/>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9" name="弧形 38">
                <a:extLst>
                  <a:ext uri="{FF2B5EF4-FFF2-40B4-BE49-F238E27FC236}">
                    <a16:creationId xmlns:a16="http://schemas.microsoft.com/office/drawing/2014/main" id="{3DA8AE88-58C6-7548-A706-C89E56142FA8}"/>
                  </a:ext>
                </a:extLst>
              </p:cNvPr>
              <p:cNvSpPr/>
              <p:nvPr/>
            </p:nvSpPr>
            <p:spPr>
              <a:xfrm rot="19815729">
                <a:off x="4423285" y="2845964"/>
                <a:ext cx="3972280" cy="988028"/>
              </a:xfrm>
              <a:prstGeom prst="arc">
                <a:avLst>
                  <a:gd name="adj1" fmla="val 21064344"/>
                  <a:gd name="adj2" fmla="val 12003930"/>
                </a:avLst>
              </a:prstGeom>
              <a:ln w="12700">
                <a:gradFill>
                  <a:gsLst>
                    <a:gs pos="18000">
                      <a:schemeClr val="accent1">
                        <a:lumMod val="43000"/>
                        <a:lumOff val="57000"/>
                        <a:alpha val="0"/>
                      </a:schemeClr>
                    </a:gs>
                    <a:gs pos="100000">
                      <a:schemeClr val="accent1">
                        <a:lumMod val="50000"/>
                        <a:lumOff val="50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40" name="直接连接符 39">
                <a:extLst>
                  <a:ext uri="{FF2B5EF4-FFF2-40B4-BE49-F238E27FC236}">
                    <a16:creationId xmlns:a16="http://schemas.microsoft.com/office/drawing/2014/main" id="{4FB02128-51BB-F83E-C85F-461BF98D138B}"/>
                  </a:ext>
                </a:extLst>
              </p:cNvPr>
              <p:cNvCxnSpPr>
                <a:cxnSpLocks/>
              </p:cNvCxnSpPr>
              <p:nvPr/>
            </p:nvCxnSpPr>
            <p:spPr>
              <a:xfrm rot="16200000">
                <a:off x="4593393" y="475415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FEBA4F9-B2E1-2A32-585F-B5BA3C81D8E4}"/>
                  </a:ext>
                </a:extLst>
              </p:cNvPr>
              <p:cNvCxnSpPr>
                <a:cxnSpLocks/>
              </p:cNvCxnSpPr>
              <p:nvPr/>
            </p:nvCxnSpPr>
            <p:spPr>
              <a:xfrm rot="16484210">
                <a:off x="4598398" y="46331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D3BEEE6-D574-1188-8B25-F123886D5C86}"/>
                  </a:ext>
                </a:extLst>
              </p:cNvPr>
              <p:cNvCxnSpPr>
                <a:cxnSpLocks/>
              </p:cNvCxnSpPr>
              <p:nvPr/>
            </p:nvCxnSpPr>
            <p:spPr>
              <a:xfrm rot="16768421">
                <a:off x="4613380" y="451293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9095D2F-B801-8A45-A326-3175B5037839}"/>
                  </a:ext>
                </a:extLst>
              </p:cNvPr>
              <p:cNvCxnSpPr>
                <a:cxnSpLocks/>
              </p:cNvCxnSpPr>
              <p:nvPr/>
            </p:nvCxnSpPr>
            <p:spPr>
              <a:xfrm rot="17052632">
                <a:off x="4638238" y="439438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540F4C2-6665-A28E-3127-23CCD8AB6650}"/>
                  </a:ext>
                </a:extLst>
              </p:cNvPr>
              <p:cNvCxnSpPr>
                <a:cxnSpLocks/>
              </p:cNvCxnSpPr>
              <p:nvPr/>
            </p:nvCxnSpPr>
            <p:spPr>
              <a:xfrm rot="17336842">
                <a:off x="4672799" y="427829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29E38AA9-810F-4C07-8CBD-2DAEFC7033F9}"/>
                  </a:ext>
                </a:extLst>
              </p:cNvPr>
              <p:cNvCxnSpPr>
                <a:cxnSpLocks/>
              </p:cNvCxnSpPr>
              <p:nvPr/>
            </p:nvCxnSpPr>
            <p:spPr>
              <a:xfrm rot="17621053">
                <a:off x="4716830" y="416545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A88E2307-9EB8-4FA4-0081-CD5DA932794D}"/>
                  </a:ext>
                </a:extLst>
              </p:cNvPr>
              <p:cNvCxnSpPr>
                <a:cxnSpLocks/>
              </p:cNvCxnSpPr>
              <p:nvPr/>
            </p:nvCxnSpPr>
            <p:spPr>
              <a:xfrm rot="17905263">
                <a:off x="4770027" y="405663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911EAE6-6305-876A-8D6F-B7E19609F096}"/>
                  </a:ext>
                </a:extLst>
              </p:cNvPr>
              <p:cNvCxnSpPr>
                <a:cxnSpLocks/>
              </p:cNvCxnSpPr>
              <p:nvPr/>
            </p:nvCxnSpPr>
            <p:spPr>
              <a:xfrm rot="18189474">
                <a:off x="4832030" y="395258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A8CC5F1C-8924-FD67-1813-1C8C3FBC4F9E}"/>
                  </a:ext>
                </a:extLst>
              </p:cNvPr>
              <p:cNvCxnSpPr>
                <a:cxnSpLocks/>
              </p:cNvCxnSpPr>
              <p:nvPr/>
            </p:nvCxnSpPr>
            <p:spPr>
              <a:xfrm rot="18473684">
                <a:off x="4902414" y="385400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38E28B0-96D5-D808-3764-B40129C8AA6E}"/>
                  </a:ext>
                </a:extLst>
              </p:cNvPr>
              <p:cNvCxnSpPr>
                <a:cxnSpLocks/>
              </p:cNvCxnSpPr>
              <p:nvPr/>
            </p:nvCxnSpPr>
            <p:spPr>
              <a:xfrm rot="18757895">
                <a:off x="4980698" y="37615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8752129-D728-BDF5-3FD1-CF9A2DA9936B}"/>
                  </a:ext>
                </a:extLst>
              </p:cNvPr>
              <p:cNvCxnSpPr>
                <a:cxnSpLocks/>
              </p:cNvCxnSpPr>
              <p:nvPr/>
            </p:nvCxnSpPr>
            <p:spPr>
              <a:xfrm rot="19042105">
                <a:off x="5066347" y="36759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9B4E870-956F-1316-3A87-923CC20ACDB4}"/>
                  </a:ext>
                </a:extLst>
              </p:cNvPr>
              <p:cNvCxnSpPr>
                <a:cxnSpLocks/>
              </p:cNvCxnSpPr>
              <p:nvPr/>
            </p:nvCxnSpPr>
            <p:spPr>
              <a:xfrm rot="19326316">
                <a:off x="5158777" y="359764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3B87DD60-2942-6C48-CFF9-CB859684EBFC}"/>
                  </a:ext>
                </a:extLst>
              </p:cNvPr>
              <p:cNvCxnSpPr>
                <a:cxnSpLocks/>
              </p:cNvCxnSpPr>
              <p:nvPr/>
            </p:nvCxnSpPr>
            <p:spPr>
              <a:xfrm rot="19610526">
                <a:off x="5257355" y="35272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9431F689-BCCF-2583-E966-02042B910FDA}"/>
                  </a:ext>
                </a:extLst>
              </p:cNvPr>
              <p:cNvCxnSpPr>
                <a:cxnSpLocks/>
              </p:cNvCxnSpPr>
              <p:nvPr/>
            </p:nvCxnSpPr>
            <p:spPr>
              <a:xfrm rot="19894737">
                <a:off x="5361409" y="346525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A00885BD-B1FE-D2E6-BD76-573F9E8917DB}"/>
                  </a:ext>
                </a:extLst>
              </p:cNvPr>
              <p:cNvCxnSpPr>
                <a:cxnSpLocks/>
              </p:cNvCxnSpPr>
              <p:nvPr/>
            </p:nvCxnSpPr>
            <p:spPr>
              <a:xfrm rot="20178947">
                <a:off x="5470228" y="34120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1A431E85-731C-E366-1C5A-7CF48AF9E8E6}"/>
                  </a:ext>
                </a:extLst>
              </p:cNvPr>
              <p:cNvCxnSpPr>
                <a:cxnSpLocks/>
              </p:cNvCxnSpPr>
              <p:nvPr/>
            </p:nvCxnSpPr>
            <p:spPr>
              <a:xfrm rot="20463158">
                <a:off x="5583068" y="336802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477D0C2-B95B-D847-9832-4AF664607DEF}"/>
                  </a:ext>
                </a:extLst>
              </p:cNvPr>
              <p:cNvCxnSpPr>
                <a:cxnSpLocks/>
              </p:cNvCxnSpPr>
              <p:nvPr/>
            </p:nvCxnSpPr>
            <p:spPr>
              <a:xfrm rot="20747368">
                <a:off x="5699158" y="333346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BFA5620-3E3B-1567-615F-2687B2C3E381}"/>
                  </a:ext>
                </a:extLst>
              </p:cNvPr>
              <p:cNvCxnSpPr>
                <a:cxnSpLocks/>
              </p:cNvCxnSpPr>
              <p:nvPr/>
            </p:nvCxnSpPr>
            <p:spPr>
              <a:xfrm rot="21031579">
                <a:off x="5817706" y="330861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F0B03AC4-37F6-348E-595E-EC2E6BA58AE9}"/>
                  </a:ext>
                </a:extLst>
              </p:cNvPr>
              <p:cNvCxnSpPr>
                <a:cxnSpLocks/>
              </p:cNvCxnSpPr>
              <p:nvPr/>
            </p:nvCxnSpPr>
            <p:spPr>
              <a:xfrm rot="21315789">
                <a:off x="5937903" y="32936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2A83A5D2-F087-7662-80E8-BC3C4B1F7E1B}"/>
                  </a:ext>
                </a:extLst>
              </p:cNvPr>
              <p:cNvCxnSpPr>
                <a:cxnSpLocks/>
              </p:cNvCxnSpPr>
              <p:nvPr/>
            </p:nvCxnSpPr>
            <p:spPr>
              <a:xfrm>
                <a:off x="6058926" y="328862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52B8034C-6C58-0E52-E68B-D0047DDDEE04}"/>
                  </a:ext>
                </a:extLst>
              </p:cNvPr>
              <p:cNvCxnSpPr>
                <a:cxnSpLocks/>
              </p:cNvCxnSpPr>
              <p:nvPr/>
            </p:nvCxnSpPr>
            <p:spPr>
              <a:xfrm rot="284211">
                <a:off x="6179948" y="32936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9DB61985-0C54-59FB-CDF7-5316FDFB1F80}"/>
                  </a:ext>
                </a:extLst>
              </p:cNvPr>
              <p:cNvCxnSpPr>
                <a:cxnSpLocks/>
              </p:cNvCxnSpPr>
              <p:nvPr/>
            </p:nvCxnSpPr>
            <p:spPr>
              <a:xfrm rot="568421">
                <a:off x="6300144" y="330861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B0E14CBF-9158-183B-B593-05C22AC26EB1}"/>
                  </a:ext>
                </a:extLst>
              </p:cNvPr>
              <p:cNvCxnSpPr>
                <a:cxnSpLocks/>
              </p:cNvCxnSpPr>
              <p:nvPr/>
            </p:nvCxnSpPr>
            <p:spPr>
              <a:xfrm rot="852632">
                <a:off x="6418694" y="333346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3A47AED-C7DB-20B5-974A-3B38FFC129EA}"/>
                  </a:ext>
                </a:extLst>
              </p:cNvPr>
              <p:cNvCxnSpPr>
                <a:cxnSpLocks/>
              </p:cNvCxnSpPr>
              <p:nvPr/>
            </p:nvCxnSpPr>
            <p:spPr>
              <a:xfrm rot="1136842">
                <a:off x="6534783" y="336802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FDFD856-F589-F096-4832-D33CA1A2B1FA}"/>
                  </a:ext>
                </a:extLst>
              </p:cNvPr>
              <p:cNvCxnSpPr>
                <a:cxnSpLocks/>
              </p:cNvCxnSpPr>
              <p:nvPr/>
            </p:nvCxnSpPr>
            <p:spPr>
              <a:xfrm rot="1421053">
                <a:off x="6647624" y="34120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077C3DD-4803-3584-9EA2-D58B365B8A32}"/>
                  </a:ext>
                </a:extLst>
              </p:cNvPr>
              <p:cNvCxnSpPr>
                <a:cxnSpLocks/>
              </p:cNvCxnSpPr>
              <p:nvPr/>
            </p:nvCxnSpPr>
            <p:spPr>
              <a:xfrm rot="1705263">
                <a:off x="6756442" y="346525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FBCFBFF0-EE29-6CF6-5649-B8FC41900485}"/>
                  </a:ext>
                </a:extLst>
              </p:cNvPr>
              <p:cNvCxnSpPr>
                <a:cxnSpLocks/>
              </p:cNvCxnSpPr>
              <p:nvPr/>
            </p:nvCxnSpPr>
            <p:spPr>
              <a:xfrm rot="1989474">
                <a:off x="6860496" y="352725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368C52B5-51D1-3F70-C375-67EA3B66033E}"/>
                  </a:ext>
                </a:extLst>
              </p:cNvPr>
              <p:cNvCxnSpPr>
                <a:cxnSpLocks/>
              </p:cNvCxnSpPr>
              <p:nvPr/>
            </p:nvCxnSpPr>
            <p:spPr>
              <a:xfrm rot="2273684">
                <a:off x="6959075" y="359764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5D5797D3-BEA4-BA55-0D0A-60066074F0F6}"/>
                  </a:ext>
                </a:extLst>
              </p:cNvPr>
              <p:cNvCxnSpPr>
                <a:cxnSpLocks/>
              </p:cNvCxnSpPr>
              <p:nvPr/>
            </p:nvCxnSpPr>
            <p:spPr>
              <a:xfrm rot="2557895">
                <a:off x="7051504" y="367592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44D6D0A-1901-C190-291D-22FDA3FBFB0C}"/>
                  </a:ext>
                </a:extLst>
              </p:cNvPr>
              <p:cNvCxnSpPr>
                <a:cxnSpLocks/>
              </p:cNvCxnSpPr>
              <p:nvPr/>
            </p:nvCxnSpPr>
            <p:spPr>
              <a:xfrm rot="2842105">
                <a:off x="7137154" y="37615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C7B68A58-C153-3EE1-1D9E-5934827D3F44}"/>
                  </a:ext>
                </a:extLst>
              </p:cNvPr>
              <p:cNvCxnSpPr>
                <a:cxnSpLocks/>
              </p:cNvCxnSpPr>
              <p:nvPr/>
            </p:nvCxnSpPr>
            <p:spPr>
              <a:xfrm rot="3126316">
                <a:off x="7215437" y="385400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CAC181D-AA45-4398-8EBD-EFB0F8F200F4}"/>
                  </a:ext>
                </a:extLst>
              </p:cNvPr>
              <p:cNvCxnSpPr>
                <a:cxnSpLocks/>
              </p:cNvCxnSpPr>
              <p:nvPr/>
            </p:nvCxnSpPr>
            <p:spPr>
              <a:xfrm rot="3410526">
                <a:off x="7285821" y="395258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1F7D8D0A-6438-E305-B85D-F20312E83E22}"/>
                  </a:ext>
                </a:extLst>
              </p:cNvPr>
              <p:cNvCxnSpPr>
                <a:cxnSpLocks/>
              </p:cNvCxnSpPr>
              <p:nvPr/>
            </p:nvCxnSpPr>
            <p:spPr>
              <a:xfrm rot="3694737">
                <a:off x="7347824" y="405663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04394027-8D6D-905B-EAEA-F5E1E577C260}"/>
                  </a:ext>
                </a:extLst>
              </p:cNvPr>
              <p:cNvCxnSpPr>
                <a:cxnSpLocks/>
              </p:cNvCxnSpPr>
              <p:nvPr/>
            </p:nvCxnSpPr>
            <p:spPr>
              <a:xfrm rot="3978947">
                <a:off x="7401021" y="416545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713D05CB-DFB8-7703-0C72-10770D2DDA44}"/>
                  </a:ext>
                </a:extLst>
              </p:cNvPr>
              <p:cNvCxnSpPr>
                <a:cxnSpLocks/>
              </p:cNvCxnSpPr>
              <p:nvPr/>
            </p:nvCxnSpPr>
            <p:spPr>
              <a:xfrm rot="4263158">
                <a:off x="7445053" y="4278297"/>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9F5CB7F-8EF9-651D-ECEE-DDE3E5D3D5C5}"/>
                  </a:ext>
                </a:extLst>
              </p:cNvPr>
              <p:cNvCxnSpPr>
                <a:cxnSpLocks/>
              </p:cNvCxnSpPr>
              <p:nvPr/>
            </p:nvCxnSpPr>
            <p:spPr>
              <a:xfrm rot="4547368">
                <a:off x="7479613" y="439438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D27DC944-D902-8CE8-ED2B-3F09782D2111}"/>
                  </a:ext>
                </a:extLst>
              </p:cNvPr>
              <p:cNvCxnSpPr>
                <a:cxnSpLocks/>
              </p:cNvCxnSpPr>
              <p:nvPr/>
            </p:nvCxnSpPr>
            <p:spPr>
              <a:xfrm rot="4831579">
                <a:off x="7504470" y="451293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233565DF-5692-3DEF-F34E-B78E74C29EC0}"/>
                  </a:ext>
                </a:extLst>
              </p:cNvPr>
              <p:cNvCxnSpPr>
                <a:cxnSpLocks/>
              </p:cNvCxnSpPr>
              <p:nvPr/>
            </p:nvCxnSpPr>
            <p:spPr>
              <a:xfrm rot="5115790">
                <a:off x="7519453" y="46331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F3E379D4-072E-E652-C046-762550490DDA}"/>
                  </a:ext>
                </a:extLst>
              </p:cNvPr>
              <p:cNvCxnSpPr>
                <a:cxnSpLocks/>
              </p:cNvCxnSpPr>
              <p:nvPr/>
            </p:nvCxnSpPr>
            <p:spPr>
              <a:xfrm rot="5400000">
                <a:off x="7524459" y="475415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EC97A37-4BF8-8FA2-996D-FE3368CA1765}"/>
                  </a:ext>
                </a:extLst>
              </p:cNvPr>
              <p:cNvCxnSpPr>
                <a:cxnSpLocks/>
              </p:cNvCxnSpPr>
              <p:nvPr/>
            </p:nvCxnSpPr>
            <p:spPr>
              <a:xfrm rot="5684210">
                <a:off x="7519453" y="48751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72C392F6-52A6-DCB1-E4C6-B32F9EC952E5}"/>
                  </a:ext>
                </a:extLst>
              </p:cNvPr>
              <p:cNvCxnSpPr>
                <a:cxnSpLocks/>
              </p:cNvCxnSpPr>
              <p:nvPr/>
            </p:nvCxnSpPr>
            <p:spPr>
              <a:xfrm rot="5968421">
                <a:off x="7504470" y="499537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9BCE3DB2-BBCC-67EB-CD63-834F95EF1D4E}"/>
                  </a:ext>
                </a:extLst>
              </p:cNvPr>
              <p:cNvCxnSpPr>
                <a:cxnSpLocks/>
              </p:cNvCxnSpPr>
              <p:nvPr/>
            </p:nvCxnSpPr>
            <p:spPr>
              <a:xfrm rot="6252632">
                <a:off x="7479613" y="511392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EB35F60-AAB6-C054-8A3A-9CC2C7E3F9CB}"/>
                  </a:ext>
                </a:extLst>
              </p:cNvPr>
              <p:cNvCxnSpPr>
                <a:cxnSpLocks/>
              </p:cNvCxnSpPr>
              <p:nvPr/>
            </p:nvCxnSpPr>
            <p:spPr>
              <a:xfrm rot="6536842">
                <a:off x="7445053" y="523001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744FD02-9AB2-9462-4BC2-83E5390C5EB8}"/>
                  </a:ext>
                </a:extLst>
              </p:cNvPr>
              <p:cNvCxnSpPr>
                <a:cxnSpLocks/>
              </p:cNvCxnSpPr>
              <p:nvPr/>
            </p:nvCxnSpPr>
            <p:spPr>
              <a:xfrm rot="6821053">
                <a:off x="7401021" y="53428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3ED801A3-BD1C-8D9B-2F54-85F9738E5FD9}"/>
                  </a:ext>
                </a:extLst>
              </p:cNvPr>
              <p:cNvCxnSpPr>
                <a:cxnSpLocks/>
              </p:cNvCxnSpPr>
              <p:nvPr/>
            </p:nvCxnSpPr>
            <p:spPr>
              <a:xfrm rot="7105263">
                <a:off x="7347824" y="545167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DA990AEB-772A-88B6-2F4E-759EE3F2A81D}"/>
                  </a:ext>
                </a:extLst>
              </p:cNvPr>
              <p:cNvCxnSpPr>
                <a:cxnSpLocks/>
              </p:cNvCxnSpPr>
              <p:nvPr/>
            </p:nvCxnSpPr>
            <p:spPr>
              <a:xfrm rot="7389474">
                <a:off x="7285821" y="555572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29DB6818-E047-958E-EBA7-6830530FFB6D}"/>
                  </a:ext>
                </a:extLst>
              </p:cNvPr>
              <p:cNvCxnSpPr>
                <a:cxnSpLocks/>
              </p:cNvCxnSpPr>
              <p:nvPr/>
            </p:nvCxnSpPr>
            <p:spPr>
              <a:xfrm rot="7673684">
                <a:off x="7215437" y="565430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AB16E04-985B-0074-7060-6C5CF52F8905}"/>
                  </a:ext>
                </a:extLst>
              </p:cNvPr>
              <p:cNvCxnSpPr>
                <a:cxnSpLocks/>
              </p:cNvCxnSpPr>
              <p:nvPr/>
            </p:nvCxnSpPr>
            <p:spPr>
              <a:xfrm rot="7957895">
                <a:off x="7137154" y="57467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2F867011-415D-3E13-2B26-511B38C43A8D}"/>
                  </a:ext>
                </a:extLst>
              </p:cNvPr>
              <p:cNvCxnSpPr>
                <a:cxnSpLocks/>
              </p:cNvCxnSpPr>
              <p:nvPr/>
            </p:nvCxnSpPr>
            <p:spPr>
              <a:xfrm rot="8242105">
                <a:off x="7051504" y="583238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459DBB34-73F5-5A84-03DF-AD827CE468DA}"/>
                  </a:ext>
                </a:extLst>
              </p:cNvPr>
              <p:cNvCxnSpPr>
                <a:cxnSpLocks/>
              </p:cNvCxnSpPr>
              <p:nvPr/>
            </p:nvCxnSpPr>
            <p:spPr>
              <a:xfrm rot="8526316">
                <a:off x="6959075" y="591066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40BB4D6-5D40-393B-094C-E4775A62E243}"/>
                  </a:ext>
                </a:extLst>
              </p:cNvPr>
              <p:cNvCxnSpPr>
                <a:cxnSpLocks/>
              </p:cNvCxnSpPr>
              <p:nvPr/>
            </p:nvCxnSpPr>
            <p:spPr>
              <a:xfrm rot="8810526">
                <a:off x="6860496" y="59810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825F241-DF99-23FB-FCC6-19DFFEF558E8}"/>
                  </a:ext>
                </a:extLst>
              </p:cNvPr>
              <p:cNvCxnSpPr>
                <a:cxnSpLocks/>
              </p:cNvCxnSpPr>
              <p:nvPr/>
            </p:nvCxnSpPr>
            <p:spPr>
              <a:xfrm rot="9094737">
                <a:off x="6756442" y="60430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02E4F6F9-F79D-A6E5-0CAF-A79220943978}"/>
                  </a:ext>
                </a:extLst>
              </p:cNvPr>
              <p:cNvCxnSpPr>
                <a:cxnSpLocks/>
              </p:cNvCxnSpPr>
              <p:nvPr/>
            </p:nvCxnSpPr>
            <p:spPr>
              <a:xfrm rot="9378948">
                <a:off x="6647624" y="60962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91E4F25C-F750-9497-EA39-A4954A76D01F}"/>
                  </a:ext>
                </a:extLst>
              </p:cNvPr>
              <p:cNvCxnSpPr>
                <a:cxnSpLocks/>
              </p:cNvCxnSpPr>
              <p:nvPr/>
            </p:nvCxnSpPr>
            <p:spPr>
              <a:xfrm rot="9663158">
                <a:off x="6534783" y="61402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C082C95-9086-24BC-DC61-75B3BBF58ADC}"/>
                  </a:ext>
                </a:extLst>
              </p:cNvPr>
              <p:cNvCxnSpPr>
                <a:cxnSpLocks/>
              </p:cNvCxnSpPr>
              <p:nvPr/>
            </p:nvCxnSpPr>
            <p:spPr>
              <a:xfrm rot="9947368">
                <a:off x="6418694" y="617484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5ADEDE7A-37B7-9D50-4C6D-2990273A92E2}"/>
                  </a:ext>
                </a:extLst>
              </p:cNvPr>
              <p:cNvCxnSpPr>
                <a:cxnSpLocks/>
              </p:cNvCxnSpPr>
              <p:nvPr/>
            </p:nvCxnSpPr>
            <p:spPr>
              <a:xfrm rot="10231579">
                <a:off x="6300144" y="619969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B820D6B-F172-BC3D-ED4A-AB5CDB63B99D}"/>
                  </a:ext>
                </a:extLst>
              </p:cNvPr>
              <p:cNvCxnSpPr>
                <a:cxnSpLocks/>
              </p:cNvCxnSpPr>
              <p:nvPr/>
            </p:nvCxnSpPr>
            <p:spPr>
              <a:xfrm rot="10515789">
                <a:off x="6179948" y="62146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389B89D2-14A4-C62B-73B7-83532F17D8FA}"/>
                  </a:ext>
                </a:extLst>
              </p:cNvPr>
              <p:cNvCxnSpPr>
                <a:cxnSpLocks/>
              </p:cNvCxnSpPr>
              <p:nvPr/>
            </p:nvCxnSpPr>
            <p:spPr>
              <a:xfrm rot="10800000">
                <a:off x="6058926" y="621968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2912099-A501-AB9F-5E8C-04AE63C2F3F2}"/>
                  </a:ext>
                </a:extLst>
              </p:cNvPr>
              <p:cNvCxnSpPr>
                <a:cxnSpLocks/>
              </p:cNvCxnSpPr>
              <p:nvPr/>
            </p:nvCxnSpPr>
            <p:spPr>
              <a:xfrm rot="11084211">
                <a:off x="5937903" y="62146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91E88084-7959-79A8-4B46-E9D44D0568B6}"/>
                  </a:ext>
                </a:extLst>
              </p:cNvPr>
              <p:cNvCxnSpPr>
                <a:cxnSpLocks/>
              </p:cNvCxnSpPr>
              <p:nvPr/>
            </p:nvCxnSpPr>
            <p:spPr>
              <a:xfrm rot="11368421">
                <a:off x="5817706" y="6199698"/>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80A4010B-D5A7-7C14-30BC-03A44F660A4F}"/>
                  </a:ext>
                </a:extLst>
              </p:cNvPr>
              <p:cNvCxnSpPr>
                <a:cxnSpLocks/>
              </p:cNvCxnSpPr>
              <p:nvPr/>
            </p:nvCxnSpPr>
            <p:spPr>
              <a:xfrm rot="11652632">
                <a:off x="5699158" y="617484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1E30CA54-D6E7-65F4-2259-8EFD1956BF5A}"/>
                  </a:ext>
                </a:extLst>
              </p:cNvPr>
              <p:cNvCxnSpPr>
                <a:cxnSpLocks/>
              </p:cNvCxnSpPr>
              <p:nvPr/>
            </p:nvCxnSpPr>
            <p:spPr>
              <a:xfrm rot="11936842">
                <a:off x="5583068" y="614028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6BFFC83A-F132-69F2-64CC-144BA0ED711D}"/>
                  </a:ext>
                </a:extLst>
              </p:cNvPr>
              <p:cNvCxnSpPr>
                <a:cxnSpLocks/>
              </p:cNvCxnSpPr>
              <p:nvPr/>
            </p:nvCxnSpPr>
            <p:spPr>
              <a:xfrm rot="12221052">
                <a:off x="5470228" y="60962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17B8842-5B87-A539-817D-4A212924EC3A}"/>
                  </a:ext>
                </a:extLst>
              </p:cNvPr>
              <p:cNvCxnSpPr>
                <a:cxnSpLocks/>
              </p:cNvCxnSpPr>
              <p:nvPr/>
            </p:nvCxnSpPr>
            <p:spPr>
              <a:xfrm rot="12505263">
                <a:off x="5361409" y="60430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C825B5D8-D9F0-1471-3BB3-0B29EB05BF83}"/>
                  </a:ext>
                </a:extLst>
              </p:cNvPr>
              <p:cNvCxnSpPr>
                <a:cxnSpLocks/>
              </p:cNvCxnSpPr>
              <p:nvPr/>
            </p:nvCxnSpPr>
            <p:spPr>
              <a:xfrm rot="12789474">
                <a:off x="5257355" y="5981049"/>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39E9CA9-5130-A30E-4B20-29451700C67D}"/>
                  </a:ext>
                </a:extLst>
              </p:cNvPr>
              <p:cNvCxnSpPr>
                <a:cxnSpLocks/>
              </p:cNvCxnSpPr>
              <p:nvPr/>
            </p:nvCxnSpPr>
            <p:spPr>
              <a:xfrm rot="13073684">
                <a:off x="5158777" y="5910665"/>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82E8C868-372F-5E2F-C30E-7520D454573B}"/>
                  </a:ext>
                </a:extLst>
              </p:cNvPr>
              <p:cNvCxnSpPr>
                <a:cxnSpLocks/>
              </p:cNvCxnSpPr>
              <p:nvPr/>
            </p:nvCxnSpPr>
            <p:spPr>
              <a:xfrm rot="13357895">
                <a:off x="5066347" y="583238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3E17080B-F5D5-9059-A173-85E2A619977A}"/>
                  </a:ext>
                </a:extLst>
              </p:cNvPr>
              <p:cNvCxnSpPr>
                <a:cxnSpLocks/>
              </p:cNvCxnSpPr>
              <p:nvPr/>
            </p:nvCxnSpPr>
            <p:spPr>
              <a:xfrm rot="13642105">
                <a:off x="4980698" y="5746732"/>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E556EBE4-D99C-826F-C214-DFE560FFC477}"/>
                  </a:ext>
                </a:extLst>
              </p:cNvPr>
              <p:cNvCxnSpPr>
                <a:cxnSpLocks/>
              </p:cNvCxnSpPr>
              <p:nvPr/>
            </p:nvCxnSpPr>
            <p:spPr>
              <a:xfrm rot="13926316">
                <a:off x="4902414" y="565430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7792D790-92A1-7553-85BA-43F68581D44B}"/>
                  </a:ext>
                </a:extLst>
              </p:cNvPr>
              <p:cNvCxnSpPr>
                <a:cxnSpLocks/>
              </p:cNvCxnSpPr>
              <p:nvPr/>
            </p:nvCxnSpPr>
            <p:spPr>
              <a:xfrm rot="14210526">
                <a:off x="4832030" y="5555724"/>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95A91089-9B6E-50CD-DE55-2A89B250DF3B}"/>
                  </a:ext>
                </a:extLst>
              </p:cNvPr>
              <p:cNvCxnSpPr>
                <a:cxnSpLocks/>
              </p:cNvCxnSpPr>
              <p:nvPr/>
            </p:nvCxnSpPr>
            <p:spPr>
              <a:xfrm rot="14494737">
                <a:off x="4770027" y="5451670"/>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55A0EE35-DAB9-12CD-78FF-7200E65BA73D}"/>
                  </a:ext>
                </a:extLst>
              </p:cNvPr>
              <p:cNvCxnSpPr>
                <a:cxnSpLocks/>
              </p:cNvCxnSpPr>
              <p:nvPr/>
            </p:nvCxnSpPr>
            <p:spPr>
              <a:xfrm rot="14778948">
                <a:off x="4716830" y="534285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1CC9971A-393B-BEB7-DE64-5D423E44030F}"/>
                  </a:ext>
                </a:extLst>
              </p:cNvPr>
              <p:cNvCxnSpPr>
                <a:cxnSpLocks/>
              </p:cNvCxnSpPr>
              <p:nvPr/>
            </p:nvCxnSpPr>
            <p:spPr>
              <a:xfrm rot="15063158">
                <a:off x="4672799" y="523001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A1AD7B4A-8BD7-BA5E-F65C-57CFBBE5117A}"/>
                  </a:ext>
                </a:extLst>
              </p:cNvPr>
              <p:cNvCxnSpPr>
                <a:cxnSpLocks/>
              </p:cNvCxnSpPr>
              <p:nvPr/>
            </p:nvCxnSpPr>
            <p:spPr>
              <a:xfrm rot="15347368">
                <a:off x="4638238" y="5113921"/>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03C3ABB-20AF-8380-AD54-1162692352E0}"/>
                  </a:ext>
                </a:extLst>
              </p:cNvPr>
              <p:cNvCxnSpPr>
                <a:cxnSpLocks/>
              </p:cNvCxnSpPr>
              <p:nvPr/>
            </p:nvCxnSpPr>
            <p:spPr>
              <a:xfrm rot="15631578">
                <a:off x="4613380" y="4995373"/>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1BB3356D-B31A-6C0E-3416-36D44C131192}"/>
                  </a:ext>
                </a:extLst>
              </p:cNvPr>
              <p:cNvCxnSpPr>
                <a:cxnSpLocks/>
              </p:cNvCxnSpPr>
              <p:nvPr/>
            </p:nvCxnSpPr>
            <p:spPr>
              <a:xfrm rot="15915789">
                <a:off x="4598398" y="4875176"/>
                <a:ext cx="0" cy="159683"/>
              </a:xfrm>
              <a:prstGeom prst="line">
                <a:avLst/>
              </a:prstGeom>
              <a:ln w="15875">
                <a:solidFill>
                  <a:schemeClr val="accent1">
                    <a:lumMod val="20000"/>
                    <a:lumOff val="80000"/>
                    <a:alpha val="58000"/>
                  </a:schemeClr>
                </a:solidFill>
              </a:ln>
              <a:scene3d>
                <a:camera prst="isometricOffAxis1Top">
                  <a:rot lat="16575702" lon="0" rev="0"/>
                </a:camera>
                <a:lightRig rig="threePt" dir="t"/>
              </a:scene3d>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B5C37032-7CC4-D118-1A41-4CDC0647C53D}"/>
                </a:ext>
              </a:extLst>
            </p:cNvPr>
            <p:cNvGrpSpPr/>
            <p:nvPr/>
          </p:nvGrpSpPr>
          <p:grpSpPr>
            <a:xfrm>
              <a:off x="660398" y="2189693"/>
              <a:ext cx="2868971" cy="1730950"/>
              <a:chOff x="660398" y="1523470"/>
              <a:chExt cx="2868971" cy="1730950"/>
            </a:xfrm>
          </p:grpSpPr>
          <p:sp>
            <p:nvSpPr>
              <p:cNvPr id="19" name="Number1">
                <a:extLst>
                  <a:ext uri="{FF2B5EF4-FFF2-40B4-BE49-F238E27FC236}">
                    <a16:creationId xmlns:a16="http://schemas.microsoft.com/office/drawing/2014/main" id="{5417DF4B-D5B4-4763-616C-474C3B08CCA7}"/>
                  </a:ext>
                </a:extLst>
              </p:cNvPr>
              <p:cNvSpPr/>
              <p:nvPr/>
            </p:nvSpPr>
            <p:spPr>
              <a:xfrm>
                <a:off x="679479" y="1523470"/>
                <a:ext cx="1266218" cy="435966"/>
              </a:xfrm>
              <a:custGeom>
                <a:avLst/>
                <a:gdLst>
                  <a:gd name="connsiteX0" fmla="*/ 154619 w 1266218"/>
                  <a:gd name="connsiteY0" fmla="*/ 0 h 435966"/>
                  <a:gd name="connsiteX1" fmla="*/ 1111599 w 1266218"/>
                  <a:gd name="connsiteY1" fmla="*/ 0 h 435966"/>
                  <a:gd name="connsiteX2" fmla="*/ 1266218 w 1266218"/>
                  <a:gd name="connsiteY2" fmla="*/ 134918 h 435966"/>
                  <a:gd name="connsiteX3" fmla="*/ 1266218 w 1266218"/>
                  <a:gd name="connsiteY3" fmla="*/ 180527 h 435966"/>
                  <a:gd name="connsiteX4" fmla="*/ 1266218 w 1266218"/>
                  <a:gd name="connsiteY4" fmla="*/ 301048 h 435966"/>
                  <a:gd name="connsiteX5" fmla="*/ 1266218 w 1266218"/>
                  <a:gd name="connsiteY5" fmla="*/ 435966 h 435966"/>
                  <a:gd name="connsiteX6" fmla="*/ 1111599 w 1266218"/>
                  <a:gd name="connsiteY6" fmla="*/ 435966 h 435966"/>
                  <a:gd name="connsiteX7" fmla="*/ 641154 w 1266218"/>
                  <a:gd name="connsiteY7" fmla="*/ 435966 h 435966"/>
                  <a:gd name="connsiteX8" fmla="*/ 154619 w 1266218"/>
                  <a:gd name="connsiteY8" fmla="*/ 435966 h 435966"/>
                  <a:gd name="connsiteX9" fmla="*/ 0 w 1266218"/>
                  <a:gd name="connsiteY9" fmla="*/ 301048 h 435966"/>
                  <a:gd name="connsiteX10" fmla="*/ 0 w 1266218"/>
                  <a:gd name="connsiteY10" fmla="*/ 134918 h 435966"/>
                  <a:gd name="connsiteX11" fmla="*/ 154619 w 1266218"/>
                  <a:gd name="connsiteY11" fmla="*/ 0 h 43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6">
                    <a:moveTo>
                      <a:pt x="154619" y="0"/>
                    </a:moveTo>
                    <a:lnTo>
                      <a:pt x="1111599" y="0"/>
                    </a:lnTo>
                    <a:cubicBezTo>
                      <a:pt x="1196993" y="0"/>
                      <a:pt x="1266218" y="60405"/>
                      <a:pt x="1266218" y="134918"/>
                    </a:cubicBezTo>
                    <a:lnTo>
                      <a:pt x="1266218" y="180527"/>
                    </a:lnTo>
                    <a:lnTo>
                      <a:pt x="1266218" y="301048"/>
                    </a:lnTo>
                    <a:lnTo>
                      <a:pt x="1266218" y="435966"/>
                    </a:lnTo>
                    <a:lnTo>
                      <a:pt x="1111599" y="435966"/>
                    </a:lnTo>
                    <a:lnTo>
                      <a:pt x="641154" y="435966"/>
                    </a:lnTo>
                    <a:lnTo>
                      <a:pt x="154619" y="435966"/>
                    </a:lnTo>
                    <a:cubicBezTo>
                      <a:pt x="69225" y="435966"/>
                      <a:pt x="0" y="375561"/>
                      <a:pt x="0" y="301048"/>
                    </a:cubicBezTo>
                    <a:lnTo>
                      <a:pt x="0" y="134918"/>
                    </a:lnTo>
                    <a:cubicBezTo>
                      <a:pt x="0" y="60405"/>
                      <a:pt x="69225" y="0"/>
                      <a:pt x="154619"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01</a:t>
                </a:r>
                <a:endParaRPr lang="zh-CN" altLang="en-US" b="1" dirty="0">
                  <a:solidFill>
                    <a:srgbClr val="FFFFFF"/>
                  </a:solidFill>
                  <a:cs typeface="+mn-ea"/>
                  <a:sym typeface="+mn-lt"/>
                </a:endParaRPr>
              </a:p>
            </p:txBody>
          </p:sp>
          <p:sp>
            <p:nvSpPr>
              <p:cNvPr id="20" name="Bullet1">
                <a:extLst>
                  <a:ext uri="{FF2B5EF4-FFF2-40B4-BE49-F238E27FC236}">
                    <a16:creationId xmlns:a16="http://schemas.microsoft.com/office/drawing/2014/main" id="{C53B5E99-2631-6B60-45AE-BD2E851E52D3}"/>
                  </a:ext>
                </a:extLst>
              </p:cNvPr>
              <p:cNvSpPr txBox="1"/>
              <p:nvPr/>
            </p:nvSpPr>
            <p:spPr>
              <a:xfrm flipH="1">
                <a:off x="660400" y="2145815"/>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1" name="Text1">
                <a:extLst>
                  <a:ext uri="{FF2B5EF4-FFF2-40B4-BE49-F238E27FC236}">
                    <a16:creationId xmlns:a16="http://schemas.microsoft.com/office/drawing/2014/main" id="{8CF53F73-7A1B-E99F-1343-772EBC97BC8E}"/>
                  </a:ext>
                </a:extLst>
              </p:cNvPr>
              <p:cNvSpPr txBox="1"/>
              <p:nvPr/>
            </p:nvSpPr>
            <p:spPr>
              <a:xfrm flipH="1">
                <a:off x="660398" y="2637363"/>
                <a:ext cx="2868971" cy="617057"/>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6" name="组合 5">
              <a:extLst>
                <a:ext uri="{FF2B5EF4-FFF2-40B4-BE49-F238E27FC236}">
                  <a16:creationId xmlns:a16="http://schemas.microsoft.com/office/drawing/2014/main" id="{6BEFD91A-8DC0-CB5D-7719-57F0BAF87447}"/>
                </a:ext>
              </a:extLst>
            </p:cNvPr>
            <p:cNvGrpSpPr/>
            <p:nvPr/>
          </p:nvGrpSpPr>
          <p:grpSpPr>
            <a:xfrm>
              <a:off x="8785427" y="2189693"/>
              <a:ext cx="2733473" cy="1730949"/>
              <a:chOff x="8785427" y="1523470"/>
              <a:chExt cx="2733473" cy="1730949"/>
            </a:xfrm>
          </p:grpSpPr>
          <p:sp>
            <p:nvSpPr>
              <p:cNvPr id="16" name="Number2">
                <a:extLst>
                  <a:ext uri="{FF2B5EF4-FFF2-40B4-BE49-F238E27FC236}">
                    <a16:creationId xmlns:a16="http://schemas.microsoft.com/office/drawing/2014/main" id="{F816E3C5-42EF-F877-97B9-9B3931048548}"/>
                  </a:ext>
                </a:extLst>
              </p:cNvPr>
              <p:cNvSpPr/>
              <p:nvPr/>
            </p:nvSpPr>
            <p:spPr>
              <a:xfrm>
                <a:off x="10200227" y="1523470"/>
                <a:ext cx="1266218" cy="435966"/>
              </a:xfrm>
              <a:custGeom>
                <a:avLst/>
                <a:gdLst>
                  <a:gd name="connsiteX0" fmla="*/ 154619 w 1266218"/>
                  <a:gd name="connsiteY0" fmla="*/ 0 h 435966"/>
                  <a:gd name="connsiteX1" fmla="*/ 1111599 w 1266218"/>
                  <a:gd name="connsiteY1" fmla="*/ 0 h 435966"/>
                  <a:gd name="connsiteX2" fmla="*/ 1266218 w 1266218"/>
                  <a:gd name="connsiteY2" fmla="*/ 134918 h 435966"/>
                  <a:gd name="connsiteX3" fmla="*/ 1266218 w 1266218"/>
                  <a:gd name="connsiteY3" fmla="*/ 301048 h 435966"/>
                  <a:gd name="connsiteX4" fmla="*/ 1111599 w 1266218"/>
                  <a:gd name="connsiteY4" fmla="*/ 435966 h 435966"/>
                  <a:gd name="connsiteX5" fmla="*/ 625064 w 1266218"/>
                  <a:gd name="connsiteY5" fmla="*/ 435966 h 435966"/>
                  <a:gd name="connsiteX6" fmla="*/ 154619 w 1266218"/>
                  <a:gd name="connsiteY6" fmla="*/ 435966 h 435966"/>
                  <a:gd name="connsiteX7" fmla="*/ 0 w 1266218"/>
                  <a:gd name="connsiteY7" fmla="*/ 435966 h 435966"/>
                  <a:gd name="connsiteX8" fmla="*/ 0 w 1266218"/>
                  <a:gd name="connsiteY8" fmla="*/ 301048 h 435966"/>
                  <a:gd name="connsiteX9" fmla="*/ 0 w 1266218"/>
                  <a:gd name="connsiteY9" fmla="*/ 180527 h 435966"/>
                  <a:gd name="connsiteX10" fmla="*/ 0 w 1266218"/>
                  <a:gd name="connsiteY10" fmla="*/ 134918 h 435966"/>
                  <a:gd name="connsiteX11" fmla="*/ 154619 w 1266218"/>
                  <a:gd name="connsiteY11" fmla="*/ 0 h 43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6">
                    <a:moveTo>
                      <a:pt x="154619" y="0"/>
                    </a:moveTo>
                    <a:lnTo>
                      <a:pt x="1111599" y="0"/>
                    </a:lnTo>
                    <a:cubicBezTo>
                      <a:pt x="1196993" y="0"/>
                      <a:pt x="1266218" y="60405"/>
                      <a:pt x="1266218" y="134918"/>
                    </a:cubicBezTo>
                    <a:lnTo>
                      <a:pt x="1266218" y="301048"/>
                    </a:lnTo>
                    <a:cubicBezTo>
                      <a:pt x="1266218" y="375561"/>
                      <a:pt x="1196993" y="435966"/>
                      <a:pt x="1111599" y="435966"/>
                    </a:cubicBezTo>
                    <a:lnTo>
                      <a:pt x="625064" y="435966"/>
                    </a:lnTo>
                    <a:lnTo>
                      <a:pt x="154619" y="435966"/>
                    </a:lnTo>
                    <a:lnTo>
                      <a:pt x="0" y="435966"/>
                    </a:lnTo>
                    <a:lnTo>
                      <a:pt x="0" y="301048"/>
                    </a:lnTo>
                    <a:lnTo>
                      <a:pt x="0" y="180527"/>
                    </a:lnTo>
                    <a:lnTo>
                      <a:pt x="0" y="134918"/>
                    </a:lnTo>
                    <a:cubicBezTo>
                      <a:pt x="0" y="60405"/>
                      <a:pt x="69225" y="0"/>
                      <a:pt x="154619"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02</a:t>
                </a:r>
                <a:endParaRPr lang="zh-CN" altLang="en-US" b="1" dirty="0">
                  <a:solidFill>
                    <a:srgbClr val="FFFFFF"/>
                  </a:solidFill>
                  <a:cs typeface="+mn-ea"/>
                  <a:sym typeface="+mn-lt"/>
                </a:endParaRPr>
              </a:p>
            </p:txBody>
          </p:sp>
          <p:sp>
            <p:nvSpPr>
              <p:cNvPr id="17" name="Bullet2">
                <a:extLst>
                  <a:ext uri="{FF2B5EF4-FFF2-40B4-BE49-F238E27FC236}">
                    <a16:creationId xmlns:a16="http://schemas.microsoft.com/office/drawing/2014/main" id="{14030DE7-1C00-2352-490A-821345DFB518}"/>
                  </a:ext>
                </a:extLst>
              </p:cNvPr>
              <p:cNvSpPr txBox="1"/>
              <p:nvPr/>
            </p:nvSpPr>
            <p:spPr>
              <a:xfrm flipH="1">
                <a:off x="9009834" y="2145815"/>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r">
                  <a:lnSpc>
                    <a:spcPct val="100000"/>
                  </a:lnSpc>
                </a:pPr>
                <a:r>
                  <a:rPr lang="zh-CN" altLang="en-US" sz="1800" b="1" dirty="0">
                    <a:solidFill>
                      <a:schemeClr val="tx1"/>
                    </a:solidFill>
                    <a:latin typeface="+mn-lt"/>
                    <a:ea typeface="+mn-ea"/>
                    <a:cs typeface="+mn-ea"/>
                    <a:sym typeface="+mn-lt"/>
                  </a:rPr>
                  <a:t>单击添加小标题</a:t>
                </a:r>
              </a:p>
            </p:txBody>
          </p:sp>
          <p:sp>
            <p:nvSpPr>
              <p:cNvPr id="18" name="Text2">
                <a:extLst>
                  <a:ext uri="{FF2B5EF4-FFF2-40B4-BE49-F238E27FC236}">
                    <a16:creationId xmlns:a16="http://schemas.microsoft.com/office/drawing/2014/main" id="{2C69EB41-0616-1039-7A7C-664DC48A9BC1}"/>
                  </a:ext>
                </a:extLst>
              </p:cNvPr>
              <p:cNvSpPr txBox="1"/>
              <p:nvPr/>
            </p:nvSpPr>
            <p:spPr>
              <a:xfrm flipH="1">
                <a:off x="8785427" y="2637362"/>
                <a:ext cx="2733472" cy="617057"/>
              </a:xfrm>
              <a:prstGeom prst="rect">
                <a:avLst/>
              </a:prstGeom>
              <a:noFill/>
            </p:spPr>
            <p:txBody>
              <a:bodyPr wrap="square" rtlCol="0">
                <a:normAutofit/>
              </a:bodyPr>
              <a:lstStyle/>
              <a:p>
                <a:pPr algn="r">
                  <a:lnSpc>
                    <a:spcPct val="120000"/>
                  </a:lnSpc>
                </a:pPr>
                <a:r>
                  <a:rPr lang="zh-CN" altLang="en-US" sz="1200" dirty="0">
                    <a:cs typeface="+mn-ea"/>
                    <a:sym typeface="+mn-lt"/>
                  </a:rPr>
                  <a:t>单击此处添加文本单击此处添加文本单击此处添加文本</a:t>
                </a:r>
              </a:p>
            </p:txBody>
          </p:sp>
        </p:grpSp>
        <p:grpSp>
          <p:nvGrpSpPr>
            <p:cNvPr id="7" name="组合 6">
              <a:extLst>
                <a:ext uri="{FF2B5EF4-FFF2-40B4-BE49-F238E27FC236}">
                  <a16:creationId xmlns:a16="http://schemas.microsoft.com/office/drawing/2014/main" id="{188CCFE6-6A52-2629-40DA-4B0CD17C881B}"/>
                </a:ext>
              </a:extLst>
            </p:cNvPr>
            <p:cNvGrpSpPr/>
            <p:nvPr/>
          </p:nvGrpSpPr>
          <p:grpSpPr>
            <a:xfrm>
              <a:off x="660398" y="4385736"/>
              <a:ext cx="2868971" cy="1748364"/>
              <a:chOff x="660398" y="3719513"/>
              <a:chExt cx="2868971" cy="1748364"/>
            </a:xfrm>
          </p:grpSpPr>
          <p:sp>
            <p:nvSpPr>
              <p:cNvPr id="13" name="Number3">
                <a:extLst>
                  <a:ext uri="{FF2B5EF4-FFF2-40B4-BE49-F238E27FC236}">
                    <a16:creationId xmlns:a16="http://schemas.microsoft.com/office/drawing/2014/main" id="{D0655A7E-4C3C-94A2-EF45-69AB096E6524}"/>
                  </a:ext>
                </a:extLst>
              </p:cNvPr>
              <p:cNvSpPr/>
              <p:nvPr/>
            </p:nvSpPr>
            <p:spPr>
              <a:xfrm>
                <a:off x="679479" y="3719513"/>
                <a:ext cx="1266218" cy="435964"/>
              </a:xfrm>
              <a:custGeom>
                <a:avLst/>
                <a:gdLst>
                  <a:gd name="connsiteX0" fmla="*/ 154619 w 1266218"/>
                  <a:gd name="connsiteY0" fmla="*/ 0 h 435964"/>
                  <a:gd name="connsiteX1" fmla="*/ 641154 w 1266218"/>
                  <a:gd name="connsiteY1" fmla="*/ 0 h 435964"/>
                  <a:gd name="connsiteX2" fmla="*/ 1111599 w 1266218"/>
                  <a:gd name="connsiteY2" fmla="*/ 0 h 435964"/>
                  <a:gd name="connsiteX3" fmla="*/ 1266218 w 1266218"/>
                  <a:gd name="connsiteY3" fmla="*/ 0 h 435964"/>
                  <a:gd name="connsiteX4" fmla="*/ 1266218 w 1266218"/>
                  <a:gd name="connsiteY4" fmla="*/ 134918 h 435964"/>
                  <a:gd name="connsiteX5" fmla="*/ 1266218 w 1266218"/>
                  <a:gd name="connsiteY5" fmla="*/ 255438 h 435964"/>
                  <a:gd name="connsiteX6" fmla="*/ 1266218 w 1266218"/>
                  <a:gd name="connsiteY6" fmla="*/ 301046 h 435964"/>
                  <a:gd name="connsiteX7" fmla="*/ 1111599 w 1266218"/>
                  <a:gd name="connsiteY7" fmla="*/ 435964 h 435964"/>
                  <a:gd name="connsiteX8" fmla="*/ 154619 w 1266218"/>
                  <a:gd name="connsiteY8" fmla="*/ 435964 h 435964"/>
                  <a:gd name="connsiteX9" fmla="*/ 0 w 1266218"/>
                  <a:gd name="connsiteY9" fmla="*/ 301046 h 435964"/>
                  <a:gd name="connsiteX10" fmla="*/ 0 w 1266218"/>
                  <a:gd name="connsiteY10" fmla="*/ 134918 h 435964"/>
                  <a:gd name="connsiteX11" fmla="*/ 154619 w 1266218"/>
                  <a:gd name="connsiteY11" fmla="*/ 0 h 4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4">
                    <a:moveTo>
                      <a:pt x="154619" y="0"/>
                    </a:moveTo>
                    <a:lnTo>
                      <a:pt x="641154" y="0"/>
                    </a:lnTo>
                    <a:lnTo>
                      <a:pt x="1111599" y="0"/>
                    </a:lnTo>
                    <a:lnTo>
                      <a:pt x="1266218" y="0"/>
                    </a:lnTo>
                    <a:lnTo>
                      <a:pt x="1266218" y="134918"/>
                    </a:lnTo>
                    <a:lnTo>
                      <a:pt x="1266218" y="255438"/>
                    </a:lnTo>
                    <a:lnTo>
                      <a:pt x="1266218" y="301046"/>
                    </a:lnTo>
                    <a:cubicBezTo>
                      <a:pt x="1266218" y="375560"/>
                      <a:pt x="1196993" y="435964"/>
                      <a:pt x="1111599" y="435964"/>
                    </a:cubicBezTo>
                    <a:lnTo>
                      <a:pt x="154619" y="435964"/>
                    </a:lnTo>
                    <a:cubicBezTo>
                      <a:pt x="69225" y="435964"/>
                      <a:pt x="0" y="375560"/>
                      <a:pt x="0" y="301046"/>
                    </a:cubicBezTo>
                    <a:lnTo>
                      <a:pt x="0" y="134918"/>
                    </a:lnTo>
                    <a:cubicBezTo>
                      <a:pt x="0" y="60405"/>
                      <a:pt x="69225" y="0"/>
                      <a:pt x="154619" y="0"/>
                    </a:cubicBez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03</a:t>
                </a:r>
                <a:endParaRPr lang="zh-CN" altLang="en-US" b="1" dirty="0">
                  <a:solidFill>
                    <a:srgbClr val="FFFFFF"/>
                  </a:solidFill>
                  <a:cs typeface="+mn-ea"/>
                  <a:sym typeface="+mn-lt"/>
                </a:endParaRPr>
              </a:p>
            </p:txBody>
          </p:sp>
          <p:sp>
            <p:nvSpPr>
              <p:cNvPr id="14" name="Bullet3">
                <a:extLst>
                  <a:ext uri="{FF2B5EF4-FFF2-40B4-BE49-F238E27FC236}">
                    <a16:creationId xmlns:a16="http://schemas.microsoft.com/office/drawing/2014/main" id="{EF16D192-BAEB-63C4-6EF3-A406EA0B6DB7}"/>
                  </a:ext>
                </a:extLst>
              </p:cNvPr>
              <p:cNvSpPr txBox="1"/>
              <p:nvPr/>
            </p:nvSpPr>
            <p:spPr>
              <a:xfrm flipH="1">
                <a:off x="660400" y="4359272"/>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5" name="Text3">
                <a:extLst>
                  <a:ext uri="{FF2B5EF4-FFF2-40B4-BE49-F238E27FC236}">
                    <a16:creationId xmlns:a16="http://schemas.microsoft.com/office/drawing/2014/main" id="{BD4ABC14-0F0D-26F6-BC00-C90095F2E292}"/>
                  </a:ext>
                </a:extLst>
              </p:cNvPr>
              <p:cNvSpPr txBox="1"/>
              <p:nvPr/>
            </p:nvSpPr>
            <p:spPr>
              <a:xfrm flipH="1">
                <a:off x="660398" y="4850820"/>
                <a:ext cx="2868971" cy="617057"/>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8" name="组合 7">
              <a:extLst>
                <a:ext uri="{FF2B5EF4-FFF2-40B4-BE49-F238E27FC236}">
                  <a16:creationId xmlns:a16="http://schemas.microsoft.com/office/drawing/2014/main" id="{568265D5-17AA-D603-9BE5-9D479CD6F1EC}"/>
                </a:ext>
              </a:extLst>
            </p:cNvPr>
            <p:cNvGrpSpPr/>
            <p:nvPr/>
          </p:nvGrpSpPr>
          <p:grpSpPr>
            <a:xfrm>
              <a:off x="8785426" y="4385736"/>
              <a:ext cx="2733474" cy="1748363"/>
              <a:chOff x="8785426" y="3719513"/>
              <a:chExt cx="2733474" cy="1748363"/>
            </a:xfrm>
          </p:grpSpPr>
          <p:sp>
            <p:nvSpPr>
              <p:cNvPr id="10" name="Number4">
                <a:extLst>
                  <a:ext uri="{FF2B5EF4-FFF2-40B4-BE49-F238E27FC236}">
                    <a16:creationId xmlns:a16="http://schemas.microsoft.com/office/drawing/2014/main" id="{2A020FE8-AA2F-4866-4B05-42F52622AF7C}"/>
                  </a:ext>
                </a:extLst>
              </p:cNvPr>
              <p:cNvSpPr/>
              <p:nvPr/>
            </p:nvSpPr>
            <p:spPr>
              <a:xfrm>
                <a:off x="10200227" y="3719513"/>
                <a:ext cx="1266218" cy="435964"/>
              </a:xfrm>
              <a:custGeom>
                <a:avLst/>
                <a:gdLst>
                  <a:gd name="connsiteX0" fmla="*/ 0 w 1266218"/>
                  <a:gd name="connsiteY0" fmla="*/ 0 h 435964"/>
                  <a:gd name="connsiteX1" fmla="*/ 154619 w 1266218"/>
                  <a:gd name="connsiteY1" fmla="*/ 0 h 435964"/>
                  <a:gd name="connsiteX2" fmla="*/ 194612 w 1266218"/>
                  <a:gd name="connsiteY2" fmla="*/ 0 h 435964"/>
                  <a:gd name="connsiteX3" fmla="*/ 625064 w 1266218"/>
                  <a:gd name="connsiteY3" fmla="*/ 0 h 435964"/>
                  <a:gd name="connsiteX4" fmla="*/ 1111599 w 1266218"/>
                  <a:gd name="connsiteY4" fmla="*/ 0 h 435964"/>
                  <a:gd name="connsiteX5" fmla="*/ 1266218 w 1266218"/>
                  <a:gd name="connsiteY5" fmla="*/ 134918 h 435964"/>
                  <a:gd name="connsiteX6" fmla="*/ 1266218 w 1266218"/>
                  <a:gd name="connsiteY6" fmla="*/ 301046 h 435964"/>
                  <a:gd name="connsiteX7" fmla="*/ 1111599 w 1266218"/>
                  <a:gd name="connsiteY7" fmla="*/ 435964 h 435964"/>
                  <a:gd name="connsiteX8" fmla="*/ 154619 w 1266218"/>
                  <a:gd name="connsiteY8" fmla="*/ 435964 h 435964"/>
                  <a:gd name="connsiteX9" fmla="*/ 0 w 1266218"/>
                  <a:gd name="connsiteY9" fmla="*/ 301046 h 435964"/>
                  <a:gd name="connsiteX10" fmla="*/ 0 w 1266218"/>
                  <a:gd name="connsiteY10" fmla="*/ 255438 h 435964"/>
                  <a:gd name="connsiteX11" fmla="*/ 0 w 1266218"/>
                  <a:gd name="connsiteY11" fmla="*/ 134918 h 4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6218" h="435964">
                    <a:moveTo>
                      <a:pt x="0" y="0"/>
                    </a:moveTo>
                    <a:lnTo>
                      <a:pt x="154619" y="0"/>
                    </a:lnTo>
                    <a:lnTo>
                      <a:pt x="194612" y="0"/>
                    </a:lnTo>
                    <a:lnTo>
                      <a:pt x="625064" y="0"/>
                    </a:lnTo>
                    <a:lnTo>
                      <a:pt x="1111599" y="0"/>
                    </a:lnTo>
                    <a:cubicBezTo>
                      <a:pt x="1196993" y="0"/>
                      <a:pt x="1266218" y="60405"/>
                      <a:pt x="1266218" y="134918"/>
                    </a:cubicBezTo>
                    <a:lnTo>
                      <a:pt x="1266218" y="301046"/>
                    </a:lnTo>
                    <a:cubicBezTo>
                      <a:pt x="1266218" y="375560"/>
                      <a:pt x="1196993" y="435964"/>
                      <a:pt x="1111599" y="435964"/>
                    </a:cubicBezTo>
                    <a:lnTo>
                      <a:pt x="154619" y="435964"/>
                    </a:lnTo>
                    <a:cubicBezTo>
                      <a:pt x="69225" y="435964"/>
                      <a:pt x="0" y="375560"/>
                      <a:pt x="0" y="301046"/>
                    </a:cubicBezTo>
                    <a:lnTo>
                      <a:pt x="0" y="255438"/>
                    </a:lnTo>
                    <a:lnTo>
                      <a:pt x="0" y="134918"/>
                    </a:lnTo>
                    <a:close/>
                  </a:path>
                </a:pathLst>
              </a:cu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b="1">
                    <a:solidFill>
                      <a:srgbClr val="FFFFFF"/>
                    </a:solidFill>
                    <a:cs typeface="+mn-ea"/>
                    <a:sym typeface="+mn-lt"/>
                  </a:rPr>
                  <a:t>04</a:t>
                </a:r>
                <a:endParaRPr lang="zh-CN" altLang="en-US" b="1" dirty="0">
                  <a:solidFill>
                    <a:srgbClr val="FFFFFF"/>
                  </a:solidFill>
                  <a:cs typeface="+mn-ea"/>
                  <a:sym typeface="+mn-lt"/>
                </a:endParaRPr>
              </a:p>
            </p:txBody>
          </p:sp>
          <p:sp>
            <p:nvSpPr>
              <p:cNvPr id="11" name="Bullet4">
                <a:extLst>
                  <a:ext uri="{FF2B5EF4-FFF2-40B4-BE49-F238E27FC236}">
                    <a16:creationId xmlns:a16="http://schemas.microsoft.com/office/drawing/2014/main" id="{F11965C1-7ECE-19AB-76AD-0AE6D15AE640}"/>
                  </a:ext>
                </a:extLst>
              </p:cNvPr>
              <p:cNvSpPr txBox="1"/>
              <p:nvPr/>
            </p:nvSpPr>
            <p:spPr>
              <a:xfrm flipH="1">
                <a:off x="9009834" y="4359272"/>
                <a:ext cx="2509066"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r">
                  <a:lnSpc>
                    <a:spcPct val="100000"/>
                  </a:lnSpc>
                </a:pPr>
                <a:r>
                  <a:rPr lang="zh-CN" altLang="en-US" sz="1800" b="1" dirty="0">
                    <a:solidFill>
                      <a:schemeClr val="tx1"/>
                    </a:solidFill>
                    <a:latin typeface="+mn-lt"/>
                    <a:ea typeface="+mn-ea"/>
                    <a:cs typeface="+mn-ea"/>
                    <a:sym typeface="+mn-lt"/>
                  </a:rPr>
                  <a:t>单击添加小标题</a:t>
                </a:r>
              </a:p>
            </p:txBody>
          </p:sp>
          <p:sp>
            <p:nvSpPr>
              <p:cNvPr id="12" name="Text4">
                <a:extLst>
                  <a:ext uri="{FF2B5EF4-FFF2-40B4-BE49-F238E27FC236}">
                    <a16:creationId xmlns:a16="http://schemas.microsoft.com/office/drawing/2014/main" id="{281439E8-495A-7730-329B-82E0D338CDC5}"/>
                  </a:ext>
                </a:extLst>
              </p:cNvPr>
              <p:cNvSpPr txBox="1"/>
              <p:nvPr/>
            </p:nvSpPr>
            <p:spPr>
              <a:xfrm flipH="1">
                <a:off x="8785426" y="4850819"/>
                <a:ext cx="2733472" cy="617057"/>
              </a:xfrm>
              <a:prstGeom prst="rect">
                <a:avLst/>
              </a:prstGeom>
              <a:noFill/>
            </p:spPr>
            <p:txBody>
              <a:bodyPr wrap="square" rtlCol="0">
                <a:normAutofit/>
              </a:bodyPr>
              <a:lstStyle/>
              <a:p>
                <a:pPr algn="r">
                  <a:lnSpc>
                    <a:spcPct val="120000"/>
                  </a:lnSpc>
                </a:pPr>
                <a:r>
                  <a:rPr lang="zh-CN" altLang="en-US" sz="1200" dirty="0">
                    <a:cs typeface="+mn-ea"/>
                    <a:sym typeface="+mn-lt"/>
                  </a:rPr>
                  <a:t>单击此处添加文本单击此处添加文本单击此处添加文本</a:t>
                </a:r>
              </a:p>
            </p:txBody>
          </p:sp>
        </p:grpSp>
        <p:sp>
          <p:nvSpPr>
            <p:cNvPr id="9" name="Title">
              <a:extLst>
                <a:ext uri="{FF2B5EF4-FFF2-40B4-BE49-F238E27FC236}">
                  <a16:creationId xmlns:a16="http://schemas.microsoft.com/office/drawing/2014/main" id="{E4E76351-0C35-0F5F-626F-F213A69A4F94}"/>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可能遇到的问题与应对策略</a:t>
              </a:r>
              <a:endParaRPr lang="zh-CN" altLang="en-US" sz="2400" b="1" dirty="0">
                <a:cs typeface="+mn-ea"/>
                <a:sym typeface="+mn-lt"/>
              </a:endParaRPr>
            </a:p>
          </p:txBody>
        </p:sp>
      </p:grpSp>
      <p:sp>
        <p:nvSpPr>
          <p:cNvPr id="2" name="标题 1">
            <a:extLst>
              <a:ext uri="{FF2B5EF4-FFF2-40B4-BE49-F238E27FC236}">
                <a16:creationId xmlns:a16="http://schemas.microsoft.com/office/drawing/2014/main" id="{85AFAFF2-4F5D-3440-AEBC-47E0202AF556}"/>
              </a:ext>
            </a:extLst>
          </p:cNvPr>
          <p:cNvSpPr>
            <a:spLocks noGrp="1"/>
          </p:cNvSpPr>
          <p:nvPr>
            <p:ph type="title"/>
          </p:nvPr>
        </p:nvSpPr>
        <p:spPr/>
        <p:txBody>
          <a:bodyPr/>
          <a:lstStyle/>
          <a:p>
            <a:r>
              <a:rPr lang="zh-CN" altLang="en-US" dirty="0"/>
              <a:t>研究风险评估</a:t>
            </a:r>
          </a:p>
        </p:txBody>
      </p:sp>
    </p:spTree>
    <p:extLst>
      <p:ext uri="{BB962C8B-B14F-4D97-AF65-F5344CB8AC3E}">
        <p14:creationId xmlns:p14="http://schemas.microsoft.com/office/powerpoint/2010/main" val="3632304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fontScale="90000"/>
          </a:bodyPr>
          <a:lstStyle/>
          <a:p>
            <a:r>
              <a:rPr lang="en-US" altLang="zh-CN" dirty="0"/>
              <a:t>—— </a:t>
            </a:r>
            <a:r>
              <a:rPr lang="zh-CN" altLang="en-US" dirty="0"/>
              <a:t>预期成果与时间计划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研究成果与时间节点规划</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3F5BB89-4ABD-C4DF-8881-8B1B0CA77B5F}"/>
              </a:ext>
            </a:extLst>
          </p:cNvPr>
          <p:cNvGrpSpPr/>
          <p:nvPr/>
        </p:nvGrpSpPr>
        <p:grpSpPr>
          <a:xfrm>
            <a:off x="660400" y="1130303"/>
            <a:ext cx="10858500" cy="5105397"/>
            <a:chOff x="660400" y="1130303"/>
            <a:chExt cx="10858500" cy="5105397"/>
          </a:xfrm>
        </p:grpSpPr>
        <p:sp>
          <p:nvSpPr>
            <p:cNvPr id="4" name="Title">
              <a:extLst>
                <a:ext uri="{FF2B5EF4-FFF2-40B4-BE49-F238E27FC236}">
                  <a16:creationId xmlns:a16="http://schemas.microsoft.com/office/drawing/2014/main" id="{77876F79-F20C-4035-5A65-1F859C45558F}"/>
                </a:ext>
              </a:extLst>
            </p:cNvPr>
            <p:cNvSpPr txBox="1"/>
            <p:nvPr/>
          </p:nvSpPr>
          <p:spPr>
            <a:xfrm>
              <a:off x="660400" y="1130303"/>
              <a:ext cx="10858500" cy="540887"/>
            </a:xfrm>
            <a:prstGeom prst="rect">
              <a:avLst/>
            </a:prstGeom>
            <a:noFill/>
            <a:ln>
              <a:noFill/>
            </a:ln>
          </p:spPr>
          <p:txBody>
            <a:bodyPr wrap="square" lIns="91440" tIns="45720" rIns="91440" bIns="45720" anchor="t" anchorCtr="1">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a:ln>
                    <a:noFill/>
                  </a:ln>
                  <a:effectLst/>
                  <a:uLnTx/>
                  <a:uFillTx/>
                </a:rPr>
                <a:t>研究成果的类型与形式</a:t>
              </a:r>
              <a:endParaRPr kumimoji="0" lang="en-US" altLang="zh-CN" sz="2400" b="1" i="0" u="none" strike="noStrike" kern="1200" cap="none" spc="0" normalizeH="0" baseline="0" noProof="0" dirty="0">
                <a:ln>
                  <a:noFill/>
                </a:ln>
                <a:effectLst/>
                <a:uLnTx/>
                <a:uFillTx/>
              </a:endParaRPr>
            </a:p>
          </p:txBody>
        </p:sp>
        <p:grpSp>
          <p:nvGrpSpPr>
            <p:cNvPr id="5" name="组合 4">
              <a:extLst>
                <a:ext uri="{FF2B5EF4-FFF2-40B4-BE49-F238E27FC236}">
                  <a16:creationId xmlns:a16="http://schemas.microsoft.com/office/drawing/2014/main" id="{9EFDDBA2-BCD1-9C97-2698-D8EF90D01911}"/>
                </a:ext>
              </a:extLst>
            </p:cNvPr>
            <p:cNvGrpSpPr/>
            <p:nvPr/>
          </p:nvGrpSpPr>
          <p:grpSpPr>
            <a:xfrm>
              <a:off x="875994" y="1886858"/>
              <a:ext cx="2844804" cy="4348842"/>
              <a:chOff x="119860" y="1886858"/>
              <a:chExt cx="2844804" cy="4348842"/>
            </a:xfrm>
          </p:grpSpPr>
          <p:sp>
            <p:nvSpPr>
              <p:cNvPr id="16" name="Number1">
                <a:extLst>
                  <a:ext uri="{FF2B5EF4-FFF2-40B4-BE49-F238E27FC236}">
                    <a16:creationId xmlns:a16="http://schemas.microsoft.com/office/drawing/2014/main" id="{160D0C6C-76ED-8F94-1A17-02DE034857A6}"/>
                  </a:ext>
                </a:extLst>
              </p:cNvPr>
              <p:cNvSpPr/>
              <p:nvPr/>
            </p:nvSpPr>
            <p:spPr>
              <a:xfrm>
                <a:off x="769972" y="1886858"/>
                <a:ext cx="1544578" cy="1544579"/>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a:solidFill>
                      <a:srgbClr val="FFFFFF"/>
                    </a:solidFill>
                  </a:rPr>
                  <a:t>01</a:t>
                </a:r>
                <a:endParaRPr lang="en-US" altLang="zh-CN" b="1" dirty="0">
                  <a:solidFill>
                    <a:srgbClr val="FFFFFF"/>
                  </a:solidFill>
                </a:endParaRPr>
              </a:p>
            </p:txBody>
          </p:sp>
          <p:sp>
            <p:nvSpPr>
              <p:cNvPr id="17" name="shape1">
                <a:extLst>
                  <a:ext uri="{FF2B5EF4-FFF2-40B4-BE49-F238E27FC236}">
                    <a16:creationId xmlns:a16="http://schemas.microsoft.com/office/drawing/2014/main" id="{8A203EEA-A90B-D2C3-0B6F-AA5D56944152}"/>
                  </a:ext>
                </a:extLst>
              </p:cNvPr>
              <p:cNvSpPr/>
              <p:nvPr/>
            </p:nvSpPr>
            <p:spPr bwMode="auto">
              <a:xfrm>
                <a:off x="928617" y="3036774"/>
                <a:ext cx="1227287" cy="1227288"/>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1">
                      <a:alpha val="0"/>
                    </a:schemeClr>
                  </a:gs>
                  <a:gs pos="100000">
                    <a:schemeClr val="accent1">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dirty="0"/>
              </a:p>
            </p:txBody>
          </p:sp>
          <p:sp>
            <p:nvSpPr>
              <p:cNvPr id="18" name="Bullet1">
                <a:extLst>
                  <a:ext uri="{FF2B5EF4-FFF2-40B4-BE49-F238E27FC236}">
                    <a16:creationId xmlns:a16="http://schemas.microsoft.com/office/drawing/2014/main" id="{D9949A33-C612-41ED-E1A4-2E3B0DD4B9E1}"/>
                  </a:ext>
                </a:extLst>
              </p:cNvPr>
              <p:cNvSpPr/>
              <p:nvPr/>
            </p:nvSpPr>
            <p:spPr>
              <a:xfrm>
                <a:off x="246554" y="4421145"/>
                <a:ext cx="2591412" cy="540887"/>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defTabSz="913765"/>
                <a:r>
                  <a:rPr lang="zh-CN" altLang="en-US" b="1" dirty="0">
                    <a:solidFill>
                      <a:srgbClr val="FFFFFF"/>
                    </a:solidFill>
                  </a:rPr>
                  <a:t>单击添加小标题</a:t>
                </a:r>
                <a:endParaRPr lang="en-US" altLang="zh-CN" b="1" dirty="0">
                  <a:solidFill>
                    <a:srgbClr val="FFFFFF"/>
                  </a:solidFill>
                </a:endParaRPr>
              </a:p>
            </p:txBody>
          </p:sp>
          <p:sp>
            <p:nvSpPr>
              <p:cNvPr id="19" name="Text1">
                <a:extLst>
                  <a:ext uri="{FF2B5EF4-FFF2-40B4-BE49-F238E27FC236}">
                    <a16:creationId xmlns:a16="http://schemas.microsoft.com/office/drawing/2014/main" id="{7344431B-065B-E94B-2FAC-B81D771EE606}"/>
                  </a:ext>
                </a:extLst>
              </p:cNvPr>
              <p:cNvSpPr/>
              <p:nvPr/>
            </p:nvSpPr>
            <p:spPr bwMode="auto">
              <a:xfrm>
                <a:off x="119860" y="5111841"/>
                <a:ext cx="2844804" cy="112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kumimoji="1" lang="zh-CN" altLang="en-US" sz="1200" dirty="0">
                    <a:solidFill>
                      <a:srgbClr val="080808"/>
                    </a:solidFill>
                  </a:rPr>
                  <a:t>单击此处添加文本单击此处添加文本单击此处添加文本单击此处添加文本</a:t>
                </a:r>
                <a:endParaRPr kumimoji="1" lang="en-US" altLang="zh-CN" sz="1200" dirty="0">
                  <a:solidFill>
                    <a:srgbClr val="080808"/>
                  </a:solidFill>
                </a:endParaRPr>
              </a:p>
            </p:txBody>
          </p:sp>
        </p:grpSp>
        <p:grpSp>
          <p:nvGrpSpPr>
            <p:cNvPr id="6" name="组合 5">
              <a:extLst>
                <a:ext uri="{FF2B5EF4-FFF2-40B4-BE49-F238E27FC236}">
                  <a16:creationId xmlns:a16="http://schemas.microsoft.com/office/drawing/2014/main" id="{8641FB38-F2EB-137E-4862-6FB1517A53E9}"/>
                </a:ext>
              </a:extLst>
            </p:cNvPr>
            <p:cNvGrpSpPr/>
            <p:nvPr/>
          </p:nvGrpSpPr>
          <p:grpSpPr>
            <a:xfrm>
              <a:off x="4667247" y="1886858"/>
              <a:ext cx="2844804" cy="4348842"/>
              <a:chOff x="2396727" y="1886858"/>
              <a:chExt cx="2844804" cy="4348842"/>
            </a:xfrm>
          </p:grpSpPr>
          <p:sp>
            <p:nvSpPr>
              <p:cNvPr id="12" name="Number2">
                <a:extLst>
                  <a:ext uri="{FF2B5EF4-FFF2-40B4-BE49-F238E27FC236}">
                    <a16:creationId xmlns:a16="http://schemas.microsoft.com/office/drawing/2014/main" id="{DDBB67EC-8397-0ED5-CE75-ADFBB5FBA1CF}"/>
                  </a:ext>
                </a:extLst>
              </p:cNvPr>
              <p:cNvSpPr/>
              <p:nvPr/>
            </p:nvSpPr>
            <p:spPr>
              <a:xfrm>
                <a:off x="3046841" y="1886858"/>
                <a:ext cx="1544578" cy="1544579"/>
              </a:xfrm>
              <a:prstGeom prst="ellipse">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508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a:solidFill>
                      <a:srgbClr val="FFFFFF"/>
                    </a:solidFill>
                  </a:rPr>
                  <a:t>02</a:t>
                </a:r>
                <a:endParaRPr lang="en-US" altLang="zh-CN" b="1" dirty="0">
                  <a:solidFill>
                    <a:srgbClr val="FFFFFF"/>
                  </a:solidFill>
                </a:endParaRPr>
              </a:p>
            </p:txBody>
          </p:sp>
          <p:sp>
            <p:nvSpPr>
              <p:cNvPr id="13" name="shape2">
                <a:extLst>
                  <a:ext uri="{FF2B5EF4-FFF2-40B4-BE49-F238E27FC236}">
                    <a16:creationId xmlns:a16="http://schemas.microsoft.com/office/drawing/2014/main" id="{DE79BA9A-1947-48E1-AFE5-CFA6781020A8}"/>
                  </a:ext>
                </a:extLst>
              </p:cNvPr>
              <p:cNvSpPr/>
              <p:nvPr/>
            </p:nvSpPr>
            <p:spPr bwMode="auto">
              <a:xfrm>
                <a:off x="3205486" y="3036774"/>
                <a:ext cx="1227287" cy="1227288"/>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3">
                      <a:alpha val="0"/>
                    </a:schemeClr>
                  </a:gs>
                  <a:gs pos="100000">
                    <a:schemeClr val="accent3">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dirty="0"/>
              </a:p>
            </p:txBody>
          </p:sp>
          <p:sp>
            <p:nvSpPr>
              <p:cNvPr id="14" name="Bullet2">
                <a:extLst>
                  <a:ext uri="{FF2B5EF4-FFF2-40B4-BE49-F238E27FC236}">
                    <a16:creationId xmlns:a16="http://schemas.microsoft.com/office/drawing/2014/main" id="{BE51682A-8E26-39C8-1C54-3DBBAEA7D71D}"/>
                  </a:ext>
                </a:extLst>
              </p:cNvPr>
              <p:cNvSpPr/>
              <p:nvPr/>
            </p:nvSpPr>
            <p:spPr>
              <a:xfrm>
                <a:off x="2523423" y="4421145"/>
                <a:ext cx="2591412" cy="540887"/>
              </a:xfrm>
              <a:prstGeom prst="roundRect">
                <a:avLst>
                  <a:gd name="adj" fmla="val 50000"/>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508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defTabSz="913765"/>
                <a:r>
                  <a:rPr lang="zh-CN" altLang="en-US" b="1" dirty="0">
                    <a:solidFill>
                      <a:srgbClr val="FFFFFF"/>
                    </a:solidFill>
                  </a:rPr>
                  <a:t>单击添加小标题</a:t>
                </a:r>
                <a:endParaRPr lang="en-US" altLang="zh-CN" b="1" dirty="0">
                  <a:solidFill>
                    <a:srgbClr val="FFFFFF"/>
                  </a:solidFill>
                </a:endParaRPr>
              </a:p>
            </p:txBody>
          </p:sp>
          <p:sp>
            <p:nvSpPr>
              <p:cNvPr id="15" name="Text2">
                <a:extLst>
                  <a:ext uri="{FF2B5EF4-FFF2-40B4-BE49-F238E27FC236}">
                    <a16:creationId xmlns:a16="http://schemas.microsoft.com/office/drawing/2014/main" id="{DBAE63A8-EC2F-3F57-EA17-7D31F9D8E14A}"/>
                  </a:ext>
                </a:extLst>
              </p:cNvPr>
              <p:cNvSpPr/>
              <p:nvPr/>
            </p:nvSpPr>
            <p:spPr bwMode="auto">
              <a:xfrm>
                <a:off x="2396727" y="5111841"/>
                <a:ext cx="2844804" cy="112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kumimoji="1" lang="zh-CN" altLang="en-US" sz="1200" dirty="0">
                    <a:solidFill>
                      <a:srgbClr val="080808"/>
                    </a:solidFill>
                  </a:rPr>
                  <a:t>单击此处添加文本单击此处添加文本单击此处添加文本单击此处添加文本</a:t>
                </a:r>
                <a:endParaRPr kumimoji="1" lang="en-US" altLang="zh-CN" sz="1200" dirty="0">
                  <a:solidFill>
                    <a:srgbClr val="080808"/>
                  </a:solidFill>
                </a:endParaRPr>
              </a:p>
            </p:txBody>
          </p:sp>
        </p:grpSp>
        <p:grpSp>
          <p:nvGrpSpPr>
            <p:cNvPr id="7" name="组合 6">
              <a:extLst>
                <a:ext uri="{FF2B5EF4-FFF2-40B4-BE49-F238E27FC236}">
                  <a16:creationId xmlns:a16="http://schemas.microsoft.com/office/drawing/2014/main" id="{DAF5BA24-A05B-9A8D-E0C4-91502F493EC1}"/>
                </a:ext>
              </a:extLst>
            </p:cNvPr>
            <p:cNvGrpSpPr/>
            <p:nvPr/>
          </p:nvGrpSpPr>
          <p:grpSpPr>
            <a:xfrm>
              <a:off x="8458502" y="1886858"/>
              <a:ext cx="2844804" cy="4348842"/>
              <a:chOff x="4673596" y="1886858"/>
              <a:chExt cx="2844804" cy="4348842"/>
            </a:xfrm>
          </p:grpSpPr>
          <p:sp>
            <p:nvSpPr>
              <p:cNvPr id="8" name="Number3">
                <a:extLst>
                  <a:ext uri="{FF2B5EF4-FFF2-40B4-BE49-F238E27FC236}">
                    <a16:creationId xmlns:a16="http://schemas.microsoft.com/office/drawing/2014/main" id="{8B1B4B7E-5B0C-2BCB-0F81-EABF83B11135}"/>
                  </a:ext>
                </a:extLst>
              </p:cNvPr>
              <p:cNvSpPr/>
              <p:nvPr/>
            </p:nvSpPr>
            <p:spPr>
              <a:xfrm>
                <a:off x="5323710" y="1886858"/>
                <a:ext cx="1544578" cy="1544579"/>
              </a:xfrm>
              <a:prstGeom prst="ellipse">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defTabSz="913765"/>
                <a:r>
                  <a:rPr lang="en-US" altLang="zh-CN" b="1">
                    <a:solidFill>
                      <a:srgbClr val="FFFFFF"/>
                    </a:solidFill>
                  </a:rPr>
                  <a:t>03</a:t>
                </a:r>
                <a:endParaRPr lang="en-US" altLang="zh-CN" b="1" dirty="0">
                  <a:solidFill>
                    <a:srgbClr val="FFFFFF"/>
                  </a:solidFill>
                </a:endParaRPr>
              </a:p>
            </p:txBody>
          </p:sp>
          <p:sp>
            <p:nvSpPr>
              <p:cNvPr id="9" name="shape3">
                <a:extLst>
                  <a:ext uri="{FF2B5EF4-FFF2-40B4-BE49-F238E27FC236}">
                    <a16:creationId xmlns:a16="http://schemas.microsoft.com/office/drawing/2014/main" id="{AA9650DD-1EBA-8574-61EB-9D0BB25E0992}"/>
                  </a:ext>
                </a:extLst>
              </p:cNvPr>
              <p:cNvSpPr/>
              <p:nvPr/>
            </p:nvSpPr>
            <p:spPr bwMode="auto">
              <a:xfrm>
                <a:off x="5482355" y="3036774"/>
                <a:ext cx="1227287" cy="1227288"/>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1">
                      <a:alpha val="0"/>
                    </a:schemeClr>
                  </a:gs>
                  <a:gs pos="100000">
                    <a:schemeClr val="accent1">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dirty="0"/>
              </a:p>
            </p:txBody>
          </p:sp>
          <p:sp>
            <p:nvSpPr>
              <p:cNvPr id="10" name="Bullet3">
                <a:extLst>
                  <a:ext uri="{FF2B5EF4-FFF2-40B4-BE49-F238E27FC236}">
                    <a16:creationId xmlns:a16="http://schemas.microsoft.com/office/drawing/2014/main" id="{0F32B646-AA2C-C521-E5E7-4964A0424296}"/>
                  </a:ext>
                </a:extLst>
              </p:cNvPr>
              <p:cNvSpPr/>
              <p:nvPr/>
            </p:nvSpPr>
            <p:spPr>
              <a:xfrm>
                <a:off x="4800292" y="4421145"/>
                <a:ext cx="2591412" cy="540887"/>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defTabSz="913765"/>
                <a:r>
                  <a:rPr lang="zh-CN" altLang="en-US" b="1" dirty="0">
                    <a:solidFill>
                      <a:srgbClr val="FFFFFF"/>
                    </a:solidFill>
                  </a:rPr>
                  <a:t>单击添加小标题</a:t>
                </a:r>
                <a:endParaRPr lang="en-US" altLang="zh-CN" b="1" dirty="0">
                  <a:solidFill>
                    <a:srgbClr val="FFFFFF"/>
                  </a:solidFill>
                </a:endParaRPr>
              </a:p>
            </p:txBody>
          </p:sp>
          <p:sp>
            <p:nvSpPr>
              <p:cNvPr id="11" name="Text3">
                <a:extLst>
                  <a:ext uri="{FF2B5EF4-FFF2-40B4-BE49-F238E27FC236}">
                    <a16:creationId xmlns:a16="http://schemas.microsoft.com/office/drawing/2014/main" id="{9833574A-93AB-1C4D-4D0E-8DEB9F9EF55D}"/>
                  </a:ext>
                </a:extLst>
              </p:cNvPr>
              <p:cNvSpPr/>
              <p:nvPr/>
            </p:nvSpPr>
            <p:spPr bwMode="auto">
              <a:xfrm>
                <a:off x="4673596" y="5111841"/>
                <a:ext cx="2844804" cy="112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1">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20000"/>
                  </a:lnSpc>
                </a:pPr>
                <a:r>
                  <a:rPr kumimoji="1" lang="zh-CN" altLang="en-US" sz="1200" dirty="0">
                    <a:solidFill>
                      <a:srgbClr val="080808"/>
                    </a:solidFill>
                  </a:rPr>
                  <a:t>单击此处添加文本单击此处添加文本单击此处添加文本单击此处添加文本</a:t>
                </a:r>
                <a:endParaRPr kumimoji="1" lang="en-US" altLang="zh-CN" sz="1200" dirty="0">
                  <a:solidFill>
                    <a:srgbClr val="080808"/>
                  </a:solidFill>
                </a:endParaRPr>
              </a:p>
            </p:txBody>
          </p:sp>
        </p:grpSp>
      </p:grpSp>
      <p:sp>
        <p:nvSpPr>
          <p:cNvPr id="2" name="标题 1">
            <a:extLst>
              <a:ext uri="{FF2B5EF4-FFF2-40B4-BE49-F238E27FC236}">
                <a16:creationId xmlns:a16="http://schemas.microsoft.com/office/drawing/2014/main" id="{A282C9F0-EC82-D0F6-EB92-74F9BD27FE31}"/>
              </a:ext>
            </a:extLst>
          </p:cNvPr>
          <p:cNvSpPr>
            <a:spLocks noGrp="1"/>
          </p:cNvSpPr>
          <p:nvPr>
            <p:ph type="title"/>
          </p:nvPr>
        </p:nvSpPr>
        <p:spPr/>
        <p:txBody>
          <a:bodyPr/>
          <a:lstStyle/>
          <a:p>
            <a:r>
              <a:rPr lang="zh-CN" altLang="en-US" dirty="0"/>
              <a:t>预期成果概述</a:t>
            </a:r>
          </a:p>
        </p:txBody>
      </p:sp>
    </p:spTree>
    <p:extLst>
      <p:ext uri="{BB962C8B-B14F-4D97-AF65-F5344CB8AC3E}">
        <p14:creationId xmlns:p14="http://schemas.microsoft.com/office/powerpoint/2010/main" val="3679380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FD803FB6-CF1F-7E35-61B5-CE5D9C3E5974}"/>
              </a:ext>
            </a:extLst>
          </p:cNvPr>
          <p:cNvGrpSpPr/>
          <p:nvPr/>
        </p:nvGrpSpPr>
        <p:grpSpPr>
          <a:xfrm>
            <a:off x="660400" y="1130300"/>
            <a:ext cx="10858500" cy="5003800"/>
            <a:chOff x="660400" y="1130300"/>
            <a:chExt cx="10858500" cy="5003800"/>
          </a:xfrm>
        </p:grpSpPr>
        <p:sp>
          <p:nvSpPr>
            <p:cNvPr id="5" name="Title">
              <a:extLst>
                <a:ext uri="{FF2B5EF4-FFF2-40B4-BE49-F238E27FC236}">
                  <a16:creationId xmlns:a16="http://schemas.microsoft.com/office/drawing/2014/main" id="{016F8C71-4D48-DE9F-60E1-FDAD2483C413}"/>
                </a:ext>
              </a:extLst>
            </p:cNvPr>
            <p:cNvSpPr txBox="1"/>
            <p:nvPr/>
          </p:nvSpPr>
          <p:spPr>
            <a:xfrm>
              <a:off x="660400" y="1130300"/>
              <a:ext cx="10858500" cy="461665"/>
            </a:xfrm>
            <a:prstGeom prst="rect">
              <a:avLst/>
            </a:prstGeom>
            <a:noFill/>
          </p:spPr>
          <p:txBody>
            <a:bodyPr vert="horz" wrap="square" rtlCol="0" anchor="t" anchorCtr="0">
              <a:normAutofit/>
            </a:bodyPr>
            <a:lstStyle/>
            <a:p>
              <a:pPr algn="ctr"/>
              <a:r>
                <a:rPr lang="zh-CN" altLang="en-US" sz="2400" b="1">
                  <a:cs typeface="+mn-ea"/>
                  <a:sym typeface="+mn-lt"/>
                </a:rPr>
                <a:t>各阶段工作的时间分配与里程碑</a:t>
              </a:r>
              <a:endParaRPr lang="zh-CN" altLang="en-US" sz="2400" b="1" dirty="0">
                <a:cs typeface="+mn-ea"/>
                <a:sym typeface="+mn-lt"/>
              </a:endParaRPr>
            </a:p>
          </p:txBody>
        </p:sp>
        <p:grpSp>
          <p:nvGrpSpPr>
            <p:cNvPr id="6" name="组合 5">
              <a:extLst>
                <a:ext uri="{FF2B5EF4-FFF2-40B4-BE49-F238E27FC236}">
                  <a16:creationId xmlns:a16="http://schemas.microsoft.com/office/drawing/2014/main" id="{EBDC7F33-7678-8B0D-4CBB-AB68A402FF82}"/>
                </a:ext>
              </a:extLst>
            </p:cNvPr>
            <p:cNvGrpSpPr/>
            <p:nvPr/>
          </p:nvGrpSpPr>
          <p:grpSpPr>
            <a:xfrm>
              <a:off x="695003" y="1902544"/>
              <a:ext cx="4051812" cy="2068619"/>
              <a:chOff x="695003" y="1902544"/>
              <a:chExt cx="4051812" cy="2068619"/>
            </a:xfrm>
          </p:grpSpPr>
          <p:sp>
            <p:nvSpPr>
              <p:cNvPr id="24" name="NumberMisc1">
                <a:extLst>
                  <a:ext uri="{FF2B5EF4-FFF2-40B4-BE49-F238E27FC236}">
                    <a16:creationId xmlns:a16="http://schemas.microsoft.com/office/drawing/2014/main" id="{63BA62F1-C71F-38B5-2B0D-81836B8D2D45}"/>
                  </a:ext>
                </a:extLst>
              </p:cNvPr>
              <p:cNvSpPr/>
              <p:nvPr/>
            </p:nvSpPr>
            <p:spPr>
              <a:xfrm>
                <a:off x="695003" y="1902544"/>
                <a:ext cx="695653" cy="2068619"/>
              </a:xfrm>
              <a:custGeom>
                <a:avLst/>
                <a:gdLst>
                  <a:gd name="connsiteX0" fmla="*/ 115944 w 695653"/>
                  <a:gd name="connsiteY0" fmla="*/ 0 h 1834071"/>
                  <a:gd name="connsiteX1" fmla="*/ 695653 w 695653"/>
                  <a:gd name="connsiteY1" fmla="*/ 0 h 1834071"/>
                  <a:gd name="connsiteX2" fmla="*/ 695653 w 695653"/>
                  <a:gd name="connsiteY2" fmla="*/ 1834071 h 1834071"/>
                  <a:gd name="connsiteX3" fmla="*/ 115944 w 695653"/>
                  <a:gd name="connsiteY3" fmla="*/ 1834071 h 1834071"/>
                  <a:gd name="connsiteX4" fmla="*/ 0 w 695653"/>
                  <a:gd name="connsiteY4" fmla="*/ 1718127 h 1834071"/>
                  <a:gd name="connsiteX5" fmla="*/ 0 w 695653"/>
                  <a:gd name="connsiteY5" fmla="*/ 115944 h 1834071"/>
                  <a:gd name="connsiteX6" fmla="*/ 115944 w 695653"/>
                  <a:gd name="connsiteY6" fmla="*/ 0 h 183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653" h="1834071">
                    <a:moveTo>
                      <a:pt x="115944" y="0"/>
                    </a:moveTo>
                    <a:lnTo>
                      <a:pt x="695653" y="0"/>
                    </a:lnTo>
                    <a:lnTo>
                      <a:pt x="695653" y="1834071"/>
                    </a:lnTo>
                    <a:lnTo>
                      <a:pt x="115944" y="1834071"/>
                    </a:lnTo>
                    <a:cubicBezTo>
                      <a:pt x="51910" y="1834071"/>
                      <a:pt x="0" y="1782161"/>
                      <a:pt x="0" y="1718127"/>
                    </a:cubicBezTo>
                    <a:lnTo>
                      <a:pt x="0" y="115944"/>
                    </a:lnTo>
                    <a:cubicBezTo>
                      <a:pt x="0" y="51910"/>
                      <a:pt x="51910" y="0"/>
                      <a:pt x="115944" y="0"/>
                    </a:cubicBezTo>
                    <a:close/>
                  </a:path>
                </a:pathLst>
              </a:custGeom>
              <a:gradFill flip="none" rotWithShape="0">
                <a:gsLst>
                  <a:gs pos="0">
                    <a:schemeClr val="accent1">
                      <a:lumMod val="60000"/>
                      <a:lumOff val="40000"/>
                    </a:schemeClr>
                  </a:gs>
                  <a:gs pos="5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000" b="1" dirty="0">
                    <a:cs typeface="+mn-ea"/>
                    <a:sym typeface="+mn-lt"/>
                  </a:rPr>
                  <a:t>01</a:t>
                </a:r>
                <a:endParaRPr lang="zh-CN" altLang="en-US" sz="2000" b="1" dirty="0">
                  <a:cs typeface="+mn-ea"/>
                  <a:sym typeface="+mn-lt"/>
                </a:endParaRPr>
              </a:p>
            </p:txBody>
          </p:sp>
          <p:sp>
            <p:nvSpPr>
              <p:cNvPr id="25" name="ComponentBackground1">
                <a:extLst>
                  <a:ext uri="{FF2B5EF4-FFF2-40B4-BE49-F238E27FC236}">
                    <a16:creationId xmlns:a16="http://schemas.microsoft.com/office/drawing/2014/main" id="{1718F359-AF3E-91F8-C9B6-3A3C0A29F1CF}"/>
                  </a:ext>
                </a:extLst>
              </p:cNvPr>
              <p:cNvSpPr/>
              <p:nvPr/>
            </p:nvSpPr>
            <p:spPr>
              <a:xfrm>
                <a:off x="1609727" y="1902550"/>
                <a:ext cx="313708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26" name="Bullet1">
                <a:extLst>
                  <a:ext uri="{FF2B5EF4-FFF2-40B4-BE49-F238E27FC236}">
                    <a16:creationId xmlns:a16="http://schemas.microsoft.com/office/drawing/2014/main" id="{F4459FD4-7A7D-522E-F7FA-EE31BF1E0454}"/>
                  </a:ext>
                </a:extLst>
              </p:cNvPr>
              <p:cNvSpPr txBox="1"/>
              <p:nvPr/>
            </p:nvSpPr>
            <p:spPr>
              <a:xfrm flipH="1">
                <a:off x="2041776" y="2140463"/>
                <a:ext cx="2272990"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7" name="Text1">
                <a:extLst>
                  <a:ext uri="{FF2B5EF4-FFF2-40B4-BE49-F238E27FC236}">
                    <a16:creationId xmlns:a16="http://schemas.microsoft.com/office/drawing/2014/main" id="{4FA51431-5F75-CFD8-7714-523A2477D347}"/>
                  </a:ext>
                </a:extLst>
              </p:cNvPr>
              <p:cNvSpPr txBox="1"/>
              <p:nvPr/>
            </p:nvSpPr>
            <p:spPr>
              <a:xfrm flipH="1">
                <a:off x="2041776" y="2936856"/>
                <a:ext cx="2272990"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7" name="组合 6">
              <a:extLst>
                <a:ext uri="{FF2B5EF4-FFF2-40B4-BE49-F238E27FC236}">
                  <a16:creationId xmlns:a16="http://schemas.microsoft.com/office/drawing/2014/main" id="{729E9658-C71F-0A90-6D29-4B18BC90CD9C}"/>
                </a:ext>
              </a:extLst>
            </p:cNvPr>
            <p:cNvGrpSpPr/>
            <p:nvPr/>
          </p:nvGrpSpPr>
          <p:grpSpPr>
            <a:xfrm>
              <a:off x="695003" y="1902550"/>
              <a:ext cx="7578951" cy="4231550"/>
              <a:chOff x="695003" y="1902550"/>
              <a:chExt cx="7578951" cy="4231550"/>
            </a:xfrm>
          </p:grpSpPr>
          <p:sp>
            <p:nvSpPr>
              <p:cNvPr id="20" name="NumberMisc2">
                <a:extLst>
                  <a:ext uri="{FF2B5EF4-FFF2-40B4-BE49-F238E27FC236}">
                    <a16:creationId xmlns:a16="http://schemas.microsoft.com/office/drawing/2014/main" id="{68546619-7074-90BE-CD8D-475840D254E2}"/>
                  </a:ext>
                </a:extLst>
              </p:cNvPr>
              <p:cNvSpPr/>
              <p:nvPr/>
            </p:nvSpPr>
            <p:spPr>
              <a:xfrm>
                <a:off x="695003" y="4065481"/>
                <a:ext cx="695653" cy="2068619"/>
              </a:xfrm>
              <a:custGeom>
                <a:avLst/>
                <a:gdLst>
                  <a:gd name="connsiteX0" fmla="*/ 115944 w 695653"/>
                  <a:gd name="connsiteY0" fmla="*/ 0 h 1834071"/>
                  <a:gd name="connsiteX1" fmla="*/ 695653 w 695653"/>
                  <a:gd name="connsiteY1" fmla="*/ 0 h 1834071"/>
                  <a:gd name="connsiteX2" fmla="*/ 695653 w 695653"/>
                  <a:gd name="connsiteY2" fmla="*/ 1834071 h 1834071"/>
                  <a:gd name="connsiteX3" fmla="*/ 115944 w 695653"/>
                  <a:gd name="connsiteY3" fmla="*/ 1834071 h 1834071"/>
                  <a:gd name="connsiteX4" fmla="*/ 0 w 695653"/>
                  <a:gd name="connsiteY4" fmla="*/ 1718127 h 1834071"/>
                  <a:gd name="connsiteX5" fmla="*/ 0 w 695653"/>
                  <a:gd name="connsiteY5" fmla="*/ 115944 h 1834071"/>
                  <a:gd name="connsiteX6" fmla="*/ 115944 w 695653"/>
                  <a:gd name="connsiteY6" fmla="*/ 0 h 183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5653" h="1834071">
                    <a:moveTo>
                      <a:pt x="115944" y="0"/>
                    </a:moveTo>
                    <a:lnTo>
                      <a:pt x="695653" y="0"/>
                    </a:lnTo>
                    <a:lnTo>
                      <a:pt x="695653" y="1834071"/>
                    </a:lnTo>
                    <a:lnTo>
                      <a:pt x="115944" y="1834071"/>
                    </a:lnTo>
                    <a:cubicBezTo>
                      <a:pt x="51910" y="1834071"/>
                      <a:pt x="0" y="1782161"/>
                      <a:pt x="0" y="1718127"/>
                    </a:cubicBezTo>
                    <a:lnTo>
                      <a:pt x="0" y="115944"/>
                    </a:lnTo>
                    <a:cubicBezTo>
                      <a:pt x="0" y="51910"/>
                      <a:pt x="51910" y="0"/>
                      <a:pt x="115944" y="0"/>
                    </a:cubicBezTo>
                    <a:close/>
                  </a:path>
                </a:pathLst>
              </a:custGeom>
              <a:gradFill flip="none" rotWithShape="0">
                <a:gsLst>
                  <a:gs pos="0">
                    <a:schemeClr val="accent1">
                      <a:lumMod val="60000"/>
                      <a:lumOff val="40000"/>
                    </a:schemeClr>
                  </a:gs>
                  <a:gs pos="5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sz="2000" b="1" dirty="0">
                    <a:cs typeface="+mn-ea"/>
                    <a:sym typeface="+mn-lt"/>
                  </a:rPr>
                  <a:t>02</a:t>
                </a:r>
                <a:endParaRPr lang="zh-CN" altLang="en-US" sz="2000" b="1" dirty="0">
                  <a:cs typeface="+mn-ea"/>
                  <a:sym typeface="+mn-lt"/>
                </a:endParaRPr>
              </a:p>
            </p:txBody>
          </p:sp>
          <p:sp>
            <p:nvSpPr>
              <p:cNvPr id="21" name="ComponentBackground2">
                <a:extLst>
                  <a:ext uri="{FF2B5EF4-FFF2-40B4-BE49-F238E27FC236}">
                    <a16:creationId xmlns:a16="http://schemas.microsoft.com/office/drawing/2014/main" id="{14447FA4-0FC5-7A35-091B-5EF47F642448}"/>
                  </a:ext>
                </a:extLst>
              </p:cNvPr>
              <p:cNvSpPr/>
              <p:nvPr/>
            </p:nvSpPr>
            <p:spPr>
              <a:xfrm>
                <a:off x="4854674" y="1902550"/>
                <a:ext cx="3419280"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22" name="Bullet2">
                <a:extLst>
                  <a:ext uri="{FF2B5EF4-FFF2-40B4-BE49-F238E27FC236}">
                    <a16:creationId xmlns:a16="http://schemas.microsoft.com/office/drawing/2014/main" id="{D45EB994-84B1-6DF1-5C95-7EA67B7F9A6A}"/>
                  </a:ext>
                </a:extLst>
              </p:cNvPr>
              <p:cNvSpPr txBox="1"/>
              <p:nvPr/>
            </p:nvSpPr>
            <p:spPr>
              <a:xfrm flipH="1">
                <a:off x="5427819" y="2140463"/>
                <a:ext cx="2272990"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3" name="Text2">
                <a:extLst>
                  <a:ext uri="{FF2B5EF4-FFF2-40B4-BE49-F238E27FC236}">
                    <a16:creationId xmlns:a16="http://schemas.microsoft.com/office/drawing/2014/main" id="{CE6A5CCE-9CA2-97FA-FE4A-77C2E6E344ED}"/>
                  </a:ext>
                </a:extLst>
              </p:cNvPr>
              <p:cNvSpPr txBox="1"/>
              <p:nvPr/>
            </p:nvSpPr>
            <p:spPr>
              <a:xfrm flipH="1">
                <a:off x="5427819" y="2936856"/>
                <a:ext cx="2272990"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8" name="组合 7">
              <a:extLst>
                <a:ext uri="{FF2B5EF4-FFF2-40B4-BE49-F238E27FC236}">
                  <a16:creationId xmlns:a16="http://schemas.microsoft.com/office/drawing/2014/main" id="{9FFBA408-CE27-18BB-D318-7355C43DB433}"/>
                </a:ext>
              </a:extLst>
            </p:cNvPr>
            <p:cNvGrpSpPr/>
            <p:nvPr/>
          </p:nvGrpSpPr>
          <p:grpSpPr>
            <a:xfrm>
              <a:off x="8381812" y="1902550"/>
              <a:ext cx="3137088" cy="2068613"/>
              <a:chOff x="8381812" y="1902550"/>
              <a:chExt cx="3137088" cy="2068613"/>
            </a:xfrm>
          </p:grpSpPr>
          <p:sp>
            <p:nvSpPr>
              <p:cNvPr id="17" name="ComponentBackground3">
                <a:extLst>
                  <a:ext uri="{FF2B5EF4-FFF2-40B4-BE49-F238E27FC236}">
                    <a16:creationId xmlns:a16="http://schemas.microsoft.com/office/drawing/2014/main" id="{DE940F57-F2BF-BED6-9AF6-D3EFF40309AC}"/>
                  </a:ext>
                </a:extLst>
              </p:cNvPr>
              <p:cNvSpPr/>
              <p:nvPr/>
            </p:nvSpPr>
            <p:spPr>
              <a:xfrm>
                <a:off x="8381812" y="1902550"/>
                <a:ext cx="313708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a:cs typeface="+mn-ea"/>
                  <a:sym typeface="+mn-lt"/>
                </a:endParaRPr>
              </a:p>
            </p:txBody>
          </p:sp>
          <p:sp>
            <p:nvSpPr>
              <p:cNvPr id="18" name="Bullet3">
                <a:extLst>
                  <a:ext uri="{FF2B5EF4-FFF2-40B4-BE49-F238E27FC236}">
                    <a16:creationId xmlns:a16="http://schemas.microsoft.com/office/drawing/2014/main" id="{1F830198-D212-6BF7-865E-9137C525D1DA}"/>
                  </a:ext>
                </a:extLst>
              </p:cNvPr>
              <p:cNvSpPr txBox="1"/>
              <p:nvPr/>
            </p:nvSpPr>
            <p:spPr>
              <a:xfrm flipH="1">
                <a:off x="8813861" y="2140463"/>
                <a:ext cx="2272990"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9" name="Text3">
                <a:extLst>
                  <a:ext uri="{FF2B5EF4-FFF2-40B4-BE49-F238E27FC236}">
                    <a16:creationId xmlns:a16="http://schemas.microsoft.com/office/drawing/2014/main" id="{52A969E6-EB49-1FF5-FFDD-950A89ED8A4C}"/>
                  </a:ext>
                </a:extLst>
              </p:cNvPr>
              <p:cNvSpPr txBox="1"/>
              <p:nvPr/>
            </p:nvSpPr>
            <p:spPr>
              <a:xfrm flipH="1">
                <a:off x="8813861" y="2936856"/>
                <a:ext cx="2272990"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4C95A401-98BE-AD6A-BABE-AD8E6250AB2E}"/>
                </a:ext>
              </a:extLst>
            </p:cNvPr>
            <p:cNvGrpSpPr/>
            <p:nvPr/>
          </p:nvGrpSpPr>
          <p:grpSpPr>
            <a:xfrm>
              <a:off x="1609727" y="4065479"/>
              <a:ext cx="4908548" cy="2068613"/>
              <a:chOff x="1609727" y="4065479"/>
              <a:chExt cx="4908548" cy="2068613"/>
            </a:xfrm>
          </p:grpSpPr>
          <p:sp>
            <p:nvSpPr>
              <p:cNvPr id="14" name="ComponentBackground4">
                <a:extLst>
                  <a:ext uri="{FF2B5EF4-FFF2-40B4-BE49-F238E27FC236}">
                    <a16:creationId xmlns:a16="http://schemas.microsoft.com/office/drawing/2014/main" id="{B83249FD-62B9-252E-84C9-11FD121E6F9D}"/>
                  </a:ext>
                </a:extLst>
              </p:cNvPr>
              <p:cNvSpPr/>
              <p:nvPr/>
            </p:nvSpPr>
            <p:spPr>
              <a:xfrm>
                <a:off x="1609727" y="4065479"/>
                <a:ext cx="490854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15" name="Bullet4">
                <a:extLst>
                  <a:ext uri="{FF2B5EF4-FFF2-40B4-BE49-F238E27FC236}">
                    <a16:creationId xmlns:a16="http://schemas.microsoft.com/office/drawing/2014/main" id="{50AEDE8D-EB85-DD44-76A0-358349BD228F}"/>
                  </a:ext>
                </a:extLst>
              </p:cNvPr>
              <p:cNvSpPr txBox="1"/>
              <p:nvPr/>
            </p:nvSpPr>
            <p:spPr>
              <a:xfrm flipH="1">
                <a:off x="2036889" y="4303392"/>
                <a:ext cx="4054224"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6" name="Text4">
                <a:extLst>
                  <a:ext uri="{FF2B5EF4-FFF2-40B4-BE49-F238E27FC236}">
                    <a16:creationId xmlns:a16="http://schemas.microsoft.com/office/drawing/2014/main" id="{32BD6816-D4F5-FDC3-A64F-38C29B27ACE3}"/>
                  </a:ext>
                </a:extLst>
              </p:cNvPr>
              <p:cNvSpPr txBox="1"/>
              <p:nvPr/>
            </p:nvSpPr>
            <p:spPr>
              <a:xfrm flipH="1">
                <a:off x="2036889" y="5099785"/>
                <a:ext cx="4054224"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89D54126-524D-C61F-F281-51B0C0026E93}"/>
                </a:ext>
              </a:extLst>
            </p:cNvPr>
            <p:cNvGrpSpPr/>
            <p:nvPr/>
          </p:nvGrpSpPr>
          <p:grpSpPr>
            <a:xfrm>
              <a:off x="6610352" y="4065479"/>
              <a:ext cx="4908548" cy="2068613"/>
              <a:chOff x="6610352" y="4065479"/>
              <a:chExt cx="4908548" cy="2068613"/>
            </a:xfrm>
          </p:grpSpPr>
          <p:sp>
            <p:nvSpPr>
              <p:cNvPr id="11" name="ComponentBackground5">
                <a:extLst>
                  <a:ext uri="{FF2B5EF4-FFF2-40B4-BE49-F238E27FC236}">
                    <a16:creationId xmlns:a16="http://schemas.microsoft.com/office/drawing/2014/main" id="{D5A7B300-5579-3379-6491-B710D386116B}"/>
                  </a:ext>
                </a:extLst>
              </p:cNvPr>
              <p:cNvSpPr/>
              <p:nvPr/>
            </p:nvSpPr>
            <p:spPr>
              <a:xfrm>
                <a:off x="6610352" y="4065479"/>
                <a:ext cx="4908548" cy="2068613"/>
              </a:xfrm>
              <a:prstGeom prst="roundRect">
                <a:avLst>
                  <a:gd name="adj" fmla="val 4148"/>
                </a:avLst>
              </a:prstGeom>
              <a:gradFill flip="none" rotWithShape="1">
                <a:gsLst>
                  <a:gs pos="50000">
                    <a:schemeClr val="bg1">
                      <a:alpha val="50000"/>
                    </a:schemeClr>
                  </a:gs>
                  <a:gs pos="100000">
                    <a:schemeClr val="bg1">
                      <a:alpha val="70000"/>
                    </a:schemeClr>
                  </a:gs>
                  <a:gs pos="0">
                    <a:schemeClr val="bg1">
                      <a:alpha val="64000"/>
                    </a:schemeClr>
                  </a:gs>
                </a:gsLst>
                <a:lin ang="2700000" scaled="1"/>
                <a:tileRect/>
              </a:gradFill>
              <a:ln w="19050">
                <a:gradFill>
                  <a:gsLst>
                    <a:gs pos="19000">
                      <a:schemeClr val="accent1">
                        <a:lumMod val="5000"/>
                        <a:lumOff val="95000"/>
                      </a:schemeClr>
                    </a:gs>
                    <a:gs pos="86000">
                      <a:srgbClr val="FBFAFD"/>
                    </a:gs>
                    <a:gs pos="55000">
                      <a:schemeClr val="bg1">
                        <a:alpha val="46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spcFirstLastPara="1" numCol="1" rtlCol="0" anchor="ctr">
                <a:prstTxWarp prst="textArchUp">
                  <a:avLst>
                    <a:gd name="adj" fmla="val 9797055"/>
                  </a:avLst>
                </a:prstTxWarp>
              </a:bodyPr>
              <a:lstStyle/>
              <a:p>
                <a:pPr algn="ctr"/>
                <a:endParaRPr lang="zh-CN" altLang="en-US" dirty="0">
                  <a:cs typeface="+mn-ea"/>
                  <a:sym typeface="+mn-lt"/>
                </a:endParaRPr>
              </a:p>
            </p:txBody>
          </p:sp>
          <p:sp>
            <p:nvSpPr>
              <p:cNvPr id="12" name="Bullet5">
                <a:extLst>
                  <a:ext uri="{FF2B5EF4-FFF2-40B4-BE49-F238E27FC236}">
                    <a16:creationId xmlns:a16="http://schemas.microsoft.com/office/drawing/2014/main" id="{2582679E-979A-DB94-7F33-A51252FFBB76}"/>
                  </a:ext>
                </a:extLst>
              </p:cNvPr>
              <p:cNvSpPr txBox="1"/>
              <p:nvPr/>
            </p:nvSpPr>
            <p:spPr>
              <a:xfrm flipH="1">
                <a:off x="7037514" y="4303392"/>
                <a:ext cx="4054224" cy="796393"/>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3" name="Text5">
                <a:extLst>
                  <a:ext uri="{FF2B5EF4-FFF2-40B4-BE49-F238E27FC236}">
                    <a16:creationId xmlns:a16="http://schemas.microsoft.com/office/drawing/2014/main" id="{DC8F4971-C696-57F0-2D2A-592836199ED6}"/>
                  </a:ext>
                </a:extLst>
              </p:cNvPr>
              <p:cNvSpPr txBox="1"/>
              <p:nvPr/>
            </p:nvSpPr>
            <p:spPr>
              <a:xfrm flipH="1">
                <a:off x="7037514" y="5099785"/>
                <a:ext cx="4054224" cy="796393"/>
              </a:xfrm>
              <a:prstGeom prst="rect">
                <a:avLst/>
              </a:prstGeom>
              <a:noFill/>
            </p:spPr>
            <p:txBody>
              <a:bodyPr wrap="square" rtlCol="0">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sp>
        <p:nvSpPr>
          <p:cNvPr id="2" name="标题 1">
            <a:extLst>
              <a:ext uri="{FF2B5EF4-FFF2-40B4-BE49-F238E27FC236}">
                <a16:creationId xmlns:a16="http://schemas.microsoft.com/office/drawing/2014/main" id="{AD053AE6-30A4-B41F-2942-BBE90B5BB4A4}"/>
              </a:ext>
            </a:extLst>
          </p:cNvPr>
          <p:cNvSpPr>
            <a:spLocks noGrp="1"/>
          </p:cNvSpPr>
          <p:nvPr>
            <p:ph type="title"/>
          </p:nvPr>
        </p:nvSpPr>
        <p:spPr/>
        <p:txBody>
          <a:bodyPr/>
          <a:lstStyle/>
          <a:p>
            <a:r>
              <a:rPr lang="zh-CN" altLang="en-US" dirty="0"/>
              <a:t>时间计划安排</a:t>
            </a:r>
          </a:p>
        </p:txBody>
      </p:sp>
    </p:spTree>
    <p:extLst>
      <p:ext uri="{BB962C8B-B14F-4D97-AF65-F5344CB8AC3E}">
        <p14:creationId xmlns:p14="http://schemas.microsoft.com/office/powerpoint/2010/main" val="1427006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17CA5B4-D648-2C85-A596-4F3B81E90CF9}"/>
              </a:ext>
            </a:extLst>
          </p:cNvPr>
          <p:cNvGrpSpPr/>
          <p:nvPr/>
        </p:nvGrpSpPr>
        <p:grpSpPr>
          <a:xfrm>
            <a:off x="660399" y="0"/>
            <a:ext cx="10858501" cy="6858000"/>
            <a:chOff x="660399" y="0"/>
            <a:chExt cx="10858501" cy="6858000"/>
          </a:xfrm>
        </p:grpSpPr>
        <p:grpSp>
          <p:nvGrpSpPr>
            <p:cNvPr id="4" name="组合 3">
              <a:extLst>
                <a:ext uri="{FF2B5EF4-FFF2-40B4-BE49-F238E27FC236}">
                  <a16:creationId xmlns:a16="http://schemas.microsoft.com/office/drawing/2014/main" id="{1973E22F-34D6-17FC-659A-9273151AB219}"/>
                </a:ext>
              </a:extLst>
            </p:cNvPr>
            <p:cNvGrpSpPr/>
            <p:nvPr/>
          </p:nvGrpSpPr>
          <p:grpSpPr>
            <a:xfrm>
              <a:off x="1312532" y="0"/>
              <a:ext cx="9566936" cy="6858000"/>
              <a:chOff x="1312532" y="0"/>
              <a:chExt cx="9566936" cy="6858000"/>
            </a:xfrm>
          </p:grpSpPr>
          <p:sp>
            <p:nvSpPr>
              <p:cNvPr id="32" name="任意多边形: 形状 31">
                <a:extLst>
                  <a:ext uri="{FF2B5EF4-FFF2-40B4-BE49-F238E27FC236}">
                    <a16:creationId xmlns:a16="http://schemas.microsoft.com/office/drawing/2014/main" id="{10F7500D-4557-7E98-99E1-BDBC36500682}"/>
                  </a:ext>
                </a:extLst>
              </p:cNvPr>
              <p:cNvSpPr>
                <a:spLocks/>
              </p:cNvSpPr>
              <p:nvPr/>
            </p:nvSpPr>
            <p:spPr bwMode="auto">
              <a:xfrm>
                <a:off x="1312532" y="0"/>
                <a:ext cx="9566936" cy="6858000"/>
              </a:xfrm>
              <a:custGeom>
                <a:avLst/>
                <a:gdLst>
                  <a:gd name="connsiteX0" fmla="*/ 1666829 w 9566936"/>
                  <a:gd name="connsiteY0" fmla="*/ 0 h 6858000"/>
                  <a:gd name="connsiteX1" fmla="*/ 7900107 w 9566936"/>
                  <a:gd name="connsiteY1" fmla="*/ 0 h 6858000"/>
                  <a:gd name="connsiteX2" fmla="*/ 7999764 w 9566936"/>
                  <a:gd name="connsiteY2" fmla="*/ 86446 h 6858000"/>
                  <a:gd name="connsiteX3" fmla="*/ 9566936 w 9566936"/>
                  <a:gd name="connsiteY3" fmla="*/ 3632200 h 6858000"/>
                  <a:gd name="connsiteX4" fmla="*/ 8324277 w 9566936"/>
                  <a:gd name="connsiteY4" fmla="*/ 6852988 h 6858000"/>
                  <a:gd name="connsiteX5" fmla="*/ 8319505 w 9566936"/>
                  <a:gd name="connsiteY5" fmla="*/ 6858000 h 6858000"/>
                  <a:gd name="connsiteX6" fmla="*/ 1247431 w 9566936"/>
                  <a:gd name="connsiteY6" fmla="*/ 6858000 h 6858000"/>
                  <a:gd name="connsiteX7" fmla="*/ 1242659 w 9566936"/>
                  <a:gd name="connsiteY7" fmla="*/ 6852988 h 6858000"/>
                  <a:gd name="connsiteX8" fmla="*/ 0 w 9566936"/>
                  <a:gd name="connsiteY8" fmla="*/ 3632200 h 6858000"/>
                  <a:gd name="connsiteX9" fmla="*/ 1567173 w 9566936"/>
                  <a:gd name="connsiteY9" fmla="*/ 86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6936" h="6858000">
                    <a:moveTo>
                      <a:pt x="1666829" y="0"/>
                    </a:moveTo>
                    <a:lnTo>
                      <a:pt x="7900107" y="0"/>
                    </a:lnTo>
                    <a:lnTo>
                      <a:pt x="7999764" y="86446"/>
                    </a:lnTo>
                    <a:cubicBezTo>
                      <a:pt x="8962511" y="962697"/>
                      <a:pt x="9566936" y="2226764"/>
                      <a:pt x="9566936" y="3632200"/>
                    </a:cubicBezTo>
                    <a:cubicBezTo>
                      <a:pt x="9566936" y="4872291"/>
                      <a:pt x="9096363" y="6002319"/>
                      <a:pt x="8324277" y="6852988"/>
                    </a:cubicBezTo>
                    <a:lnTo>
                      <a:pt x="8319505" y="6858000"/>
                    </a:lnTo>
                    <a:lnTo>
                      <a:pt x="1247431" y="6858000"/>
                    </a:lnTo>
                    <a:lnTo>
                      <a:pt x="1242659" y="6852988"/>
                    </a:lnTo>
                    <a:cubicBezTo>
                      <a:pt x="470574" y="6002319"/>
                      <a:pt x="0" y="4872291"/>
                      <a:pt x="0" y="3632200"/>
                    </a:cubicBezTo>
                    <a:cubicBezTo>
                      <a:pt x="0" y="2226764"/>
                      <a:pt x="604426" y="962697"/>
                      <a:pt x="1567173" y="86446"/>
                    </a:cubicBezTo>
                    <a:close/>
                  </a:path>
                </a:pathLst>
              </a:custGeom>
              <a:solidFill>
                <a:schemeClr val="accent1">
                  <a:alpha val="5000"/>
                </a:schemeClr>
              </a:solidFill>
              <a:ln w="9525">
                <a:noFill/>
                <a:round/>
                <a:headEnd/>
                <a:tailEnd/>
              </a:ln>
            </p:spPr>
            <p:txBody>
              <a:bodyPr vert="horz" wrap="square" lIns="91440" tIns="45720" rIns="91440" bIns="45720" numCol="1" anchor="t" anchorCtr="0" compatLnSpc="1">
                <a:prstTxWarp prst="textNoShape">
                  <a:avLst/>
                </a:prstTxWarp>
                <a:noAutofit/>
              </a:bodyPr>
              <a:lstStyle/>
              <a:p>
                <a:endParaRPr lang="zh-CN" altLang="en-US" dirty="0">
                  <a:solidFill>
                    <a:schemeClr val="tx1"/>
                  </a:solidFill>
                </a:endParaRPr>
              </a:p>
            </p:txBody>
          </p:sp>
          <p:sp>
            <p:nvSpPr>
              <p:cNvPr id="33" name="任意多边形: 形状 32">
                <a:extLst>
                  <a:ext uri="{FF2B5EF4-FFF2-40B4-BE49-F238E27FC236}">
                    <a16:creationId xmlns:a16="http://schemas.microsoft.com/office/drawing/2014/main" id="{F9F0503F-8E13-8451-8FBB-EEC8F724DAFD}"/>
                  </a:ext>
                </a:extLst>
              </p:cNvPr>
              <p:cNvSpPr>
                <a:spLocks/>
              </p:cNvSpPr>
              <p:nvPr/>
            </p:nvSpPr>
            <p:spPr bwMode="auto">
              <a:xfrm>
                <a:off x="2148114" y="0"/>
                <a:ext cx="7895772" cy="6858000"/>
              </a:xfrm>
              <a:custGeom>
                <a:avLst/>
                <a:gdLst>
                  <a:gd name="connsiteX0" fmla="*/ 2387951 w 7895772"/>
                  <a:gd name="connsiteY0" fmla="*/ 0 h 6858000"/>
                  <a:gd name="connsiteX1" fmla="*/ 5507822 w 7895772"/>
                  <a:gd name="connsiteY1" fmla="*/ 0 h 6858000"/>
                  <a:gd name="connsiteX2" fmla="*/ 5659458 w 7895772"/>
                  <a:gd name="connsiteY2" fmla="*/ 68649 h 6858000"/>
                  <a:gd name="connsiteX3" fmla="*/ 7895772 w 7895772"/>
                  <a:gd name="connsiteY3" fmla="*/ 3632200 h 6858000"/>
                  <a:gd name="connsiteX4" fmla="*/ 6459108 w 7895772"/>
                  <a:gd name="connsiteY4" fmla="*/ 6682835 h 6858000"/>
                  <a:gd name="connsiteX5" fmla="*/ 6225190 w 7895772"/>
                  <a:gd name="connsiteY5" fmla="*/ 6858000 h 6858000"/>
                  <a:gd name="connsiteX6" fmla="*/ 1670582 w 7895772"/>
                  <a:gd name="connsiteY6" fmla="*/ 6858000 h 6858000"/>
                  <a:gd name="connsiteX7" fmla="*/ 1436664 w 7895772"/>
                  <a:gd name="connsiteY7" fmla="*/ 6682835 h 6858000"/>
                  <a:gd name="connsiteX8" fmla="*/ 0 w 7895772"/>
                  <a:gd name="connsiteY8" fmla="*/ 3632200 h 6858000"/>
                  <a:gd name="connsiteX9" fmla="*/ 2236315 w 7895772"/>
                  <a:gd name="connsiteY9" fmla="*/ 686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5772" h="6858000">
                    <a:moveTo>
                      <a:pt x="2387951" y="0"/>
                    </a:moveTo>
                    <a:lnTo>
                      <a:pt x="5507822" y="0"/>
                    </a:lnTo>
                    <a:lnTo>
                      <a:pt x="5659458" y="68649"/>
                    </a:lnTo>
                    <a:cubicBezTo>
                      <a:pt x="6982664" y="707125"/>
                      <a:pt x="7895772" y="2062880"/>
                      <a:pt x="7895772" y="3632200"/>
                    </a:cubicBezTo>
                    <a:cubicBezTo>
                      <a:pt x="7895772" y="4860364"/>
                      <a:pt x="7336515" y="5957724"/>
                      <a:pt x="6459108" y="6682835"/>
                    </a:cubicBezTo>
                    <a:lnTo>
                      <a:pt x="6225190" y="6858000"/>
                    </a:lnTo>
                    <a:lnTo>
                      <a:pt x="1670582" y="6858000"/>
                    </a:lnTo>
                    <a:lnTo>
                      <a:pt x="1436664" y="6682835"/>
                    </a:lnTo>
                    <a:cubicBezTo>
                      <a:pt x="559258" y="5957724"/>
                      <a:pt x="0" y="4860364"/>
                      <a:pt x="0" y="3632200"/>
                    </a:cubicBezTo>
                    <a:cubicBezTo>
                      <a:pt x="0" y="2062880"/>
                      <a:pt x="913109" y="707125"/>
                      <a:pt x="2236315" y="68649"/>
                    </a:cubicBezTo>
                    <a:close/>
                  </a:path>
                </a:pathLst>
              </a:custGeom>
              <a:solidFill>
                <a:schemeClr val="accent1">
                  <a:alpha val="5000"/>
                </a:schemeClr>
              </a:solidFill>
              <a:ln w="9525">
                <a:solidFill>
                  <a:schemeClr val="bg1"/>
                </a:solidFill>
                <a:round/>
                <a:headEnd/>
                <a:tailEnd/>
              </a:ln>
            </p:spPr>
            <p:txBody>
              <a:bodyPr vert="horz" wrap="square" lIns="91440" tIns="45720" rIns="91440" bIns="45720" numCol="1" anchor="t" anchorCtr="0" compatLnSpc="1">
                <a:prstTxWarp prst="textNoShape">
                  <a:avLst/>
                </a:prstTxWarp>
                <a:noAutofit/>
              </a:bodyPr>
              <a:lstStyle/>
              <a:p>
                <a:endParaRPr lang="zh-CN" altLang="en-US" dirty="0">
                  <a:solidFill>
                    <a:schemeClr val="tx1"/>
                  </a:solidFill>
                </a:endParaRPr>
              </a:p>
            </p:txBody>
          </p:sp>
          <p:sp>
            <p:nvSpPr>
              <p:cNvPr id="34" name="ïṩ1ide">
                <a:extLst>
                  <a:ext uri="{FF2B5EF4-FFF2-40B4-BE49-F238E27FC236}">
                    <a16:creationId xmlns:a16="http://schemas.microsoft.com/office/drawing/2014/main" id="{D1E1F531-25B2-2C37-E489-596A4632811E}"/>
                  </a:ext>
                </a:extLst>
              </p:cNvPr>
              <p:cNvSpPr>
                <a:spLocks/>
              </p:cNvSpPr>
              <p:nvPr/>
            </p:nvSpPr>
            <p:spPr bwMode="auto">
              <a:xfrm>
                <a:off x="3875852" y="1459763"/>
                <a:ext cx="4466014" cy="4472250"/>
              </a:xfrm>
              <a:prstGeom prst="ellipse">
                <a:avLst/>
              </a:prstGeom>
              <a:solidFill>
                <a:schemeClr val="accent1">
                  <a:alpha val="15000"/>
                </a:schemeClr>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zh-CN" altLang="en-US" dirty="0">
                  <a:solidFill>
                    <a:schemeClr val="tx1"/>
                  </a:solidFill>
                </a:endParaRPr>
              </a:p>
            </p:txBody>
          </p:sp>
        </p:grpSp>
        <p:cxnSp>
          <p:nvCxnSpPr>
            <p:cNvPr id="5" name="直接连接符 4">
              <a:extLst>
                <a:ext uri="{FF2B5EF4-FFF2-40B4-BE49-F238E27FC236}">
                  <a16:creationId xmlns:a16="http://schemas.microsoft.com/office/drawing/2014/main" id="{A33AF936-F4A3-4226-480C-DE77D7163E5C}"/>
                </a:ext>
              </a:extLst>
            </p:cNvPr>
            <p:cNvCxnSpPr>
              <a:cxnSpLocks/>
            </p:cNvCxnSpPr>
            <p:nvPr/>
          </p:nvCxnSpPr>
          <p:spPr>
            <a:xfrm>
              <a:off x="6083139" y="2242545"/>
              <a:ext cx="0" cy="2926162"/>
            </a:xfrm>
            <a:prstGeom prst="line">
              <a:avLst/>
            </a:prstGeom>
            <a:ln w="12700">
              <a:solidFill>
                <a:schemeClr val="tx2">
                  <a:lumMod val="60000"/>
                  <a:lumOff val="40000"/>
                  <a:alpha val="50000"/>
                </a:schemeClr>
              </a:solidFill>
            </a:ln>
          </p:spPr>
          <p:style>
            <a:lnRef idx="2">
              <a:schemeClr val="accent1"/>
            </a:lnRef>
            <a:fillRef idx="0">
              <a:schemeClr val="accent1"/>
            </a:fillRef>
            <a:effectRef idx="1">
              <a:schemeClr val="accent1"/>
            </a:effectRef>
            <a:fontRef idx="minor">
              <a:schemeClr val="tx1"/>
            </a:fontRef>
          </p:style>
        </p:cxnSp>
        <p:sp>
          <p:nvSpPr>
            <p:cNvPr id="6" name="椭圆 5">
              <a:extLst>
                <a:ext uri="{FF2B5EF4-FFF2-40B4-BE49-F238E27FC236}">
                  <a16:creationId xmlns:a16="http://schemas.microsoft.com/office/drawing/2014/main" id="{B92E9387-11DD-2071-7785-3DBC893DDACE}"/>
                </a:ext>
              </a:extLst>
            </p:cNvPr>
            <p:cNvSpPr/>
            <p:nvPr/>
          </p:nvSpPr>
          <p:spPr>
            <a:xfrm flipH="1">
              <a:off x="5993986" y="2116062"/>
              <a:ext cx="178306" cy="178306"/>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0E115966-7A2D-2C78-CF0B-A293ACA0DC2C}"/>
                </a:ext>
              </a:extLst>
            </p:cNvPr>
            <p:cNvSpPr/>
            <p:nvPr/>
          </p:nvSpPr>
          <p:spPr>
            <a:xfrm flipH="1">
              <a:off x="5993986" y="3103893"/>
              <a:ext cx="178306" cy="178306"/>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4AFB309-EF4C-92B7-AE0E-2395A2597E48}"/>
                </a:ext>
              </a:extLst>
            </p:cNvPr>
            <p:cNvSpPr/>
            <p:nvPr/>
          </p:nvSpPr>
          <p:spPr>
            <a:xfrm flipH="1">
              <a:off x="5993986" y="4091724"/>
              <a:ext cx="178306" cy="178306"/>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C8C165A2-60C5-11BE-ECEA-BF3500A01B04}"/>
                </a:ext>
              </a:extLst>
            </p:cNvPr>
            <p:cNvSpPr/>
            <p:nvPr/>
          </p:nvSpPr>
          <p:spPr>
            <a:xfrm flipH="1">
              <a:off x="5993986" y="5079554"/>
              <a:ext cx="178306" cy="178306"/>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itle">
              <a:extLst>
                <a:ext uri="{FF2B5EF4-FFF2-40B4-BE49-F238E27FC236}">
                  <a16:creationId xmlns:a16="http://schemas.microsoft.com/office/drawing/2014/main" id="{63EF9186-D94A-CA73-7DB5-0C38FBD6C5EC}"/>
                </a:ext>
              </a:extLst>
            </p:cNvPr>
            <p:cNvSpPr>
              <a:spLocks noChangeAspect="1"/>
            </p:cNvSpPr>
            <p:nvPr/>
          </p:nvSpPr>
          <p:spPr>
            <a:xfrm>
              <a:off x="928913" y="1130300"/>
              <a:ext cx="4785672" cy="8368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400" b="1">
                  <a:solidFill>
                    <a:schemeClr val="tx1"/>
                  </a:solidFill>
                </a:rPr>
                <a:t>论文撰写、发表、报告、演示等</a:t>
              </a:r>
              <a:endParaRPr lang="en-US" altLang="zh-CN" sz="2400" b="1" dirty="0">
                <a:solidFill>
                  <a:schemeClr val="tx1"/>
                </a:solidFill>
              </a:endParaRPr>
            </a:p>
          </p:txBody>
        </p:sp>
        <p:sp>
          <p:nvSpPr>
            <p:cNvPr id="11" name="矩形: 圆角 10">
              <a:extLst>
                <a:ext uri="{FF2B5EF4-FFF2-40B4-BE49-F238E27FC236}">
                  <a16:creationId xmlns:a16="http://schemas.microsoft.com/office/drawing/2014/main" id="{ADDA5B8A-74E8-89AA-E8CE-C9F1AA56524E}"/>
                </a:ext>
              </a:extLst>
            </p:cNvPr>
            <p:cNvSpPr/>
            <p:nvPr/>
          </p:nvSpPr>
          <p:spPr>
            <a:xfrm>
              <a:off x="660400" y="1222939"/>
              <a:ext cx="104775" cy="654851"/>
            </a:xfrm>
            <a:prstGeom prst="roundRect">
              <a:avLst>
                <a:gd name="adj" fmla="val 50000"/>
              </a:avLst>
            </a:prstGeom>
            <a:gradFill flip="none" rotWithShape="1">
              <a:gsLst>
                <a:gs pos="0">
                  <a:schemeClr val="accent1">
                    <a:lumMod val="60000"/>
                    <a:lumOff val="40000"/>
                  </a:schemeClr>
                </a:gs>
                <a:gs pos="75000">
                  <a:schemeClr val="accent1"/>
                </a:gs>
              </a:gsLst>
              <a:lin ang="54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a:solidFill>
                  <a:srgbClr val="FFFFFF"/>
                </a:solidFill>
                <a:cs typeface="+mn-ea"/>
              </a:endParaRPr>
            </a:p>
          </p:txBody>
        </p:sp>
        <p:grpSp>
          <p:nvGrpSpPr>
            <p:cNvPr id="12" name="组合 11">
              <a:extLst>
                <a:ext uri="{FF2B5EF4-FFF2-40B4-BE49-F238E27FC236}">
                  <a16:creationId xmlns:a16="http://schemas.microsoft.com/office/drawing/2014/main" id="{E7DDB84C-682C-B4C0-0C7E-779B1E1DB422}"/>
                </a:ext>
              </a:extLst>
            </p:cNvPr>
            <p:cNvGrpSpPr/>
            <p:nvPr/>
          </p:nvGrpSpPr>
          <p:grpSpPr>
            <a:xfrm>
              <a:off x="6451853" y="1489024"/>
              <a:ext cx="5067047" cy="1432382"/>
              <a:chOff x="6451853" y="1489024"/>
              <a:chExt cx="5067047" cy="1432382"/>
            </a:xfrm>
          </p:grpSpPr>
          <p:sp>
            <p:nvSpPr>
              <p:cNvPr id="28" name="ComponentBackground1">
                <a:extLst>
                  <a:ext uri="{FF2B5EF4-FFF2-40B4-BE49-F238E27FC236}">
                    <a16:creationId xmlns:a16="http://schemas.microsoft.com/office/drawing/2014/main" id="{84BC3753-E4B9-AFBB-F3FB-0116EA4139B2}"/>
                  </a:ext>
                </a:extLst>
              </p:cNvPr>
              <p:cNvSpPr>
                <a:spLocks/>
              </p:cNvSpPr>
              <p:nvPr/>
            </p:nvSpPr>
            <p:spPr>
              <a:xfrm>
                <a:off x="6451853" y="1489024"/>
                <a:ext cx="5067047" cy="1432382"/>
              </a:xfrm>
              <a:prstGeom prst="wedgeRoundRectCallout">
                <a:avLst>
                  <a:gd name="adj1" fmla="val -53644"/>
                  <a:gd name="adj2" fmla="val 4367"/>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29" name="Bullet1">
                <a:extLst>
                  <a:ext uri="{FF2B5EF4-FFF2-40B4-BE49-F238E27FC236}">
                    <a16:creationId xmlns:a16="http://schemas.microsoft.com/office/drawing/2014/main" id="{B5292028-667A-04F1-00AB-23C1A520ADD5}"/>
                  </a:ext>
                </a:extLst>
              </p:cNvPr>
              <p:cNvSpPr txBox="1">
                <a:spLocks/>
              </p:cNvSpPr>
              <p:nvPr/>
            </p:nvSpPr>
            <p:spPr bwMode="auto">
              <a:xfrm>
                <a:off x="7473916" y="1620169"/>
                <a:ext cx="3570819"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30" name="Number1">
                <a:extLst>
                  <a:ext uri="{FF2B5EF4-FFF2-40B4-BE49-F238E27FC236}">
                    <a16:creationId xmlns:a16="http://schemas.microsoft.com/office/drawing/2014/main" id="{934AB900-E579-C62A-7BF8-57CA78D0EBDF}"/>
                  </a:ext>
                </a:extLst>
              </p:cNvPr>
              <p:cNvSpPr>
                <a:spLocks/>
              </p:cNvSpPr>
              <p:nvPr/>
            </p:nvSpPr>
            <p:spPr>
              <a:xfrm>
                <a:off x="6713741" y="1929414"/>
                <a:ext cx="561302" cy="547441"/>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olidFill>
                      <a:srgbClr val="FFFFFF"/>
                    </a:solidFill>
                    <a:cs typeface="+mn-ea"/>
                    <a:sym typeface="Arial" panose="020B0604020202020204" pitchFamily="34" charset="0"/>
                  </a:rPr>
                  <a:t>01</a:t>
                </a:r>
              </a:p>
            </p:txBody>
          </p:sp>
          <p:sp>
            <p:nvSpPr>
              <p:cNvPr id="31" name="Text1">
                <a:extLst>
                  <a:ext uri="{FF2B5EF4-FFF2-40B4-BE49-F238E27FC236}">
                    <a16:creationId xmlns:a16="http://schemas.microsoft.com/office/drawing/2014/main" id="{A3D602A9-1182-B50A-88A1-B2A1CBEB8825}"/>
                  </a:ext>
                </a:extLst>
              </p:cNvPr>
              <p:cNvSpPr txBox="1">
                <a:spLocks/>
              </p:cNvSpPr>
              <p:nvPr/>
            </p:nvSpPr>
            <p:spPr bwMode="auto">
              <a:xfrm>
                <a:off x="7473916" y="2116062"/>
                <a:ext cx="3863018"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3" name="组合 12">
              <a:extLst>
                <a:ext uri="{FF2B5EF4-FFF2-40B4-BE49-F238E27FC236}">
                  <a16:creationId xmlns:a16="http://schemas.microsoft.com/office/drawing/2014/main" id="{D4162568-5C28-2124-6196-63E565E1CA19}"/>
                </a:ext>
              </a:extLst>
            </p:cNvPr>
            <p:cNvGrpSpPr/>
            <p:nvPr/>
          </p:nvGrpSpPr>
          <p:grpSpPr>
            <a:xfrm>
              <a:off x="660399" y="2476855"/>
              <a:ext cx="5067047" cy="1432382"/>
              <a:chOff x="660399" y="2476855"/>
              <a:chExt cx="5067047" cy="1432382"/>
            </a:xfrm>
          </p:grpSpPr>
          <p:sp>
            <p:nvSpPr>
              <p:cNvPr id="24" name="ComponentBackground2">
                <a:extLst>
                  <a:ext uri="{FF2B5EF4-FFF2-40B4-BE49-F238E27FC236}">
                    <a16:creationId xmlns:a16="http://schemas.microsoft.com/office/drawing/2014/main" id="{0451A9DD-E180-4A2D-D22A-36AE31E8B611}"/>
                  </a:ext>
                </a:extLst>
              </p:cNvPr>
              <p:cNvSpPr>
                <a:spLocks/>
              </p:cNvSpPr>
              <p:nvPr/>
            </p:nvSpPr>
            <p:spPr>
              <a:xfrm flipH="1">
                <a:off x="660399" y="2476855"/>
                <a:ext cx="5067047" cy="1432382"/>
              </a:xfrm>
              <a:prstGeom prst="wedgeRoundRectCallout">
                <a:avLst>
                  <a:gd name="adj1" fmla="val -53644"/>
                  <a:gd name="adj2" fmla="val 1839"/>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25" name="Number2">
                <a:extLst>
                  <a:ext uri="{FF2B5EF4-FFF2-40B4-BE49-F238E27FC236}">
                    <a16:creationId xmlns:a16="http://schemas.microsoft.com/office/drawing/2014/main" id="{04022B02-2719-25D4-CFF3-C610DE391A58}"/>
                  </a:ext>
                </a:extLst>
              </p:cNvPr>
              <p:cNvSpPr>
                <a:spLocks/>
              </p:cNvSpPr>
              <p:nvPr/>
            </p:nvSpPr>
            <p:spPr>
              <a:xfrm>
                <a:off x="4904257" y="2917245"/>
                <a:ext cx="561302" cy="547441"/>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olidFill>
                      <a:srgbClr val="FFFFFF"/>
                    </a:solidFill>
                    <a:cs typeface="+mn-ea"/>
                    <a:sym typeface="Arial" panose="020B0604020202020204" pitchFamily="34" charset="0"/>
                  </a:rPr>
                  <a:t>02</a:t>
                </a:r>
              </a:p>
            </p:txBody>
          </p:sp>
          <p:sp>
            <p:nvSpPr>
              <p:cNvPr id="26" name="Bullet2">
                <a:extLst>
                  <a:ext uri="{FF2B5EF4-FFF2-40B4-BE49-F238E27FC236}">
                    <a16:creationId xmlns:a16="http://schemas.microsoft.com/office/drawing/2014/main" id="{646DE9EE-0D25-BF80-C2B7-C52F9CCE8C05}"/>
                  </a:ext>
                </a:extLst>
              </p:cNvPr>
              <p:cNvSpPr txBox="1">
                <a:spLocks/>
              </p:cNvSpPr>
              <p:nvPr/>
            </p:nvSpPr>
            <p:spPr bwMode="auto">
              <a:xfrm flipH="1">
                <a:off x="861247" y="2608000"/>
                <a:ext cx="3708805"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27" name="Text2">
                <a:extLst>
                  <a:ext uri="{FF2B5EF4-FFF2-40B4-BE49-F238E27FC236}">
                    <a16:creationId xmlns:a16="http://schemas.microsoft.com/office/drawing/2014/main" id="{9B658888-3DE9-D180-B2F1-53C6E7DD7841}"/>
                  </a:ext>
                </a:extLst>
              </p:cNvPr>
              <p:cNvSpPr txBox="1">
                <a:spLocks/>
              </p:cNvSpPr>
              <p:nvPr/>
            </p:nvSpPr>
            <p:spPr bwMode="auto">
              <a:xfrm flipH="1">
                <a:off x="861242" y="3103893"/>
                <a:ext cx="4012295"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4" name="组合 13">
              <a:extLst>
                <a:ext uri="{FF2B5EF4-FFF2-40B4-BE49-F238E27FC236}">
                  <a16:creationId xmlns:a16="http://schemas.microsoft.com/office/drawing/2014/main" id="{2A9B3E44-AF02-E701-3235-EC54DB34A7A4}"/>
                </a:ext>
              </a:extLst>
            </p:cNvPr>
            <p:cNvGrpSpPr/>
            <p:nvPr/>
          </p:nvGrpSpPr>
          <p:grpSpPr>
            <a:xfrm>
              <a:off x="6451853" y="3464686"/>
              <a:ext cx="5067047" cy="1432382"/>
              <a:chOff x="6451853" y="3464686"/>
              <a:chExt cx="5067047" cy="1432382"/>
            </a:xfrm>
          </p:grpSpPr>
          <p:sp>
            <p:nvSpPr>
              <p:cNvPr id="20" name="ComponentBackground3">
                <a:extLst>
                  <a:ext uri="{FF2B5EF4-FFF2-40B4-BE49-F238E27FC236}">
                    <a16:creationId xmlns:a16="http://schemas.microsoft.com/office/drawing/2014/main" id="{698A482B-BC69-1398-C7BE-DA2C363C9650}"/>
                  </a:ext>
                </a:extLst>
              </p:cNvPr>
              <p:cNvSpPr>
                <a:spLocks/>
              </p:cNvSpPr>
              <p:nvPr/>
            </p:nvSpPr>
            <p:spPr>
              <a:xfrm>
                <a:off x="6451853" y="3464686"/>
                <a:ext cx="5067047" cy="1432382"/>
              </a:xfrm>
              <a:prstGeom prst="wedgeRoundRectCallout">
                <a:avLst>
                  <a:gd name="adj1" fmla="val -52941"/>
                  <a:gd name="adj2" fmla="val 4367"/>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21" name="Bullet3">
                <a:extLst>
                  <a:ext uri="{FF2B5EF4-FFF2-40B4-BE49-F238E27FC236}">
                    <a16:creationId xmlns:a16="http://schemas.microsoft.com/office/drawing/2014/main" id="{95DA79F6-D0AE-0EDA-DB42-68557836B3CE}"/>
                  </a:ext>
                </a:extLst>
              </p:cNvPr>
              <p:cNvSpPr txBox="1">
                <a:spLocks/>
              </p:cNvSpPr>
              <p:nvPr/>
            </p:nvSpPr>
            <p:spPr bwMode="auto">
              <a:xfrm>
                <a:off x="7473916" y="3595831"/>
                <a:ext cx="3570819"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22" name="Number3">
                <a:extLst>
                  <a:ext uri="{FF2B5EF4-FFF2-40B4-BE49-F238E27FC236}">
                    <a16:creationId xmlns:a16="http://schemas.microsoft.com/office/drawing/2014/main" id="{8F0AFEBE-4638-37AF-8F21-C0C0939B31E4}"/>
                  </a:ext>
                </a:extLst>
              </p:cNvPr>
              <p:cNvSpPr>
                <a:spLocks/>
              </p:cNvSpPr>
              <p:nvPr/>
            </p:nvSpPr>
            <p:spPr>
              <a:xfrm>
                <a:off x="6713741" y="3905076"/>
                <a:ext cx="561302" cy="547441"/>
              </a:xfrm>
              <a:prstGeom prst="roundRect">
                <a:avLst>
                  <a:gd name="adj" fmla="val 50000"/>
                </a:avLst>
              </a:prstGeom>
              <a:gradFill flip="none" rotWithShape="1">
                <a:gsLst>
                  <a:gs pos="0">
                    <a:schemeClr val="accent3">
                      <a:lumMod val="60000"/>
                      <a:lumOff val="40000"/>
                    </a:schemeClr>
                  </a:gs>
                  <a:gs pos="75000">
                    <a:schemeClr val="accent3"/>
                  </a:gs>
                </a:gsLst>
                <a:lin ang="2700000" scaled="1"/>
                <a:tileRect/>
              </a:gradFill>
              <a:ln w="12700">
                <a:no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olidFill>
                      <a:srgbClr val="FFFFFF"/>
                    </a:solidFill>
                    <a:cs typeface="+mn-ea"/>
                    <a:sym typeface="Arial" panose="020B0604020202020204" pitchFamily="34" charset="0"/>
                  </a:rPr>
                  <a:t>03</a:t>
                </a:r>
              </a:p>
            </p:txBody>
          </p:sp>
          <p:sp>
            <p:nvSpPr>
              <p:cNvPr id="23" name="Text3">
                <a:extLst>
                  <a:ext uri="{FF2B5EF4-FFF2-40B4-BE49-F238E27FC236}">
                    <a16:creationId xmlns:a16="http://schemas.microsoft.com/office/drawing/2014/main" id="{0659EC7F-2915-4B12-2DDB-36AAF046EF05}"/>
                  </a:ext>
                </a:extLst>
              </p:cNvPr>
              <p:cNvSpPr txBox="1">
                <a:spLocks/>
              </p:cNvSpPr>
              <p:nvPr/>
            </p:nvSpPr>
            <p:spPr bwMode="auto">
              <a:xfrm>
                <a:off x="7473916" y="4091724"/>
                <a:ext cx="3863018"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nvGrpSpPr>
            <p:cNvPr id="15" name="组合 14">
              <a:extLst>
                <a:ext uri="{FF2B5EF4-FFF2-40B4-BE49-F238E27FC236}">
                  <a16:creationId xmlns:a16="http://schemas.microsoft.com/office/drawing/2014/main" id="{622BE998-97D8-A323-F6D0-0CD96A95DD6B}"/>
                </a:ext>
              </a:extLst>
            </p:cNvPr>
            <p:cNvGrpSpPr/>
            <p:nvPr/>
          </p:nvGrpSpPr>
          <p:grpSpPr>
            <a:xfrm>
              <a:off x="660399" y="4452516"/>
              <a:ext cx="5067047" cy="1432382"/>
              <a:chOff x="660399" y="4452516"/>
              <a:chExt cx="5067047" cy="1432382"/>
            </a:xfrm>
          </p:grpSpPr>
          <p:sp>
            <p:nvSpPr>
              <p:cNvPr id="16" name="ComponentBackground4">
                <a:extLst>
                  <a:ext uri="{FF2B5EF4-FFF2-40B4-BE49-F238E27FC236}">
                    <a16:creationId xmlns:a16="http://schemas.microsoft.com/office/drawing/2014/main" id="{F52226E0-6C22-3484-8B5D-A5779BAB0F9B}"/>
                  </a:ext>
                </a:extLst>
              </p:cNvPr>
              <p:cNvSpPr>
                <a:spLocks/>
              </p:cNvSpPr>
              <p:nvPr/>
            </p:nvSpPr>
            <p:spPr>
              <a:xfrm flipH="1">
                <a:off x="660399" y="4452516"/>
                <a:ext cx="5067047" cy="1432382"/>
              </a:xfrm>
              <a:prstGeom prst="wedgeRoundRectCallout">
                <a:avLst>
                  <a:gd name="adj1" fmla="val -53644"/>
                  <a:gd name="adj2" fmla="val 1839"/>
                  <a:gd name="adj3" fmla="val 16667"/>
                </a:avLst>
              </a:prstGeom>
              <a:solidFill>
                <a:schemeClr val="bg1"/>
              </a:solidFill>
              <a:ln w="12700" cap="rnd">
                <a:solidFill>
                  <a:schemeClr val="accent1">
                    <a:lumMod val="20000"/>
                    <a:lumOff val="80000"/>
                  </a:schemeClr>
                </a:soli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7" name="Bullet4">
                <a:extLst>
                  <a:ext uri="{FF2B5EF4-FFF2-40B4-BE49-F238E27FC236}">
                    <a16:creationId xmlns:a16="http://schemas.microsoft.com/office/drawing/2014/main" id="{D0BE7CF7-F2F1-4B4D-5E28-6194BEC7E437}"/>
                  </a:ext>
                </a:extLst>
              </p:cNvPr>
              <p:cNvSpPr txBox="1">
                <a:spLocks/>
              </p:cNvSpPr>
              <p:nvPr/>
            </p:nvSpPr>
            <p:spPr bwMode="auto">
              <a:xfrm flipH="1">
                <a:off x="861247" y="4583661"/>
                <a:ext cx="3708805" cy="459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单击添加小标题</a:t>
                </a:r>
                <a:endParaRPr lang="en-US" altLang="zh-CN" b="1" dirty="0"/>
              </a:p>
            </p:txBody>
          </p:sp>
          <p:sp>
            <p:nvSpPr>
              <p:cNvPr id="18" name="Number4">
                <a:extLst>
                  <a:ext uri="{FF2B5EF4-FFF2-40B4-BE49-F238E27FC236}">
                    <a16:creationId xmlns:a16="http://schemas.microsoft.com/office/drawing/2014/main" id="{3DF5062F-02EA-083B-FB78-CF3E5846775E}"/>
                  </a:ext>
                </a:extLst>
              </p:cNvPr>
              <p:cNvSpPr>
                <a:spLocks/>
              </p:cNvSpPr>
              <p:nvPr/>
            </p:nvSpPr>
            <p:spPr>
              <a:xfrm>
                <a:off x="4904257" y="4892906"/>
                <a:ext cx="561302" cy="547441"/>
              </a:xfrm>
              <a:prstGeom prst="roundRect">
                <a:avLst>
                  <a:gd name="adj" fmla="val 50000"/>
                </a:avLst>
              </a:prstGeom>
              <a:gradFill flip="none" rotWithShape="1">
                <a:gsLst>
                  <a:gs pos="0">
                    <a:schemeClr val="accent4">
                      <a:lumMod val="60000"/>
                      <a:lumOff val="40000"/>
                    </a:schemeClr>
                  </a:gs>
                  <a:gs pos="75000">
                    <a:schemeClr val="accent4"/>
                  </a:gs>
                </a:gsLst>
                <a:lin ang="2700000" scaled="1"/>
                <a:tileRect/>
              </a:gradFill>
              <a:ln w="12700">
                <a:noFill/>
              </a:ln>
              <a:effectLst>
                <a:outerShdw blurRad="127000" dist="63500" dir="2700000" algn="tl" rotWithShape="0">
                  <a:schemeClr val="accent4">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b="1" dirty="0">
                    <a:sym typeface="Arial" panose="020B0604020202020204" pitchFamily="34" charset="0"/>
                  </a:rPr>
                  <a:t>04</a:t>
                </a:r>
              </a:p>
            </p:txBody>
          </p:sp>
          <p:sp>
            <p:nvSpPr>
              <p:cNvPr id="19" name="Text4">
                <a:extLst>
                  <a:ext uri="{FF2B5EF4-FFF2-40B4-BE49-F238E27FC236}">
                    <a16:creationId xmlns:a16="http://schemas.microsoft.com/office/drawing/2014/main" id="{0B17CEAD-6180-19B6-6E2C-5D9ECFE7D7CD}"/>
                  </a:ext>
                </a:extLst>
              </p:cNvPr>
              <p:cNvSpPr txBox="1">
                <a:spLocks/>
              </p:cNvSpPr>
              <p:nvPr/>
            </p:nvSpPr>
            <p:spPr bwMode="auto">
              <a:xfrm flipH="1">
                <a:off x="861242" y="5079554"/>
                <a:ext cx="4012295" cy="80534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lnSpc>
                    <a:spcPct val="15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单击此处添加文本单击此处添加文本单击此处添加文本单击此处添加文本</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grpSp>
      <p:sp>
        <p:nvSpPr>
          <p:cNvPr id="2" name="标题 1">
            <a:extLst>
              <a:ext uri="{FF2B5EF4-FFF2-40B4-BE49-F238E27FC236}">
                <a16:creationId xmlns:a16="http://schemas.microsoft.com/office/drawing/2014/main" id="{8DE1999A-B73F-3F46-AB3D-2C3F704C3EA2}"/>
              </a:ext>
            </a:extLst>
          </p:cNvPr>
          <p:cNvSpPr>
            <a:spLocks noGrp="1"/>
          </p:cNvSpPr>
          <p:nvPr>
            <p:ph type="title"/>
          </p:nvPr>
        </p:nvSpPr>
        <p:spPr/>
        <p:txBody>
          <a:bodyPr/>
          <a:lstStyle/>
          <a:p>
            <a:r>
              <a:rPr lang="zh-CN" altLang="en-US" dirty="0"/>
              <a:t>成果展示方式</a:t>
            </a:r>
          </a:p>
        </p:txBody>
      </p:sp>
    </p:spTree>
    <p:extLst>
      <p:ext uri="{BB962C8B-B14F-4D97-AF65-F5344CB8AC3E}">
        <p14:creationId xmlns:p14="http://schemas.microsoft.com/office/powerpoint/2010/main" val="67384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normAutofit/>
          </a:bodyPr>
          <a:lstStyle/>
          <a:p>
            <a:r>
              <a:rPr lang="en-US" altLang="zh-CN" dirty="0"/>
              <a:t>—— </a:t>
            </a:r>
            <a:r>
              <a:rPr lang="zh-CN" altLang="en-US" dirty="0"/>
              <a:t>学术交流与反馈 </a:t>
            </a:r>
            <a:r>
              <a:rPr lang="en-US" altLang="zh-CN" dirty="0"/>
              <a:t>——</a:t>
            </a:r>
            <a:endParaRPr lang="en-US" dirty="0"/>
          </a:p>
        </p:txBody>
      </p:sp>
      <p:sp>
        <p:nvSpPr>
          <p:cNvPr id="25" name="文本占位符 24"/>
          <p:cNvSpPr>
            <a:spLocks noGrp="1"/>
          </p:cNvSpPr>
          <p:nvPr>
            <p:ph type="body" sz="quarter" idx="1" hasCustomPrompt="1"/>
          </p:nvPr>
        </p:nvSpPr>
        <p:spPr/>
        <p:txBody>
          <a:bodyPr/>
          <a:lstStyle/>
          <a:p>
            <a:r>
              <a:rPr lang="zh-CN" altLang="en-US" dirty="0"/>
              <a:t>同行评审、导师指导与改进措施</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4314B044-817E-6696-97D1-64ACB5A9A161}"/>
              </a:ext>
            </a:extLst>
          </p:cNvPr>
          <p:cNvGrpSpPr/>
          <p:nvPr/>
        </p:nvGrpSpPr>
        <p:grpSpPr>
          <a:xfrm>
            <a:off x="0" y="0"/>
            <a:ext cx="12192001" cy="6858000"/>
            <a:chOff x="0" y="0"/>
            <a:chExt cx="12192001" cy="6858000"/>
          </a:xfrm>
        </p:grpSpPr>
        <p:sp>
          <p:nvSpPr>
            <p:cNvPr id="4" name="矩形: 圆角 3">
              <a:extLst>
                <a:ext uri="{FF2B5EF4-FFF2-40B4-BE49-F238E27FC236}">
                  <a16:creationId xmlns:a16="http://schemas.microsoft.com/office/drawing/2014/main" id="{653F65C8-15DF-7223-7565-9769F7A59008}"/>
                </a:ext>
              </a:extLst>
            </p:cNvPr>
            <p:cNvSpPr/>
            <p:nvPr/>
          </p:nvSpPr>
          <p:spPr>
            <a:xfrm>
              <a:off x="0" y="0"/>
              <a:ext cx="12192001" cy="6858000"/>
            </a:xfrm>
            <a:prstGeom prst="roundRect">
              <a:avLst>
                <a:gd name="adj" fmla="val 0"/>
              </a:avLst>
            </a:prstGeom>
            <a:gradFill flip="none" rotWithShape="1">
              <a:gsLst>
                <a:gs pos="0">
                  <a:schemeClr val="accent1">
                    <a:alpha val="0"/>
                  </a:schemeClr>
                </a:gs>
                <a:gs pos="100000">
                  <a:schemeClr val="accent1">
                    <a:alpha val="30447"/>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endParaRPr kumimoji="1" lang="zh-CN" altLang="en-US" sz="2400" b="1">
                <a:solidFill>
                  <a:srgbClr val="FFFFFF"/>
                </a:solidFill>
                <a:latin typeface="Arial" panose="020B0604020202020204" pitchFamily="34" charset="0"/>
                <a:ea typeface="微软雅黑" panose="020B0503020204020204" pitchFamily="34" charset="-122"/>
              </a:endParaRPr>
            </a:p>
          </p:txBody>
        </p:sp>
        <p:sp>
          <p:nvSpPr>
            <p:cNvPr id="5" name="Pic">
              <a:extLst>
                <a:ext uri="{FF2B5EF4-FFF2-40B4-BE49-F238E27FC236}">
                  <a16:creationId xmlns:a16="http://schemas.microsoft.com/office/drawing/2014/main" id="{2003C9C4-C623-5B22-F0D9-B0108E4D6873}"/>
                </a:ext>
              </a:extLst>
            </p:cNvPr>
            <p:cNvSpPr/>
            <p:nvPr/>
          </p:nvSpPr>
          <p:spPr>
            <a:xfrm>
              <a:off x="0" y="0"/>
              <a:ext cx="6241143" cy="6858000"/>
            </a:xfrm>
            <a:custGeom>
              <a:avLst/>
              <a:gdLst>
                <a:gd name="connsiteX0" fmla="*/ 0 w 5068251"/>
                <a:gd name="connsiteY0" fmla="*/ 0 h 6858000"/>
                <a:gd name="connsiteX1" fmla="*/ 3427850 w 5068251"/>
                <a:gd name="connsiteY1" fmla="*/ 0 h 6858000"/>
                <a:gd name="connsiteX2" fmla="*/ 3468447 w 5068251"/>
                <a:gd name="connsiteY2" fmla="*/ 31948 h 6858000"/>
                <a:gd name="connsiteX3" fmla="*/ 5068251 w 5068251"/>
                <a:gd name="connsiteY3" fmla="*/ 3429000 h 6858000"/>
                <a:gd name="connsiteX4" fmla="*/ 3468447 w 5068251"/>
                <a:gd name="connsiteY4" fmla="*/ 6826053 h 6858000"/>
                <a:gd name="connsiteX5" fmla="*/ 3427850 w 5068251"/>
                <a:gd name="connsiteY5" fmla="*/ 6858000 h 6858000"/>
                <a:gd name="connsiteX6" fmla="*/ 0 w 506825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8251" h="6858000">
                  <a:moveTo>
                    <a:pt x="0" y="0"/>
                  </a:moveTo>
                  <a:lnTo>
                    <a:pt x="3427850" y="0"/>
                  </a:lnTo>
                  <a:lnTo>
                    <a:pt x="3468447" y="31948"/>
                  </a:lnTo>
                  <a:cubicBezTo>
                    <a:pt x="4445487" y="839400"/>
                    <a:pt x="5068251" y="2061371"/>
                    <a:pt x="5068251" y="3429000"/>
                  </a:cubicBezTo>
                  <a:cubicBezTo>
                    <a:pt x="5068251" y="4796629"/>
                    <a:pt x="4445487" y="6018600"/>
                    <a:pt x="3468447" y="6826053"/>
                  </a:cubicBezTo>
                  <a:lnTo>
                    <a:pt x="3427850" y="6858000"/>
                  </a:lnTo>
                  <a:lnTo>
                    <a:pt x="0" y="6858000"/>
                  </a:lnTo>
                  <a:close/>
                </a:path>
              </a:pathLst>
            </a:cu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endParaRPr>
            </a:p>
          </p:txBody>
        </p:sp>
        <p:grpSp>
          <p:nvGrpSpPr>
            <p:cNvPr id="6" name="组合 5">
              <a:extLst>
                <a:ext uri="{FF2B5EF4-FFF2-40B4-BE49-F238E27FC236}">
                  <a16:creationId xmlns:a16="http://schemas.microsoft.com/office/drawing/2014/main" id="{299B61FF-4D16-193B-F888-2FF1C4E40B83}"/>
                </a:ext>
              </a:extLst>
            </p:cNvPr>
            <p:cNvGrpSpPr/>
            <p:nvPr/>
          </p:nvGrpSpPr>
          <p:grpSpPr>
            <a:xfrm>
              <a:off x="5159829" y="1467749"/>
              <a:ext cx="2714281" cy="1155305"/>
              <a:chOff x="699569" y="1634596"/>
              <a:chExt cx="2485271" cy="1611754"/>
            </a:xfrm>
          </p:grpSpPr>
          <p:sp>
            <p:nvSpPr>
              <p:cNvPr id="31" name="Text1">
                <a:extLst>
                  <a:ext uri="{FF2B5EF4-FFF2-40B4-BE49-F238E27FC236}">
                    <a16:creationId xmlns:a16="http://schemas.microsoft.com/office/drawing/2014/main" id="{195FF566-C4EE-9BFE-2680-3C9DB697A63F}"/>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32" name="Bullet1">
                <a:extLst>
                  <a:ext uri="{FF2B5EF4-FFF2-40B4-BE49-F238E27FC236}">
                    <a16:creationId xmlns:a16="http://schemas.microsoft.com/office/drawing/2014/main" id="{B4F29739-989C-9292-C04B-0A0D08A98D60}"/>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chemeClr val="accen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olidFill>
                      <a:srgbClr val="FFFFFF"/>
                    </a:solidFill>
                  </a:rPr>
                  <a:t>单击添加小标题</a:t>
                </a:r>
                <a:endParaRPr lang="en-US" altLang="zh-CN" sz="1800" dirty="0">
                  <a:solidFill>
                    <a:srgbClr val="FFFFFF"/>
                  </a:solidFill>
                </a:endParaRPr>
              </a:p>
            </p:txBody>
          </p:sp>
        </p:grpSp>
        <p:grpSp>
          <p:nvGrpSpPr>
            <p:cNvPr id="7" name="组合 6">
              <a:extLst>
                <a:ext uri="{FF2B5EF4-FFF2-40B4-BE49-F238E27FC236}">
                  <a16:creationId xmlns:a16="http://schemas.microsoft.com/office/drawing/2014/main" id="{4E70916C-E85B-1911-FAA7-5F39DB2E97D5}"/>
                </a:ext>
              </a:extLst>
            </p:cNvPr>
            <p:cNvGrpSpPr/>
            <p:nvPr/>
          </p:nvGrpSpPr>
          <p:grpSpPr>
            <a:xfrm>
              <a:off x="5159829" y="2720621"/>
              <a:ext cx="2714281" cy="1155305"/>
              <a:chOff x="699569" y="1634596"/>
              <a:chExt cx="2485271" cy="1611754"/>
            </a:xfrm>
          </p:grpSpPr>
          <p:sp>
            <p:nvSpPr>
              <p:cNvPr id="29" name="Text2">
                <a:extLst>
                  <a:ext uri="{FF2B5EF4-FFF2-40B4-BE49-F238E27FC236}">
                    <a16:creationId xmlns:a16="http://schemas.microsoft.com/office/drawing/2014/main" id="{037BA481-53FD-09D4-3760-8DDB89ED49F3}"/>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30" name="Bullet2">
                <a:extLst>
                  <a:ext uri="{FF2B5EF4-FFF2-40B4-BE49-F238E27FC236}">
                    <a16:creationId xmlns:a16="http://schemas.microsoft.com/office/drawing/2014/main" id="{615BBBD1-E6DF-5D56-2CFF-FDA319F6C31F}"/>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8" name="组合 7">
              <a:extLst>
                <a:ext uri="{FF2B5EF4-FFF2-40B4-BE49-F238E27FC236}">
                  <a16:creationId xmlns:a16="http://schemas.microsoft.com/office/drawing/2014/main" id="{596EECA9-F699-2B12-93A1-6DF1D1A17C46}"/>
                </a:ext>
              </a:extLst>
            </p:cNvPr>
            <p:cNvGrpSpPr/>
            <p:nvPr/>
          </p:nvGrpSpPr>
          <p:grpSpPr>
            <a:xfrm>
              <a:off x="5159829" y="3973495"/>
              <a:ext cx="2714281" cy="1155305"/>
              <a:chOff x="699569" y="1634596"/>
              <a:chExt cx="2485271" cy="1611754"/>
            </a:xfrm>
          </p:grpSpPr>
          <p:sp>
            <p:nvSpPr>
              <p:cNvPr id="27" name="Text3">
                <a:extLst>
                  <a:ext uri="{FF2B5EF4-FFF2-40B4-BE49-F238E27FC236}">
                    <a16:creationId xmlns:a16="http://schemas.microsoft.com/office/drawing/2014/main" id="{51F4F8FA-62D8-13D6-30BA-E818C29B2A87}"/>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8" name="Bullet3">
                <a:extLst>
                  <a:ext uri="{FF2B5EF4-FFF2-40B4-BE49-F238E27FC236}">
                    <a16:creationId xmlns:a16="http://schemas.microsoft.com/office/drawing/2014/main" id="{4456E82D-428B-9447-9C10-34617EFFADC5}"/>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chemeClr val="accen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olidFill>
                      <a:srgbClr val="FFFFFF"/>
                    </a:solidFill>
                  </a:rPr>
                  <a:t>单击添加小标题</a:t>
                </a:r>
                <a:endParaRPr lang="en-US" altLang="zh-CN" sz="1800" dirty="0">
                  <a:solidFill>
                    <a:srgbClr val="FFFFFF"/>
                  </a:solidFill>
                </a:endParaRPr>
              </a:p>
            </p:txBody>
          </p:sp>
        </p:grpSp>
        <p:grpSp>
          <p:nvGrpSpPr>
            <p:cNvPr id="9" name="组合 8">
              <a:extLst>
                <a:ext uri="{FF2B5EF4-FFF2-40B4-BE49-F238E27FC236}">
                  <a16:creationId xmlns:a16="http://schemas.microsoft.com/office/drawing/2014/main" id="{65A3887F-3FD9-C1FA-8435-AF380424047B}"/>
                </a:ext>
              </a:extLst>
            </p:cNvPr>
            <p:cNvGrpSpPr/>
            <p:nvPr/>
          </p:nvGrpSpPr>
          <p:grpSpPr>
            <a:xfrm>
              <a:off x="5159829" y="5226367"/>
              <a:ext cx="2714281" cy="1155305"/>
              <a:chOff x="699569" y="1634596"/>
              <a:chExt cx="2485271" cy="1611754"/>
            </a:xfrm>
          </p:grpSpPr>
          <p:sp>
            <p:nvSpPr>
              <p:cNvPr id="25" name="Text4">
                <a:extLst>
                  <a:ext uri="{FF2B5EF4-FFF2-40B4-BE49-F238E27FC236}">
                    <a16:creationId xmlns:a16="http://schemas.microsoft.com/office/drawing/2014/main" id="{4CF80DE3-3FCB-A29C-BE4E-99162A53E56C}"/>
                  </a:ext>
                </a:extLst>
              </p:cNvPr>
              <p:cNvSpPr>
                <a:spLocks/>
              </p:cNvSpPr>
              <p:nvPr/>
            </p:nvSpPr>
            <p:spPr bwMode="auto">
              <a:xfrm>
                <a:off x="699569" y="2340510"/>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6" name="Bullet4">
                <a:extLst>
                  <a:ext uri="{FF2B5EF4-FFF2-40B4-BE49-F238E27FC236}">
                    <a16:creationId xmlns:a16="http://schemas.microsoft.com/office/drawing/2014/main" id="{9A9DA872-A9D9-FB41-2CBD-E3464F187160}"/>
                  </a:ext>
                </a:extLst>
              </p:cNvPr>
              <p:cNvSpPr txBox="1"/>
              <p:nvPr/>
            </p:nvSpPr>
            <p:spPr bwMode="auto">
              <a:xfrm>
                <a:off x="699569" y="1634596"/>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10" name="组合 9">
              <a:extLst>
                <a:ext uri="{FF2B5EF4-FFF2-40B4-BE49-F238E27FC236}">
                  <a16:creationId xmlns:a16="http://schemas.microsoft.com/office/drawing/2014/main" id="{60B826AC-0C3A-AB43-6F02-F2FC5FBAFA88}"/>
                </a:ext>
              </a:extLst>
            </p:cNvPr>
            <p:cNvGrpSpPr/>
            <p:nvPr/>
          </p:nvGrpSpPr>
          <p:grpSpPr>
            <a:xfrm>
              <a:off x="8765451" y="2026273"/>
              <a:ext cx="2766149" cy="1155305"/>
              <a:chOff x="9033629" y="2301585"/>
              <a:chExt cx="2485271" cy="1611754"/>
            </a:xfrm>
          </p:grpSpPr>
          <p:sp>
            <p:nvSpPr>
              <p:cNvPr id="23" name="Text5">
                <a:extLst>
                  <a:ext uri="{FF2B5EF4-FFF2-40B4-BE49-F238E27FC236}">
                    <a16:creationId xmlns:a16="http://schemas.microsoft.com/office/drawing/2014/main" id="{043F4002-83AD-D275-42E2-C259A1C23280}"/>
                  </a:ext>
                </a:extLst>
              </p:cNvPr>
              <p:cNvSpPr>
                <a:spLocks/>
              </p:cNvSpPr>
              <p:nvPr/>
            </p:nvSpPr>
            <p:spPr bwMode="auto">
              <a:xfrm>
                <a:off x="9033629" y="3007499"/>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4" name="Bullet5">
                <a:extLst>
                  <a:ext uri="{FF2B5EF4-FFF2-40B4-BE49-F238E27FC236}">
                    <a16:creationId xmlns:a16="http://schemas.microsoft.com/office/drawing/2014/main" id="{57CF4639-567F-5918-8E81-7B846C64D184}"/>
                  </a:ext>
                </a:extLst>
              </p:cNvPr>
              <p:cNvSpPr txBox="1"/>
              <p:nvPr/>
            </p:nvSpPr>
            <p:spPr bwMode="auto">
              <a:xfrm>
                <a:off x="9033629" y="2301585"/>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11" name="组合 10">
              <a:extLst>
                <a:ext uri="{FF2B5EF4-FFF2-40B4-BE49-F238E27FC236}">
                  <a16:creationId xmlns:a16="http://schemas.microsoft.com/office/drawing/2014/main" id="{9BACA40C-0B0F-F7B5-05C2-5C6A48137246}"/>
                </a:ext>
              </a:extLst>
            </p:cNvPr>
            <p:cNvGrpSpPr/>
            <p:nvPr/>
          </p:nvGrpSpPr>
          <p:grpSpPr>
            <a:xfrm>
              <a:off x="8765451" y="3279144"/>
              <a:ext cx="2766149" cy="1155305"/>
              <a:chOff x="9033629" y="2301585"/>
              <a:chExt cx="2485271" cy="1611754"/>
            </a:xfrm>
          </p:grpSpPr>
          <p:sp>
            <p:nvSpPr>
              <p:cNvPr id="21" name="Text6">
                <a:extLst>
                  <a:ext uri="{FF2B5EF4-FFF2-40B4-BE49-F238E27FC236}">
                    <a16:creationId xmlns:a16="http://schemas.microsoft.com/office/drawing/2014/main" id="{F40FCFD0-E501-1B4D-4D72-BB55DC46E3D7}"/>
                  </a:ext>
                </a:extLst>
              </p:cNvPr>
              <p:cNvSpPr>
                <a:spLocks/>
              </p:cNvSpPr>
              <p:nvPr/>
            </p:nvSpPr>
            <p:spPr bwMode="auto">
              <a:xfrm>
                <a:off x="9033629" y="3007499"/>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2" name="Bullet6">
                <a:extLst>
                  <a:ext uri="{FF2B5EF4-FFF2-40B4-BE49-F238E27FC236}">
                    <a16:creationId xmlns:a16="http://schemas.microsoft.com/office/drawing/2014/main" id="{84A280C7-4EBC-A8E1-208A-FEBDA9A63315}"/>
                  </a:ext>
                </a:extLst>
              </p:cNvPr>
              <p:cNvSpPr txBox="1"/>
              <p:nvPr/>
            </p:nvSpPr>
            <p:spPr bwMode="auto">
              <a:xfrm>
                <a:off x="9033629" y="2301585"/>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grpSp>
          <p:nvGrpSpPr>
            <p:cNvPr id="12" name="组合 11">
              <a:extLst>
                <a:ext uri="{FF2B5EF4-FFF2-40B4-BE49-F238E27FC236}">
                  <a16:creationId xmlns:a16="http://schemas.microsoft.com/office/drawing/2014/main" id="{29172FCD-9A55-1618-258A-55E942C5FC7A}"/>
                </a:ext>
              </a:extLst>
            </p:cNvPr>
            <p:cNvGrpSpPr/>
            <p:nvPr/>
          </p:nvGrpSpPr>
          <p:grpSpPr>
            <a:xfrm>
              <a:off x="8765451" y="4532018"/>
              <a:ext cx="2766149" cy="1155305"/>
              <a:chOff x="9033629" y="2301585"/>
              <a:chExt cx="2485271" cy="1611754"/>
            </a:xfrm>
          </p:grpSpPr>
          <p:sp>
            <p:nvSpPr>
              <p:cNvPr id="19" name="Text7">
                <a:extLst>
                  <a:ext uri="{FF2B5EF4-FFF2-40B4-BE49-F238E27FC236}">
                    <a16:creationId xmlns:a16="http://schemas.microsoft.com/office/drawing/2014/main" id="{0AB19CFD-1043-2812-C073-A9BAD4159904}"/>
                  </a:ext>
                </a:extLst>
              </p:cNvPr>
              <p:cNvSpPr>
                <a:spLocks/>
              </p:cNvSpPr>
              <p:nvPr/>
            </p:nvSpPr>
            <p:spPr bwMode="auto">
              <a:xfrm>
                <a:off x="9033629" y="3007499"/>
                <a:ext cx="2485271" cy="90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单击此处添加文本单击此处添加文本单击此处添加文本</a:t>
                </a:r>
                <a:endParaRPr lang="sv-SE" altLang="zh-CN" sz="1200" dirty="0"/>
              </a:p>
            </p:txBody>
          </p:sp>
          <p:sp>
            <p:nvSpPr>
              <p:cNvPr id="20" name="Bullet7">
                <a:extLst>
                  <a:ext uri="{FF2B5EF4-FFF2-40B4-BE49-F238E27FC236}">
                    <a16:creationId xmlns:a16="http://schemas.microsoft.com/office/drawing/2014/main" id="{CC1A60B4-1D9D-3A5C-92B6-F566BC2F9731}"/>
                  </a:ext>
                </a:extLst>
              </p:cNvPr>
              <p:cNvSpPr txBox="1"/>
              <p:nvPr/>
            </p:nvSpPr>
            <p:spPr bwMode="auto">
              <a:xfrm>
                <a:off x="9033629" y="2301585"/>
                <a:ext cx="2485271" cy="643077"/>
              </a:xfrm>
              <a:prstGeom prst="roundRect">
                <a:avLst>
                  <a:gd name="adj" fmla="val 50000"/>
                </a:avLst>
              </a:prstGeom>
              <a:gradFill flip="none" rotWithShape="1">
                <a:gsLst>
                  <a:gs pos="0">
                    <a:schemeClr val="accent1">
                      <a:lumMod val="60000"/>
                      <a:lumOff val="40000"/>
                    </a:schemeClr>
                  </a:gs>
                  <a:gs pos="80000">
                    <a:schemeClr val="accent1"/>
                  </a:gs>
                </a:gsLst>
                <a:lin ang="2700000" scaled="1"/>
                <a:tileRect/>
              </a:gradFill>
              <a:ln w="12700">
                <a:solidFill>
                  <a:schemeClr val="bg1"/>
                </a:solid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单击添加小标题</a:t>
                </a:r>
                <a:endParaRPr lang="en-US" altLang="zh-CN" dirty="0"/>
              </a:p>
            </p:txBody>
          </p:sp>
        </p:grpSp>
        <p:sp>
          <p:nvSpPr>
            <p:cNvPr id="13" name="ïṩ1ide">
              <a:extLst>
                <a:ext uri="{FF2B5EF4-FFF2-40B4-BE49-F238E27FC236}">
                  <a16:creationId xmlns:a16="http://schemas.microsoft.com/office/drawing/2014/main" id="{7DEC3BE8-9AA2-DC9C-AD54-EB043E3E4680}"/>
                </a:ext>
              </a:extLst>
            </p:cNvPr>
            <p:cNvSpPr/>
            <p:nvPr/>
          </p:nvSpPr>
          <p:spPr bwMode="auto">
            <a:xfrm>
              <a:off x="31356" y="1517622"/>
              <a:ext cx="4163508" cy="4169324"/>
            </a:xfrm>
            <a:prstGeom prst="ellipse">
              <a:avLst/>
            </a:prstGeom>
            <a:solidFill>
              <a:schemeClr val="bg1"/>
            </a:solidFill>
            <a:ln w="12700" cap="rnd">
              <a:gradFill>
                <a:gsLst>
                  <a:gs pos="0">
                    <a:schemeClr val="accent1">
                      <a:lumMod val="45000"/>
                      <a:lumOff val="55000"/>
                    </a:schemeClr>
                  </a:gs>
                  <a:gs pos="50000">
                    <a:schemeClr val="accent1">
                      <a:lumMod val="30000"/>
                      <a:lumOff val="70000"/>
                      <a:alpha val="0"/>
                    </a:schemeClr>
                  </a:gs>
                </a:gsLst>
                <a:lin ang="2700000" scaled="0"/>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dirty="0">
                <a:solidFill>
                  <a:schemeClr val="accent1"/>
                </a:solidFill>
              </a:endParaRPr>
            </a:p>
          </p:txBody>
        </p:sp>
        <p:sp>
          <p:nvSpPr>
            <p:cNvPr id="14" name="Title">
              <a:extLst>
                <a:ext uri="{FF2B5EF4-FFF2-40B4-BE49-F238E27FC236}">
                  <a16:creationId xmlns:a16="http://schemas.microsoft.com/office/drawing/2014/main" id="{2088F83C-B84E-A851-561F-CF9AECDE956B}"/>
                </a:ext>
              </a:extLst>
            </p:cNvPr>
            <p:cNvSpPr>
              <a:spLocks/>
            </p:cNvSpPr>
            <p:nvPr/>
          </p:nvSpPr>
          <p:spPr>
            <a:xfrm>
              <a:off x="673099" y="2165235"/>
              <a:ext cx="2880000" cy="2878869"/>
            </a:xfrm>
            <a:prstGeom prst="roundRect">
              <a:avLst>
                <a:gd name="adj" fmla="val 50000"/>
              </a:avLst>
            </a:prstGeom>
            <a:gradFill>
              <a:gsLst>
                <a:gs pos="0">
                  <a:schemeClr val="accent1">
                    <a:lumMod val="45000"/>
                    <a:lumOff val="55000"/>
                  </a:schemeClr>
                </a:gs>
                <a:gs pos="71000">
                  <a:schemeClr val="accent1"/>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rgbClr val="FFFFFF"/>
                  </a:solidFill>
                </a:rPr>
                <a:t>研讨会、工作坊、学术会议等参与情况</a:t>
              </a:r>
              <a:endParaRPr lang="en-US" altLang="zh-CN" sz="2400" b="1" dirty="0">
                <a:solidFill>
                  <a:srgbClr val="FFFFFF"/>
                </a:solidFill>
              </a:endParaRPr>
            </a:p>
          </p:txBody>
        </p:sp>
        <p:sp>
          <p:nvSpPr>
            <p:cNvPr id="15" name="左中括号 14">
              <a:extLst>
                <a:ext uri="{FF2B5EF4-FFF2-40B4-BE49-F238E27FC236}">
                  <a16:creationId xmlns:a16="http://schemas.microsoft.com/office/drawing/2014/main" id="{B3B34CC5-1822-20E9-9D89-29BD3811D8E2}"/>
                </a:ext>
              </a:extLst>
            </p:cNvPr>
            <p:cNvSpPr/>
            <p:nvPr/>
          </p:nvSpPr>
          <p:spPr>
            <a:xfrm>
              <a:off x="4444440" y="1712686"/>
              <a:ext cx="715390" cy="3761014"/>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Left Bracket 39_2">
              <a:extLst>
                <a:ext uri="{FF2B5EF4-FFF2-40B4-BE49-F238E27FC236}">
                  <a16:creationId xmlns:a16="http://schemas.microsoft.com/office/drawing/2014/main" id="{CAB324F7-5EF7-37DC-941E-0BDDF763E290}"/>
                </a:ext>
              </a:extLst>
            </p:cNvPr>
            <p:cNvSpPr/>
            <p:nvPr/>
          </p:nvSpPr>
          <p:spPr>
            <a:xfrm>
              <a:off x="4444440" y="2962275"/>
              <a:ext cx="715390" cy="1261836"/>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3257F4A3-F16C-BD64-5C34-5113102F99B4}"/>
                </a:ext>
              </a:extLst>
            </p:cNvPr>
            <p:cNvCxnSpPr>
              <a:cxnSpLocks/>
              <a:stCxn id="16" idx="1"/>
            </p:cNvCxnSpPr>
            <p:nvPr/>
          </p:nvCxnSpPr>
          <p:spPr>
            <a:xfrm flipH="1">
              <a:off x="3553099" y="3593193"/>
              <a:ext cx="891341" cy="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8" name="左中括号 17">
              <a:extLst>
                <a:ext uri="{FF2B5EF4-FFF2-40B4-BE49-F238E27FC236}">
                  <a16:creationId xmlns:a16="http://schemas.microsoft.com/office/drawing/2014/main" id="{DDF9D92D-434D-20D2-61AF-E24868F380AB}"/>
                </a:ext>
              </a:extLst>
            </p:cNvPr>
            <p:cNvSpPr/>
            <p:nvPr/>
          </p:nvSpPr>
          <p:spPr>
            <a:xfrm>
              <a:off x="8050061" y="2269178"/>
              <a:ext cx="715390" cy="2550789"/>
            </a:xfrm>
            <a:prstGeom prst="leftBracket">
              <a:avLst>
                <a:gd name="adj" fmla="val 26286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7D8A1BBE-561C-05E6-DAA9-A4816D66FA96}"/>
              </a:ext>
            </a:extLst>
          </p:cNvPr>
          <p:cNvSpPr>
            <a:spLocks noGrp="1"/>
          </p:cNvSpPr>
          <p:nvPr>
            <p:ph type="title"/>
          </p:nvPr>
        </p:nvSpPr>
        <p:spPr/>
        <p:txBody>
          <a:bodyPr/>
          <a:lstStyle/>
          <a:p>
            <a:r>
              <a:rPr lang="zh-CN" altLang="en-US" dirty="0"/>
              <a:t>学术交流活动</a:t>
            </a:r>
          </a:p>
        </p:txBody>
      </p:sp>
    </p:spTree>
    <p:extLst>
      <p:ext uri="{BB962C8B-B14F-4D97-AF65-F5344CB8AC3E}">
        <p14:creationId xmlns:p14="http://schemas.microsoft.com/office/powerpoint/2010/main" val="2170171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0F0E7D0-F582-16DB-5CEF-987F123E69B9}"/>
              </a:ext>
            </a:extLst>
          </p:cNvPr>
          <p:cNvGrpSpPr/>
          <p:nvPr/>
        </p:nvGrpSpPr>
        <p:grpSpPr>
          <a:xfrm>
            <a:off x="0" y="1130300"/>
            <a:ext cx="12192000" cy="5218169"/>
            <a:chOff x="0" y="1130300"/>
            <a:chExt cx="12192000" cy="5218169"/>
          </a:xfrm>
        </p:grpSpPr>
        <p:sp>
          <p:nvSpPr>
            <p:cNvPr id="4" name="箭头: 五边形 3">
              <a:extLst>
                <a:ext uri="{FF2B5EF4-FFF2-40B4-BE49-F238E27FC236}">
                  <a16:creationId xmlns:a16="http://schemas.microsoft.com/office/drawing/2014/main" id="{CF3005CB-B793-520C-5373-F73C0E0E1646}"/>
                </a:ext>
              </a:extLst>
            </p:cNvPr>
            <p:cNvSpPr/>
            <p:nvPr/>
          </p:nvSpPr>
          <p:spPr>
            <a:xfrm>
              <a:off x="874713" y="6276469"/>
              <a:ext cx="10442575" cy="72000"/>
            </a:xfrm>
            <a:prstGeom prst="homePlate">
              <a:avLst>
                <a:gd name="adj" fmla="val 7892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Title">
              <a:extLst>
                <a:ext uri="{FF2B5EF4-FFF2-40B4-BE49-F238E27FC236}">
                  <a16:creationId xmlns:a16="http://schemas.microsoft.com/office/drawing/2014/main" id="{98FCAD81-3DB9-C95C-EAC2-45ED44CFDFFF}"/>
                </a:ext>
              </a:extLst>
            </p:cNvPr>
            <p:cNvSpPr txBox="1"/>
            <p:nvPr/>
          </p:nvSpPr>
          <p:spPr>
            <a:xfrm>
              <a:off x="0" y="1130300"/>
              <a:ext cx="12192000" cy="461665"/>
            </a:xfrm>
            <a:prstGeom prst="rect">
              <a:avLst/>
            </a:prstGeom>
            <a:noFill/>
          </p:spPr>
          <p:txBody>
            <a:bodyPr vert="horz" wrap="square" rtlCol="0" anchor="t" anchorCtr="0">
              <a:normAutofit/>
            </a:bodyPr>
            <a:lstStyle/>
            <a:p>
              <a:pPr algn="ctr"/>
              <a:r>
                <a:rPr lang="zh-CN" altLang="en-US" sz="2400" b="1">
                  <a:solidFill>
                    <a:srgbClr val="000000"/>
                  </a:solidFill>
                  <a:cs typeface="+mn-ea"/>
                  <a:sym typeface="+mn-lt"/>
                </a:rPr>
                <a:t>导师的指导建议与改进方向</a:t>
              </a:r>
              <a:endParaRPr lang="zh-CN" altLang="en-US" sz="2400" b="1" dirty="0">
                <a:solidFill>
                  <a:srgbClr val="000000"/>
                </a:solidFill>
                <a:cs typeface="+mn-ea"/>
                <a:sym typeface="+mn-lt"/>
              </a:endParaRPr>
            </a:p>
          </p:txBody>
        </p:sp>
        <p:grpSp>
          <p:nvGrpSpPr>
            <p:cNvPr id="6" name="组合 5">
              <a:extLst>
                <a:ext uri="{FF2B5EF4-FFF2-40B4-BE49-F238E27FC236}">
                  <a16:creationId xmlns:a16="http://schemas.microsoft.com/office/drawing/2014/main" id="{CD91B538-2227-0297-DD6F-AF4AB5382E63}"/>
                </a:ext>
              </a:extLst>
            </p:cNvPr>
            <p:cNvGrpSpPr/>
            <p:nvPr/>
          </p:nvGrpSpPr>
          <p:grpSpPr>
            <a:xfrm>
              <a:off x="1282800" y="1893833"/>
              <a:ext cx="2559935" cy="4244046"/>
              <a:chOff x="874712" y="1837874"/>
              <a:chExt cx="1682427" cy="2789249"/>
            </a:xfrm>
          </p:grpSpPr>
          <p:sp>
            <p:nvSpPr>
              <p:cNvPr id="19" name="Shape1">
                <a:extLst>
                  <a:ext uri="{FF2B5EF4-FFF2-40B4-BE49-F238E27FC236}">
                    <a16:creationId xmlns:a16="http://schemas.microsoft.com/office/drawing/2014/main" id="{3307F041-4170-E226-080E-52F2CCF861A6}"/>
                  </a:ext>
                </a:extLst>
              </p:cNvPr>
              <p:cNvSpPr/>
              <p:nvPr/>
            </p:nvSpPr>
            <p:spPr>
              <a:xfrm flipV="1">
                <a:off x="874713" y="1837874"/>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Line1">
                <a:extLst>
                  <a:ext uri="{FF2B5EF4-FFF2-40B4-BE49-F238E27FC236}">
                    <a16:creationId xmlns:a16="http://schemas.microsoft.com/office/drawing/2014/main" id="{E477E726-F310-F3A9-EAFF-9B5E3571309D}"/>
                  </a:ext>
                </a:extLst>
              </p:cNvPr>
              <p:cNvSpPr/>
              <p:nvPr/>
            </p:nvSpPr>
            <p:spPr>
              <a:xfrm>
                <a:off x="874713" y="2479223"/>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1" name="Number1">
                <a:extLst>
                  <a:ext uri="{FF2B5EF4-FFF2-40B4-BE49-F238E27FC236}">
                    <a16:creationId xmlns:a16="http://schemas.microsoft.com/office/drawing/2014/main" id="{1BBE1020-BAD9-949F-9A2F-C768BD3DA1FA}"/>
                  </a:ext>
                </a:extLst>
              </p:cNvPr>
              <p:cNvSpPr txBox="1"/>
              <p:nvPr/>
            </p:nvSpPr>
            <p:spPr>
              <a:xfrm>
                <a:off x="942966" y="2041728"/>
                <a:ext cx="1545920" cy="461665"/>
              </a:xfrm>
              <a:prstGeom prst="rect">
                <a:avLst/>
              </a:prstGeom>
              <a:noFill/>
            </p:spPr>
            <p:txBody>
              <a:bodyPr wrap="none" rtlCol="0" anchor="ctr">
                <a:normAutofit/>
              </a:bodyPr>
              <a:lstStyle/>
              <a:p>
                <a:pPr algn="ctr"/>
                <a:r>
                  <a:rPr lang="en-US" altLang="zh-CN" sz="4000" dirty="0">
                    <a:solidFill>
                      <a:schemeClr val="accent1"/>
                    </a:solidFill>
                    <a:cs typeface="+mn-ea"/>
                    <a:sym typeface="+mn-lt"/>
                  </a:rPr>
                  <a:t>01</a:t>
                </a:r>
                <a:endParaRPr lang="zh-CN" altLang="en-US" sz="4000" dirty="0">
                  <a:solidFill>
                    <a:schemeClr val="accent1"/>
                  </a:solidFill>
                  <a:cs typeface="+mn-ea"/>
                  <a:sym typeface="+mn-lt"/>
                </a:endParaRPr>
              </a:p>
            </p:txBody>
          </p:sp>
          <p:sp>
            <p:nvSpPr>
              <p:cNvPr id="22" name="Bullet1">
                <a:extLst>
                  <a:ext uri="{FF2B5EF4-FFF2-40B4-BE49-F238E27FC236}">
                    <a16:creationId xmlns:a16="http://schemas.microsoft.com/office/drawing/2014/main" id="{262761B5-AF15-4276-483E-20428D8A5E8E}"/>
                  </a:ext>
                </a:extLst>
              </p:cNvPr>
              <p:cNvSpPr txBox="1"/>
              <p:nvPr/>
            </p:nvSpPr>
            <p:spPr>
              <a:xfrm flipH="1">
                <a:off x="874712" y="3201790"/>
                <a:ext cx="1682427" cy="461665"/>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23" name="Text1">
                <a:extLst>
                  <a:ext uri="{FF2B5EF4-FFF2-40B4-BE49-F238E27FC236}">
                    <a16:creationId xmlns:a16="http://schemas.microsoft.com/office/drawing/2014/main" id="{F85ED6CA-3569-0207-5AD8-16EB30F23F47}"/>
                  </a:ext>
                </a:extLst>
              </p:cNvPr>
              <p:cNvSpPr txBox="1"/>
              <p:nvPr/>
            </p:nvSpPr>
            <p:spPr>
              <a:xfrm flipH="1">
                <a:off x="874712" y="3663455"/>
                <a:ext cx="1682427" cy="963668"/>
              </a:xfrm>
              <a:prstGeom prst="rect">
                <a:avLst/>
              </a:prstGeom>
              <a:noFill/>
            </p:spPr>
            <p:txBody>
              <a:bodyPr wrap="square" rtlCol="0" anchor="t">
                <a:normAutofit/>
              </a:bodyPr>
              <a:lstStyle/>
              <a:p>
                <a:pPr>
                  <a:lnSpc>
                    <a:spcPct val="150000"/>
                  </a:lnSpc>
                </a:pPr>
                <a:r>
                  <a:rPr lang="zh-CN" altLang="en-US" sz="1200" dirty="0">
                    <a:cs typeface="+mn-ea"/>
                    <a:sym typeface="+mn-lt"/>
                  </a:rPr>
                  <a:t>单击此处添加文本单击此处添加文本单击此处添加文本单击此处添加文本</a:t>
                </a:r>
              </a:p>
            </p:txBody>
          </p:sp>
        </p:grpSp>
        <p:grpSp>
          <p:nvGrpSpPr>
            <p:cNvPr id="7" name="组合 6">
              <a:extLst>
                <a:ext uri="{FF2B5EF4-FFF2-40B4-BE49-F238E27FC236}">
                  <a16:creationId xmlns:a16="http://schemas.microsoft.com/office/drawing/2014/main" id="{1CF99242-DC14-9519-F723-1DFBDAA030D6}"/>
                </a:ext>
              </a:extLst>
            </p:cNvPr>
            <p:cNvGrpSpPr/>
            <p:nvPr/>
          </p:nvGrpSpPr>
          <p:grpSpPr>
            <a:xfrm>
              <a:off x="4809683" y="1893833"/>
              <a:ext cx="2559935" cy="4244046"/>
              <a:chOff x="2626742" y="1837874"/>
              <a:chExt cx="1682427" cy="2789249"/>
            </a:xfrm>
          </p:grpSpPr>
          <p:sp>
            <p:nvSpPr>
              <p:cNvPr id="14" name="Shape2">
                <a:extLst>
                  <a:ext uri="{FF2B5EF4-FFF2-40B4-BE49-F238E27FC236}">
                    <a16:creationId xmlns:a16="http://schemas.microsoft.com/office/drawing/2014/main" id="{9FB77889-9808-60EB-4B00-5694C95E52C4}"/>
                  </a:ext>
                </a:extLst>
              </p:cNvPr>
              <p:cNvSpPr/>
              <p:nvPr/>
            </p:nvSpPr>
            <p:spPr>
              <a:xfrm flipV="1">
                <a:off x="2626743" y="1837874"/>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Line2">
                <a:extLst>
                  <a:ext uri="{FF2B5EF4-FFF2-40B4-BE49-F238E27FC236}">
                    <a16:creationId xmlns:a16="http://schemas.microsoft.com/office/drawing/2014/main" id="{B305E192-CB58-7DFC-C746-FD6CEDB4CD7D}"/>
                  </a:ext>
                </a:extLst>
              </p:cNvPr>
              <p:cNvSpPr/>
              <p:nvPr/>
            </p:nvSpPr>
            <p:spPr>
              <a:xfrm>
                <a:off x="2626743" y="2479223"/>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6" name="Number2">
                <a:extLst>
                  <a:ext uri="{FF2B5EF4-FFF2-40B4-BE49-F238E27FC236}">
                    <a16:creationId xmlns:a16="http://schemas.microsoft.com/office/drawing/2014/main" id="{CA9869A9-784E-FF39-96CC-89E71DB622EF}"/>
                  </a:ext>
                </a:extLst>
              </p:cNvPr>
              <p:cNvSpPr txBox="1"/>
              <p:nvPr/>
            </p:nvSpPr>
            <p:spPr>
              <a:xfrm>
                <a:off x="2694996" y="2041728"/>
                <a:ext cx="1545920" cy="461665"/>
              </a:xfrm>
              <a:prstGeom prst="rect">
                <a:avLst/>
              </a:prstGeom>
              <a:noFill/>
            </p:spPr>
            <p:txBody>
              <a:bodyPr wrap="none" rtlCol="0" anchor="ctr">
                <a:normAutofit/>
              </a:bodyPr>
              <a:lstStyle/>
              <a:p>
                <a:pPr algn="ctr"/>
                <a:r>
                  <a:rPr lang="en-US" altLang="zh-CN" sz="4000" dirty="0">
                    <a:solidFill>
                      <a:schemeClr val="accent1"/>
                    </a:solidFill>
                    <a:cs typeface="+mn-ea"/>
                    <a:sym typeface="+mn-lt"/>
                  </a:rPr>
                  <a:t>02</a:t>
                </a:r>
                <a:endParaRPr lang="zh-CN" altLang="en-US" sz="4000" dirty="0">
                  <a:solidFill>
                    <a:schemeClr val="accent1"/>
                  </a:solidFill>
                  <a:cs typeface="+mn-ea"/>
                  <a:sym typeface="+mn-lt"/>
                </a:endParaRPr>
              </a:p>
            </p:txBody>
          </p:sp>
          <p:sp>
            <p:nvSpPr>
              <p:cNvPr id="17" name="Bullet2">
                <a:extLst>
                  <a:ext uri="{FF2B5EF4-FFF2-40B4-BE49-F238E27FC236}">
                    <a16:creationId xmlns:a16="http://schemas.microsoft.com/office/drawing/2014/main" id="{89AF2086-3914-A608-1971-792DDB04F2ED}"/>
                  </a:ext>
                </a:extLst>
              </p:cNvPr>
              <p:cNvSpPr txBox="1"/>
              <p:nvPr/>
            </p:nvSpPr>
            <p:spPr>
              <a:xfrm flipH="1">
                <a:off x="2626742" y="3201790"/>
                <a:ext cx="1682427" cy="461665"/>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8" name="Text2">
                <a:extLst>
                  <a:ext uri="{FF2B5EF4-FFF2-40B4-BE49-F238E27FC236}">
                    <a16:creationId xmlns:a16="http://schemas.microsoft.com/office/drawing/2014/main" id="{BD97B8CB-DFA3-055C-AB7E-197B9A60441D}"/>
                  </a:ext>
                </a:extLst>
              </p:cNvPr>
              <p:cNvSpPr txBox="1"/>
              <p:nvPr/>
            </p:nvSpPr>
            <p:spPr>
              <a:xfrm flipH="1">
                <a:off x="2626742" y="3663455"/>
                <a:ext cx="1682427" cy="963668"/>
              </a:xfrm>
              <a:prstGeom prst="rect">
                <a:avLst/>
              </a:prstGeom>
              <a:noFill/>
            </p:spPr>
            <p:txBody>
              <a:bodyPr wrap="square" rtlCol="0" anchor="t">
                <a:normAutofit/>
              </a:bodyPr>
              <a:lstStyle/>
              <a:p>
                <a:pPr>
                  <a:lnSpc>
                    <a:spcPct val="150000"/>
                  </a:lnSpc>
                </a:pPr>
                <a:r>
                  <a:rPr lang="zh-CN" altLang="en-US" sz="1200" dirty="0">
                    <a:cs typeface="+mn-ea"/>
                    <a:sym typeface="+mn-lt"/>
                  </a:rPr>
                  <a:t>单击此处添加文本单击此处添加文本单击此处添加文本单击此处添加文本</a:t>
                </a:r>
              </a:p>
            </p:txBody>
          </p:sp>
        </p:grpSp>
        <p:grpSp>
          <p:nvGrpSpPr>
            <p:cNvPr id="8" name="组合 7">
              <a:extLst>
                <a:ext uri="{FF2B5EF4-FFF2-40B4-BE49-F238E27FC236}">
                  <a16:creationId xmlns:a16="http://schemas.microsoft.com/office/drawing/2014/main" id="{5819E53D-4EBD-5F70-F4E0-2970B701353C}"/>
                </a:ext>
              </a:extLst>
            </p:cNvPr>
            <p:cNvGrpSpPr/>
            <p:nvPr/>
          </p:nvGrpSpPr>
          <p:grpSpPr>
            <a:xfrm>
              <a:off x="8336565" y="1893833"/>
              <a:ext cx="2559935" cy="4244046"/>
              <a:chOff x="4378771" y="1837874"/>
              <a:chExt cx="1682427" cy="2789249"/>
            </a:xfrm>
          </p:grpSpPr>
          <p:sp>
            <p:nvSpPr>
              <p:cNvPr id="9" name="Shape3">
                <a:extLst>
                  <a:ext uri="{FF2B5EF4-FFF2-40B4-BE49-F238E27FC236}">
                    <a16:creationId xmlns:a16="http://schemas.microsoft.com/office/drawing/2014/main" id="{FA8F4CA7-864C-31C2-9FFB-46768845A419}"/>
                  </a:ext>
                </a:extLst>
              </p:cNvPr>
              <p:cNvSpPr/>
              <p:nvPr/>
            </p:nvSpPr>
            <p:spPr>
              <a:xfrm flipV="1">
                <a:off x="4378772" y="1837874"/>
                <a:ext cx="1682426" cy="1320799"/>
              </a:xfrm>
              <a:prstGeom prst="rect">
                <a:avLst/>
              </a:prstGeom>
              <a:gradFill flip="none" rotWithShape="1">
                <a:gsLst>
                  <a:gs pos="0">
                    <a:schemeClr val="accent1">
                      <a:lumMod val="20000"/>
                      <a:lumOff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Line3">
                <a:extLst>
                  <a:ext uri="{FF2B5EF4-FFF2-40B4-BE49-F238E27FC236}">
                    <a16:creationId xmlns:a16="http://schemas.microsoft.com/office/drawing/2014/main" id="{917B7C05-BA55-A1D3-64B1-F8936AB67EED}"/>
                  </a:ext>
                </a:extLst>
              </p:cNvPr>
              <p:cNvSpPr/>
              <p:nvPr/>
            </p:nvSpPr>
            <p:spPr>
              <a:xfrm>
                <a:off x="4378773" y="2479223"/>
                <a:ext cx="1664494" cy="85725"/>
              </a:xfrm>
              <a:custGeom>
                <a:avLst/>
                <a:gdLst>
                  <a:gd name="connsiteX0" fmla="*/ 0 w 1685925"/>
                  <a:gd name="connsiteY0" fmla="*/ 85725 h 85725"/>
                  <a:gd name="connsiteX1" fmla="*/ 1685925 w 1685925"/>
                  <a:gd name="connsiteY1" fmla="*/ 85725 h 85725"/>
                  <a:gd name="connsiteX2" fmla="*/ 1600200 w 1685925"/>
                  <a:gd name="connsiteY2" fmla="*/ 0 h 85725"/>
                  <a:gd name="connsiteX0" fmla="*/ 0 w 1664494"/>
                  <a:gd name="connsiteY0" fmla="*/ 85725 h 85725"/>
                  <a:gd name="connsiteX1" fmla="*/ 1664494 w 1664494"/>
                  <a:gd name="connsiteY1" fmla="*/ 85725 h 85725"/>
                  <a:gd name="connsiteX2" fmla="*/ 1578769 w 1664494"/>
                  <a:gd name="connsiteY2" fmla="*/ 0 h 85725"/>
                </a:gdLst>
                <a:ahLst/>
                <a:cxnLst>
                  <a:cxn ang="0">
                    <a:pos x="connsiteX0" y="connsiteY0"/>
                  </a:cxn>
                  <a:cxn ang="0">
                    <a:pos x="connsiteX1" y="connsiteY1"/>
                  </a:cxn>
                  <a:cxn ang="0">
                    <a:pos x="connsiteX2" y="connsiteY2"/>
                  </a:cxn>
                </a:cxnLst>
                <a:rect l="l" t="t" r="r" b="b"/>
                <a:pathLst>
                  <a:path w="1664494" h="85725">
                    <a:moveTo>
                      <a:pt x="0" y="85725"/>
                    </a:moveTo>
                    <a:lnTo>
                      <a:pt x="1664494" y="85725"/>
                    </a:lnTo>
                    <a:lnTo>
                      <a:pt x="1578769" y="0"/>
                    </a:lnTo>
                  </a:path>
                </a:pathLst>
              </a:custGeom>
              <a:ln w="25400" cap="rn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1" name="Number3">
                <a:extLst>
                  <a:ext uri="{FF2B5EF4-FFF2-40B4-BE49-F238E27FC236}">
                    <a16:creationId xmlns:a16="http://schemas.microsoft.com/office/drawing/2014/main" id="{4C1C2729-4C3B-0D5B-5FC2-6D982E159FDC}"/>
                  </a:ext>
                </a:extLst>
              </p:cNvPr>
              <p:cNvSpPr txBox="1"/>
              <p:nvPr/>
            </p:nvSpPr>
            <p:spPr>
              <a:xfrm>
                <a:off x="4447025" y="2041728"/>
                <a:ext cx="1545920" cy="461665"/>
              </a:xfrm>
              <a:prstGeom prst="rect">
                <a:avLst/>
              </a:prstGeom>
              <a:noFill/>
            </p:spPr>
            <p:txBody>
              <a:bodyPr wrap="none" rtlCol="0" anchor="ctr">
                <a:normAutofit/>
              </a:bodyPr>
              <a:lstStyle/>
              <a:p>
                <a:pPr algn="ctr"/>
                <a:r>
                  <a:rPr lang="en-US" altLang="zh-CN" sz="4000" dirty="0">
                    <a:solidFill>
                      <a:schemeClr val="accent1"/>
                    </a:solidFill>
                    <a:cs typeface="+mn-ea"/>
                    <a:sym typeface="+mn-lt"/>
                  </a:rPr>
                  <a:t>03</a:t>
                </a:r>
                <a:endParaRPr lang="zh-CN" altLang="en-US" sz="4000" dirty="0">
                  <a:solidFill>
                    <a:schemeClr val="accent1"/>
                  </a:solidFill>
                  <a:cs typeface="+mn-ea"/>
                  <a:sym typeface="+mn-lt"/>
                </a:endParaRPr>
              </a:p>
            </p:txBody>
          </p:sp>
          <p:sp>
            <p:nvSpPr>
              <p:cNvPr id="12" name="Bullet3">
                <a:extLst>
                  <a:ext uri="{FF2B5EF4-FFF2-40B4-BE49-F238E27FC236}">
                    <a16:creationId xmlns:a16="http://schemas.microsoft.com/office/drawing/2014/main" id="{2840F8FC-86CC-160E-DF98-EC7C14A06831}"/>
                  </a:ext>
                </a:extLst>
              </p:cNvPr>
              <p:cNvSpPr txBox="1"/>
              <p:nvPr/>
            </p:nvSpPr>
            <p:spPr>
              <a:xfrm flipH="1">
                <a:off x="4378771" y="3201790"/>
                <a:ext cx="1682427" cy="461665"/>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00000"/>
                  </a:lnSpc>
                </a:pPr>
                <a:r>
                  <a:rPr lang="zh-CN" altLang="en-US" sz="1800" b="1" dirty="0">
                    <a:solidFill>
                      <a:schemeClr val="tx1"/>
                    </a:solidFill>
                    <a:latin typeface="+mn-lt"/>
                    <a:ea typeface="+mn-ea"/>
                    <a:cs typeface="+mn-ea"/>
                    <a:sym typeface="+mn-lt"/>
                  </a:rPr>
                  <a:t>单击添加小标题</a:t>
                </a:r>
              </a:p>
            </p:txBody>
          </p:sp>
          <p:sp>
            <p:nvSpPr>
              <p:cNvPr id="13" name="Text3">
                <a:extLst>
                  <a:ext uri="{FF2B5EF4-FFF2-40B4-BE49-F238E27FC236}">
                    <a16:creationId xmlns:a16="http://schemas.microsoft.com/office/drawing/2014/main" id="{D4D55784-B40F-2AE9-27C7-1047E8DB336B}"/>
                  </a:ext>
                </a:extLst>
              </p:cNvPr>
              <p:cNvSpPr txBox="1"/>
              <p:nvPr/>
            </p:nvSpPr>
            <p:spPr>
              <a:xfrm flipH="1">
                <a:off x="4378771" y="3663455"/>
                <a:ext cx="1682427" cy="963668"/>
              </a:xfrm>
              <a:prstGeom prst="rect">
                <a:avLst/>
              </a:prstGeom>
              <a:noFill/>
            </p:spPr>
            <p:txBody>
              <a:bodyPr wrap="square" rtlCol="0" anchor="t">
                <a:normAutofit/>
              </a:bodyPr>
              <a:lstStyle/>
              <a:p>
                <a:pPr>
                  <a:lnSpc>
                    <a:spcPct val="150000"/>
                  </a:lnSpc>
                </a:pPr>
                <a:r>
                  <a:rPr lang="zh-CN" altLang="en-US" sz="1200" dirty="0">
                    <a:cs typeface="+mn-ea"/>
                    <a:sym typeface="+mn-lt"/>
                  </a:rPr>
                  <a:t>单击此处添加文本单击此处添加文本单击此处添加文本单击此处添加文本</a:t>
                </a:r>
              </a:p>
            </p:txBody>
          </p:sp>
        </p:grpSp>
      </p:grpSp>
      <p:sp>
        <p:nvSpPr>
          <p:cNvPr id="2" name="标题 1">
            <a:extLst>
              <a:ext uri="{FF2B5EF4-FFF2-40B4-BE49-F238E27FC236}">
                <a16:creationId xmlns:a16="http://schemas.microsoft.com/office/drawing/2014/main" id="{5F7D52D6-44C0-DE11-A100-5D6B13217952}"/>
              </a:ext>
            </a:extLst>
          </p:cNvPr>
          <p:cNvSpPr>
            <a:spLocks noGrp="1"/>
          </p:cNvSpPr>
          <p:nvPr>
            <p:ph type="title"/>
          </p:nvPr>
        </p:nvSpPr>
        <p:spPr/>
        <p:txBody>
          <a:bodyPr/>
          <a:lstStyle/>
          <a:p>
            <a:r>
              <a:rPr lang="zh-CN" altLang="en-US" dirty="0"/>
              <a:t>导师反馈与建议</a:t>
            </a:r>
          </a:p>
        </p:txBody>
      </p:sp>
    </p:spTree>
    <p:extLst>
      <p:ext uri="{BB962C8B-B14F-4D97-AF65-F5344CB8AC3E}">
        <p14:creationId xmlns:p14="http://schemas.microsoft.com/office/powerpoint/2010/main" val="2508451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EAEC464-35BC-9711-7890-6A342372A172}"/>
              </a:ext>
            </a:extLst>
          </p:cNvPr>
          <p:cNvGrpSpPr/>
          <p:nvPr/>
        </p:nvGrpSpPr>
        <p:grpSpPr>
          <a:xfrm>
            <a:off x="0" y="1253491"/>
            <a:ext cx="12192000" cy="5604509"/>
            <a:chOff x="0" y="1253491"/>
            <a:chExt cx="12192000" cy="5604509"/>
          </a:xfrm>
        </p:grpSpPr>
        <p:sp>
          <p:nvSpPr>
            <p:cNvPr id="4" name="矩形 3">
              <a:extLst>
                <a:ext uri="{FF2B5EF4-FFF2-40B4-BE49-F238E27FC236}">
                  <a16:creationId xmlns:a16="http://schemas.microsoft.com/office/drawing/2014/main" id="{F07FF42F-9130-DD8C-C4E2-7C1EDC96A075}"/>
                </a:ext>
              </a:extLst>
            </p:cNvPr>
            <p:cNvSpPr/>
            <p:nvPr/>
          </p:nvSpPr>
          <p:spPr>
            <a:xfrm>
              <a:off x="0" y="5759612"/>
              <a:ext cx="12192000" cy="1098388"/>
            </a:xfrm>
            <a:prstGeom prst="rect">
              <a:avLst/>
            </a:prstGeom>
            <a:gradFill flip="none" rotWithShape="1">
              <a:gsLst>
                <a:gs pos="0">
                  <a:schemeClr val="accent1">
                    <a:lumMod val="60000"/>
                    <a:lumOff val="40000"/>
                  </a:schemeClr>
                </a:gs>
                <a:gs pos="73000">
                  <a:schemeClr val="accent1"/>
                </a:gs>
              </a:gsLst>
              <a:lin ang="108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91440" tIns="45720" rIns="180000" bIns="45720" rtlCol="0" anchor="ctr">
              <a:noAutofit/>
            </a:bodyPr>
            <a:lstStyle/>
            <a:p>
              <a:pPr algn="ctr"/>
              <a:endParaRPr lang="zh-CN" altLang="en-US" sz="2400" b="1"/>
            </a:p>
          </p:txBody>
        </p:sp>
        <p:sp>
          <p:nvSpPr>
            <p:cNvPr id="5" name="Title">
              <a:extLst>
                <a:ext uri="{FF2B5EF4-FFF2-40B4-BE49-F238E27FC236}">
                  <a16:creationId xmlns:a16="http://schemas.microsoft.com/office/drawing/2014/main" id="{C8A40D88-2188-A8D6-BADC-AB4EA3AEEADA}"/>
                </a:ext>
              </a:extLst>
            </p:cNvPr>
            <p:cNvSpPr>
              <a:spLocks noChangeAspect="1"/>
            </p:cNvSpPr>
            <p:nvPr/>
          </p:nvSpPr>
          <p:spPr>
            <a:xfrm>
              <a:off x="4397374" y="1253491"/>
              <a:ext cx="7127875" cy="969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a:solidFill>
                    <a:schemeClr val="tx1"/>
                  </a:solidFill>
                </a:rPr>
                <a:t>研究过程的自我评价与思考</a:t>
              </a:r>
              <a:endParaRPr lang="en-US" altLang="zh-CN" sz="2400" b="1" dirty="0">
                <a:solidFill>
                  <a:schemeClr val="tx1"/>
                </a:solidFill>
              </a:endParaRPr>
            </a:p>
          </p:txBody>
        </p:sp>
        <p:sp>
          <p:nvSpPr>
            <p:cNvPr id="6" name="pic-BottomLeft,Top,TopBottomRightLeft,TopRightLeft,TopBottom,BottomRightLeft,LeftTopBottom,All,Any">
              <a:extLst>
                <a:ext uri="{FF2B5EF4-FFF2-40B4-BE49-F238E27FC236}">
                  <a16:creationId xmlns:a16="http://schemas.microsoft.com/office/drawing/2014/main" id="{8D89FD5C-999D-FFFE-5D23-9591533D4B64}"/>
                </a:ext>
              </a:extLst>
            </p:cNvPr>
            <p:cNvSpPr>
              <a:spLocks noChangeAspect="1"/>
            </p:cNvSpPr>
            <p:nvPr/>
          </p:nvSpPr>
          <p:spPr>
            <a:xfrm>
              <a:off x="660398" y="1253491"/>
              <a:ext cx="3397250" cy="4880609"/>
            </a:xfrm>
            <a:prstGeom prst="roundRect">
              <a:avLst>
                <a:gd name="adj" fmla="val 10686"/>
              </a:avLst>
            </a:prstGeom>
            <a:blipFill>
              <a:blip r:embed="rId2"/>
              <a:stretch>
                <a:fillRect l="-57960" r="-57535"/>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5CEEC79D-23F5-4F5E-B88A-A3261402D346}"/>
                </a:ext>
              </a:extLst>
            </p:cNvPr>
            <p:cNvGrpSpPr/>
            <p:nvPr/>
          </p:nvGrpSpPr>
          <p:grpSpPr>
            <a:xfrm>
              <a:off x="4276471" y="2506981"/>
              <a:ext cx="7363330" cy="3097530"/>
              <a:chOff x="4276471" y="2506981"/>
              <a:chExt cx="7363330" cy="3097530"/>
            </a:xfrm>
          </p:grpSpPr>
          <p:grpSp>
            <p:nvGrpSpPr>
              <p:cNvPr id="9" name="组合 8">
                <a:extLst>
                  <a:ext uri="{FF2B5EF4-FFF2-40B4-BE49-F238E27FC236}">
                    <a16:creationId xmlns:a16="http://schemas.microsoft.com/office/drawing/2014/main" id="{1D738C24-C4AA-EB53-6134-BAE05B7C7E9C}"/>
                  </a:ext>
                </a:extLst>
              </p:cNvPr>
              <p:cNvGrpSpPr>
                <a:grpSpLocks noChangeAspect="1"/>
              </p:cNvGrpSpPr>
              <p:nvPr/>
            </p:nvGrpSpPr>
            <p:grpSpPr>
              <a:xfrm>
                <a:off x="4276471" y="2506981"/>
                <a:ext cx="2365630" cy="3097530"/>
                <a:chOff x="4971431" y="3713559"/>
                <a:chExt cx="2236434" cy="1723924"/>
              </a:xfrm>
            </p:grpSpPr>
            <p:sp>
              <p:nvSpPr>
                <p:cNvPr id="18" name="ComponentBackground1">
                  <a:extLst>
                    <a:ext uri="{FF2B5EF4-FFF2-40B4-BE49-F238E27FC236}">
                      <a16:creationId xmlns:a16="http://schemas.microsoft.com/office/drawing/2014/main" id="{EEE052C6-96CF-BD21-13EE-11F58634D98E}"/>
                    </a:ext>
                  </a:extLst>
                </p:cNvPr>
                <p:cNvSpPr>
                  <a:spLocks/>
                </p:cNvSpPr>
                <p:nvPr/>
              </p:nvSpPr>
              <p:spPr>
                <a:xfrm>
                  <a:off x="5085731" y="3713559"/>
                  <a:ext cx="2007837" cy="1723924"/>
                </a:xfrm>
                <a:prstGeom prst="roundRect">
                  <a:avLst>
                    <a:gd name="adj" fmla="val 9478"/>
                  </a:avLst>
                </a:prstGeom>
                <a:gradFill>
                  <a:gsLst>
                    <a:gs pos="0">
                      <a:schemeClr val="accent1">
                        <a:lumMod val="45000"/>
                        <a:lumOff val="55000"/>
                        <a:alpha val="50000"/>
                      </a:schemeClr>
                    </a:gs>
                    <a:gs pos="50000">
                      <a:schemeClr val="accent1">
                        <a:lumMod val="30000"/>
                        <a:lumOff val="70000"/>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9" name="Text1">
                  <a:extLst>
                    <a:ext uri="{FF2B5EF4-FFF2-40B4-BE49-F238E27FC236}">
                      <a16:creationId xmlns:a16="http://schemas.microsoft.com/office/drawing/2014/main" id="{EE853533-1D54-F3E1-AA45-CD9BCC883427}"/>
                    </a:ext>
                  </a:extLst>
                </p:cNvPr>
                <p:cNvSpPr>
                  <a:spLocks/>
                </p:cNvSpPr>
                <p:nvPr/>
              </p:nvSpPr>
              <p:spPr>
                <a:xfrm>
                  <a:off x="5107094" y="3934076"/>
                  <a:ext cx="1974467" cy="9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5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Bullet1">
                  <a:extLst>
                    <a:ext uri="{FF2B5EF4-FFF2-40B4-BE49-F238E27FC236}">
                      <a16:creationId xmlns:a16="http://schemas.microsoft.com/office/drawing/2014/main" id="{2DF2B8C1-FAB4-EB65-AC01-5F858FB9756B}"/>
                    </a:ext>
                  </a:extLst>
                </p:cNvPr>
                <p:cNvSpPr>
                  <a:spLocks/>
                </p:cNvSpPr>
                <p:nvPr/>
              </p:nvSpPr>
              <p:spPr>
                <a:xfrm>
                  <a:off x="4971431" y="4923526"/>
                  <a:ext cx="2236434" cy="392788"/>
                </a:xfrm>
                <a:prstGeom prst="roundRect">
                  <a:avLst>
                    <a:gd name="adj" fmla="val 21084"/>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单击添加小标题</a:t>
                  </a:r>
                  <a:endParaRPr lang="en-US" altLang="zh-CN" b="1" dirty="0">
                    <a:solidFill>
                      <a:srgbClr val="FFFFFF"/>
                    </a:solidFill>
                    <a:cs typeface="+mn-ea"/>
                    <a:sym typeface="Arial" panose="020B0604020202020204" pitchFamily="34" charset="0"/>
                  </a:endParaRPr>
                </a:p>
              </p:txBody>
            </p:sp>
          </p:grpSp>
          <p:grpSp>
            <p:nvGrpSpPr>
              <p:cNvPr id="10" name="组合 4">
                <a:extLst>
                  <a:ext uri="{FF2B5EF4-FFF2-40B4-BE49-F238E27FC236}">
                    <a16:creationId xmlns:a16="http://schemas.microsoft.com/office/drawing/2014/main" id="{9BBB9DCF-48F2-4909-E1C3-F4C0CE8A7436}"/>
                  </a:ext>
                </a:extLst>
              </p:cNvPr>
              <p:cNvGrpSpPr>
                <a:grpSpLocks noChangeAspect="1"/>
              </p:cNvGrpSpPr>
              <p:nvPr/>
            </p:nvGrpSpPr>
            <p:grpSpPr>
              <a:xfrm>
                <a:off x="6775321" y="2506981"/>
                <a:ext cx="2365630" cy="3097530"/>
                <a:chOff x="4971431" y="3713559"/>
                <a:chExt cx="2236434" cy="1723924"/>
              </a:xfrm>
            </p:grpSpPr>
            <p:sp>
              <p:nvSpPr>
                <p:cNvPr id="15" name="ComponentBackground2">
                  <a:extLst>
                    <a:ext uri="{FF2B5EF4-FFF2-40B4-BE49-F238E27FC236}">
                      <a16:creationId xmlns:a16="http://schemas.microsoft.com/office/drawing/2014/main" id="{CCDBE7AF-E658-3393-3401-916711E6B948}"/>
                    </a:ext>
                  </a:extLst>
                </p:cNvPr>
                <p:cNvSpPr>
                  <a:spLocks/>
                </p:cNvSpPr>
                <p:nvPr/>
              </p:nvSpPr>
              <p:spPr>
                <a:xfrm>
                  <a:off x="5085731" y="3713559"/>
                  <a:ext cx="2007837" cy="1723924"/>
                </a:xfrm>
                <a:prstGeom prst="roundRect">
                  <a:avLst>
                    <a:gd name="adj" fmla="val 9478"/>
                  </a:avLst>
                </a:prstGeom>
                <a:gradFill>
                  <a:gsLst>
                    <a:gs pos="0">
                      <a:schemeClr val="accent1">
                        <a:lumMod val="45000"/>
                        <a:lumOff val="55000"/>
                        <a:alpha val="50000"/>
                      </a:schemeClr>
                    </a:gs>
                    <a:gs pos="50000">
                      <a:schemeClr val="accent1">
                        <a:lumMod val="30000"/>
                        <a:lumOff val="70000"/>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6" name="Text2">
                  <a:extLst>
                    <a:ext uri="{FF2B5EF4-FFF2-40B4-BE49-F238E27FC236}">
                      <a16:creationId xmlns:a16="http://schemas.microsoft.com/office/drawing/2014/main" id="{6124F5A5-CAB5-0B1C-E2D1-21E596FBD72A}"/>
                    </a:ext>
                  </a:extLst>
                </p:cNvPr>
                <p:cNvSpPr>
                  <a:spLocks/>
                </p:cNvSpPr>
                <p:nvPr/>
              </p:nvSpPr>
              <p:spPr>
                <a:xfrm>
                  <a:off x="5107094" y="3934076"/>
                  <a:ext cx="1974467" cy="9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5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Bullet2">
                  <a:extLst>
                    <a:ext uri="{FF2B5EF4-FFF2-40B4-BE49-F238E27FC236}">
                      <a16:creationId xmlns:a16="http://schemas.microsoft.com/office/drawing/2014/main" id="{DC75F168-1284-FFB5-0B91-7B15EED2F4B4}"/>
                    </a:ext>
                  </a:extLst>
                </p:cNvPr>
                <p:cNvSpPr>
                  <a:spLocks/>
                </p:cNvSpPr>
                <p:nvPr/>
              </p:nvSpPr>
              <p:spPr>
                <a:xfrm>
                  <a:off x="4971431" y="4923526"/>
                  <a:ext cx="2236434" cy="392788"/>
                </a:xfrm>
                <a:prstGeom prst="roundRect">
                  <a:avLst>
                    <a:gd name="adj" fmla="val 21084"/>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单击添加小标题</a:t>
                  </a:r>
                  <a:endParaRPr lang="en-US" altLang="zh-CN" b="1" dirty="0">
                    <a:solidFill>
                      <a:srgbClr val="FFFFFF"/>
                    </a:solidFill>
                    <a:cs typeface="+mn-ea"/>
                    <a:sym typeface="Arial" panose="020B0604020202020204" pitchFamily="34" charset="0"/>
                  </a:endParaRPr>
                </a:p>
              </p:txBody>
            </p:sp>
          </p:grpSp>
          <p:grpSp>
            <p:nvGrpSpPr>
              <p:cNvPr id="11" name="组合 4">
                <a:extLst>
                  <a:ext uri="{FF2B5EF4-FFF2-40B4-BE49-F238E27FC236}">
                    <a16:creationId xmlns:a16="http://schemas.microsoft.com/office/drawing/2014/main" id="{84BB12F0-35C1-6714-F4BE-E87FF6CDD5C3}"/>
                  </a:ext>
                </a:extLst>
              </p:cNvPr>
              <p:cNvGrpSpPr>
                <a:grpSpLocks noChangeAspect="1"/>
              </p:cNvGrpSpPr>
              <p:nvPr/>
            </p:nvGrpSpPr>
            <p:grpSpPr>
              <a:xfrm>
                <a:off x="9274171" y="2506981"/>
                <a:ext cx="2365630" cy="3097530"/>
                <a:chOff x="4971431" y="3713559"/>
                <a:chExt cx="2236434" cy="1723924"/>
              </a:xfrm>
            </p:grpSpPr>
            <p:sp>
              <p:nvSpPr>
                <p:cNvPr id="12" name="ComponentBackground3">
                  <a:extLst>
                    <a:ext uri="{FF2B5EF4-FFF2-40B4-BE49-F238E27FC236}">
                      <a16:creationId xmlns:a16="http://schemas.microsoft.com/office/drawing/2014/main" id="{F4A112FF-D60F-416A-4E3B-3BC61D41459D}"/>
                    </a:ext>
                  </a:extLst>
                </p:cNvPr>
                <p:cNvSpPr>
                  <a:spLocks/>
                </p:cNvSpPr>
                <p:nvPr/>
              </p:nvSpPr>
              <p:spPr>
                <a:xfrm>
                  <a:off x="5085731" y="3713559"/>
                  <a:ext cx="2007837" cy="1723924"/>
                </a:xfrm>
                <a:prstGeom prst="roundRect">
                  <a:avLst>
                    <a:gd name="adj" fmla="val 9478"/>
                  </a:avLst>
                </a:prstGeom>
                <a:gradFill>
                  <a:gsLst>
                    <a:gs pos="0">
                      <a:schemeClr val="accent1">
                        <a:lumMod val="45000"/>
                        <a:lumOff val="55000"/>
                        <a:alpha val="50000"/>
                      </a:schemeClr>
                    </a:gs>
                    <a:gs pos="50000">
                      <a:schemeClr val="accent1">
                        <a:lumMod val="30000"/>
                        <a:lumOff val="70000"/>
                        <a:alpha val="0"/>
                      </a:schemeClr>
                    </a:gs>
                  </a:gsLst>
                  <a:lin ang="5400000" scaled="0"/>
                </a:gradFill>
                <a:ln w="12700" cap="rnd">
                  <a:gradFill>
                    <a:gsLst>
                      <a:gs pos="0">
                        <a:schemeClr val="accent1">
                          <a:lumMod val="45000"/>
                          <a:lumOff val="55000"/>
                        </a:schemeClr>
                      </a:gs>
                      <a:gs pos="100000">
                        <a:schemeClr val="accent1">
                          <a:lumMod val="30000"/>
                          <a:lumOff val="70000"/>
                          <a:alpha val="0"/>
                        </a:schemeClr>
                      </a:gs>
                    </a:gsLst>
                    <a:lin ang="5400000" scaled="0"/>
                  </a:gra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endParaRPr lang="zh-CN" altLang="en-US" b="1">
                    <a:solidFill>
                      <a:schemeClr val="accent1"/>
                    </a:solidFill>
                    <a:sym typeface="Arial" panose="020B0604020202020204" pitchFamily="34" charset="0"/>
                  </a:endParaRPr>
                </a:p>
              </p:txBody>
            </p:sp>
            <p:sp>
              <p:nvSpPr>
                <p:cNvPr id="13" name="Text3">
                  <a:extLst>
                    <a:ext uri="{FF2B5EF4-FFF2-40B4-BE49-F238E27FC236}">
                      <a16:creationId xmlns:a16="http://schemas.microsoft.com/office/drawing/2014/main" id="{17B91DC4-EE3F-EEB9-E3E1-EA8C4CA49A90}"/>
                    </a:ext>
                  </a:extLst>
                </p:cNvPr>
                <p:cNvSpPr>
                  <a:spLocks/>
                </p:cNvSpPr>
                <p:nvPr/>
              </p:nvSpPr>
              <p:spPr>
                <a:xfrm>
                  <a:off x="5107094" y="3934076"/>
                  <a:ext cx="1974467" cy="966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50000"/>
                    </a:lnSpc>
                  </a:pPr>
                  <a:r>
                    <a:rPr kumimoji="1" lang="zh-CN" altLang="en-US" sz="1200"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单击此处添加文本单击此处添加文本单击此处添加文本单击此处添加文本</a:t>
                  </a:r>
                  <a:endParaRPr kumimoji="1" lang="en-US" altLang="zh-CN" sz="12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Bullet3">
                  <a:extLst>
                    <a:ext uri="{FF2B5EF4-FFF2-40B4-BE49-F238E27FC236}">
                      <a16:creationId xmlns:a16="http://schemas.microsoft.com/office/drawing/2014/main" id="{EAE3A404-32B5-F706-9E5C-E9FB50232678}"/>
                    </a:ext>
                  </a:extLst>
                </p:cNvPr>
                <p:cNvSpPr>
                  <a:spLocks/>
                </p:cNvSpPr>
                <p:nvPr/>
              </p:nvSpPr>
              <p:spPr>
                <a:xfrm>
                  <a:off x="4971431" y="4923526"/>
                  <a:ext cx="2236434" cy="392788"/>
                </a:xfrm>
                <a:prstGeom prst="roundRect">
                  <a:avLst>
                    <a:gd name="adj" fmla="val 21084"/>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zh-CN" altLang="en-US" b="1" dirty="0">
                      <a:solidFill>
                        <a:srgbClr val="FFFFFF"/>
                      </a:solidFill>
                      <a:cs typeface="+mn-ea"/>
                      <a:sym typeface="Arial" panose="020B0604020202020204" pitchFamily="34" charset="0"/>
                    </a:rPr>
                    <a:t>单击添加小标题</a:t>
                  </a:r>
                  <a:endParaRPr lang="en-US" altLang="zh-CN" b="1" dirty="0">
                    <a:solidFill>
                      <a:srgbClr val="FFFFFF"/>
                    </a:solidFill>
                    <a:cs typeface="+mn-ea"/>
                    <a:sym typeface="Arial" panose="020B0604020202020204" pitchFamily="34" charset="0"/>
                  </a:endParaRPr>
                </a:p>
              </p:txBody>
            </p:sp>
          </p:grpSp>
        </p:grpSp>
        <p:sp>
          <p:nvSpPr>
            <p:cNvPr id="8" name="矩形: 圆角 7">
              <a:extLst>
                <a:ext uri="{FF2B5EF4-FFF2-40B4-BE49-F238E27FC236}">
                  <a16:creationId xmlns:a16="http://schemas.microsoft.com/office/drawing/2014/main" id="{DC5D513D-B159-9A19-52F2-A0B563412B75}"/>
                </a:ext>
              </a:extLst>
            </p:cNvPr>
            <p:cNvSpPr/>
            <p:nvPr/>
          </p:nvSpPr>
          <p:spPr>
            <a:xfrm>
              <a:off x="3160153" y="1605180"/>
              <a:ext cx="1182537" cy="265632"/>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fontScale="40000" lnSpcReduction="20000"/>
            </a:bodyPr>
            <a:lstStyle/>
            <a:p>
              <a:pPr algn="ctr"/>
              <a:endParaRPr lang="zh-CN" altLang="en-US" b="1">
                <a:solidFill>
                  <a:srgbClr val="FFFFFF"/>
                </a:solidFill>
                <a:cs typeface="+mn-ea"/>
              </a:endParaRPr>
            </a:p>
          </p:txBody>
        </p:sp>
      </p:grpSp>
      <p:sp>
        <p:nvSpPr>
          <p:cNvPr id="2" name="标题 1">
            <a:extLst>
              <a:ext uri="{FF2B5EF4-FFF2-40B4-BE49-F238E27FC236}">
                <a16:creationId xmlns:a16="http://schemas.microsoft.com/office/drawing/2014/main" id="{2F60A5B3-BAA4-8777-1ADE-AFC51554BF98}"/>
              </a:ext>
            </a:extLst>
          </p:cNvPr>
          <p:cNvSpPr>
            <a:spLocks noGrp="1"/>
          </p:cNvSpPr>
          <p:nvPr>
            <p:ph type="title"/>
          </p:nvPr>
        </p:nvSpPr>
        <p:spPr/>
        <p:txBody>
          <a:bodyPr/>
          <a:lstStyle/>
          <a:p>
            <a:r>
              <a:rPr lang="zh-CN" altLang="en-US" dirty="0"/>
              <a:t>自我评估与反思</a:t>
            </a:r>
          </a:p>
        </p:txBody>
      </p:sp>
    </p:spTree>
    <p:extLst>
      <p:ext uri="{BB962C8B-B14F-4D97-AF65-F5344CB8AC3E}">
        <p14:creationId xmlns:p14="http://schemas.microsoft.com/office/powerpoint/2010/main" val="3482288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r>
              <a:rPr lang="zh-CN" altLang="en-US" dirty="0"/>
              <a:t>Thank you</a:t>
            </a:r>
            <a:endParaRPr lang="en-US"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r>
              <a:rPr lang="zh-CN" altLang="en-US" dirty="0"/>
              <a:t>20XX.XX.XX</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thm15="http://schemas.microsoft.com/office/thememl/2012/main" xmlns:a="http://schemas.openxmlformats.org/drawingml/2006/main" name="Raven">
  <a:themeElements>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fontScheme name="Raven">
      <a:majorFont>
        <a:latin typeface="Arial"/>
        <a:ea typeface="微软雅黑"/>
        <a:cs typeface=""/>
      </a:majorFont>
      <a:minorFont>
        <a:latin typeface="Arial"/>
        <a:ea typeface="微软雅黑"/>
        <a:cs typeface=""/>
      </a:minorFont>
    </a:fontScheme>
    <a:fmtScheme name="Rave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ven"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2.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3.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4.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5.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6.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7.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ppt/theme/themeOverride8.xml><?xml version="1.0" encoding="utf-8"?>
<a:themeOverride xmlns:a="http://schemas.openxmlformats.org/drawingml/2006/main">
  <a:clrScheme name="Raven">
    <a:dk1>
      <a:srgbClr val="2F2F2F"/>
    </a:dk1>
    <a:lt1>
      <a:srgbClr val="FFFFFF"/>
    </a:lt1>
    <a:dk2>
      <a:srgbClr val="778495"/>
    </a:dk2>
    <a:lt2>
      <a:srgbClr val="F0F0F0"/>
    </a:lt2>
    <a:accent1>
      <a:srgbClr val="60B7AF"/>
    </a:accent1>
    <a:accent2>
      <a:srgbClr val="EABD07"/>
    </a:accent2>
    <a:accent3>
      <a:srgbClr val="80CBC4"/>
    </a:accent3>
    <a:accent4>
      <a:srgbClr val="439CB2"/>
    </a:accent4>
    <a:accent5>
      <a:srgbClr val="59B2AB"/>
    </a:accent5>
    <a:accent6>
      <a:srgbClr val="663333"/>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169</TotalTime>
  <Words>1182</Words>
  <Application>Microsoft Office PowerPoint</Application>
  <PresentationFormat>宽屏</PresentationFormat>
  <Paragraphs>183</Paragraphs>
  <Slides>20</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等线</vt:lpstr>
      <vt:lpstr>Arial</vt:lpstr>
      <vt:lpstr>Raven</vt:lpstr>
      <vt:lpstr>毕业论文中期答辩</vt:lpstr>
      <vt:lpstr>PowerPoint 演示文稿</vt:lpstr>
      <vt:lpstr>—— 论文主题与概述 ——</vt:lpstr>
      <vt:lpstr>论文主题介绍</vt:lpstr>
      <vt:lpstr>研究背景和意义</vt:lpstr>
      <vt:lpstr>研究内容和目标</vt:lpstr>
      <vt:lpstr>—— 研究方法与流程 ——</vt:lpstr>
      <vt:lpstr>研究方法论</vt:lpstr>
      <vt:lpstr>研究流程设计</vt:lpstr>
      <vt:lpstr>数据收集与处理</vt:lpstr>
      <vt:lpstr>研究风险评估</vt:lpstr>
      <vt:lpstr>—— 预期成果与时间计划 ——</vt:lpstr>
      <vt:lpstr>预期成果概述</vt:lpstr>
      <vt:lpstr>时间计划安排</vt:lpstr>
      <vt:lpstr>成果展示方式</vt:lpstr>
      <vt:lpstr>—— 学术交流与反馈 ——</vt:lpstr>
      <vt:lpstr>学术交流活动</vt:lpstr>
      <vt:lpstr>导师反馈与建议</vt:lpstr>
      <vt:lpstr>自我评估与反思</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Mint Memphis Thesis Defense</dc:title>
  <dc:creator>Raven</dc:creator>
  <cp:lastModifiedBy>Raven</cp:lastModifiedBy>
  <cp:revision>77</cp:revision>
  <dcterms:created xsi:type="dcterms:W3CDTF">2023-06-05T05:58:43Z</dcterms:created>
  <dcterms:modified xsi:type="dcterms:W3CDTF">2026-09-22T07:05:15Z</dcterms:modified>
</cp:coreProperties>
</file>