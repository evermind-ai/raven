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2" r:id="rId3"/>
    <p:sldId id="258" r:id="rId4"/>
    <p:sldId id="303" r:id="rId5"/>
    <p:sldId id="302" r:id="rId6"/>
    <p:sldId id="305" r:id="rId7"/>
    <p:sldId id="322" r:id="rId8"/>
    <p:sldId id="263" r:id="rId9"/>
    <p:sldId id="307" r:id="rId10"/>
    <p:sldId id="309" r:id="rId11"/>
    <p:sldId id="315" r:id="rId12"/>
    <p:sldId id="317" r:id="rId13"/>
    <p:sldId id="268" r:id="rId14"/>
    <p:sldId id="295" r:id="rId15"/>
    <p:sldId id="270" r:id="rId16"/>
    <p:sldId id="293" r:id="rId17"/>
    <p:sldId id="290" r:id="rId18"/>
    <p:sldId id="273" r:id="rId19"/>
    <p:sldId id="285" r:id="rId20"/>
    <p:sldId id="286" r:id="rId22"/>
    <p:sldId id="291" r:id="rId23"/>
    <p:sldId id="278" r:id="rId24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75" d="100"/>
          <a:sy n="75" d="100"/>
        </p:scale>
        <p:origin x="822" y="77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D8F9D-5175-4F3D-B476-A1E6E63CFCDD}" type="datetimeFigureOut">
              <a:rPr lang="zh-CN" altLang="en-US" smtClean="0"/>
              <a:t>2024/6/21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DC578-C146-43FF-A763-FB9B4FDB8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4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6F20691-72D8-996E-E3CD-94522ACF7EC7}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0E3CD478-9102-F247-6301-E01A198AA050}"/>
                </a:ext>
              </a:extLst>
            </p:cNvPr>
            <p:cNvGrpSpPr/>
            <p:nvPr userDrawn="1"/>
          </p:nvGrpSpPr>
          <p:grpSpPr>
            <a:xfrm>
              <a:off x="0" y="0"/>
              <a:ext cx="12192001" cy="6858000"/>
              <a:chOff x="0" y="0"/>
              <a:chExt cx="12192001" cy="6858000"/>
            </a:xfrm>
          </p:grpSpPr>
          <p:sp>
            <p:nvSpPr>
              <p:cNvPr id="37" name="任意多边形: 形状 36">
                <a:extLst>
                  <a:ext uri="{FF2B5EF4-FFF2-40B4-BE49-F238E27FC236}">
                    <a16:creationId xmlns:a16="http://schemas.microsoft.com/office/drawing/2014/main" id="{04009566-38F4-5DCC-C342-2D08AEBD3287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0 w 4324608"/>
                  <a:gd name="connsiteY0" fmla="*/ 0 h 6116188"/>
                  <a:gd name="connsiteX1" fmla="*/ 4324609 w 4324608"/>
                  <a:gd name="connsiteY1" fmla="*/ 0 h 6116188"/>
                  <a:gd name="connsiteX2" fmla="*/ 4324609 w 4324608"/>
                  <a:gd name="connsiteY2" fmla="*/ 6116189 h 6116188"/>
                  <a:gd name="connsiteX3" fmla="*/ 0 w 4324608"/>
                  <a:gd name="connsiteY3" fmla="*/ 6116189 h 6116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24608" h="6116188">
                    <a:moveTo>
                      <a:pt x="0" y="0"/>
                    </a:moveTo>
                    <a:lnTo>
                      <a:pt x="4324609" y="0"/>
                    </a:lnTo>
                    <a:lnTo>
                      <a:pt x="4324609" y="6116189"/>
                    </a:lnTo>
                    <a:lnTo>
                      <a:pt x="0" y="6116189"/>
                    </a:ln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4EF95E5-6B48-E91C-E46F-5287BC47676E}"/>
                  </a:ext>
                </a:extLst>
              </p:cNvPr>
              <p:cNvSpPr/>
              <p:nvPr userDrawn="1"/>
            </p:nvSpPr>
            <p:spPr>
              <a:xfrm>
                <a:off x="10133395" y="2076964"/>
                <a:ext cx="2058606" cy="84573"/>
              </a:xfrm>
              <a:prstGeom prst="rect">
                <a:avLst/>
              </a:pr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55B99617-EA28-687E-3D4C-849276DBFA8A}"/>
                  </a:ext>
                </a:extLst>
              </p:cNvPr>
              <p:cNvSpPr/>
              <p:nvPr userDrawn="1"/>
            </p:nvSpPr>
            <p:spPr>
              <a:xfrm>
                <a:off x="1193350" y="5364890"/>
                <a:ext cx="1879157" cy="84573"/>
              </a:xfrm>
              <a:prstGeom prst="rect">
                <a:avLst/>
              </a:pr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F67EF6D3-0352-1194-35FD-9D2A9458B6C1}"/>
                  </a:ext>
                </a:extLst>
              </p:cNvPr>
              <p:cNvSpPr/>
              <p:nvPr userDrawn="1"/>
            </p:nvSpPr>
            <p:spPr>
              <a:xfrm>
                <a:off x="1" y="997503"/>
                <a:ext cx="1181695" cy="84573"/>
              </a:xfrm>
              <a:prstGeom prst="rect">
                <a:avLst/>
              </a:pr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87C29A32-72B6-7555-6A53-3F81F27B0508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4C250E20-3F64-83E5-D2DA-5EC66C9A421A}"/>
                  </a:ext>
                </a:extLst>
              </p:cNvPr>
              <p:cNvSpPr/>
              <p:nvPr userDrawn="1"/>
            </p:nvSpPr>
            <p:spPr>
              <a:xfrm>
                <a:off x="4158366" y="5123862"/>
                <a:ext cx="4663226" cy="1734138"/>
              </a:xfrm>
              <a:custGeom>
                <a:avLst/>
                <a:gdLst>
                  <a:gd name="connsiteX0" fmla="*/ 1808303 w 4663226"/>
                  <a:gd name="connsiteY0" fmla="*/ 890 h 1734138"/>
                  <a:gd name="connsiteX1" fmla="*/ 2569575 w 4663226"/>
                  <a:gd name="connsiteY1" fmla="*/ 230747 h 1734138"/>
                  <a:gd name="connsiteX2" fmla="*/ 3993975 w 4663226"/>
                  <a:gd name="connsiteY2" fmla="*/ 1289811 h 1734138"/>
                  <a:gd name="connsiteX3" fmla="*/ 4510131 w 4663226"/>
                  <a:gd name="connsiteY3" fmla="*/ 1650821 h 1734138"/>
                  <a:gd name="connsiteX4" fmla="*/ 4663226 w 4663226"/>
                  <a:gd name="connsiteY4" fmla="*/ 1734138 h 1734138"/>
                  <a:gd name="connsiteX5" fmla="*/ 0 w 4663226"/>
                  <a:gd name="connsiteY5" fmla="*/ 1734138 h 1734138"/>
                  <a:gd name="connsiteX6" fmla="*/ 13057 w 4663226"/>
                  <a:gd name="connsiteY6" fmla="*/ 1710755 h 1734138"/>
                  <a:gd name="connsiteX7" fmla="*/ 1117779 w 4663226"/>
                  <a:gd name="connsiteY7" fmla="*/ 230747 h 1734138"/>
                  <a:gd name="connsiteX8" fmla="*/ 1808303 w 4663226"/>
                  <a:gd name="connsiteY8" fmla="*/ 890 h 173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63226" h="1734138">
                    <a:moveTo>
                      <a:pt x="1808303" y="890"/>
                    </a:moveTo>
                    <a:cubicBezTo>
                      <a:pt x="2041645" y="-8683"/>
                      <a:pt x="2286778" y="58364"/>
                      <a:pt x="2569575" y="230747"/>
                    </a:cubicBezTo>
                    <a:cubicBezTo>
                      <a:pt x="3135166" y="575516"/>
                      <a:pt x="3532743" y="893527"/>
                      <a:pt x="3993975" y="1289811"/>
                    </a:cubicBezTo>
                    <a:cubicBezTo>
                      <a:pt x="4166865" y="1438417"/>
                      <a:pt x="4346319" y="1556942"/>
                      <a:pt x="4510131" y="1650821"/>
                    </a:cubicBezTo>
                    <a:lnTo>
                      <a:pt x="4663226" y="1734138"/>
                    </a:lnTo>
                    <a:lnTo>
                      <a:pt x="0" y="1734138"/>
                    </a:lnTo>
                    <a:lnTo>
                      <a:pt x="13057" y="1710755"/>
                    </a:lnTo>
                    <a:cubicBezTo>
                      <a:pt x="248701" y="1292847"/>
                      <a:pt x="764188" y="431888"/>
                      <a:pt x="1117779" y="230747"/>
                    </a:cubicBezTo>
                    <a:cubicBezTo>
                      <a:pt x="1353411" y="96654"/>
                      <a:pt x="1574962" y="10463"/>
                      <a:pt x="1808303" y="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BD44E203-1E21-E4B1-D67D-C555F4EBF511}"/>
                  </a:ext>
                </a:extLst>
              </p:cNvPr>
              <p:cNvSpPr/>
              <p:nvPr userDrawn="1"/>
            </p:nvSpPr>
            <p:spPr>
              <a:xfrm>
                <a:off x="9445783" y="4796043"/>
                <a:ext cx="2746217" cy="2061957"/>
              </a:xfrm>
              <a:custGeom>
                <a:avLst/>
                <a:gdLst>
                  <a:gd name="connsiteX0" fmla="*/ 2746217 w 2746217"/>
                  <a:gd name="connsiteY0" fmla="*/ 0 h 2061957"/>
                  <a:gd name="connsiteX1" fmla="*/ 2746217 w 2746217"/>
                  <a:gd name="connsiteY1" fmla="*/ 2061957 h 2061957"/>
                  <a:gd name="connsiteX2" fmla="*/ 0 w 2746217"/>
                  <a:gd name="connsiteY2" fmla="*/ 2061957 h 2061957"/>
                  <a:gd name="connsiteX3" fmla="*/ 349726 w 2746217"/>
                  <a:gd name="connsiteY3" fmla="*/ 1874557 h 2061957"/>
                  <a:gd name="connsiteX4" fmla="*/ 755116 w 2746217"/>
                  <a:gd name="connsiteY4" fmla="*/ 1635967 h 2061957"/>
                  <a:gd name="connsiteX5" fmla="*/ 1634950 w 2746217"/>
                  <a:gd name="connsiteY5" fmla="*/ 914599 h 2061957"/>
                  <a:gd name="connsiteX6" fmla="*/ 2744122 w 2746217"/>
                  <a:gd name="connsiteY6" fmla="*/ 2261 h 206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46217" h="2061957">
                    <a:moveTo>
                      <a:pt x="2746217" y="0"/>
                    </a:moveTo>
                    <a:lnTo>
                      <a:pt x="2746217" y="2061957"/>
                    </a:lnTo>
                    <a:lnTo>
                      <a:pt x="0" y="2061957"/>
                    </a:lnTo>
                    <a:lnTo>
                      <a:pt x="349726" y="1874557"/>
                    </a:lnTo>
                    <a:cubicBezTo>
                      <a:pt x="487993" y="1796280"/>
                      <a:pt x="623122" y="1716123"/>
                      <a:pt x="755116" y="1635967"/>
                    </a:cubicBezTo>
                    <a:cubicBezTo>
                      <a:pt x="1283095" y="1315341"/>
                      <a:pt x="1333251" y="1275360"/>
                      <a:pt x="1634950" y="914599"/>
                    </a:cubicBezTo>
                    <a:cubicBezTo>
                      <a:pt x="1898938" y="598933"/>
                      <a:pt x="2578386" y="160588"/>
                      <a:pt x="2744122" y="2261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6A369FC4-2B83-B29A-FD6A-C3133F9ADBDA}"/>
                  </a:ext>
                </a:extLst>
              </p:cNvPr>
              <p:cNvSpPr/>
              <p:nvPr userDrawn="1"/>
            </p:nvSpPr>
            <p:spPr>
              <a:xfrm>
                <a:off x="0" y="2636452"/>
                <a:ext cx="2060454" cy="3013961"/>
              </a:xfrm>
              <a:custGeom>
                <a:avLst/>
                <a:gdLst>
                  <a:gd name="connsiteX0" fmla="*/ 553472 w 2060454"/>
                  <a:gd name="connsiteY0" fmla="*/ 0 h 3013961"/>
                  <a:gd name="connsiteX1" fmla="*/ 2060454 w 2060454"/>
                  <a:gd name="connsiteY1" fmla="*/ 1506981 h 3013961"/>
                  <a:gd name="connsiteX2" fmla="*/ 553472 w 2060454"/>
                  <a:gd name="connsiteY2" fmla="*/ 3013961 h 3013961"/>
                  <a:gd name="connsiteX3" fmla="*/ 105342 w 2060454"/>
                  <a:gd name="connsiteY3" fmla="*/ 2946210 h 3013961"/>
                  <a:gd name="connsiteX4" fmla="*/ 0 w 2060454"/>
                  <a:gd name="connsiteY4" fmla="*/ 2907655 h 3013961"/>
                  <a:gd name="connsiteX5" fmla="*/ 0 w 2060454"/>
                  <a:gd name="connsiteY5" fmla="*/ 106306 h 3013961"/>
                  <a:gd name="connsiteX6" fmla="*/ 105342 w 2060454"/>
                  <a:gd name="connsiteY6" fmla="*/ 67751 h 3013961"/>
                  <a:gd name="connsiteX7" fmla="*/ 553472 w 2060454"/>
                  <a:gd name="connsiteY7" fmla="*/ 0 h 301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0454" h="3013961">
                    <a:moveTo>
                      <a:pt x="553472" y="0"/>
                    </a:moveTo>
                    <a:cubicBezTo>
                      <a:pt x="1385754" y="0"/>
                      <a:pt x="2060454" y="674698"/>
                      <a:pt x="2060454" y="1506981"/>
                    </a:cubicBezTo>
                    <a:cubicBezTo>
                      <a:pt x="2060454" y="2339263"/>
                      <a:pt x="1385754" y="3013961"/>
                      <a:pt x="553472" y="3013961"/>
                    </a:cubicBezTo>
                    <a:cubicBezTo>
                      <a:pt x="397419" y="3013961"/>
                      <a:pt x="246906" y="2990241"/>
                      <a:pt x="105342" y="2946210"/>
                    </a:cubicBezTo>
                    <a:lnTo>
                      <a:pt x="0" y="2907655"/>
                    </a:lnTo>
                    <a:lnTo>
                      <a:pt x="0" y="106306"/>
                    </a:lnTo>
                    <a:lnTo>
                      <a:pt x="105342" y="67751"/>
                    </a:lnTo>
                    <a:cubicBezTo>
                      <a:pt x="246906" y="23720"/>
                      <a:pt x="397419" y="0"/>
                      <a:pt x="553472" y="0"/>
                    </a:cubicBezTo>
                    <a:close/>
                  </a:path>
                </a:pathLst>
              </a:custGeom>
              <a:solidFill>
                <a:schemeClr val="accent3">
                  <a:alpha val="4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09E34AFB-3A02-5B44-ED39-BFC689462ACC}"/>
                  </a:ext>
                </a:extLst>
              </p:cNvPr>
              <p:cNvSpPr/>
              <p:nvPr userDrawn="1"/>
            </p:nvSpPr>
            <p:spPr>
              <a:xfrm>
                <a:off x="5946123" y="0"/>
                <a:ext cx="3106679" cy="1930848"/>
              </a:xfrm>
              <a:custGeom>
                <a:avLst/>
                <a:gdLst>
                  <a:gd name="connsiteX0" fmla="*/ 48132 w 3106679"/>
                  <a:gd name="connsiteY0" fmla="*/ 0 h 1930848"/>
                  <a:gd name="connsiteX1" fmla="*/ 3058547 w 3106679"/>
                  <a:gd name="connsiteY1" fmla="*/ 0 h 1930848"/>
                  <a:gd name="connsiteX2" fmla="*/ 3075121 w 3106679"/>
                  <a:gd name="connsiteY2" fmla="*/ 64458 h 1930848"/>
                  <a:gd name="connsiteX3" fmla="*/ 3106679 w 3106679"/>
                  <a:gd name="connsiteY3" fmla="*/ 377510 h 1930848"/>
                  <a:gd name="connsiteX4" fmla="*/ 1553339 w 3106679"/>
                  <a:gd name="connsiteY4" fmla="*/ 1930848 h 1930848"/>
                  <a:gd name="connsiteX5" fmla="*/ 0 w 3106679"/>
                  <a:gd name="connsiteY5" fmla="*/ 377510 h 1930848"/>
                  <a:gd name="connsiteX6" fmla="*/ 31559 w 3106679"/>
                  <a:gd name="connsiteY6" fmla="*/ 64458 h 1930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6679" h="1930848">
                    <a:moveTo>
                      <a:pt x="48132" y="0"/>
                    </a:moveTo>
                    <a:lnTo>
                      <a:pt x="3058547" y="0"/>
                    </a:lnTo>
                    <a:lnTo>
                      <a:pt x="3075121" y="64458"/>
                    </a:lnTo>
                    <a:cubicBezTo>
                      <a:pt x="3095813" y="165577"/>
                      <a:pt x="3106679" y="270275"/>
                      <a:pt x="3106679" y="377510"/>
                    </a:cubicBezTo>
                    <a:cubicBezTo>
                      <a:pt x="3106679" y="1235395"/>
                      <a:pt x="2411224" y="1930848"/>
                      <a:pt x="1553339" y="1930848"/>
                    </a:cubicBezTo>
                    <a:cubicBezTo>
                      <a:pt x="695454" y="1930848"/>
                      <a:pt x="0" y="1235395"/>
                      <a:pt x="0" y="377510"/>
                    </a:cubicBezTo>
                    <a:cubicBezTo>
                      <a:pt x="0" y="270275"/>
                      <a:pt x="10867" y="165577"/>
                      <a:pt x="31559" y="6445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" name="组合 2"/>
              <p:cNvGrpSpPr/>
              <p:nvPr userDrawn="1"/>
            </p:nvGrpSpPr>
            <p:grpSpPr>
              <a:xfrm rot="10800000">
                <a:off x="590849" y="1744431"/>
                <a:ext cx="4680398" cy="4508451"/>
                <a:chOff x="6795998" y="605118"/>
                <a:chExt cx="4680398" cy="4508451"/>
              </a:xfrm>
            </p:grpSpPr>
            <p:cxnSp>
              <p:nvCxnSpPr>
                <p:cNvPr id="8" name="直接连接符 7"/>
                <p:cNvCxnSpPr>
                  <a:cxnSpLocks/>
                </p:cNvCxnSpPr>
                <p:nvPr/>
              </p:nvCxnSpPr>
              <p:spPr>
                <a:xfrm rot="10800000" flipV="1">
                  <a:off x="11476396" y="605118"/>
                  <a:ext cx="0" cy="45084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接连接符 9"/>
                <p:cNvCxnSpPr>
                  <a:cxnSpLocks/>
                </p:cNvCxnSpPr>
                <p:nvPr/>
              </p:nvCxnSpPr>
              <p:spPr>
                <a:xfrm rot="10800000">
                  <a:off x="6795998" y="605118"/>
                  <a:ext cx="468039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组合 18"/>
              <p:cNvGrpSpPr/>
              <p:nvPr userDrawn="1"/>
            </p:nvGrpSpPr>
            <p:grpSpPr>
              <a:xfrm>
                <a:off x="6911788" y="605115"/>
                <a:ext cx="4689361" cy="4508453"/>
                <a:chOff x="6787035" y="605115"/>
                <a:chExt cx="4689361" cy="4508453"/>
              </a:xfrm>
            </p:grpSpPr>
            <p:cxnSp>
              <p:nvCxnSpPr>
                <p:cNvPr id="20" name="直接连接符 19"/>
                <p:cNvCxnSpPr>
                  <a:cxnSpLocks/>
                </p:cNvCxnSpPr>
                <p:nvPr/>
              </p:nvCxnSpPr>
              <p:spPr>
                <a:xfrm>
                  <a:off x="11476396" y="605115"/>
                  <a:ext cx="0" cy="45084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>
                  <a:cxnSpLocks/>
                </p:cNvCxnSpPr>
                <p:nvPr/>
              </p:nvCxnSpPr>
              <p:spPr>
                <a:xfrm flipH="1">
                  <a:off x="6787035" y="605118"/>
                  <a:ext cx="468936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组合 22"/>
              <p:cNvGrpSpPr/>
              <p:nvPr userDrawn="1"/>
            </p:nvGrpSpPr>
            <p:grpSpPr>
              <a:xfrm>
                <a:off x="2027516" y="1271377"/>
                <a:ext cx="8543363" cy="3707234"/>
                <a:chOff x="2013155" y="1426104"/>
                <a:chExt cx="8543363" cy="3707234"/>
              </a:xfrm>
            </p:grpSpPr>
            <p:sp>
              <p:nvSpPr>
                <p:cNvPr id="25" name="椭圆 24"/>
                <p:cNvSpPr/>
                <p:nvPr/>
              </p:nvSpPr>
              <p:spPr>
                <a:xfrm rot="20975927">
                  <a:off x="2013155" y="1785841"/>
                  <a:ext cx="8543363" cy="3011519"/>
                </a:xfrm>
                <a:prstGeom prst="ellips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7" name="任意多边形: 形状 26"/>
                <p:cNvSpPr/>
                <p:nvPr/>
              </p:nvSpPr>
              <p:spPr>
                <a:xfrm rot="10800000" flipV="1">
                  <a:off x="9197486" y="1426104"/>
                  <a:ext cx="593230" cy="629848"/>
                </a:xfrm>
                <a:custGeom>
                  <a:avLst/>
                  <a:gdLst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6905" h="846095">
                      <a:moveTo>
                        <a:pt x="0" y="423048"/>
                      </a:moveTo>
                      <a:cubicBezTo>
                        <a:pt x="0" y="407629"/>
                        <a:pt x="242754" y="416817"/>
                        <a:pt x="309163" y="346309"/>
                      </a:cubicBezTo>
                      <a:cubicBezTo>
                        <a:pt x="375572" y="275801"/>
                        <a:pt x="378850" y="6350"/>
                        <a:pt x="398453" y="0"/>
                      </a:cubicBezTo>
                      <a:cubicBezTo>
                        <a:pt x="412976" y="0"/>
                        <a:pt x="406093" y="268181"/>
                        <a:pt x="472502" y="338689"/>
                      </a:cubicBezTo>
                      <a:cubicBezTo>
                        <a:pt x="538911" y="409197"/>
                        <a:pt x="796905" y="407629"/>
                        <a:pt x="796905" y="423048"/>
                      </a:cubicBezTo>
                      <a:cubicBezTo>
                        <a:pt x="689723" y="443230"/>
                        <a:pt x="542959" y="413086"/>
                        <a:pt x="475360" y="483594"/>
                      </a:cubicBezTo>
                      <a:cubicBezTo>
                        <a:pt x="407761" y="554102"/>
                        <a:pt x="405833" y="846095"/>
                        <a:pt x="391310" y="846095"/>
                      </a:cubicBezTo>
                      <a:cubicBezTo>
                        <a:pt x="374405" y="733992"/>
                        <a:pt x="370095" y="577914"/>
                        <a:pt x="340596" y="509787"/>
                      </a:cubicBezTo>
                      <a:cubicBezTo>
                        <a:pt x="311097" y="441660"/>
                        <a:pt x="7620" y="443548"/>
                        <a:pt x="0" y="4230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8" name="任意多边形: 形状 27"/>
                <p:cNvSpPr/>
                <p:nvPr/>
              </p:nvSpPr>
              <p:spPr>
                <a:xfrm rot="10800000" flipV="1">
                  <a:off x="2147841" y="4287243"/>
                  <a:ext cx="796905" cy="846095"/>
                </a:xfrm>
                <a:custGeom>
                  <a:avLst/>
                  <a:gdLst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6905" h="846095">
                      <a:moveTo>
                        <a:pt x="0" y="423048"/>
                      </a:moveTo>
                      <a:cubicBezTo>
                        <a:pt x="0" y="407629"/>
                        <a:pt x="242754" y="416817"/>
                        <a:pt x="309163" y="346309"/>
                      </a:cubicBezTo>
                      <a:cubicBezTo>
                        <a:pt x="375572" y="275801"/>
                        <a:pt x="378850" y="6350"/>
                        <a:pt x="398453" y="0"/>
                      </a:cubicBezTo>
                      <a:cubicBezTo>
                        <a:pt x="412976" y="0"/>
                        <a:pt x="406093" y="268181"/>
                        <a:pt x="472502" y="338689"/>
                      </a:cubicBezTo>
                      <a:cubicBezTo>
                        <a:pt x="538911" y="409197"/>
                        <a:pt x="796905" y="407629"/>
                        <a:pt x="796905" y="423048"/>
                      </a:cubicBezTo>
                      <a:cubicBezTo>
                        <a:pt x="689723" y="443230"/>
                        <a:pt x="542959" y="413086"/>
                        <a:pt x="475360" y="483594"/>
                      </a:cubicBezTo>
                      <a:cubicBezTo>
                        <a:pt x="407761" y="554102"/>
                        <a:pt x="405833" y="846095"/>
                        <a:pt x="391310" y="846095"/>
                      </a:cubicBezTo>
                      <a:cubicBezTo>
                        <a:pt x="374405" y="733992"/>
                        <a:pt x="370095" y="577914"/>
                        <a:pt x="340596" y="509787"/>
                      </a:cubicBezTo>
                      <a:cubicBezTo>
                        <a:pt x="311097" y="441660"/>
                        <a:pt x="7620" y="443548"/>
                        <a:pt x="0" y="4230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</p:grpSp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1532966"/>
            <a:ext cx="10858499" cy="2098488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200" b="1">
                <a:ln w="19050">
                  <a:noFill/>
                </a:ln>
                <a:solidFill>
                  <a:schemeClr val="tx1"/>
                </a:solidFill>
                <a:latin typeface="+mj-ea"/>
                <a:ea typeface="+mj-ea"/>
                <a:cs typeface="Oriya MN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3" y="3786744"/>
            <a:ext cx="10858497" cy="64480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800" b="0" dirty="0">
                <a:solidFill>
                  <a:schemeClr val="tx1"/>
                </a:solidFill>
                <a:latin typeface="Oriya MN" pitchFamily="2" charset="0"/>
                <a:cs typeface="Oriya MN" pitchFamily="2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299198" y="5734974"/>
            <a:ext cx="5232402" cy="276999"/>
          </a:xfrm>
          <a:prstGeom prst="rect">
            <a:avLst/>
          </a:prstGeom>
        </p:spPr>
        <p:txBody>
          <a:bodyPr wrap="square" lIns="9000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34975"/>
            <a:ext cx="5232402" cy="276999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/>
              <a:t>www.islide.cc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F21DCE0C-47FE-A536-E704-C7F743645485}"/>
              </a:ext>
            </a:extLst>
          </p:cNvPr>
          <p:cNvGrpSpPr/>
          <p:nvPr userDrawn="1"/>
        </p:nvGrpSpPr>
        <p:grpSpPr>
          <a:xfrm>
            <a:off x="84724" y="1"/>
            <a:ext cx="12107276" cy="6684008"/>
            <a:chOff x="84724" y="1"/>
            <a:chExt cx="12107276" cy="66840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2A201BA-C13D-DCC7-1D32-4AB6D59D08CE}"/>
                </a:ext>
              </a:extLst>
            </p:cNvPr>
            <p:cNvSpPr>
              <a:spLocks/>
            </p:cNvSpPr>
            <p:nvPr/>
          </p:nvSpPr>
          <p:spPr>
            <a:xfrm>
              <a:off x="660402" y="1028700"/>
              <a:ext cx="10858498" cy="4800603"/>
            </a:xfrm>
            <a:prstGeom prst="roundRect">
              <a:avLst>
                <a:gd name="adj" fmla="val 2446"/>
              </a:avLst>
            </a:pr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2000" b="1" dirty="0">
                <a:solidFill>
                  <a:schemeClr val="bg1"/>
                </a:solidFill>
              </a:endParaRPr>
            </a:p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圆: 空心 11">
              <a:extLst>
                <a:ext uri="{FF2B5EF4-FFF2-40B4-BE49-F238E27FC236}">
                  <a16:creationId xmlns:a16="http://schemas.microsoft.com/office/drawing/2014/main" id="{11152C11-6E8F-F3E3-94FC-FEC9F6FACACE}"/>
                </a:ext>
              </a:extLst>
            </p:cNvPr>
            <p:cNvSpPr/>
            <p:nvPr/>
          </p:nvSpPr>
          <p:spPr>
            <a:xfrm>
              <a:off x="921660" y="5525769"/>
              <a:ext cx="644071" cy="644071"/>
            </a:xfrm>
            <a:prstGeom prst="donut">
              <a:avLst>
                <a:gd name="adj" fmla="val 14936"/>
              </a:avLst>
            </a:pr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lIns="91440" tIns="93600" rIns="91440" bIns="45720" rtlCol="0" anchor="ctr"/>
            <a:lstStyle/>
            <a:p>
              <a:pPr algn="ctr"/>
              <a:endParaRPr kumimoji="1" lang="zh-CN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5480F5CE-96D8-4F99-CA75-47450B83ECA4}"/>
                </a:ext>
              </a:extLst>
            </p:cNvPr>
            <p:cNvSpPr/>
            <p:nvPr/>
          </p:nvSpPr>
          <p:spPr>
            <a:xfrm>
              <a:off x="9853464" y="1"/>
              <a:ext cx="2338536" cy="2644245"/>
            </a:xfrm>
            <a:custGeom>
              <a:avLst/>
              <a:gdLst>
                <a:gd name="connsiteX0" fmla="*/ 227320 w 2338536"/>
                <a:gd name="connsiteY0" fmla="*/ 0 h 2644245"/>
                <a:gd name="connsiteX1" fmla="*/ 2338536 w 2338536"/>
                <a:gd name="connsiteY1" fmla="*/ 0 h 2644245"/>
                <a:gd name="connsiteX2" fmla="*/ 2338536 w 2338536"/>
                <a:gd name="connsiteY2" fmla="*/ 2551925 h 2644245"/>
                <a:gd name="connsiteX3" fmla="*/ 2304488 w 2338536"/>
                <a:gd name="connsiteY3" fmla="*/ 2564387 h 2644245"/>
                <a:gd name="connsiteX4" fmla="*/ 1776277 w 2338536"/>
                <a:gd name="connsiteY4" fmla="*/ 2644245 h 2644245"/>
                <a:gd name="connsiteX5" fmla="*/ 0 w 2338536"/>
                <a:gd name="connsiteY5" fmla="*/ 867968 h 2644245"/>
                <a:gd name="connsiteX6" fmla="*/ 214387 w 2338536"/>
                <a:gd name="connsiteY6" fmla="*/ 21289 h 26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38536" h="2644245">
                  <a:moveTo>
                    <a:pt x="227320" y="0"/>
                  </a:moveTo>
                  <a:lnTo>
                    <a:pt x="2338536" y="0"/>
                  </a:lnTo>
                  <a:lnTo>
                    <a:pt x="2338536" y="2551925"/>
                  </a:lnTo>
                  <a:lnTo>
                    <a:pt x="2304488" y="2564387"/>
                  </a:lnTo>
                  <a:cubicBezTo>
                    <a:pt x="2137626" y="2616287"/>
                    <a:pt x="1960217" y="2644245"/>
                    <a:pt x="1776277" y="2644245"/>
                  </a:cubicBezTo>
                  <a:cubicBezTo>
                    <a:pt x="795266" y="2644245"/>
                    <a:pt x="0" y="1848979"/>
                    <a:pt x="0" y="867968"/>
                  </a:cubicBezTo>
                  <a:cubicBezTo>
                    <a:pt x="0" y="561402"/>
                    <a:pt x="77663" y="272975"/>
                    <a:pt x="214387" y="21289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/>
            </a:ln>
          </p:spPr>
          <p:txBody>
            <a:bodyPr lIns="91440" tIns="93600" rIns="91440" bIns="45720" rtlCol="0" anchor="ctr"/>
            <a:lstStyle/>
            <a:p>
              <a:pPr algn="ctr"/>
              <a:endParaRPr kumimoji="1" lang="zh-CN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15" name="空心弧 14">
              <a:extLst>
                <a:ext uri="{FF2B5EF4-FFF2-40B4-BE49-F238E27FC236}">
                  <a16:creationId xmlns:a16="http://schemas.microsoft.com/office/drawing/2014/main" id="{B5D4980B-852F-98EE-BFEF-37897C8278EF}"/>
                </a:ext>
              </a:extLst>
            </p:cNvPr>
            <p:cNvSpPr/>
            <p:nvPr/>
          </p:nvSpPr>
          <p:spPr>
            <a:xfrm>
              <a:off x="8640537" y="146192"/>
              <a:ext cx="3158671" cy="3158671"/>
            </a:xfrm>
            <a:prstGeom prst="blockArc">
              <a:avLst>
                <a:gd name="adj1" fmla="val 21550601"/>
                <a:gd name="adj2" fmla="val 5291015"/>
                <a:gd name="adj3" fmla="val 2183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10A8804-095E-3844-2228-2594DCACE443}"/>
                </a:ext>
              </a:extLst>
            </p:cNvPr>
            <p:cNvGrpSpPr/>
            <p:nvPr/>
          </p:nvGrpSpPr>
          <p:grpSpPr>
            <a:xfrm>
              <a:off x="261257" y="173990"/>
              <a:ext cx="11698514" cy="6510019"/>
              <a:chOff x="590849" y="605115"/>
              <a:chExt cx="11010300" cy="5647767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BB36B78A-CF74-B700-7CD8-768733D76B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590849" y="1744431"/>
                <a:ext cx="0" cy="45084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1479C31-0A09-2246-EF91-247906A606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90849" y="6252882"/>
                <a:ext cx="468039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47537F2-A699-E8C0-9C79-1EF76049CA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601149" y="605115"/>
                <a:ext cx="0" cy="45084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6A0DFFE7-8950-8859-9B16-EDEBF84A1A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6911788" y="605118"/>
                <a:ext cx="46893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9540F6E3-5DD6-3F5F-36E3-38E1D29FA387}"/>
                </a:ext>
              </a:extLst>
            </p:cNvPr>
            <p:cNvSpPr/>
            <p:nvPr/>
          </p:nvSpPr>
          <p:spPr>
            <a:xfrm rot="10800000" flipV="1">
              <a:off x="11788047" y="5416160"/>
              <a:ext cx="372476" cy="395468"/>
            </a:xfrm>
            <a:custGeom>
              <a:avLst/>
              <a:gdLst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6905" h="846095">
                  <a:moveTo>
                    <a:pt x="0" y="423048"/>
                  </a:moveTo>
                  <a:cubicBezTo>
                    <a:pt x="0" y="407629"/>
                    <a:pt x="242754" y="416817"/>
                    <a:pt x="309163" y="346309"/>
                  </a:cubicBezTo>
                  <a:cubicBezTo>
                    <a:pt x="375572" y="275801"/>
                    <a:pt x="378850" y="6350"/>
                    <a:pt x="398453" y="0"/>
                  </a:cubicBezTo>
                  <a:cubicBezTo>
                    <a:pt x="412976" y="0"/>
                    <a:pt x="406093" y="268181"/>
                    <a:pt x="472502" y="338689"/>
                  </a:cubicBezTo>
                  <a:cubicBezTo>
                    <a:pt x="538911" y="409197"/>
                    <a:pt x="796905" y="407629"/>
                    <a:pt x="796905" y="423048"/>
                  </a:cubicBezTo>
                  <a:cubicBezTo>
                    <a:pt x="689723" y="443230"/>
                    <a:pt x="542959" y="413086"/>
                    <a:pt x="475360" y="483594"/>
                  </a:cubicBezTo>
                  <a:cubicBezTo>
                    <a:pt x="407761" y="554102"/>
                    <a:pt x="405833" y="846095"/>
                    <a:pt x="391310" y="846095"/>
                  </a:cubicBezTo>
                  <a:cubicBezTo>
                    <a:pt x="374405" y="733992"/>
                    <a:pt x="370095" y="577914"/>
                    <a:pt x="340596" y="509787"/>
                  </a:cubicBezTo>
                  <a:cubicBezTo>
                    <a:pt x="311097" y="441660"/>
                    <a:pt x="7620" y="443548"/>
                    <a:pt x="0" y="4230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2CA17420-75A6-83D7-EDA9-78B32676E9C0}"/>
                </a:ext>
              </a:extLst>
            </p:cNvPr>
            <p:cNvSpPr/>
            <p:nvPr/>
          </p:nvSpPr>
          <p:spPr>
            <a:xfrm rot="10800000" flipV="1">
              <a:off x="84724" y="1091778"/>
              <a:ext cx="372476" cy="395468"/>
            </a:xfrm>
            <a:custGeom>
              <a:avLst/>
              <a:gdLst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6905" h="846095">
                  <a:moveTo>
                    <a:pt x="0" y="423048"/>
                  </a:moveTo>
                  <a:cubicBezTo>
                    <a:pt x="0" y="407629"/>
                    <a:pt x="242754" y="416817"/>
                    <a:pt x="309163" y="346309"/>
                  </a:cubicBezTo>
                  <a:cubicBezTo>
                    <a:pt x="375572" y="275801"/>
                    <a:pt x="378850" y="6350"/>
                    <a:pt x="398453" y="0"/>
                  </a:cubicBezTo>
                  <a:cubicBezTo>
                    <a:pt x="412976" y="0"/>
                    <a:pt x="406093" y="268181"/>
                    <a:pt x="472502" y="338689"/>
                  </a:cubicBezTo>
                  <a:cubicBezTo>
                    <a:pt x="538911" y="409197"/>
                    <a:pt x="796905" y="407629"/>
                    <a:pt x="796905" y="423048"/>
                  </a:cubicBezTo>
                  <a:cubicBezTo>
                    <a:pt x="689723" y="443230"/>
                    <a:pt x="542959" y="413086"/>
                    <a:pt x="475360" y="483594"/>
                  </a:cubicBezTo>
                  <a:cubicBezTo>
                    <a:pt x="407761" y="554102"/>
                    <a:pt x="405833" y="846095"/>
                    <a:pt x="391310" y="846095"/>
                  </a:cubicBezTo>
                  <a:cubicBezTo>
                    <a:pt x="374405" y="733992"/>
                    <a:pt x="370095" y="577914"/>
                    <a:pt x="340596" y="509787"/>
                  </a:cubicBezTo>
                  <a:cubicBezTo>
                    <a:pt x="311097" y="441660"/>
                    <a:pt x="7620" y="443548"/>
                    <a:pt x="0" y="4230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75c54685-e53e-4803-b7c3-92f8a00828b0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: 形状 12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日期占位符 22">
            <a:extLst>
              <a:ext uri="{FF2B5EF4-FFF2-40B4-BE49-F238E27FC236}">
                <a16:creationId xmlns:a16="http://schemas.microsoft.com/office/drawing/2014/main" id="{3B52E82B-B27F-39BC-BCD8-099AF7FE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页脚占位符 23">
            <a:extLst>
              <a:ext uri="{FF2B5EF4-FFF2-40B4-BE49-F238E27FC236}">
                <a16:creationId xmlns:a16="http://schemas.microsoft.com/office/drawing/2014/main" id="{850EB2BA-9E2A-2F07-ADA1-6AE56F54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灯片编号占位符 24">
            <a:extLst>
              <a:ext uri="{FF2B5EF4-FFF2-40B4-BE49-F238E27FC236}">
                <a16:creationId xmlns:a16="http://schemas.microsoft.com/office/drawing/2014/main" id="{836F8E43-8714-55E7-A73D-0227A5EB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9443A55B-4D00-C620-B5B7-F8AFFD8331D2}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385C8B1-3292-6CA1-AF89-751F2035C5F7}"/>
                </a:ext>
              </a:extLst>
            </p:cNvPr>
            <p:cNvGrpSpPr/>
            <p:nvPr userDrawn="1"/>
          </p:nvGrpSpPr>
          <p:grpSpPr>
            <a:xfrm>
              <a:off x="0" y="0"/>
              <a:ext cx="12192001" cy="6858000"/>
              <a:chOff x="0" y="0"/>
              <a:chExt cx="12192001" cy="6858000"/>
            </a:xfrm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4D612781-A374-CF8A-0023-4BF68286DEC4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0 w 4324608"/>
                  <a:gd name="connsiteY0" fmla="*/ 0 h 6116188"/>
                  <a:gd name="connsiteX1" fmla="*/ 4324609 w 4324608"/>
                  <a:gd name="connsiteY1" fmla="*/ 0 h 6116188"/>
                  <a:gd name="connsiteX2" fmla="*/ 4324609 w 4324608"/>
                  <a:gd name="connsiteY2" fmla="*/ 6116189 h 6116188"/>
                  <a:gd name="connsiteX3" fmla="*/ 0 w 4324608"/>
                  <a:gd name="connsiteY3" fmla="*/ 6116189 h 6116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24608" h="6116188">
                    <a:moveTo>
                      <a:pt x="0" y="0"/>
                    </a:moveTo>
                    <a:lnTo>
                      <a:pt x="4324609" y="0"/>
                    </a:lnTo>
                    <a:lnTo>
                      <a:pt x="4324609" y="6116189"/>
                    </a:lnTo>
                    <a:lnTo>
                      <a:pt x="0" y="6116189"/>
                    </a:ln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31EE93EC-10AC-D69F-9D81-4654CB282B72}"/>
                  </a:ext>
                </a:extLst>
              </p:cNvPr>
              <p:cNvSpPr/>
              <p:nvPr userDrawn="1"/>
            </p:nvSpPr>
            <p:spPr>
              <a:xfrm>
                <a:off x="10133395" y="2076964"/>
                <a:ext cx="2058606" cy="84573"/>
              </a:xfrm>
              <a:prstGeom prst="rect">
                <a:avLst/>
              </a:pr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B8DCF4FF-1C16-B3B4-944B-ACD006A246AA}"/>
                  </a:ext>
                </a:extLst>
              </p:cNvPr>
              <p:cNvSpPr/>
              <p:nvPr userDrawn="1"/>
            </p:nvSpPr>
            <p:spPr>
              <a:xfrm>
                <a:off x="1193350" y="5364890"/>
                <a:ext cx="1879157" cy="84573"/>
              </a:xfrm>
              <a:prstGeom prst="rect">
                <a:avLst/>
              </a:pr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64DD89C-A0D3-5DF1-6170-A006C0B3E6FF}"/>
                  </a:ext>
                </a:extLst>
              </p:cNvPr>
              <p:cNvSpPr/>
              <p:nvPr userDrawn="1"/>
            </p:nvSpPr>
            <p:spPr>
              <a:xfrm>
                <a:off x="1" y="997503"/>
                <a:ext cx="1181695" cy="84573"/>
              </a:xfrm>
              <a:prstGeom prst="rect">
                <a:avLst/>
              </a:pr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63F530F-BE88-B236-4D8E-F7A233A3648E}"/>
                </a:ext>
              </a:extLst>
            </p:cNvPr>
            <p:cNvGrpSpPr/>
            <p:nvPr userDrawn="1"/>
          </p:nvGrpSpPr>
          <p:grpSpPr>
            <a:xfrm>
              <a:off x="0" y="605115"/>
              <a:ext cx="12192000" cy="6252885"/>
              <a:chOff x="0" y="605115"/>
              <a:chExt cx="12192000" cy="6252885"/>
            </a:xfrm>
          </p:grpSpPr>
          <p:sp>
            <p:nvSpPr>
              <p:cNvPr id="9" name="任意多边形: 形状 8">
                <a:extLst>
                  <a:ext uri="{FF2B5EF4-FFF2-40B4-BE49-F238E27FC236}">
                    <a16:creationId xmlns:a16="http://schemas.microsoft.com/office/drawing/2014/main" id="{90E49B4A-070F-57FC-9570-E024804476A0}"/>
                  </a:ext>
                </a:extLst>
              </p:cNvPr>
              <p:cNvSpPr/>
              <p:nvPr userDrawn="1"/>
            </p:nvSpPr>
            <p:spPr>
              <a:xfrm>
                <a:off x="4158366" y="5123862"/>
                <a:ext cx="4663226" cy="1734138"/>
              </a:xfrm>
              <a:custGeom>
                <a:avLst/>
                <a:gdLst>
                  <a:gd name="connsiteX0" fmla="*/ 1808303 w 4663226"/>
                  <a:gd name="connsiteY0" fmla="*/ 890 h 1734138"/>
                  <a:gd name="connsiteX1" fmla="*/ 2569575 w 4663226"/>
                  <a:gd name="connsiteY1" fmla="*/ 230747 h 1734138"/>
                  <a:gd name="connsiteX2" fmla="*/ 3993975 w 4663226"/>
                  <a:gd name="connsiteY2" fmla="*/ 1289811 h 1734138"/>
                  <a:gd name="connsiteX3" fmla="*/ 4510131 w 4663226"/>
                  <a:gd name="connsiteY3" fmla="*/ 1650821 h 1734138"/>
                  <a:gd name="connsiteX4" fmla="*/ 4663226 w 4663226"/>
                  <a:gd name="connsiteY4" fmla="*/ 1734138 h 1734138"/>
                  <a:gd name="connsiteX5" fmla="*/ 0 w 4663226"/>
                  <a:gd name="connsiteY5" fmla="*/ 1734138 h 1734138"/>
                  <a:gd name="connsiteX6" fmla="*/ 13057 w 4663226"/>
                  <a:gd name="connsiteY6" fmla="*/ 1710755 h 1734138"/>
                  <a:gd name="connsiteX7" fmla="*/ 1117779 w 4663226"/>
                  <a:gd name="connsiteY7" fmla="*/ 230747 h 1734138"/>
                  <a:gd name="connsiteX8" fmla="*/ 1808303 w 4663226"/>
                  <a:gd name="connsiteY8" fmla="*/ 890 h 173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63226" h="1734138">
                    <a:moveTo>
                      <a:pt x="1808303" y="890"/>
                    </a:moveTo>
                    <a:cubicBezTo>
                      <a:pt x="2041645" y="-8683"/>
                      <a:pt x="2286778" y="58364"/>
                      <a:pt x="2569575" y="230747"/>
                    </a:cubicBezTo>
                    <a:cubicBezTo>
                      <a:pt x="3135166" y="575516"/>
                      <a:pt x="3532743" y="893527"/>
                      <a:pt x="3993975" y="1289811"/>
                    </a:cubicBezTo>
                    <a:cubicBezTo>
                      <a:pt x="4166865" y="1438417"/>
                      <a:pt x="4346319" y="1556942"/>
                      <a:pt x="4510131" y="1650821"/>
                    </a:cubicBezTo>
                    <a:lnTo>
                      <a:pt x="4663226" y="1734138"/>
                    </a:lnTo>
                    <a:lnTo>
                      <a:pt x="0" y="1734138"/>
                    </a:lnTo>
                    <a:lnTo>
                      <a:pt x="13057" y="1710755"/>
                    </a:lnTo>
                    <a:cubicBezTo>
                      <a:pt x="248701" y="1292847"/>
                      <a:pt x="764188" y="431888"/>
                      <a:pt x="1117779" y="230747"/>
                    </a:cubicBezTo>
                    <a:cubicBezTo>
                      <a:pt x="1353411" y="96654"/>
                      <a:pt x="1574962" y="10463"/>
                      <a:pt x="1808303" y="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DB9C4DD3-98EE-3452-FCB3-22DF0FCC999F}"/>
                  </a:ext>
                </a:extLst>
              </p:cNvPr>
              <p:cNvSpPr/>
              <p:nvPr userDrawn="1"/>
            </p:nvSpPr>
            <p:spPr>
              <a:xfrm>
                <a:off x="9445783" y="4796043"/>
                <a:ext cx="2746217" cy="2061957"/>
              </a:xfrm>
              <a:custGeom>
                <a:avLst/>
                <a:gdLst>
                  <a:gd name="connsiteX0" fmla="*/ 2746217 w 2746217"/>
                  <a:gd name="connsiteY0" fmla="*/ 0 h 2061957"/>
                  <a:gd name="connsiteX1" fmla="*/ 2746217 w 2746217"/>
                  <a:gd name="connsiteY1" fmla="*/ 2061957 h 2061957"/>
                  <a:gd name="connsiteX2" fmla="*/ 0 w 2746217"/>
                  <a:gd name="connsiteY2" fmla="*/ 2061957 h 2061957"/>
                  <a:gd name="connsiteX3" fmla="*/ 349726 w 2746217"/>
                  <a:gd name="connsiteY3" fmla="*/ 1874557 h 2061957"/>
                  <a:gd name="connsiteX4" fmla="*/ 755116 w 2746217"/>
                  <a:gd name="connsiteY4" fmla="*/ 1635967 h 2061957"/>
                  <a:gd name="connsiteX5" fmla="*/ 1634950 w 2746217"/>
                  <a:gd name="connsiteY5" fmla="*/ 914599 h 2061957"/>
                  <a:gd name="connsiteX6" fmla="*/ 2744122 w 2746217"/>
                  <a:gd name="connsiteY6" fmla="*/ 2261 h 206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46217" h="2061957">
                    <a:moveTo>
                      <a:pt x="2746217" y="0"/>
                    </a:moveTo>
                    <a:lnTo>
                      <a:pt x="2746217" y="2061957"/>
                    </a:lnTo>
                    <a:lnTo>
                      <a:pt x="0" y="2061957"/>
                    </a:lnTo>
                    <a:lnTo>
                      <a:pt x="349726" y="1874557"/>
                    </a:lnTo>
                    <a:cubicBezTo>
                      <a:pt x="487993" y="1796280"/>
                      <a:pt x="623122" y="1716123"/>
                      <a:pt x="755116" y="1635967"/>
                    </a:cubicBezTo>
                    <a:cubicBezTo>
                      <a:pt x="1283095" y="1315341"/>
                      <a:pt x="1333251" y="1275360"/>
                      <a:pt x="1634950" y="914599"/>
                    </a:cubicBezTo>
                    <a:cubicBezTo>
                      <a:pt x="1898938" y="598933"/>
                      <a:pt x="2578386" y="160588"/>
                      <a:pt x="2744122" y="2261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E037919C-08D1-A533-AFEE-B03118C677A0}"/>
                  </a:ext>
                </a:extLst>
              </p:cNvPr>
              <p:cNvSpPr/>
              <p:nvPr userDrawn="1"/>
            </p:nvSpPr>
            <p:spPr>
              <a:xfrm>
                <a:off x="0" y="3994765"/>
                <a:ext cx="1345186" cy="1967692"/>
              </a:xfrm>
              <a:custGeom>
                <a:avLst/>
                <a:gdLst>
                  <a:gd name="connsiteX0" fmla="*/ 553472 w 2060454"/>
                  <a:gd name="connsiteY0" fmla="*/ 0 h 3013961"/>
                  <a:gd name="connsiteX1" fmla="*/ 2060454 w 2060454"/>
                  <a:gd name="connsiteY1" fmla="*/ 1506981 h 3013961"/>
                  <a:gd name="connsiteX2" fmla="*/ 553472 w 2060454"/>
                  <a:gd name="connsiteY2" fmla="*/ 3013961 h 3013961"/>
                  <a:gd name="connsiteX3" fmla="*/ 105342 w 2060454"/>
                  <a:gd name="connsiteY3" fmla="*/ 2946210 h 3013961"/>
                  <a:gd name="connsiteX4" fmla="*/ 0 w 2060454"/>
                  <a:gd name="connsiteY4" fmla="*/ 2907655 h 3013961"/>
                  <a:gd name="connsiteX5" fmla="*/ 0 w 2060454"/>
                  <a:gd name="connsiteY5" fmla="*/ 106306 h 3013961"/>
                  <a:gd name="connsiteX6" fmla="*/ 105342 w 2060454"/>
                  <a:gd name="connsiteY6" fmla="*/ 67751 h 3013961"/>
                  <a:gd name="connsiteX7" fmla="*/ 553472 w 2060454"/>
                  <a:gd name="connsiteY7" fmla="*/ 0 h 301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0454" h="3013961">
                    <a:moveTo>
                      <a:pt x="553472" y="0"/>
                    </a:moveTo>
                    <a:cubicBezTo>
                      <a:pt x="1385754" y="0"/>
                      <a:pt x="2060454" y="674698"/>
                      <a:pt x="2060454" y="1506981"/>
                    </a:cubicBezTo>
                    <a:cubicBezTo>
                      <a:pt x="2060454" y="2339263"/>
                      <a:pt x="1385754" y="3013961"/>
                      <a:pt x="553472" y="3013961"/>
                    </a:cubicBezTo>
                    <a:cubicBezTo>
                      <a:pt x="397419" y="3013961"/>
                      <a:pt x="246906" y="2990241"/>
                      <a:pt x="105342" y="2946210"/>
                    </a:cubicBezTo>
                    <a:lnTo>
                      <a:pt x="0" y="2907655"/>
                    </a:lnTo>
                    <a:lnTo>
                      <a:pt x="0" y="106306"/>
                    </a:lnTo>
                    <a:lnTo>
                      <a:pt x="105342" y="67751"/>
                    </a:lnTo>
                    <a:cubicBezTo>
                      <a:pt x="246906" y="23720"/>
                      <a:pt x="397419" y="0"/>
                      <a:pt x="553472" y="0"/>
                    </a:cubicBezTo>
                    <a:close/>
                  </a:path>
                </a:pathLst>
              </a:custGeom>
              <a:solidFill>
                <a:schemeClr val="accent3">
                  <a:alpha val="4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01B39183-9E54-0007-7940-11C47180DA89}"/>
                  </a:ext>
                </a:extLst>
              </p:cNvPr>
              <p:cNvGrpSpPr/>
              <p:nvPr userDrawn="1"/>
            </p:nvGrpSpPr>
            <p:grpSpPr>
              <a:xfrm rot="10800000">
                <a:off x="590849" y="1744431"/>
                <a:ext cx="4680398" cy="4508451"/>
                <a:chOff x="6795998" y="605118"/>
                <a:chExt cx="4680398" cy="4508451"/>
              </a:xfrm>
            </p:grpSpPr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53D7DB82-9F1E-0D05-C56B-502429FD2B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11476396" y="605118"/>
                  <a:ext cx="0" cy="45084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2A03D84E-8078-40FE-04F9-9BDCBE0E2F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795998" y="605118"/>
                  <a:ext cx="468039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4FB5B125-B5B8-3765-2330-820B260BB2FB}"/>
                  </a:ext>
                </a:extLst>
              </p:cNvPr>
              <p:cNvGrpSpPr/>
              <p:nvPr userDrawn="1"/>
            </p:nvGrpSpPr>
            <p:grpSpPr>
              <a:xfrm>
                <a:off x="6911788" y="605115"/>
                <a:ext cx="4689361" cy="4508453"/>
                <a:chOff x="6787035" y="605115"/>
                <a:chExt cx="4689361" cy="4508453"/>
              </a:xfrm>
            </p:grpSpPr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48CC59B2-8CB5-A85C-60E8-6D1EBFC9D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476396" y="605115"/>
                  <a:ext cx="0" cy="45084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D0D0D5A2-002C-6DD5-93EC-41D6476E1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87035" y="605118"/>
                  <a:ext cx="468936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23527BB-0BF5-22E7-EEDD-DFF864975551}"/>
                  </a:ext>
                </a:extLst>
              </p:cNvPr>
              <p:cNvGrpSpPr/>
              <p:nvPr userDrawn="1"/>
            </p:nvGrpSpPr>
            <p:grpSpPr>
              <a:xfrm>
                <a:off x="2772223" y="2123632"/>
                <a:ext cx="7156904" cy="2441272"/>
                <a:chOff x="2757862" y="2278359"/>
                <a:chExt cx="7156904" cy="2441272"/>
              </a:xfrm>
            </p:grpSpPr>
            <p:sp>
              <p:nvSpPr>
                <p:cNvPr id="21" name="弧形 20">
                  <a:extLst>
                    <a:ext uri="{FF2B5EF4-FFF2-40B4-BE49-F238E27FC236}">
                      <a16:creationId xmlns:a16="http://schemas.microsoft.com/office/drawing/2014/main" id="{92B5C30E-A935-DC7F-FEDF-E66849D16F3E}"/>
                    </a:ext>
                  </a:extLst>
                </p:cNvPr>
                <p:cNvSpPr/>
                <p:nvPr/>
              </p:nvSpPr>
              <p:spPr>
                <a:xfrm rot="20975927">
                  <a:off x="2757862" y="2278359"/>
                  <a:ext cx="7156904" cy="2441272"/>
                </a:xfrm>
                <a:prstGeom prst="arc">
                  <a:avLst>
                    <a:gd name="adj1" fmla="val 11767314"/>
                    <a:gd name="adj2" fmla="val 11521308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2" name="任意多边形: 形状 21">
                  <a:extLst>
                    <a:ext uri="{FF2B5EF4-FFF2-40B4-BE49-F238E27FC236}">
                      <a16:creationId xmlns:a16="http://schemas.microsoft.com/office/drawing/2014/main" id="{AFA553C7-DC15-3319-F143-92447890A305}"/>
                    </a:ext>
                  </a:extLst>
                </p:cNvPr>
                <p:cNvSpPr/>
                <p:nvPr/>
              </p:nvSpPr>
              <p:spPr>
                <a:xfrm rot="10800000" flipV="1">
                  <a:off x="8605983" y="3705337"/>
                  <a:ext cx="402527" cy="427374"/>
                </a:xfrm>
                <a:custGeom>
                  <a:avLst/>
                  <a:gdLst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6905" h="846095">
                      <a:moveTo>
                        <a:pt x="0" y="423048"/>
                      </a:moveTo>
                      <a:cubicBezTo>
                        <a:pt x="0" y="407629"/>
                        <a:pt x="242754" y="416817"/>
                        <a:pt x="309163" y="346309"/>
                      </a:cubicBezTo>
                      <a:cubicBezTo>
                        <a:pt x="375572" y="275801"/>
                        <a:pt x="378850" y="6350"/>
                        <a:pt x="398453" y="0"/>
                      </a:cubicBezTo>
                      <a:cubicBezTo>
                        <a:pt x="412976" y="0"/>
                        <a:pt x="406093" y="268181"/>
                        <a:pt x="472502" y="338689"/>
                      </a:cubicBezTo>
                      <a:cubicBezTo>
                        <a:pt x="538911" y="409197"/>
                        <a:pt x="796905" y="407629"/>
                        <a:pt x="796905" y="423048"/>
                      </a:cubicBezTo>
                      <a:cubicBezTo>
                        <a:pt x="689723" y="443230"/>
                        <a:pt x="542959" y="413086"/>
                        <a:pt x="475360" y="483594"/>
                      </a:cubicBezTo>
                      <a:cubicBezTo>
                        <a:pt x="407761" y="554102"/>
                        <a:pt x="405833" y="846095"/>
                        <a:pt x="391310" y="846095"/>
                      </a:cubicBezTo>
                      <a:cubicBezTo>
                        <a:pt x="374405" y="733992"/>
                        <a:pt x="370095" y="577914"/>
                        <a:pt x="340596" y="509787"/>
                      </a:cubicBezTo>
                      <a:cubicBezTo>
                        <a:pt x="311097" y="441660"/>
                        <a:pt x="7620" y="443548"/>
                        <a:pt x="0" y="4230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3" name="任意多边形: 形状 22">
                  <a:extLst>
                    <a:ext uri="{FF2B5EF4-FFF2-40B4-BE49-F238E27FC236}">
                      <a16:creationId xmlns:a16="http://schemas.microsoft.com/office/drawing/2014/main" id="{22B47965-3667-C84A-BC80-2E6C7C3E206C}"/>
                    </a:ext>
                  </a:extLst>
                </p:cNvPr>
                <p:cNvSpPr/>
                <p:nvPr/>
              </p:nvSpPr>
              <p:spPr>
                <a:xfrm rot="10800000" flipV="1">
                  <a:off x="2988868" y="3141767"/>
                  <a:ext cx="494575" cy="525103"/>
                </a:xfrm>
                <a:custGeom>
                  <a:avLst/>
                  <a:gdLst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42022 w 796905"/>
                    <a:gd name="connsiteY3" fmla="*/ 3767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54883 w 796905"/>
                    <a:gd name="connsiteY1" fmla="*/ 37678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42022 w 796905"/>
                    <a:gd name="connsiteY5" fmla="*/ 469306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54883 w 796905"/>
                    <a:gd name="connsiteY7" fmla="*/ 469306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8453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  <a:gd name="connsiteX0" fmla="*/ 0 w 796905"/>
                    <a:gd name="connsiteY0" fmla="*/ 423048 h 846095"/>
                    <a:gd name="connsiteX1" fmla="*/ 309163 w 796905"/>
                    <a:gd name="connsiteY1" fmla="*/ 346309 h 846095"/>
                    <a:gd name="connsiteX2" fmla="*/ 398453 w 796905"/>
                    <a:gd name="connsiteY2" fmla="*/ 0 h 846095"/>
                    <a:gd name="connsiteX3" fmla="*/ 472502 w 796905"/>
                    <a:gd name="connsiteY3" fmla="*/ 338689 h 846095"/>
                    <a:gd name="connsiteX4" fmla="*/ 796905 w 796905"/>
                    <a:gd name="connsiteY4" fmla="*/ 423048 h 846095"/>
                    <a:gd name="connsiteX5" fmla="*/ 475360 w 796905"/>
                    <a:gd name="connsiteY5" fmla="*/ 483594 h 846095"/>
                    <a:gd name="connsiteX6" fmla="*/ 391310 w 796905"/>
                    <a:gd name="connsiteY6" fmla="*/ 846095 h 846095"/>
                    <a:gd name="connsiteX7" fmla="*/ 340596 w 796905"/>
                    <a:gd name="connsiteY7" fmla="*/ 509787 h 846095"/>
                    <a:gd name="connsiteX8" fmla="*/ 0 w 796905"/>
                    <a:gd name="connsiteY8" fmla="*/ 423048 h 84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96905" h="846095">
                      <a:moveTo>
                        <a:pt x="0" y="423048"/>
                      </a:moveTo>
                      <a:cubicBezTo>
                        <a:pt x="0" y="407629"/>
                        <a:pt x="242754" y="416817"/>
                        <a:pt x="309163" y="346309"/>
                      </a:cubicBezTo>
                      <a:cubicBezTo>
                        <a:pt x="375572" y="275801"/>
                        <a:pt x="378850" y="6350"/>
                        <a:pt x="398453" y="0"/>
                      </a:cubicBezTo>
                      <a:cubicBezTo>
                        <a:pt x="412976" y="0"/>
                        <a:pt x="406093" y="268181"/>
                        <a:pt x="472502" y="338689"/>
                      </a:cubicBezTo>
                      <a:cubicBezTo>
                        <a:pt x="538911" y="409197"/>
                        <a:pt x="796905" y="407629"/>
                        <a:pt x="796905" y="423048"/>
                      </a:cubicBezTo>
                      <a:cubicBezTo>
                        <a:pt x="689723" y="443230"/>
                        <a:pt x="542959" y="413086"/>
                        <a:pt x="475360" y="483594"/>
                      </a:cubicBezTo>
                      <a:cubicBezTo>
                        <a:pt x="407761" y="554102"/>
                        <a:pt x="405833" y="846095"/>
                        <a:pt x="391310" y="846095"/>
                      </a:cubicBezTo>
                      <a:cubicBezTo>
                        <a:pt x="374405" y="733992"/>
                        <a:pt x="370095" y="577914"/>
                        <a:pt x="340596" y="509787"/>
                      </a:cubicBezTo>
                      <a:cubicBezTo>
                        <a:pt x="311097" y="441660"/>
                        <a:pt x="7620" y="443548"/>
                        <a:pt x="0" y="4230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</p:grpSp>
        </p:grp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92425C56-98E7-E8A1-818B-48EFF1F0F604}"/>
                </a:ext>
              </a:extLst>
            </p:cNvPr>
            <p:cNvSpPr/>
            <p:nvPr userDrawn="1"/>
          </p:nvSpPr>
          <p:spPr>
            <a:xfrm>
              <a:off x="3497804" y="0"/>
              <a:ext cx="3385089" cy="1256681"/>
            </a:xfrm>
            <a:custGeom>
              <a:avLst/>
              <a:gdLst>
                <a:gd name="connsiteX0" fmla="*/ 0 w 3385089"/>
                <a:gd name="connsiteY0" fmla="*/ 0 h 1256681"/>
                <a:gd name="connsiteX1" fmla="*/ 3385089 w 3385089"/>
                <a:gd name="connsiteY1" fmla="*/ 0 h 1256681"/>
                <a:gd name="connsiteX2" fmla="*/ 3379005 w 3385089"/>
                <a:gd name="connsiteY2" fmla="*/ 35423 h 1256681"/>
                <a:gd name="connsiteX3" fmla="*/ 1692544 w 3385089"/>
                <a:gd name="connsiteY3" fmla="*/ 1256681 h 1256681"/>
                <a:gd name="connsiteX4" fmla="*/ 6085 w 3385089"/>
                <a:gd name="connsiteY4" fmla="*/ 35423 h 125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5089" h="1256681">
                  <a:moveTo>
                    <a:pt x="0" y="0"/>
                  </a:moveTo>
                  <a:lnTo>
                    <a:pt x="3385089" y="0"/>
                  </a:lnTo>
                  <a:lnTo>
                    <a:pt x="3379005" y="35423"/>
                  </a:lnTo>
                  <a:cubicBezTo>
                    <a:pt x="3218487" y="732394"/>
                    <a:pt x="2524425" y="1256681"/>
                    <a:pt x="1692544" y="1256681"/>
                  </a:cubicBezTo>
                  <a:cubicBezTo>
                    <a:pt x="860663" y="1256681"/>
                    <a:pt x="166602" y="732394"/>
                    <a:pt x="6085" y="35423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5" name="13f0037a-1894-40e5-8602-8e4fa948a633"/>
          <p:cNvSpPr>
            <a:spLocks noGrp="1"/>
          </p:cNvSpPr>
          <p:nvPr userDrawn="1">
            <p:ph type="title" hasCustomPrompt="1"/>
          </p:nvPr>
        </p:nvSpPr>
        <p:spPr>
          <a:xfrm>
            <a:off x="3579983" y="2415804"/>
            <a:ext cx="5019333" cy="101319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 userDrawn="1">
            <p:ph type="body" sz="quarter" idx="1" hasCustomPrompt="1"/>
          </p:nvPr>
        </p:nvSpPr>
        <p:spPr>
          <a:xfrm>
            <a:off x="3579983" y="3440854"/>
            <a:ext cx="5019333" cy="10087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2024/6/21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iSlide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matchingName="Closing" preserve="1">
  <p:cSld name="Closing"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37A83B31-59E8-56AC-D68F-C9F38B8C54E4}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00AAAEB-3DA1-C7E5-F0B5-EC9CFD0BD50D}"/>
                </a:ext>
              </a:extLst>
            </p:cNvPr>
            <p:cNvGrpSpPr/>
            <p:nvPr userDrawn="1"/>
          </p:nvGrpSpPr>
          <p:grpSpPr>
            <a:xfrm>
              <a:off x="0" y="0"/>
              <a:ext cx="12192001" cy="6858000"/>
              <a:chOff x="0" y="0"/>
              <a:chExt cx="12192001" cy="6858000"/>
            </a:xfrm>
          </p:grpSpPr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AE63A27A-1245-DEAA-A2D7-EB3A712DAC99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0 w 4324608"/>
                  <a:gd name="connsiteY0" fmla="*/ 0 h 6116188"/>
                  <a:gd name="connsiteX1" fmla="*/ 4324609 w 4324608"/>
                  <a:gd name="connsiteY1" fmla="*/ 0 h 6116188"/>
                  <a:gd name="connsiteX2" fmla="*/ 4324609 w 4324608"/>
                  <a:gd name="connsiteY2" fmla="*/ 6116189 h 6116188"/>
                  <a:gd name="connsiteX3" fmla="*/ 0 w 4324608"/>
                  <a:gd name="connsiteY3" fmla="*/ 6116189 h 6116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24608" h="6116188">
                    <a:moveTo>
                      <a:pt x="0" y="0"/>
                    </a:moveTo>
                    <a:lnTo>
                      <a:pt x="4324609" y="0"/>
                    </a:lnTo>
                    <a:lnTo>
                      <a:pt x="4324609" y="6116189"/>
                    </a:lnTo>
                    <a:lnTo>
                      <a:pt x="0" y="6116189"/>
                    </a:ln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67DEE92-D117-2698-2321-AA655E76FCC1}"/>
                  </a:ext>
                </a:extLst>
              </p:cNvPr>
              <p:cNvSpPr/>
              <p:nvPr userDrawn="1"/>
            </p:nvSpPr>
            <p:spPr>
              <a:xfrm>
                <a:off x="10133395" y="2076964"/>
                <a:ext cx="2058606" cy="84573"/>
              </a:xfrm>
              <a:prstGeom prst="rect">
                <a:avLst/>
              </a:pr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2AC17B9-B660-0B69-4439-B124A416BD0D}"/>
                  </a:ext>
                </a:extLst>
              </p:cNvPr>
              <p:cNvSpPr/>
              <p:nvPr userDrawn="1"/>
            </p:nvSpPr>
            <p:spPr>
              <a:xfrm>
                <a:off x="1193350" y="5364890"/>
                <a:ext cx="1879157" cy="84573"/>
              </a:xfrm>
              <a:prstGeom prst="rect">
                <a:avLst/>
              </a:pr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A40B661-EAB8-6F7B-F453-611B0E7FF40E}"/>
                  </a:ext>
                </a:extLst>
              </p:cNvPr>
              <p:cNvSpPr/>
              <p:nvPr userDrawn="1"/>
            </p:nvSpPr>
            <p:spPr>
              <a:xfrm>
                <a:off x="1" y="997503"/>
                <a:ext cx="1181695" cy="84573"/>
              </a:xfrm>
              <a:prstGeom prst="rect">
                <a:avLst/>
              </a:pr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E8C4CF4-4336-5982-79B6-FA05BBAC3727}"/>
                </a:ext>
              </a:extLst>
            </p:cNvPr>
            <p:cNvGrpSpPr/>
            <p:nvPr userDrawn="1"/>
          </p:nvGrpSpPr>
          <p:grpSpPr>
            <a:xfrm>
              <a:off x="0" y="0"/>
              <a:ext cx="11601149" cy="6252882"/>
              <a:chOff x="0" y="0"/>
              <a:chExt cx="11601149" cy="6252882"/>
            </a:xfrm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5CC5D00D-F8A4-3783-5FCC-A5BD65A006E6}"/>
                  </a:ext>
                </a:extLst>
              </p:cNvPr>
              <p:cNvSpPr/>
              <p:nvPr userDrawn="1"/>
            </p:nvSpPr>
            <p:spPr>
              <a:xfrm>
                <a:off x="0" y="2636452"/>
                <a:ext cx="2060454" cy="3013961"/>
              </a:xfrm>
              <a:custGeom>
                <a:avLst/>
                <a:gdLst>
                  <a:gd name="connsiteX0" fmla="*/ 553472 w 2060454"/>
                  <a:gd name="connsiteY0" fmla="*/ 0 h 3013961"/>
                  <a:gd name="connsiteX1" fmla="*/ 2060454 w 2060454"/>
                  <a:gd name="connsiteY1" fmla="*/ 1506981 h 3013961"/>
                  <a:gd name="connsiteX2" fmla="*/ 553472 w 2060454"/>
                  <a:gd name="connsiteY2" fmla="*/ 3013961 h 3013961"/>
                  <a:gd name="connsiteX3" fmla="*/ 105342 w 2060454"/>
                  <a:gd name="connsiteY3" fmla="*/ 2946210 h 3013961"/>
                  <a:gd name="connsiteX4" fmla="*/ 0 w 2060454"/>
                  <a:gd name="connsiteY4" fmla="*/ 2907655 h 3013961"/>
                  <a:gd name="connsiteX5" fmla="*/ 0 w 2060454"/>
                  <a:gd name="connsiteY5" fmla="*/ 106306 h 3013961"/>
                  <a:gd name="connsiteX6" fmla="*/ 105342 w 2060454"/>
                  <a:gd name="connsiteY6" fmla="*/ 67751 h 3013961"/>
                  <a:gd name="connsiteX7" fmla="*/ 553472 w 2060454"/>
                  <a:gd name="connsiteY7" fmla="*/ 0 h 3013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0454" h="3013961">
                    <a:moveTo>
                      <a:pt x="553472" y="0"/>
                    </a:moveTo>
                    <a:cubicBezTo>
                      <a:pt x="1385754" y="0"/>
                      <a:pt x="2060454" y="674698"/>
                      <a:pt x="2060454" y="1506981"/>
                    </a:cubicBezTo>
                    <a:cubicBezTo>
                      <a:pt x="2060454" y="2339263"/>
                      <a:pt x="1385754" y="3013961"/>
                      <a:pt x="553472" y="3013961"/>
                    </a:cubicBezTo>
                    <a:cubicBezTo>
                      <a:pt x="397419" y="3013961"/>
                      <a:pt x="246906" y="2990241"/>
                      <a:pt x="105342" y="2946210"/>
                    </a:cubicBezTo>
                    <a:lnTo>
                      <a:pt x="0" y="2907655"/>
                    </a:lnTo>
                    <a:lnTo>
                      <a:pt x="0" y="106306"/>
                    </a:lnTo>
                    <a:lnTo>
                      <a:pt x="105342" y="67751"/>
                    </a:lnTo>
                    <a:cubicBezTo>
                      <a:pt x="246906" y="23720"/>
                      <a:pt x="397419" y="0"/>
                      <a:pt x="553472" y="0"/>
                    </a:cubicBezTo>
                    <a:close/>
                  </a:path>
                </a:pathLst>
              </a:custGeom>
              <a:solidFill>
                <a:schemeClr val="accent3">
                  <a:alpha val="4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16B3EBDD-88D8-71C2-9568-8F55B4FA8D43}"/>
                  </a:ext>
                </a:extLst>
              </p:cNvPr>
              <p:cNvSpPr/>
              <p:nvPr userDrawn="1"/>
            </p:nvSpPr>
            <p:spPr>
              <a:xfrm>
                <a:off x="5946123" y="0"/>
                <a:ext cx="3106679" cy="1930848"/>
              </a:xfrm>
              <a:custGeom>
                <a:avLst/>
                <a:gdLst>
                  <a:gd name="connsiteX0" fmla="*/ 48132 w 3106679"/>
                  <a:gd name="connsiteY0" fmla="*/ 0 h 1930848"/>
                  <a:gd name="connsiteX1" fmla="*/ 3058547 w 3106679"/>
                  <a:gd name="connsiteY1" fmla="*/ 0 h 1930848"/>
                  <a:gd name="connsiteX2" fmla="*/ 3075121 w 3106679"/>
                  <a:gd name="connsiteY2" fmla="*/ 64458 h 1930848"/>
                  <a:gd name="connsiteX3" fmla="*/ 3106679 w 3106679"/>
                  <a:gd name="connsiteY3" fmla="*/ 377510 h 1930848"/>
                  <a:gd name="connsiteX4" fmla="*/ 1553339 w 3106679"/>
                  <a:gd name="connsiteY4" fmla="*/ 1930848 h 1930848"/>
                  <a:gd name="connsiteX5" fmla="*/ 0 w 3106679"/>
                  <a:gd name="connsiteY5" fmla="*/ 377510 h 1930848"/>
                  <a:gd name="connsiteX6" fmla="*/ 31559 w 3106679"/>
                  <a:gd name="connsiteY6" fmla="*/ 64458 h 1930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06679" h="1930848">
                    <a:moveTo>
                      <a:pt x="48132" y="0"/>
                    </a:moveTo>
                    <a:lnTo>
                      <a:pt x="3058547" y="0"/>
                    </a:lnTo>
                    <a:lnTo>
                      <a:pt x="3075121" y="64458"/>
                    </a:lnTo>
                    <a:cubicBezTo>
                      <a:pt x="3095813" y="165577"/>
                      <a:pt x="3106679" y="270275"/>
                      <a:pt x="3106679" y="377510"/>
                    </a:cubicBezTo>
                    <a:cubicBezTo>
                      <a:pt x="3106679" y="1235395"/>
                      <a:pt x="2411224" y="1930848"/>
                      <a:pt x="1553339" y="1930848"/>
                    </a:cubicBezTo>
                    <a:cubicBezTo>
                      <a:pt x="695454" y="1930848"/>
                      <a:pt x="0" y="1235395"/>
                      <a:pt x="0" y="377510"/>
                    </a:cubicBezTo>
                    <a:cubicBezTo>
                      <a:pt x="0" y="270275"/>
                      <a:pt x="10867" y="165577"/>
                      <a:pt x="31559" y="6445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A82D9CA0-C796-660C-FB71-20A98CB0A53E}"/>
                  </a:ext>
                </a:extLst>
              </p:cNvPr>
              <p:cNvGrpSpPr/>
              <p:nvPr userDrawn="1"/>
            </p:nvGrpSpPr>
            <p:grpSpPr>
              <a:xfrm rot="10800000">
                <a:off x="590849" y="1744431"/>
                <a:ext cx="4680398" cy="4508451"/>
                <a:chOff x="6795998" y="605118"/>
                <a:chExt cx="4680398" cy="4508451"/>
              </a:xfrm>
            </p:grpSpPr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86402EEA-0D28-236B-B0E0-946C2FB03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11476396" y="605118"/>
                  <a:ext cx="0" cy="45084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BAF0766D-BD54-50AB-A250-7525046CF8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795998" y="605118"/>
                  <a:ext cx="4680398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B7105F1F-5C62-FE31-69B0-7943E3D57875}"/>
                  </a:ext>
                </a:extLst>
              </p:cNvPr>
              <p:cNvGrpSpPr/>
              <p:nvPr userDrawn="1"/>
            </p:nvGrpSpPr>
            <p:grpSpPr>
              <a:xfrm>
                <a:off x="6911788" y="605115"/>
                <a:ext cx="4689361" cy="4508453"/>
                <a:chOff x="6787035" y="605115"/>
                <a:chExt cx="4689361" cy="4508453"/>
              </a:xfrm>
            </p:grpSpPr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DC532616-812F-3B61-0E34-D0A78E24C8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476396" y="605115"/>
                  <a:ext cx="0" cy="450845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1AA7B3E8-23F1-1E80-5360-34D30C78F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87035" y="605118"/>
                  <a:ext cx="4689361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68BD17A3-ED7B-30B5-C412-345A1CA9761D}"/>
                </a:ext>
              </a:extLst>
            </p:cNvPr>
            <p:cNvGrpSpPr/>
            <p:nvPr userDrawn="1"/>
          </p:nvGrpSpPr>
          <p:grpSpPr>
            <a:xfrm flipH="1">
              <a:off x="2027516" y="1271377"/>
              <a:ext cx="8543363" cy="3707234"/>
              <a:chOff x="2027516" y="1271377"/>
              <a:chExt cx="8543363" cy="3707234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04E28535-BE16-7766-FADC-FA6FAB82C00B}"/>
                  </a:ext>
                </a:extLst>
              </p:cNvPr>
              <p:cNvSpPr/>
              <p:nvPr userDrawn="1"/>
            </p:nvSpPr>
            <p:spPr>
              <a:xfrm rot="20975927">
                <a:off x="2027516" y="1631114"/>
                <a:ext cx="8543363" cy="3011519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34020EBE-9F87-F225-A612-DB982BE97CAD}"/>
                  </a:ext>
                </a:extLst>
              </p:cNvPr>
              <p:cNvSpPr/>
              <p:nvPr userDrawn="1"/>
            </p:nvSpPr>
            <p:spPr>
              <a:xfrm rot="10800000" flipV="1">
                <a:off x="9211847" y="1271377"/>
                <a:ext cx="593230" cy="629848"/>
              </a:xfrm>
              <a:custGeom>
                <a:avLst/>
                <a:gdLst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42022 w 796905"/>
                  <a:gd name="connsiteY3" fmla="*/ 3767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42022 w 796905"/>
                  <a:gd name="connsiteY3" fmla="*/ 3767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8453 w 796905"/>
                  <a:gd name="connsiteY6" fmla="*/ 846095 h 846095"/>
                  <a:gd name="connsiteX7" fmla="*/ 340596 w 796905"/>
                  <a:gd name="connsiteY7" fmla="*/ 509787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1310 w 796905"/>
                  <a:gd name="connsiteY6" fmla="*/ 846095 h 846095"/>
                  <a:gd name="connsiteX7" fmla="*/ 340596 w 796905"/>
                  <a:gd name="connsiteY7" fmla="*/ 509787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1310 w 796905"/>
                  <a:gd name="connsiteY6" fmla="*/ 846095 h 846095"/>
                  <a:gd name="connsiteX7" fmla="*/ 340596 w 796905"/>
                  <a:gd name="connsiteY7" fmla="*/ 509787 h 846095"/>
                  <a:gd name="connsiteX8" fmla="*/ 0 w 796905"/>
                  <a:gd name="connsiteY8" fmla="*/ 423048 h 846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6905" h="846095">
                    <a:moveTo>
                      <a:pt x="0" y="423048"/>
                    </a:moveTo>
                    <a:cubicBezTo>
                      <a:pt x="0" y="407629"/>
                      <a:pt x="242754" y="416817"/>
                      <a:pt x="309163" y="346309"/>
                    </a:cubicBezTo>
                    <a:cubicBezTo>
                      <a:pt x="375572" y="275801"/>
                      <a:pt x="378850" y="6350"/>
                      <a:pt x="398453" y="0"/>
                    </a:cubicBezTo>
                    <a:cubicBezTo>
                      <a:pt x="412976" y="0"/>
                      <a:pt x="406093" y="268181"/>
                      <a:pt x="472502" y="338689"/>
                    </a:cubicBezTo>
                    <a:cubicBezTo>
                      <a:pt x="538911" y="409197"/>
                      <a:pt x="796905" y="407629"/>
                      <a:pt x="796905" y="423048"/>
                    </a:cubicBezTo>
                    <a:cubicBezTo>
                      <a:pt x="689723" y="443230"/>
                      <a:pt x="542959" y="413086"/>
                      <a:pt x="475360" y="483594"/>
                    </a:cubicBezTo>
                    <a:cubicBezTo>
                      <a:pt x="407761" y="554102"/>
                      <a:pt x="405833" y="846095"/>
                      <a:pt x="391310" y="846095"/>
                    </a:cubicBezTo>
                    <a:cubicBezTo>
                      <a:pt x="374405" y="733992"/>
                      <a:pt x="370095" y="577914"/>
                      <a:pt x="340596" y="509787"/>
                    </a:cubicBezTo>
                    <a:cubicBezTo>
                      <a:pt x="311097" y="441660"/>
                      <a:pt x="7620" y="443548"/>
                      <a:pt x="0" y="42304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36" name="任意多边形: 形状 35">
                <a:extLst>
                  <a:ext uri="{FF2B5EF4-FFF2-40B4-BE49-F238E27FC236}">
                    <a16:creationId xmlns:a16="http://schemas.microsoft.com/office/drawing/2014/main" id="{A92A3A79-4A20-7013-A0FB-0B415A53BDEA}"/>
                  </a:ext>
                </a:extLst>
              </p:cNvPr>
              <p:cNvSpPr/>
              <p:nvPr userDrawn="1"/>
            </p:nvSpPr>
            <p:spPr>
              <a:xfrm rot="10800000" flipV="1">
                <a:off x="2162202" y="4132516"/>
                <a:ext cx="796905" cy="846095"/>
              </a:xfrm>
              <a:custGeom>
                <a:avLst/>
                <a:gdLst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42022 w 796905"/>
                  <a:gd name="connsiteY3" fmla="*/ 3767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42022 w 796905"/>
                  <a:gd name="connsiteY3" fmla="*/ 3767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54883 w 796905"/>
                  <a:gd name="connsiteY1" fmla="*/ 37678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42022 w 796905"/>
                  <a:gd name="connsiteY5" fmla="*/ 469306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8453 w 796905"/>
                  <a:gd name="connsiteY6" fmla="*/ 846095 h 846095"/>
                  <a:gd name="connsiteX7" fmla="*/ 354883 w 796905"/>
                  <a:gd name="connsiteY7" fmla="*/ 469306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8453 w 796905"/>
                  <a:gd name="connsiteY6" fmla="*/ 846095 h 846095"/>
                  <a:gd name="connsiteX7" fmla="*/ 340596 w 796905"/>
                  <a:gd name="connsiteY7" fmla="*/ 509787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1310 w 796905"/>
                  <a:gd name="connsiteY6" fmla="*/ 846095 h 846095"/>
                  <a:gd name="connsiteX7" fmla="*/ 340596 w 796905"/>
                  <a:gd name="connsiteY7" fmla="*/ 509787 h 846095"/>
                  <a:gd name="connsiteX8" fmla="*/ 0 w 796905"/>
                  <a:gd name="connsiteY8" fmla="*/ 423048 h 846095"/>
                  <a:gd name="connsiteX0" fmla="*/ 0 w 796905"/>
                  <a:gd name="connsiteY0" fmla="*/ 423048 h 846095"/>
                  <a:gd name="connsiteX1" fmla="*/ 309163 w 796905"/>
                  <a:gd name="connsiteY1" fmla="*/ 346309 h 846095"/>
                  <a:gd name="connsiteX2" fmla="*/ 398453 w 796905"/>
                  <a:gd name="connsiteY2" fmla="*/ 0 h 846095"/>
                  <a:gd name="connsiteX3" fmla="*/ 472502 w 796905"/>
                  <a:gd name="connsiteY3" fmla="*/ 338689 h 846095"/>
                  <a:gd name="connsiteX4" fmla="*/ 796905 w 796905"/>
                  <a:gd name="connsiteY4" fmla="*/ 423048 h 846095"/>
                  <a:gd name="connsiteX5" fmla="*/ 475360 w 796905"/>
                  <a:gd name="connsiteY5" fmla="*/ 483594 h 846095"/>
                  <a:gd name="connsiteX6" fmla="*/ 391310 w 796905"/>
                  <a:gd name="connsiteY6" fmla="*/ 846095 h 846095"/>
                  <a:gd name="connsiteX7" fmla="*/ 340596 w 796905"/>
                  <a:gd name="connsiteY7" fmla="*/ 509787 h 846095"/>
                  <a:gd name="connsiteX8" fmla="*/ 0 w 796905"/>
                  <a:gd name="connsiteY8" fmla="*/ 423048 h 846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6905" h="846095">
                    <a:moveTo>
                      <a:pt x="0" y="423048"/>
                    </a:moveTo>
                    <a:cubicBezTo>
                      <a:pt x="0" y="407629"/>
                      <a:pt x="242754" y="416817"/>
                      <a:pt x="309163" y="346309"/>
                    </a:cubicBezTo>
                    <a:cubicBezTo>
                      <a:pt x="375572" y="275801"/>
                      <a:pt x="378850" y="6350"/>
                      <a:pt x="398453" y="0"/>
                    </a:cubicBezTo>
                    <a:cubicBezTo>
                      <a:pt x="412976" y="0"/>
                      <a:pt x="406093" y="268181"/>
                      <a:pt x="472502" y="338689"/>
                    </a:cubicBezTo>
                    <a:cubicBezTo>
                      <a:pt x="538911" y="409197"/>
                      <a:pt x="796905" y="407629"/>
                      <a:pt x="796905" y="423048"/>
                    </a:cubicBezTo>
                    <a:cubicBezTo>
                      <a:pt x="689723" y="443230"/>
                      <a:pt x="542959" y="413086"/>
                      <a:pt x="475360" y="483594"/>
                    </a:cubicBezTo>
                    <a:cubicBezTo>
                      <a:pt x="407761" y="554102"/>
                      <a:pt x="405833" y="846095"/>
                      <a:pt x="391310" y="846095"/>
                    </a:cubicBezTo>
                    <a:cubicBezTo>
                      <a:pt x="374405" y="733992"/>
                      <a:pt x="370095" y="577914"/>
                      <a:pt x="340596" y="509787"/>
                    </a:cubicBezTo>
                    <a:cubicBezTo>
                      <a:pt x="311097" y="441660"/>
                      <a:pt x="7620" y="443548"/>
                      <a:pt x="0" y="42304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27D8F8A-1F73-3D94-8A77-DB28E43256A6}"/>
                </a:ext>
              </a:extLst>
            </p:cNvPr>
            <p:cNvSpPr/>
            <p:nvPr userDrawn="1"/>
          </p:nvSpPr>
          <p:spPr>
            <a:xfrm>
              <a:off x="5915412" y="5106048"/>
              <a:ext cx="6276589" cy="1751952"/>
            </a:xfrm>
            <a:custGeom>
              <a:avLst/>
              <a:gdLst>
                <a:gd name="connsiteX0" fmla="*/ 2816657 w 6276589"/>
                <a:gd name="connsiteY0" fmla="*/ 899 h 1751952"/>
                <a:gd name="connsiteX1" fmla="*/ 4002433 w 6276589"/>
                <a:gd name="connsiteY1" fmla="*/ 233118 h 1751952"/>
                <a:gd name="connsiteX2" fmla="*/ 6221114 w 6276589"/>
                <a:gd name="connsiteY2" fmla="*/ 1303061 h 1751952"/>
                <a:gd name="connsiteX3" fmla="*/ 6276589 w 6276589"/>
                <a:gd name="connsiteY3" fmla="*/ 1332247 h 1751952"/>
                <a:gd name="connsiteX4" fmla="*/ 6276589 w 6276589"/>
                <a:gd name="connsiteY4" fmla="*/ 1751952 h 1751952"/>
                <a:gd name="connsiteX5" fmla="*/ 0 w 6276589"/>
                <a:gd name="connsiteY5" fmla="*/ 1751952 h 1751952"/>
                <a:gd name="connsiteX6" fmla="*/ 20338 w 6276589"/>
                <a:gd name="connsiteY6" fmla="*/ 1728329 h 1751952"/>
                <a:gd name="connsiteX7" fmla="*/ 1741080 w 6276589"/>
                <a:gd name="connsiteY7" fmla="*/ 233118 h 1751952"/>
                <a:gd name="connsiteX8" fmla="*/ 2816657 w 6276589"/>
                <a:gd name="connsiteY8" fmla="*/ 899 h 175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76589" h="1751952">
                  <a:moveTo>
                    <a:pt x="2816657" y="899"/>
                  </a:moveTo>
                  <a:cubicBezTo>
                    <a:pt x="3180117" y="-8772"/>
                    <a:pt x="3561942" y="58964"/>
                    <a:pt x="4002433" y="233118"/>
                  </a:cubicBezTo>
                  <a:cubicBezTo>
                    <a:pt x="4883412" y="581428"/>
                    <a:pt x="5502688" y="902706"/>
                    <a:pt x="6221114" y="1303061"/>
                  </a:cubicBezTo>
                  <a:lnTo>
                    <a:pt x="6276589" y="1332247"/>
                  </a:lnTo>
                  <a:lnTo>
                    <a:pt x="6276589" y="1751952"/>
                  </a:lnTo>
                  <a:lnTo>
                    <a:pt x="0" y="1751952"/>
                  </a:lnTo>
                  <a:lnTo>
                    <a:pt x="20338" y="1728329"/>
                  </a:lnTo>
                  <a:cubicBezTo>
                    <a:pt x="387383" y="1306128"/>
                    <a:pt x="1190318" y="436325"/>
                    <a:pt x="1741080" y="233118"/>
                  </a:cubicBezTo>
                  <a:cubicBezTo>
                    <a:pt x="2108107" y="97647"/>
                    <a:pt x="2453200" y="10571"/>
                    <a:pt x="2816657" y="899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5" name="13f0037a-1894-40e5-8602-8e4fa948a633"/>
          <p:cNvSpPr>
            <a:spLocks noGrp="1"/>
          </p:cNvSpPr>
          <p:nvPr userDrawn="1">
            <p:ph type="ctrTitle" hasCustomPrompt="1"/>
          </p:nvPr>
        </p:nvSpPr>
        <p:spPr>
          <a:xfrm>
            <a:off x="2874517" y="1834497"/>
            <a:ext cx="6430266" cy="1740293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874517" y="4149885"/>
            <a:ext cx="6430266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874517" y="3830024"/>
            <a:ext cx="6430266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D638A32D-CF8A-2E67-1355-40D6244123B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8BA71F51-2154-E71E-D814-E98408C4B64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0 w 4324608"/>
                <a:gd name="connsiteY0" fmla="*/ 0 h 6116188"/>
                <a:gd name="connsiteX1" fmla="*/ 4324609 w 4324608"/>
                <a:gd name="connsiteY1" fmla="*/ 0 h 6116188"/>
                <a:gd name="connsiteX2" fmla="*/ 4324609 w 4324608"/>
                <a:gd name="connsiteY2" fmla="*/ 6116189 h 6116188"/>
                <a:gd name="connsiteX3" fmla="*/ 0 w 4324608"/>
                <a:gd name="connsiteY3" fmla="*/ 6116189 h 611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24608" h="6116188">
                  <a:moveTo>
                    <a:pt x="0" y="0"/>
                  </a:moveTo>
                  <a:lnTo>
                    <a:pt x="4324609" y="0"/>
                  </a:lnTo>
                  <a:lnTo>
                    <a:pt x="4324609" y="6116189"/>
                  </a:lnTo>
                  <a:lnTo>
                    <a:pt x="0" y="6116189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601F495-56CD-CD6C-0C7A-1DF2FC061B5D}"/>
                </a:ext>
              </a:extLst>
            </p:cNvPr>
            <p:cNvGrpSpPr/>
            <p:nvPr userDrawn="1"/>
          </p:nvGrpSpPr>
          <p:grpSpPr>
            <a:xfrm>
              <a:off x="261257" y="173990"/>
              <a:ext cx="11698514" cy="6510019"/>
              <a:chOff x="590849" y="605115"/>
              <a:chExt cx="11010300" cy="5647767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A007BCCA-E976-1009-7152-A551C12172B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590849" y="1744431"/>
                <a:ext cx="0" cy="45084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7FC72CE3-E0E7-0944-775B-3D51AA1DC8F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90849" y="6252882"/>
                <a:ext cx="468039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59AC5FF4-C3F9-193F-BC60-D3730D837A3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601149" y="605115"/>
                <a:ext cx="0" cy="45084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64070FBF-0083-3CFF-48E2-6BA87FCD632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6911788" y="605118"/>
                <a:ext cx="46893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61CA4EAB-C071-305E-59FA-EB65CE033B58}"/>
                </a:ext>
              </a:extLst>
            </p:cNvPr>
            <p:cNvSpPr/>
            <p:nvPr userDrawn="1"/>
          </p:nvSpPr>
          <p:spPr>
            <a:xfrm rot="10800000" flipV="1">
              <a:off x="11788047" y="5416160"/>
              <a:ext cx="372476" cy="395468"/>
            </a:xfrm>
            <a:custGeom>
              <a:avLst/>
              <a:gdLst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6905" h="846095">
                  <a:moveTo>
                    <a:pt x="0" y="423048"/>
                  </a:moveTo>
                  <a:cubicBezTo>
                    <a:pt x="0" y="407629"/>
                    <a:pt x="242754" y="416817"/>
                    <a:pt x="309163" y="346309"/>
                  </a:cubicBezTo>
                  <a:cubicBezTo>
                    <a:pt x="375572" y="275801"/>
                    <a:pt x="378850" y="6350"/>
                    <a:pt x="398453" y="0"/>
                  </a:cubicBezTo>
                  <a:cubicBezTo>
                    <a:pt x="412976" y="0"/>
                    <a:pt x="406093" y="268181"/>
                    <a:pt x="472502" y="338689"/>
                  </a:cubicBezTo>
                  <a:cubicBezTo>
                    <a:pt x="538911" y="409197"/>
                    <a:pt x="796905" y="407629"/>
                    <a:pt x="796905" y="423048"/>
                  </a:cubicBezTo>
                  <a:cubicBezTo>
                    <a:pt x="689723" y="443230"/>
                    <a:pt x="542959" y="413086"/>
                    <a:pt x="475360" y="483594"/>
                  </a:cubicBezTo>
                  <a:cubicBezTo>
                    <a:pt x="407761" y="554102"/>
                    <a:pt x="405833" y="846095"/>
                    <a:pt x="391310" y="846095"/>
                  </a:cubicBezTo>
                  <a:cubicBezTo>
                    <a:pt x="374405" y="733992"/>
                    <a:pt x="370095" y="577914"/>
                    <a:pt x="340596" y="509787"/>
                  </a:cubicBezTo>
                  <a:cubicBezTo>
                    <a:pt x="311097" y="441660"/>
                    <a:pt x="7620" y="443548"/>
                    <a:pt x="0" y="4230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1031F332-467D-2BCC-7C31-B404807E0F39}"/>
                </a:ext>
              </a:extLst>
            </p:cNvPr>
            <p:cNvSpPr/>
            <p:nvPr userDrawn="1"/>
          </p:nvSpPr>
          <p:spPr>
            <a:xfrm rot="10800000" flipV="1">
              <a:off x="84724" y="1091778"/>
              <a:ext cx="372476" cy="395468"/>
            </a:xfrm>
            <a:custGeom>
              <a:avLst/>
              <a:gdLst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6905" h="846095">
                  <a:moveTo>
                    <a:pt x="0" y="423048"/>
                  </a:moveTo>
                  <a:cubicBezTo>
                    <a:pt x="0" y="407629"/>
                    <a:pt x="242754" y="416817"/>
                    <a:pt x="309163" y="346309"/>
                  </a:cubicBezTo>
                  <a:cubicBezTo>
                    <a:pt x="375572" y="275801"/>
                    <a:pt x="378850" y="6350"/>
                    <a:pt x="398453" y="0"/>
                  </a:cubicBezTo>
                  <a:cubicBezTo>
                    <a:pt x="412976" y="0"/>
                    <a:pt x="406093" y="268181"/>
                    <a:pt x="472502" y="338689"/>
                  </a:cubicBezTo>
                  <a:cubicBezTo>
                    <a:pt x="538911" y="409197"/>
                    <a:pt x="796905" y="407629"/>
                    <a:pt x="796905" y="423048"/>
                  </a:cubicBezTo>
                  <a:cubicBezTo>
                    <a:pt x="689723" y="443230"/>
                    <a:pt x="542959" y="413086"/>
                    <a:pt x="475360" y="483594"/>
                  </a:cubicBezTo>
                  <a:cubicBezTo>
                    <a:pt x="407761" y="554102"/>
                    <a:pt x="405833" y="846095"/>
                    <a:pt x="391310" y="846095"/>
                  </a:cubicBezTo>
                  <a:cubicBezTo>
                    <a:pt x="374405" y="733992"/>
                    <a:pt x="370095" y="577914"/>
                    <a:pt x="340596" y="509787"/>
                  </a:cubicBezTo>
                  <a:cubicBezTo>
                    <a:pt x="311097" y="441660"/>
                    <a:pt x="7620" y="443548"/>
                    <a:pt x="0" y="4230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66e75eb2-38f1-431c-a13b-274cf5a33b56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6DB7B6FF-F670-16AC-7659-B5180D37F1A2}"/>
              </a:ext>
            </a:extLst>
          </p:cNvPr>
          <p:cNvSpPr/>
          <p:nvPr userDrawn="1"/>
        </p:nvSpPr>
        <p:spPr>
          <a:xfrm>
            <a:off x="0" y="0"/>
            <a:ext cx="708016" cy="723900"/>
          </a:xfrm>
          <a:custGeom>
            <a:avLst/>
            <a:gdLst>
              <a:gd name="connsiteX0" fmla="*/ 0 w 708016"/>
              <a:gd name="connsiteY0" fmla="*/ 0 h 723900"/>
              <a:gd name="connsiteX1" fmla="*/ 664877 w 708016"/>
              <a:gd name="connsiteY1" fmla="*/ 0 h 723900"/>
              <a:gd name="connsiteX2" fmla="*/ 667322 w 708016"/>
              <a:gd name="connsiteY2" fmla="*/ 4506 h 723900"/>
              <a:gd name="connsiteX3" fmla="*/ 708016 w 708016"/>
              <a:gd name="connsiteY3" fmla="*/ 206069 h 723900"/>
              <a:gd name="connsiteX4" fmla="*/ 190185 w 708016"/>
              <a:gd name="connsiteY4" fmla="*/ 723900 h 723900"/>
              <a:gd name="connsiteX5" fmla="*/ 36198 w 708016"/>
              <a:gd name="connsiteY5" fmla="*/ 700619 h 723900"/>
              <a:gd name="connsiteX6" fmla="*/ 0 w 708016"/>
              <a:gd name="connsiteY6" fmla="*/ 687371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8016" h="723900">
                <a:moveTo>
                  <a:pt x="0" y="0"/>
                </a:moveTo>
                <a:lnTo>
                  <a:pt x="664877" y="0"/>
                </a:lnTo>
                <a:lnTo>
                  <a:pt x="667322" y="4506"/>
                </a:lnTo>
                <a:cubicBezTo>
                  <a:pt x="693526" y="66458"/>
                  <a:pt x="708016" y="134572"/>
                  <a:pt x="708016" y="206069"/>
                </a:cubicBezTo>
                <a:cubicBezTo>
                  <a:pt x="708016" y="492059"/>
                  <a:pt x="476175" y="723900"/>
                  <a:pt x="190185" y="723900"/>
                </a:cubicBezTo>
                <a:cubicBezTo>
                  <a:pt x="136562" y="723900"/>
                  <a:pt x="84842" y="715749"/>
                  <a:pt x="36198" y="700619"/>
                </a:cubicBezTo>
                <a:lnTo>
                  <a:pt x="0" y="687371"/>
                </a:lnTo>
                <a:close/>
              </a:path>
            </a:pathLst>
          </a:custGeom>
          <a:solidFill>
            <a:schemeClr val="accent3">
              <a:alpha val="45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400" y="1532966"/>
            <a:ext cx="10858499" cy="2098488"/>
          </a:xfrm>
        </p:spPr>
        <p:txBody>
          <a:bodyPr>
            <a:normAutofit/>
          </a:bodyPr>
          <a:lstStyle/>
          <a:p>
            <a:r>
              <a:rPr lang="zh-CN" altLang="en-US" dirty="0"/>
              <a:t>转正述职报告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3" y="3786744"/>
            <a:ext cx="10858497" cy="644809"/>
          </a:xfrm>
        </p:spPr>
        <p:txBody>
          <a:bodyPr/>
          <a:lstStyle/>
          <a:p>
            <a:r>
              <a:rPr lang="zh-CN" altLang="en-US" dirty="0"/>
              <a:t>个人的成长与工作成果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299198" y="5734974"/>
            <a:ext cx="5232402" cy="276999"/>
          </a:xfrm>
        </p:spPr>
        <p:txBody>
          <a:bodyPr/>
          <a:lstStyle/>
          <a:p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34975"/>
            <a:ext cx="5232402" cy="27699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>
            <a:extLst>
              <a:ext uri="{FF2B5EF4-FFF2-40B4-BE49-F238E27FC236}">
                <a16:creationId xmlns:a16="http://schemas.microsoft.com/office/drawing/2014/main" id="{68178F61-3785-DB37-BC00-DA2034ED84F1}"/>
              </a:ext>
            </a:extLst>
          </p:cNvPr>
          <p:cNvGrpSpPr/>
          <p:nvPr/>
        </p:nvGrpSpPr>
        <p:grpSpPr>
          <a:xfrm>
            <a:off x="84724" y="1"/>
            <a:ext cx="12107276" cy="6684008"/>
            <a:chOff x="84724" y="1"/>
            <a:chExt cx="12107276" cy="6684008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40BE612-AFE0-AE3F-5199-E7A9A938FFD2}"/>
                </a:ext>
              </a:extLst>
            </p:cNvPr>
            <p:cNvSpPr>
              <a:spLocks/>
            </p:cNvSpPr>
            <p:nvPr/>
          </p:nvSpPr>
          <p:spPr>
            <a:xfrm>
              <a:off x="660402" y="1028700"/>
              <a:ext cx="10858498" cy="4800603"/>
            </a:xfrm>
            <a:prstGeom prst="roundRect">
              <a:avLst>
                <a:gd name="adj" fmla="val 244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2000" b="1" dirty="0">
                <a:solidFill>
                  <a:schemeClr val="bg1"/>
                </a:solidFill>
              </a:endParaRPr>
            </a:p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圆: 空心 36">
              <a:extLst>
                <a:ext uri="{FF2B5EF4-FFF2-40B4-BE49-F238E27FC236}">
                  <a16:creationId xmlns:a16="http://schemas.microsoft.com/office/drawing/2014/main" id="{8AFA1A9E-DD8F-3FD1-5638-5909840E9157}"/>
                </a:ext>
              </a:extLst>
            </p:cNvPr>
            <p:cNvSpPr/>
            <p:nvPr/>
          </p:nvSpPr>
          <p:spPr>
            <a:xfrm>
              <a:off x="921660" y="5525769"/>
              <a:ext cx="644071" cy="644071"/>
            </a:xfrm>
            <a:prstGeom prst="donut">
              <a:avLst>
                <a:gd name="adj" fmla="val 14936"/>
              </a:avLst>
            </a:pr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lIns="91440" tIns="93600" rIns="91440" bIns="45720" rtlCol="0" anchor="ctr"/>
            <a:lstStyle/>
            <a:p>
              <a:pPr algn="ctr"/>
              <a:endParaRPr kumimoji="1" lang="zh-CN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D23C9418-3471-3CC0-4888-8F4C5BEAE371}"/>
                </a:ext>
              </a:extLst>
            </p:cNvPr>
            <p:cNvSpPr/>
            <p:nvPr/>
          </p:nvSpPr>
          <p:spPr>
            <a:xfrm>
              <a:off x="9853464" y="1"/>
              <a:ext cx="2338536" cy="2644245"/>
            </a:xfrm>
            <a:custGeom>
              <a:avLst/>
              <a:gdLst>
                <a:gd name="connsiteX0" fmla="*/ 227320 w 2338536"/>
                <a:gd name="connsiteY0" fmla="*/ 0 h 2644245"/>
                <a:gd name="connsiteX1" fmla="*/ 2338536 w 2338536"/>
                <a:gd name="connsiteY1" fmla="*/ 0 h 2644245"/>
                <a:gd name="connsiteX2" fmla="*/ 2338536 w 2338536"/>
                <a:gd name="connsiteY2" fmla="*/ 2551925 h 2644245"/>
                <a:gd name="connsiteX3" fmla="*/ 2304488 w 2338536"/>
                <a:gd name="connsiteY3" fmla="*/ 2564387 h 2644245"/>
                <a:gd name="connsiteX4" fmla="*/ 1776277 w 2338536"/>
                <a:gd name="connsiteY4" fmla="*/ 2644245 h 2644245"/>
                <a:gd name="connsiteX5" fmla="*/ 0 w 2338536"/>
                <a:gd name="connsiteY5" fmla="*/ 867968 h 2644245"/>
                <a:gd name="connsiteX6" fmla="*/ 214387 w 2338536"/>
                <a:gd name="connsiteY6" fmla="*/ 21289 h 26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38536" h="2644245">
                  <a:moveTo>
                    <a:pt x="227320" y="0"/>
                  </a:moveTo>
                  <a:lnTo>
                    <a:pt x="2338536" y="0"/>
                  </a:lnTo>
                  <a:lnTo>
                    <a:pt x="2338536" y="2551925"/>
                  </a:lnTo>
                  <a:lnTo>
                    <a:pt x="2304488" y="2564387"/>
                  </a:lnTo>
                  <a:cubicBezTo>
                    <a:pt x="2137626" y="2616287"/>
                    <a:pt x="1960217" y="2644245"/>
                    <a:pt x="1776277" y="2644245"/>
                  </a:cubicBezTo>
                  <a:cubicBezTo>
                    <a:pt x="795266" y="2644245"/>
                    <a:pt x="0" y="1848979"/>
                    <a:pt x="0" y="867968"/>
                  </a:cubicBezTo>
                  <a:cubicBezTo>
                    <a:pt x="0" y="561402"/>
                    <a:pt x="77663" y="272975"/>
                    <a:pt x="214387" y="21289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/>
            </a:ln>
          </p:spPr>
          <p:txBody>
            <a:bodyPr lIns="91440" tIns="93600" rIns="91440" bIns="45720" rtlCol="0" anchor="ctr"/>
            <a:lstStyle/>
            <a:p>
              <a:pPr algn="ctr"/>
              <a:endParaRPr kumimoji="1" lang="zh-CN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39" name="空心弧 38">
              <a:extLst>
                <a:ext uri="{FF2B5EF4-FFF2-40B4-BE49-F238E27FC236}">
                  <a16:creationId xmlns:a16="http://schemas.microsoft.com/office/drawing/2014/main" id="{02B66A4E-7F6F-DB21-4420-1F046C1E5D9C}"/>
                </a:ext>
              </a:extLst>
            </p:cNvPr>
            <p:cNvSpPr/>
            <p:nvPr/>
          </p:nvSpPr>
          <p:spPr>
            <a:xfrm>
              <a:off x="8640537" y="146192"/>
              <a:ext cx="3158671" cy="3158671"/>
            </a:xfrm>
            <a:prstGeom prst="blockArc">
              <a:avLst>
                <a:gd name="adj1" fmla="val 21550601"/>
                <a:gd name="adj2" fmla="val 5291015"/>
                <a:gd name="adj3" fmla="val 21832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DB3DC59-4F19-8330-1FB2-370893A930D5}"/>
                </a:ext>
              </a:extLst>
            </p:cNvPr>
            <p:cNvGrpSpPr/>
            <p:nvPr/>
          </p:nvGrpSpPr>
          <p:grpSpPr>
            <a:xfrm>
              <a:off x="261257" y="173990"/>
              <a:ext cx="11698514" cy="6510019"/>
              <a:chOff x="590849" y="605115"/>
              <a:chExt cx="11010300" cy="5647767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DAFFAA27-09AD-ABF7-D47C-83DA6BFB72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590849" y="1744431"/>
                <a:ext cx="0" cy="450845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EEA8A9E9-5DF2-4831-F6C3-D313E95DFE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590849" y="6252882"/>
                <a:ext cx="4680398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9F3B7A2A-F5D3-A6E5-DA31-624AF415A0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1601149" y="605115"/>
                <a:ext cx="0" cy="450845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38C509D-066C-8F58-D78E-15AF939171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6911788" y="605118"/>
                <a:ext cx="46893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AD1A587C-C40D-6B48-23A4-83F79EDA1C39}"/>
                </a:ext>
              </a:extLst>
            </p:cNvPr>
            <p:cNvSpPr/>
            <p:nvPr/>
          </p:nvSpPr>
          <p:spPr>
            <a:xfrm rot="10800000" flipV="1">
              <a:off x="11788047" y="5416160"/>
              <a:ext cx="372476" cy="395468"/>
            </a:xfrm>
            <a:custGeom>
              <a:avLst/>
              <a:gdLst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6905" h="846095">
                  <a:moveTo>
                    <a:pt x="0" y="423048"/>
                  </a:moveTo>
                  <a:cubicBezTo>
                    <a:pt x="0" y="407629"/>
                    <a:pt x="242754" y="416817"/>
                    <a:pt x="309163" y="346309"/>
                  </a:cubicBezTo>
                  <a:cubicBezTo>
                    <a:pt x="375572" y="275801"/>
                    <a:pt x="378850" y="6350"/>
                    <a:pt x="398453" y="0"/>
                  </a:cubicBezTo>
                  <a:cubicBezTo>
                    <a:pt x="412976" y="0"/>
                    <a:pt x="406093" y="268181"/>
                    <a:pt x="472502" y="338689"/>
                  </a:cubicBezTo>
                  <a:cubicBezTo>
                    <a:pt x="538911" y="409197"/>
                    <a:pt x="796905" y="407629"/>
                    <a:pt x="796905" y="423048"/>
                  </a:cubicBezTo>
                  <a:cubicBezTo>
                    <a:pt x="689723" y="443230"/>
                    <a:pt x="542959" y="413086"/>
                    <a:pt x="475360" y="483594"/>
                  </a:cubicBezTo>
                  <a:cubicBezTo>
                    <a:pt x="407761" y="554102"/>
                    <a:pt x="405833" y="846095"/>
                    <a:pt x="391310" y="846095"/>
                  </a:cubicBezTo>
                  <a:cubicBezTo>
                    <a:pt x="374405" y="733992"/>
                    <a:pt x="370095" y="577914"/>
                    <a:pt x="340596" y="509787"/>
                  </a:cubicBezTo>
                  <a:cubicBezTo>
                    <a:pt x="311097" y="441660"/>
                    <a:pt x="7620" y="443548"/>
                    <a:pt x="0" y="4230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039CAE3-E080-83DA-3C82-A22EDB1247B3}"/>
                </a:ext>
              </a:extLst>
            </p:cNvPr>
            <p:cNvSpPr/>
            <p:nvPr/>
          </p:nvSpPr>
          <p:spPr>
            <a:xfrm rot="10800000" flipV="1">
              <a:off x="84724" y="1091778"/>
              <a:ext cx="372476" cy="395468"/>
            </a:xfrm>
            <a:custGeom>
              <a:avLst/>
              <a:gdLst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42022 w 796905"/>
                <a:gd name="connsiteY3" fmla="*/ 3767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54883 w 796905"/>
                <a:gd name="connsiteY1" fmla="*/ 37678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42022 w 796905"/>
                <a:gd name="connsiteY5" fmla="*/ 469306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54883 w 796905"/>
                <a:gd name="connsiteY7" fmla="*/ 469306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8453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  <a:gd name="connsiteX0" fmla="*/ 0 w 796905"/>
                <a:gd name="connsiteY0" fmla="*/ 423048 h 846095"/>
                <a:gd name="connsiteX1" fmla="*/ 309163 w 796905"/>
                <a:gd name="connsiteY1" fmla="*/ 346309 h 846095"/>
                <a:gd name="connsiteX2" fmla="*/ 398453 w 796905"/>
                <a:gd name="connsiteY2" fmla="*/ 0 h 846095"/>
                <a:gd name="connsiteX3" fmla="*/ 472502 w 796905"/>
                <a:gd name="connsiteY3" fmla="*/ 338689 h 846095"/>
                <a:gd name="connsiteX4" fmla="*/ 796905 w 796905"/>
                <a:gd name="connsiteY4" fmla="*/ 423048 h 846095"/>
                <a:gd name="connsiteX5" fmla="*/ 475360 w 796905"/>
                <a:gd name="connsiteY5" fmla="*/ 483594 h 846095"/>
                <a:gd name="connsiteX6" fmla="*/ 391310 w 796905"/>
                <a:gd name="connsiteY6" fmla="*/ 846095 h 846095"/>
                <a:gd name="connsiteX7" fmla="*/ 340596 w 796905"/>
                <a:gd name="connsiteY7" fmla="*/ 509787 h 846095"/>
                <a:gd name="connsiteX8" fmla="*/ 0 w 796905"/>
                <a:gd name="connsiteY8" fmla="*/ 423048 h 84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6905" h="846095">
                  <a:moveTo>
                    <a:pt x="0" y="423048"/>
                  </a:moveTo>
                  <a:cubicBezTo>
                    <a:pt x="0" y="407629"/>
                    <a:pt x="242754" y="416817"/>
                    <a:pt x="309163" y="346309"/>
                  </a:cubicBezTo>
                  <a:cubicBezTo>
                    <a:pt x="375572" y="275801"/>
                    <a:pt x="378850" y="6350"/>
                    <a:pt x="398453" y="0"/>
                  </a:cubicBezTo>
                  <a:cubicBezTo>
                    <a:pt x="412976" y="0"/>
                    <a:pt x="406093" y="268181"/>
                    <a:pt x="472502" y="338689"/>
                  </a:cubicBezTo>
                  <a:cubicBezTo>
                    <a:pt x="538911" y="409197"/>
                    <a:pt x="796905" y="407629"/>
                    <a:pt x="796905" y="423048"/>
                  </a:cubicBezTo>
                  <a:cubicBezTo>
                    <a:pt x="689723" y="443230"/>
                    <a:pt x="542959" y="413086"/>
                    <a:pt x="475360" y="483594"/>
                  </a:cubicBezTo>
                  <a:cubicBezTo>
                    <a:pt x="407761" y="554102"/>
                    <a:pt x="405833" y="846095"/>
                    <a:pt x="391310" y="846095"/>
                  </a:cubicBezTo>
                  <a:cubicBezTo>
                    <a:pt x="374405" y="733992"/>
                    <a:pt x="370095" y="577914"/>
                    <a:pt x="340596" y="509787"/>
                  </a:cubicBezTo>
                  <a:cubicBezTo>
                    <a:pt x="311097" y="441660"/>
                    <a:pt x="7620" y="443548"/>
                    <a:pt x="0" y="42304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C441C3B9-255A-21D9-9DD1-886BED2D840D}"/>
              </a:ext>
            </a:extLst>
          </p:cNvPr>
          <p:cNvGrpSpPr/>
          <p:nvPr/>
        </p:nvGrpSpPr>
        <p:grpSpPr>
          <a:xfrm>
            <a:off x="1723174" y="1289512"/>
            <a:ext cx="8130290" cy="4236258"/>
            <a:chOff x="1723174" y="1289512"/>
            <a:chExt cx="8130290" cy="4236258"/>
          </a:xfrm>
        </p:grpSpPr>
        <p:sp>
          <p:nvSpPr>
            <p:cNvPr id="40" name="Number1">
              <a:extLst>
                <a:ext uri="{FF2B5EF4-FFF2-40B4-BE49-F238E27FC236}">
                  <a16:creationId xmlns:a16="http://schemas.microsoft.com/office/drawing/2014/main" id="{5711109F-C4E5-67F2-6D1F-844C7AC9DD94}"/>
                </a:ext>
              </a:extLst>
            </p:cNvPr>
            <p:cNvSpPr/>
            <p:nvPr/>
          </p:nvSpPr>
          <p:spPr>
            <a:xfrm>
              <a:off x="1723174" y="2807163"/>
              <a:ext cx="943826" cy="939691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tx1"/>
                  </a:solidFill>
                </a:rPr>
                <a:t>01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B1D66E71-F901-B7E6-B07C-E578FF8B5B44}"/>
                </a:ext>
              </a:extLst>
            </p:cNvPr>
            <p:cNvGrpSpPr>
              <a:grpSpLocks/>
            </p:cNvGrpSpPr>
            <p:nvPr/>
          </p:nvGrpSpPr>
          <p:grpSpPr>
            <a:xfrm>
              <a:off x="2734713" y="2761596"/>
              <a:ext cx="2604807" cy="1242438"/>
              <a:chOff x="7139666" y="2260986"/>
              <a:chExt cx="2093062" cy="1222389"/>
            </a:xfrm>
            <a:noFill/>
          </p:grpSpPr>
          <p:sp>
            <p:nvSpPr>
              <p:cNvPr id="55" name="Bullet1">
                <a:extLst>
                  <a:ext uri="{FF2B5EF4-FFF2-40B4-BE49-F238E27FC236}">
                    <a16:creationId xmlns:a16="http://schemas.microsoft.com/office/drawing/2014/main" id="{D9E02023-F4BE-DA14-44D5-2A4D641E7EB0}"/>
                  </a:ext>
                </a:extLst>
              </p:cNvPr>
              <p:cNvSpPr/>
              <p:nvPr/>
            </p:nvSpPr>
            <p:spPr>
              <a:xfrm>
                <a:off x="7139668" y="2260986"/>
                <a:ext cx="2093060" cy="560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000" b="1" dirty="0">
                    <a:solidFill>
                      <a:schemeClr val="tx1"/>
                    </a:solidFill>
                  </a:rPr>
                  <a:t>工作内容回顾</a:t>
                </a:r>
                <a:endParaRPr kumimoji="1" lang="en-US" altLang="zh-CN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Text1">
                <a:extLst>
                  <a:ext uri="{FF2B5EF4-FFF2-40B4-BE49-F238E27FC236}">
                    <a16:creationId xmlns:a16="http://schemas.microsoft.com/office/drawing/2014/main" id="{BE437FD4-B41E-A63E-E0B2-26A80B4DC733}"/>
                  </a:ext>
                </a:extLst>
              </p:cNvPr>
              <p:cNvSpPr/>
              <p:nvPr/>
            </p:nvSpPr>
            <p:spPr>
              <a:xfrm>
                <a:off x="7139666" y="2819897"/>
                <a:ext cx="2093060" cy="6634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1200" dirty="0">
                    <a:solidFill>
                      <a:schemeClr val="tx1"/>
                    </a:solidFill>
                  </a:rPr>
                  <a:t>Review of the work content</a:t>
                </a:r>
              </a:p>
            </p:txBody>
          </p:sp>
        </p:grpSp>
        <p:sp>
          <p:nvSpPr>
            <p:cNvPr id="42" name="Number2">
              <a:extLst>
                <a:ext uri="{FF2B5EF4-FFF2-40B4-BE49-F238E27FC236}">
                  <a16:creationId xmlns:a16="http://schemas.microsoft.com/office/drawing/2014/main" id="{0E4ED533-6EE7-B118-7E61-D1DC51F12777}"/>
                </a:ext>
              </a:extLst>
            </p:cNvPr>
            <p:cNvSpPr/>
            <p:nvPr/>
          </p:nvSpPr>
          <p:spPr>
            <a:xfrm>
              <a:off x="6096000" y="2807163"/>
              <a:ext cx="943826" cy="939691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tx1"/>
                  </a:solidFill>
                </a:rPr>
                <a:t>02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B6A93DA6-6D80-3B05-4711-DA7743530C81}"/>
                </a:ext>
              </a:extLst>
            </p:cNvPr>
            <p:cNvGrpSpPr>
              <a:grpSpLocks/>
            </p:cNvGrpSpPr>
            <p:nvPr/>
          </p:nvGrpSpPr>
          <p:grpSpPr>
            <a:xfrm>
              <a:off x="7248659" y="2761596"/>
              <a:ext cx="2604805" cy="1242439"/>
              <a:chOff x="7139667" y="2260986"/>
              <a:chExt cx="2093060" cy="1222390"/>
            </a:xfrm>
            <a:noFill/>
          </p:grpSpPr>
          <p:sp>
            <p:nvSpPr>
              <p:cNvPr id="53" name="Bullet2">
                <a:extLst>
                  <a:ext uri="{FF2B5EF4-FFF2-40B4-BE49-F238E27FC236}">
                    <a16:creationId xmlns:a16="http://schemas.microsoft.com/office/drawing/2014/main" id="{DF06DCE4-0BE6-280A-2B2F-232D0F08BA8F}"/>
                  </a:ext>
                </a:extLst>
              </p:cNvPr>
              <p:cNvSpPr/>
              <p:nvPr/>
            </p:nvSpPr>
            <p:spPr>
              <a:xfrm>
                <a:off x="7139667" y="2260986"/>
                <a:ext cx="2093060" cy="560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000" b="1" dirty="0">
                    <a:solidFill>
                      <a:schemeClr val="tx1"/>
                    </a:solidFill>
                  </a:rPr>
                  <a:t>个人能力提升</a:t>
                </a:r>
                <a:endParaRPr kumimoji="1" lang="en-US" altLang="zh-CN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Text2">
                <a:extLst>
                  <a:ext uri="{FF2B5EF4-FFF2-40B4-BE49-F238E27FC236}">
                    <a16:creationId xmlns:a16="http://schemas.microsoft.com/office/drawing/2014/main" id="{D31443F9-C9BD-911A-5D51-DAB6FE3F8D48}"/>
                  </a:ext>
                </a:extLst>
              </p:cNvPr>
              <p:cNvSpPr/>
              <p:nvPr/>
            </p:nvSpPr>
            <p:spPr>
              <a:xfrm>
                <a:off x="7139667" y="2819898"/>
                <a:ext cx="2093060" cy="6634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1200" dirty="0">
                    <a:solidFill>
                      <a:schemeClr val="tx1"/>
                    </a:solidFill>
                  </a:rPr>
                  <a:t>Personal empowerment improvement</a:t>
                </a:r>
              </a:p>
            </p:txBody>
          </p:sp>
        </p:grpSp>
        <p:sp>
          <p:nvSpPr>
            <p:cNvPr id="44" name="Number3">
              <a:extLst>
                <a:ext uri="{FF2B5EF4-FFF2-40B4-BE49-F238E27FC236}">
                  <a16:creationId xmlns:a16="http://schemas.microsoft.com/office/drawing/2014/main" id="{7C63C828-D6DC-B2B3-3784-87D8E4B2280A}"/>
                </a:ext>
              </a:extLst>
            </p:cNvPr>
            <p:cNvSpPr/>
            <p:nvPr/>
          </p:nvSpPr>
          <p:spPr>
            <a:xfrm>
              <a:off x="1723174" y="4328898"/>
              <a:ext cx="943826" cy="939691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tx1"/>
                  </a:solidFill>
                </a:rPr>
                <a:t>03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8BEE9B17-011F-D214-E537-7269511C1297}"/>
                </a:ext>
              </a:extLst>
            </p:cNvPr>
            <p:cNvGrpSpPr>
              <a:grpSpLocks/>
            </p:cNvGrpSpPr>
            <p:nvPr/>
          </p:nvGrpSpPr>
          <p:grpSpPr>
            <a:xfrm>
              <a:off x="2734716" y="4283331"/>
              <a:ext cx="2604805" cy="1242439"/>
              <a:chOff x="7139667" y="2260986"/>
              <a:chExt cx="2093060" cy="1222390"/>
            </a:xfrm>
            <a:noFill/>
          </p:grpSpPr>
          <p:sp>
            <p:nvSpPr>
              <p:cNvPr id="51" name="Bullet3">
                <a:extLst>
                  <a:ext uri="{FF2B5EF4-FFF2-40B4-BE49-F238E27FC236}">
                    <a16:creationId xmlns:a16="http://schemas.microsoft.com/office/drawing/2014/main" id="{94595689-C5EA-B849-8EB3-09D9DAF32306}"/>
                  </a:ext>
                </a:extLst>
              </p:cNvPr>
              <p:cNvSpPr/>
              <p:nvPr/>
            </p:nvSpPr>
            <p:spPr>
              <a:xfrm>
                <a:off x="7139667" y="2260986"/>
                <a:ext cx="2093060" cy="560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000" b="1" dirty="0">
                    <a:solidFill>
                      <a:schemeClr val="tx1"/>
                    </a:solidFill>
                  </a:rPr>
                  <a:t>团队与公司文化融入</a:t>
                </a:r>
                <a:endParaRPr kumimoji="1" lang="en-US" altLang="zh-CN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3">
                <a:extLst>
                  <a:ext uri="{FF2B5EF4-FFF2-40B4-BE49-F238E27FC236}">
                    <a16:creationId xmlns:a16="http://schemas.microsoft.com/office/drawing/2014/main" id="{370E7E57-99D5-E3E3-2950-A8C22CF42E67}"/>
                  </a:ext>
                </a:extLst>
              </p:cNvPr>
              <p:cNvSpPr/>
              <p:nvPr/>
            </p:nvSpPr>
            <p:spPr>
              <a:xfrm>
                <a:off x="7139667" y="2819898"/>
                <a:ext cx="2093060" cy="6634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1200" dirty="0">
                    <a:solidFill>
                      <a:schemeClr val="tx1"/>
                    </a:solidFill>
                  </a:rPr>
                  <a:t>The team is integrated into the company culture</a:t>
                </a:r>
              </a:p>
            </p:txBody>
          </p:sp>
        </p:grpSp>
        <p:sp>
          <p:nvSpPr>
            <p:cNvPr id="46" name="Number4">
              <a:extLst>
                <a:ext uri="{FF2B5EF4-FFF2-40B4-BE49-F238E27FC236}">
                  <a16:creationId xmlns:a16="http://schemas.microsoft.com/office/drawing/2014/main" id="{5D3FB00A-5D38-3BDF-BB08-B505C345685E}"/>
                </a:ext>
              </a:extLst>
            </p:cNvPr>
            <p:cNvSpPr/>
            <p:nvPr/>
          </p:nvSpPr>
          <p:spPr>
            <a:xfrm>
              <a:off x="6096000" y="4328898"/>
              <a:ext cx="943826" cy="939691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tx1"/>
                  </a:solidFill>
                </a:rPr>
                <a:t>04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F16616A-4F6B-B4D0-8ED8-765B97A197E3}"/>
                </a:ext>
              </a:extLst>
            </p:cNvPr>
            <p:cNvGrpSpPr>
              <a:grpSpLocks/>
            </p:cNvGrpSpPr>
            <p:nvPr/>
          </p:nvGrpSpPr>
          <p:grpSpPr>
            <a:xfrm>
              <a:off x="7248659" y="4283330"/>
              <a:ext cx="2604805" cy="1242440"/>
              <a:chOff x="7139667" y="2260985"/>
              <a:chExt cx="2093060" cy="1222391"/>
            </a:xfrm>
            <a:noFill/>
          </p:grpSpPr>
          <p:sp>
            <p:nvSpPr>
              <p:cNvPr id="49" name="Bullet4">
                <a:extLst>
                  <a:ext uri="{FF2B5EF4-FFF2-40B4-BE49-F238E27FC236}">
                    <a16:creationId xmlns:a16="http://schemas.microsoft.com/office/drawing/2014/main" id="{59EDC01B-52F8-3356-D94E-AB75180140C1}"/>
                  </a:ext>
                </a:extLst>
              </p:cNvPr>
              <p:cNvSpPr/>
              <p:nvPr/>
            </p:nvSpPr>
            <p:spPr>
              <a:xfrm>
                <a:off x="7139667" y="2260985"/>
                <a:ext cx="2093060" cy="560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zh-CN" altLang="en-US" sz="2000" b="1" dirty="0">
                    <a:solidFill>
                      <a:schemeClr val="tx1"/>
                    </a:solidFill>
                  </a:rPr>
                  <a:t>未来工作规划</a:t>
                </a:r>
                <a:endParaRPr kumimoji="1" lang="en-US" altLang="zh-CN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Text4">
                <a:extLst>
                  <a:ext uri="{FF2B5EF4-FFF2-40B4-BE49-F238E27FC236}">
                    <a16:creationId xmlns:a16="http://schemas.microsoft.com/office/drawing/2014/main" id="{6E590DDF-E71B-6000-59C1-11DC8CC2ABF0}"/>
                  </a:ext>
                </a:extLst>
              </p:cNvPr>
              <p:cNvSpPr/>
              <p:nvPr/>
            </p:nvSpPr>
            <p:spPr>
              <a:xfrm>
                <a:off x="7139667" y="2819898"/>
                <a:ext cx="2093060" cy="66347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1200" dirty="0">
                    <a:solidFill>
                      <a:schemeClr val="tx1"/>
                    </a:solidFill>
                  </a:rPr>
                  <a:t>Planning for future work</a:t>
                </a:r>
              </a:p>
            </p:txBody>
          </p:sp>
        </p:grpSp>
        <p:sp>
          <p:nvSpPr>
            <p:cNvPr id="48" name="Title">
              <a:extLst>
                <a:ext uri="{FF2B5EF4-FFF2-40B4-BE49-F238E27FC236}">
                  <a16:creationId xmlns:a16="http://schemas.microsoft.com/office/drawing/2014/main" id="{8A0A8E70-57BF-6AD9-D2E1-E64D8E1B3BF2}"/>
                </a:ext>
              </a:extLst>
            </p:cNvPr>
            <p:cNvSpPr txBox="1"/>
            <p:nvPr/>
          </p:nvSpPr>
          <p:spPr>
            <a:xfrm>
              <a:off x="1723174" y="1289512"/>
              <a:ext cx="7712680" cy="12209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normAutofit/>
            </a:bodyPr>
            <a:lstStyle/>
            <a:p>
              <a:pPr>
                <a:buSzPct val="25000"/>
              </a:pPr>
              <a:r>
                <a:rPr lang="en-US" altLang="zh-CN" sz="6000" b="1" dirty="0"/>
                <a:t>Agenda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3654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工作内容回顾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详细介绍岗位职责与工作内容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5E24CF-3A94-553A-B2DB-135FCD88D387}"/>
              </a:ext>
            </a:extLst>
          </p:cNvPr>
          <p:cNvGrpSpPr/>
          <p:nvPr/>
        </p:nvGrpSpPr>
        <p:grpSpPr>
          <a:xfrm>
            <a:off x="508819" y="1124035"/>
            <a:ext cx="11353678" cy="5524516"/>
            <a:chOff x="508819" y="1124035"/>
            <a:chExt cx="11353678" cy="5524516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2BF72D4B-B8C1-7B9F-1DB4-AA8F8AAE42E1}"/>
                </a:ext>
              </a:extLst>
            </p:cNvPr>
            <p:cNvCxnSpPr>
              <a:cxnSpLocks/>
            </p:cNvCxnSpPr>
            <p:nvPr/>
          </p:nvCxnSpPr>
          <p:spPr>
            <a:xfrm>
              <a:off x="851207" y="5101806"/>
              <a:ext cx="0" cy="1546745"/>
            </a:xfrm>
            <a:prstGeom prst="line">
              <a:avLst/>
            </a:prstGeom>
            <a:ln w="34925">
              <a:gradFill>
                <a:gsLst>
                  <a:gs pos="0">
                    <a:schemeClr val="accent1"/>
                  </a:gs>
                  <a:gs pos="84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F77688-AED5-1F94-7B7B-954A056BEEB7}"/>
                </a:ext>
              </a:extLst>
            </p:cNvPr>
            <p:cNvSpPr/>
            <p:nvPr/>
          </p:nvSpPr>
          <p:spPr>
            <a:xfrm flipH="1">
              <a:off x="1608282" y="1159655"/>
              <a:ext cx="179316" cy="2955835"/>
            </a:xfrm>
            <a:prstGeom prst="rect">
              <a:avLst/>
            </a:prstGeom>
            <a:gradFill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F0A4F44-FEA2-3CF2-4EA7-DE4960FD5F59}"/>
                </a:ext>
              </a:extLst>
            </p:cNvPr>
            <p:cNvCxnSpPr>
              <a:cxnSpLocks/>
            </p:cNvCxnSpPr>
            <p:nvPr/>
          </p:nvCxnSpPr>
          <p:spPr>
            <a:xfrm>
              <a:off x="11084781" y="1472181"/>
              <a:ext cx="0" cy="2955835"/>
            </a:xfrm>
            <a:prstGeom prst="line">
              <a:avLst/>
            </a:prstGeom>
            <a:ln w="6985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  <a:effectLst>
              <a:softEdge rad="1270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B77C6BB-974A-AB48-83CB-871891B78FEC}"/>
                </a:ext>
              </a:extLst>
            </p:cNvPr>
            <p:cNvCxnSpPr>
              <a:cxnSpLocks/>
            </p:cNvCxnSpPr>
            <p:nvPr/>
          </p:nvCxnSpPr>
          <p:spPr>
            <a:xfrm>
              <a:off x="7245741" y="1124035"/>
              <a:ext cx="0" cy="2188351"/>
            </a:xfrm>
            <a:prstGeom prst="line">
              <a:avLst/>
            </a:prstGeom>
            <a:ln w="34925">
              <a:gradFill>
                <a:gsLst>
                  <a:gs pos="0">
                    <a:schemeClr val="accent1">
                      <a:alpha val="10000"/>
                    </a:schemeClr>
                  </a:gs>
                  <a:gs pos="84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EDBB821-FC87-17EE-5367-4F8A10CB3BBC}"/>
                </a:ext>
              </a:extLst>
            </p:cNvPr>
            <p:cNvSpPr/>
            <p:nvPr/>
          </p:nvSpPr>
          <p:spPr>
            <a:xfrm flipH="1">
              <a:off x="11683181" y="3703638"/>
              <a:ext cx="179316" cy="1799316"/>
            </a:xfrm>
            <a:prstGeom prst="rect">
              <a:avLst/>
            </a:prstGeom>
            <a:gradFill>
              <a:gsLst>
                <a:gs pos="0">
                  <a:schemeClr val="accent1">
                    <a:alpha val="59000"/>
                  </a:schemeClr>
                </a:gs>
                <a:gs pos="96000">
                  <a:schemeClr val="accent1"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EEAD7EE-31C9-DB28-99F4-1E107CFBF057}"/>
                </a:ext>
              </a:extLst>
            </p:cNvPr>
            <p:cNvSpPr/>
            <p:nvPr/>
          </p:nvSpPr>
          <p:spPr>
            <a:xfrm flipH="1">
              <a:off x="508819" y="3197443"/>
              <a:ext cx="179316" cy="1799316"/>
            </a:xfrm>
            <a:prstGeom prst="rect">
              <a:avLst/>
            </a:prstGeom>
            <a:gradFill>
              <a:gsLst>
                <a:gs pos="0">
                  <a:schemeClr val="accent1">
                    <a:alpha val="33000"/>
                  </a:schemeClr>
                </a:gs>
                <a:gs pos="96000">
                  <a:schemeClr val="accent1">
                    <a:alpha val="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softEdge rad="76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8C5E68AC-9199-718B-D2B2-E4304156B8B1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zh-CN" altLang="en-US" sz="2400" b="1">
                  <a:cs typeface="+mn-ea"/>
                  <a:sym typeface="+mn-lt"/>
                </a:rPr>
                <a:t>职责定义与工作准则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D025AE0-D534-BB8F-CA27-2BFE07861159}"/>
                </a:ext>
              </a:extLst>
            </p:cNvPr>
            <p:cNvGrpSpPr/>
            <p:nvPr/>
          </p:nvGrpSpPr>
          <p:grpSpPr>
            <a:xfrm>
              <a:off x="1031037" y="2507117"/>
              <a:ext cx="2005728" cy="3396219"/>
              <a:chOff x="1031037" y="2507117"/>
              <a:chExt cx="2005728" cy="3396219"/>
            </a:xfrm>
          </p:grpSpPr>
          <p:sp>
            <p:nvSpPr>
              <p:cNvPr id="60" name="Linee1">
                <a:extLst>
                  <a:ext uri="{FF2B5EF4-FFF2-40B4-BE49-F238E27FC236}">
                    <a16:creationId xmlns:a16="http://schemas.microsoft.com/office/drawing/2014/main" id="{B7FE50E6-13B3-B958-6BB3-32E940B62D11}"/>
                  </a:ext>
                </a:extLst>
              </p:cNvPr>
              <p:cNvSpPr/>
              <p:nvPr/>
            </p:nvSpPr>
            <p:spPr>
              <a:xfrm>
                <a:off x="1419250" y="3703644"/>
                <a:ext cx="1229302" cy="434191"/>
              </a:xfrm>
              <a:prstGeom prst="ellipse">
                <a:avLst/>
              </a:prstGeom>
              <a:noFill/>
              <a:ln w="15875">
                <a:gradFill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8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61" name="ComponentBackground1">
                <a:extLst>
                  <a:ext uri="{FF2B5EF4-FFF2-40B4-BE49-F238E27FC236}">
                    <a16:creationId xmlns:a16="http://schemas.microsoft.com/office/drawing/2014/main" id="{DA76F39F-C14F-2708-10D0-3568F2631667}"/>
                  </a:ext>
                </a:extLst>
              </p:cNvPr>
              <p:cNvSpPr/>
              <p:nvPr/>
            </p:nvSpPr>
            <p:spPr>
              <a:xfrm>
                <a:off x="1554388" y="3546133"/>
                <a:ext cx="959026" cy="338729"/>
              </a:xfrm>
              <a:prstGeom prst="ellipse">
                <a:avLst/>
              </a:prstGeom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62" name="Lineee1">
                <a:extLst>
                  <a:ext uri="{FF2B5EF4-FFF2-40B4-BE49-F238E27FC236}">
                    <a16:creationId xmlns:a16="http://schemas.microsoft.com/office/drawing/2014/main" id="{64F86ED2-5827-969D-C783-B97D1E1B5855}"/>
                  </a:ext>
                </a:extLst>
              </p:cNvPr>
              <p:cNvSpPr/>
              <p:nvPr/>
            </p:nvSpPr>
            <p:spPr>
              <a:xfrm>
                <a:off x="1355111" y="3725085"/>
                <a:ext cx="1357580" cy="479499"/>
              </a:xfrm>
              <a:prstGeom prst="ellipse">
                <a:avLst/>
              </a:prstGeom>
              <a:noFill/>
              <a:ln w="12700">
                <a:gradFill>
                  <a:gsLst>
                    <a:gs pos="18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63" name="Lineeee1">
                <a:extLst>
                  <a:ext uri="{FF2B5EF4-FFF2-40B4-BE49-F238E27FC236}">
                    <a16:creationId xmlns:a16="http://schemas.microsoft.com/office/drawing/2014/main" id="{58B7BEBA-9B87-3163-5083-824D93C35080}"/>
                  </a:ext>
                </a:extLst>
              </p:cNvPr>
              <p:cNvSpPr/>
              <p:nvPr/>
            </p:nvSpPr>
            <p:spPr>
              <a:xfrm>
                <a:off x="1270930" y="3731046"/>
                <a:ext cx="1525943" cy="538964"/>
              </a:xfrm>
              <a:prstGeom prst="ellipse">
                <a:avLst/>
              </a:prstGeom>
              <a:noFill/>
              <a:ln w="9525">
                <a:gradFill>
                  <a:gsLst>
                    <a:gs pos="6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64" name="IconBackground1">
                <a:extLst>
                  <a:ext uri="{FF2B5EF4-FFF2-40B4-BE49-F238E27FC236}">
                    <a16:creationId xmlns:a16="http://schemas.microsoft.com/office/drawing/2014/main" id="{8147F0EC-4930-F250-5DBB-25B61DD11DA1}"/>
                  </a:ext>
                </a:extLst>
              </p:cNvPr>
              <p:cNvSpPr/>
              <p:nvPr/>
            </p:nvSpPr>
            <p:spPr>
              <a:xfrm>
                <a:off x="1664391" y="2507117"/>
                <a:ext cx="721923" cy="721924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Line1">
                <a:extLst>
                  <a:ext uri="{FF2B5EF4-FFF2-40B4-BE49-F238E27FC236}">
                    <a16:creationId xmlns:a16="http://schemas.microsoft.com/office/drawing/2014/main" id="{7A612E48-F68D-E135-DE88-77298DBBBA0A}"/>
                  </a:ext>
                </a:extLst>
              </p:cNvPr>
              <p:cNvSpPr/>
              <p:nvPr/>
            </p:nvSpPr>
            <p:spPr>
              <a:xfrm>
                <a:off x="1114593" y="3373825"/>
                <a:ext cx="1838617" cy="649400"/>
              </a:xfrm>
              <a:prstGeom prst="ellipse">
                <a:avLst/>
              </a:prstGeom>
              <a:noFill/>
              <a:ln w="222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66" name="Number1">
                <a:extLst>
                  <a:ext uri="{FF2B5EF4-FFF2-40B4-BE49-F238E27FC236}">
                    <a16:creationId xmlns:a16="http://schemas.microsoft.com/office/drawing/2014/main" id="{C8035A7D-54BF-8DC1-B533-AAF26BE568BA}"/>
                  </a:ext>
                </a:extLst>
              </p:cNvPr>
              <p:cNvSpPr txBox="1"/>
              <p:nvPr/>
            </p:nvSpPr>
            <p:spPr>
              <a:xfrm>
                <a:off x="1750720" y="3176102"/>
                <a:ext cx="684039" cy="678242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en-US" altLang="zh-CN" sz="4000" b="1">
                    <a:gradFill flip="none" rotWithShape="1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  <a:effectLst>
                      <a:reflection blurRad="25400" stA="15000" endPos="20000" dir="5400000" sy="-100000" algn="bl" rotWithShape="0"/>
                    </a:effectLst>
                    <a:cs typeface="+mn-ea"/>
                    <a:sym typeface="+mn-lt"/>
                  </a:rPr>
                  <a:t>01</a:t>
                </a:r>
                <a:endParaRPr lang="zh-CN" altLang="en-US" sz="4000" b="1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67" name="Shape1">
                <a:extLst>
                  <a:ext uri="{FF2B5EF4-FFF2-40B4-BE49-F238E27FC236}">
                    <a16:creationId xmlns:a16="http://schemas.microsoft.com/office/drawing/2014/main" id="{8ADF0669-D830-B3D5-0B5A-F560047F0F40}"/>
                  </a:ext>
                </a:extLst>
              </p:cNvPr>
              <p:cNvSpPr/>
              <p:nvPr/>
            </p:nvSpPr>
            <p:spPr>
              <a:xfrm>
                <a:off x="1580232" y="3612258"/>
                <a:ext cx="106796" cy="9206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blurRad="25400" stA="15000" endPos="58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Icon1">
                <a:extLst>
                  <a:ext uri="{FF2B5EF4-FFF2-40B4-BE49-F238E27FC236}">
                    <a16:creationId xmlns:a16="http://schemas.microsoft.com/office/drawing/2014/main" id="{0740C32D-0B89-73E1-F330-FA90BF8505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3513" y="2703243"/>
                <a:ext cx="323680" cy="329672"/>
              </a:xfrm>
              <a:custGeom>
                <a:avLst/>
                <a:gdLst>
                  <a:gd name="connsiteX0" fmla="*/ 257175 w 514350"/>
                  <a:gd name="connsiteY0" fmla="*/ 266700 h 523875"/>
                  <a:gd name="connsiteX1" fmla="*/ 390525 w 514350"/>
                  <a:gd name="connsiteY1" fmla="*/ 133350 h 523875"/>
                  <a:gd name="connsiteX2" fmla="*/ 257175 w 514350"/>
                  <a:gd name="connsiteY2" fmla="*/ 0 h 523875"/>
                  <a:gd name="connsiteX3" fmla="*/ 123825 w 514350"/>
                  <a:gd name="connsiteY3" fmla="*/ 133350 h 523875"/>
                  <a:gd name="connsiteX4" fmla="*/ 257175 w 514350"/>
                  <a:gd name="connsiteY4" fmla="*/ 266700 h 523875"/>
                  <a:gd name="connsiteX5" fmla="*/ 457200 w 514350"/>
                  <a:gd name="connsiteY5" fmla="*/ 333375 h 523875"/>
                  <a:gd name="connsiteX6" fmla="*/ 57150 w 514350"/>
                  <a:gd name="connsiteY6" fmla="*/ 333375 h 523875"/>
                  <a:gd name="connsiteX7" fmla="*/ 0 w 514350"/>
                  <a:gd name="connsiteY7" fmla="*/ 390525 h 523875"/>
                  <a:gd name="connsiteX8" fmla="*/ 0 w 514350"/>
                  <a:gd name="connsiteY8" fmla="*/ 523875 h 523875"/>
                  <a:gd name="connsiteX9" fmla="*/ 514350 w 514350"/>
                  <a:gd name="connsiteY9" fmla="*/ 523875 h 523875"/>
                  <a:gd name="connsiteX10" fmla="*/ 514350 w 514350"/>
                  <a:gd name="connsiteY10" fmla="*/ 390525 h 523875"/>
                  <a:gd name="connsiteX11" fmla="*/ 457200 w 514350"/>
                  <a:gd name="connsiteY11" fmla="*/ 333375 h 523875"/>
                  <a:gd name="connsiteX12" fmla="*/ 447675 w 514350"/>
                  <a:gd name="connsiteY12" fmla="*/ 457200 h 523875"/>
                  <a:gd name="connsiteX13" fmla="*/ 333375 w 514350"/>
                  <a:gd name="connsiteY13" fmla="*/ 457200 h 523875"/>
                  <a:gd name="connsiteX14" fmla="*/ 333375 w 514350"/>
                  <a:gd name="connsiteY14" fmla="*/ 438150 h 523875"/>
                  <a:gd name="connsiteX15" fmla="*/ 447675 w 514350"/>
                  <a:gd name="connsiteY15" fmla="*/ 438150 h 523875"/>
                  <a:gd name="connsiteX16" fmla="*/ 447675 w 514350"/>
                  <a:gd name="connsiteY16" fmla="*/ 457200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14350" h="523875">
                    <a:moveTo>
                      <a:pt x="257175" y="266700"/>
                    </a:moveTo>
                    <a:cubicBezTo>
                      <a:pt x="330518" y="266700"/>
                      <a:pt x="390525" y="206693"/>
                      <a:pt x="390525" y="133350"/>
                    </a:cubicBezTo>
                    <a:cubicBezTo>
                      <a:pt x="390525" y="60008"/>
                      <a:pt x="330518" y="0"/>
                      <a:pt x="257175" y="0"/>
                    </a:cubicBezTo>
                    <a:cubicBezTo>
                      <a:pt x="183833" y="0"/>
                      <a:pt x="123825" y="60008"/>
                      <a:pt x="123825" y="133350"/>
                    </a:cubicBezTo>
                    <a:cubicBezTo>
                      <a:pt x="123825" y="206693"/>
                      <a:pt x="183833" y="266700"/>
                      <a:pt x="257175" y="266700"/>
                    </a:cubicBezTo>
                    <a:close/>
                    <a:moveTo>
                      <a:pt x="457200" y="333375"/>
                    </a:moveTo>
                    <a:lnTo>
                      <a:pt x="57150" y="333375"/>
                    </a:lnTo>
                    <a:lnTo>
                      <a:pt x="0" y="390525"/>
                    </a:lnTo>
                    <a:lnTo>
                      <a:pt x="0" y="523875"/>
                    </a:lnTo>
                    <a:lnTo>
                      <a:pt x="514350" y="523875"/>
                    </a:lnTo>
                    <a:lnTo>
                      <a:pt x="514350" y="390525"/>
                    </a:lnTo>
                    <a:lnTo>
                      <a:pt x="457200" y="333375"/>
                    </a:lnTo>
                    <a:close/>
                    <a:moveTo>
                      <a:pt x="447675" y="457200"/>
                    </a:moveTo>
                    <a:lnTo>
                      <a:pt x="333375" y="457200"/>
                    </a:lnTo>
                    <a:lnTo>
                      <a:pt x="333375" y="438150"/>
                    </a:lnTo>
                    <a:lnTo>
                      <a:pt x="447675" y="438150"/>
                    </a:lnTo>
                    <a:lnTo>
                      <a:pt x="447675" y="457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9" name="Bullet1">
                <a:extLst>
                  <a:ext uri="{FF2B5EF4-FFF2-40B4-BE49-F238E27FC236}">
                    <a16:creationId xmlns:a16="http://schemas.microsoft.com/office/drawing/2014/main" id="{4D36AC05-4909-296A-F5EC-AF081B08B91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31037" y="4539816"/>
                <a:ext cx="2005728" cy="5702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职责概述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Text1">
                <a:extLst>
                  <a:ext uri="{FF2B5EF4-FFF2-40B4-BE49-F238E27FC236}">
                    <a16:creationId xmlns:a16="http://schemas.microsoft.com/office/drawing/2014/main" id="{B3E3EBA1-36E9-6FCE-6D6B-9CF9CCBA96B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31037" y="5110075"/>
                <a:ext cx="2005728" cy="7932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明确工作准则与职责范围，确保工作目标与公司发展同步。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D7A0F42F-F5CB-A55C-C885-64ACC70BD885}"/>
                </a:ext>
              </a:extLst>
            </p:cNvPr>
            <p:cNvGrpSpPr/>
            <p:nvPr/>
          </p:nvGrpSpPr>
          <p:grpSpPr>
            <a:xfrm>
              <a:off x="3058911" y="2511517"/>
              <a:ext cx="2005728" cy="3392779"/>
              <a:chOff x="3058911" y="2511517"/>
              <a:chExt cx="2005728" cy="3392779"/>
            </a:xfrm>
          </p:grpSpPr>
          <p:sp>
            <p:nvSpPr>
              <p:cNvPr id="49" name="Linee2">
                <a:extLst>
                  <a:ext uri="{FF2B5EF4-FFF2-40B4-BE49-F238E27FC236}">
                    <a16:creationId xmlns:a16="http://schemas.microsoft.com/office/drawing/2014/main" id="{677012D6-B4BA-2213-479F-B562ABE5B2FA}"/>
                  </a:ext>
                </a:extLst>
              </p:cNvPr>
              <p:cNvSpPr/>
              <p:nvPr/>
            </p:nvSpPr>
            <p:spPr>
              <a:xfrm>
                <a:off x="3447124" y="3708044"/>
                <a:ext cx="1229302" cy="434191"/>
              </a:xfrm>
              <a:prstGeom prst="ellipse">
                <a:avLst/>
              </a:prstGeom>
              <a:noFill/>
              <a:ln w="15875">
                <a:gradFill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8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50" name="ComponentBackground2">
                <a:extLst>
                  <a:ext uri="{FF2B5EF4-FFF2-40B4-BE49-F238E27FC236}">
                    <a16:creationId xmlns:a16="http://schemas.microsoft.com/office/drawing/2014/main" id="{9422A7AB-D985-CBA6-36EA-8EB2BF4940A0}"/>
                  </a:ext>
                </a:extLst>
              </p:cNvPr>
              <p:cNvSpPr/>
              <p:nvPr/>
            </p:nvSpPr>
            <p:spPr>
              <a:xfrm>
                <a:off x="3582262" y="3550533"/>
                <a:ext cx="959026" cy="338729"/>
              </a:xfrm>
              <a:prstGeom prst="ellipse">
                <a:avLst/>
              </a:prstGeom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51" name="Lineee2">
                <a:extLst>
                  <a:ext uri="{FF2B5EF4-FFF2-40B4-BE49-F238E27FC236}">
                    <a16:creationId xmlns:a16="http://schemas.microsoft.com/office/drawing/2014/main" id="{A275EB4F-137E-92F5-79DB-C6863CBD27B5}"/>
                  </a:ext>
                </a:extLst>
              </p:cNvPr>
              <p:cNvSpPr/>
              <p:nvPr/>
            </p:nvSpPr>
            <p:spPr>
              <a:xfrm>
                <a:off x="3382985" y="3729485"/>
                <a:ext cx="1357580" cy="479499"/>
              </a:xfrm>
              <a:prstGeom prst="ellipse">
                <a:avLst/>
              </a:prstGeom>
              <a:noFill/>
              <a:ln w="12700">
                <a:gradFill>
                  <a:gsLst>
                    <a:gs pos="18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52" name="Lineeee2">
                <a:extLst>
                  <a:ext uri="{FF2B5EF4-FFF2-40B4-BE49-F238E27FC236}">
                    <a16:creationId xmlns:a16="http://schemas.microsoft.com/office/drawing/2014/main" id="{20121F3A-7492-5E9B-EF7F-2A0CF8A7F641}"/>
                  </a:ext>
                </a:extLst>
              </p:cNvPr>
              <p:cNvSpPr/>
              <p:nvPr/>
            </p:nvSpPr>
            <p:spPr>
              <a:xfrm>
                <a:off x="3298804" y="3735446"/>
                <a:ext cx="1525943" cy="538964"/>
              </a:xfrm>
              <a:prstGeom prst="ellipse">
                <a:avLst/>
              </a:prstGeom>
              <a:noFill/>
              <a:ln w="9525">
                <a:gradFill>
                  <a:gsLst>
                    <a:gs pos="6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53" name="IconBackground2">
                <a:extLst>
                  <a:ext uri="{FF2B5EF4-FFF2-40B4-BE49-F238E27FC236}">
                    <a16:creationId xmlns:a16="http://schemas.microsoft.com/office/drawing/2014/main" id="{87AEF231-5B62-BD34-3742-9EF510F3646A}"/>
                  </a:ext>
                </a:extLst>
              </p:cNvPr>
              <p:cNvSpPr/>
              <p:nvPr/>
            </p:nvSpPr>
            <p:spPr>
              <a:xfrm>
                <a:off x="3700813" y="2511517"/>
                <a:ext cx="721923" cy="721924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4" name="Line2">
                <a:extLst>
                  <a:ext uri="{FF2B5EF4-FFF2-40B4-BE49-F238E27FC236}">
                    <a16:creationId xmlns:a16="http://schemas.microsoft.com/office/drawing/2014/main" id="{7A7EAC00-5E78-8D71-0A2D-893A1E7E82DE}"/>
                  </a:ext>
                </a:extLst>
              </p:cNvPr>
              <p:cNvSpPr/>
              <p:nvPr/>
            </p:nvSpPr>
            <p:spPr>
              <a:xfrm>
                <a:off x="3142467" y="3378225"/>
                <a:ext cx="1838617" cy="649400"/>
              </a:xfrm>
              <a:prstGeom prst="ellipse">
                <a:avLst/>
              </a:prstGeom>
              <a:noFill/>
              <a:ln w="222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55" name="Number2">
                <a:extLst>
                  <a:ext uri="{FF2B5EF4-FFF2-40B4-BE49-F238E27FC236}">
                    <a16:creationId xmlns:a16="http://schemas.microsoft.com/office/drawing/2014/main" id="{3DFAA6AF-EC3F-D199-7B08-E58A84F42880}"/>
                  </a:ext>
                </a:extLst>
              </p:cNvPr>
              <p:cNvSpPr txBox="1"/>
              <p:nvPr/>
            </p:nvSpPr>
            <p:spPr>
              <a:xfrm>
                <a:off x="3778594" y="3180502"/>
                <a:ext cx="684039" cy="678242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en-US" altLang="zh-CN" sz="4000" b="1">
                    <a:gradFill flip="none" rotWithShape="1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  <a:effectLst>
                      <a:reflection blurRad="25400" stA="15000" endPos="20000" dir="5400000" sy="-100000" algn="bl" rotWithShape="0"/>
                    </a:effectLst>
                    <a:cs typeface="+mn-ea"/>
                    <a:sym typeface="+mn-lt"/>
                  </a:rPr>
                  <a:t>02</a:t>
                </a:r>
                <a:endParaRPr lang="zh-CN" altLang="en-US" sz="4000" b="1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56" name="Shape2">
                <a:extLst>
                  <a:ext uri="{FF2B5EF4-FFF2-40B4-BE49-F238E27FC236}">
                    <a16:creationId xmlns:a16="http://schemas.microsoft.com/office/drawing/2014/main" id="{C6CFC888-B37F-E138-2F6E-A34318FD963E}"/>
                  </a:ext>
                </a:extLst>
              </p:cNvPr>
              <p:cNvSpPr/>
              <p:nvPr/>
            </p:nvSpPr>
            <p:spPr>
              <a:xfrm>
                <a:off x="3602364" y="3616659"/>
                <a:ext cx="106796" cy="9206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blurRad="25400" stA="15000" endPos="58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7" name="Icon2">
                <a:extLst>
                  <a:ext uri="{FF2B5EF4-FFF2-40B4-BE49-F238E27FC236}">
                    <a16:creationId xmlns:a16="http://schemas.microsoft.com/office/drawing/2014/main" id="{7BF24F82-C4BD-B17B-0218-B09C4D5B57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39674" y="2707642"/>
                <a:ext cx="244204" cy="329674"/>
              </a:xfrm>
              <a:custGeom>
                <a:avLst/>
                <a:gdLst>
                  <a:gd name="connsiteX0" fmla="*/ 86973 w 381000"/>
                  <a:gd name="connsiteY0" fmla="*/ 38721 h 514350"/>
                  <a:gd name="connsiteX1" fmla="*/ 86973 w 381000"/>
                  <a:gd name="connsiteY1" fmla="*/ 95871 h 514350"/>
                  <a:gd name="connsiteX2" fmla="*/ 296523 w 381000"/>
                  <a:gd name="connsiteY2" fmla="*/ 95871 h 514350"/>
                  <a:gd name="connsiteX3" fmla="*/ 296523 w 381000"/>
                  <a:gd name="connsiteY3" fmla="*/ 38721 h 514350"/>
                  <a:gd name="connsiteX4" fmla="*/ 382248 w 381000"/>
                  <a:gd name="connsiteY4" fmla="*/ 38721 h 514350"/>
                  <a:gd name="connsiteX5" fmla="*/ 382248 w 381000"/>
                  <a:gd name="connsiteY5" fmla="*/ 514971 h 514350"/>
                  <a:gd name="connsiteX6" fmla="*/ 1248 w 381000"/>
                  <a:gd name="connsiteY6" fmla="*/ 514971 h 514350"/>
                  <a:gd name="connsiteX7" fmla="*/ 1248 w 381000"/>
                  <a:gd name="connsiteY7" fmla="*/ 38721 h 514350"/>
                  <a:gd name="connsiteX8" fmla="*/ 86973 w 381000"/>
                  <a:gd name="connsiteY8" fmla="*/ 38721 h 514350"/>
                  <a:gd name="connsiteX9" fmla="*/ 191748 w 381000"/>
                  <a:gd name="connsiteY9" fmla="*/ 333996 h 514350"/>
                  <a:gd name="connsiteX10" fmla="*/ 77448 w 381000"/>
                  <a:gd name="connsiteY10" fmla="*/ 333996 h 514350"/>
                  <a:gd name="connsiteX11" fmla="*/ 77448 w 381000"/>
                  <a:gd name="connsiteY11" fmla="*/ 353046 h 514350"/>
                  <a:gd name="connsiteX12" fmla="*/ 191748 w 381000"/>
                  <a:gd name="connsiteY12" fmla="*/ 353046 h 514350"/>
                  <a:gd name="connsiteX13" fmla="*/ 191748 w 381000"/>
                  <a:gd name="connsiteY13" fmla="*/ 333996 h 514350"/>
                  <a:gd name="connsiteX14" fmla="*/ 306048 w 381000"/>
                  <a:gd name="connsiteY14" fmla="*/ 257796 h 514350"/>
                  <a:gd name="connsiteX15" fmla="*/ 77448 w 381000"/>
                  <a:gd name="connsiteY15" fmla="*/ 257796 h 514350"/>
                  <a:gd name="connsiteX16" fmla="*/ 77448 w 381000"/>
                  <a:gd name="connsiteY16" fmla="*/ 276846 h 514350"/>
                  <a:gd name="connsiteX17" fmla="*/ 306048 w 381000"/>
                  <a:gd name="connsiteY17" fmla="*/ 276846 h 514350"/>
                  <a:gd name="connsiteX18" fmla="*/ 306048 w 381000"/>
                  <a:gd name="connsiteY18" fmla="*/ 257796 h 514350"/>
                  <a:gd name="connsiteX19" fmla="*/ 306048 w 381000"/>
                  <a:gd name="connsiteY19" fmla="*/ 181596 h 514350"/>
                  <a:gd name="connsiteX20" fmla="*/ 77448 w 381000"/>
                  <a:gd name="connsiteY20" fmla="*/ 181596 h 514350"/>
                  <a:gd name="connsiteX21" fmla="*/ 77448 w 381000"/>
                  <a:gd name="connsiteY21" fmla="*/ 200646 h 514350"/>
                  <a:gd name="connsiteX22" fmla="*/ 306048 w 381000"/>
                  <a:gd name="connsiteY22" fmla="*/ 200646 h 514350"/>
                  <a:gd name="connsiteX23" fmla="*/ 306048 w 381000"/>
                  <a:gd name="connsiteY23" fmla="*/ 181596 h 514350"/>
                  <a:gd name="connsiteX24" fmla="*/ 277473 w 381000"/>
                  <a:gd name="connsiteY24" fmla="*/ 621 h 514350"/>
                  <a:gd name="connsiteX25" fmla="*/ 277473 w 381000"/>
                  <a:gd name="connsiteY25" fmla="*/ 76821 h 514350"/>
                  <a:gd name="connsiteX26" fmla="*/ 106023 w 381000"/>
                  <a:gd name="connsiteY26" fmla="*/ 76821 h 514350"/>
                  <a:gd name="connsiteX27" fmla="*/ 106023 w 381000"/>
                  <a:gd name="connsiteY27" fmla="*/ 621 h 514350"/>
                  <a:gd name="connsiteX28" fmla="*/ 277473 w 381000"/>
                  <a:gd name="connsiteY28" fmla="*/ 621 h 514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81000" h="514350">
                    <a:moveTo>
                      <a:pt x="86973" y="38721"/>
                    </a:moveTo>
                    <a:lnTo>
                      <a:pt x="86973" y="95871"/>
                    </a:lnTo>
                    <a:lnTo>
                      <a:pt x="296523" y="95871"/>
                    </a:lnTo>
                    <a:lnTo>
                      <a:pt x="296523" y="38721"/>
                    </a:lnTo>
                    <a:lnTo>
                      <a:pt x="382248" y="38721"/>
                    </a:lnTo>
                    <a:lnTo>
                      <a:pt x="382248" y="514971"/>
                    </a:lnTo>
                    <a:lnTo>
                      <a:pt x="1248" y="514971"/>
                    </a:lnTo>
                    <a:lnTo>
                      <a:pt x="1248" y="38721"/>
                    </a:lnTo>
                    <a:lnTo>
                      <a:pt x="86973" y="38721"/>
                    </a:lnTo>
                    <a:close/>
                    <a:moveTo>
                      <a:pt x="191748" y="333996"/>
                    </a:moveTo>
                    <a:lnTo>
                      <a:pt x="77448" y="333996"/>
                    </a:lnTo>
                    <a:lnTo>
                      <a:pt x="77448" y="353046"/>
                    </a:lnTo>
                    <a:lnTo>
                      <a:pt x="191748" y="353046"/>
                    </a:lnTo>
                    <a:lnTo>
                      <a:pt x="191748" y="333996"/>
                    </a:lnTo>
                    <a:close/>
                    <a:moveTo>
                      <a:pt x="306048" y="257796"/>
                    </a:moveTo>
                    <a:lnTo>
                      <a:pt x="77448" y="257796"/>
                    </a:lnTo>
                    <a:lnTo>
                      <a:pt x="77448" y="276846"/>
                    </a:lnTo>
                    <a:lnTo>
                      <a:pt x="306048" y="276846"/>
                    </a:lnTo>
                    <a:lnTo>
                      <a:pt x="306048" y="257796"/>
                    </a:lnTo>
                    <a:close/>
                    <a:moveTo>
                      <a:pt x="306048" y="181596"/>
                    </a:moveTo>
                    <a:lnTo>
                      <a:pt x="77448" y="181596"/>
                    </a:lnTo>
                    <a:lnTo>
                      <a:pt x="77448" y="200646"/>
                    </a:lnTo>
                    <a:lnTo>
                      <a:pt x="306048" y="200646"/>
                    </a:lnTo>
                    <a:lnTo>
                      <a:pt x="306048" y="181596"/>
                    </a:lnTo>
                    <a:close/>
                    <a:moveTo>
                      <a:pt x="277473" y="621"/>
                    </a:moveTo>
                    <a:lnTo>
                      <a:pt x="277473" y="76821"/>
                    </a:lnTo>
                    <a:lnTo>
                      <a:pt x="106023" y="76821"/>
                    </a:lnTo>
                    <a:lnTo>
                      <a:pt x="106023" y="621"/>
                    </a:lnTo>
                    <a:lnTo>
                      <a:pt x="277473" y="6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Bullet2">
                <a:extLst>
                  <a:ext uri="{FF2B5EF4-FFF2-40B4-BE49-F238E27FC236}">
                    <a16:creationId xmlns:a16="http://schemas.microsoft.com/office/drawing/2014/main" id="{92394E1D-A685-9056-7673-772E284BA400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058911" y="4540776"/>
                <a:ext cx="2005728" cy="5702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任务执行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Text2">
                <a:extLst>
                  <a:ext uri="{FF2B5EF4-FFF2-40B4-BE49-F238E27FC236}">
                    <a16:creationId xmlns:a16="http://schemas.microsoft.com/office/drawing/2014/main" id="{520822E3-397A-EDA9-35FD-13F8956749F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058911" y="5111035"/>
                <a:ext cx="2005728" cy="7932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严格按照工作计划与流程，确保任务高效、准确地完成。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135E0BC-2C0E-B321-B36A-5ECE7DB6E6B8}"/>
                </a:ext>
              </a:extLst>
            </p:cNvPr>
            <p:cNvGrpSpPr/>
            <p:nvPr/>
          </p:nvGrpSpPr>
          <p:grpSpPr>
            <a:xfrm>
              <a:off x="5086787" y="2511517"/>
              <a:ext cx="2005728" cy="3392779"/>
              <a:chOff x="5086787" y="2511517"/>
              <a:chExt cx="2005728" cy="3392779"/>
            </a:xfrm>
          </p:grpSpPr>
          <p:sp>
            <p:nvSpPr>
              <p:cNvPr id="38" name="Linee3">
                <a:extLst>
                  <a:ext uri="{FF2B5EF4-FFF2-40B4-BE49-F238E27FC236}">
                    <a16:creationId xmlns:a16="http://schemas.microsoft.com/office/drawing/2014/main" id="{9167522F-686A-9408-5F14-BFF19E560B71}"/>
                  </a:ext>
                </a:extLst>
              </p:cNvPr>
              <p:cNvSpPr/>
              <p:nvPr/>
            </p:nvSpPr>
            <p:spPr>
              <a:xfrm>
                <a:off x="5475000" y="3708044"/>
                <a:ext cx="1229302" cy="434191"/>
              </a:xfrm>
              <a:prstGeom prst="ellipse">
                <a:avLst/>
              </a:prstGeom>
              <a:noFill/>
              <a:ln w="15875">
                <a:gradFill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8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9" name="ComponentBackground3">
                <a:extLst>
                  <a:ext uri="{FF2B5EF4-FFF2-40B4-BE49-F238E27FC236}">
                    <a16:creationId xmlns:a16="http://schemas.microsoft.com/office/drawing/2014/main" id="{5969B5B3-F472-0E4B-E2AF-75A91C04B0E5}"/>
                  </a:ext>
                </a:extLst>
              </p:cNvPr>
              <p:cNvSpPr/>
              <p:nvPr/>
            </p:nvSpPr>
            <p:spPr>
              <a:xfrm>
                <a:off x="5610138" y="3550533"/>
                <a:ext cx="959026" cy="338729"/>
              </a:xfrm>
              <a:prstGeom prst="ellipse">
                <a:avLst/>
              </a:prstGeom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40" name="Lineee3">
                <a:extLst>
                  <a:ext uri="{FF2B5EF4-FFF2-40B4-BE49-F238E27FC236}">
                    <a16:creationId xmlns:a16="http://schemas.microsoft.com/office/drawing/2014/main" id="{B2632CF4-8F11-DDE6-5C4D-D1EED4E3723B}"/>
                  </a:ext>
                </a:extLst>
              </p:cNvPr>
              <p:cNvSpPr/>
              <p:nvPr/>
            </p:nvSpPr>
            <p:spPr>
              <a:xfrm>
                <a:off x="5410861" y="3729485"/>
                <a:ext cx="1357580" cy="479499"/>
              </a:xfrm>
              <a:prstGeom prst="ellipse">
                <a:avLst/>
              </a:prstGeom>
              <a:noFill/>
              <a:ln w="12700">
                <a:gradFill>
                  <a:gsLst>
                    <a:gs pos="18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41" name="Lineeee3">
                <a:extLst>
                  <a:ext uri="{FF2B5EF4-FFF2-40B4-BE49-F238E27FC236}">
                    <a16:creationId xmlns:a16="http://schemas.microsoft.com/office/drawing/2014/main" id="{3D52E825-29A2-58CB-F52E-256E0F1171D1}"/>
                  </a:ext>
                </a:extLst>
              </p:cNvPr>
              <p:cNvSpPr/>
              <p:nvPr/>
            </p:nvSpPr>
            <p:spPr>
              <a:xfrm>
                <a:off x="5326680" y="3735446"/>
                <a:ext cx="1525943" cy="538964"/>
              </a:xfrm>
              <a:prstGeom prst="ellipse">
                <a:avLst/>
              </a:prstGeom>
              <a:noFill/>
              <a:ln w="9525">
                <a:gradFill>
                  <a:gsLst>
                    <a:gs pos="6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42" name="IconBackground3">
                <a:extLst>
                  <a:ext uri="{FF2B5EF4-FFF2-40B4-BE49-F238E27FC236}">
                    <a16:creationId xmlns:a16="http://schemas.microsoft.com/office/drawing/2014/main" id="{F7D9BCFC-AB76-DD73-3B16-B99EEDD2963D}"/>
                  </a:ext>
                </a:extLst>
              </p:cNvPr>
              <p:cNvSpPr/>
              <p:nvPr/>
            </p:nvSpPr>
            <p:spPr>
              <a:xfrm>
                <a:off x="5728689" y="2511517"/>
                <a:ext cx="721923" cy="721924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Line3">
                <a:extLst>
                  <a:ext uri="{FF2B5EF4-FFF2-40B4-BE49-F238E27FC236}">
                    <a16:creationId xmlns:a16="http://schemas.microsoft.com/office/drawing/2014/main" id="{0AA3F68A-5C48-456F-1F04-6782CE0F12DF}"/>
                  </a:ext>
                </a:extLst>
              </p:cNvPr>
              <p:cNvSpPr/>
              <p:nvPr/>
            </p:nvSpPr>
            <p:spPr>
              <a:xfrm>
                <a:off x="5170343" y="3378225"/>
                <a:ext cx="1838617" cy="649400"/>
              </a:xfrm>
              <a:prstGeom prst="ellipse">
                <a:avLst/>
              </a:prstGeom>
              <a:noFill/>
              <a:ln w="222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44" name="Number3">
                <a:extLst>
                  <a:ext uri="{FF2B5EF4-FFF2-40B4-BE49-F238E27FC236}">
                    <a16:creationId xmlns:a16="http://schemas.microsoft.com/office/drawing/2014/main" id="{AECEE0C5-EA2B-DED5-5C0A-085ADEB820B3}"/>
                  </a:ext>
                </a:extLst>
              </p:cNvPr>
              <p:cNvSpPr txBox="1"/>
              <p:nvPr/>
            </p:nvSpPr>
            <p:spPr>
              <a:xfrm>
                <a:off x="5726042" y="3180502"/>
                <a:ext cx="844894" cy="837734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en-US" altLang="zh-CN" sz="4000" b="1">
                    <a:gradFill flip="none" rotWithShape="1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  <a:effectLst>
                      <a:reflection blurRad="25400" stA="15000" endPos="20000" dir="5400000" sy="-100000" algn="bl" rotWithShape="0"/>
                    </a:effectLst>
                    <a:cs typeface="+mn-ea"/>
                    <a:sym typeface="+mn-lt"/>
                  </a:rPr>
                  <a:t>03</a:t>
                </a:r>
                <a:endParaRPr lang="zh-CN" altLang="en-US" sz="4000" b="1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45" name="Shape3">
                <a:extLst>
                  <a:ext uri="{FF2B5EF4-FFF2-40B4-BE49-F238E27FC236}">
                    <a16:creationId xmlns:a16="http://schemas.microsoft.com/office/drawing/2014/main" id="{5713F183-9632-2CBA-627C-1A0F4EFC920A}"/>
                  </a:ext>
                </a:extLst>
              </p:cNvPr>
              <p:cNvSpPr/>
              <p:nvPr/>
            </p:nvSpPr>
            <p:spPr>
              <a:xfrm>
                <a:off x="5630240" y="3616659"/>
                <a:ext cx="106796" cy="9206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blurRad="25400" stA="15000" endPos="58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Bullet3">
                <a:extLst>
                  <a:ext uri="{FF2B5EF4-FFF2-40B4-BE49-F238E27FC236}">
                    <a16:creationId xmlns:a16="http://schemas.microsoft.com/office/drawing/2014/main" id="{48E6607F-29A3-FB18-B7BC-2444002FFD3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086787" y="4540776"/>
                <a:ext cx="2005728" cy="5702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沟通协调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7" name="Text3">
                <a:extLst>
                  <a:ext uri="{FF2B5EF4-FFF2-40B4-BE49-F238E27FC236}">
                    <a16:creationId xmlns:a16="http://schemas.microsoft.com/office/drawing/2014/main" id="{2AEAEF91-F2FC-B134-A45E-12DBFC15AF13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086787" y="5111035"/>
                <a:ext cx="2005728" cy="7932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积极主动地与团队成员及上级领导沟通，保证信息畅通无阻。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Icon3">
                <a:extLst>
                  <a:ext uri="{FF2B5EF4-FFF2-40B4-BE49-F238E27FC236}">
                    <a16:creationId xmlns:a16="http://schemas.microsoft.com/office/drawing/2014/main" id="{1E4EFA02-C48B-B21E-191D-94EE238004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953948" y="2707276"/>
                <a:ext cx="271406" cy="330406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6BA0B50-0F5D-B69E-87A7-C337D34289A3}"/>
                </a:ext>
              </a:extLst>
            </p:cNvPr>
            <p:cNvGrpSpPr/>
            <p:nvPr/>
          </p:nvGrpSpPr>
          <p:grpSpPr>
            <a:xfrm>
              <a:off x="7114661" y="2511517"/>
              <a:ext cx="2005728" cy="3392779"/>
              <a:chOff x="7114661" y="2511517"/>
              <a:chExt cx="2005728" cy="3392779"/>
            </a:xfrm>
          </p:grpSpPr>
          <p:sp>
            <p:nvSpPr>
              <p:cNvPr id="27" name="Linee4">
                <a:extLst>
                  <a:ext uri="{FF2B5EF4-FFF2-40B4-BE49-F238E27FC236}">
                    <a16:creationId xmlns:a16="http://schemas.microsoft.com/office/drawing/2014/main" id="{7E50FBFA-BFE2-C27D-BF95-7E72BC4C6440}"/>
                  </a:ext>
                </a:extLst>
              </p:cNvPr>
              <p:cNvSpPr/>
              <p:nvPr/>
            </p:nvSpPr>
            <p:spPr>
              <a:xfrm>
                <a:off x="7502874" y="3708044"/>
                <a:ext cx="1229302" cy="434191"/>
              </a:xfrm>
              <a:prstGeom prst="ellipse">
                <a:avLst/>
              </a:prstGeom>
              <a:noFill/>
              <a:ln w="15875">
                <a:gradFill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8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28" name="ComponentBackground4">
                <a:extLst>
                  <a:ext uri="{FF2B5EF4-FFF2-40B4-BE49-F238E27FC236}">
                    <a16:creationId xmlns:a16="http://schemas.microsoft.com/office/drawing/2014/main" id="{562B4CC9-8989-F24E-9C36-FB415EA0E07F}"/>
                  </a:ext>
                </a:extLst>
              </p:cNvPr>
              <p:cNvSpPr/>
              <p:nvPr/>
            </p:nvSpPr>
            <p:spPr>
              <a:xfrm>
                <a:off x="7638012" y="3550533"/>
                <a:ext cx="959026" cy="338729"/>
              </a:xfrm>
              <a:prstGeom prst="ellipse">
                <a:avLst/>
              </a:prstGeom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29" name="Lineee4">
                <a:extLst>
                  <a:ext uri="{FF2B5EF4-FFF2-40B4-BE49-F238E27FC236}">
                    <a16:creationId xmlns:a16="http://schemas.microsoft.com/office/drawing/2014/main" id="{85208107-A7CA-07DC-6598-89BDAAA2696A}"/>
                  </a:ext>
                </a:extLst>
              </p:cNvPr>
              <p:cNvSpPr/>
              <p:nvPr/>
            </p:nvSpPr>
            <p:spPr>
              <a:xfrm>
                <a:off x="7438735" y="3729485"/>
                <a:ext cx="1357580" cy="479499"/>
              </a:xfrm>
              <a:prstGeom prst="ellipse">
                <a:avLst/>
              </a:prstGeom>
              <a:noFill/>
              <a:ln w="12700">
                <a:gradFill>
                  <a:gsLst>
                    <a:gs pos="18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0" name="Lineeee4">
                <a:extLst>
                  <a:ext uri="{FF2B5EF4-FFF2-40B4-BE49-F238E27FC236}">
                    <a16:creationId xmlns:a16="http://schemas.microsoft.com/office/drawing/2014/main" id="{127730F6-14EE-4C47-F74B-6AFC3F6ED1E3}"/>
                  </a:ext>
                </a:extLst>
              </p:cNvPr>
              <p:cNvSpPr/>
              <p:nvPr/>
            </p:nvSpPr>
            <p:spPr>
              <a:xfrm>
                <a:off x="7354554" y="3735446"/>
                <a:ext cx="1525943" cy="538964"/>
              </a:xfrm>
              <a:prstGeom prst="ellipse">
                <a:avLst/>
              </a:prstGeom>
              <a:noFill/>
              <a:ln w="9525">
                <a:gradFill>
                  <a:gsLst>
                    <a:gs pos="6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1" name="IconBackground4">
                <a:extLst>
                  <a:ext uri="{FF2B5EF4-FFF2-40B4-BE49-F238E27FC236}">
                    <a16:creationId xmlns:a16="http://schemas.microsoft.com/office/drawing/2014/main" id="{1C430218-5ACB-0CFC-26C3-3B43F6F2C1C7}"/>
                  </a:ext>
                </a:extLst>
              </p:cNvPr>
              <p:cNvSpPr/>
              <p:nvPr/>
            </p:nvSpPr>
            <p:spPr>
              <a:xfrm>
                <a:off x="7756563" y="2511517"/>
                <a:ext cx="721923" cy="721924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Line4">
                <a:extLst>
                  <a:ext uri="{FF2B5EF4-FFF2-40B4-BE49-F238E27FC236}">
                    <a16:creationId xmlns:a16="http://schemas.microsoft.com/office/drawing/2014/main" id="{61E77B00-8441-3011-11B8-AF4D478AFC53}"/>
                  </a:ext>
                </a:extLst>
              </p:cNvPr>
              <p:cNvSpPr/>
              <p:nvPr/>
            </p:nvSpPr>
            <p:spPr>
              <a:xfrm>
                <a:off x="7198217" y="3378225"/>
                <a:ext cx="1838617" cy="649400"/>
              </a:xfrm>
              <a:prstGeom prst="ellipse">
                <a:avLst/>
              </a:prstGeom>
              <a:noFill/>
              <a:ln w="222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3" name="Number4">
                <a:extLst>
                  <a:ext uri="{FF2B5EF4-FFF2-40B4-BE49-F238E27FC236}">
                    <a16:creationId xmlns:a16="http://schemas.microsoft.com/office/drawing/2014/main" id="{8CCACE99-00A9-46E2-B7EC-303C64618B25}"/>
                  </a:ext>
                </a:extLst>
              </p:cNvPr>
              <p:cNvSpPr txBox="1"/>
              <p:nvPr/>
            </p:nvSpPr>
            <p:spPr>
              <a:xfrm>
                <a:off x="7703105" y="3180502"/>
                <a:ext cx="946516" cy="938495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en-US" altLang="zh-CN" sz="4000" b="1">
                    <a:gradFill flip="none" rotWithShape="1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  <a:effectLst>
                      <a:reflection blurRad="25400" stA="15000" endPos="20000" dir="5400000" sy="-100000" algn="bl" rotWithShape="0"/>
                    </a:effectLst>
                    <a:cs typeface="+mn-ea"/>
                    <a:sym typeface="+mn-lt"/>
                  </a:rPr>
                  <a:t>04</a:t>
                </a:r>
                <a:endParaRPr lang="zh-CN" altLang="en-US" sz="4000" b="1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34" name="Shape4">
                <a:extLst>
                  <a:ext uri="{FF2B5EF4-FFF2-40B4-BE49-F238E27FC236}">
                    <a16:creationId xmlns:a16="http://schemas.microsoft.com/office/drawing/2014/main" id="{423C0D42-6689-D44C-B30F-CDB8E96902C6}"/>
                  </a:ext>
                </a:extLst>
              </p:cNvPr>
              <p:cNvSpPr/>
              <p:nvPr/>
            </p:nvSpPr>
            <p:spPr>
              <a:xfrm>
                <a:off x="7658114" y="3616659"/>
                <a:ext cx="106796" cy="9206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blurRad="25400" stA="15000" endPos="58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Bullet4">
                <a:extLst>
                  <a:ext uri="{FF2B5EF4-FFF2-40B4-BE49-F238E27FC236}">
                    <a16:creationId xmlns:a16="http://schemas.microsoft.com/office/drawing/2014/main" id="{432A74B1-0B29-2244-34DA-A65D1A0AD115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114661" y="4540776"/>
                <a:ext cx="2005728" cy="5702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问题解决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Text4">
                <a:extLst>
                  <a:ext uri="{FF2B5EF4-FFF2-40B4-BE49-F238E27FC236}">
                    <a16:creationId xmlns:a16="http://schemas.microsoft.com/office/drawing/2014/main" id="{F57BD5E6-26FA-B431-9C16-64F40A915A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114661" y="5111035"/>
                <a:ext cx="2005728" cy="7932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针对工作中遇到的问题，及时分析、解决，确保工作顺利进行。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Icon4">
                <a:extLst>
                  <a:ext uri="{FF2B5EF4-FFF2-40B4-BE49-F238E27FC236}">
                    <a16:creationId xmlns:a16="http://schemas.microsoft.com/office/drawing/2014/main" id="{D65B2C20-4849-105F-2467-1FD06E498FAF}"/>
                  </a:ext>
                </a:extLst>
              </p:cNvPr>
              <p:cNvSpPr/>
              <p:nvPr/>
            </p:nvSpPr>
            <p:spPr>
              <a:xfrm>
                <a:off x="7951713" y="2704920"/>
                <a:ext cx="331622" cy="335118"/>
              </a:xfrm>
              <a:custGeom>
                <a:avLst/>
                <a:gdLst>
                  <a:gd name="connsiteX0" fmla="*/ 438348 w 605381"/>
                  <a:gd name="connsiteY0" fmla="*/ 498756 h 563465"/>
                  <a:gd name="connsiteX1" fmla="*/ 457561 w 605381"/>
                  <a:gd name="connsiteY1" fmla="*/ 507749 h 563465"/>
                  <a:gd name="connsiteX2" fmla="*/ 470278 w 605381"/>
                  <a:gd name="connsiteY2" fmla="*/ 513682 h 563465"/>
                  <a:gd name="connsiteX3" fmla="*/ 471856 w 605381"/>
                  <a:gd name="connsiteY3" fmla="*/ 513682 h 563465"/>
                  <a:gd name="connsiteX4" fmla="*/ 546854 w 605381"/>
                  <a:gd name="connsiteY4" fmla="*/ 513682 h 563465"/>
                  <a:gd name="connsiteX5" fmla="*/ 552052 w 605381"/>
                  <a:gd name="connsiteY5" fmla="*/ 512847 h 563465"/>
                  <a:gd name="connsiteX6" fmla="*/ 559570 w 605381"/>
                  <a:gd name="connsiteY6" fmla="*/ 507749 h 563465"/>
                  <a:gd name="connsiteX7" fmla="*/ 578784 w 605381"/>
                  <a:gd name="connsiteY7" fmla="*/ 498756 h 563465"/>
                  <a:gd name="connsiteX8" fmla="*/ 594749 w 605381"/>
                  <a:gd name="connsiteY8" fmla="*/ 504597 h 563465"/>
                  <a:gd name="connsiteX9" fmla="*/ 597812 w 605381"/>
                  <a:gd name="connsiteY9" fmla="*/ 539732 h 563465"/>
                  <a:gd name="connsiteX10" fmla="*/ 546854 w 605381"/>
                  <a:gd name="connsiteY10" fmla="*/ 563465 h 563465"/>
                  <a:gd name="connsiteX11" fmla="*/ 470278 w 605381"/>
                  <a:gd name="connsiteY11" fmla="*/ 563465 h 563465"/>
                  <a:gd name="connsiteX12" fmla="*/ 419320 w 605381"/>
                  <a:gd name="connsiteY12" fmla="*/ 539732 h 563465"/>
                  <a:gd name="connsiteX13" fmla="*/ 422383 w 605381"/>
                  <a:gd name="connsiteY13" fmla="*/ 504597 h 563465"/>
                  <a:gd name="connsiteX14" fmla="*/ 438348 w 605381"/>
                  <a:gd name="connsiteY14" fmla="*/ 498756 h 563465"/>
                  <a:gd name="connsiteX15" fmla="*/ 232419 w 605381"/>
                  <a:gd name="connsiteY15" fmla="*/ 498756 h 563465"/>
                  <a:gd name="connsiteX16" fmla="*/ 232512 w 605381"/>
                  <a:gd name="connsiteY16" fmla="*/ 498756 h 563465"/>
                  <a:gd name="connsiteX17" fmla="*/ 233161 w 605381"/>
                  <a:gd name="connsiteY17" fmla="*/ 498849 h 563465"/>
                  <a:gd name="connsiteX18" fmla="*/ 234925 w 605381"/>
                  <a:gd name="connsiteY18" fmla="*/ 498942 h 563465"/>
                  <a:gd name="connsiteX19" fmla="*/ 235946 w 605381"/>
                  <a:gd name="connsiteY19" fmla="*/ 499034 h 563465"/>
                  <a:gd name="connsiteX20" fmla="*/ 237524 w 605381"/>
                  <a:gd name="connsiteY20" fmla="*/ 499312 h 563465"/>
                  <a:gd name="connsiteX21" fmla="*/ 238546 w 605381"/>
                  <a:gd name="connsiteY21" fmla="*/ 499590 h 563465"/>
                  <a:gd name="connsiteX22" fmla="*/ 239938 w 605381"/>
                  <a:gd name="connsiteY22" fmla="*/ 499961 h 563465"/>
                  <a:gd name="connsiteX23" fmla="*/ 240959 w 605381"/>
                  <a:gd name="connsiteY23" fmla="*/ 500332 h 563465"/>
                  <a:gd name="connsiteX24" fmla="*/ 242352 w 605381"/>
                  <a:gd name="connsiteY24" fmla="*/ 500796 h 563465"/>
                  <a:gd name="connsiteX25" fmla="*/ 243373 w 605381"/>
                  <a:gd name="connsiteY25" fmla="*/ 501259 h 563465"/>
                  <a:gd name="connsiteX26" fmla="*/ 244672 w 605381"/>
                  <a:gd name="connsiteY26" fmla="*/ 502001 h 563465"/>
                  <a:gd name="connsiteX27" fmla="*/ 245601 w 605381"/>
                  <a:gd name="connsiteY27" fmla="*/ 502557 h 563465"/>
                  <a:gd name="connsiteX28" fmla="*/ 246993 w 605381"/>
                  <a:gd name="connsiteY28" fmla="*/ 503391 h 563465"/>
                  <a:gd name="connsiteX29" fmla="*/ 247829 w 605381"/>
                  <a:gd name="connsiteY29" fmla="*/ 504040 h 563465"/>
                  <a:gd name="connsiteX30" fmla="*/ 249128 w 605381"/>
                  <a:gd name="connsiteY30" fmla="*/ 505153 h 563465"/>
                  <a:gd name="connsiteX31" fmla="*/ 249778 w 605381"/>
                  <a:gd name="connsiteY31" fmla="*/ 505709 h 563465"/>
                  <a:gd name="connsiteX32" fmla="*/ 251635 w 605381"/>
                  <a:gd name="connsiteY32" fmla="*/ 507749 h 563465"/>
                  <a:gd name="connsiteX33" fmla="*/ 262774 w 605381"/>
                  <a:gd name="connsiteY33" fmla="*/ 513589 h 563465"/>
                  <a:gd name="connsiteX34" fmla="*/ 264352 w 605381"/>
                  <a:gd name="connsiteY34" fmla="*/ 513682 h 563465"/>
                  <a:gd name="connsiteX35" fmla="*/ 341030 w 605381"/>
                  <a:gd name="connsiteY35" fmla="*/ 513682 h 563465"/>
                  <a:gd name="connsiteX36" fmla="*/ 342608 w 605381"/>
                  <a:gd name="connsiteY36" fmla="*/ 513589 h 563465"/>
                  <a:gd name="connsiteX37" fmla="*/ 353748 w 605381"/>
                  <a:gd name="connsiteY37" fmla="*/ 507749 h 563465"/>
                  <a:gd name="connsiteX38" fmla="*/ 355604 w 605381"/>
                  <a:gd name="connsiteY38" fmla="*/ 505709 h 563465"/>
                  <a:gd name="connsiteX39" fmla="*/ 356254 w 605381"/>
                  <a:gd name="connsiteY39" fmla="*/ 505153 h 563465"/>
                  <a:gd name="connsiteX40" fmla="*/ 357554 w 605381"/>
                  <a:gd name="connsiteY40" fmla="*/ 504040 h 563465"/>
                  <a:gd name="connsiteX41" fmla="*/ 358482 w 605381"/>
                  <a:gd name="connsiteY41" fmla="*/ 503391 h 563465"/>
                  <a:gd name="connsiteX42" fmla="*/ 359782 w 605381"/>
                  <a:gd name="connsiteY42" fmla="*/ 502557 h 563465"/>
                  <a:gd name="connsiteX43" fmla="*/ 360710 w 605381"/>
                  <a:gd name="connsiteY43" fmla="*/ 502001 h 563465"/>
                  <a:gd name="connsiteX44" fmla="*/ 362010 w 605381"/>
                  <a:gd name="connsiteY44" fmla="*/ 501259 h 563465"/>
                  <a:gd name="connsiteX45" fmla="*/ 363031 w 605381"/>
                  <a:gd name="connsiteY45" fmla="*/ 500796 h 563465"/>
                  <a:gd name="connsiteX46" fmla="*/ 364423 w 605381"/>
                  <a:gd name="connsiteY46" fmla="*/ 500332 h 563465"/>
                  <a:gd name="connsiteX47" fmla="*/ 365444 w 605381"/>
                  <a:gd name="connsiteY47" fmla="*/ 499961 h 563465"/>
                  <a:gd name="connsiteX48" fmla="*/ 366930 w 605381"/>
                  <a:gd name="connsiteY48" fmla="*/ 499590 h 563465"/>
                  <a:gd name="connsiteX49" fmla="*/ 367858 w 605381"/>
                  <a:gd name="connsiteY49" fmla="*/ 499312 h 563465"/>
                  <a:gd name="connsiteX50" fmla="*/ 369436 w 605381"/>
                  <a:gd name="connsiteY50" fmla="*/ 499034 h 563465"/>
                  <a:gd name="connsiteX51" fmla="*/ 370457 w 605381"/>
                  <a:gd name="connsiteY51" fmla="*/ 498942 h 563465"/>
                  <a:gd name="connsiteX52" fmla="*/ 372314 w 605381"/>
                  <a:gd name="connsiteY52" fmla="*/ 498849 h 563465"/>
                  <a:gd name="connsiteX53" fmla="*/ 372871 w 605381"/>
                  <a:gd name="connsiteY53" fmla="*/ 498756 h 563465"/>
                  <a:gd name="connsiteX54" fmla="*/ 372964 w 605381"/>
                  <a:gd name="connsiteY54" fmla="*/ 498756 h 563465"/>
                  <a:gd name="connsiteX55" fmla="*/ 376770 w 605381"/>
                  <a:gd name="connsiteY55" fmla="*/ 499127 h 563465"/>
                  <a:gd name="connsiteX56" fmla="*/ 377327 w 605381"/>
                  <a:gd name="connsiteY56" fmla="*/ 499220 h 563465"/>
                  <a:gd name="connsiteX57" fmla="*/ 380947 w 605381"/>
                  <a:gd name="connsiteY57" fmla="*/ 500147 h 563465"/>
                  <a:gd name="connsiteX58" fmla="*/ 381597 w 605381"/>
                  <a:gd name="connsiteY58" fmla="*/ 500425 h 563465"/>
                  <a:gd name="connsiteX59" fmla="*/ 385032 w 605381"/>
                  <a:gd name="connsiteY59" fmla="*/ 502001 h 563465"/>
                  <a:gd name="connsiteX60" fmla="*/ 385496 w 605381"/>
                  <a:gd name="connsiteY60" fmla="*/ 502279 h 563465"/>
                  <a:gd name="connsiteX61" fmla="*/ 388838 w 605381"/>
                  <a:gd name="connsiteY61" fmla="*/ 504597 h 563465"/>
                  <a:gd name="connsiteX62" fmla="*/ 391994 w 605381"/>
                  <a:gd name="connsiteY62" fmla="*/ 539640 h 563465"/>
                  <a:gd name="connsiteX63" fmla="*/ 341030 w 605381"/>
                  <a:gd name="connsiteY63" fmla="*/ 563465 h 563465"/>
                  <a:gd name="connsiteX64" fmla="*/ 264352 w 605381"/>
                  <a:gd name="connsiteY64" fmla="*/ 563465 h 563465"/>
                  <a:gd name="connsiteX65" fmla="*/ 213389 w 605381"/>
                  <a:gd name="connsiteY65" fmla="*/ 539640 h 563465"/>
                  <a:gd name="connsiteX66" fmla="*/ 216545 w 605381"/>
                  <a:gd name="connsiteY66" fmla="*/ 504597 h 563465"/>
                  <a:gd name="connsiteX67" fmla="*/ 219887 w 605381"/>
                  <a:gd name="connsiteY67" fmla="*/ 502279 h 563465"/>
                  <a:gd name="connsiteX68" fmla="*/ 220351 w 605381"/>
                  <a:gd name="connsiteY68" fmla="*/ 502001 h 563465"/>
                  <a:gd name="connsiteX69" fmla="*/ 223786 w 605381"/>
                  <a:gd name="connsiteY69" fmla="*/ 500425 h 563465"/>
                  <a:gd name="connsiteX70" fmla="*/ 224435 w 605381"/>
                  <a:gd name="connsiteY70" fmla="*/ 500147 h 563465"/>
                  <a:gd name="connsiteX71" fmla="*/ 228056 w 605381"/>
                  <a:gd name="connsiteY71" fmla="*/ 499220 h 563465"/>
                  <a:gd name="connsiteX72" fmla="*/ 228706 w 605381"/>
                  <a:gd name="connsiteY72" fmla="*/ 499127 h 563465"/>
                  <a:gd name="connsiteX73" fmla="*/ 232419 w 605381"/>
                  <a:gd name="connsiteY73" fmla="*/ 498756 h 563465"/>
                  <a:gd name="connsiteX74" fmla="*/ 26537 w 605381"/>
                  <a:gd name="connsiteY74" fmla="*/ 498756 h 563465"/>
                  <a:gd name="connsiteX75" fmla="*/ 45758 w 605381"/>
                  <a:gd name="connsiteY75" fmla="*/ 507749 h 563465"/>
                  <a:gd name="connsiteX76" fmla="*/ 56900 w 605381"/>
                  <a:gd name="connsiteY76" fmla="*/ 513589 h 563465"/>
                  <a:gd name="connsiteX77" fmla="*/ 58479 w 605381"/>
                  <a:gd name="connsiteY77" fmla="*/ 513682 h 563465"/>
                  <a:gd name="connsiteX78" fmla="*/ 135083 w 605381"/>
                  <a:gd name="connsiteY78" fmla="*/ 513682 h 563465"/>
                  <a:gd name="connsiteX79" fmla="*/ 136661 w 605381"/>
                  <a:gd name="connsiteY79" fmla="*/ 513589 h 563465"/>
                  <a:gd name="connsiteX80" fmla="*/ 147803 w 605381"/>
                  <a:gd name="connsiteY80" fmla="*/ 507749 h 563465"/>
                  <a:gd name="connsiteX81" fmla="*/ 166931 w 605381"/>
                  <a:gd name="connsiteY81" fmla="*/ 498756 h 563465"/>
                  <a:gd name="connsiteX82" fmla="*/ 182995 w 605381"/>
                  <a:gd name="connsiteY82" fmla="*/ 504597 h 563465"/>
                  <a:gd name="connsiteX83" fmla="*/ 186059 w 605381"/>
                  <a:gd name="connsiteY83" fmla="*/ 539640 h 563465"/>
                  <a:gd name="connsiteX84" fmla="*/ 135083 w 605381"/>
                  <a:gd name="connsiteY84" fmla="*/ 563465 h 563465"/>
                  <a:gd name="connsiteX85" fmla="*/ 58479 w 605381"/>
                  <a:gd name="connsiteY85" fmla="*/ 563465 h 563465"/>
                  <a:gd name="connsiteX86" fmla="*/ 7503 w 605381"/>
                  <a:gd name="connsiteY86" fmla="*/ 539732 h 563465"/>
                  <a:gd name="connsiteX87" fmla="*/ 10567 w 605381"/>
                  <a:gd name="connsiteY87" fmla="*/ 504597 h 563465"/>
                  <a:gd name="connsiteX88" fmla="*/ 26537 w 605381"/>
                  <a:gd name="connsiteY88" fmla="*/ 498756 h 563465"/>
                  <a:gd name="connsiteX89" fmla="*/ 511682 w 605381"/>
                  <a:gd name="connsiteY89" fmla="*/ 438423 h 563465"/>
                  <a:gd name="connsiteX90" fmla="*/ 559867 w 605381"/>
                  <a:gd name="connsiteY90" fmla="*/ 486487 h 563465"/>
                  <a:gd name="connsiteX91" fmla="*/ 559682 w 605381"/>
                  <a:gd name="connsiteY91" fmla="*/ 490562 h 563465"/>
                  <a:gd name="connsiteX92" fmla="*/ 549376 w 605381"/>
                  <a:gd name="connsiteY92" fmla="*/ 499175 h 563465"/>
                  <a:gd name="connsiteX93" fmla="*/ 546869 w 605381"/>
                  <a:gd name="connsiteY93" fmla="*/ 500379 h 563465"/>
                  <a:gd name="connsiteX94" fmla="*/ 470275 w 605381"/>
                  <a:gd name="connsiteY94" fmla="*/ 500379 h 563465"/>
                  <a:gd name="connsiteX95" fmla="*/ 467768 w 605381"/>
                  <a:gd name="connsiteY95" fmla="*/ 499175 h 563465"/>
                  <a:gd name="connsiteX96" fmla="*/ 464333 w 605381"/>
                  <a:gd name="connsiteY96" fmla="*/ 495656 h 563465"/>
                  <a:gd name="connsiteX97" fmla="*/ 463404 w 605381"/>
                  <a:gd name="connsiteY97" fmla="*/ 486487 h 563465"/>
                  <a:gd name="connsiteX98" fmla="*/ 511682 w 605381"/>
                  <a:gd name="connsiteY98" fmla="*/ 438423 h 563465"/>
                  <a:gd name="connsiteX99" fmla="*/ 302655 w 605381"/>
                  <a:gd name="connsiteY99" fmla="*/ 438423 h 563465"/>
                  <a:gd name="connsiteX100" fmla="*/ 350851 w 605381"/>
                  <a:gd name="connsiteY100" fmla="*/ 486487 h 563465"/>
                  <a:gd name="connsiteX101" fmla="*/ 350479 w 605381"/>
                  <a:gd name="connsiteY101" fmla="*/ 492785 h 563465"/>
                  <a:gd name="connsiteX102" fmla="*/ 343515 w 605381"/>
                  <a:gd name="connsiteY102" fmla="*/ 499175 h 563465"/>
                  <a:gd name="connsiteX103" fmla="*/ 341007 w 605381"/>
                  <a:gd name="connsiteY103" fmla="*/ 500379 h 563465"/>
                  <a:gd name="connsiteX104" fmla="*/ 264302 w 605381"/>
                  <a:gd name="connsiteY104" fmla="*/ 500379 h 563465"/>
                  <a:gd name="connsiteX105" fmla="*/ 261795 w 605381"/>
                  <a:gd name="connsiteY105" fmla="*/ 499175 h 563465"/>
                  <a:gd name="connsiteX106" fmla="*/ 254830 w 605381"/>
                  <a:gd name="connsiteY106" fmla="*/ 492785 h 563465"/>
                  <a:gd name="connsiteX107" fmla="*/ 254459 w 605381"/>
                  <a:gd name="connsiteY107" fmla="*/ 486487 h 563465"/>
                  <a:gd name="connsiteX108" fmla="*/ 302655 w 605381"/>
                  <a:gd name="connsiteY108" fmla="*/ 438423 h 563465"/>
                  <a:gd name="connsiteX109" fmla="*/ 96734 w 605381"/>
                  <a:gd name="connsiteY109" fmla="*/ 438423 h 563465"/>
                  <a:gd name="connsiteX110" fmla="*/ 145012 w 605381"/>
                  <a:gd name="connsiteY110" fmla="*/ 486487 h 563465"/>
                  <a:gd name="connsiteX111" fmla="*/ 144548 w 605381"/>
                  <a:gd name="connsiteY111" fmla="*/ 492785 h 563465"/>
                  <a:gd name="connsiteX112" fmla="*/ 137584 w 605381"/>
                  <a:gd name="connsiteY112" fmla="*/ 499175 h 563465"/>
                  <a:gd name="connsiteX113" fmla="*/ 135078 w 605381"/>
                  <a:gd name="connsiteY113" fmla="*/ 500379 h 563465"/>
                  <a:gd name="connsiteX114" fmla="*/ 58483 w 605381"/>
                  <a:gd name="connsiteY114" fmla="*/ 500379 h 563465"/>
                  <a:gd name="connsiteX115" fmla="*/ 55976 w 605381"/>
                  <a:gd name="connsiteY115" fmla="*/ 499175 h 563465"/>
                  <a:gd name="connsiteX116" fmla="*/ 49013 w 605381"/>
                  <a:gd name="connsiteY116" fmla="*/ 492785 h 563465"/>
                  <a:gd name="connsiteX117" fmla="*/ 48549 w 605381"/>
                  <a:gd name="connsiteY117" fmla="*/ 486487 h 563465"/>
                  <a:gd name="connsiteX118" fmla="*/ 96734 w 605381"/>
                  <a:gd name="connsiteY118" fmla="*/ 438423 h 563465"/>
                  <a:gd name="connsiteX119" fmla="*/ 0 w 605381"/>
                  <a:gd name="connsiteY119" fmla="*/ 0 h 563465"/>
                  <a:gd name="connsiteX120" fmla="*/ 605381 w 605381"/>
                  <a:gd name="connsiteY120" fmla="*/ 0 h 563465"/>
                  <a:gd name="connsiteX121" fmla="*/ 605381 w 605381"/>
                  <a:gd name="connsiteY121" fmla="*/ 385217 h 563465"/>
                  <a:gd name="connsiteX122" fmla="*/ 0 w 605381"/>
                  <a:gd name="connsiteY122" fmla="*/ 385217 h 563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</a:cxnLst>
                <a:rect l="l" t="t" r="r" b="b"/>
                <a:pathLst>
                  <a:path w="605381" h="563465">
                    <a:moveTo>
                      <a:pt x="438348" y="498756"/>
                    </a:moveTo>
                    <a:cubicBezTo>
                      <a:pt x="445495" y="498756"/>
                      <a:pt x="452642" y="501815"/>
                      <a:pt x="457561" y="507749"/>
                    </a:cubicBezTo>
                    <a:cubicBezTo>
                      <a:pt x="460717" y="511457"/>
                      <a:pt x="465358" y="513682"/>
                      <a:pt x="470278" y="513682"/>
                    </a:cubicBezTo>
                    <a:lnTo>
                      <a:pt x="471856" y="513682"/>
                    </a:lnTo>
                    <a:lnTo>
                      <a:pt x="546854" y="513682"/>
                    </a:lnTo>
                    <a:cubicBezTo>
                      <a:pt x="548617" y="513682"/>
                      <a:pt x="550381" y="513404"/>
                      <a:pt x="552052" y="512847"/>
                    </a:cubicBezTo>
                    <a:cubicBezTo>
                      <a:pt x="554929" y="511920"/>
                      <a:pt x="557621" y="510159"/>
                      <a:pt x="559570" y="507749"/>
                    </a:cubicBezTo>
                    <a:cubicBezTo>
                      <a:pt x="564489" y="501815"/>
                      <a:pt x="571637" y="498756"/>
                      <a:pt x="578784" y="498756"/>
                    </a:cubicBezTo>
                    <a:cubicBezTo>
                      <a:pt x="584353" y="498756"/>
                      <a:pt x="590108" y="500703"/>
                      <a:pt x="594749" y="504597"/>
                    </a:cubicBezTo>
                    <a:cubicBezTo>
                      <a:pt x="605330" y="513404"/>
                      <a:pt x="606722" y="529164"/>
                      <a:pt x="597812" y="539732"/>
                    </a:cubicBezTo>
                    <a:cubicBezTo>
                      <a:pt x="585188" y="554843"/>
                      <a:pt x="566624" y="563465"/>
                      <a:pt x="546854" y="563465"/>
                    </a:cubicBezTo>
                    <a:lnTo>
                      <a:pt x="470278" y="563465"/>
                    </a:lnTo>
                    <a:cubicBezTo>
                      <a:pt x="450507" y="563465"/>
                      <a:pt x="431943" y="554843"/>
                      <a:pt x="419320" y="539732"/>
                    </a:cubicBezTo>
                    <a:cubicBezTo>
                      <a:pt x="410409" y="529164"/>
                      <a:pt x="411802" y="513404"/>
                      <a:pt x="422383" y="504597"/>
                    </a:cubicBezTo>
                    <a:cubicBezTo>
                      <a:pt x="427117" y="500703"/>
                      <a:pt x="432779" y="498756"/>
                      <a:pt x="438348" y="498756"/>
                    </a:cubicBezTo>
                    <a:close/>
                    <a:moveTo>
                      <a:pt x="232419" y="498756"/>
                    </a:moveTo>
                    <a:cubicBezTo>
                      <a:pt x="232512" y="498756"/>
                      <a:pt x="232512" y="498756"/>
                      <a:pt x="232512" y="498756"/>
                    </a:cubicBezTo>
                    <a:cubicBezTo>
                      <a:pt x="232697" y="498756"/>
                      <a:pt x="232976" y="498849"/>
                      <a:pt x="233161" y="498849"/>
                    </a:cubicBezTo>
                    <a:cubicBezTo>
                      <a:pt x="233718" y="498849"/>
                      <a:pt x="234368" y="498849"/>
                      <a:pt x="234925" y="498942"/>
                    </a:cubicBezTo>
                    <a:cubicBezTo>
                      <a:pt x="235297" y="498942"/>
                      <a:pt x="235575" y="499034"/>
                      <a:pt x="235946" y="499034"/>
                    </a:cubicBezTo>
                    <a:cubicBezTo>
                      <a:pt x="236411" y="499127"/>
                      <a:pt x="236967" y="499220"/>
                      <a:pt x="237524" y="499312"/>
                    </a:cubicBezTo>
                    <a:cubicBezTo>
                      <a:pt x="237803" y="499405"/>
                      <a:pt x="238174" y="499498"/>
                      <a:pt x="238546" y="499590"/>
                    </a:cubicBezTo>
                    <a:cubicBezTo>
                      <a:pt x="239010" y="499683"/>
                      <a:pt x="239474" y="499776"/>
                      <a:pt x="239938" y="499961"/>
                    </a:cubicBezTo>
                    <a:cubicBezTo>
                      <a:pt x="240309" y="500054"/>
                      <a:pt x="240681" y="500147"/>
                      <a:pt x="240959" y="500332"/>
                    </a:cubicBezTo>
                    <a:cubicBezTo>
                      <a:pt x="241423" y="500425"/>
                      <a:pt x="241887" y="500610"/>
                      <a:pt x="242352" y="500796"/>
                    </a:cubicBezTo>
                    <a:cubicBezTo>
                      <a:pt x="242723" y="500981"/>
                      <a:pt x="243001" y="501166"/>
                      <a:pt x="243373" y="501259"/>
                    </a:cubicBezTo>
                    <a:cubicBezTo>
                      <a:pt x="243837" y="501537"/>
                      <a:pt x="244301" y="501723"/>
                      <a:pt x="244672" y="502001"/>
                    </a:cubicBezTo>
                    <a:cubicBezTo>
                      <a:pt x="245044" y="502186"/>
                      <a:pt x="245322" y="502372"/>
                      <a:pt x="245601" y="502557"/>
                    </a:cubicBezTo>
                    <a:cubicBezTo>
                      <a:pt x="246065" y="502835"/>
                      <a:pt x="246529" y="503113"/>
                      <a:pt x="246993" y="503391"/>
                    </a:cubicBezTo>
                    <a:cubicBezTo>
                      <a:pt x="247272" y="503577"/>
                      <a:pt x="247550" y="503762"/>
                      <a:pt x="247829" y="504040"/>
                    </a:cubicBezTo>
                    <a:cubicBezTo>
                      <a:pt x="248293" y="504411"/>
                      <a:pt x="248664" y="504782"/>
                      <a:pt x="249128" y="505153"/>
                    </a:cubicBezTo>
                    <a:cubicBezTo>
                      <a:pt x="249314" y="505338"/>
                      <a:pt x="249592" y="505524"/>
                      <a:pt x="249778" y="505709"/>
                    </a:cubicBezTo>
                    <a:cubicBezTo>
                      <a:pt x="250428" y="506358"/>
                      <a:pt x="251078" y="507007"/>
                      <a:pt x="251635" y="507749"/>
                    </a:cubicBezTo>
                    <a:cubicBezTo>
                      <a:pt x="254512" y="511086"/>
                      <a:pt x="258504" y="513218"/>
                      <a:pt x="262774" y="513589"/>
                    </a:cubicBezTo>
                    <a:cubicBezTo>
                      <a:pt x="263331" y="513589"/>
                      <a:pt x="263888" y="513682"/>
                      <a:pt x="264352" y="513682"/>
                    </a:cubicBezTo>
                    <a:lnTo>
                      <a:pt x="341030" y="513682"/>
                    </a:lnTo>
                    <a:cubicBezTo>
                      <a:pt x="341494" y="513682"/>
                      <a:pt x="342051" y="513589"/>
                      <a:pt x="342608" y="513589"/>
                    </a:cubicBezTo>
                    <a:cubicBezTo>
                      <a:pt x="346878" y="513218"/>
                      <a:pt x="350870" y="511086"/>
                      <a:pt x="353748" y="507749"/>
                    </a:cubicBezTo>
                    <a:cubicBezTo>
                      <a:pt x="354305" y="507007"/>
                      <a:pt x="354955" y="506358"/>
                      <a:pt x="355604" y="505709"/>
                    </a:cubicBezTo>
                    <a:cubicBezTo>
                      <a:pt x="355790" y="505524"/>
                      <a:pt x="356069" y="505338"/>
                      <a:pt x="356254" y="505153"/>
                    </a:cubicBezTo>
                    <a:cubicBezTo>
                      <a:pt x="356718" y="504782"/>
                      <a:pt x="357090" y="504411"/>
                      <a:pt x="357554" y="504040"/>
                    </a:cubicBezTo>
                    <a:cubicBezTo>
                      <a:pt x="357832" y="503762"/>
                      <a:pt x="358111" y="503577"/>
                      <a:pt x="358482" y="503391"/>
                    </a:cubicBezTo>
                    <a:cubicBezTo>
                      <a:pt x="358854" y="503113"/>
                      <a:pt x="359318" y="502835"/>
                      <a:pt x="359782" y="502557"/>
                    </a:cubicBezTo>
                    <a:cubicBezTo>
                      <a:pt x="360060" y="502372"/>
                      <a:pt x="360339" y="502186"/>
                      <a:pt x="360710" y="502001"/>
                    </a:cubicBezTo>
                    <a:cubicBezTo>
                      <a:pt x="361174" y="501723"/>
                      <a:pt x="361546" y="501537"/>
                      <a:pt x="362010" y="501259"/>
                    </a:cubicBezTo>
                    <a:cubicBezTo>
                      <a:pt x="362381" y="501166"/>
                      <a:pt x="362660" y="500981"/>
                      <a:pt x="363031" y="500796"/>
                    </a:cubicBezTo>
                    <a:cubicBezTo>
                      <a:pt x="363495" y="500610"/>
                      <a:pt x="363959" y="500425"/>
                      <a:pt x="364423" y="500332"/>
                    </a:cubicBezTo>
                    <a:cubicBezTo>
                      <a:pt x="364795" y="500147"/>
                      <a:pt x="365073" y="500054"/>
                      <a:pt x="365444" y="499961"/>
                    </a:cubicBezTo>
                    <a:cubicBezTo>
                      <a:pt x="365909" y="499776"/>
                      <a:pt x="366373" y="499683"/>
                      <a:pt x="366930" y="499590"/>
                    </a:cubicBezTo>
                    <a:cubicBezTo>
                      <a:pt x="367208" y="499498"/>
                      <a:pt x="367580" y="499405"/>
                      <a:pt x="367858" y="499312"/>
                    </a:cubicBezTo>
                    <a:cubicBezTo>
                      <a:pt x="368415" y="499220"/>
                      <a:pt x="368972" y="499127"/>
                      <a:pt x="369436" y="499034"/>
                    </a:cubicBezTo>
                    <a:cubicBezTo>
                      <a:pt x="369807" y="499034"/>
                      <a:pt x="370086" y="498942"/>
                      <a:pt x="370457" y="498942"/>
                    </a:cubicBezTo>
                    <a:cubicBezTo>
                      <a:pt x="371014" y="498849"/>
                      <a:pt x="371664" y="498849"/>
                      <a:pt x="372314" y="498849"/>
                    </a:cubicBezTo>
                    <a:cubicBezTo>
                      <a:pt x="372500" y="498849"/>
                      <a:pt x="372685" y="498756"/>
                      <a:pt x="372871" y="498756"/>
                    </a:cubicBezTo>
                    <a:cubicBezTo>
                      <a:pt x="372871" y="498756"/>
                      <a:pt x="372871" y="498756"/>
                      <a:pt x="372964" y="498756"/>
                    </a:cubicBezTo>
                    <a:cubicBezTo>
                      <a:pt x="374170" y="498849"/>
                      <a:pt x="375470" y="498942"/>
                      <a:pt x="376770" y="499127"/>
                    </a:cubicBezTo>
                    <a:cubicBezTo>
                      <a:pt x="376955" y="499127"/>
                      <a:pt x="377141" y="499220"/>
                      <a:pt x="377327" y="499220"/>
                    </a:cubicBezTo>
                    <a:cubicBezTo>
                      <a:pt x="378534" y="499405"/>
                      <a:pt x="379740" y="499776"/>
                      <a:pt x="380947" y="500147"/>
                    </a:cubicBezTo>
                    <a:cubicBezTo>
                      <a:pt x="381133" y="500239"/>
                      <a:pt x="381318" y="500332"/>
                      <a:pt x="381597" y="500425"/>
                    </a:cubicBezTo>
                    <a:cubicBezTo>
                      <a:pt x="382711" y="500796"/>
                      <a:pt x="383918" y="501352"/>
                      <a:pt x="385032" y="502001"/>
                    </a:cubicBezTo>
                    <a:cubicBezTo>
                      <a:pt x="385217" y="502094"/>
                      <a:pt x="385310" y="502186"/>
                      <a:pt x="385496" y="502279"/>
                    </a:cubicBezTo>
                    <a:cubicBezTo>
                      <a:pt x="386610" y="502928"/>
                      <a:pt x="387817" y="503670"/>
                      <a:pt x="388838" y="504597"/>
                    </a:cubicBezTo>
                    <a:cubicBezTo>
                      <a:pt x="399420" y="513404"/>
                      <a:pt x="400813" y="529164"/>
                      <a:pt x="391994" y="539640"/>
                    </a:cubicBezTo>
                    <a:cubicBezTo>
                      <a:pt x="379276" y="554843"/>
                      <a:pt x="360710" y="563465"/>
                      <a:pt x="341030" y="563465"/>
                    </a:cubicBezTo>
                    <a:lnTo>
                      <a:pt x="264352" y="563465"/>
                    </a:lnTo>
                    <a:cubicBezTo>
                      <a:pt x="244672" y="563465"/>
                      <a:pt x="226106" y="554843"/>
                      <a:pt x="213389" y="539640"/>
                    </a:cubicBezTo>
                    <a:cubicBezTo>
                      <a:pt x="204570" y="529164"/>
                      <a:pt x="205962" y="513404"/>
                      <a:pt x="216545" y="504597"/>
                    </a:cubicBezTo>
                    <a:cubicBezTo>
                      <a:pt x="217566" y="503670"/>
                      <a:pt x="218773" y="502928"/>
                      <a:pt x="219887" y="502279"/>
                    </a:cubicBezTo>
                    <a:cubicBezTo>
                      <a:pt x="220072" y="502186"/>
                      <a:pt x="220258" y="502094"/>
                      <a:pt x="220351" y="502001"/>
                    </a:cubicBezTo>
                    <a:cubicBezTo>
                      <a:pt x="221465" y="501352"/>
                      <a:pt x="222672" y="500796"/>
                      <a:pt x="223786" y="500425"/>
                    </a:cubicBezTo>
                    <a:cubicBezTo>
                      <a:pt x="224064" y="500332"/>
                      <a:pt x="224250" y="500239"/>
                      <a:pt x="224435" y="500147"/>
                    </a:cubicBezTo>
                    <a:cubicBezTo>
                      <a:pt x="225642" y="499776"/>
                      <a:pt x="226849" y="499405"/>
                      <a:pt x="228056" y="499220"/>
                    </a:cubicBezTo>
                    <a:cubicBezTo>
                      <a:pt x="228241" y="499220"/>
                      <a:pt x="228427" y="499127"/>
                      <a:pt x="228706" y="499127"/>
                    </a:cubicBezTo>
                    <a:cubicBezTo>
                      <a:pt x="229912" y="498942"/>
                      <a:pt x="231212" y="498849"/>
                      <a:pt x="232419" y="498756"/>
                    </a:cubicBezTo>
                    <a:close/>
                    <a:moveTo>
                      <a:pt x="26537" y="498756"/>
                    </a:moveTo>
                    <a:cubicBezTo>
                      <a:pt x="33687" y="498756"/>
                      <a:pt x="40837" y="501815"/>
                      <a:pt x="45758" y="507749"/>
                    </a:cubicBezTo>
                    <a:cubicBezTo>
                      <a:pt x="48544" y="511086"/>
                      <a:pt x="52536" y="513218"/>
                      <a:pt x="56900" y="513589"/>
                    </a:cubicBezTo>
                    <a:cubicBezTo>
                      <a:pt x="57365" y="513589"/>
                      <a:pt x="57922" y="513682"/>
                      <a:pt x="58479" y="513682"/>
                    </a:cubicBezTo>
                    <a:lnTo>
                      <a:pt x="135083" y="513682"/>
                    </a:lnTo>
                    <a:cubicBezTo>
                      <a:pt x="135640" y="513682"/>
                      <a:pt x="136197" y="513589"/>
                      <a:pt x="136661" y="513589"/>
                    </a:cubicBezTo>
                    <a:cubicBezTo>
                      <a:pt x="141025" y="513218"/>
                      <a:pt x="145018" y="511086"/>
                      <a:pt x="147803" y="507749"/>
                    </a:cubicBezTo>
                    <a:cubicBezTo>
                      <a:pt x="152725" y="501815"/>
                      <a:pt x="159874" y="498756"/>
                      <a:pt x="166931" y="498756"/>
                    </a:cubicBezTo>
                    <a:cubicBezTo>
                      <a:pt x="172595" y="498756"/>
                      <a:pt x="178259" y="500703"/>
                      <a:pt x="182995" y="504597"/>
                    </a:cubicBezTo>
                    <a:cubicBezTo>
                      <a:pt x="193580" y="513404"/>
                      <a:pt x="194973" y="529164"/>
                      <a:pt x="186059" y="539640"/>
                    </a:cubicBezTo>
                    <a:cubicBezTo>
                      <a:pt x="173431" y="554843"/>
                      <a:pt x="154860" y="563465"/>
                      <a:pt x="135083" y="563465"/>
                    </a:cubicBezTo>
                    <a:lnTo>
                      <a:pt x="58479" y="563465"/>
                    </a:lnTo>
                    <a:cubicBezTo>
                      <a:pt x="38701" y="563465"/>
                      <a:pt x="20131" y="554843"/>
                      <a:pt x="7503" y="539732"/>
                    </a:cubicBezTo>
                    <a:cubicBezTo>
                      <a:pt x="-1411" y="529164"/>
                      <a:pt x="-18" y="513404"/>
                      <a:pt x="10567" y="504597"/>
                    </a:cubicBezTo>
                    <a:cubicBezTo>
                      <a:pt x="15209" y="500703"/>
                      <a:pt x="20966" y="498756"/>
                      <a:pt x="26537" y="498756"/>
                    </a:cubicBezTo>
                    <a:close/>
                    <a:moveTo>
                      <a:pt x="511682" y="438423"/>
                    </a:moveTo>
                    <a:cubicBezTo>
                      <a:pt x="538328" y="438423"/>
                      <a:pt x="559867" y="459908"/>
                      <a:pt x="559867" y="486487"/>
                    </a:cubicBezTo>
                    <a:cubicBezTo>
                      <a:pt x="559867" y="487877"/>
                      <a:pt x="559774" y="489266"/>
                      <a:pt x="559682" y="490562"/>
                    </a:cubicBezTo>
                    <a:cubicBezTo>
                      <a:pt x="555875" y="492785"/>
                      <a:pt x="552347" y="495656"/>
                      <a:pt x="549376" y="499175"/>
                    </a:cubicBezTo>
                    <a:cubicBezTo>
                      <a:pt x="548819" y="499916"/>
                      <a:pt x="547891" y="500379"/>
                      <a:pt x="546869" y="500379"/>
                    </a:cubicBezTo>
                    <a:lnTo>
                      <a:pt x="470275" y="500379"/>
                    </a:lnTo>
                    <a:cubicBezTo>
                      <a:pt x="469253" y="500379"/>
                      <a:pt x="468418" y="499916"/>
                      <a:pt x="467768" y="499175"/>
                    </a:cubicBezTo>
                    <a:cubicBezTo>
                      <a:pt x="466654" y="497878"/>
                      <a:pt x="465540" y="496767"/>
                      <a:pt x="464333" y="495656"/>
                    </a:cubicBezTo>
                    <a:cubicBezTo>
                      <a:pt x="463776" y="492692"/>
                      <a:pt x="463404" y="489636"/>
                      <a:pt x="463404" y="486487"/>
                    </a:cubicBezTo>
                    <a:cubicBezTo>
                      <a:pt x="463404" y="459908"/>
                      <a:pt x="485036" y="438423"/>
                      <a:pt x="511682" y="438423"/>
                    </a:cubicBezTo>
                    <a:close/>
                    <a:moveTo>
                      <a:pt x="302655" y="438423"/>
                    </a:moveTo>
                    <a:cubicBezTo>
                      <a:pt x="329306" y="438423"/>
                      <a:pt x="350851" y="459908"/>
                      <a:pt x="350851" y="486487"/>
                    </a:cubicBezTo>
                    <a:cubicBezTo>
                      <a:pt x="350851" y="488617"/>
                      <a:pt x="350665" y="490747"/>
                      <a:pt x="350479" y="492785"/>
                    </a:cubicBezTo>
                    <a:cubicBezTo>
                      <a:pt x="347879" y="494637"/>
                      <a:pt x="345558" y="496674"/>
                      <a:pt x="343515" y="499175"/>
                    </a:cubicBezTo>
                    <a:cubicBezTo>
                      <a:pt x="342865" y="499916"/>
                      <a:pt x="341936" y="500379"/>
                      <a:pt x="341007" y="500379"/>
                    </a:cubicBezTo>
                    <a:lnTo>
                      <a:pt x="264302" y="500379"/>
                    </a:lnTo>
                    <a:cubicBezTo>
                      <a:pt x="263374" y="500379"/>
                      <a:pt x="262445" y="499916"/>
                      <a:pt x="261795" y="499175"/>
                    </a:cubicBezTo>
                    <a:cubicBezTo>
                      <a:pt x="259752" y="496674"/>
                      <a:pt x="257430" y="494544"/>
                      <a:pt x="254830" y="492785"/>
                    </a:cubicBezTo>
                    <a:cubicBezTo>
                      <a:pt x="254644" y="490747"/>
                      <a:pt x="254459" y="488617"/>
                      <a:pt x="254459" y="486487"/>
                    </a:cubicBezTo>
                    <a:cubicBezTo>
                      <a:pt x="254459" y="459908"/>
                      <a:pt x="276003" y="438423"/>
                      <a:pt x="302655" y="438423"/>
                    </a:cubicBezTo>
                    <a:close/>
                    <a:moveTo>
                      <a:pt x="96734" y="438423"/>
                    </a:moveTo>
                    <a:cubicBezTo>
                      <a:pt x="123380" y="438423"/>
                      <a:pt x="145012" y="459908"/>
                      <a:pt x="145012" y="486487"/>
                    </a:cubicBezTo>
                    <a:cubicBezTo>
                      <a:pt x="145012" y="488617"/>
                      <a:pt x="144826" y="490655"/>
                      <a:pt x="144548" y="492785"/>
                    </a:cubicBezTo>
                    <a:cubicBezTo>
                      <a:pt x="142041" y="494637"/>
                      <a:pt x="139627" y="496674"/>
                      <a:pt x="137584" y="499175"/>
                    </a:cubicBezTo>
                    <a:cubicBezTo>
                      <a:pt x="136934" y="499916"/>
                      <a:pt x="136099" y="500379"/>
                      <a:pt x="135078" y="500379"/>
                    </a:cubicBezTo>
                    <a:lnTo>
                      <a:pt x="58483" y="500379"/>
                    </a:lnTo>
                    <a:cubicBezTo>
                      <a:pt x="57462" y="500379"/>
                      <a:pt x="56533" y="499916"/>
                      <a:pt x="55976" y="499175"/>
                    </a:cubicBezTo>
                    <a:cubicBezTo>
                      <a:pt x="53841" y="496674"/>
                      <a:pt x="51520" y="494637"/>
                      <a:pt x="49013" y="492785"/>
                    </a:cubicBezTo>
                    <a:cubicBezTo>
                      <a:pt x="48734" y="490655"/>
                      <a:pt x="48549" y="488617"/>
                      <a:pt x="48549" y="486487"/>
                    </a:cubicBezTo>
                    <a:cubicBezTo>
                      <a:pt x="48549" y="459908"/>
                      <a:pt x="70181" y="438423"/>
                      <a:pt x="96734" y="438423"/>
                    </a:cubicBezTo>
                    <a:close/>
                    <a:moveTo>
                      <a:pt x="0" y="0"/>
                    </a:moveTo>
                    <a:lnTo>
                      <a:pt x="605381" y="0"/>
                    </a:lnTo>
                    <a:lnTo>
                      <a:pt x="605381" y="385217"/>
                    </a:lnTo>
                    <a:lnTo>
                      <a:pt x="0" y="385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1184D8BE-6A69-ABA1-36E4-C417F121B188}"/>
                </a:ext>
              </a:extLst>
            </p:cNvPr>
            <p:cNvGrpSpPr/>
            <p:nvPr/>
          </p:nvGrpSpPr>
          <p:grpSpPr>
            <a:xfrm>
              <a:off x="9142534" y="2510557"/>
              <a:ext cx="2005728" cy="3392779"/>
              <a:chOff x="9142534" y="2510557"/>
              <a:chExt cx="2005728" cy="3392779"/>
            </a:xfrm>
          </p:grpSpPr>
          <p:sp>
            <p:nvSpPr>
              <p:cNvPr id="16" name="Linee5">
                <a:extLst>
                  <a:ext uri="{FF2B5EF4-FFF2-40B4-BE49-F238E27FC236}">
                    <a16:creationId xmlns:a16="http://schemas.microsoft.com/office/drawing/2014/main" id="{2668734F-74A8-B939-D0B1-9000D3B42DAB}"/>
                  </a:ext>
                </a:extLst>
              </p:cNvPr>
              <p:cNvSpPr/>
              <p:nvPr/>
            </p:nvSpPr>
            <p:spPr>
              <a:xfrm>
                <a:off x="9530747" y="3707084"/>
                <a:ext cx="1229302" cy="434191"/>
              </a:xfrm>
              <a:prstGeom prst="ellipse">
                <a:avLst/>
              </a:prstGeom>
              <a:noFill/>
              <a:ln w="15875">
                <a:gradFill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8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17" name="ComponentBackground5">
                <a:extLst>
                  <a:ext uri="{FF2B5EF4-FFF2-40B4-BE49-F238E27FC236}">
                    <a16:creationId xmlns:a16="http://schemas.microsoft.com/office/drawing/2014/main" id="{F9CF300E-1CC7-2001-6C8D-42DA64978BDD}"/>
                  </a:ext>
                </a:extLst>
              </p:cNvPr>
              <p:cNvSpPr/>
              <p:nvPr/>
            </p:nvSpPr>
            <p:spPr>
              <a:xfrm>
                <a:off x="9665885" y="3549573"/>
                <a:ext cx="959026" cy="338729"/>
              </a:xfrm>
              <a:prstGeom prst="ellipse">
                <a:avLst/>
              </a:prstGeom>
              <a:gradFill>
                <a:gsLst>
                  <a:gs pos="15000">
                    <a:schemeClr val="accent1">
                      <a:alpha val="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5400000" scaled="1"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18" name="Lineee5">
                <a:extLst>
                  <a:ext uri="{FF2B5EF4-FFF2-40B4-BE49-F238E27FC236}">
                    <a16:creationId xmlns:a16="http://schemas.microsoft.com/office/drawing/2014/main" id="{3715C36A-EB47-EC66-5944-F05D9804E8C7}"/>
                  </a:ext>
                </a:extLst>
              </p:cNvPr>
              <p:cNvSpPr/>
              <p:nvPr/>
            </p:nvSpPr>
            <p:spPr>
              <a:xfrm>
                <a:off x="9466608" y="3728525"/>
                <a:ext cx="1357580" cy="479499"/>
              </a:xfrm>
              <a:prstGeom prst="ellipse">
                <a:avLst/>
              </a:prstGeom>
              <a:noFill/>
              <a:ln w="12700">
                <a:gradFill>
                  <a:gsLst>
                    <a:gs pos="18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5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19" name="Lineeee5">
                <a:extLst>
                  <a:ext uri="{FF2B5EF4-FFF2-40B4-BE49-F238E27FC236}">
                    <a16:creationId xmlns:a16="http://schemas.microsoft.com/office/drawing/2014/main" id="{CCD015A1-C77A-C547-1E40-18EC5ED9BC21}"/>
                  </a:ext>
                </a:extLst>
              </p:cNvPr>
              <p:cNvSpPr/>
              <p:nvPr/>
            </p:nvSpPr>
            <p:spPr>
              <a:xfrm>
                <a:off x="9382427" y="3734486"/>
                <a:ext cx="1525943" cy="538964"/>
              </a:xfrm>
              <a:prstGeom prst="ellipse">
                <a:avLst/>
              </a:prstGeom>
              <a:noFill/>
              <a:ln w="9525">
                <a:gradFill>
                  <a:gsLst>
                    <a:gs pos="6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0000"/>
                      </a:schemeClr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20" name="IconBackground5">
                <a:extLst>
                  <a:ext uri="{FF2B5EF4-FFF2-40B4-BE49-F238E27FC236}">
                    <a16:creationId xmlns:a16="http://schemas.microsoft.com/office/drawing/2014/main" id="{816AB308-542D-9CE2-4750-4710F1404C64}"/>
                  </a:ext>
                </a:extLst>
              </p:cNvPr>
              <p:cNvSpPr/>
              <p:nvPr/>
            </p:nvSpPr>
            <p:spPr>
              <a:xfrm>
                <a:off x="9784436" y="2510557"/>
                <a:ext cx="721923" cy="721924"/>
              </a:xfrm>
              <a:prstGeom prst="ellipse">
                <a:avLst/>
              </a:prstGeom>
              <a:gradFill flip="none" rotWithShape="0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endParaRPr kumimoji="1" lang="zh-CN" altLang="en-US" sz="240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Line5">
                <a:extLst>
                  <a:ext uri="{FF2B5EF4-FFF2-40B4-BE49-F238E27FC236}">
                    <a16:creationId xmlns:a16="http://schemas.microsoft.com/office/drawing/2014/main" id="{B7878F4D-FB8F-4473-8205-CDA5F548C937}"/>
                  </a:ext>
                </a:extLst>
              </p:cNvPr>
              <p:cNvSpPr/>
              <p:nvPr/>
            </p:nvSpPr>
            <p:spPr>
              <a:xfrm>
                <a:off x="9226090" y="3377265"/>
                <a:ext cx="1838617" cy="649400"/>
              </a:xfrm>
              <a:prstGeom prst="ellipse">
                <a:avLst/>
              </a:prstGeom>
              <a:noFill/>
              <a:ln w="2222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22" name="Number5">
                <a:extLst>
                  <a:ext uri="{FF2B5EF4-FFF2-40B4-BE49-F238E27FC236}">
                    <a16:creationId xmlns:a16="http://schemas.microsoft.com/office/drawing/2014/main" id="{855EF5C9-220E-420E-DEFD-8B501565DD5E}"/>
                  </a:ext>
                </a:extLst>
              </p:cNvPr>
              <p:cNvSpPr txBox="1"/>
              <p:nvPr/>
            </p:nvSpPr>
            <p:spPr>
              <a:xfrm>
                <a:off x="9730978" y="3179542"/>
                <a:ext cx="946516" cy="938495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en-US" altLang="zh-CN" sz="4000" b="1">
                    <a:gradFill flip="none" rotWithShape="1">
                      <a:gsLst>
                        <a:gs pos="0">
                          <a:schemeClr val="accent1"/>
                        </a:gs>
                        <a:gs pos="100000">
                          <a:schemeClr val="accent1">
                            <a:lumMod val="75000"/>
                          </a:schemeClr>
                        </a:gs>
                      </a:gsLst>
                      <a:lin ang="2700000" scaled="1"/>
                      <a:tileRect/>
                    </a:gradFill>
                    <a:effectLst>
                      <a:reflection blurRad="25400" stA="15000" endPos="20000" dir="5400000" sy="-100000" algn="bl" rotWithShape="0"/>
                    </a:effectLst>
                    <a:cs typeface="+mn-ea"/>
                    <a:sym typeface="+mn-lt"/>
                  </a:rPr>
                  <a:t>05</a:t>
                </a:r>
                <a:endParaRPr lang="zh-CN" altLang="en-US" sz="4000" b="1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reflection blurRad="25400" stA="15000" endPos="20000" dir="5400000" sy="-100000" algn="bl" rotWithShape="0"/>
                  </a:effectLst>
                  <a:cs typeface="+mn-ea"/>
                  <a:sym typeface="+mn-lt"/>
                </a:endParaRPr>
              </a:p>
            </p:txBody>
          </p:sp>
          <p:sp>
            <p:nvSpPr>
              <p:cNvPr id="23" name="Shape5">
                <a:extLst>
                  <a:ext uri="{FF2B5EF4-FFF2-40B4-BE49-F238E27FC236}">
                    <a16:creationId xmlns:a16="http://schemas.microsoft.com/office/drawing/2014/main" id="{67FEAB56-F91B-5CDA-CF0E-F8CAC780D8B5}"/>
                  </a:ext>
                </a:extLst>
              </p:cNvPr>
              <p:cNvSpPr/>
              <p:nvPr/>
            </p:nvSpPr>
            <p:spPr>
              <a:xfrm>
                <a:off x="9685987" y="3615699"/>
                <a:ext cx="106796" cy="9206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blurRad="25400" stA="15000" endPos="58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Bullet5">
                <a:extLst>
                  <a:ext uri="{FF2B5EF4-FFF2-40B4-BE49-F238E27FC236}">
                    <a16:creationId xmlns:a16="http://schemas.microsoft.com/office/drawing/2014/main" id="{DA92BFFF-B086-BAAA-81CA-4B74FE5E474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142534" y="4539816"/>
                <a:ext cx="2005728" cy="57025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自我提升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Text5">
                <a:extLst>
                  <a:ext uri="{FF2B5EF4-FFF2-40B4-BE49-F238E27FC236}">
                    <a16:creationId xmlns:a16="http://schemas.microsoft.com/office/drawing/2014/main" id="{C70CACA4-6132-B6E6-503D-AD10AA6BC440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142534" y="5110075"/>
                <a:ext cx="2005728" cy="7932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不断学习新知识、技能，提升自身综合素质，为公司发展贡献力量。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Icon5">
                <a:extLst>
                  <a:ext uri="{FF2B5EF4-FFF2-40B4-BE49-F238E27FC236}">
                    <a16:creationId xmlns:a16="http://schemas.microsoft.com/office/drawing/2014/main" id="{63F55E36-37DB-A89F-5FC8-64E7F11938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990035" y="2696904"/>
                <a:ext cx="337288" cy="356746"/>
              </a:xfrm>
              <a:custGeom>
                <a:avLst/>
                <a:gdLst>
                  <a:gd name="connsiteX0" fmla="*/ 400530 w 495300"/>
                  <a:gd name="connsiteY0" fmla="*/ 621 h 523875"/>
                  <a:gd name="connsiteX1" fmla="*/ 400530 w 495300"/>
                  <a:gd name="connsiteY1" fmla="*/ 162546 h 523875"/>
                  <a:gd name="connsiteX2" fmla="*/ 257655 w 495300"/>
                  <a:gd name="connsiteY2" fmla="*/ 162546 h 523875"/>
                  <a:gd name="connsiteX3" fmla="*/ 257655 w 495300"/>
                  <a:gd name="connsiteY3" fmla="*/ 286371 h 523875"/>
                  <a:gd name="connsiteX4" fmla="*/ 457680 w 495300"/>
                  <a:gd name="connsiteY4" fmla="*/ 286371 h 523875"/>
                  <a:gd name="connsiteX5" fmla="*/ 457680 w 495300"/>
                  <a:gd name="connsiteY5" fmla="*/ 429246 h 523875"/>
                  <a:gd name="connsiteX6" fmla="*/ 495780 w 495300"/>
                  <a:gd name="connsiteY6" fmla="*/ 429246 h 523875"/>
                  <a:gd name="connsiteX7" fmla="*/ 495780 w 495300"/>
                  <a:gd name="connsiteY7" fmla="*/ 524496 h 523875"/>
                  <a:gd name="connsiteX8" fmla="*/ 400530 w 495300"/>
                  <a:gd name="connsiteY8" fmla="*/ 524496 h 523875"/>
                  <a:gd name="connsiteX9" fmla="*/ 400530 w 495300"/>
                  <a:gd name="connsiteY9" fmla="*/ 429246 h 523875"/>
                  <a:gd name="connsiteX10" fmla="*/ 438630 w 495300"/>
                  <a:gd name="connsiteY10" fmla="*/ 429246 h 523875"/>
                  <a:gd name="connsiteX11" fmla="*/ 438630 w 495300"/>
                  <a:gd name="connsiteY11" fmla="*/ 305421 h 523875"/>
                  <a:gd name="connsiteX12" fmla="*/ 257655 w 495300"/>
                  <a:gd name="connsiteY12" fmla="*/ 305421 h 523875"/>
                  <a:gd name="connsiteX13" fmla="*/ 257655 w 495300"/>
                  <a:gd name="connsiteY13" fmla="*/ 429246 h 523875"/>
                  <a:gd name="connsiteX14" fmla="*/ 295755 w 495300"/>
                  <a:gd name="connsiteY14" fmla="*/ 429246 h 523875"/>
                  <a:gd name="connsiteX15" fmla="*/ 295755 w 495300"/>
                  <a:gd name="connsiteY15" fmla="*/ 524496 h 523875"/>
                  <a:gd name="connsiteX16" fmla="*/ 200505 w 495300"/>
                  <a:gd name="connsiteY16" fmla="*/ 524496 h 523875"/>
                  <a:gd name="connsiteX17" fmla="*/ 200505 w 495300"/>
                  <a:gd name="connsiteY17" fmla="*/ 429246 h 523875"/>
                  <a:gd name="connsiteX18" fmla="*/ 238605 w 495300"/>
                  <a:gd name="connsiteY18" fmla="*/ 429246 h 523875"/>
                  <a:gd name="connsiteX19" fmla="*/ 238605 w 495300"/>
                  <a:gd name="connsiteY19" fmla="*/ 305421 h 523875"/>
                  <a:gd name="connsiteX20" fmla="*/ 57630 w 495300"/>
                  <a:gd name="connsiteY20" fmla="*/ 305421 h 523875"/>
                  <a:gd name="connsiteX21" fmla="*/ 57630 w 495300"/>
                  <a:gd name="connsiteY21" fmla="*/ 429246 h 523875"/>
                  <a:gd name="connsiteX22" fmla="*/ 95730 w 495300"/>
                  <a:gd name="connsiteY22" fmla="*/ 429246 h 523875"/>
                  <a:gd name="connsiteX23" fmla="*/ 95730 w 495300"/>
                  <a:gd name="connsiteY23" fmla="*/ 524496 h 523875"/>
                  <a:gd name="connsiteX24" fmla="*/ 480 w 495300"/>
                  <a:gd name="connsiteY24" fmla="*/ 524496 h 523875"/>
                  <a:gd name="connsiteX25" fmla="*/ 480 w 495300"/>
                  <a:gd name="connsiteY25" fmla="*/ 429246 h 523875"/>
                  <a:gd name="connsiteX26" fmla="*/ 38580 w 495300"/>
                  <a:gd name="connsiteY26" fmla="*/ 429246 h 523875"/>
                  <a:gd name="connsiteX27" fmla="*/ 38580 w 495300"/>
                  <a:gd name="connsiteY27" fmla="*/ 286371 h 523875"/>
                  <a:gd name="connsiteX28" fmla="*/ 238605 w 495300"/>
                  <a:gd name="connsiteY28" fmla="*/ 286371 h 523875"/>
                  <a:gd name="connsiteX29" fmla="*/ 238605 w 495300"/>
                  <a:gd name="connsiteY29" fmla="*/ 162546 h 523875"/>
                  <a:gd name="connsiteX30" fmla="*/ 95730 w 495300"/>
                  <a:gd name="connsiteY30" fmla="*/ 162546 h 523875"/>
                  <a:gd name="connsiteX31" fmla="*/ 95730 w 495300"/>
                  <a:gd name="connsiteY31" fmla="*/ 621 h 523875"/>
                  <a:gd name="connsiteX32" fmla="*/ 400530 w 495300"/>
                  <a:gd name="connsiteY32" fmla="*/ 621 h 523875"/>
                  <a:gd name="connsiteX33" fmla="*/ 148118 w 495300"/>
                  <a:gd name="connsiteY33" fmla="*/ 95871 h 523875"/>
                  <a:gd name="connsiteX34" fmla="*/ 133830 w 495300"/>
                  <a:gd name="connsiteY34" fmla="*/ 110159 h 523875"/>
                  <a:gd name="connsiteX35" fmla="*/ 148118 w 495300"/>
                  <a:gd name="connsiteY35" fmla="*/ 124446 h 523875"/>
                  <a:gd name="connsiteX36" fmla="*/ 162405 w 495300"/>
                  <a:gd name="connsiteY36" fmla="*/ 110159 h 523875"/>
                  <a:gd name="connsiteX37" fmla="*/ 148118 w 495300"/>
                  <a:gd name="connsiteY37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495300" h="523875">
                    <a:moveTo>
                      <a:pt x="400530" y="621"/>
                    </a:moveTo>
                    <a:lnTo>
                      <a:pt x="400530" y="162546"/>
                    </a:ln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57680" y="286371"/>
                    </a:lnTo>
                    <a:lnTo>
                      <a:pt x="457680" y="429246"/>
                    </a:lnTo>
                    <a:lnTo>
                      <a:pt x="495780" y="429246"/>
                    </a:lnTo>
                    <a:lnTo>
                      <a:pt x="495780" y="524496"/>
                    </a:lnTo>
                    <a:lnTo>
                      <a:pt x="400530" y="524496"/>
                    </a:lnTo>
                    <a:lnTo>
                      <a:pt x="400530" y="429246"/>
                    </a:lnTo>
                    <a:lnTo>
                      <a:pt x="438630" y="429246"/>
                    </a:lnTo>
                    <a:lnTo>
                      <a:pt x="43863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95755" y="429246"/>
                    </a:lnTo>
                    <a:lnTo>
                      <a:pt x="295755" y="524496"/>
                    </a:lnTo>
                    <a:lnTo>
                      <a:pt x="200505" y="524496"/>
                    </a:lnTo>
                    <a:lnTo>
                      <a:pt x="200505" y="429246"/>
                    </a:ln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57630" y="305421"/>
                    </a:lnTo>
                    <a:lnTo>
                      <a:pt x="57630" y="429246"/>
                    </a:lnTo>
                    <a:lnTo>
                      <a:pt x="95730" y="429246"/>
                    </a:lnTo>
                    <a:lnTo>
                      <a:pt x="95730" y="524496"/>
                    </a:lnTo>
                    <a:lnTo>
                      <a:pt x="480" y="524496"/>
                    </a:lnTo>
                    <a:lnTo>
                      <a:pt x="480" y="429246"/>
                    </a:lnTo>
                    <a:lnTo>
                      <a:pt x="38580" y="429246"/>
                    </a:lnTo>
                    <a:lnTo>
                      <a:pt x="385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95730" y="162546"/>
                    </a:lnTo>
                    <a:lnTo>
                      <a:pt x="95730" y="621"/>
                    </a:lnTo>
                    <a:lnTo>
                      <a:pt x="400530" y="621"/>
                    </a:lnTo>
                    <a:close/>
                    <a:moveTo>
                      <a:pt x="148118" y="95871"/>
                    </a:moveTo>
                    <a:cubicBezTo>
                      <a:pt x="140212" y="95871"/>
                      <a:pt x="133830" y="102253"/>
                      <a:pt x="133830" y="110159"/>
                    </a:cubicBezTo>
                    <a:cubicBezTo>
                      <a:pt x="133830" y="118064"/>
                      <a:pt x="140212" y="124446"/>
                      <a:pt x="148118" y="124446"/>
                    </a:cubicBezTo>
                    <a:cubicBezTo>
                      <a:pt x="156023" y="124446"/>
                      <a:pt x="162405" y="118064"/>
                      <a:pt x="162405" y="110159"/>
                    </a:cubicBezTo>
                    <a:cubicBezTo>
                      <a:pt x="162405" y="102253"/>
                      <a:pt x="156023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4C0CDED-68DA-D853-E325-4FC419FA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基本职责</a:t>
            </a:r>
          </a:p>
        </p:txBody>
      </p:sp>
    </p:spTree>
    <p:extLst>
      <p:ext uri="{BB962C8B-B14F-4D97-AF65-F5344CB8AC3E}">
        <p14:creationId xmlns:p14="http://schemas.microsoft.com/office/powerpoint/2010/main" val="385988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DDA944E-F300-A2C9-827E-000C5A864D78}"/>
              </a:ext>
            </a:extLst>
          </p:cNvPr>
          <p:cNvGrpSpPr/>
          <p:nvPr/>
        </p:nvGrpSpPr>
        <p:grpSpPr>
          <a:xfrm>
            <a:off x="0" y="1130301"/>
            <a:ext cx="12192000" cy="5003799"/>
            <a:chOff x="0" y="1130301"/>
            <a:chExt cx="12192000" cy="5003799"/>
          </a:xfrm>
        </p:grpSpPr>
        <p:sp>
          <p:nvSpPr>
            <p:cNvPr id="4" name="Title">
              <a:extLst>
                <a:ext uri="{FF2B5EF4-FFF2-40B4-BE49-F238E27FC236}">
                  <a16:creationId xmlns:a16="http://schemas.microsoft.com/office/drawing/2014/main" id="{7513ADDA-F881-0F8A-0C71-C116179A6ABC}"/>
                </a:ext>
              </a:extLst>
            </p:cNvPr>
            <p:cNvSpPr txBox="1"/>
            <p:nvPr/>
          </p:nvSpPr>
          <p:spPr>
            <a:xfrm>
              <a:off x="660400" y="1130301"/>
              <a:ext cx="7938564" cy="1052012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r>
                <a:rPr lang="zh-CN" altLang="en-US" sz="2400" b="1"/>
                <a:t>参与项目列表与职责分工</a:t>
              </a:r>
              <a:endParaRPr lang="zh-CN" altLang="en-US" sz="2400" b="1" dirty="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735D3B02-0C05-4150-EF76-3D9A2AEF7868}"/>
                </a:ext>
              </a:extLst>
            </p:cNvPr>
            <p:cNvSpPr/>
            <p:nvPr/>
          </p:nvSpPr>
          <p:spPr>
            <a:xfrm>
              <a:off x="0" y="3687345"/>
              <a:ext cx="12192000" cy="1327156"/>
            </a:xfrm>
            <a:custGeom>
              <a:avLst/>
              <a:gdLst>
                <a:gd name="connsiteX0" fmla="*/ 0 w 12418142"/>
                <a:gd name="connsiteY0" fmla="*/ 1783226 h 1783226"/>
                <a:gd name="connsiteX1" fmla="*/ 3392129 w 12418142"/>
                <a:gd name="connsiteY1" fmla="*/ 13420 h 1783226"/>
                <a:gd name="connsiteX2" fmla="*/ 7846142 w 12418142"/>
                <a:gd name="connsiteY2" fmla="*/ 1429265 h 1783226"/>
                <a:gd name="connsiteX3" fmla="*/ 10766323 w 12418142"/>
                <a:gd name="connsiteY3" fmla="*/ 101910 h 1783226"/>
                <a:gd name="connsiteX4" fmla="*/ 12418142 w 12418142"/>
                <a:gd name="connsiteY4" fmla="*/ 190401 h 1783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8142" h="1783226">
                  <a:moveTo>
                    <a:pt x="0" y="1783226"/>
                  </a:moveTo>
                  <a:cubicBezTo>
                    <a:pt x="1042219" y="927819"/>
                    <a:pt x="2084439" y="72413"/>
                    <a:pt x="3392129" y="13420"/>
                  </a:cubicBezTo>
                  <a:cubicBezTo>
                    <a:pt x="4699819" y="-45574"/>
                    <a:pt x="6617110" y="1414517"/>
                    <a:pt x="7846142" y="1429265"/>
                  </a:cubicBezTo>
                  <a:cubicBezTo>
                    <a:pt x="9075174" y="1444013"/>
                    <a:pt x="10004323" y="308387"/>
                    <a:pt x="10766323" y="101910"/>
                  </a:cubicBezTo>
                  <a:cubicBezTo>
                    <a:pt x="11528323" y="-104567"/>
                    <a:pt x="11973232" y="42917"/>
                    <a:pt x="12418142" y="190401"/>
                  </a:cubicBezTo>
                </a:path>
              </a:pathLst>
            </a:custGeom>
            <a:ln w="12700" cap="rnd">
              <a:solidFill>
                <a:schemeClr val="accent1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5ACD51E-C515-EF92-9434-BE370BB7CC16}"/>
                </a:ext>
              </a:extLst>
            </p:cNvPr>
            <p:cNvGrpSpPr/>
            <p:nvPr/>
          </p:nvGrpSpPr>
          <p:grpSpPr>
            <a:xfrm>
              <a:off x="660399" y="3865159"/>
              <a:ext cx="2728160" cy="2060743"/>
              <a:chOff x="660399" y="3865159"/>
              <a:chExt cx="2728160" cy="2060743"/>
            </a:xfrm>
          </p:grpSpPr>
          <p:sp>
            <p:nvSpPr>
              <p:cNvPr id="27" name="IconBackground1">
                <a:extLst>
                  <a:ext uri="{FF2B5EF4-FFF2-40B4-BE49-F238E27FC236}">
                    <a16:creationId xmlns:a16="http://schemas.microsoft.com/office/drawing/2014/main" id="{70DBF8E6-BA8B-F237-2D86-9957B0A39B0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132436" y="3865159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Icon1">
                <a:extLst>
                  <a:ext uri="{FF2B5EF4-FFF2-40B4-BE49-F238E27FC236}">
                    <a16:creationId xmlns:a16="http://schemas.microsoft.com/office/drawing/2014/main" id="{1A308443-1EED-A1F4-65FA-33A8C501C549}"/>
                  </a:ext>
                </a:extLst>
              </p:cNvPr>
              <p:cNvSpPr/>
              <p:nvPr/>
            </p:nvSpPr>
            <p:spPr>
              <a:xfrm>
                <a:off x="1289322" y="3997456"/>
                <a:ext cx="226228" cy="275406"/>
              </a:xfrm>
              <a:custGeom>
                <a:avLst/>
                <a:gdLst>
                  <a:gd name="connsiteX0" fmla="*/ 284197 w 438150"/>
                  <a:gd name="connsiteY0" fmla="*/ 621 h 533400"/>
                  <a:gd name="connsiteX1" fmla="*/ 286102 w 438150"/>
                  <a:gd name="connsiteY1" fmla="*/ 621 h 533400"/>
                  <a:gd name="connsiteX2" fmla="*/ 286102 w 438150"/>
                  <a:gd name="connsiteY2" fmla="*/ 124446 h 533400"/>
                  <a:gd name="connsiteX3" fmla="*/ 286102 w 438150"/>
                  <a:gd name="connsiteY3" fmla="*/ 126351 h 533400"/>
                  <a:gd name="connsiteX4" fmla="*/ 314677 w 438150"/>
                  <a:gd name="connsiteY4" fmla="*/ 153021 h 533400"/>
                  <a:gd name="connsiteX5" fmla="*/ 314677 w 438150"/>
                  <a:gd name="connsiteY5" fmla="*/ 153021 h 533400"/>
                  <a:gd name="connsiteX6" fmla="*/ 438502 w 438150"/>
                  <a:gd name="connsiteY6" fmla="*/ 153021 h 533400"/>
                  <a:gd name="connsiteX7" fmla="*/ 438502 w 438150"/>
                  <a:gd name="connsiteY7" fmla="*/ 154926 h 533400"/>
                  <a:gd name="connsiteX8" fmla="*/ 438502 w 438150"/>
                  <a:gd name="connsiteY8" fmla="*/ 505446 h 533400"/>
                  <a:gd name="connsiteX9" fmla="*/ 409927 w 438150"/>
                  <a:gd name="connsiteY9" fmla="*/ 534021 h 533400"/>
                  <a:gd name="connsiteX10" fmla="*/ 28927 w 438150"/>
                  <a:gd name="connsiteY10" fmla="*/ 534021 h 533400"/>
                  <a:gd name="connsiteX11" fmla="*/ 352 w 438150"/>
                  <a:gd name="connsiteY11" fmla="*/ 505446 h 533400"/>
                  <a:gd name="connsiteX12" fmla="*/ 352 w 438150"/>
                  <a:gd name="connsiteY12" fmla="*/ 29196 h 533400"/>
                  <a:gd name="connsiteX13" fmla="*/ 28927 w 438150"/>
                  <a:gd name="connsiteY13" fmla="*/ 621 h 533400"/>
                  <a:gd name="connsiteX14" fmla="*/ 284197 w 438150"/>
                  <a:gd name="connsiteY14" fmla="*/ 621 h 533400"/>
                  <a:gd name="connsiteX15" fmla="*/ 248002 w 438150"/>
                  <a:gd name="connsiteY15" fmla="*/ 200646 h 533400"/>
                  <a:gd name="connsiteX16" fmla="*/ 152752 w 438150"/>
                  <a:gd name="connsiteY16" fmla="*/ 200646 h 533400"/>
                  <a:gd name="connsiteX17" fmla="*/ 152752 w 438150"/>
                  <a:gd name="connsiteY17" fmla="*/ 410196 h 533400"/>
                  <a:gd name="connsiteX18" fmla="*/ 171802 w 438150"/>
                  <a:gd name="connsiteY18" fmla="*/ 410196 h 533400"/>
                  <a:gd name="connsiteX19" fmla="*/ 171802 w 438150"/>
                  <a:gd name="connsiteY19" fmla="*/ 314946 h 533400"/>
                  <a:gd name="connsiteX20" fmla="*/ 248002 w 438150"/>
                  <a:gd name="connsiteY20" fmla="*/ 314946 h 533400"/>
                  <a:gd name="connsiteX21" fmla="*/ 249907 w 438150"/>
                  <a:gd name="connsiteY21" fmla="*/ 314946 h 533400"/>
                  <a:gd name="connsiteX22" fmla="*/ 305152 w 438150"/>
                  <a:gd name="connsiteY22" fmla="*/ 257796 h 533400"/>
                  <a:gd name="connsiteX23" fmla="*/ 248002 w 438150"/>
                  <a:gd name="connsiteY23" fmla="*/ 200646 h 533400"/>
                  <a:gd name="connsiteX24" fmla="*/ 248002 w 438150"/>
                  <a:gd name="connsiteY24" fmla="*/ 200646 h 533400"/>
                  <a:gd name="connsiteX25" fmla="*/ 248002 w 438150"/>
                  <a:gd name="connsiteY25" fmla="*/ 219696 h 533400"/>
                  <a:gd name="connsiteX26" fmla="*/ 286102 w 438150"/>
                  <a:gd name="connsiteY26" fmla="*/ 257796 h 533400"/>
                  <a:gd name="connsiteX27" fmla="*/ 248002 w 438150"/>
                  <a:gd name="connsiteY27" fmla="*/ 295896 h 533400"/>
                  <a:gd name="connsiteX28" fmla="*/ 248002 w 438150"/>
                  <a:gd name="connsiteY28" fmla="*/ 295896 h 533400"/>
                  <a:gd name="connsiteX29" fmla="*/ 171802 w 438150"/>
                  <a:gd name="connsiteY29" fmla="*/ 295896 h 533400"/>
                  <a:gd name="connsiteX30" fmla="*/ 171802 w 438150"/>
                  <a:gd name="connsiteY30" fmla="*/ 219696 h 533400"/>
                  <a:gd name="connsiteX31" fmla="*/ 248002 w 438150"/>
                  <a:gd name="connsiteY31" fmla="*/ 219696 h 533400"/>
                  <a:gd name="connsiteX32" fmla="*/ 428977 w 438150"/>
                  <a:gd name="connsiteY32" fmla="*/ 133971 h 533400"/>
                  <a:gd name="connsiteX33" fmla="*/ 314677 w 438150"/>
                  <a:gd name="connsiteY33" fmla="*/ 133971 h 533400"/>
                  <a:gd name="connsiteX34" fmla="*/ 313724 w 438150"/>
                  <a:gd name="connsiteY34" fmla="*/ 133971 h 533400"/>
                  <a:gd name="connsiteX35" fmla="*/ 305152 w 438150"/>
                  <a:gd name="connsiteY35" fmla="*/ 124446 h 533400"/>
                  <a:gd name="connsiteX36" fmla="*/ 305152 w 438150"/>
                  <a:gd name="connsiteY36" fmla="*/ 124446 h 533400"/>
                  <a:gd name="connsiteX37" fmla="*/ 305152 w 438150"/>
                  <a:gd name="connsiteY37" fmla="*/ 10146 h 533400"/>
                  <a:gd name="connsiteX38" fmla="*/ 428977 w 438150"/>
                  <a:gd name="connsiteY38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38150" h="533400">
                    <a:moveTo>
                      <a:pt x="284197" y="621"/>
                    </a:moveTo>
                    <a:cubicBezTo>
                      <a:pt x="285149" y="621"/>
                      <a:pt x="286102" y="621"/>
                      <a:pt x="286102" y="621"/>
                    </a:cubicBezTo>
                    <a:lnTo>
                      <a:pt x="286102" y="124446"/>
                    </a:lnTo>
                    <a:lnTo>
                      <a:pt x="286102" y="126351"/>
                    </a:lnTo>
                    <a:cubicBezTo>
                      <a:pt x="287055" y="141591"/>
                      <a:pt x="299437" y="153021"/>
                      <a:pt x="314677" y="153021"/>
                    </a:cubicBezTo>
                    <a:lnTo>
                      <a:pt x="314677" y="153021"/>
                    </a:lnTo>
                    <a:lnTo>
                      <a:pt x="438502" y="153021"/>
                    </a:lnTo>
                    <a:cubicBezTo>
                      <a:pt x="438502" y="153974"/>
                      <a:pt x="438502" y="154926"/>
                      <a:pt x="438502" y="154926"/>
                    </a:cubicBezTo>
                    <a:lnTo>
                      <a:pt x="438502" y="505446"/>
                    </a:lnTo>
                    <a:cubicBezTo>
                      <a:pt x="438502" y="521639"/>
                      <a:pt x="426120" y="534021"/>
                      <a:pt x="409927" y="534021"/>
                    </a:cubicBezTo>
                    <a:lnTo>
                      <a:pt x="28927" y="534021"/>
                    </a:lnTo>
                    <a:cubicBezTo>
                      <a:pt x="12734" y="534021"/>
                      <a:pt x="352" y="521639"/>
                      <a:pt x="352" y="505446"/>
                    </a:cubicBezTo>
                    <a:lnTo>
                      <a:pt x="352" y="29196"/>
                    </a:lnTo>
                    <a:cubicBezTo>
                      <a:pt x="352" y="13004"/>
                      <a:pt x="12734" y="621"/>
                      <a:pt x="28927" y="621"/>
                    </a:cubicBezTo>
                    <a:lnTo>
                      <a:pt x="284197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49907" y="314946"/>
                    </a:lnTo>
                    <a:cubicBezTo>
                      <a:pt x="280387" y="313994"/>
                      <a:pt x="305152" y="288276"/>
                      <a:pt x="305152" y="257796"/>
                    </a:cubicBezTo>
                    <a:cubicBezTo>
                      <a:pt x="305152" y="226364"/>
                      <a:pt x="279434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8957" y="219696"/>
                      <a:pt x="286102" y="236841"/>
                      <a:pt x="286102" y="257796"/>
                    </a:cubicBezTo>
                    <a:cubicBezTo>
                      <a:pt x="286102" y="278751"/>
                      <a:pt x="268957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14677" y="133971"/>
                    </a:lnTo>
                    <a:lnTo>
                      <a:pt x="313724" y="133971"/>
                    </a:lnTo>
                    <a:cubicBezTo>
                      <a:pt x="308962" y="133019"/>
                      <a:pt x="305152" y="129209"/>
                      <a:pt x="305152" y="124446"/>
                    </a:cubicBezTo>
                    <a:lnTo>
                      <a:pt x="305152" y="124446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Text1">
                <a:extLst>
                  <a:ext uri="{FF2B5EF4-FFF2-40B4-BE49-F238E27FC236}">
                    <a16:creationId xmlns:a16="http://schemas.microsoft.com/office/drawing/2014/main" id="{32304B8F-34F8-9E22-D2AC-8CFDD572573B}"/>
                  </a:ext>
                </a:extLst>
              </p:cNvPr>
              <p:cNvSpPr txBox="1"/>
              <p:nvPr/>
            </p:nvSpPr>
            <p:spPr>
              <a:xfrm>
                <a:off x="660399" y="5003989"/>
                <a:ext cx="2728160" cy="921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参与项目需求讨论，负责整理需求文档，协助项目经理进行项目规划。</a:t>
                </a:r>
                <a:endParaRPr lang="en-US" altLang="zh-CN" sz="1200" dirty="0"/>
              </a:p>
            </p:txBody>
          </p:sp>
          <p:sp>
            <p:nvSpPr>
              <p:cNvPr id="30" name="Bullet1">
                <a:extLst>
                  <a:ext uri="{FF2B5EF4-FFF2-40B4-BE49-F238E27FC236}">
                    <a16:creationId xmlns:a16="http://schemas.microsoft.com/office/drawing/2014/main" id="{7B09809F-021A-CCAB-53A2-BC75ECE8C305}"/>
                  </a:ext>
                </a:extLst>
              </p:cNvPr>
              <p:cNvSpPr/>
              <p:nvPr/>
            </p:nvSpPr>
            <p:spPr>
              <a:xfrm>
                <a:off x="660399" y="4463990"/>
                <a:ext cx="2728160" cy="54000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/>
                <a:r>
                  <a:rPr lang="zh-CN" altLang="en-US" b="1" dirty="0"/>
                  <a:t>项目一：需求分析与规划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205D842-F11D-B854-49A9-D9992FA8B823}"/>
                </a:ext>
              </a:extLst>
            </p:cNvPr>
            <p:cNvGrpSpPr/>
            <p:nvPr/>
          </p:nvGrpSpPr>
          <p:grpSpPr>
            <a:xfrm>
              <a:off x="2870666" y="2242911"/>
              <a:ext cx="3169865" cy="1809884"/>
              <a:chOff x="2870666" y="2242911"/>
              <a:chExt cx="3169865" cy="1809884"/>
            </a:xfrm>
          </p:grpSpPr>
          <p:sp>
            <p:nvSpPr>
              <p:cNvPr id="23" name="IconBackground2">
                <a:extLst>
                  <a:ext uri="{FF2B5EF4-FFF2-40B4-BE49-F238E27FC236}">
                    <a16:creationId xmlns:a16="http://schemas.microsoft.com/office/drawing/2014/main" id="{9A34DBC4-69FD-3849-C057-2932B2271CD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3388559" y="3512795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Icon2">
                <a:extLst>
                  <a:ext uri="{FF2B5EF4-FFF2-40B4-BE49-F238E27FC236}">
                    <a16:creationId xmlns:a16="http://schemas.microsoft.com/office/drawing/2014/main" id="{50CD9187-41F1-CAEA-8D47-8950BA0E75D1}"/>
                  </a:ext>
                </a:extLst>
              </p:cNvPr>
              <p:cNvSpPr/>
              <p:nvPr/>
            </p:nvSpPr>
            <p:spPr>
              <a:xfrm>
                <a:off x="3520855" y="3647551"/>
                <a:ext cx="275408" cy="270488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Text2">
                <a:extLst>
                  <a:ext uri="{FF2B5EF4-FFF2-40B4-BE49-F238E27FC236}">
                    <a16:creationId xmlns:a16="http://schemas.microsoft.com/office/drawing/2014/main" id="{38219FDA-5600-A783-DBDF-F04C9496586D}"/>
                  </a:ext>
                </a:extLst>
              </p:cNvPr>
              <p:cNvSpPr txBox="1"/>
              <p:nvPr/>
            </p:nvSpPr>
            <p:spPr>
              <a:xfrm>
                <a:off x="2870666" y="2782911"/>
                <a:ext cx="3169865" cy="62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负责系统架构设计，协同团队成员完成模块划分，参与关键技术攻关。</a:t>
                </a:r>
                <a:endParaRPr lang="en-US" altLang="zh-CN" sz="1200" dirty="0"/>
              </a:p>
            </p:txBody>
          </p:sp>
          <p:sp>
            <p:nvSpPr>
              <p:cNvPr id="26" name="Bullet2">
                <a:extLst>
                  <a:ext uri="{FF2B5EF4-FFF2-40B4-BE49-F238E27FC236}">
                    <a16:creationId xmlns:a16="http://schemas.microsoft.com/office/drawing/2014/main" id="{F224AE6E-6887-739B-24BF-B366EE96C809}"/>
                  </a:ext>
                </a:extLst>
              </p:cNvPr>
              <p:cNvSpPr/>
              <p:nvPr/>
            </p:nvSpPr>
            <p:spPr>
              <a:xfrm>
                <a:off x="2870666" y="2242911"/>
                <a:ext cx="3169865" cy="54000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/>
                <a:r>
                  <a:rPr lang="zh-CN" altLang="en-US" b="1"/>
                  <a:t>项目二：系统设计与开发</a:t>
                </a:r>
                <a:endParaRPr lang="zh-CN" altLang="en-US" b="1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B5055D5-5B8C-9C71-8A1D-C26E00BA2A81}"/>
                </a:ext>
              </a:extLst>
            </p:cNvPr>
            <p:cNvGrpSpPr/>
            <p:nvPr/>
          </p:nvGrpSpPr>
          <p:grpSpPr>
            <a:xfrm>
              <a:off x="5089815" y="3997456"/>
              <a:ext cx="2676948" cy="2136644"/>
              <a:chOff x="5089815" y="3997456"/>
              <a:chExt cx="2676948" cy="2136644"/>
            </a:xfrm>
          </p:grpSpPr>
          <p:sp>
            <p:nvSpPr>
              <p:cNvPr id="19" name="IconBackground3">
                <a:extLst>
                  <a:ext uri="{FF2B5EF4-FFF2-40B4-BE49-F238E27FC236}">
                    <a16:creationId xmlns:a16="http://schemas.microsoft.com/office/drawing/2014/main" id="{B61E8905-58DA-1A68-7133-0005DBA62E73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644682" y="3997456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Icon3">
                <a:extLst>
                  <a:ext uri="{FF2B5EF4-FFF2-40B4-BE49-F238E27FC236}">
                    <a16:creationId xmlns:a16="http://schemas.microsoft.com/office/drawing/2014/main" id="{6170A8DC-09AC-0BAA-A36B-1CD58183981E}"/>
                  </a:ext>
                </a:extLst>
              </p:cNvPr>
              <p:cNvSpPr/>
              <p:nvPr/>
            </p:nvSpPr>
            <p:spPr>
              <a:xfrm>
                <a:off x="5788833" y="4132457"/>
                <a:ext cx="251698" cy="269998"/>
              </a:xfrm>
              <a:custGeom>
                <a:avLst/>
                <a:gdLst>
                  <a:gd name="connsiteX0" fmla="*/ 8356 w 487477"/>
                  <a:gd name="connsiteY0" fmla="*/ 512114 h 522922"/>
                  <a:gd name="connsiteX1" fmla="*/ 8356 w 487477"/>
                  <a:gd name="connsiteY1" fmla="*/ 512114 h 522922"/>
                  <a:gd name="connsiteX2" fmla="*/ 8356 w 487477"/>
                  <a:gd name="connsiteY2" fmla="*/ 512114 h 522922"/>
                  <a:gd name="connsiteX3" fmla="*/ 7404 w 487477"/>
                  <a:gd name="connsiteY3" fmla="*/ 511161 h 522922"/>
                  <a:gd name="connsiteX4" fmla="*/ 5499 w 487477"/>
                  <a:gd name="connsiteY4" fmla="*/ 508303 h 522922"/>
                  <a:gd name="connsiteX5" fmla="*/ 5499 w 487477"/>
                  <a:gd name="connsiteY5" fmla="*/ 508303 h 522922"/>
                  <a:gd name="connsiteX6" fmla="*/ 5499 w 487477"/>
                  <a:gd name="connsiteY6" fmla="*/ 507351 h 522922"/>
                  <a:gd name="connsiteX7" fmla="*/ 4546 w 487477"/>
                  <a:gd name="connsiteY7" fmla="*/ 505446 h 522922"/>
                  <a:gd name="connsiteX8" fmla="*/ 3593 w 487477"/>
                  <a:gd name="connsiteY8" fmla="*/ 503541 h 522922"/>
                  <a:gd name="connsiteX9" fmla="*/ 3593 w 487477"/>
                  <a:gd name="connsiteY9" fmla="*/ 503541 h 522922"/>
                  <a:gd name="connsiteX10" fmla="*/ 3593 w 487477"/>
                  <a:gd name="connsiteY10" fmla="*/ 503541 h 522922"/>
                  <a:gd name="connsiteX11" fmla="*/ 3593 w 487477"/>
                  <a:gd name="connsiteY11" fmla="*/ 503541 h 522922"/>
                  <a:gd name="connsiteX12" fmla="*/ 2641 w 487477"/>
                  <a:gd name="connsiteY12" fmla="*/ 501636 h 522922"/>
                  <a:gd name="connsiteX13" fmla="*/ 2641 w 487477"/>
                  <a:gd name="connsiteY13" fmla="*/ 500684 h 522922"/>
                  <a:gd name="connsiteX14" fmla="*/ 1689 w 487477"/>
                  <a:gd name="connsiteY14" fmla="*/ 498778 h 522922"/>
                  <a:gd name="connsiteX15" fmla="*/ 736 w 487477"/>
                  <a:gd name="connsiteY15" fmla="*/ 494968 h 522922"/>
                  <a:gd name="connsiteX16" fmla="*/ 736 w 487477"/>
                  <a:gd name="connsiteY16" fmla="*/ 492111 h 522922"/>
                  <a:gd name="connsiteX17" fmla="*/ 736 w 487477"/>
                  <a:gd name="connsiteY17" fmla="*/ 485443 h 522922"/>
                  <a:gd name="connsiteX18" fmla="*/ 5499 w 487477"/>
                  <a:gd name="connsiteY18" fmla="*/ 467346 h 522922"/>
                  <a:gd name="connsiteX19" fmla="*/ 155041 w 487477"/>
                  <a:gd name="connsiteY19" fmla="*/ 151116 h 522922"/>
                  <a:gd name="connsiteX20" fmla="*/ 158851 w 487477"/>
                  <a:gd name="connsiteY20" fmla="*/ 134924 h 522922"/>
                  <a:gd name="connsiteX21" fmla="*/ 158851 w 487477"/>
                  <a:gd name="connsiteY21" fmla="*/ 19671 h 522922"/>
                  <a:gd name="connsiteX22" fmla="*/ 120751 w 487477"/>
                  <a:gd name="connsiteY22" fmla="*/ 19671 h 522922"/>
                  <a:gd name="connsiteX23" fmla="*/ 120751 w 487477"/>
                  <a:gd name="connsiteY23" fmla="*/ 621 h 522922"/>
                  <a:gd name="connsiteX24" fmla="*/ 368401 w 487477"/>
                  <a:gd name="connsiteY24" fmla="*/ 621 h 522922"/>
                  <a:gd name="connsiteX25" fmla="*/ 368401 w 487477"/>
                  <a:gd name="connsiteY25" fmla="*/ 19671 h 522922"/>
                  <a:gd name="connsiteX26" fmla="*/ 330301 w 487477"/>
                  <a:gd name="connsiteY26" fmla="*/ 19671 h 522922"/>
                  <a:gd name="connsiteX27" fmla="*/ 330301 w 487477"/>
                  <a:gd name="connsiteY27" fmla="*/ 134924 h 522922"/>
                  <a:gd name="connsiteX28" fmla="*/ 334111 w 487477"/>
                  <a:gd name="connsiteY28" fmla="*/ 151116 h 522922"/>
                  <a:gd name="connsiteX29" fmla="*/ 483654 w 487477"/>
                  <a:gd name="connsiteY29" fmla="*/ 467346 h 522922"/>
                  <a:gd name="connsiteX30" fmla="*/ 485558 w 487477"/>
                  <a:gd name="connsiteY30" fmla="*/ 504493 h 522922"/>
                  <a:gd name="connsiteX31" fmla="*/ 485558 w 487477"/>
                  <a:gd name="connsiteY31" fmla="*/ 504493 h 522922"/>
                  <a:gd name="connsiteX32" fmla="*/ 484606 w 487477"/>
                  <a:gd name="connsiteY32" fmla="*/ 506399 h 522922"/>
                  <a:gd name="connsiteX33" fmla="*/ 459841 w 487477"/>
                  <a:gd name="connsiteY33" fmla="*/ 523543 h 522922"/>
                  <a:gd name="connsiteX34" fmla="*/ 457936 w 487477"/>
                  <a:gd name="connsiteY34" fmla="*/ 523543 h 522922"/>
                  <a:gd name="connsiteX35" fmla="*/ 32168 w 487477"/>
                  <a:gd name="connsiteY35" fmla="*/ 523543 h 522922"/>
                  <a:gd name="connsiteX36" fmla="*/ 30264 w 487477"/>
                  <a:gd name="connsiteY36" fmla="*/ 523543 h 522922"/>
                  <a:gd name="connsiteX37" fmla="*/ 27406 w 487477"/>
                  <a:gd name="connsiteY37" fmla="*/ 523543 h 522922"/>
                  <a:gd name="connsiteX38" fmla="*/ 23596 w 487477"/>
                  <a:gd name="connsiteY38" fmla="*/ 522591 h 522922"/>
                  <a:gd name="connsiteX39" fmla="*/ 23596 w 487477"/>
                  <a:gd name="connsiteY39" fmla="*/ 522591 h 522922"/>
                  <a:gd name="connsiteX40" fmla="*/ 17881 w 487477"/>
                  <a:gd name="connsiteY40" fmla="*/ 520686 h 522922"/>
                  <a:gd name="connsiteX41" fmla="*/ 15976 w 487477"/>
                  <a:gd name="connsiteY41" fmla="*/ 519734 h 522922"/>
                  <a:gd name="connsiteX42" fmla="*/ 15024 w 487477"/>
                  <a:gd name="connsiteY42" fmla="*/ 518781 h 522922"/>
                  <a:gd name="connsiteX43" fmla="*/ 10261 w 487477"/>
                  <a:gd name="connsiteY43" fmla="*/ 514971 h 522922"/>
                  <a:gd name="connsiteX44" fmla="*/ 8356 w 487477"/>
                  <a:gd name="connsiteY44" fmla="*/ 512114 h 522922"/>
                  <a:gd name="connsiteX45" fmla="*/ 8356 w 487477"/>
                  <a:gd name="connsiteY45" fmla="*/ 512114 h 522922"/>
                  <a:gd name="connsiteX46" fmla="*/ 255054 w 487477"/>
                  <a:gd name="connsiteY46" fmla="*/ 402576 h 522922"/>
                  <a:gd name="connsiteX47" fmla="*/ 252196 w 487477"/>
                  <a:gd name="connsiteY47" fmla="*/ 404481 h 522922"/>
                  <a:gd name="connsiteX48" fmla="*/ 246481 w 487477"/>
                  <a:gd name="connsiteY48" fmla="*/ 408291 h 522922"/>
                  <a:gd name="connsiteX49" fmla="*/ 55029 w 487477"/>
                  <a:gd name="connsiteY49" fmla="*/ 414959 h 522922"/>
                  <a:gd name="connsiteX50" fmla="*/ 51218 w 487477"/>
                  <a:gd name="connsiteY50" fmla="*/ 413053 h 522922"/>
                  <a:gd name="connsiteX51" fmla="*/ 22643 w 487477"/>
                  <a:gd name="connsiteY51" fmla="*/ 474014 h 522922"/>
                  <a:gd name="connsiteX52" fmla="*/ 21691 w 487477"/>
                  <a:gd name="connsiteY52" fmla="*/ 475918 h 522922"/>
                  <a:gd name="connsiteX53" fmla="*/ 21691 w 487477"/>
                  <a:gd name="connsiteY53" fmla="*/ 495921 h 522922"/>
                  <a:gd name="connsiteX54" fmla="*/ 29311 w 487477"/>
                  <a:gd name="connsiteY54" fmla="*/ 502589 h 522922"/>
                  <a:gd name="connsiteX55" fmla="*/ 30264 w 487477"/>
                  <a:gd name="connsiteY55" fmla="*/ 502589 h 522922"/>
                  <a:gd name="connsiteX56" fmla="*/ 31216 w 487477"/>
                  <a:gd name="connsiteY56" fmla="*/ 502589 h 522922"/>
                  <a:gd name="connsiteX57" fmla="*/ 456983 w 487477"/>
                  <a:gd name="connsiteY57" fmla="*/ 502589 h 522922"/>
                  <a:gd name="connsiteX58" fmla="*/ 457936 w 487477"/>
                  <a:gd name="connsiteY58" fmla="*/ 502589 h 522922"/>
                  <a:gd name="connsiteX59" fmla="*/ 466508 w 487477"/>
                  <a:gd name="connsiteY59" fmla="*/ 495921 h 522922"/>
                  <a:gd name="connsiteX60" fmla="*/ 467461 w 487477"/>
                  <a:gd name="connsiteY60" fmla="*/ 477824 h 522922"/>
                  <a:gd name="connsiteX61" fmla="*/ 466508 w 487477"/>
                  <a:gd name="connsiteY61" fmla="*/ 475918 h 522922"/>
                  <a:gd name="connsiteX62" fmla="*/ 465556 w 487477"/>
                  <a:gd name="connsiteY62" fmla="*/ 474014 h 522922"/>
                  <a:gd name="connsiteX63" fmla="*/ 423646 w 487477"/>
                  <a:gd name="connsiteY63" fmla="*/ 385431 h 522922"/>
                  <a:gd name="connsiteX64" fmla="*/ 255054 w 487477"/>
                  <a:gd name="connsiteY64" fmla="*/ 402576 h 522922"/>
                  <a:gd name="connsiteX65" fmla="*/ 305536 w 487477"/>
                  <a:gd name="connsiteY65" fmla="*/ 255891 h 522922"/>
                  <a:gd name="connsiteX66" fmla="*/ 272199 w 487477"/>
                  <a:gd name="connsiteY66" fmla="*/ 289228 h 522922"/>
                  <a:gd name="connsiteX67" fmla="*/ 305536 w 487477"/>
                  <a:gd name="connsiteY67" fmla="*/ 322566 h 522922"/>
                  <a:gd name="connsiteX68" fmla="*/ 338874 w 487477"/>
                  <a:gd name="connsiteY68" fmla="*/ 289228 h 522922"/>
                  <a:gd name="connsiteX69" fmla="*/ 305536 w 487477"/>
                  <a:gd name="connsiteY69" fmla="*/ 255891 h 522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477" h="522922">
                    <a:moveTo>
                      <a:pt x="8356" y="512114"/>
                    </a:moveTo>
                    <a:lnTo>
                      <a:pt x="8356" y="512114"/>
                    </a:lnTo>
                    <a:lnTo>
                      <a:pt x="8356" y="512114"/>
                    </a:lnTo>
                    <a:lnTo>
                      <a:pt x="7404" y="511161"/>
                    </a:lnTo>
                    <a:cubicBezTo>
                      <a:pt x="6451" y="510209"/>
                      <a:pt x="6451" y="509256"/>
                      <a:pt x="5499" y="508303"/>
                    </a:cubicBezTo>
                    <a:lnTo>
                      <a:pt x="5499" y="508303"/>
                    </a:lnTo>
                    <a:lnTo>
                      <a:pt x="5499" y="507351"/>
                    </a:lnTo>
                    <a:lnTo>
                      <a:pt x="4546" y="505446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2641" y="501636"/>
                    </a:lnTo>
                    <a:cubicBezTo>
                      <a:pt x="2641" y="501636"/>
                      <a:pt x="2641" y="500684"/>
                      <a:pt x="2641" y="500684"/>
                    </a:cubicBezTo>
                    <a:cubicBezTo>
                      <a:pt x="2641" y="499731"/>
                      <a:pt x="2641" y="499731"/>
                      <a:pt x="1689" y="498778"/>
                    </a:cubicBezTo>
                    <a:cubicBezTo>
                      <a:pt x="1689" y="497826"/>
                      <a:pt x="736" y="495921"/>
                      <a:pt x="736" y="494968"/>
                    </a:cubicBezTo>
                    <a:lnTo>
                      <a:pt x="736" y="492111"/>
                    </a:lnTo>
                    <a:cubicBezTo>
                      <a:pt x="736" y="490206"/>
                      <a:pt x="736" y="487349"/>
                      <a:pt x="736" y="485443"/>
                    </a:cubicBezTo>
                    <a:cubicBezTo>
                      <a:pt x="736" y="478776"/>
                      <a:pt x="2641" y="473061"/>
                      <a:pt x="5499" y="467346"/>
                    </a:cubicBezTo>
                    <a:lnTo>
                      <a:pt x="155041" y="151116"/>
                    </a:lnTo>
                    <a:cubicBezTo>
                      <a:pt x="157899" y="146353"/>
                      <a:pt x="158851" y="140639"/>
                      <a:pt x="158851" y="134924"/>
                    </a:cubicBezTo>
                    <a:lnTo>
                      <a:pt x="158851" y="19671"/>
                    </a:lnTo>
                    <a:lnTo>
                      <a:pt x="120751" y="19671"/>
                    </a:lnTo>
                    <a:lnTo>
                      <a:pt x="120751" y="621"/>
                    </a:lnTo>
                    <a:lnTo>
                      <a:pt x="368401" y="621"/>
                    </a:lnTo>
                    <a:lnTo>
                      <a:pt x="368401" y="19671"/>
                    </a:lnTo>
                    <a:lnTo>
                      <a:pt x="330301" y="19671"/>
                    </a:lnTo>
                    <a:lnTo>
                      <a:pt x="330301" y="134924"/>
                    </a:lnTo>
                    <a:cubicBezTo>
                      <a:pt x="330301" y="140639"/>
                      <a:pt x="331254" y="146353"/>
                      <a:pt x="334111" y="151116"/>
                    </a:cubicBezTo>
                    <a:lnTo>
                      <a:pt x="483654" y="467346"/>
                    </a:lnTo>
                    <a:cubicBezTo>
                      <a:pt x="489368" y="478776"/>
                      <a:pt x="489368" y="492111"/>
                      <a:pt x="485558" y="504493"/>
                    </a:cubicBezTo>
                    <a:lnTo>
                      <a:pt x="485558" y="504493"/>
                    </a:lnTo>
                    <a:lnTo>
                      <a:pt x="484606" y="506399"/>
                    </a:lnTo>
                    <a:cubicBezTo>
                      <a:pt x="479843" y="515924"/>
                      <a:pt x="470318" y="522591"/>
                      <a:pt x="459841" y="523543"/>
                    </a:cubicBezTo>
                    <a:lnTo>
                      <a:pt x="457936" y="523543"/>
                    </a:lnTo>
                    <a:lnTo>
                      <a:pt x="32168" y="523543"/>
                    </a:lnTo>
                    <a:lnTo>
                      <a:pt x="30264" y="523543"/>
                    </a:lnTo>
                    <a:cubicBezTo>
                      <a:pt x="29311" y="523543"/>
                      <a:pt x="28358" y="523543"/>
                      <a:pt x="27406" y="523543"/>
                    </a:cubicBezTo>
                    <a:cubicBezTo>
                      <a:pt x="26454" y="523543"/>
                      <a:pt x="24549" y="523543"/>
                      <a:pt x="23596" y="522591"/>
                    </a:cubicBezTo>
                    <a:lnTo>
                      <a:pt x="23596" y="522591"/>
                    </a:lnTo>
                    <a:cubicBezTo>
                      <a:pt x="21691" y="521639"/>
                      <a:pt x="19786" y="521639"/>
                      <a:pt x="17881" y="520686"/>
                    </a:cubicBezTo>
                    <a:lnTo>
                      <a:pt x="15976" y="519734"/>
                    </a:lnTo>
                    <a:cubicBezTo>
                      <a:pt x="15976" y="519734"/>
                      <a:pt x="15024" y="519734"/>
                      <a:pt x="15024" y="518781"/>
                    </a:cubicBezTo>
                    <a:cubicBezTo>
                      <a:pt x="13118" y="517828"/>
                      <a:pt x="11214" y="515924"/>
                      <a:pt x="10261" y="514971"/>
                    </a:cubicBezTo>
                    <a:lnTo>
                      <a:pt x="8356" y="512114"/>
                    </a:lnTo>
                    <a:lnTo>
                      <a:pt x="8356" y="512114"/>
                    </a:lnTo>
                    <a:close/>
                    <a:moveTo>
                      <a:pt x="255054" y="402576"/>
                    </a:moveTo>
                    <a:lnTo>
                      <a:pt x="252196" y="404481"/>
                    </a:lnTo>
                    <a:lnTo>
                      <a:pt x="246481" y="408291"/>
                    </a:lnTo>
                    <a:cubicBezTo>
                      <a:pt x="198856" y="439724"/>
                      <a:pt x="119799" y="440676"/>
                      <a:pt x="55029" y="414959"/>
                    </a:cubicBezTo>
                    <a:lnTo>
                      <a:pt x="51218" y="413053"/>
                    </a:lnTo>
                    <a:lnTo>
                      <a:pt x="22643" y="474014"/>
                    </a:lnTo>
                    <a:lnTo>
                      <a:pt x="21691" y="475918"/>
                    </a:lnTo>
                    <a:cubicBezTo>
                      <a:pt x="18833" y="482586"/>
                      <a:pt x="18833" y="490206"/>
                      <a:pt x="21691" y="495921"/>
                    </a:cubicBezTo>
                    <a:cubicBezTo>
                      <a:pt x="22643" y="498778"/>
                      <a:pt x="25501" y="501636"/>
                      <a:pt x="29311" y="502589"/>
                    </a:cubicBezTo>
                    <a:lnTo>
                      <a:pt x="30264" y="502589"/>
                    </a:lnTo>
                    <a:lnTo>
                      <a:pt x="31216" y="502589"/>
                    </a:lnTo>
                    <a:lnTo>
                      <a:pt x="456983" y="502589"/>
                    </a:lnTo>
                    <a:lnTo>
                      <a:pt x="457936" y="502589"/>
                    </a:lnTo>
                    <a:cubicBezTo>
                      <a:pt x="461746" y="502589"/>
                      <a:pt x="464604" y="499731"/>
                      <a:pt x="466508" y="495921"/>
                    </a:cubicBezTo>
                    <a:cubicBezTo>
                      <a:pt x="468414" y="490206"/>
                      <a:pt x="469366" y="483539"/>
                      <a:pt x="467461" y="477824"/>
                    </a:cubicBezTo>
                    <a:lnTo>
                      <a:pt x="466508" y="475918"/>
                    </a:lnTo>
                    <a:lnTo>
                      <a:pt x="465556" y="474014"/>
                    </a:lnTo>
                    <a:lnTo>
                      <a:pt x="423646" y="385431"/>
                    </a:lnTo>
                    <a:cubicBezTo>
                      <a:pt x="365543" y="372096"/>
                      <a:pt x="296011" y="376859"/>
                      <a:pt x="255054" y="402576"/>
                    </a:cubicBezTo>
                    <a:close/>
                    <a:moveTo>
                      <a:pt x="305536" y="255891"/>
                    </a:moveTo>
                    <a:cubicBezTo>
                      <a:pt x="287439" y="255891"/>
                      <a:pt x="272199" y="271131"/>
                      <a:pt x="272199" y="289228"/>
                    </a:cubicBezTo>
                    <a:cubicBezTo>
                      <a:pt x="272199" y="307326"/>
                      <a:pt x="287439" y="322566"/>
                      <a:pt x="305536" y="322566"/>
                    </a:cubicBezTo>
                    <a:cubicBezTo>
                      <a:pt x="323633" y="322566"/>
                      <a:pt x="338874" y="307326"/>
                      <a:pt x="338874" y="289228"/>
                    </a:cubicBezTo>
                    <a:cubicBezTo>
                      <a:pt x="338874" y="270178"/>
                      <a:pt x="323633" y="255891"/>
                      <a:pt x="305536" y="2558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Text3">
                <a:extLst>
                  <a:ext uri="{FF2B5EF4-FFF2-40B4-BE49-F238E27FC236}">
                    <a16:creationId xmlns:a16="http://schemas.microsoft.com/office/drawing/2014/main" id="{32921C6C-49CF-35F2-FDBD-B35B0245D1C5}"/>
                  </a:ext>
                </a:extLst>
              </p:cNvPr>
              <p:cNvSpPr txBox="1"/>
              <p:nvPr/>
            </p:nvSpPr>
            <p:spPr>
              <a:xfrm>
                <a:off x="5089815" y="5395151"/>
                <a:ext cx="2676948" cy="7389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负责代码审查，提出优化建议，推动项目代码质量提升。</a:t>
                </a:r>
                <a:endParaRPr lang="en-US" altLang="zh-CN" sz="1200" dirty="0"/>
              </a:p>
            </p:txBody>
          </p:sp>
          <p:sp>
            <p:nvSpPr>
              <p:cNvPr id="22" name="Bullet3">
                <a:extLst>
                  <a:ext uri="{FF2B5EF4-FFF2-40B4-BE49-F238E27FC236}">
                    <a16:creationId xmlns:a16="http://schemas.microsoft.com/office/drawing/2014/main" id="{22634B0D-E465-380A-D740-D1EA15B3AB28}"/>
                  </a:ext>
                </a:extLst>
              </p:cNvPr>
              <p:cNvSpPr/>
              <p:nvPr/>
            </p:nvSpPr>
            <p:spPr>
              <a:xfrm>
                <a:off x="5089815" y="4855152"/>
                <a:ext cx="2676948" cy="540000"/>
              </a:xfrm>
              <a:prstGeom prst="rect">
                <a:avLst/>
              </a:prstGeom>
            </p:spPr>
            <p:txBody>
              <a:bodyPr wrap="square" anchor="b" anchorCtr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/>
                <a:r>
                  <a:rPr lang="zh-CN" altLang="en-US" b="1"/>
                  <a:t>项目三：代码审查与优化</a:t>
                </a:r>
                <a:endParaRPr lang="zh-CN" altLang="en-US" b="1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1618D48-49E4-F2B3-99DB-5DC1B5F14A10}"/>
                </a:ext>
              </a:extLst>
            </p:cNvPr>
            <p:cNvGrpSpPr/>
            <p:nvPr/>
          </p:nvGrpSpPr>
          <p:grpSpPr>
            <a:xfrm>
              <a:off x="7270076" y="2889000"/>
              <a:ext cx="2823883" cy="2114989"/>
              <a:chOff x="7270076" y="2889000"/>
              <a:chExt cx="2823883" cy="2114989"/>
            </a:xfrm>
          </p:grpSpPr>
          <p:sp>
            <p:nvSpPr>
              <p:cNvPr id="15" name="IconBackground4">
                <a:extLst>
                  <a:ext uri="{FF2B5EF4-FFF2-40B4-BE49-F238E27FC236}">
                    <a16:creationId xmlns:a16="http://schemas.microsoft.com/office/drawing/2014/main" id="{C512EBB7-788E-AA7C-F958-D0420BB6C98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7900805" y="4463989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Icon4">
                <a:extLst>
                  <a:ext uri="{FF2B5EF4-FFF2-40B4-BE49-F238E27FC236}">
                    <a16:creationId xmlns:a16="http://schemas.microsoft.com/office/drawing/2014/main" id="{6DFAF2BB-1F1C-891C-3798-EEA5FA1F5342}"/>
                  </a:ext>
                </a:extLst>
              </p:cNvPr>
              <p:cNvSpPr/>
              <p:nvPr/>
            </p:nvSpPr>
            <p:spPr>
              <a:xfrm>
                <a:off x="8042938" y="4598745"/>
                <a:ext cx="255734" cy="270488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Text4">
                <a:extLst>
                  <a:ext uri="{FF2B5EF4-FFF2-40B4-BE49-F238E27FC236}">
                    <a16:creationId xmlns:a16="http://schemas.microsoft.com/office/drawing/2014/main" id="{FAF78BEA-B0E8-563E-98D1-87787A3001C0}"/>
                  </a:ext>
                </a:extLst>
              </p:cNvPr>
              <p:cNvSpPr txBox="1"/>
              <p:nvPr/>
            </p:nvSpPr>
            <p:spPr>
              <a:xfrm>
                <a:off x="7270076" y="3429000"/>
                <a:ext cx="2823883" cy="62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参与项目测试，发现并跟踪问题，协助团队解决技术难题。</a:t>
                </a:r>
                <a:endParaRPr lang="en-US" altLang="zh-CN" sz="1200" dirty="0"/>
              </a:p>
            </p:txBody>
          </p:sp>
          <p:sp>
            <p:nvSpPr>
              <p:cNvPr id="18" name="Bullet4">
                <a:extLst>
                  <a:ext uri="{FF2B5EF4-FFF2-40B4-BE49-F238E27FC236}">
                    <a16:creationId xmlns:a16="http://schemas.microsoft.com/office/drawing/2014/main" id="{1A2A4F9C-AB29-CC30-FFF1-E5F46A8169AB}"/>
                  </a:ext>
                </a:extLst>
              </p:cNvPr>
              <p:cNvSpPr/>
              <p:nvPr/>
            </p:nvSpPr>
            <p:spPr>
              <a:xfrm>
                <a:off x="7270076" y="2889000"/>
                <a:ext cx="2823883" cy="540000"/>
              </a:xfrm>
              <a:prstGeom prst="rect">
                <a:avLst/>
              </a:prstGeom>
            </p:spPr>
            <p:txBody>
              <a:bodyPr wrap="square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/>
                <a:r>
                  <a:rPr lang="zh-CN" altLang="en-US" b="1"/>
                  <a:t>项目四：测试与问题排查</a:t>
                </a:r>
                <a:endParaRPr lang="zh-CN" altLang="en-US" b="1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5C719A4-5D99-CF37-12C1-1571DD56D57C}"/>
                </a:ext>
              </a:extLst>
            </p:cNvPr>
            <p:cNvGrpSpPr/>
            <p:nvPr/>
          </p:nvGrpSpPr>
          <p:grpSpPr>
            <a:xfrm>
              <a:off x="9155295" y="3613157"/>
              <a:ext cx="2676948" cy="2520943"/>
              <a:chOff x="9155295" y="3613157"/>
              <a:chExt cx="2676948" cy="2520943"/>
            </a:xfrm>
          </p:grpSpPr>
          <p:sp>
            <p:nvSpPr>
              <p:cNvPr id="11" name="IconBackground5">
                <a:extLst>
                  <a:ext uri="{FF2B5EF4-FFF2-40B4-BE49-F238E27FC236}">
                    <a16:creationId xmlns:a16="http://schemas.microsoft.com/office/drawing/2014/main" id="{5C6D117C-1CCD-8791-D717-86E704BA69CB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0156928" y="3613157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Icon5">
                <a:extLst>
                  <a:ext uri="{FF2B5EF4-FFF2-40B4-BE49-F238E27FC236}">
                    <a16:creationId xmlns:a16="http://schemas.microsoft.com/office/drawing/2014/main" id="{486CC586-30F3-F5C0-19B4-0C9B51A91A87}"/>
                  </a:ext>
                </a:extLst>
              </p:cNvPr>
              <p:cNvSpPr/>
              <p:nvPr/>
            </p:nvSpPr>
            <p:spPr>
              <a:xfrm>
                <a:off x="10289225" y="3779880"/>
                <a:ext cx="275406" cy="206554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133 w 533400"/>
                  <a:gd name="connsiteY9" fmla="*/ 198741 h 400050"/>
                  <a:gd name="connsiteX10" fmla="*/ 351128 w 533400"/>
                  <a:gd name="connsiteY10" fmla="*/ 204456 h 400050"/>
                  <a:gd name="connsiteX11" fmla="*/ 351128 w 533400"/>
                  <a:gd name="connsiteY11" fmla="*/ 204456 h 400050"/>
                  <a:gd name="connsiteX12" fmla="*/ 267308 w 533400"/>
                  <a:gd name="connsiteY12" fmla="*/ 315899 h 400050"/>
                  <a:gd name="connsiteX13" fmla="*/ 264451 w 533400"/>
                  <a:gd name="connsiteY13" fmla="*/ 318756 h 400050"/>
                  <a:gd name="connsiteX14" fmla="*/ 224446 w 533400"/>
                  <a:gd name="connsiteY14" fmla="*/ 318756 h 400050"/>
                  <a:gd name="connsiteX15" fmla="*/ 224446 w 533400"/>
                  <a:gd name="connsiteY15" fmla="*/ 318756 h 400050"/>
                  <a:gd name="connsiteX16" fmla="*/ 162533 w 533400"/>
                  <a:gd name="connsiteY16" fmla="*/ 257796 h 400050"/>
                  <a:gd name="connsiteX17" fmla="*/ 160628 w 533400"/>
                  <a:gd name="connsiteY17" fmla="*/ 255891 h 400050"/>
                  <a:gd name="connsiteX18" fmla="*/ 120623 w 533400"/>
                  <a:gd name="connsiteY18" fmla="*/ 259701 h 400050"/>
                  <a:gd name="connsiteX19" fmla="*/ 120623 w 533400"/>
                  <a:gd name="connsiteY19" fmla="*/ 259701 h 400050"/>
                  <a:gd name="connsiteX20" fmla="*/ 32993 w 533400"/>
                  <a:gd name="connsiteY20" fmla="*/ 366381 h 400050"/>
                  <a:gd name="connsiteX21" fmla="*/ 31088 w 533400"/>
                  <a:gd name="connsiteY21" fmla="*/ 372096 h 400050"/>
                  <a:gd name="connsiteX22" fmla="*/ 40613 w 533400"/>
                  <a:gd name="connsiteY22" fmla="*/ 381621 h 400050"/>
                  <a:gd name="connsiteX23" fmla="*/ 40613 w 533400"/>
                  <a:gd name="connsiteY23" fmla="*/ 381621 h 400050"/>
                  <a:gd name="connsiteX24" fmla="*/ 497813 w 533400"/>
                  <a:gd name="connsiteY24" fmla="*/ 381621 h 400050"/>
                  <a:gd name="connsiteX25" fmla="*/ 503528 w 533400"/>
                  <a:gd name="connsiteY25" fmla="*/ 379716 h 400050"/>
                  <a:gd name="connsiteX26" fmla="*/ 506386 w 533400"/>
                  <a:gd name="connsiteY26" fmla="*/ 366381 h 400050"/>
                  <a:gd name="connsiteX27" fmla="*/ 506386 w 533400"/>
                  <a:gd name="connsiteY27" fmla="*/ 366381 h 400050"/>
                  <a:gd name="connsiteX28" fmla="*/ 398753 w 533400"/>
                  <a:gd name="connsiteY28" fmla="*/ 205409 h 400050"/>
                  <a:gd name="connsiteX29" fmla="*/ 391133 w 533400"/>
                  <a:gd name="connsiteY29" fmla="*/ 198741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626" y="621"/>
                      <a:pt x="534008" y="13004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8289"/>
                      <a:pt x="521626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2990" y="400671"/>
                      <a:pt x="608" y="388289"/>
                      <a:pt x="608" y="372096"/>
                    </a:cubicBezTo>
                    <a:lnTo>
                      <a:pt x="608" y="29196"/>
                    </a:lnTo>
                    <a:cubicBezTo>
                      <a:pt x="608" y="13004"/>
                      <a:pt x="12990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133" y="198741"/>
                    </a:moveTo>
                    <a:cubicBezTo>
                      <a:pt x="378751" y="189216"/>
                      <a:pt x="360653" y="192074"/>
                      <a:pt x="351128" y="204456"/>
                    </a:cubicBezTo>
                    <a:lnTo>
                      <a:pt x="351128" y="204456"/>
                    </a:lnTo>
                    <a:lnTo>
                      <a:pt x="267308" y="315899"/>
                    </a:lnTo>
                    <a:cubicBezTo>
                      <a:pt x="266355" y="316851"/>
                      <a:pt x="265403" y="317804"/>
                      <a:pt x="264451" y="318756"/>
                    </a:cubicBezTo>
                    <a:cubicBezTo>
                      <a:pt x="253021" y="330186"/>
                      <a:pt x="234923" y="330186"/>
                      <a:pt x="224446" y="318756"/>
                    </a:cubicBezTo>
                    <a:lnTo>
                      <a:pt x="224446" y="318756"/>
                    </a:lnTo>
                    <a:lnTo>
                      <a:pt x="162533" y="257796"/>
                    </a:lnTo>
                    <a:cubicBezTo>
                      <a:pt x="161580" y="256844"/>
                      <a:pt x="161580" y="256844"/>
                      <a:pt x="160628" y="255891"/>
                    </a:cubicBezTo>
                    <a:cubicBezTo>
                      <a:pt x="148246" y="245414"/>
                      <a:pt x="130148" y="247319"/>
                      <a:pt x="120623" y="259701"/>
                    </a:cubicBezTo>
                    <a:lnTo>
                      <a:pt x="120623" y="259701"/>
                    </a:lnTo>
                    <a:lnTo>
                      <a:pt x="32993" y="366381"/>
                    </a:lnTo>
                    <a:cubicBezTo>
                      <a:pt x="32040" y="368286"/>
                      <a:pt x="31088" y="370191"/>
                      <a:pt x="31088" y="372096"/>
                    </a:cubicBezTo>
                    <a:cubicBezTo>
                      <a:pt x="31088" y="377811"/>
                      <a:pt x="34898" y="381621"/>
                      <a:pt x="40613" y="381621"/>
                    </a:cubicBezTo>
                    <a:lnTo>
                      <a:pt x="40613" y="381621"/>
                    </a:lnTo>
                    <a:lnTo>
                      <a:pt x="497813" y="381621"/>
                    </a:lnTo>
                    <a:cubicBezTo>
                      <a:pt x="499718" y="381621"/>
                      <a:pt x="501623" y="380669"/>
                      <a:pt x="503528" y="379716"/>
                    </a:cubicBezTo>
                    <a:cubicBezTo>
                      <a:pt x="508290" y="376859"/>
                      <a:pt x="509243" y="371144"/>
                      <a:pt x="506386" y="366381"/>
                    </a:cubicBezTo>
                    <a:lnTo>
                      <a:pt x="506386" y="366381"/>
                    </a:lnTo>
                    <a:lnTo>
                      <a:pt x="398753" y="205409"/>
                    </a:lnTo>
                    <a:cubicBezTo>
                      <a:pt x="395896" y="202551"/>
                      <a:pt x="393990" y="200646"/>
                      <a:pt x="391133" y="198741"/>
                    </a:cubicBezTo>
                    <a:close/>
                    <a:moveTo>
                      <a:pt x="95858" y="57771"/>
                    </a:moveTo>
                    <a:cubicBezTo>
                      <a:pt x="74903" y="57771"/>
                      <a:pt x="57758" y="74916"/>
                      <a:pt x="57758" y="95871"/>
                    </a:cubicBezTo>
                    <a:cubicBezTo>
                      <a:pt x="57758" y="116826"/>
                      <a:pt x="74903" y="133971"/>
                      <a:pt x="95858" y="133971"/>
                    </a:cubicBezTo>
                    <a:cubicBezTo>
                      <a:pt x="116813" y="133971"/>
                      <a:pt x="133958" y="116826"/>
                      <a:pt x="133958" y="95871"/>
                    </a:cubicBezTo>
                    <a:cubicBezTo>
                      <a:pt x="133958" y="74916"/>
                      <a:pt x="116813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Text5">
                <a:extLst>
                  <a:ext uri="{FF2B5EF4-FFF2-40B4-BE49-F238E27FC236}">
                    <a16:creationId xmlns:a16="http://schemas.microsoft.com/office/drawing/2014/main" id="{9897864F-91E7-93C1-B3AE-8B75A4BC2D46}"/>
                  </a:ext>
                </a:extLst>
              </p:cNvPr>
              <p:cNvSpPr txBox="1"/>
              <p:nvPr/>
            </p:nvSpPr>
            <p:spPr>
              <a:xfrm>
                <a:off x="9155295" y="5395151"/>
                <a:ext cx="2676948" cy="7389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200"/>
                  <a:t>参与项目验收，确保项目满足客户需求，协助完成项目交付。</a:t>
                </a:r>
                <a:endParaRPr lang="en-US" altLang="zh-CN" sz="1200" dirty="0"/>
              </a:p>
            </p:txBody>
          </p:sp>
          <p:sp>
            <p:nvSpPr>
              <p:cNvPr id="14" name="Bullet5">
                <a:extLst>
                  <a:ext uri="{FF2B5EF4-FFF2-40B4-BE49-F238E27FC236}">
                    <a16:creationId xmlns:a16="http://schemas.microsoft.com/office/drawing/2014/main" id="{173A2503-8381-49CC-0117-4326B8ED1CBE}"/>
                  </a:ext>
                </a:extLst>
              </p:cNvPr>
              <p:cNvSpPr/>
              <p:nvPr/>
            </p:nvSpPr>
            <p:spPr>
              <a:xfrm>
                <a:off x="9155295" y="4855152"/>
                <a:ext cx="2676948" cy="540000"/>
              </a:xfrm>
              <a:prstGeom prst="rect">
                <a:avLst/>
              </a:prstGeom>
            </p:spPr>
            <p:txBody>
              <a:bodyPr wrap="square" anchor="b" anchorCtr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/>
                <a:r>
                  <a:rPr lang="zh-CN" altLang="en-US" b="1"/>
                  <a:t>项目五：项目验收与交付</a:t>
                </a:r>
                <a:endParaRPr lang="zh-CN" altLang="en-US" b="1" dirty="0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10B1453-BB05-88D0-F647-AF45914F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项目参与</a:t>
            </a:r>
          </a:p>
        </p:txBody>
      </p:sp>
    </p:spTree>
    <p:extLst>
      <p:ext uri="{BB962C8B-B14F-4D97-AF65-F5344CB8AC3E}">
        <p14:creationId xmlns:p14="http://schemas.microsoft.com/office/powerpoint/2010/main" val="397260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37964A6-0205-0703-3C6D-B284A9EC46E4}"/>
              </a:ext>
            </a:extLst>
          </p:cNvPr>
          <p:cNvGrpSpPr/>
          <p:nvPr/>
        </p:nvGrpSpPr>
        <p:grpSpPr>
          <a:xfrm>
            <a:off x="614667" y="830274"/>
            <a:ext cx="10962666" cy="6027726"/>
            <a:chOff x="614667" y="830274"/>
            <a:chExt cx="10962666" cy="6027726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D85674D-DF11-9D0C-2C38-E2342E4115A3}"/>
                </a:ext>
              </a:extLst>
            </p:cNvPr>
            <p:cNvSpPr/>
            <p:nvPr/>
          </p:nvSpPr>
          <p:spPr>
            <a:xfrm>
              <a:off x="1371268" y="830274"/>
              <a:ext cx="9735087" cy="6027726"/>
            </a:xfrm>
            <a:custGeom>
              <a:avLst/>
              <a:gdLst>
                <a:gd name="connsiteX0" fmla="*/ 4715488 w 9735087"/>
                <a:gd name="connsiteY0" fmla="*/ 0 h 6027726"/>
                <a:gd name="connsiteX1" fmla="*/ 6267685 w 9735087"/>
                <a:gd name="connsiteY1" fmla="*/ 1047835 h 6027726"/>
                <a:gd name="connsiteX2" fmla="*/ 5662775 w 9735087"/>
                <a:gd name="connsiteY2" fmla="*/ 1047835 h 6027726"/>
                <a:gd name="connsiteX3" fmla="*/ 9587326 w 9735087"/>
                <a:gd name="connsiteY3" fmla="*/ 5955491 h 6027726"/>
                <a:gd name="connsiteX4" fmla="*/ 9735087 w 9735087"/>
                <a:gd name="connsiteY4" fmla="*/ 6027726 h 6027726"/>
                <a:gd name="connsiteX5" fmla="*/ 0 w 9735087"/>
                <a:gd name="connsiteY5" fmla="*/ 6027726 h 6027726"/>
                <a:gd name="connsiteX6" fmla="*/ 84536 w 9735087"/>
                <a:gd name="connsiteY6" fmla="*/ 5988542 h 6027726"/>
                <a:gd name="connsiteX7" fmla="*/ 3445176 w 9735087"/>
                <a:gd name="connsiteY7" fmla="*/ 2670287 h 6027726"/>
                <a:gd name="connsiteX8" fmla="*/ 3808124 w 9735087"/>
                <a:gd name="connsiteY8" fmla="*/ 1047835 h 6027726"/>
                <a:gd name="connsiteX9" fmla="*/ 3223784 w 9735087"/>
                <a:gd name="connsiteY9" fmla="*/ 1047835 h 6027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35087" h="6027726">
                  <a:moveTo>
                    <a:pt x="4715488" y="0"/>
                  </a:moveTo>
                  <a:lnTo>
                    <a:pt x="6267685" y="1047835"/>
                  </a:lnTo>
                  <a:lnTo>
                    <a:pt x="5662775" y="1047835"/>
                  </a:lnTo>
                  <a:cubicBezTo>
                    <a:pt x="5662775" y="1047835"/>
                    <a:pt x="5315011" y="3768363"/>
                    <a:pt x="9587326" y="5955491"/>
                  </a:cubicBezTo>
                  <a:lnTo>
                    <a:pt x="9735087" y="6027726"/>
                  </a:lnTo>
                  <a:lnTo>
                    <a:pt x="0" y="6027726"/>
                  </a:lnTo>
                  <a:lnTo>
                    <a:pt x="84536" y="5988542"/>
                  </a:lnTo>
                  <a:cubicBezTo>
                    <a:pt x="1297912" y="5409582"/>
                    <a:pt x="2821136" y="4375006"/>
                    <a:pt x="3445176" y="2670287"/>
                  </a:cubicBezTo>
                  <a:cubicBezTo>
                    <a:pt x="3566159" y="2298476"/>
                    <a:pt x="3808124" y="1047835"/>
                    <a:pt x="3808124" y="1047835"/>
                  </a:cubicBezTo>
                  <a:lnTo>
                    <a:pt x="3223784" y="104783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  <a:tileRect/>
            </a:gradFill>
            <a:ln w="401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43F4755-6484-0FDC-2527-367C453EADC6}"/>
                </a:ext>
              </a:extLst>
            </p:cNvPr>
            <p:cNvGrpSpPr/>
            <p:nvPr/>
          </p:nvGrpSpPr>
          <p:grpSpPr>
            <a:xfrm>
              <a:off x="614667" y="1517414"/>
              <a:ext cx="10962666" cy="5340584"/>
              <a:chOff x="608317" y="1517414"/>
              <a:chExt cx="10962666" cy="5340584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3B039F37-0548-3C37-42D7-DC3972DFACF6}"/>
                  </a:ext>
                </a:extLst>
              </p:cNvPr>
              <p:cNvGrpSpPr/>
              <p:nvPr/>
            </p:nvGrpSpPr>
            <p:grpSpPr>
              <a:xfrm>
                <a:off x="1969292" y="1517414"/>
                <a:ext cx="8253414" cy="5340584"/>
                <a:chOff x="1500716" y="1052206"/>
                <a:chExt cx="9177866" cy="5805792"/>
              </a:xfrm>
            </p:grpSpPr>
            <p:sp>
              <p:nvSpPr>
                <p:cNvPr id="36" name="图形 2_1">
                  <a:extLst>
                    <a:ext uri="{FF2B5EF4-FFF2-40B4-BE49-F238E27FC236}">
                      <a16:creationId xmlns:a16="http://schemas.microsoft.com/office/drawing/2014/main" id="{6ABFD614-8458-8C9F-42F9-DE52F1E6EB6F}"/>
                    </a:ext>
                  </a:extLst>
                </p:cNvPr>
                <p:cNvSpPr/>
                <p:nvPr/>
              </p:nvSpPr>
              <p:spPr>
                <a:xfrm>
                  <a:off x="1500716" y="1052206"/>
                  <a:ext cx="9177866" cy="5805792"/>
                </a:xfrm>
                <a:custGeom>
                  <a:avLst/>
                  <a:gdLst>
                    <a:gd name="connsiteX0" fmla="*/ 345 w 4216139"/>
                    <a:gd name="connsiteY0" fmla="*/ 3934615 h 3934607"/>
                    <a:gd name="connsiteX1" fmla="*/ 1682698 w 4216139"/>
                    <a:gd name="connsiteY1" fmla="*/ 1588650 h 3934607"/>
                    <a:gd name="connsiteX2" fmla="*/ 1803355 w 4216139"/>
                    <a:gd name="connsiteY2" fmla="*/ 623399 h 3934607"/>
                    <a:gd name="connsiteX3" fmla="*/ 1609099 w 4216139"/>
                    <a:gd name="connsiteY3" fmla="*/ 623399 h 3934607"/>
                    <a:gd name="connsiteX4" fmla="*/ 2104996 w 4216139"/>
                    <a:gd name="connsiteY4" fmla="*/ 7 h 3934607"/>
                    <a:gd name="connsiteX5" fmla="*/ 2621003 w 4216139"/>
                    <a:gd name="connsiteY5" fmla="*/ 623399 h 3934607"/>
                    <a:gd name="connsiteX6" fmla="*/ 2419909 w 4216139"/>
                    <a:gd name="connsiteY6" fmla="*/ 623399 h 3934607"/>
                    <a:gd name="connsiteX7" fmla="*/ 4216485 w 4216139"/>
                    <a:gd name="connsiteY7" fmla="*/ 3934615 h 3934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216139" h="3934607">
                      <a:moveTo>
                        <a:pt x="345" y="3934615"/>
                      </a:moveTo>
                      <a:cubicBezTo>
                        <a:pt x="345" y="3934615"/>
                        <a:pt x="1313891" y="3391661"/>
                        <a:pt x="1682698" y="1588650"/>
                      </a:cubicBezTo>
                      <a:cubicBezTo>
                        <a:pt x="1722917" y="1367447"/>
                        <a:pt x="1803355" y="623399"/>
                        <a:pt x="1803355" y="623399"/>
                      </a:cubicBezTo>
                      <a:lnTo>
                        <a:pt x="1609099" y="623399"/>
                      </a:lnTo>
                      <a:lnTo>
                        <a:pt x="2104996" y="7"/>
                      </a:lnTo>
                      <a:lnTo>
                        <a:pt x="2621003" y="623399"/>
                      </a:lnTo>
                      <a:lnTo>
                        <a:pt x="2419909" y="623399"/>
                      </a:lnTo>
                      <a:cubicBezTo>
                        <a:pt x="2419909" y="623399"/>
                        <a:pt x="2279143" y="2594121"/>
                        <a:pt x="4216485" y="3934615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51000">
                      <a:schemeClr val="accent1">
                        <a:alpha val="36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endParaRPr lang="zh-CN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7" name="Arc 9_1">
                  <a:extLst>
                    <a:ext uri="{FF2B5EF4-FFF2-40B4-BE49-F238E27FC236}">
                      <a16:creationId xmlns:a16="http://schemas.microsoft.com/office/drawing/2014/main" id="{228578B7-1B7E-BCC0-8775-A356F4228EFD}"/>
                    </a:ext>
                  </a:extLst>
                </p:cNvPr>
                <p:cNvSpPr/>
                <p:nvPr/>
              </p:nvSpPr>
              <p:spPr>
                <a:xfrm>
                  <a:off x="3274756" y="4501332"/>
                  <a:ext cx="5629788" cy="896134"/>
                </a:xfrm>
                <a:prstGeom prst="ellipse">
                  <a:avLst/>
                </a:prstGeom>
                <a:gradFill>
                  <a:gsLst>
                    <a:gs pos="19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19000"/>
                      </a:schemeClr>
                    </a:gs>
                  </a:gsLst>
                  <a:lin ang="5400000" scaled="1"/>
                </a:gradFill>
                <a:ln w="25400">
                  <a:gradFill>
                    <a:gsLst>
                      <a:gs pos="16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70000"/>
                        </a:schemeClr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dirty="0"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8" name="Arc 9_1">
                  <a:extLst>
                    <a:ext uri="{FF2B5EF4-FFF2-40B4-BE49-F238E27FC236}">
                      <a16:creationId xmlns:a16="http://schemas.microsoft.com/office/drawing/2014/main" id="{F6BFFD82-D929-2138-B950-E1B37E1F4322}"/>
                    </a:ext>
                  </a:extLst>
                </p:cNvPr>
                <p:cNvSpPr/>
                <p:nvPr/>
              </p:nvSpPr>
              <p:spPr>
                <a:xfrm>
                  <a:off x="2134046" y="5103830"/>
                  <a:ext cx="7965514" cy="1105319"/>
                </a:xfrm>
                <a:prstGeom prst="ellipse">
                  <a:avLst/>
                </a:prstGeom>
                <a:gradFill>
                  <a:gsLst>
                    <a:gs pos="19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19000"/>
                      </a:schemeClr>
                    </a:gs>
                  </a:gsLst>
                  <a:lin ang="5400000" scaled="1"/>
                </a:gradFill>
                <a:ln w="25400">
                  <a:gradFill>
                    <a:gsLst>
                      <a:gs pos="16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70000"/>
                        </a:schemeClr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dirty="0"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AA5950CF-ABAC-7355-E087-712B84FB766D}"/>
                  </a:ext>
                </a:extLst>
              </p:cNvPr>
              <p:cNvGrpSpPr/>
              <p:nvPr/>
            </p:nvGrpSpPr>
            <p:grpSpPr>
              <a:xfrm>
                <a:off x="608317" y="2732993"/>
                <a:ext cx="2192479" cy="3233067"/>
                <a:chOff x="556234" y="2732993"/>
                <a:chExt cx="2561808" cy="3233067"/>
              </a:xfrm>
            </p:grpSpPr>
            <p:grpSp>
              <p:nvGrpSpPr>
                <p:cNvPr id="30" name="组合 29">
                  <a:extLst>
                    <a:ext uri="{FF2B5EF4-FFF2-40B4-BE49-F238E27FC236}">
                      <a16:creationId xmlns:a16="http://schemas.microsoft.com/office/drawing/2014/main" id="{6C743427-86D6-8FB4-0F2B-76C90F0ECF2A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56234" y="2732993"/>
                  <a:ext cx="2561808" cy="3233067"/>
                  <a:chOff x="383605" y="2062001"/>
                  <a:chExt cx="3041181" cy="3233067"/>
                </a:xfrm>
              </p:grpSpPr>
              <p:sp>
                <p:nvSpPr>
                  <p:cNvPr id="32" name="ComponentBackground1">
                    <a:extLst>
                      <a:ext uri="{FF2B5EF4-FFF2-40B4-BE49-F238E27FC236}">
                        <a16:creationId xmlns:a16="http://schemas.microsoft.com/office/drawing/2014/main" id="{5BA3CB75-FD56-21B4-68D2-275E2281BED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605" y="2062001"/>
                    <a:ext cx="3041181" cy="3233067"/>
                  </a:xfrm>
                  <a:prstGeom prst="upArrow">
                    <a:avLst>
                      <a:gd name="adj1" fmla="val 82716"/>
                      <a:gd name="adj2" fmla="val 26799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15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4500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33" name="组合 32">
                    <a:extLst>
                      <a:ext uri="{FF2B5EF4-FFF2-40B4-BE49-F238E27FC236}">
                        <a16:creationId xmlns:a16="http://schemas.microsoft.com/office/drawing/2014/main" id="{1A99EA84-6D3B-9444-1FC8-A2F60862D32E}"/>
                      </a:ext>
                    </a:extLst>
                  </p:cNvPr>
                  <p:cNvGrpSpPr/>
                  <p:nvPr/>
                </p:nvGrpSpPr>
                <p:grpSpPr>
                  <a:xfrm>
                    <a:off x="724132" y="2510102"/>
                    <a:ext cx="2360128" cy="1824858"/>
                    <a:chOff x="641843" y="2135746"/>
                    <a:chExt cx="3034294" cy="1824858"/>
                  </a:xfrm>
                </p:grpSpPr>
                <p:sp>
                  <p:nvSpPr>
                    <p:cNvPr id="34" name="Text1">
                      <a:extLst>
                        <a:ext uri="{FF2B5EF4-FFF2-40B4-BE49-F238E27FC236}">
                          <a16:creationId xmlns:a16="http://schemas.microsoft.com/office/drawing/2014/main" id="{CE741F67-7C15-377E-C983-641496C5BB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41843" y="2851209"/>
                      <a:ext cx="3034294" cy="110939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90000" tIns="46800" rIns="90000" bIns="46800" anchor="t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/>
                        <a:t>按期完成所有分配的项目任务，达到预期目标。</a:t>
                      </a:r>
                      <a:endParaRPr lang="en-US" altLang="zh-CN" sz="1200" dirty="0"/>
                    </a:p>
                  </p:txBody>
                </p:sp>
                <p:sp>
                  <p:nvSpPr>
                    <p:cNvPr id="35" name="Bullet1">
                      <a:extLst>
                        <a:ext uri="{FF2B5EF4-FFF2-40B4-BE49-F238E27FC236}">
                          <a16:creationId xmlns:a16="http://schemas.microsoft.com/office/drawing/2014/main" id="{B0C19E0C-19F6-1E66-E76B-55C76D2F642D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641843" y="2135746"/>
                      <a:ext cx="3034294" cy="643077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square" lIns="91440" tIns="45720" rIns="91440" bIns="4572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b="1" dirty="0"/>
                        <a:t>项目完成情况</a:t>
                      </a:r>
                      <a:endParaRPr lang="en-US" altLang="zh-CN" b="1" dirty="0"/>
                    </a:p>
                  </p:txBody>
                </p:sp>
              </p:grpSp>
            </p:grpSp>
            <p:sp>
              <p:nvSpPr>
                <p:cNvPr id="31" name="Number1">
                  <a:extLst>
                    <a:ext uri="{FF2B5EF4-FFF2-40B4-BE49-F238E27FC236}">
                      <a16:creationId xmlns:a16="http://schemas.microsoft.com/office/drawing/2014/main" id="{ED622138-F3F0-719E-C76A-AB1B49DD47D7}"/>
                    </a:ext>
                  </a:extLst>
                </p:cNvPr>
                <p:cNvSpPr/>
                <p:nvPr/>
              </p:nvSpPr>
              <p:spPr>
                <a:xfrm>
                  <a:off x="843084" y="5031226"/>
                  <a:ext cx="1414412" cy="83197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600" b="1" dirty="0">
                      <a:solidFill>
                        <a:schemeClr val="accent1">
                          <a:alpha val="50000"/>
                        </a:schemeClr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01</a:t>
                  </a:r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220B1488-7735-6B32-8DC6-18DB606C1F0A}"/>
                  </a:ext>
                </a:extLst>
              </p:cNvPr>
              <p:cNvGrpSpPr/>
              <p:nvPr/>
            </p:nvGrpSpPr>
            <p:grpSpPr>
              <a:xfrm>
                <a:off x="2777099" y="1772885"/>
                <a:ext cx="2192479" cy="3233067"/>
                <a:chOff x="556234" y="2732993"/>
                <a:chExt cx="2561808" cy="3233067"/>
              </a:xfrm>
            </p:grpSpPr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1F9462F7-31AC-1DCB-AB3D-168E6063028E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56234" y="2732993"/>
                  <a:ext cx="2561808" cy="3233067"/>
                  <a:chOff x="383605" y="2062001"/>
                  <a:chExt cx="3041181" cy="3233067"/>
                </a:xfrm>
              </p:grpSpPr>
              <p:sp>
                <p:nvSpPr>
                  <p:cNvPr id="26" name="ComponentBackground2">
                    <a:extLst>
                      <a:ext uri="{FF2B5EF4-FFF2-40B4-BE49-F238E27FC236}">
                        <a16:creationId xmlns:a16="http://schemas.microsoft.com/office/drawing/2014/main" id="{4ABDAE36-3DB9-4EA9-30E0-BB8B7D41CA9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605" y="2062001"/>
                    <a:ext cx="3041181" cy="3233067"/>
                  </a:xfrm>
                  <a:prstGeom prst="upArrow">
                    <a:avLst>
                      <a:gd name="adj1" fmla="val 82716"/>
                      <a:gd name="adj2" fmla="val 26799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15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4500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27" name="组合 26">
                    <a:extLst>
                      <a:ext uri="{FF2B5EF4-FFF2-40B4-BE49-F238E27FC236}">
                        <a16:creationId xmlns:a16="http://schemas.microsoft.com/office/drawing/2014/main" id="{B7C652D3-F880-53A6-844C-8CE17AC1A268}"/>
                      </a:ext>
                    </a:extLst>
                  </p:cNvPr>
                  <p:cNvGrpSpPr/>
                  <p:nvPr/>
                </p:nvGrpSpPr>
                <p:grpSpPr>
                  <a:xfrm>
                    <a:off x="724132" y="2510102"/>
                    <a:ext cx="2360128" cy="1824858"/>
                    <a:chOff x="641843" y="2135746"/>
                    <a:chExt cx="3034294" cy="1824858"/>
                  </a:xfrm>
                </p:grpSpPr>
                <p:sp>
                  <p:nvSpPr>
                    <p:cNvPr id="28" name="Text2">
                      <a:extLst>
                        <a:ext uri="{FF2B5EF4-FFF2-40B4-BE49-F238E27FC236}">
                          <a16:creationId xmlns:a16="http://schemas.microsoft.com/office/drawing/2014/main" id="{32E7DCBE-A4FE-41DA-2AA0-D5FD27D27DA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41843" y="2851209"/>
                      <a:ext cx="3034294" cy="110939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90000" tIns="46800" rIns="90000" bIns="46800" anchor="t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/>
                        <a:t>提升专业技能和解决问题的能力，得到同事和上级的认可。</a:t>
                      </a:r>
                      <a:endParaRPr lang="en-US" altLang="zh-CN" sz="1200" dirty="0"/>
                    </a:p>
                  </p:txBody>
                </p:sp>
                <p:sp>
                  <p:nvSpPr>
                    <p:cNvPr id="29" name="Bullet2">
                      <a:extLst>
                        <a:ext uri="{FF2B5EF4-FFF2-40B4-BE49-F238E27FC236}">
                          <a16:creationId xmlns:a16="http://schemas.microsoft.com/office/drawing/2014/main" id="{44A22EAD-5157-F301-7D0E-E46B7D04E005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641843" y="2135746"/>
                      <a:ext cx="3034294" cy="643077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square" lIns="91440" tIns="45720" rIns="91440" bIns="4572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b="1"/>
                        <a:t>个人能力提升</a:t>
                      </a:r>
                      <a:endParaRPr lang="en-US" altLang="zh-CN" b="1" dirty="0"/>
                    </a:p>
                  </p:txBody>
                </p:sp>
              </p:grpSp>
            </p:grpSp>
            <p:sp>
              <p:nvSpPr>
                <p:cNvPr id="25" name="Number2">
                  <a:extLst>
                    <a:ext uri="{FF2B5EF4-FFF2-40B4-BE49-F238E27FC236}">
                      <a16:creationId xmlns:a16="http://schemas.microsoft.com/office/drawing/2014/main" id="{4804F954-DDCB-FB90-F924-C37D023391A4}"/>
                    </a:ext>
                  </a:extLst>
                </p:cNvPr>
                <p:cNvSpPr/>
                <p:nvPr/>
              </p:nvSpPr>
              <p:spPr>
                <a:xfrm>
                  <a:off x="843084" y="5031226"/>
                  <a:ext cx="1414412" cy="83197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600" b="1" dirty="0">
                      <a:solidFill>
                        <a:schemeClr val="accent1">
                          <a:alpha val="50000"/>
                        </a:schemeClr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02</a:t>
                  </a: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CB6609B-44AE-159D-FA70-A42B602B8B90}"/>
                  </a:ext>
                </a:extLst>
              </p:cNvPr>
              <p:cNvGrpSpPr/>
              <p:nvPr/>
            </p:nvGrpSpPr>
            <p:grpSpPr>
              <a:xfrm>
                <a:off x="7209722" y="1772885"/>
                <a:ext cx="2192479" cy="3233067"/>
                <a:chOff x="556234" y="2732993"/>
                <a:chExt cx="2561808" cy="3233067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FEEDF520-CD7C-DAF7-C069-16AD8D2EE27A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56234" y="2732993"/>
                  <a:ext cx="2561808" cy="3233067"/>
                  <a:chOff x="383605" y="2062001"/>
                  <a:chExt cx="3041181" cy="3233067"/>
                </a:xfrm>
              </p:grpSpPr>
              <p:sp>
                <p:nvSpPr>
                  <p:cNvPr id="20" name="ComponentBackground3">
                    <a:extLst>
                      <a:ext uri="{FF2B5EF4-FFF2-40B4-BE49-F238E27FC236}">
                        <a16:creationId xmlns:a16="http://schemas.microsoft.com/office/drawing/2014/main" id="{ED615B10-CFA3-6D48-4F64-E807C7961DC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605" y="2062001"/>
                    <a:ext cx="3041181" cy="3233067"/>
                  </a:xfrm>
                  <a:prstGeom prst="upArrow">
                    <a:avLst>
                      <a:gd name="adj1" fmla="val 82716"/>
                      <a:gd name="adj2" fmla="val 26799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15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4500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21" name="组合 20">
                    <a:extLst>
                      <a:ext uri="{FF2B5EF4-FFF2-40B4-BE49-F238E27FC236}">
                        <a16:creationId xmlns:a16="http://schemas.microsoft.com/office/drawing/2014/main" id="{04292F66-4782-BACD-619F-22A2F5C7AADE}"/>
                      </a:ext>
                    </a:extLst>
                  </p:cNvPr>
                  <p:cNvGrpSpPr/>
                  <p:nvPr/>
                </p:nvGrpSpPr>
                <p:grpSpPr>
                  <a:xfrm>
                    <a:off x="724132" y="2510102"/>
                    <a:ext cx="2360128" cy="1824858"/>
                    <a:chOff x="641843" y="2135746"/>
                    <a:chExt cx="3034294" cy="1824858"/>
                  </a:xfrm>
                </p:grpSpPr>
                <p:sp>
                  <p:nvSpPr>
                    <p:cNvPr id="22" name="Text3">
                      <a:extLst>
                        <a:ext uri="{FF2B5EF4-FFF2-40B4-BE49-F238E27FC236}">
                          <a16:creationId xmlns:a16="http://schemas.microsoft.com/office/drawing/2014/main" id="{971C7B6B-4AA7-48EC-E7BE-5F40719673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41843" y="2851209"/>
                      <a:ext cx="3034294" cy="110939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90000" tIns="46800" rIns="90000" bIns="46800" anchor="t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/>
                        <a:t>积极参与团队活动，提高团队协作效率，增进同事间沟通。</a:t>
                      </a:r>
                      <a:endParaRPr lang="en-US" altLang="zh-CN" sz="1200" dirty="0"/>
                    </a:p>
                  </p:txBody>
                </p:sp>
                <p:sp>
                  <p:nvSpPr>
                    <p:cNvPr id="23" name="Bullet3">
                      <a:extLst>
                        <a:ext uri="{FF2B5EF4-FFF2-40B4-BE49-F238E27FC236}">
                          <a16:creationId xmlns:a16="http://schemas.microsoft.com/office/drawing/2014/main" id="{DE2E1702-C432-7D3D-75CA-BCB6812B9B44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641843" y="2135746"/>
                      <a:ext cx="3034294" cy="643077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square" lIns="91440" tIns="45720" rIns="91440" bIns="4572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b="1" dirty="0"/>
                        <a:t>团队协作沟通</a:t>
                      </a:r>
                      <a:endParaRPr lang="en-US" altLang="zh-CN" b="1" dirty="0"/>
                    </a:p>
                  </p:txBody>
                </p:sp>
              </p:grpSp>
            </p:grpSp>
            <p:sp>
              <p:nvSpPr>
                <p:cNvPr id="19" name="Number3">
                  <a:extLst>
                    <a:ext uri="{FF2B5EF4-FFF2-40B4-BE49-F238E27FC236}">
                      <a16:creationId xmlns:a16="http://schemas.microsoft.com/office/drawing/2014/main" id="{A1C214CF-7704-1F71-6302-9F8823795650}"/>
                    </a:ext>
                  </a:extLst>
                </p:cNvPr>
                <p:cNvSpPr/>
                <p:nvPr/>
              </p:nvSpPr>
              <p:spPr>
                <a:xfrm>
                  <a:off x="1416780" y="5031226"/>
                  <a:ext cx="1414412" cy="83197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600" b="1" dirty="0">
                      <a:solidFill>
                        <a:schemeClr val="accent1">
                          <a:alpha val="50000"/>
                        </a:schemeClr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03</a:t>
                  </a: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A9E15BE-E805-B0EC-2556-47FE80AC9D31}"/>
                  </a:ext>
                </a:extLst>
              </p:cNvPr>
              <p:cNvGrpSpPr/>
              <p:nvPr/>
            </p:nvGrpSpPr>
            <p:grpSpPr>
              <a:xfrm>
                <a:off x="9378504" y="2732993"/>
                <a:ext cx="2192479" cy="3233067"/>
                <a:chOff x="556234" y="2732993"/>
                <a:chExt cx="2561808" cy="3233067"/>
              </a:xfrm>
            </p:grpSpPr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533691D0-0B83-D951-124D-A8581789FBF0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556234" y="2732993"/>
                  <a:ext cx="2561808" cy="3233067"/>
                  <a:chOff x="383605" y="2062001"/>
                  <a:chExt cx="3041181" cy="3233067"/>
                </a:xfrm>
              </p:grpSpPr>
              <p:sp>
                <p:nvSpPr>
                  <p:cNvPr id="14" name="ComponentBackground4">
                    <a:extLst>
                      <a:ext uri="{FF2B5EF4-FFF2-40B4-BE49-F238E27FC236}">
                        <a16:creationId xmlns:a16="http://schemas.microsoft.com/office/drawing/2014/main" id="{6A23439B-B53E-C579-730D-0153C48A032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83605" y="2062001"/>
                    <a:ext cx="3041181" cy="3233067"/>
                  </a:xfrm>
                  <a:prstGeom prst="upArrow">
                    <a:avLst>
                      <a:gd name="adj1" fmla="val 82716"/>
                      <a:gd name="adj2" fmla="val 26799"/>
                    </a:avLst>
                  </a:prstGeom>
                  <a:gradFill flip="none" rotWithShape="1">
                    <a:gsLst>
                      <a:gs pos="0">
                        <a:schemeClr val="accent1">
                          <a:alpha val="15000"/>
                        </a:schemeClr>
                      </a:gs>
                      <a:gs pos="88000">
                        <a:schemeClr val="bg1">
                          <a:alpha val="0"/>
                        </a:schemeClr>
                      </a:gs>
                    </a:gsLst>
                    <a:lin ang="5400000" scaled="1"/>
                    <a:tileRect/>
                  </a:gradFill>
                  <a:ln w="12700">
                    <a:gradFill flip="none" rotWithShape="1">
                      <a:gsLst>
                        <a:gs pos="45000">
                          <a:schemeClr val="accent1">
                            <a:alpha val="0"/>
                          </a:schemeClr>
                        </a:gs>
                        <a:gs pos="100000">
                          <a:schemeClr val="accent1"/>
                        </a:gs>
                      </a:gsLst>
                      <a:lin ang="16200000" scaled="1"/>
                      <a:tileRect/>
                    </a:gra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397E7AC5-0A1A-D833-EF27-BC99AD467E5D}"/>
                      </a:ext>
                    </a:extLst>
                  </p:cNvPr>
                  <p:cNvGrpSpPr/>
                  <p:nvPr/>
                </p:nvGrpSpPr>
                <p:grpSpPr>
                  <a:xfrm>
                    <a:off x="724132" y="2510102"/>
                    <a:ext cx="2360128" cy="1824858"/>
                    <a:chOff x="641843" y="2135746"/>
                    <a:chExt cx="3034294" cy="1824858"/>
                  </a:xfrm>
                </p:grpSpPr>
                <p:sp>
                  <p:nvSpPr>
                    <p:cNvPr id="16" name="Text4">
                      <a:extLst>
                        <a:ext uri="{FF2B5EF4-FFF2-40B4-BE49-F238E27FC236}">
                          <a16:creationId xmlns:a16="http://schemas.microsoft.com/office/drawing/2014/main" id="{91BA8697-D9FB-B931-C8CC-80A2F5C4C3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641843" y="2851209"/>
                      <a:ext cx="3034292" cy="110939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 lIns="90000" tIns="46800" rIns="90000" bIns="46800" anchor="t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>
                        <a:lnSpc>
                          <a:spcPct val="12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/>
                        <a:t>提出创新性建议，优化工作流程，提高工作效率。</a:t>
                      </a:r>
                      <a:endParaRPr lang="en-US" altLang="zh-CN" sz="1200" dirty="0"/>
                    </a:p>
                  </p:txBody>
                </p:sp>
                <p:sp>
                  <p:nvSpPr>
                    <p:cNvPr id="17" name="Bullet4">
                      <a:extLst>
                        <a:ext uri="{FF2B5EF4-FFF2-40B4-BE49-F238E27FC236}">
                          <a16:creationId xmlns:a16="http://schemas.microsoft.com/office/drawing/2014/main" id="{EF1F6B06-DB69-0FB3-3124-1C370F5051E2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641843" y="2135746"/>
                      <a:ext cx="3034294" cy="643077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square" lIns="91440" tIns="45720" rIns="91440" bIns="45720" anchor="b" anchorCtr="0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b="1" dirty="0"/>
                        <a:t>工作创新改进</a:t>
                      </a:r>
                      <a:endParaRPr lang="en-US" altLang="zh-CN" b="1" dirty="0"/>
                    </a:p>
                  </p:txBody>
                </p:sp>
              </p:grpSp>
            </p:grpSp>
            <p:sp>
              <p:nvSpPr>
                <p:cNvPr id="13" name="Number4">
                  <a:extLst>
                    <a:ext uri="{FF2B5EF4-FFF2-40B4-BE49-F238E27FC236}">
                      <a16:creationId xmlns:a16="http://schemas.microsoft.com/office/drawing/2014/main" id="{1A71125C-83B2-FD62-9786-C142E80FE040}"/>
                    </a:ext>
                  </a:extLst>
                </p:cNvPr>
                <p:cNvSpPr/>
                <p:nvPr/>
              </p:nvSpPr>
              <p:spPr>
                <a:xfrm>
                  <a:off x="1416778" y="5031226"/>
                  <a:ext cx="1414412" cy="831974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3600" b="1" dirty="0">
                      <a:solidFill>
                        <a:schemeClr val="accent1">
                          <a:alpha val="50000"/>
                        </a:schemeClr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04</a:t>
                  </a:r>
                </a:p>
              </p:txBody>
            </p:sp>
          </p:grpSp>
          <p:sp>
            <p:nvSpPr>
              <p:cNvPr id="11" name="Title">
                <a:extLst>
                  <a:ext uri="{FF2B5EF4-FFF2-40B4-BE49-F238E27FC236}">
                    <a16:creationId xmlns:a16="http://schemas.microsoft.com/office/drawing/2014/main" id="{1279AAC0-A5AA-2EFE-66EB-E6200C4F1E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82279" y="3654228"/>
                <a:ext cx="2214742" cy="18270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完成任务清单与成果体现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20BB5C0-AF9B-36FE-9E2D-DD43F745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工作成果</a:t>
            </a:r>
          </a:p>
        </p:txBody>
      </p:sp>
    </p:spTree>
    <p:extLst>
      <p:ext uri="{BB962C8B-B14F-4D97-AF65-F5344CB8AC3E}">
        <p14:creationId xmlns:p14="http://schemas.microsoft.com/office/powerpoint/2010/main" val="165339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1000AE6-36F4-61C8-8A44-9EF18455D627}"/>
              </a:ext>
            </a:extLst>
          </p:cNvPr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4" name="Title">
              <a:extLst>
                <a:ext uri="{FF2B5EF4-FFF2-40B4-BE49-F238E27FC236}">
                  <a16:creationId xmlns:a16="http://schemas.microsoft.com/office/drawing/2014/main" id="{DC3F689A-2A89-12DA-584F-75D04AF0A24E}"/>
                </a:ext>
              </a:extLst>
            </p:cNvPr>
            <p:cNvSpPr txBox="1"/>
            <p:nvPr/>
          </p:nvSpPr>
          <p:spPr>
            <a:xfrm>
              <a:off x="660399" y="1130300"/>
              <a:ext cx="10858500" cy="643515"/>
            </a:xfrm>
            <a:prstGeom prst="rect">
              <a:avLst/>
            </a:prstGeom>
            <a:noFill/>
          </p:spPr>
          <p:txBody>
            <a:bodyPr vert="horz" wrap="square" rtlCol="0" anchor="t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400" b="1">
                  <a:cs typeface="+mn-ea"/>
                  <a:sym typeface="+mn-lt"/>
                </a:rPr>
                <a:t>遇到的挑战与不足之处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  <p:sp>
          <p:nvSpPr>
            <p:cNvPr id="5" name="ïṡlîḓè">
              <a:extLst>
                <a:ext uri="{FF2B5EF4-FFF2-40B4-BE49-F238E27FC236}">
                  <a16:creationId xmlns:a16="http://schemas.microsoft.com/office/drawing/2014/main" id="{328A4AD5-830D-5AC6-3BB5-647043D1EED6}"/>
                </a:ext>
              </a:extLst>
            </p:cNvPr>
            <p:cNvSpPr/>
            <p:nvPr/>
          </p:nvSpPr>
          <p:spPr bwMode="auto">
            <a:xfrm>
              <a:off x="6644941" y="5556149"/>
              <a:ext cx="865809" cy="573487"/>
            </a:xfrm>
            <a:custGeom>
              <a:avLst/>
              <a:gdLst>
                <a:gd name="T0" fmla="*/ 1544 w 1710"/>
                <a:gd name="T1" fmla="*/ 0 h 1133"/>
                <a:gd name="T2" fmla="*/ 297 w 1710"/>
                <a:gd name="T3" fmla="*/ 735 h 1133"/>
                <a:gd name="T4" fmla="*/ 380 w 1710"/>
                <a:gd name="T5" fmla="*/ 581 h 1133"/>
                <a:gd name="T6" fmla="*/ 173 w 1710"/>
                <a:gd name="T7" fmla="*/ 642 h 1133"/>
                <a:gd name="T8" fmla="*/ 0 w 1710"/>
                <a:gd name="T9" fmla="*/ 960 h 1133"/>
                <a:gd name="T10" fmla="*/ 317 w 1710"/>
                <a:gd name="T11" fmla="*/ 1132 h 1133"/>
                <a:gd name="T12" fmla="*/ 525 w 1710"/>
                <a:gd name="T13" fmla="*/ 1071 h 1133"/>
                <a:gd name="T14" fmla="*/ 358 w 1710"/>
                <a:gd name="T15" fmla="*/ 980 h 1133"/>
                <a:gd name="T16" fmla="*/ 1709 w 1710"/>
                <a:gd name="T17" fmla="*/ 189 h 1133"/>
                <a:gd name="T18" fmla="*/ 1544 w 1710"/>
                <a:gd name="T19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0" h="1133">
                  <a:moveTo>
                    <a:pt x="1544" y="0"/>
                  </a:moveTo>
                  <a:cubicBezTo>
                    <a:pt x="1180" y="318"/>
                    <a:pt x="752" y="570"/>
                    <a:pt x="297" y="735"/>
                  </a:cubicBezTo>
                  <a:lnTo>
                    <a:pt x="380" y="581"/>
                  </a:lnTo>
                  <a:lnTo>
                    <a:pt x="173" y="642"/>
                  </a:lnTo>
                  <a:lnTo>
                    <a:pt x="0" y="960"/>
                  </a:lnTo>
                  <a:lnTo>
                    <a:pt x="317" y="1132"/>
                  </a:lnTo>
                  <a:lnTo>
                    <a:pt x="525" y="1071"/>
                  </a:lnTo>
                  <a:lnTo>
                    <a:pt x="358" y="980"/>
                  </a:lnTo>
                  <a:cubicBezTo>
                    <a:pt x="851" y="804"/>
                    <a:pt x="1316" y="533"/>
                    <a:pt x="1709" y="189"/>
                  </a:cubicBezTo>
                  <a:lnTo>
                    <a:pt x="1544" y="0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6" name="ïṧ1íḋe">
              <a:extLst>
                <a:ext uri="{FF2B5EF4-FFF2-40B4-BE49-F238E27FC236}">
                  <a16:creationId xmlns:a16="http://schemas.microsoft.com/office/drawing/2014/main" id="{8CA006ED-6DDD-53E5-2F3C-E4C0C3C71498}"/>
                </a:ext>
              </a:extLst>
            </p:cNvPr>
            <p:cNvSpPr/>
            <p:nvPr/>
          </p:nvSpPr>
          <p:spPr bwMode="auto">
            <a:xfrm>
              <a:off x="4866463" y="5654333"/>
              <a:ext cx="861346" cy="479767"/>
            </a:xfrm>
            <a:custGeom>
              <a:avLst/>
              <a:gdLst>
                <a:gd name="T0" fmla="*/ 531 w 1700"/>
                <a:gd name="T1" fmla="*/ 127 h 946"/>
                <a:gd name="T2" fmla="*/ 356 w 1700"/>
                <a:gd name="T3" fmla="*/ 0 h 946"/>
                <a:gd name="T4" fmla="*/ 0 w 1700"/>
                <a:gd name="T5" fmla="*/ 56 h 946"/>
                <a:gd name="T6" fmla="*/ 56 w 1700"/>
                <a:gd name="T7" fmla="*/ 413 h 946"/>
                <a:gd name="T8" fmla="*/ 231 w 1700"/>
                <a:gd name="T9" fmla="*/ 540 h 946"/>
                <a:gd name="T10" fmla="*/ 201 w 1700"/>
                <a:gd name="T11" fmla="*/ 352 h 946"/>
                <a:gd name="T12" fmla="*/ 1650 w 1700"/>
                <a:gd name="T13" fmla="*/ 945 h 946"/>
                <a:gd name="T14" fmla="*/ 1699 w 1700"/>
                <a:gd name="T15" fmla="*/ 699 h 946"/>
                <a:gd name="T16" fmla="*/ 358 w 1700"/>
                <a:gd name="T17" fmla="*/ 155 h 946"/>
                <a:gd name="T18" fmla="*/ 531 w 1700"/>
                <a:gd name="T19" fmla="*/ 127 h 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0" h="946">
                  <a:moveTo>
                    <a:pt x="531" y="127"/>
                  </a:moveTo>
                  <a:lnTo>
                    <a:pt x="356" y="0"/>
                  </a:lnTo>
                  <a:lnTo>
                    <a:pt x="0" y="56"/>
                  </a:lnTo>
                  <a:lnTo>
                    <a:pt x="56" y="413"/>
                  </a:lnTo>
                  <a:lnTo>
                    <a:pt x="231" y="540"/>
                  </a:lnTo>
                  <a:lnTo>
                    <a:pt x="201" y="352"/>
                  </a:lnTo>
                  <a:cubicBezTo>
                    <a:pt x="642" y="638"/>
                    <a:pt x="1139" y="842"/>
                    <a:pt x="1650" y="945"/>
                  </a:cubicBezTo>
                  <a:lnTo>
                    <a:pt x="1699" y="699"/>
                  </a:lnTo>
                  <a:cubicBezTo>
                    <a:pt x="1227" y="604"/>
                    <a:pt x="767" y="417"/>
                    <a:pt x="358" y="155"/>
                  </a:cubicBezTo>
                  <a:lnTo>
                    <a:pt x="531" y="127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7" name="ïŝľíḑê">
              <a:extLst>
                <a:ext uri="{FF2B5EF4-FFF2-40B4-BE49-F238E27FC236}">
                  <a16:creationId xmlns:a16="http://schemas.microsoft.com/office/drawing/2014/main" id="{065C41EA-0BA7-0B5C-7A03-5102AC942857}"/>
                </a:ext>
              </a:extLst>
            </p:cNvPr>
            <p:cNvSpPr/>
            <p:nvPr/>
          </p:nvSpPr>
          <p:spPr bwMode="auto">
            <a:xfrm>
              <a:off x="7939192" y="3924948"/>
              <a:ext cx="307942" cy="923826"/>
            </a:xfrm>
            <a:custGeom>
              <a:avLst/>
              <a:gdLst>
                <a:gd name="T0" fmla="*/ 323 w 609"/>
                <a:gd name="T1" fmla="*/ 16 h 1826"/>
                <a:gd name="T2" fmla="*/ 149 w 609"/>
                <a:gd name="T3" fmla="*/ 1454 h 1826"/>
                <a:gd name="T4" fmla="*/ 77 w 609"/>
                <a:gd name="T5" fmla="*/ 1293 h 1826"/>
                <a:gd name="T6" fmla="*/ 0 w 609"/>
                <a:gd name="T7" fmla="*/ 1495 h 1826"/>
                <a:gd name="T8" fmla="*/ 146 w 609"/>
                <a:gd name="T9" fmla="*/ 1825 h 1826"/>
                <a:gd name="T10" fmla="*/ 476 w 609"/>
                <a:gd name="T11" fmla="*/ 1678 h 1826"/>
                <a:gd name="T12" fmla="*/ 554 w 609"/>
                <a:gd name="T13" fmla="*/ 1476 h 1826"/>
                <a:gd name="T14" fmla="*/ 380 w 609"/>
                <a:gd name="T15" fmla="*/ 1553 h 1826"/>
                <a:gd name="T16" fmla="*/ 574 w 609"/>
                <a:gd name="T17" fmla="*/ 0 h 1826"/>
                <a:gd name="T18" fmla="*/ 323 w 609"/>
                <a:gd name="T19" fmla="*/ 16 h 1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9" h="1826">
                  <a:moveTo>
                    <a:pt x="323" y="16"/>
                  </a:moveTo>
                  <a:cubicBezTo>
                    <a:pt x="355" y="509"/>
                    <a:pt x="296" y="992"/>
                    <a:pt x="149" y="1454"/>
                  </a:cubicBezTo>
                  <a:lnTo>
                    <a:pt x="77" y="1293"/>
                  </a:lnTo>
                  <a:lnTo>
                    <a:pt x="0" y="1495"/>
                  </a:lnTo>
                  <a:lnTo>
                    <a:pt x="146" y="1825"/>
                  </a:lnTo>
                  <a:lnTo>
                    <a:pt x="476" y="1678"/>
                  </a:lnTo>
                  <a:lnTo>
                    <a:pt x="554" y="1476"/>
                  </a:lnTo>
                  <a:lnTo>
                    <a:pt x="380" y="1553"/>
                  </a:lnTo>
                  <a:cubicBezTo>
                    <a:pt x="543" y="1054"/>
                    <a:pt x="608" y="533"/>
                    <a:pt x="574" y="0"/>
                  </a:cubicBezTo>
                  <a:lnTo>
                    <a:pt x="323" y="16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" name="îS1iḋe">
              <a:extLst>
                <a:ext uri="{FF2B5EF4-FFF2-40B4-BE49-F238E27FC236}">
                  <a16:creationId xmlns:a16="http://schemas.microsoft.com/office/drawing/2014/main" id="{79AFAEA2-EC0F-F3A5-FFDA-BFBAB5854916}"/>
                </a:ext>
              </a:extLst>
            </p:cNvPr>
            <p:cNvSpPr/>
            <p:nvPr/>
          </p:nvSpPr>
          <p:spPr bwMode="auto">
            <a:xfrm>
              <a:off x="3944866" y="4052141"/>
              <a:ext cx="390508" cy="937216"/>
            </a:xfrm>
            <a:custGeom>
              <a:avLst/>
              <a:gdLst>
                <a:gd name="T0" fmla="*/ 517 w 771"/>
                <a:gd name="T1" fmla="*/ 464 h 1851"/>
                <a:gd name="T2" fmla="*/ 510 w 771"/>
                <a:gd name="T3" fmla="*/ 248 h 1851"/>
                <a:gd name="T4" fmla="*/ 247 w 771"/>
                <a:gd name="T5" fmla="*/ 0 h 1851"/>
                <a:gd name="T6" fmla="*/ 0 w 771"/>
                <a:gd name="T7" fmla="*/ 263 h 1851"/>
                <a:gd name="T8" fmla="*/ 6 w 771"/>
                <a:gd name="T9" fmla="*/ 480 h 1851"/>
                <a:gd name="T10" fmla="*/ 135 w 771"/>
                <a:gd name="T11" fmla="*/ 343 h 1851"/>
                <a:gd name="T12" fmla="*/ 545 w 771"/>
                <a:gd name="T13" fmla="*/ 1850 h 1851"/>
                <a:gd name="T14" fmla="*/ 770 w 771"/>
                <a:gd name="T15" fmla="*/ 1740 h 1851"/>
                <a:gd name="T16" fmla="*/ 386 w 771"/>
                <a:gd name="T17" fmla="*/ 342 h 1851"/>
                <a:gd name="T18" fmla="*/ 517 w 771"/>
                <a:gd name="T19" fmla="*/ 464 h 1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1" h="1851">
                  <a:moveTo>
                    <a:pt x="517" y="464"/>
                  </a:moveTo>
                  <a:lnTo>
                    <a:pt x="510" y="248"/>
                  </a:lnTo>
                  <a:lnTo>
                    <a:pt x="247" y="0"/>
                  </a:lnTo>
                  <a:lnTo>
                    <a:pt x="0" y="263"/>
                  </a:lnTo>
                  <a:lnTo>
                    <a:pt x="6" y="480"/>
                  </a:lnTo>
                  <a:lnTo>
                    <a:pt x="135" y="343"/>
                  </a:lnTo>
                  <a:cubicBezTo>
                    <a:pt x="176" y="871"/>
                    <a:pt x="314" y="1378"/>
                    <a:pt x="545" y="1850"/>
                  </a:cubicBezTo>
                  <a:lnTo>
                    <a:pt x="770" y="1740"/>
                  </a:lnTo>
                  <a:cubicBezTo>
                    <a:pt x="556" y="1301"/>
                    <a:pt x="427" y="831"/>
                    <a:pt x="386" y="342"/>
                  </a:cubicBezTo>
                  <a:lnTo>
                    <a:pt x="517" y="464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9" name="íśľíďe">
              <a:extLst>
                <a:ext uri="{FF2B5EF4-FFF2-40B4-BE49-F238E27FC236}">
                  <a16:creationId xmlns:a16="http://schemas.microsoft.com/office/drawing/2014/main" id="{136996CA-73AA-582F-8956-9F64589B3C8B}"/>
                </a:ext>
              </a:extLst>
            </p:cNvPr>
            <p:cNvSpPr/>
            <p:nvPr/>
          </p:nvSpPr>
          <p:spPr bwMode="auto">
            <a:xfrm>
              <a:off x="7439342" y="2481189"/>
              <a:ext cx="647125" cy="807791"/>
            </a:xfrm>
            <a:custGeom>
              <a:avLst/>
              <a:gdLst>
                <a:gd name="T0" fmla="*/ 810 w 1279"/>
                <a:gd name="T1" fmla="*/ 1465 h 1596"/>
                <a:gd name="T2" fmla="*/ 1147 w 1279"/>
                <a:gd name="T3" fmla="*/ 1595 h 1596"/>
                <a:gd name="T4" fmla="*/ 1278 w 1279"/>
                <a:gd name="T5" fmla="*/ 1259 h 1596"/>
                <a:gd name="T6" fmla="*/ 1190 w 1279"/>
                <a:gd name="T7" fmla="*/ 1060 h 1596"/>
                <a:gd name="T8" fmla="*/ 1121 w 1279"/>
                <a:gd name="T9" fmla="*/ 1238 h 1596"/>
                <a:gd name="T10" fmla="*/ 166 w 1279"/>
                <a:gd name="T11" fmla="*/ 0 h 1596"/>
                <a:gd name="T12" fmla="*/ 0 w 1279"/>
                <a:gd name="T13" fmla="*/ 186 h 1596"/>
                <a:gd name="T14" fmla="*/ 887 w 1279"/>
                <a:gd name="T15" fmla="*/ 1330 h 1596"/>
                <a:gd name="T16" fmla="*/ 723 w 1279"/>
                <a:gd name="T17" fmla="*/ 1266 h 1596"/>
                <a:gd name="T18" fmla="*/ 810 w 1279"/>
                <a:gd name="T19" fmla="*/ 1465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9" h="1596">
                  <a:moveTo>
                    <a:pt x="810" y="1465"/>
                  </a:moveTo>
                  <a:lnTo>
                    <a:pt x="1147" y="1595"/>
                  </a:lnTo>
                  <a:lnTo>
                    <a:pt x="1278" y="1259"/>
                  </a:lnTo>
                  <a:lnTo>
                    <a:pt x="1190" y="1060"/>
                  </a:lnTo>
                  <a:lnTo>
                    <a:pt x="1121" y="1238"/>
                  </a:lnTo>
                  <a:cubicBezTo>
                    <a:pt x="885" y="771"/>
                    <a:pt x="557" y="345"/>
                    <a:pt x="166" y="0"/>
                  </a:cubicBezTo>
                  <a:lnTo>
                    <a:pt x="0" y="186"/>
                  </a:lnTo>
                  <a:cubicBezTo>
                    <a:pt x="361" y="507"/>
                    <a:pt x="665" y="900"/>
                    <a:pt x="887" y="1330"/>
                  </a:cubicBezTo>
                  <a:lnTo>
                    <a:pt x="723" y="1266"/>
                  </a:lnTo>
                  <a:lnTo>
                    <a:pt x="810" y="1465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0" name="îṣliḑé">
              <a:extLst>
                <a:ext uri="{FF2B5EF4-FFF2-40B4-BE49-F238E27FC236}">
                  <a16:creationId xmlns:a16="http://schemas.microsoft.com/office/drawing/2014/main" id="{7F3CCFB5-2714-B465-2346-DFB3569BBC74}"/>
                </a:ext>
              </a:extLst>
            </p:cNvPr>
            <p:cNvSpPr/>
            <p:nvPr/>
          </p:nvSpPr>
          <p:spPr bwMode="auto">
            <a:xfrm>
              <a:off x="4228262" y="2409783"/>
              <a:ext cx="651589" cy="765393"/>
            </a:xfrm>
            <a:custGeom>
              <a:avLst/>
              <a:gdLst>
                <a:gd name="T0" fmla="*/ 1080 w 1288"/>
                <a:gd name="T1" fmla="*/ 532 h 1512"/>
                <a:gd name="T2" fmla="*/ 1249 w 1288"/>
                <a:gd name="T3" fmla="*/ 396 h 1512"/>
                <a:gd name="T4" fmla="*/ 1287 w 1288"/>
                <a:gd name="T5" fmla="*/ 38 h 1512"/>
                <a:gd name="T6" fmla="*/ 928 w 1288"/>
                <a:gd name="T7" fmla="*/ 0 h 1512"/>
                <a:gd name="T8" fmla="*/ 760 w 1288"/>
                <a:gd name="T9" fmla="*/ 136 h 1512"/>
                <a:gd name="T10" fmla="*/ 949 w 1288"/>
                <a:gd name="T11" fmla="*/ 156 h 1512"/>
                <a:gd name="T12" fmla="*/ 0 w 1288"/>
                <a:gd name="T13" fmla="*/ 1399 h 1512"/>
                <a:gd name="T14" fmla="*/ 224 w 1288"/>
                <a:gd name="T15" fmla="*/ 1511 h 1512"/>
                <a:gd name="T16" fmla="*/ 1099 w 1288"/>
                <a:gd name="T17" fmla="*/ 357 h 1512"/>
                <a:gd name="T18" fmla="*/ 1080 w 1288"/>
                <a:gd name="T19" fmla="*/ 532 h 1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8" h="1512">
                  <a:moveTo>
                    <a:pt x="1080" y="532"/>
                  </a:moveTo>
                  <a:lnTo>
                    <a:pt x="1249" y="396"/>
                  </a:lnTo>
                  <a:lnTo>
                    <a:pt x="1287" y="38"/>
                  </a:lnTo>
                  <a:lnTo>
                    <a:pt x="928" y="0"/>
                  </a:lnTo>
                  <a:lnTo>
                    <a:pt x="760" y="136"/>
                  </a:lnTo>
                  <a:lnTo>
                    <a:pt x="949" y="156"/>
                  </a:lnTo>
                  <a:cubicBezTo>
                    <a:pt x="559" y="506"/>
                    <a:pt x="233" y="933"/>
                    <a:pt x="0" y="1399"/>
                  </a:cubicBezTo>
                  <a:lnTo>
                    <a:pt x="224" y="1511"/>
                  </a:lnTo>
                  <a:cubicBezTo>
                    <a:pt x="440" y="1080"/>
                    <a:pt x="740" y="684"/>
                    <a:pt x="1099" y="357"/>
                  </a:cubicBezTo>
                  <a:lnTo>
                    <a:pt x="1080" y="532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" name="i$ľïḋè">
              <a:extLst>
                <a:ext uri="{FF2B5EF4-FFF2-40B4-BE49-F238E27FC236}">
                  <a16:creationId xmlns:a16="http://schemas.microsoft.com/office/drawing/2014/main" id="{1AC54FB1-20EC-65D7-A7D2-93DF61A1C82F}"/>
                </a:ext>
              </a:extLst>
            </p:cNvPr>
            <p:cNvSpPr/>
            <p:nvPr/>
          </p:nvSpPr>
          <p:spPr bwMode="auto">
            <a:xfrm>
              <a:off x="5718882" y="1901008"/>
              <a:ext cx="943910" cy="276702"/>
            </a:xfrm>
            <a:custGeom>
              <a:avLst/>
              <a:gdLst>
                <a:gd name="T0" fmla="*/ 1343 w 1864"/>
                <a:gd name="T1" fmla="*/ 496 h 549"/>
                <a:gd name="T2" fmla="*/ 1554 w 1864"/>
                <a:gd name="T3" fmla="*/ 548 h 549"/>
                <a:gd name="T4" fmla="*/ 1863 w 1864"/>
                <a:gd name="T5" fmla="*/ 362 h 549"/>
                <a:gd name="T6" fmla="*/ 1677 w 1864"/>
                <a:gd name="T7" fmla="*/ 53 h 549"/>
                <a:gd name="T8" fmla="*/ 1467 w 1864"/>
                <a:gd name="T9" fmla="*/ 0 h 549"/>
                <a:gd name="T10" fmla="*/ 1566 w 1864"/>
                <a:gd name="T11" fmla="*/ 165 h 549"/>
                <a:gd name="T12" fmla="*/ 525 w 1864"/>
                <a:gd name="T13" fmla="*/ 102 h 549"/>
                <a:gd name="T14" fmla="*/ 0 w 1864"/>
                <a:gd name="T15" fmla="*/ 169 h 549"/>
                <a:gd name="T16" fmla="*/ 47 w 1864"/>
                <a:gd name="T17" fmla="*/ 416 h 549"/>
                <a:gd name="T18" fmla="*/ 542 w 1864"/>
                <a:gd name="T19" fmla="*/ 353 h 549"/>
                <a:gd name="T20" fmla="*/ 1492 w 1864"/>
                <a:gd name="T21" fmla="*/ 407 h 549"/>
                <a:gd name="T22" fmla="*/ 1343 w 1864"/>
                <a:gd name="T23" fmla="*/ 496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64" h="549">
                  <a:moveTo>
                    <a:pt x="1343" y="496"/>
                  </a:moveTo>
                  <a:lnTo>
                    <a:pt x="1554" y="548"/>
                  </a:lnTo>
                  <a:lnTo>
                    <a:pt x="1863" y="362"/>
                  </a:lnTo>
                  <a:lnTo>
                    <a:pt x="1677" y="53"/>
                  </a:lnTo>
                  <a:lnTo>
                    <a:pt x="1467" y="0"/>
                  </a:lnTo>
                  <a:lnTo>
                    <a:pt x="1566" y="165"/>
                  </a:lnTo>
                  <a:cubicBezTo>
                    <a:pt x="1224" y="101"/>
                    <a:pt x="875" y="80"/>
                    <a:pt x="525" y="102"/>
                  </a:cubicBezTo>
                  <a:cubicBezTo>
                    <a:pt x="349" y="113"/>
                    <a:pt x="172" y="136"/>
                    <a:pt x="0" y="169"/>
                  </a:cubicBezTo>
                  <a:lnTo>
                    <a:pt x="47" y="416"/>
                  </a:lnTo>
                  <a:cubicBezTo>
                    <a:pt x="210" y="384"/>
                    <a:pt x="376" y="363"/>
                    <a:pt x="542" y="353"/>
                  </a:cubicBezTo>
                  <a:cubicBezTo>
                    <a:pt x="860" y="332"/>
                    <a:pt x="1179" y="351"/>
                    <a:pt x="1492" y="407"/>
                  </a:cubicBezTo>
                  <a:lnTo>
                    <a:pt x="1343" y="496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lc="http://schemas.openxmlformats.org/drawingml/2006/lockedCanvas" xmlns:a14="http://schemas.microsoft.com/office/drawing/2010/main" xmlns:p14="http://schemas.microsoft.com/office/powerpoint/2010/main" xmlns:a16="http://schemas.microsoft.com/office/drawing/2014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91440" tIns="45720" rIns="91440" bIns="45720" anchor="ctr">
              <a:normAutofit fontScale="85000" lnSpcReduction="20000"/>
            </a:bodyPr>
            <a:lstStyle>
              <a:defPPr>
                <a:defRPr lang="en-US"/>
              </a:defPPr>
              <a:lvl1pPr marL="0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1pPr>
              <a:lvl2pPr marL="457233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2pPr>
              <a:lvl3pPr marL="91446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3pPr>
              <a:lvl4pPr marL="137169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4pPr>
              <a:lvl5pPr marL="1828929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5pPr>
              <a:lvl6pPr marL="2286162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6pPr>
              <a:lvl7pPr marL="2743395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7pPr>
              <a:lvl8pPr marL="3200628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8pPr>
              <a:lvl9pPr marL="3657861" algn="l" defTabSz="457233" rtl="0" eaLnBrk="1" latinLnBrk="0" hangingPunct="1">
                <a:defRPr sz="1700" kern="1200">
                  <a:solidFill>
                    <a:schemeClr val="tx1"/>
                  </a:solidFill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cxnSp>
          <p:nvCxnSpPr>
            <p:cNvPr id="12" name="íşľiḑe">
              <a:extLst>
                <a:ext uri="{FF2B5EF4-FFF2-40B4-BE49-F238E27FC236}">
                  <a16:creationId xmlns:a16="http://schemas.microsoft.com/office/drawing/2014/main" id="{8F8FACC3-D2CF-0D0B-CBEC-97726FBC87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400" y="3550980"/>
              <a:ext cx="2497190" cy="0"/>
            </a:xfrm>
            <a:prstGeom prst="line">
              <a:avLst/>
            </a:prstGeom>
            <a:ln w="6350" cap="rnd">
              <a:solidFill>
                <a:schemeClr val="accent1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íşľiḑe">
              <a:extLst>
                <a:ext uri="{FF2B5EF4-FFF2-40B4-BE49-F238E27FC236}">
                  <a16:creationId xmlns:a16="http://schemas.microsoft.com/office/drawing/2014/main" id="{4EE2821C-235C-7542-2CD3-0609D07568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1710" y="3550980"/>
              <a:ext cx="2497190" cy="0"/>
            </a:xfrm>
            <a:prstGeom prst="line">
              <a:avLst/>
            </a:prstGeom>
            <a:ln w="6350" cap="rnd">
              <a:solidFill>
                <a:schemeClr val="accent1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9D60CAB-E6A6-DE22-0CC4-44E9570DD3AC}"/>
                </a:ext>
              </a:extLst>
            </p:cNvPr>
            <p:cNvGrpSpPr/>
            <p:nvPr/>
          </p:nvGrpSpPr>
          <p:grpSpPr>
            <a:xfrm>
              <a:off x="673102" y="1804299"/>
              <a:ext cx="5819285" cy="1603817"/>
              <a:chOff x="673102" y="1804299"/>
              <a:chExt cx="5819285" cy="1603817"/>
            </a:xfrm>
          </p:grpSpPr>
          <p:sp>
            <p:nvSpPr>
              <p:cNvPr id="27" name="Number1">
                <a:extLst>
                  <a:ext uri="{FF2B5EF4-FFF2-40B4-BE49-F238E27FC236}">
                    <a16:creationId xmlns:a16="http://schemas.microsoft.com/office/drawing/2014/main" id="{20B7AF34-D81A-97FF-A947-7C2C3D6FD97F}"/>
                  </a:ext>
                </a:extLst>
              </p:cNvPr>
              <p:cNvSpPr/>
              <p:nvPr/>
            </p:nvSpPr>
            <p:spPr>
              <a:xfrm>
                <a:off x="5699617" y="2480588"/>
                <a:ext cx="792770" cy="748633"/>
              </a:xfrm>
              <a:custGeom>
                <a:avLst/>
                <a:gdLst/>
                <a:ahLst/>
                <a:cxnLst/>
                <a:rect l="l" t="t" r="r" b="b"/>
                <a:pathLst>
                  <a:path w="1144373" h="1080375">
                    <a:moveTo>
                      <a:pt x="572181" y="0"/>
                    </a:moveTo>
                    <a:lnTo>
                      <a:pt x="0" y="1080375"/>
                    </a:lnTo>
                    <a:lnTo>
                      <a:pt x="1144373" y="1080375"/>
                    </a:lnTo>
                    <a:lnTo>
                      <a:pt x="572181" y="0"/>
                    </a:lnTo>
                    <a:close/>
                  </a:path>
                </a:pathLst>
              </a:custGeom>
              <a:solidFill>
                <a:schemeClr val="accent4"/>
              </a:solidFill>
            </p:spPr>
            <p:txBody>
              <a:bodyPr wrap="none" lIns="91440" tIns="45720" rIns="91440" bIns="45720" rtlCol="0" anchor="b" anchorCtr="0">
                <a:norm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01</a:t>
                </a:r>
              </a:p>
            </p:txBody>
          </p:sp>
          <p:sp>
            <p:nvSpPr>
              <p:cNvPr id="28" name="Text1">
                <a:extLst>
                  <a:ext uri="{FF2B5EF4-FFF2-40B4-BE49-F238E27FC236}">
                    <a16:creationId xmlns:a16="http://schemas.microsoft.com/office/drawing/2014/main" id="{55D55977-1518-CB9E-8ED7-1697048F7C8D}"/>
                  </a:ext>
                </a:extLst>
              </p:cNvPr>
              <p:cNvSpPr txBox="1"/>
              <p:nvPr/>
            </p:nvSpPr>
            <p:spPr>
              <a:xfrm>
                <a:off x="673103" y="2705066"/>
                <a:ext cx="3255177" cy="70305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cs typeface="+mn-ea"/>
                    <a:sym typeface="+mn-lt"/>
                  </a:rPr>
                  <a:t>在某些专业技能上还有待提高，工作效率也有待加强。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29" name="Bullet1">
                <a:extLst>
                  <a:ext uri="{FF2B5EF4-FFF2-40B4-BE49-F238E27FC236}">
                    <a16:creationId xmlns:a16="http://schemas.microsoft.com/office/drawing/2014/main" id="{2525DE4D-D15C-E35D-A046-0BEDF8785D82}"/>
                  </a:ext>
                </a:extLst>
              </p:cNvPr>
              <p:cNvSpPr txBox="1"/>
              <p:nvPr/>
            </p:nvSpPr>
            <p:spPr>
              <a:xfrm>
                <a:off x="673102" y="1804299"/>
                <a:ext cx="3255177" cy="90076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>
                    <a:cs typeface="+mn-ea"/>
                    <a:sym typeface="+mn-lt"/>
                  </a:rPr>
                  <a:t>工作能力不足</a:t>
                </a:r>
                <a:endParaRPr lang="en-US" altLang="zh-CN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01928D33-F5E1-C64D-3B4F-6EC4FE917975}"/>
                </a:ext>
              </a:extLst>
            </p:cNvPr>
            <p:cNvGrpSpPr/>
            <p:nvPr/>
          </p:nvGrpSpPr>
          <p:grpSpPr>
            <a:xfrm>
              <a:off x="5289221" y="1804299"/>
              <a:ext cx="6229679" cy="2200025"/>
              <a:chOff x="5289221" y="1804299"/>
              <a:chExt cx="6229679" cy="2200025"/>
            </a:xfrm>
          </p:grpSpPr>
          <p:sp>
            <p:nvSpPr>
              <p:cNvPr id="24" name="Number2">
                <a:extLst>
                  <a:ext uri="{FF2B5EF4-FFF2-40B4-BE49-F238E27FC236}">
                    <a16:creationId xmlns:a16="http://schemas.microsoft.com/office/drawing/2014/main" id="{259E94AD-B5F6-84ED-0645-B4A28EBB43FF}"/>
                  </a:ext>
                </a:extLst>
              </p:cNvPr>
              <p:cNvSpPr/>
              <p:nvPr/>
            </p:nvSpPr>
            <p:spPr>
              <a:xfrm>
                <a:off x="5289221" y="3292378"/>
                <a:ext cx="1613562" cy="711946"/>
              </a:xfrm>
              <a:custGeom>
                <a:avLst/>
                <a:gdLst/>
                <a:ahLst/>
                <a:cxnLst/>
                <a:rect l="l" t="t" r="r" b="b"/>
                <a:pathLst>
                  <a:path w="2329196" h="1027434">
                    <a:moveTo>
                      <a:pt x="1786039" y="0"/>
                    </a:moveTo>
                    <a:lnTo>
                      <a:pt x="543166" y="0"/>
                    </a:lnTo>
                    <a:lnTo>
                      <a:pt x="0" y="1027434"/>
                    </a:lnTo>
                    <a:lnTo>
                      <a:pt x="2329196" y="1027434"/>
                    </a:lnTo>
                    <a:lnTo>
                      <a:pt x="1786039" y="0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</a:p>
            </p:txBody>
          </p:sp>
          <p:sp>
            <p:nvSpPr>
              <p:cNvPr id="25" name="Text2">
                <a:extLst>
                  <a:ext uri="{FF2B5EF4-FFF2-40B4-BE49-F238E27FC236}">
                    <a16:creationId xmlns:a16="http://schemas.microsoft.com/office/drawing/2014/main" id="{522CF22C-9596-7E09-7605-3765856D4921}"/>
                  </a:ext>
                </a:extLst>
              </p:cNvPr>
              <p:cNvSpPr txBox="1"/>
              <p:nvPr/>
            </p:nvSpPr>
            <p:spPr>
              <a:xfrm>
                <a:off x="8534593" y="2705066"/>
                <a:ext cx="2984307" cy="70305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cs typeface="+mn-ea"/>
                    <a:sym typeface="+mn-lt"/>
                  </a:rPr>
                  <a:t>与同事和上级的沟通有时不够顺畅，导致工作进展受阻。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26" name="Bullet2">
                <a:extLst>
                  <a:ext uri="{FF2B5EF4-FFF2-40B4-BE49-F238E27FC236}">
                    <a16:creationId xmlns:a16="http://schemas.microsoft.com/office/drawing/2014/main" id="{3EBED2A8-FC8D-A48F-90DA-3FBD1E188424}"/>
                  </a:ext>
                </a:extLst>
              </p:cNvPr>
              <p:cNvSpPr txBox="1"/>
              <p:nvPr/>
            </p:nvSpPr>
            <p:spPr>
              <a:xfrm>
                <a:off x="8534592" y="1804299"/>
                <a:ext cx="2984307" cy="90076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>
                    <a:cs typeface="+mn-ea"/>
                    <a:sym typeface="+mn-lt"/>
                  </a:rPr>
                  <a:t>沟通能力欠佳</a:t>
                </a:r>
                <a:endParaRPr lang="en-US" altLang="zh-CN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2E139D7-A6A5-D7BD-06AD-755A5996989C}"/>
                </a:ext>
              </a:extLst>
            </p:cNvPr>
            <p:cNvGrpSpPr/>
            <p:nvPr/>
          </p:nvGrpSpPr>
          <p:grpSpPr>
            <a:xfrm>
              <a:off x="673102" y="4050516"/>
              <a:ext cx="6640088" cy="1603817"/>
              <a:chOff x="673102" y="4050516"/>
              <a:chExt cx="6640088" cy="1603817"/>
            </a:xfrm>
          </p:grpSpPr>
          <p:sp>
            <p:nvSpPr>
              <p:cNvPr id="21" name="Number3">
                <a:extLst>
                  <a:ext uri="{FF2B5EF4-FFF2-40B4-BE49-F238E27FC236}">
                    <a16:creationId xmlns:a16="http://schemas.microsoft.com/office/drawing/2014/main" id="{01A19C62-22BC-C848-C498-0479081A32DE}"/>
                  </a:ext>
                </a:extLst>
              </p:cNvPr>
              <p:cNvSpPr/>
              <p:nvPr/>
            </p:nvSpPr>
            <p:spPr>
              <a:xfrm>
                <a:off x="4878814" y="4067480"/>
                <a:ext cx="2434376" cy="711946"/>
              </a:xfrm>
              <a:custGeom>
                <a:avLst/>
                <a:gdLst/>
                <a:ahLst/>
                <a:cxnLst/>
                <a:rect l="l" t="t" r="r" b="b"/>
                <a:pathLst>
                  <a:path w="3514050" h="1027434">
                    <a:moveTo>
                      <a:pt x="2971783" y="0"/>
                    </a:moveTo>
                    <a:lnTo>
                      <a:pt x="542266" y="0"/>
                    </a:lnTo>
                    <a:lnTo>
                      <a:pt x="0" y="1027434"/>
                    </a:lnTo>
                    <a:lnTo>
                      <a:pt x="3514050" y="1027434"/>
                    </a:lnTo>
                    <a:lnTo>
                      <a:pt x="2971783" y="0"/>
                    </a:ln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1pPr>
                <a:lvl2pPr marL="457233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2pPr>
                <a:lvl3pPr marL="914465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3pPr>
                <a:lvl4pPr marL="1371699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4pPr>
                <a:lvl5pPr marL="1828929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5pPr>
                <a:lvl6pPr marL="2286162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6pPr>
                <a:lvl7pPr marL="2743395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7pPr>
                <a:lvl8pPr marL="3200628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8pPr>
                <a:lvl9pPr marL="3657861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02</a:t>
                </a:r>
              </a:p>
            </p:txBody>
          </p:sp>
          <p:sp>
            <p:nvSpPr>
              <p:cNvPr id="22" name="Text3">
                <a:extLst>
                  <a:ext uri="{FF2B5EF4-FFF2-40B4-BE49-F238E27FC236}">
                    <a16:creationId xmlns:a16="http://schemas.microsoft.com/office/drawing/2014/main" id="{2E79A6F2-6F4E-4FA2-B86B-5F4DA1073D54}"/>
                  </a:ext>
                </a:extLst>
              </p:cNvPr>
              <p:cNvSpPr txBox="1"/>
              <p:nvPr/>
            </p:nvSpPr>
            <p:spPr>
              <a:xfrm>
                <a:off x="673103" y="4951283"/>
                <a:ext cx="3255177" cy="70305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cs typeface="+mn-ea"/>
                    <a:sym typeface="+mn-lt"/>
                  </a:rPr>
                  <a:t>在处理一些突发事件时，由于缺乏经验，不能迅速做出正确判断。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23" name="Bullet3">
                <a:extLst>
                  <a:ext uri="{FF2B5EF4-FFF2-40B4-BE49-F238E27FC236}">
                    <a16:creationId xmlns:a16="http://schemas.microsoft.com/office/drawing/2014/main" id="{8C090090-159E-B0D8-3FC2-38F127565554}"/>
                  </a:ext>
                </a:extLst>
              </p:cNvPr>
              <p:cNvSpPr txBox="1"/>
              <p:nvPr/>
            </p:nvSpPr>
            <p:spPr>
              <a:xfrm>
                <a:off x="673102" y="4050516"/>
                <a:ext cx="3255177" cy="90076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>
                    <a:cs typeface="+mn-ea"/>
                    <a:sym typeface="+mn-lt"/>
                  </a:rPr>
                  <a:t>缺乏经验</a:t>
                </a:r>
                <a:endParaRPr lang="en-US" altLang="zh-CN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E0DDCECC-F46A-9070-B4F6-8C47797605C6}"/>
                </a:ext>
              </a:extLst>
            </p:cNvPr>
            <p:cNvGrpSpPr/>
            <p:nvPr/>
          </p:nvGrpSpPr>
          <p:grpSpPr>
            <a:xfrm>
              <a:off x="4468415" y="4050516"/>
              <a:ext cx="7050485" cy="1603817"/>
              <a:chOff x="4468415" y="4050516"/>
              <a:chExt cx="7050485" cy="1603817"/>
            </a:xfrm>
          </p:grpSpPr>
          <p:sp>
            <p:nvSpPr>
              <p:cNvPr id="18" name="Number4">
                <a:extLst>
                  <a:ext uri="{FF2B5EF4-FFF2-40B4-BE49-F238E27FC236}">
                    <a16:creationId xmlns:a16="http://schemas.microsoft.com/office/drawing/2014/main" id="{A9B84531-69BE-21AF-054F-6EE6D33D1BC2}"/>
                  </a:ext>
                </a:extLst>
              </p:cNvPr>
              <p:cNvSpPr/>
              <p:nvPr/>
            </p:nvSpPr>
            <p:spPr>
              <a:xfrm>
                <a:off x="4468415" y="4842584"/>
                <a:ext cx="3255176" cy="711940"/>
              </a:xfrm>
              <a:custGeom>
                <a:avLst/>
                <a:gdLst/>
                <a:ahLst/>
                <a:cxnLst/>
                <a:rect l="l" t="t" r="r" b="b"/>
                <a:pathLst>
                  <a:path w="4698883" h="1027424">
                    <a:moveTo>
                      <a:pt x="4157067" y="0"/>
                    </a:moveTo>
                    <a:lnTo>
                      <a:pt x="541815" y="0"/>
                    </a:lnTo>
                    <a:lnTo>
                      <a:pt x="0" y="1027424"/>
                    </a:lnTo>
                    <a:lnTo>
                      <a:pt x="4698883" y="1027424"/>
                    </a:lnTo>
                    <a:lnTo>
                      <a:pt x="415706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en-US"/>
                </a:defPPr>
                <a:lvl1pPr marL="0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1pPr>
                <a:lvl2pPr marL="457233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2pPr>
                <a:lvl3pPr marL="914465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3pPr>
                <a:lvl4pPr marL="1371699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4pPr>
                <a:lvl5pPr marL="1828929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5pPr>
                <a:lvl6pPr marL="2286162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6pPr>
                <a:lvl7pPr marL="2743395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7pPr>
                <a:lvl8pPr marL="3200628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8pPr>
                <a:lvl9pPr marL="3657861" algn="l" defTabSz="457233" rtl="0" eaLnBrk="1" latinLnBrk="0" hangingPunct="1">
                  <a:defRPr sz="17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4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04</a:t>
                </a:r>
              </a:p>
            </p:txBody>
          </p:sp>
          <p:sp>
            <p:nvSpPr>
              <p:cNvPr id="19" name="Text4">
                <a:extLst>
                  <a:ext uri="{FF2B5EF4-FFF2-40B4-BE49-F238E27FC236}">
                    <a16:creationId xmlns:a16="http://schemas.microsoft.com/office/drawing/2014/main" id="{D08C2F65-8C3D-572A-FA5D-7B25E01D8034}"/>
                  </a:ext>
                </a:extLst>
              </p:cNvPr>
              <p:cNvSpPr txBox="1"/>
              <p:nvPr/>
            </p:nvSpPr>
            <p:spPr>
              <a:xfrm>
                <a:off x="8534593" y="4951283"/>
                <a:ext cx="2984307" cy="70305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cs typeface="+mn-ea"/>
                    <a:sym typeface="+mn-lt"/>
                  </a:rPr>
                  <a:t>有时因为自我管理不够严格，导致工作计划不能按时完成。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20" name="Bullet4">
                <a:extLst>
                  <a:ext uri="{FF2B5EF4-FFF2-40B4-BE49-F238E27FC236}">
                    <a16:creationId xmlns:a16="http://schemas.microsoft.com/office/drawing/2014/main" id="{EF0B7B99-8524-FF96-4F5B-3AB645B6ED44}"/>
                  </a:ext>
                </a:extLst>
              </p:cNvPr>
              <p:cNvSpPr txBox="1"/>
              <p:nvPr/>
            </p:nvSpPr>
            <p:spPr>
              <a:xfrm>
                <a:off x="8534592" y="4050516"/>
                <a:ext cx="2984307" cy="900767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/>
              </a:bodyPr>
              <a:lstStyle/>
              <a:p>
                <a:r>
                  <a:rPr lang="zh-CN" altLang="en-US" b="1">
                    <a:cs typeface="+mn-ea"/>
                    <a:sym typeface="+mn-lt"/>
                  </a:rPr>
                  <a:t>自我管理不足</a:t>
                </a:r>
                <a:endParaRPr lang="en-US" altLang="zh-CN" b="1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B143DEA-288B-DE6E-1F45-D7A138C2C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存在的问题</a:t>
            </a:r>
          </a:p>
        </p:txBody>
      </p:sp>
    </p:spTree>
    <p:extLst>
      <p:ext uri="{BB962C8B-B14F-4D97-AF65-F5344CB8AC3E}">
        <p14:creationId xmlns:p14="http://schemas.microsoft.com/office/powerpoint/2010/main" val="3306574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个人能力提升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描述在任职期间的专业成长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-TopLeft,Top,TopRight,Left,RightLeft,BottomLeft">
            <a:extLst>
              <a:ext uri="{FF2B5EF4-FFF2-40B4-BE49-F238E27FC236}">
                <a16:creationId xmlns:a16="http://schemas.microsoft.com/office/drawing/2014/main" id="{19620B20-5E8F-8525-9BB0-B17936F514A7}"/>
              </a:ext>
            </a:extLst>
          </p:cNvPr>
          <p:cNvSpPr>
            <a:spLocks noChangeAspect="1"/>
          </p:cNvSpPr>
          <p:nvPr/>
        </p:nvSpPr>
        <p:spPr>
          <a:xfrm>
            <a:off x="4235505" y="1394494"/>
            <a:ext cx="7122038" cy="4475412"/>
          </a:xfrm>
          <a:prstGeom prst="roundRect">
            <a:avLst>
              <a:gd name="adj" fmla="val 10277"/>
            </a:avLst>
          </a:prstGeom>
          <a:blipFill>
            <a:blip r:embed="rId2"/>
            <a:srcRect/>
            <a:stretch>
              <a:fillRect t="-15474" r="-11716" b="-304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0DD9C6-6098-7559-F71D-B741B95A1A98}"/>
              </a:ext>
            </a:extLst>
          </p:cNvPr>
          <p:cNvGrpSpPr/>
          <p:nvPr/>
        </p:nvGrpSpPr>
        <p:grpSpPr>
          <a:xfrm>
            <a:off x="660400" y="2027561"/>
            <a:ext cx="3998338" cy="3254714"/>
            <a:chOff x="673100" y="1511299"/>
            <a:chExt cx="4470400" cy="36389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29B3F43-2CED-D3BB-8DD2-B47C4137A345}"/>
                </a:ext>
              </a:extLst>
            </p:cNvPr>
            <p:cNvGrpSpPr>
              <a:grpSpLocks/>
            </p:cNvGrpSpPr>
            <p:nvPr/>
          </p:nvGrpSpPr>
          <p:grpSpPr>
            <a:xfrm>
              <a:off x="673100" y="1511299"/>
              <a:ext cx="4470400" cy="3638981"/>
              <a:chOff x="2471319" y="1349864"/>
              <a:chExt cx="3397250" cy="3956014"/>
            </a:xfrm>
          </p:grpSpPr>
          <p:sp>
            <p:nvSpPr>
              <p:cNvPr id="10" name="矩形 1">
                <a:extLst>
                  <a:ext uri="{FF2B5EF4-FFF2-40B4-BE49-F238E27FC236}">
                    <a16:creationId xmlns:a16="http://schemas.microsoft.com/office/drawing/2014/main" id="{E6B23F8F-9D65-56E5-DD1B-FF7B2783E7EA}"/>
                  </a:ext>
                </a:extLst>
              </p:cNvPr>
              <p:cNvSpPr/>
              <p:nvPr/>
            </p:nvSpPr>
            <p:spPr>
              <a:xfrm>
                <a:off x="2471319" y="1349864"/>
                <a:ext cx="3397250" cy="3956014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 4">
                <a:extLst>
                  <a:ext uri="{FF2B5EF4-FFF2-40B4-BE49-F238E27FC236}">
                    <a16:creationId xmlns:a16="http://schemas.microsoft.com/office/drawing/2014/main" id="{0BD81295-7215-936A-EFD5-7B1B6C60D16E}"/>
                  </a:ext>
                </a:extLst>
              </p:cNvPr>
              <p:cNvSpPr/>
              <p:nvPr/>
            </p:nvSpPr>
            <p:spPr>
              <a:xfrm>
                <a:off x="3442691" y="4938836"/>
                <a:ext cx="1343462" cy="15705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 fontScale="25000" lnSpcReduction="20000"/>
              </a:bodyPr>
              <a:lstStyle/>
              <a:p>
                <a:pPr algn="ctr"/>
                <a:endParaRPr kumimoji="1" lang="zh-CN" altLang="en-US"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Bullet1">
                <a:extLst>
                  <a:ext uri="{FF2B5EF4-FFF2-40B4-BE49-F238E27FC236}">
                    <a16:creationId xmlns:a16="http://schemas.microsoft.com/office/drawing/2014/main" id="{58F39846-9BBB-0696-9648-9C96F13B8E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53188" y="2804802"/>
                <a:ext cx="2322469" cy="742675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技能培训参与</a:t>
                </a:r>
                <a:endParaRPr kumimoji="1" lang="en-US" altLang="zh-CN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Text1">
                <a:extLst>
                  <a:ext uri="{FF2B5EF4-FFF2-40B4-BE49-F238E27FC236}">
                    <a16:creationId xmlns:a16="http://schemas.microsoft.com/office/drawing/2014/main" id="{B04FB63A-F9D9-D46E-11F9-BCF27A141F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30979" y="3757467"/>
                <a:ext cx="2766886" cy="9761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主动报名参加公司举办的各类专业技能培训，提升自我。</a:t>
                </a:r>
                <a:endParaRPr kumimoji="1"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9" name="Title">
              <a:extLst>
                <a:ext uri="{FF2B5EF4-FFF2-40B4-BE49-F238E27FC236}">
                  <a16:creationId xmlns:a16="http://schemas.microsoft.com/office/drawing/2014/main" id="{AE9F902F-4D7D-1CC9-5CC6-905C391CB0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3600" y="1857528"/>
              <a:ext cx="4064000" cy="80335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技能学习与运用实例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F70C34A-8636-431E-C640-4C5D4DDDE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个人能力提升</a:t>
            </a:r>
          </a:p>
        </p:txBody>
      </p:sp>
    </p:spTree>
    <p:extLst>
      <p:ext uri="{BB962C8B-B14F-4D97-AF65-F5344CB8AC3E}">
        <p14:creationId xmlns:p14="http://schemas.microsoft.com/office/powerpoint/2010/main" val="1460684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F8CF575-C8ED-FE0E-01C7-F329CAFC4B96}"/>
              </a:ext>
            </a:extLst>
          </p:cNvPr>
          <p:cNvGrpSpPr/>
          <p:nvPr/>
        </p:nvGrpSpPr>
        <p:grpSpPr>
          <a:xfrm>
            <a:off x="660400" y="1283451"/>
            <a:ext cx="10894122" cy="4952249"/>
            <a:chOff x="660400" y="1905751"/>
            <a:chExt cx="10894122" cy="4952249"/>
          </a:xfrm>
        </p:grpSpPr>
        <p:sp>
          <p:nvSpPr>
            <p:cNvPr id="6" name="Title">
              <a:extLst>
                <a:ext uri="{FF2B5EF4-FFF2-40B4-BE49-F238E27FC236}">
                  <a16:creationId xmlns:a16="http://schemas.microsoft.com/office/drawing/2014/main" id="{60C75CF2-2734-F5CB-EE3E-9BEC796DCC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905751"/>
              <a:ext cx="10858500" cy="5881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面对问题如何分析与解决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F292197-EA92-A7C8-D817-27FE5D95FB2B}"/>
                </a:ext>
              </a:extLst>
            </p:cNvPr>
            <p:cNvGrpSpPr/>
            <p:nvPr/>
          </p:nvGrpSpPr>
          <p:grpSpPr>
            <a:xfrm>
              <a:off x="688808" y="2815791"/>
              <a:ext cx="2280514" cy="4042209"/>
              <a:chOff x="688808" y="2815791"/>
              <a:chExt cx="2280514" cy="4042209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9F55FC52-A76E-51AA-7A18-C5B702821A88}"/>
                  </a:ext>
                </a:extLst>
              </p:cNvPr>
              <p:cNvGrpSpPr/>
              <p:nvPr/>
            </p:nvGrpSpPr>
            <p:grpSpPr>
              <a:xfrm>
                <a:off x="688808" y="2815791"/>
                <a:ext cx="2280514" cy="4042209"/>
                <a:chOff x="688808" y="2815791"/>
                <a:chExt cx="2280514" cy="4042209"/>
              </a:xfrm>
            </p:grpSpPr>
            <p:sp>
              <p:nvSpPr>
                <p:cNvPr id="38" name="矩形: 圆顶角 37">
                  <a:extLst>
                    <a:ext uri="{FF2B5EF4-FFF2-40B4-BE49-F238E27FC236}">
                      <a16:creationId xmlns:a16="http://schemas.microsoft.com/office/drawing/2014/main" id="{ADAC8619-D265-8D95-A55B-40C7E86223E7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88808" y="3504766"/>
                  <a:ext cx="2158163" cy="3353234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noFill/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39" name="Number1">
                  <a:extLst>
                    <a:ext uri="{FF2B5EF4-FFF2-40B4-BE49-F238E27FC236}">
                      <a16:creationId xmlns:a16="http://schemas.microsoft.com/office/drawing/2014/main" id="{D33BA354-0479-2583-78F3-87CCCE385C89}"/>
                    </a:ext>
                  </a:extLst>
                </p:cNvPr>
                <p:cNvSpPr/>
                <p:nvPr/>
              </p:nvSpPr>
              <p:spPr>
                <a:xfrm>
                  <a:off x="688810" y="2815791"/>
                  <a:ext cx="2280512" cy="688975"/>
                </a:xfrm>
                <a:custGeom>
                  <a:avLst/>
                  <a:gdLst>
                    <a:gd name="connsiteX0" fmla="*/ 0 w 1753762"/>
                    <a:gd name="connsiteY0" fmla="*/ 0 h 543747"/>
                    <a:gd name="connsiteX1" fmla="*/ 1490767 w 1753762"/>
                    <a:gd name="connsiteY1" fmla="*/ 0 h 543747"/>
                    <a:gd name="connsiteX2" fmla="*/ 1753762 w 1753762"/>
                    <a:gd name="connsiteY2" fmla="*/ 271874 h 543747"/>
                    <a:gd name="connsiteX3" fmla="*/ 1477548 w 1753762"/>
                    <a:gd name="connsiteY3" fmla="*/ 543747 h 543747"/>
                    <a:gd name="connsiteX4" fmla="*/ 0 w 1753762"/>
                    <a:gd name="connsiteY4" fmla="*/ 543747 h 543747"/>
                    <a:gd name="connsiteX5" fmla="*/ 0 w 1753762"/>
                    <a:gd name="connsiteY5" fmla="*/ 0 h 543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53762" h="543747">
                      <a:moveTo>
                        <a:pt x="0" y="0"/>
                      </a:moveTo>
                      <a:lnTo>
                        <a:pt x="1490767" y="0"/>
                      </a:lnTo>
                      <a:lnTo>
                        <a:pt x="1753762" y="271874"/>
                      </a:lnTo>
                      <a:lnTo>
                        <a:pt x="1477548" y="543747"/>
                      </a:lnTo>
                      <a:lnTo>
                        <a:pt x="0" y="5437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0" tIns="45720" rIns="91440" bIns="45720" rtlCol="0" anchor="ctr">
                  <a:normAutofit/>
                </a:bodyPr>
                <a:lstStyle/>
                <a:p>
                  <a:r>
                    <a:rPr lang="en-US" altLang="zh-CN" sz="2000" b="1" dirty="0">
                      <a:solidFill>
                        <a:srgbClr val="FFFFFF"/>
                      </a:solidFill>
                      <a:cs typeface="+mn-ea"/>
                    </a:rPr>
                    <a:t>01</a:t>
                  </a:r>
                  <a:endParaRPr lang="zh-CN" altLang="en-US" sz="20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  <p:sp>
              <p:nvSpPr>
                <p:cNvPr id="40" name="Bullet1">
                  <a:extLst>
                    <a:ext uri="{FF2B5EF4-FFF2-40B4-BE49-F238E27FC236}">
                      <a16:creationId xmlns:a16="http://schemas.microsoft.com/office/drawing/2014/main" id="{A609C9AC-A7DE-A18C-7D86-1517F914AE31}"/>
                    </a:ext>
                  </a:extLst>
                </p:cNvPr>
                <p:cNvSpPr txBox="1"/>
                <p:nvPr/>
              </p:nvSpPr>
              <p:spPr>
                <a:xfrm>
                  <a:off x="823025" y="3759518"/>
                  <a:ext cx="1889732" cy="5406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问题诊断方法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Text1">
                  <a:extLst>
                    <a:ext uri="{FF2B5EF4-FFF2-40B4-BE49-F238E27FC236}">
                      <a16:creationId xmlns:a16="http://schemas.microsoft.com/office/drawing/2014/main" id="{81ABBC66-E631-09E3-69D5-5805F8A1C4A2}"/>
                    </a:ext>
                  </a:extLst>
                </p:cNvPr>
                <p:cNvSpPr txBox="1"/>
                <p:nvPr/>
              </p:nvSpPr>
              <p:spPr>
                <a:xfrm>
                  <a:off x="823025" y="4406090"/>
                  <a:ext cx="1889732" cy="139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分析问题的根本原因，避免表面处理。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7" name="箭头: 右 36">
                <a:extLst>
                  <a:ext uri="{FF2B5EF4-FFF2-40B4-BE49-F238E27FC236}">
                    <a16:creationId xmlns:a16="http://schemas.microsoft.com/office/drawing/2014/main" id="{BD43C113-D47F-0BDA-684A-401EB4E386B9}"/>
                  </a:ext>
                </a:extLst>
              </p:cNvPr>
              <p:cNvSpPr/>
              <p:nvPr/>
            </p:nvSpPr>
            <p:spPr>
              <a:xfrm>
                <a:off x="2174584" y="5805661"/>
                <a:ext cx="512590" cy="32843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6708ABF-0D6F-BC0B-6747-49D7E50DB7AF}"/>
                </a:ext>
              </a:extLst>
            </p:cNvPr>
            <p:cNvGrpSpPr/>
            <p:nvPr/>
          </p:nvGrpSpPr>
          <p:grpSpPr>
            <a:xfrm>
              <a:off x="2835108" y="2815791"/>
              <a:ext cx="2280514" cy="4042209"/>
              <a:chOff x="2835108" y="2815791"/>
              <a:chExt cx="2280514" cy="4042209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DA653B97-E9A5-5DEA-F756-891D18A4B990}"/>
                  </a:ext>
                </a:extLst>
              </p:cNvPr>
              <p:cNvGrpSpPr/>
              <p:nvPr/>
            </p:nvGrpSpPr>
            <p:grpSpPr>
              <a:xfrm>
                <a:off x="2835108" y="2815791"/>
                <a:ext cx="2280514" cy="4042209"/>
                <a:chOff x="688808" y="2815791"/>
                <a:chExt cx="2280514" cy="4042209"/>
              </a:xfrm>
            </p:grpSpPr>
            <p:sp>
              <p:nvSpPr>
                <p:cNvPr id="32" name="矩形: 圆顶角 31">
                  <a:extLst>
                    <a:ext uri="{FF2B5EF4-FFF2-40B4-BE49-F238E27FC236}">
                      <a16:creationId xmlns:a16="http://schemas.microsoft.com/office/drawing/2014/main" id="{545A7A59-59A4-7971-D77B-3CDC88AB1C63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88808" y="3504766"/>
                  <a:ext cx="2158163" cy="3353234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noFill/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33" name="Number2">
                  <a:extLst>
                    <a:ext uri="{FF2B5EF4-FFF2-40B4-BE49-F238E27FC236}">
                      <a16:creationId xmlns:a16="http://schemas.microsoft.com/office/drawing/2014/main" id="{6A196F9A-0286-3A1B-4B72-B3539D004E8F}"/>
                    </a:ext>
                  </a:extLst>
                </p:cNvPr>
                <p:cNvSpPr/>
                <p:nvPr/>
              </p:nvSpPr>
              <p:spPr>
                <a:xfrm>
                  <a:off x="688810" y="2815791"/>
                  <a:ext cx="2280512" cy="688975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75000">
                      <a:schemeClr val="accent2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0" tIns="45720" rIns="91440" bIns="45720" rtlCol="0" anchor="ctr">
                  <a:normAutofit/>
                </a:bodyPr>
                <a:lstStyle/>
                <a:p>
                  <a:r>
                    <a:rPr lang="en-US" altLang="zh-CN" sz="2000" b="1" dirty="0">
                      <a:solidFill>
                        <a:srgbClr val="FFFFFF"/>
                      </a:solidFill>
                      <a:cs typeface="+mn-ea"/>
                    </a:rPr>
                    <a:t>02</a:t>
                  </a:r>
                  <a:endParaRPr lang="zh-CN" altLang="en-US" sz="20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  <p:sp>
              <p:nvSpPr>
                <p:cNvPr id="34" name="Bullet2">
                  <a:extLst>
                    <a:ext uri="{FF2B5EF4-FFF2-40B4-BE49-F238E27FC236}">
                      <a16:creationId xmlns:a16="http://schemas.microsoft.com/office/drawing/2014/main" id="{7B42DB1D-B31F-B755-05D3-E9F6EDBC7E8E}"/>
                    </a:ext>
                  </a:extLst>
                </p:cNvPr>
                <p:cNvSpPr txBox="1"/>
                <p:nvPr/>
              </p:nvSpPr>
              <p:spPr>
                <a:xfrm>
                  <a:off x="823025" y="3759518"/>
                  <a:ext cx="1889732" cy="5406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信息收集与整合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Text2">
                  <a:extLst>
                    <a:ext uri="{FF2B5EF4-FFF2-40B4-BE49-F238E27FC236}">
                      <a16:creationId xmlns:a16="http://schemas.microsoft.com/office/drawing/2014/main" id="{D30EF798-C12B-0040-2E9B-78E9D905D37F}"/>
                    </a:ext>
                  </a:extLst>
                </p:cNvPr>
                <p:cNvSpPr txBox="1"/>
                <p:nvPr/>
              </p:nvSpPr>
              <p:spPr>
                <a:xfrm>
                  <a:off x="823025" y="4406090"/>
                  <a:ext cx="1889732" cy="139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全面收集相关数据和信息，为解决问题提供支持。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1" name="箭头: 右 30">
                <a:extLst>
                  <a:ext uri="{FF2B5EF4-FFF2-40B4-BE49-F238E27FC236}">
                    <a16:creationId xmlns:a16="http://schemas.microsoft.com/office/drawing/2014/main" id="{8A6B766C-8AC1-CC19-74DA-414717B97E18}"/>
                  </a:ext>
                </a:extLst>
              </p:cNvPr>
              <p:cNvSpPr/>
              <p:nvPr/>
            </p:nvSpPr>
            <p:spPr>
              <a:xfrm>
                <a:off x="4321660" y="5805661"/>
                <a:ext cx="512590" cy="32843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FC0B03D-4A9B-EC05-E36D-4886FE801395}"/>
                </a:ext>
              </a:extLst>
            </p:cNvPr>
            <p:cNvGrpSpPr/>
            <p:nvPr/>
          </p:nvGrpSpPr>
          <p:grpSpPr>
            <a:xfrm>
              <a:off x="4981408" y="2815791"/>
              <a:ext cx="2280514" cy="4042209"/>
              <a:chOff x="4981408" y="2815791"/>
              <a:chExt cx="2280514" cy="4042209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FC602245-6B19-C9A1-8B6B-081104986A0F}"/>
                  </a:ext>
                </a:extLst>
              </p:cNvPr>
              <p:cNvGrpSpPr/>
              <p:nvPr/>
            </p:nvGrpSpPr>
            <p:grpSpPr>
              <a:xfrm>
                <a:off x="4981408" y="2815791"/>
                <a:ext cx="2280514" cy="4042209"/>
                <a:chOff x="688808" y="2815791"/>
                <a:chExt cx="2280514" cy="4042209"/>
              </a:xfrm>
            </p:grpSpPr>
            <p:sp>
              <p:nvSpPr>
                <p:cNvPr id="26" name="矩形: 圆顶角 25">
                  <a:extLst>
                    <a:ext uri="{FF2B5EF4-FFF2-40B4-BE49-F238E27FC236}">
                      <a16:creationId xmlns:a16="http://schemas.microsoft.com/office/drawing/2014/main" id="{F071ED05-BDF3-1038-ADD8-A8E21F3C17E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88808" y="3504766"/>
                  <a:ext cx="2158163" cy="3353234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noFill/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27" name="Number3">
                  <a:extLst>
                    <a:ext uri="{FF2B5EF4-FFF2-40B4-BE49-F238E27FC236}">
                      <a16:creationId xmlns:a16="http://schemas.microsoft.com/office/drawing/2014/main" id="{0BC57D8D-3E5A-776C-F2F7-571AA5F8BFC4}"/>
                    </a:ext>
                  </a:extLst>
                </p:cNvPr>
                <p:cNvSpPr/>
                <p:nvPr/>
              </p:nvSpPr>
              <p:spPr>
                <a:xfrm>
                  <a:off x="688810" y="2815791"/>
                  <a:ext cx="2280512" cy="688975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75000">
                      <a:schemeClr val="accent3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3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0" tIns="45720" rIns="91440" bIns="45720" rtlCol="0" anchor="ctr">
                  <a:normAutofit/>
                </a:bodyPr>
                <a:lstStyle/>
                <a:p>
                  <a:r>
                    <a:rPr lang="en-US" altLang="zh-CN" sz="2000" b="1" dirty="0">
                      <a:solidFill>
                        <a:srgbClr val="FFFFFF"/>
                      </a:solidFill>
                      <a:cs typeface="+mn-ea"/>
                    </a:rPr>
                    <a:t>03</a:t>
                  </a:r>
                  <a:endParaRPr lang="zh-CN" altLang="en-US" sz="20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  <p:sp>
              <p:nvSpPr>
                <p:cNvPr id="28" name="Bullet3">
                  <a:extLst>
                    <a:ext uri="{FF2B5EF4-FFF2-40B4-BE49-F238E27FC236}">
                      <a16:creationId xmlns:a16="http://schemas.microsoft.com/office/drawing/2014/main" id="{AC9FCA65-C570-D846-7139-40AA5C9D004A}"/>
                    </a:ext>
                  </a:extLst>
                </p:cNvPr>
                <p:cNvSpPr txBox="1"/>
                <p:nvPr/>
              </p:nvSpPr>
              <p:spPr>
                <a:xfrm>
                  <a:off x="823025" y="3759518"/>
                  <a:ext cx="1889732" cy="5406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逻辑思维训练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3">
                  <a:extLst>
                    <a:ext uri="{FF2B5EF4-FFF2-40B4-BE49-F238E27FC236}">
                      <a16:creationId xmlns:a16="http://schemas.microsoft.com/office/drawing/2014/main" id="{A6EEB20E-30F0-DEF0-A30F-7E3455D6429A}"/>
                    </a:ext>
                  </a:extLst>
                </p:cNvPr>
                <p:cNvSpPr txBox="1"/>
                <p:nvPr/>
              </p:nvSpPr>
              <p:spPr>
                <a:xfrm>
                  <a:off x="823025" y="4406090"/>
                  <a:ext cx="1889732" cy="139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提升逻辑思维，条理清晰地分析问题。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5" name="箭头: 右 24">
                <a:extLst>
                  <a:ext uri="{FF2B5EF4-FFF2-40B4-BE49-F238E27FC236}">
                    <a16:creationId xmlns:a16="http://schemas.microsoft.com/office/drawing/2014/main" id="{09B94CCA-7A94-5B60-CABA-4EBC6FBB9A9A}"/>
                  </a:ext>
                </a:extLst>
              </p:cNvPr>
              <p:cNvSpPr/>
              <p:nvPr/>
            </p:nvSpPr>
            <p:spPr>
              <a:xfrm>
                <a:off x="6468736" y="5805661"/>
                <a:ext cx="512590" cy="32843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CEFD15B-21A3-08EF-0B86-A32957ACAB32}"/>
                </a:ext>
              </a:extLst>
            </p:cNvPr>
            <p:cNvGrpSpPr/>
            <p:nvPr/>
          </p:nvGrpSpPr>
          <p:grpSpPr>
            <a:xfrm>
              <a:off x="7127708" y="2815791"/>
              <a:ext cx="2280514" cy="4042209"/>
              <a:chOff x="7127708" y="2815791"/>
              <a:chExt cx="2280514" cy="4042209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2A8A3CB4-51D8-3F2E-6DDC-12C104E662F1}"/>
                  </a:ext>
                </a:extLst>
              </p:cNvPr>
              <p:cNvGrpSpPr/>
              <p:nvPr/>
            </p:nvGrpSpPr>
            <p:grpSpPr>
              <a:xfrm>
                <a:off x="7127708" y="2815791"/>
                <a:ext cx="2280514" cy="4042209"/>
                <a:chOff x="688808" y="2815791"/>
                <a:chExt cx="2280514" cy="4042209"/>
              </a:xfrm>
            </p:grpSpPr>
            <p:sp>
              <p:nvSpPr>
                <p:cNvPr id="20" name="矩形: 圆顶角 19">
                  <a:extLst>
                    <a:ext uri="{FF2B5EF4-FFF2-40B4-BE49-F238E27FC236}">
                      <a16:creationId xmlns:a16="http://schemas.microsoft.com/office/drawing/2014/main" id="{817150BC-01FE-5EC2-FE8C-9542E45EF2E9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88808" y="3504766"/>
                  <a:ext cx="2158163" cy="3353234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noFill/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21" name="Number4">
                  <a:extLst>
                    <a:ext uri="{FF2B5EF4-FFF2-40B4-BE49-F238E27FC236}">
                      <a16:creationId xmlns:a16="http://schemas.microsoft.com/office/drawing/2014/main" id="{4347BC12-1FB5-92FC-F61B-4766B191ADBB}"/>
                    </a:ext>
                  </a:extLst>
                </p:cNvPr>
                <p:cNvSpPr/>
                <p:nvPr/>
              </p:nvSpPr>
              <p:spPr>
                <a:xfrm>
                  <a:off x="688810" y="2815791"/>
                  <a:ext cx="2280512" cy="688975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75000">
                      <a:schemeClr val="accent4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4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0" tIns="45720" rIns="91440" bIns="45720" rtlCol="0" anchor="ctr">
                  <a:normAutofit/>
                </a:bodyPr>
                <a:lstStyle/>
                <a:p>
                  <a:r>
                    <a:rPr lang="en-US" altLang="zh-CN" sz="2000" b="1" dirty="0">
                      <a:solidFill>
                        <a:srgbClr val="FFFFFF"/>
                      </a:solidFill>
                      <a:cs typeface="+mn-ea"/>
                    </a:rPr>
                    <a:t>04</a:t>
                  </a:r>
                  <a:endParaRPr lang="zh-CN" altLang="en-US" sz="20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  <p:sp>
              <p:nvSpPr>
                <p:cNvPr id="22" name="Bullet4">
                  <a:extLst>
                    <a:ext uri="{FF2B5EF4-FFF2-40B4-BE49-F238E27FC236}">
                      <a16:creationId xmlns:a16="http://schemas.microsoft.com/office/drawing/2014/main" id="{46998A23-5418-6F7B-5151-46B06C13FE8B}"/>
                    </a:ext>
                  </a:extLst>
                </p:cNvPr>
                <p:cNvSpPr txBox="1"/>
                <p:nvPr/>
              </p:nvSpPr>
              <p:spPr>
                <a:xfrm>
                  <a:off x="823025" y="3759518"/>
                  <a:ext cx="1889732" cy="5406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创新思维激发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Text4">
                  <a:extLst>
                    <a:ext uri="{FF2B5EF4-FFF2-40B4-BE49-F238E27FC236}">
                      <a16:creationId xmlns:a16="http://schemas.microsoft.com/office/drawing/2014/main" id="{3202168A-8C0B-BA8D-1AE0-731F24C00AC5}"/>
                    </a:ext>
                  </a:extLst>
                </p:cNvPr>
                <p:cNvSpPr txBox="1"/>
                <p:nvPr/>
              </p:nvSpPr>
              <p:spPr>
                <a:xfrm>
                  <a:off x="823025" y="4406090"/>
                  <a:ext cx="1889732" cy="139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尝试用新方法解决问题，打破常规。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9" name="箭头: 右 18">
                <a:extLst>
                  <a:ext uri="{FF2B5EF4-FFF2-40B4-BE49-F238E27FC236}">
                    <a16:creationId xmlns:a16="http://schemas.microsoft.com/office/drawing/2014/main" id="{1ACFBBE3-1169-DB21-085D-6834981F1237}"/>
                  </a:ext>
                </a:extLst>
              </p:cNvPr>
              <p:cNvSpPr/>
              <p:nvPr/>
            </p:nvSpPr>
            <p:spPr>
              <a:xfrm>
                <a:off x="8615812" y="5805661"/>
                <a:ext cx="512590" cy="32843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21A98AA-CB52-CA1D-CFBE-8B2693FD59E9}"/>
                </a:ext>
              </a:extLst>
            </p:cNvPr>
            <p:cNvGrpSpPr/>
            <p:nvPr/>
          </p:nvGrpSpPr>
          <p:grpSpPr>
            <a:xfrm>
              <a:off x="9274008" y="2815791"/>
              <a:ext cx="2280514" cy="4042209"/>
              <a:chOff x="9274008" y="2815791"/>
              <a:chExt cx="2280514" cy="4042209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6FDFC7F5-5BD4-F126-F19F-FF472BC68EBB}"/>
                  </a:ext>
                </a:extLst>
              </p:cNvPr>
              <p:cNvGrpSpPr/>
              <p:nvPr/>
            </p:nvGrpSpPr>
            <p:grpSpPr>
              <a:xfrm>
                <a:off x="9274008" y="2815791"/>
                <a:ext cx="2280514" cy="4042209"/>
                <a:chOff x="688808" y="2815791"/>
                <a:chExt cx="2280514" cy="4042209"/>
              </a:xfrm>
            </p:grpSpPr>
            <p:sp>
              <p:nvSpPr>
                <p:cNvPr id="14" name="矩形: 圆顶角 13">
                  <a:extLst>
                    <a:ext uri="{FF2B5EF4-FFF2-40B4-BE49-F238E27FC236}">
                      <a16:creationId xmlns:a16="http://schemas.microsoft.com/office/drawing/2014/main" id="{738CA6BE-7CE5-EE13-8431-6331C41BEDD6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688808" y="3504766"/>
                  <a:ext cx="2158163" cy="3353234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noFill/>
                <a:ln w="12700"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16200000" scaled="1"/>
                    <a:tileRect/>
                  </a:gradFill>
                </a:ln>
                <a:effectLst>
                  <a:outerShdw blurRad="533400" dist="50800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  <p:sp>
              <p:nvSpPr>
                <p:cNvPr id="15" name="Number5">
                  <a:extLst>
                    <a:ext uri="{FF2B5EF4-FFF2-40B4-BE49-F238E27FC236}">
                      <a16:creationId xmlns:a16="http://schemas.microsoft.com/office/drawing/2014/main" id="{5D72A6C4-ADEC-1893-DBBD-39492E3D5DE3}"/>
                    </a:ext>
                  </a:extLst>
                </p:cNvPr>
                <p:cNvSpPr/>
                <p:nvPr/>
              </p:nvSpPr>
              <p:spPr>
                <a:xfrm>
                  <a:off x="688810" y="2815791"/>
                  <a:ext cx="2280512" cy="688975"/>
                </a:xfrm>
                <a:prstGeom prst="chevron">
                  <a:avLst/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75000">
                      <a:schemeClr val="accent5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5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0" tIns="45720" rIns="91440" bIns="45720" rtlCol="0" anchor="ctr">
                  <a:normAutofit/>
                </a:bodyPr>
                <a:lstStyle/>
                <a:p>
                  <a:r>
                    <a:rPr lang="en-US" altLang="zh-CN" sz="2000" b="1" dirty="0">
                      <a:solidFill>
                        <a:srgbClr val="FFFFFF"/>
                      </a:solidFill>
                      <a:cs typeface="+mn-ea"/>
                    </a:rPr>
                    <a:t>05</a:t>
                  </a:r>
                  <a:endParaRPr lang="zh-CN" altLang="en-US" sz="2000" b="1" dirty="0">
                    <a:solidFill>
                      <a:srgbClr val="FFFFFF"/>
                    </a:solidFill>
                    <a:cs typeface="+mn-ea"/>
                  </a:endParaRPr>
                </a:p>
              </p:txBody>
            </p:sp>
            <p:sp>
              <p:nvSpPr>
                <p:cNvPr id="16" name="Bullet5">
                  <a:extLst>
                    <a:ext uri="{FF2B5EF4-FFF2-40B4-BE49-F238E27FC236}">
                      <a16:creationId xmlns:a16="http://schemas.microsoft.com/office/drawing/2014/main" id="{41FC612A-AD5A-0103-1B5A-A5526917C38E}"/>
                    </a:ext>
                  </a:extLst>
                </p:cNvPr>
                <p:cNvSpPr txBox="1"/>
                <p:nvPr/>
              </p:nvSpPr>
              <p:spPr>
                <a:xfrm>
                  <a:off x="823025" y="3759518"/>
                  <a:ext cx="1889732" cy="5406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团队合作与沟通</a:t>
                  </a:r>
                  <a:endParaRPr kumimoji="0" lang="de-DE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Text5">
                  <a:extLst>
                    <a:ext uri="{FF2B5EF4-FFF2-40B4-BE49-F238E27FC236}">
                      <a16:creationId xmlns:a16="http://schemas.microsoft.com/office/drawing/2014/main" id="{4CCB1021-CE1A-BD7F-C69E-1B9B698F7C5D}"/>
                    </a:ext>
                  </a:extLst>
                </p:cNvPr>
                <p:cNvSpPr txBox="1"/>
                <p:nvPr/>
              </p:nvSpPr>
              <p:spPr>
                <a:xfrm>
                  <a:off x="823025" y="4406090"/>
                  <a:ext cx="1889732" cy="1393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加强与团队成员的沟通，共同高效解决问题。</a:t>
                  </a:r>
                  <a:endParaRPr kumimoji="0" lang="de-DE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" name="箭头: 右 12">
                <a:extLst>
                  <a:ext uri="{FF2B5EF4-FFF2-40B4-BE49-F238E27FC236}">
                    <a16:creationId xmlns:a16="http://schemas.microsoft.com/office/drawing/2014/main" id="{474B98E7-1450-3867-F5B1-C80CD24CC3EB}"/>
                  </a:ext>
                </a:extLst>
              </p:cNvPr>
              <p:cNvSpPr/>
              <p:nvPr/>
            </p:nvSpPr>
            <p:spPr>
              <a:xfrm>
                <a:off x="10762886" y="5805661"/>
                <a:ext cx="512590" cy="328439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0800000" scaled="1"/>
                <a:tileRect/>
              </a:gradFill>
              <a:ln w="63500" cap="rnd">
                <a:noFill/>
                <a:headEnd type="none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48940AF-B900-A7C7-CFC2-1B8E5FBD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问题解决能力</a:t>
            </a:r>
          </a:p>
        </p:txBody>
      </p:sp>
    </p:spTree>
    <p:extLst>
      <p:ext uri="{BB962C8B-B14F-4D97-AF65-F5344CB8AC3E}">
        <p14:creationId xmlns:p14="http://schemas.microsoft.com/office/powerpoint/2010/main" val="4169221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7C0700-9975-A5DE-7392-F0607634DB85}"/>
              </a:ext>
            </a:extLst>
          </p:cNvPr>
          <p:cNvGrpSpPr/>
          <p:nvPr/>
        </p:nvGrpSpPr>
        <p:grpSpPr>
          <a:xfrm>
            <a:off x="660400" y="1181100"/>
            <a:ext cx="10858500" cy="4903199"/>
            <a:chOff x="660400" y="1181100"/>
            <a:chExt cx="10858500" cy="4903199"/>
          </a:xfrm>
        </p:grpSpPr>
        <p:cxnSp>
          <p:nvCxnSpPr>
            <p:cNvPr id="4" name="ïṥḷîḑè">
              <a:extLst>
                <a:ext uri="{FF2B5EF4-FFF2-40B4-BE49-F238E27FC236}">
                  <a16:creationId xmlns:a16="http://schemas.microsoft.com/office/drawing/2014/main" id="{C5DE16CE-2A25-5ED2-2412-004085913F32}"/>
                </a:ext>
              </a:extLst>
            </p:cNvPr>
            <p:cNvCxnSpPr>
              <a:cxnSpLocks/>
            </p:cNvCxnSpPr>
            <p:nvPr/>
          </p:nvCxnSpPr>
          <p:spPr>
            <a:xfrm>
              <a:off x="4123304" y="4809507"/>
              <a:ext cx="0" cy="1046461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ïS1îďè">
              <a:extLst>
                <a:ext uri="{FF2B5EF4-FFF2-40B4-BE49-F238E27FC236}">
                  <a16:creationId xmlns:a16="http://schemas.microsoft.com/office/drawing/2014/main" id="{C178F9FC-2FC0-B78E-79B8-558232CE0D6C}"/>
                </a:ext>
              </a:extLst>
            </p:cNvPr>
            <p:cNvCxnSpPr>
              <a:cxnSpLocks/>
            </p:cNvCxnSpPr>
            <p:nvPr/>
          </p:nvCxnSpPr>
          <p:spPr>
            <a:xfrm>
              <a:off x="8065895" y="4809507"/>
              <a:ext cx="0" cy="1046461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íṣḻïḑe">
              <a:extLst>
                <a:ext uri="{FF2B5EF4-FFF2-40B4-BE49-F238E27FC236}">
                  <a16:creationId xmlns:a16="http://schemas.microsoft.com/office/drawing/2014/main" id="{E69BB381-E783-0903-A60E-0B6C122F3D2B}"/>
                </a:ext>
              </a:extLst>
            </p:cNvPr>
            <p:cNvCxnSpPr>
              <a:cxnSpLocks/>
            </p:cNvCxnSpPr>
            <p:nvPr/>
          </p:nvCxnSpPr>
          <p:spPr>
            <a:xfrm>
              <a:off x="6095300" y="2397631"/>
              <a:ext cx="0" cy="1046461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9B714E1-C61A-4252-9F9F-D6189D551463}"/>
                </a:ext>
              </a:extLst>
            </p:cNvPr>
            <p:cNvGrpSpPr/>
            <p:nvPr/>
          </p:nvGrpSpPr>
          <p:grpSpPr>
            <a:xfrm>
              <a:off x="813347" y="3848239"/>
              <a:ext cx="2677324" cy="2236060"/>
              <a:chOff x="813347" y="3848239"/>
              <a:chExt cx="2677324" cy="2236060"/>
            </a:xfrm>
          </p:grpSpPr>
          <p:sp>
            <p:nvSpPr>
              <p:cNvPr id="25" name="Number1">
                <a:extLst>
                  <a:ext uri="{FF2B5EF4-FFF2-40B4-BE49-F238E27FC236}">
                    <a16:creationId xmlns:a16="http://schemas.microsoft.com/office/drawing/2014/main" id="{E302AA10-F480-9391-625F-4ED703F44420}"/>
                  </a:ext>
                </a:extLst>
              </p:cNvPr>
              <p:cNvSpPr/>
              <p:nvPr/>
            </p:nvSpPr>
            <p:spPr>
              <a:xfrm>
                <a:off x="1866397" y="3848239"/>
                <a:ext cx="571222" cy="571221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01</a:t>
                </a:r>
                <a:endParaRPr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Bullet1">
                <a:extLst>
                  <a:ext uri="{FF2B5EF4-FFF2-40B4-BE49-F238E27FC236}">
                    <a16:creationId xmlns:a16="http://schemas.microsoft.com/office/drawing/2014/main" id="{78DD41CE-4E84-678E-B98E-00F2FE240377}"/>
                  </a:ext>
                </a:extLst>
              </p:cNvPr>
              <p:cNvSpPr txBox="1"/>
              <p:nvPr/>
            </p:nvSpPr>
            <p:spPr bwMode="auto">
              <a:xfrm>
                <a:off x="813347" y="4581175"/>
                <a:ext cx="267732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团队合作的重要性</a:t>
                </a:r>
                <a:endParaRPr lang="en-US" altLang="zh-CN" b="1" dirty="0"/>
              </a:p>
            </p:txBody>
          </p:sp>
          <p:sp>
            <p:nvSpPr>
              <p:cNvPr id="27" name="Text1">
                <a:extLst>
                  <a:ext uri="{FF2B5EF4-FFF2-40B4-BE49-F238E27FC236}">
                    <a16:creationId xmlns:a16="http://schemas.microsoft.com/office/drawing/2014/main" id="{B7B84ED1-837C-A366-5DDB-4D2937615AE3}"/>
                  </a:ext>
                </a:extLst>
              </p:cNvPr>
              <p:cNvSpPr/>
              <p:nvPr/>
            </p:nvSpPr>
            <p:spPr bwMode="auto">
              <a:xfrm>
                <a:off x="813350" y="5022981"/>
                <a:ext cx="2677318" cy="106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/>
                  <a:t>团队合作是实现共同目标的关键，通过协作，我们可以集思广益，发挥团队的整体优势。</a:t>
                </a:r>
                <a:endParaRPr lang="en-US" altLang="zh-CN" sz="1200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0A5A348-0A54-34FC-DF3F-80DBD5CACECE}"/>
                </a:ext>
              </a:extLst>
            </p:cNvPr>
            <p:cNvGrpSpPr/>
            <p:nvPr/>
          </p:nvGrpSpPr>
          <p:grpSpPr>
            <a:xfrm>
              <a:off x="2785343" y="2169299"/>
              <a:ext cx="2677324" cy="2250161"/>
              <a:chOff x="2785343" y="2169299"/>
              <a:chExt cx="2677324" cy="2250161"/>
            </a:xfrm>
          </p:grpSpPr>
          <p:sp>
            <p:nvSpPr>
              <p:cNvPr id="22" name="Number2">
                <a:extLst>
                  <a:ext uri="{FF2B5EF4-FFF2-40B4-BE49-F238E27FC236}">
                    <a16:creationId xmlns:a16="http://schemas.microsoft.com/office/drawing/2014/main" id="{1C690F51-0A41-01A5-EE97-F4F8243C0B93}"/>
                  </a:ext>
                </a:extLst>
              </p:cNvPr>
              <p:cNvSpPr/>
              <p:nvPr/>
            </p:nvSpPr>
            <p:spPr>
              <a:xfrm>
                <a:off x="3838393" y="3848239"/>
                <a:ext cx="571222" cy="571221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02</a:t>
                </a:r>
                <a:endParaRPr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Bullet2">
                <a:extLst>
                  <a:ext uri="{FF2B5EF4-FFF2-40B4-BE49-F238E27FC236}">
                    <a16:creationId xmlns:a16="http://schemas.microsoft.com/office/drawing/2014/main" id="{D4AD92F2-C264-AA21-7F9E-2D55CDD3087A}"/>
                  </a:ext>
                </a:extLst>
              </p:cNvPr>
              <p:cNvSpPr txBox="1"/>
              <p:nvPr/>
            </p:nvSpPr>
            <p:spPr bwMode="auto">
              <a:xfrm>
                <a:off x="2785343" y="2169299"/>
                <a:ext cx="267732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沟通技巧的运用</a:t>
                </a:r>
                <a:endParaRPr lang="en-US" altLang="zh-CN" b="1" dirty="0"/>
              </a:p>
            </p:txBody>
          </p:sp>
          <p:sp>
            <p:nvSpPr>
              <p:cNvPr id="24" name="Text2">
                <a:extLst>
                  <a:ext uri="{FF2B5EF4-FFF2-40B4-BE49-F238E27FC236}">
                    <a16:creationId xmlns:a16="http://schemas.microsoft.com/office/drawing/2014/main" id="{67C17C81-64F4-075C-B8F4-F5616975609C}"/>
                  </a:ext>
                </a:extLst>
              </p:cNvPr>
              <p:cNvSpPr/>
              <p:nvPr/>
            </p:nvSpPr>
            <p:spPr bwMode="auto">
              <a:xfrm>
                <a:off x="2785346" y="2611105"/>
                <a:ext cx="2677318" cy="106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良好的沟通技巧有助于消除误解，提高工作效率，使团队成员能够更好地理解和信任。</a:t>
                </a:r>
                <a:endParaRPr lang="en-US" altLang="zh-CN" sz="12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6778963-61E4-556D-AF00-24D7C58FACCA}"/>
                </a:ext>
              </a:extLst>
            </p:cNvPr>
            <p:cNvGrpSpPr/>
            <p:nvPr/>
          </p:nvGrpSpPr>
          <p:grpSpPr>
            <a:xfrm>
              <a:off x="4755938" y="3848239"/>
              <a:ext cx="2677324" cy="2236060"/>
              <a:chOff x="4755938" y="3848239"/>
              <a:chExt cx="2677324" cy="2236060"/>
            </a:xfrm>
          </p:grpSpPr>
          <p:sp>
            <p:nvSpPr>
              <p:cNvPr id="19" name="Number3">
                <a:extLst>
                  <a:ext uri="{FF2B5EF4-FFF2-40B4-BE49-F238E27FC236}">
                    <a16:creationId xmlns:a16="http://schemas.microsoft.com/office/drawing/2014/main" id="{A5132E77-0A66-9B58-5715-D952312D73F7}"/>
                  </a:ext>
                </a:extLst>
              </p:cNvPr>
              <p:cNvSpPr/>
              <p:nvPr/>
            </p:nvSpPr>
            <p:spPr>
              <a:xfrm>
                <a:off x="5810388" y="3848239"/>
                <a:ext cx="571222" cy="571221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03</a:t>
                </a:r>
                <a:endParaRPr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Bullet3">
                <a:extLst>
                  <a:ext uri="{FF2B5EF4-FFF2-40B4-BE49-F238E27FC236}">
                    <a16:creationId xmlns:a16="http://schemas.microsoft.com/office/drawing/2014/main" id="{267980A1-CA61-FE76-9FFD-B25A4EF75DE4}"/>
                  </a:ext>
                </a:extLst>
              </p:cNvPr>
              <p:cNvSpPr txBox="1"/>
              <p:nvPr/>
            </p:nvSpPr>
            <p:spPr bwMode="auto">
              <a:xfrm>
                <a:off x="4755938" y="4581175"/>
                <a:ext cx="267732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/>
                  <a:t>我的团队协作经验</a:t>
                </a:r>
                <a:endParaRPr lang="en-US" altLang="zh-CN" b="1" dirty="0"/>
              </a:p>
            </p:txBody>
          </p:sp>
          <p:sp>
            <p:nvSpPr>
              <p:cNvPr id="21" name="Text3">
                <a:extLst>
                  <a:ext uri="{FF2B5EF4-FFF2-40B4-BE49-F238E27FC236}">
                    <a16:creationId xmlns:a16="http://schemas.microsoft.com/office/drawing/2014/main" id="{BC814559-306A-4FCD-015D-840C516A3E77}"/>
                  </a:ext>
                </a:extLst>
              </p:cNvPr>
              <p:cNvSpPr/>
              <p:nvPr/>
            </p:nvSpPr>
            <p:spPr bwMode="auto">
              <a:xfrm>
                <a:off x="4755941" y="5022981"/>
                <a:ext cx="2677318" cy="106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/>
                  <a:t>在我的工作中，我积极参与团队协作，通过有效沟通和分工合作，取得了良好的成果。</a:t>
                </a:r>
                <a:endParaRPr lang="en-US" altLang="zh-CN" sz="1200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3860DD5-5D53-1255-CA5D-9F778D4A3F96}"/>
                </a:ext>
              </a:extLst>
            </p:cNvPr>
            <p:cNvGrpSpPr/>
            <p:nvPr/>
          </p:nvGrpSpPr>
          <p:grpSpPr>
            <a:xfrm>
              <a:off x="6727934" y="2169299"/>
              <a:ext cx="2677324" cy="2250161"/>
              <a:chOff x="6727934" y="2169299"/>
              <a:chExt cx="2677324" cy="2250161"/>
            </a:xfrm>
          </p:grpSpPr>
          <p:sp>
            <p:nvSpPr>
              <p:cNvPr id="16" name="Number4">
                <a:extLst>
                  <a:ext uri="{FF2B5EF4-FFF2-40B4-BE49-F238E27FC236}">
                    <a16:creationId xmlns:a16="http://schemas.microsoft.com/office/drawing/2014/main" id="{21B0B948-ADF9-7FA3-8031-AFEE00F8BDFF}"/>
                  </a:ext>
                </a:extLst>
              </p:cNvPr>
              <p:cNvSpPr/>
              <p:nvPr/>
            </p:nvSpPr>
            <p:spPr>
              <a:xfrm>
                <a:off x="7780984" y="3848239"/>
                <a:ext cx="571222" cy="571221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04</a:t>
                </a:r>
                <a:endParaRPr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Bullet4">
                <a:extLst>
                  <a:ext uri="{FF2B5EF4-FFF2-40B4-BE49-F238E27FC236}">
                    <a16:creationId xmlns:a16="http://schemas.microsoft.com/office/drawing/2014/main" id="{5466FE41-3EEA-A623-97C3-50F7B5FF2374}"/>
                  </a:ext>
                </a:extLst>
              </p:cNvPr>
              <p:cNvSpPr txBox="1"/>
              <p:nvPr/>
            </p:nvSpPr>
            <p:spPr bwMode="auto">
              <a:xfrm>
                <a:off x="6727934" y="2169299"/>
                <a:ext cx="267732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/>
                  <a:t>解决问题与冲突的经验</a:t>
                </a:r>
                <a:endParaRPr lang="en-US" altLang="zh-CN" b="1" dirty="0"/>
              </a:p>
            </p:txBody>
          </p:sp>
          <p:sp>
            <p:nvSpPr>
              <p:cNvPr id="18" name="Text4">
                <a:extLst>
                  <a:ext uri="{FF2B5EF4-FFF2-40B4-BE49-F238E27FC236}">
                    <a16:creationId xmlns:a16="http://schemas.microsoft.com/office/drawing/2014/main" id="{3D271410-6748-FC7B-27EA-EDA6BC1F439E}"/>
                  </a:ext>
                </a:extLst>
              </p:cNvPr>
              <p:cNvSpPr/>
              <p:nvPr/>
            </p:nvSpPr>
            <p:spPr bwMode="auto">
              <a:xfrm>
                <a:off x="6727937" y="2611105"/>
                <a:ext cx="2677318" cy="106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在团队合作过程中，我学会了如何面对和解决问题，以及如何处理团队内部的冲突。</a:t>
                </a:r>
                <a:endParaRPr lang="en-US" altLang="zh-CN" sz="1200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B551E7-5364-90CF-3FB1-BA6255AF60E7}"/>
                </a:ext>
              </a:extLst>
            </p:cNvPr>
            <p:cNvGrpSpPr/>
            <p:nvPr/>
          </p:nvGrpSpPr>
          <p:grpSpPr>
            <a:xfrm>
              <a:off x="8698529" y="3848239"/>
              <a:ext cx="2677324" cy="2236060"/>
              <a:chOff x="8698529" y="3848239"/>
              <a:chExt cx="2677324" cy="2236060"/>
            </a:xfrm>
          </p:grpSpPr>
          <p:sp>
            <p:nvSpPr>
              <p:cNvPr id="13" name="Number5">
                <a:extLst>
                  <a:ext uri="{FF2B5EF4-FFF2-40B4-BE49-F238E27FC236}">
                    <a16:creationId xmlns:a16="http://schemas.microsoft.com/office/drawing/2014/main" id="{2A928C3C-4F8B-BA39-EEB8-8F7D1B1EC568}"/>
                  </a:ext>
                </a:extLst>
              </p:cNvPr>
              <p:cNvSpPr/>
              <p:nvPr/>
            </p:nvSpPr>
            <p:spPr>
              <a:xfrm>
                <a:off x="9751579" y="3848239"/>
                <a:ext cx="571222" cy="571221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05</a:t>
                </a:r>
                <a:endParaRPr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Bullet5">
                <a:extLst>
                  <a:ext uri="{FF2B5EF4-FFF2-40B4-BE49-F238E27FC236}">
                    <a16:creationId xmlns:a16="http://schemas.microsoft.com/office/drawing/2014/main" id="{F484D457-5CA0-AE7E-4795-E2D3768156BF}"/>
                  </a:ext>
                </a:extLst>
              </p:cNvPr>
              <p:cNvSpPr txBox="1"/>
              <p:nvPr/>
            </p:nvSpPr>
            <p:spPr bwMode="auto">
              <a:xfrm>
                <a:off x="8698529" y="4581175"/>
                <a:ext cx="267732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b="1" dirty="0"/>
                  <a:t>团队合作中的成长</a:t>
                </a:r>
                <a:endParaRPr lang="en-US" altLang="zh-CN" b="1" dirty="0"/>
              </a:p>
            </p:txBody>
          </p:sp>
          <p:sp>
            <p:nvSpPr>
              <p:cNvPr id="15" name="Text5">
                <a:extLst>
                  <a:ext uri="{FF2B5EF4-FFF2-40B4-BE49-F238E27FC236}">
                    <a16:creationId xmlns:a16="http://schemas.microsoft.com/office/drawing/2014/main" id="{E6C92A2A-C681-E1A3-1899-BAF003CF67C0}"/>
                  </a:ext>
                </a:extLst>
              </p:cNvPr>
              <p:cNvSpPr/>
              <p:nvPr/>
            </p:nvSpPr>
            <p:spPr bwMode="auto">
              <a:xfrm>
                <a:off x="8698532" y="5022981"/>
                <a:ext cx="2677318" cy="1061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/>
                  <a:t>通过团队合作，我不断提升自己，学会了倾听、理解和支持团队成员，共同实现团队目标。</a:t>
                </a:r>
                <a:endParaRPr lang="en-US" altLang="zh-CN" sz="1200" dirty="0"/>
              </a:p>
            </p:txBody>
          </p:sp>
        </p:grpSp>
        <p:sp>
          <p:nvSpPr>
            <p:cNvPr id="12" name="Title">
              <a:extLst>
                <a:ext uri="{FF2B5EF4-FFF2-40B4-BE49-F238E27FC236}">
                  <a16:creationId xmlns:a16="http://schemas.microsoft.com/office/drawing/2014/main" id="{EF4CC9CC-81C3-4905-8E46-59F75453DAD1}"/>
                </a:ext>
              </a:extLst>
            </p:cNvPr>
            <p:cNvSpPr txBox="1"/>
            <p:nvPr/>
          </p:nvSpPr>
          <p:spPr>
            <a:xfrm>
              <a:off x="660400" y="1181100"/>
              <a:ext cx="10858500" cy="642362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团队合作与沟通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8B2CC94-1BFA-D0B0-7489-DD2CF6F4E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团队合作与沟通</a:t>
            </a:r>
          </a:p>
        </p:txBody>
      </p:sp>
    </p:spTree>
    <p:extLst>
      <p:ext uri="{BB962C8B-B14F-4D97-AF65-F5344CB8AC3E}">
        <p14:creationId xmlns:p14="http://schemas.microsoft.com/office/powerpoint/2010/main" val="2696450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F2B97B5-79FF-450F-0AE0-DB6C7986BEDE}"/>
              </a:ext>
            </a:extLst>
          </p:cNvPr>
          <p:cNvGrpSpPr/>
          <p:nvPr/>
        </p:nvGrpSpPr>
        <p:grpSpPr>
          <a:xfrm>
            <a:off x="660400" y="877408"/>
            <a:ext cx="10858500" cy="6181230"/>
            <a:chOff x="660400" y="877408"/>
            <a:chExt cx="10858500" cy="618123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F226AFC-1824-193F-C1E6-F21D94BFC3FA}"/>
                </a:ext>
              </a:extLst>
            </p:cNvPr>
            <p:cNvGrpSpPr/>
            <p:nvPr/>
          </p:nvGrpSpPr>
          <p:grpSpPr>
            <a:xfrm>
              <a:off x="2309586" y="2978310"/>
              <a:ext cx="7560128" cy="4080328"/>
              <a:chOff x="2309586" y="2978310"/>
              <a:chExt cx="7560128" cy="4080328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BBE319AB-62EC-C1F4-932F-7C75DAB2DC09}"/>
                  </a:ext>
                </a:extLst>
              </p:cNvPr>
              <p:cNvSpPr/>
              <p:nvPr/>
            </p:nvSpPr>
            <p:spPr>
              <a:xfrm>
                <a:off x="3078843" y="3803100"/>
                <a:ext cx="6021614" cy="3054901"/>
              </a:xfrm>
              <a:custGeom>
                <a:avLst/>
                <a:gdLst>
                  <a:gd name="connsiteX0" fmla="*/ 3010807 w 6021614"/>
                  <a:gd name="connsiteY0" fmla="*/ 0 h 3054901"/>
                  <a:gd name="connsiteX1" fmla="*/ 6021614 w 6021614"/>
                  <a:gd name="connsiteY1" fmla="*/ 3010807 h 3054901"/>
                  <a:gd name="connsiteX2" fmla="*/ 6021614 w 6021614"/>
                  <a:gd name="connsiteY2" fmla="*/ 3054901 h 3054901"/>
                  <a:gd name="connsiteX3" fmla="*/ 0 w 6021614"/>
                  <a:gd name="connsiteY3" fmla="*/ 3054901 h 3054901"/>
                  <a:gd name="connsiteX4" fmla="*/ 0 w 6021614"/>
                  <a:gd name="connsiteY4" fmla="*/ 3010807 h 3054901"/>
                  <a:gd name="connsiteX5" fmla="*/ 3010807 w 6021614"/>
                  <a:gd name="connsiteY5" fmla="*/ 0 h 3054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21614" h="3054901">
                    <a:moveTo>
                      <a:pt x="3010807" y="0"/>
                    </a:moveTo>
                    <a:cubicBezTo>
                      <a:pt x="4673630" y="0"/>
                      <a:pt x="6021614" y="1347984"/>
                      <a:pt x="6021614" y="3010807"/>
                    </a:cubicBezTo>
                    <a:lnTo>
                      <a:pt x="6021614" y="3054901"/>
                    </a:lnTo>
                    <a:lnTo>
                      <a:pt x="0" y="3054901"/>
                    </a:lnTo>
                    <a:lnTo>
                      <a:pt x="0" y="3010807"/>
                    </a:lnTo>
                    <a:cubicBezTo>
                      <a:pt x="0" y="1347984"/>
                      <a:pt x="1347984" y="0"/>
                      <a:pt x="3010807" y="0"/>
                    </a:cubicBezTo>
                    <a:close/>
                  </a:path>
                </a:pathLst>
              </a:custGeom>
              <a:gradFill flip="none" rotWithShape="1">
                <a:gsLst>
                  <a:gs pos="51000">
                    <a:schemeClr val="accent1">
                      <a:alpha val="9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42_1">
                <a:extLst>
                  <a:ext uri="{FF2B5EF4-FFF2-40B4-BE49-F238E27FC236}">
                    <a16:creationId xmlns:a16="http://schemas.microsoft.com/office/drawing/2014/main" id="{08AD8860-EA2F-C674-A83F-0C27103F7281}"/>
                  </a:ext>
                </a:extLst>
              </p:cNvPr>
              <p:cNvSpPr/>
              <p:nvPr/>
            </p:nvSpPr>
            <p:spPr>
              <a:xfrm>
                <a:off x="2309586" y="3223216"/>
                <a:ext cx="7560128" cy="3835422"/>
              </a:xfrm>
              <a:custGeom>
                <a:avLst/>
                <a:gdLst>
                  <a:gd name="connsiteX0" fmla="*/ 3010807 w 6021614"/>
                  <a:gd name="connsiteY0" fmla="*/ 0 h 3054901"/>
                  <a:gd name="connsiteX1" fmla="*/ 6021614 w 6021614"/>
                  <a:gd name="connsiteY1" fmla="*/ 3010807 h 3054901"/>
                  <a:gd name="connsiteX2" fmla="*/ 6021614 w 6021614"/>
                  <a:gd name="connsiteY2" fmla="*/ 3054901 h 3054901"/>
                  <a:gd name="connsiteX3" fmla="*/ 0 w 6021614"/>
                  <a:gd name="connsiteY3" fmla="*/ 3054901 h 3054901"/>
                  <a:gd name="connsiteX4" fmla="*/ 0 w 6021614"/>
                  <a:gd name="connsiteY4" fmla="*/ 3010807 h 3054901"/>
                  <a:gd name="connsiteX5" fmla="*/ 3010807 w 6021614"/>
                  <a:gd name="connsiteY5" fmla="*/ 0 h 3054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21614" h="3054901">
                    <a:moveTo>
                      <a:pt x="3010807" y="0"/>
                    </a:moveTo>
                    <a:cubicBezTo>
                      <a:pt x="4673630" y="0"/>
                      <a:pt x="6021614" y="1347984"/>
                      <a:pt x="6021614" y="3010807"/>
                    </a:cubicBezTo>
                    <a:lnTo>
                      <a:pt x="6021614" y="3054901"/>
                    </a:lnTo>
                    <a:lnTo>
                      <a:pt x="0" y="3054901"/>
                    </a:lnTo>
                    <a:lnTo>
                      <a:pt x="0" y="3010807"/>
                    </a:lnTo>
                    <a:cubicBezTo>
                      <a:pt x="0" y="1347984"/>
                      <a:pt x="1347984" y="0"/>
                      <a:pt x="3010807" y="0"/>
                    </a:cubicBezTo>
                    <a:close/>
                  </a:path>
                </a:pathLst>
              </a:custGeom>
              <a:noFill/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36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Number1">
                <a:extLst>
                  <a:ext uri="{FF2B5EF4-FFF2-40B4-BE49-F238E27FC236}">
                    <a16:creationId xmlns:a16="http://schemas.microsoft.com/office/drawing/2014/main" id="{86B0CC9F-6DAC-34D1-D621-3D0B632E8A8E}"/>
                  </a:ext>
                </a:extLst>
              </p:cNvPr>
              <p:cNvSpPr/>
              <p:nvPr/>
            </p:nvSpPr>
            <p:spPr>
              <a:xfrm>
                <a:off x="2498551" y="4897317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 dirty="0">
                    <a:solidFill>
                      <a:srgbClr val="FFFFFF"/>
                    </a:solidFill>
                    <a:cs typeface="+mn-ea"/>
                  </a:rPr>
                  <a:t>01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37" name="Number2">
                <a:extLst>
                  <a:ext uri="{FF2B5EF4-FFF2-40B4-BE49-F238E27FC236}">
                    <a16:creationId xmlns:a16="http://schemas.microsoft.com/office/drawing/2014/main" id="{D7A0D8F4-EE3B-227E-BF7F-B37AF0AFE3B0}"/>
                  </a:ext>
                </a:extLst>
              </p:cNvPr>
              <p:cNvSpPr/>
              <p:nvPr/>
            </p:nvSpPr>
            <p:spPr>
              <a:xfrm>
                <a:off x="3228936" y="3944780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rgbClr val="FFFFFF"/>
                    </a:solidFill>
                    <a:cs typeface="+mn-ea"/>
                  </a:rPr>
                  <a:t>02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38" name="Number3">
                <a:extLst>
                  <a:ext uri="{FF2B5EF4-FFF2-40B4-BE49-F238E27FC236}">
                    <a16:creationId xmlns:a16="http://schemas.microsoft.com/office/drawing/2014/main" id="{75CB3C9A-9096-096C-7921-7DF623B8DB6C}"/>
                  </a:ext>
                </a:extLst>
              </p:cNvPr>
              <p:cNvSpPr/>
              <p:nvPr/>
            </p:nvSpPr>
            <p:spPr>
              <a:xfrm>
                <a:off x="4328722" y="3236164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rgbClr val="FFFFFF"/>
                    </a:solidFill>
                    <a:cs typeface="+mn-ea"/>
                  </a:rPr>
                  <a:t>03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39" name="Number4">
                <a:extLst>
                  <a:ext uri="{FF2B5EF4-FFF2-40B4-BE49-F238E27FC236}">
                    <a16:creationId xmlns:a16="http://schemas.microsoft.com/office/drawing/2014/main" id="{9E416C12-D7DC-DF8D-6A71-40211D7EBF85}"/>
                  </a:ext>
                </a:extLst>
              </p:cNvPr>
              <p:cNvSpPr/>
              <p:nvPr/>
            </p:nvSpPr>
            <p:spPr>
              <a:xfrm>
                <a:off x="5826127" y="2978310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rgbClr val="FFFFFF"/>
                    </a:solidFill>
                    <a:cs typeface="+mn-ea"/>
                  </a:rPr>
                  <a:t>04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40" name="Number5">
                <a:extLst>
                  <a:ext uri="{FF2B5EF4-FFF2-40B4-BE49-F238E27FC236}">
                    <a16:creationId xmlns:a16="http://schemas.microsoft.com/office/drawing/2014/main" id="{55BCD0EF-2103-1747-0A91-58EB0C0732AF}"/>
                  </a:ext>
                </a:extLst>
              </p:cNvPr>
              <p:cNvSpPr/>
              <p:nvPr/>
            </p:nvSpPr>
            <p:spPr>
              <a:xfrm>
                <a:off x="7323532" y="3236164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rgbClr val="FFFFFF"/>
                    </a:solidFill>
                    <a:cs typeface="+mn-ea"/>
                  </a:rPr>
                  <a:t>05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41" name="Number6">
                <a:extLst>
                  <a:ext uri="{FF2B5EF4-FFF2-40B4-BE49-F238E27FC236}">
                    <a16:creationId xmlns:a16="http://schemas.microsoft.com/office/drawing/2014/main" id="{0AEE5EB3-E85B-4FFE-AF4E-F6FF5E135DF6}"/>
                  </a:ext>
                </a:extLst>
              </p:cNvPr>
              <p:cNvSpPr/>
              <p:nvPr/>
            </p:nvSpPr>
            <p:spPr>
              <a:xfrm>
                <a:off x="8423318" y="3944780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rgbClr val="FFFFFF"/>
                    </a:solidFill>
                    <a:cs typeface="+mn-ea"/>
                  </a:rPr>
                  <a:t>06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42" name="Number7">
                <a:extLst>
                  <a:ext uri="{FF2B5EF4-FFF2-40B4-BE49-F238E27FC236}">
                    <a16:creationId xmlns:a16="http://schemas.microsoft.com/office/drawing/2014/main" id="{27E98E17-9617-2086-D251-5AC9938D5E0F}"/>
                  </a:ext>
                </a:extLst>
              </p:cNvPr>
              <p:cNvSpPr/>
              <p:nvPr/>
            </p:nvSpPr>
            <p:spPr>
              <a:xfrm>
                <a:off x="9153703" y="4897317"/>
                <a:ext cx="527046" cy="52704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381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rgbClr val="FFFFFF"/>
                    </a:solidFill>
                    <a:cs typeface="+mn-ea"/>
                  </a:rPr>
                  <a:t>07</a:t>
                </a:r>
                <a:endParaRPr lang="zh-CN" altLang="en-US" sz="1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43" name="Title">
                <a:extLst>
                  <a:ext uri="{FF2B5EF4-FFF2-40B4-BE49-F238E27FC236}">
                    <a16:creationId xmlns:a16="http://schemas.microsoft.com/office/drawing/2014/main" id="{4A186FA9-B591-1FC0-D249-5366D376F2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06157" y="4616580"/>
                <a:ext cx="4366986" cy="11926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zh-CN" altLang="en-US" sz="2400" b="1">
                    <a:solidFill>
                      <a:schemeClr val="tx1"/>
                    </a:solidFill>
                  </a:rPr>
                  <a:t>时间管理与自我激励方法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D374431-BFFE-7865-FCDA-BA6A7248CCB1}"/>
                </a:ext>
              </a:extLst>
            </p:cNvPr>
            <p:cNvGrpSpPr/>
            <p:nvPr/>
          </p:nvGrpSpPr>
          <p:grpSpPr>
            <a:xfrm flipH="1">
              <a:off x="9129485" y="3241833"/>
              <a:ext cx="2389415" cy="1876930"/>
              <a:chOff x="660400" y="3061045"/>
              <a:chExt cx="2389415" cy="1876930"/>
            </a:xfrm>
          </p:grpSpPr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D659C231-BB28-D3F2-A829-B37DB2FECF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32" y="4295185"/>
                <a:ext cx="0" cy="64279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Bullet1">
                <a:extLst>
                  <a:ext uri="{FF2B5EF4-FFF2-40B4-BE49-F238E27FC236}">
                    <a16:creationId xmlns:a16="http://schemas.microsoft.com/office/drawing/2014/main" id="{645A38C4-27E4-1104-DDA8-E33C805757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061045"/>
                <a:ext cx="2389415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时间规划技巧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1">
                <a:extLst>
                  <a:ext uri="{FF2B5EF4-FFF2-40B4-BE49-F238E27FC236}">
                    <a16:creationId xmlns:a16="http://schemas.microsoft.com/office/drawing/2014/main" id="{321BCD26-A6A4-0C7E-4CBF-3A84CB7A7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合理安排每日工作，提高效率。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EADC50-3A83-6C29-9FCA-9AC5A57C77B6}"/>
                </a:ext>
              </a:extLst>
            </p:cNvPr>
            <p:cNvGrpSpPr/>
            <p:nvPr/>
          </p:nvGrpSpPr>
          <p:grpSpPr>
            <a:xfrm flipH="1">
              <a:off x="8373062" y="2212974"/>
              <a:ext cx="2389415" cy="1876930"/>
              <a:chOff x="660400" y="3061045"/>
              <a:chExt cx="2389415" cy="1876930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B6EEC65A-6925-BC8E-3A68-C981793436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32" y="4295185"/>
                <a:ext cx="0" cy="64279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Bullet2">
                <a:extLst>
                  <a:ext uri="{FF2B5EF4-FFF2-40B4-BE49-F238E27FC236}">
                    <a16:creationId xmlns:a16="http://schemas.microsoft.com/office/drawing/2014/main" id="{EE2462D3-2221-A965-5098-FD618F2E59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6278" y="3061045"/>
                <a:ext cx="1913537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优先级划分方法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B741AE5D-FEF2-150C-E9D5-841BCCBF35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根据任务重要性与紧急性进行排序。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B2C2898-8435-A25D-2BF2-EDB873BAA0C0}"/>
                </a:ext>
              </a:extLst>
            </p:cNvPr>
            <p:cNvGrpSpPr/>
            <p:nvPr/>
          </p:nvGrpSpPr>
          <p:grpSpPr>
            <a:xfrm flipH="1">
              <a:off x="7294003" y="1184115"/>
              <a:ext cx="2389415" cy="1876930"/>
              <a:chOff x="660400" y="3061045"/>
              <a:chExt cx="2389415" cy="1876930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F11C894-A679-94FA-FB23-427811E115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32" y="4295185"/>
                <a:ext cx="0" cy="64279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Bullet3">
                <a:extLst>
                  <a:ext uri="{FF2B5EF4-FFF2-40B4-BE49-F238E27FC236}">
                    <a16:creationId xmlns:a16="http://schemas.microsoft.com/office/drawing/2014/main" id="{F6F7C1A4-4D10-947B-7A47-2466D6AEAE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061045"/>
                <a:ext cx="2389415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定期回顾机制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3">
                <a:extLst>
                  <a:ext uri="{FF2B5EF4-FFF2-40B4-BE49-F238E27FC236}">
                    <a16:creationId xmlns:a16="http://schemas.microsoft.com/office/drawing/2014/main" id="{BDBA63F6-903A-1875-00BE-7C1FC38CF3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每周进行一次任务进度与计划的回顾。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0BDC733-4DAF-0412-EB07-6B3FF85AD90E}"/>
                </a:ext>
              </a:extLst>
            </p:cNvPr>
            <p:cNvGrpSpPr/>
            <p:nvPr/>
          </p:nvGrpSpPr>
          <p:grpSpPr>
            <a:xfrm>
              <a:off x="660400" y="3241833"/>
              <a:ext cx="2389415" cy="1876930"/>
              <a:chOff x="660400" y="3061045"/>
              <a:chExt cx="2389415" cy="187693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633F769-1F5B-AFDB-4B99-D6F63632A2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32" y="4295185"/>
                <a:ext cx="0" cy="64279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Bullet4">
                <a:extLst>
                  <a:ext uri="{FF2B5EF4-FFF2-40B4-BE49-F238E27FC236}">
                    <a16:creationId xmlns:a16="http://schemas.microsoft.com/office/drawing/2014/main" id="{0316E9FF-1C0D-7798-7AB5-2177C524E0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061045"/>
                <a:ext cx="2389415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目标设定与追踪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4">
                <a:extLst>
                  <a:ext uri="{FF2B5EF4-FFF2-40B4-BE49-F238E27FC236}">
                    <a16:creationId xmlns:a16="http://schemas.microsoft.com/office/drawing/2014/main" id="{22577F5B-D160-A8BB-F3EB-F05CBF503D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1200">
                    <a:latin typeface="Arial" panose="020B0604020202020204" pitchFamily="34" charset="0"/>
                    <a:cs typeface="Arial" panose="020B0604020202020204" pitchFamily="34" charset="0"/>
                  </a:rPr>
                  <a:t>SMART</a:t>
                </a: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原则设定目标，定期检查进度。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748758FA-94FD-412A-E8DE-D8922EFAF008}"/>
                </a:ext>
              </a:extLst>
            </p:cNvPr>
            <p:cNvGrpSpPr/>
            <p:nvPr/>
          </p:nvGrpSpPr>
          <p:grpSpPr>
            <a:xfrm>
              <a:off x="1416823" y="2212974"/>
              <a:ext cx="2389415" cy="1876930"/>
              <a:chOff x="660400" y="3061045"/>
              <a:chExt cx="2389415" cy="1876930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2647DA99-DA34-0B1A-98BE-57CB71836A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32" y="4295185"/>
                <a:ext cx="0" cy="64279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Bullet5">
                <a:extLst>
                  <a:ext uri="{FF2B5EF4-FFF2-40B4-BE49-F238E27FC236}">
                    <a16:creationId xmlns:a16="http://schemas.microsoft.com/office/drawing/2014/main" id="{FB2B8575-7E98-6968-0A5F-0675BF9364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6278" y="3061045"/>
                <a:ext cx="1913537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自我激励策略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5">
                <a:extLst>
                  <a:ext uri="{FF2B5EF4-FFF2-40B4-BE49-F238E27FC236}">
                    <a16:creationId xmlns:a16="http://schemas.microsoft.com/office/drawing/2014/main" id="{8E5E5BB8-130E-8D6D-2D73-58F6A4B36C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设定短期与长期奖励，激发工作热情。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B3411BF-5B6B-F8A6-D23B-E7F9070263F2}"/>
                </a:ext>
              </a:extLst>
            </p:cNvPr>
            <p:cNvGrpSpPr/>
            <p:nvPr/>
          </p:nvGrpSpPr>
          <p:grpSpPr>
            <a:xfrm>
              <a:off x="2495882" y="1184115"/>
              <a:ext cx="2389415" cy="1876930"/>
              <a:chOff x="660400" y="3061045"/>
              <a:chExt cx="2389415" cy="1876930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623F9EA0-E4F2-2BC0-3F31-9C52D7AB4A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50432" y="4295185"/>
                <a:ext cx="0" cy="642790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Bullet6">
                <a:extLst>
                  <a:ext uri="{FF2B5EF4-FFF2-40B4-BE49-F238E27FC236}">
                    <a16:creationId xmlns:a16="http://schemas.microsoft.com/office/drawing/2014/main" id="{6048E26C-409C-6CCA-7325-DAA9534DF9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061045"/>
                <a:ext cx="2389415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情绪管理技巧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6">
                <a:extLst>
                  <a:ext uri="{FF2B5EF4-FFF2-40B4-BE49-F238E27FC236}">
                    <a16:creationId xmlns:a16="http://schemas.microsoft.com/office/drawing/2014/main" id="{54043AE0-BBA7-D6B1-5693-D60D57790C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学会调节情绪，保持积极心态。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E638381-312F-6674-C189-13407E141121}"/>
                </a:ext>
              </a:extLst>
            </p:cNvPr>
            <p:cNvGrpSpPr/>
            <p:nvPr/>
          </p:nvGrpSpPr>
          <p:grpSpPr>
            <a:xfrm>
              <a:off x="4894942" y="877408"/>
              <a:ext cx="2389415" cy="2100902"/>
              <a:chOff x="1597856" y="3061045"/>
              <a:chExt cx="2389415" cy="2100902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1C0A17DB-03C3-E559-2C0D-627BEE65BB04}"/>
                  </a:ext>
                </a:extLst>
              </p:cNvPr>
              <p:cNvCxnSpPr>
                <a:cxnSpLocks/>
                <a:stCxn id="39" idx="0"/>
              </p:cNvCxnSpPr>
              <p:nvPr/>
            </p:nvCxnSpPr>
            <p:spPr>
              <a:xfrm flipH="1" flipV="1">
                <a:off x="2792563" y="4295185"/>
                <a:ext cx="1" cy="866762"/>
              </a:xfrm>
              <a:prstGeom prst="line">
                <a:avLst/>
              </a:prstGeom>
              <a:ln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Bullet7">
                <a:extLst>
                  <a:ext uri="{FF2B5EF4-FFF2-40B4-BE49-F238E27FC236}">
                    <a16:creationId xmlns:a16="http://schemas.microsoft.com/office/drawing/2014/main" id="{2A1A9C6B-20DD-5461-36AF-13E80B2CD9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7856" y="3061045"/>
                <a:ext cx="2389415" cy="5238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ct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个人成长计划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7">
                <a:extLst>
                  <a:ext uri="{FF2B5EF4-FFF2-40B4-BE49-F238E27FC236}">
                    <a16:creationId xmlns:a16="http://schemas.microsoft.com/office/drawing/2014/main" id="{A7ED6536-F009-6870-8574-03297D3C73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97856" y="3621941"/>
                <a:ext cx="2389415" cy="52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持续学习，不断提升自身能力。</a:t>
                </a:r>
                <a:endPara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2AC0D99-080B-0153-7E88-6DB800DA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自我管理</a:t>
            </a:r>
          </a:p>
        </p:txBody>
      </p:sp>
    </p:spTree>
    <p:extLst>
      <p:ext uri="{BB962C8B-B14F-4D97-AF65-F5344CB8AC3E}">
        <p14:creationId xmlns:p14="http://schemas.microsoft.com/office/powerpoint/2010/main" val="3947037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团队与公司文化融入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描述如何融入团队及公司文化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79F6FB0-2CBD-288B-5055-1669E271E575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itle">
              <a:extLst>
                <a:ext uri="{FF2B5EF4-FFF2-40B4-BE49-F238E27FC236}">
                  <a16:creationId xmlns:a16="http://schemas.microsoft.com/office/drawing/2014/main" id="{6BA90567-80DF-83F8-C427-9EC055BE0B76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/>
                <a:t>与团队成员的合作经验</a:t>
              </a:r>
              <a:endParaRPr lang="zh-CN" altLang="en-US" sz="2400" b="1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3F48BCB-4203-5AD0-A9B7-1CD863ABD66E}"/>
                </a:ext>
              </a:extLst>
            </p:cNvPr>
            <p:cNvGrpSpPr/>
            <p:nvPr/>
          </p:nvGrpSpPr>
          <p:grpSpPr>
            <a:xfrm>
              <a:off x="1054101" y="3064020"/>
              <a:ext cx="2467276" cy="3070080"/>
              <a:chOff x="1054101" y="3064020"/>
              <a:chExt cx="2467276" cy="3070080"/>
            </a:xfrm>
          </p:grpSpPr>
          <p:sp>
            <p:nvSpPr>
              <p:cNvPr id="18" name="Text1">
                <a:extLst>
                  <a:ext uri="{FF2B5EF4-FFF2-40B4-BE49-F238E27FC236}">
                    <a16:creationId xmlns:a16="http://schemas.microsoft.com/office/drawing/2014/main" id="{FB1383C1-98A3-0C2E-D009-6D6DD9A02A0F}"/>
                  </a:ext>
                </a:extLst>
              </p:cNvPr>
              <p:cNvSpPr/>
              <p:nvPr/>
            </p:nvSpPr>
            <p:spPr bwMode="auto">
              <a:xfrm>
                <a:off x="1054101" y="4968072"/>
                <a:ext cx="2467276" cy="1166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只有紧密合作，才能实现团队目标，提高工作效率。</a:t>
                </a:r>
                <a:endParaRPr lang="en-US" altLang="zh-CN" sz="1200" dirty="0"/>
              </a:p>
            </p:txBody>
          </p:sp>
          <p:sp>
            <p:nvSpPr>
              <p:cNvPr id="19" name="Bullet1">
                <a:extLst>
                  <a:ext uri="{FF2B5EF4-FFF2-40B4-BE49-F238E27FC236}">
                    <a16:creationId xmlns:a16="http://schemas.microsoft.com/office/drawing/2014/main" id="{3A50C21C-9971-4949-6635-89BA85362EC1}"/>
                  </a:ext>
                </a:extLst>
              </p:cNvPr>
              <p:cNvSpPr/>
              <p:nvPr/>
            </p:nvSpPr>
            <p:spPr>
              <a:xfrm>
                <a:off x="1384823" y="3064020"/>
                <a:ext cx="1805830" cy="180583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tIns="46800" rIns="90000" bIns="46800" rtlCol="0" anchor="ctr">
                <a:normAutofit/>
              </a:bodyPr>
              <a:lstStyle/>
              <a:p>
                <a:pPr algn="ctr"/>
                <a:r>
                  <a:rPr lang="zh-CN" altLang="en-US" b="1"/>
                  <a:t>团队合作的重要性</a:t>
                </a:r>
                <a:endParaRPr lang="zh-CN" altLang="en-US" b="1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346E500-4091-AD12-02C3-2D3EAA5F4D4E}"/>
                </a:ext>
              </a:extLst>
            </p:cNvPr>
            <p:cNvGrpSpPr/>
            <p:nvPr/>
          </p:nvGrpSpPr>
          <p:grpSpPr>
            <a:xfrm>
              <a:off x="2955057" y="1799771"/>
              <a:ext cx="2467276" cy="3070079"/>
              <a:chOff x="2955057" y="1799771"/>
              <a:chExt cx="2467276" cy="3070079"/>
            </a:xfrm>
          </p:grpSpPr>
          <p:sp>
            <p:nvSpPr>
              <p:cNvPr id="16" name="Bullet2">
                <a:extLst>
                  <a:ext uri="{FF2B5EF4-FFF2-40B4-BE49-F238E27FC236}">
                    <a16:creationId xmlns:a16="http://schemas.microsoft.com/office/drawing/2014/main" id="{C057A28E-C50D-2F89-2843-EF45B7F20972}"/>
                  </a:ext>
                </a:extLst>
              </p:cNvPr>
              <p:cNvSpPr/>
              <p:nvPr/>
            </p:nvSpPr>
            <p:spPr>
              <a:xfrm>
                <a:off x="3285779" y="3064020"/>
                <a:ext cx="1805830" cy="180583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我的合作经验</a:t>
                </a:r>
              </a:p>
            </p:txBody>
          </p:sp>
          <p:sp>
            <p:nvSpPr>
              <p:cNvPr id="17" name="Text2">
                <a:extLst>
                  <a:ext uri="{FF2B5EF4-FFF2-40B4-BE49-F238E27FC236}">
                    <a16:creationId xmlns:a16="http://schemas.microsoft.com/office/drawing/2014/main" id="{D7D4576E-4E6E-74B5-22FD-39E1A94B0FBE}"/>
                  </a:ext>
                </a:extLst>
              </p:cNvPr>
              <p:cNvSpPr/>
              <p:nvPr/>
            </p:nvSpPr>
            <p:spPr bwMode="auto">
              <a:xfrm>
                <a:off x="2955057" y="1799771"/>
                <a:ext cx="2467276" cy="1166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在项目过程中，我积极与团队成员沟通，共同解决问题。</a:t>
                </a:r>
                <a:endParaRPr lang="en-US" altLang="zh-CN" sz="12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002FC37-553C-7E25-5C1B-9794298E8B72}"/>
                </a:ext>
              </a:extLst>
            </p:cNvPr>
            <p:cNvGrpSpPr/>
            <p:nvPr/>
          </p:nvGrpSpPr>
          <p:grpSpPr>
            <a:xfrm>
              <a:off x="4856013" y="3064020"/>
              <a:ext cx="2467276" cy="3070080"/>
              <a:chOff x="4856013" y="3064020"/>
              <a:chExt cx="2467276" cy="3070080"/>
            </a:xfrm>
          </p:grpSpPr>
          <p:sp>
            <p:nvSpPr>
              <p:cNvPr id="14" name="Bullet3">
                <a:extLst>
                  <a:ext uri="{FF2B5EF4-FFF2-40B4-BE49-F238E27FC236}">
                    <a16:creationId xmlns:a16="http://schemas.microsoft.com/office/drawing/2014/main" id="{68040BCB-3443-73B2-6350-B6D60096FA1F}"/>
                  </a:ext>
                </a:extLst>
              </p:cNvPr>
              <p:cNvSpPr/>
              <p:nvPr/>
            </p:nvSpPr>
            <p:spPr>
              <a:xfrm>
                <a:off x="5186735" y="3064020"/>
                <a:ext cx="1805830" cy="180583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tIns="46800" rIns="90000" bIns="46800" rtlCol="0" anchor="ctr">
                <a:normAutofit/>
              </a:bodyPr>
              <a:lstStyle/>
              <a:p>
                <a:pPr algn="ctr"/>
                <a:r>
                  <a:rPr lang="zh-CN" altLang="en-US" b="1"/>
                  <a:t>团队内部沟通</a:t>
                </a:r>
                <a:endParaRPr lang="zh-CN" altLang="en-US" b="1" dirty="0"/>
              </a:p>
            </p:txBody>
          </p:sp>
          <p:sp>
            <p:nvSpPr>
              <p:cNvPr id="15" name="Text3">
                <a:extLst>
                  <a:ext uri="{FF2B5EF4-FFF2-40B4-BE49-F238E27FC236}">
                    <a16:creationId xmlns:a16="http://schemas.microsoft.com/office/drawing/2014/main" id="{0C39BBA1-0E39-1BCA-3886-F310F3F00BC7}"/>
                  </a:ext>
                </a:extLst>
              </p:cNvPr>
              <p:cNvSpPr/>
              <p:nvPr/>
            </p:nvSpPr>
            <p:spPr bwMode="auto">
              <a:xfrm>
                <a:off x="4856013" y="4968072"/>
                <a:ext cx="2467276" cy="1166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/>
                  <a:t>良好的沟通是团队合作的基础，我时刻保持开放的态度。</a:t>
                </a:r>
                <a:endParaRPr lang="en-US" altLang="zh-CN" sz="1200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C3659ED-5E5B-38AD-2858-FD66E2D54BCA}"/>
                </a:ext>
              </a:extLst>
            </p:cNvPr>
            <p:cNvGrpSpPr/>
            <p:nvPr/>
          </p:nvGrpSpPr>
          <p:grpSpPr>
            <a:xfrm>
              <a:off x="6756969" y="1799771"/>
              <a:ext cx="2467276" cy="3070079"/>
              <a:chOff x="6756969" y="1799771"/>
              <a:chExt cx="2467276" cy="3070079"/>
            </a:xfrm>
          </p:grpSpPr>
          <p:sp>
            <p:nvSpPr>
              <p:cNvPr id="12" name="Bullet4">
                <a:extLst>
                  <a:ext uri="{FF2B5EF4-FFF2-40B4-BE49-F238E27FC236}">
                    <a16:creationId xmlns:a16="http://schemas.microsoft.com/office/drawing/2014/main" id="{BC9F70F3-D09D-11EF-8E8D-A3FC5EB11825}"/>
                  </a:ext>
                </a:extLst>
              </p:cNvPr>
              <p:cNvSpPr/>
              <p:nvPr/>
            </p:nvSpPr>
            <p:spPr>
              <a:xfrm>
                <a:off x="7087691" y="3064020"/>
                <a:ext cx="1805830" cy="180583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</a:rPr>
                  <a:t>团队冲突处理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4">
                <a:extLst>
                  <a:ext uri="{FF2B5EF4-FFF2-40B4-BE49-F238E27FC236}">
                    <a16:creationId xmlns:a16="http://schemas.microsoft.com/office/drawing/2014/main" id="{BE811FEB-0E1D-9613-3701-FD1EC5C3A0AD}"/>
                  </a:ext>
                </a:extLst>
              </p:cNvPr>
              <p:cNvSpPr/>
              <p:nvPr/>
            </p:nvSpPr>
            <p:spPr bwMode="auto">
              <a:xfrm>
                <a:off x="6756969" y="1799771"/>
                <a:ext cx="2467276" cy="1166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/>
                  <a:t>面对团队冲突，我主张平等协商，寻求最佳解决方案。</a:t>
                </a:r>
                <a:endParaRPr lang="en-US" altLang="zh-CN" sz="12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B184383-A47C-4FC7-909F-2CA8234CF063}"/>
                </a:ext>
              </a:extLst>
            </p:cNvPr>
            <p:cNvGrpSpPr/>
            <p:nvPr/>
          </p:nvGrpSpPr>
          <p:grpSpPr>
            <a:xfrm>
              <a:off x="8657925" y="3064020"/>
              <a:ext cx="2467276" cy="3070080"/>
              <a:chOff x="8657925" y="3064020"/>
              <a:chExt cx="2467276" cy="3070080"/>
            </a:xfrm>
          </p:grpSpPr>
          <p:sp>
            <p:nvSpPr>
              <p:cNvPr id="10" name="Bullet5">
                <a:extLst>
                  <a:ext uri="{FF2B5EF4-FFF2-40B4-BE49-F238E27FC236}">
                    <a16:creationId xmlns:a16="http://schemas.microsoft.com/office/drawing/2014/main" id="{1A9721D9-3DEC-1C35-C74E-F0966CBA39F6}"/>
                  </a:ext>
                </a:extLst>
              </p:cNvPr>
              <p:cNvSpPr/>
              <p:nvPr/>
            </p:nvSpPr>
            <p:spPr>
              <a:xfrm>
                <a:off x="8988647" y="3064020"/>
                <a:ext cx="1805830" cy="180583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tIns="46800" rIns="90000" bIns="46800" rtlCol="0" anchor="ctr">
                <a:normAutofit/>
              </a:bodyPr>
              <a:lstStyle/>
              <a:p>
                <a:pPr algn="ctr"/>
                <a:r>
                  <a:rPr lang="zh-CN" altLang="en-US" b="1"/>
                  <a:t>团队成果分享</a:t>
                </a:r>
                <a:endParaRPr lang="zh-CN" altLang="en-US" b="1" dirty="0"/>
              </a:p>
            </p:txBody>
          </p:sp>
          <p:sp>
            <p:nvSpPr>
              <p:cNvPr id="11" name="Text5">
                <a:extLst>
                  <a:ext uri="{FF2B5EF4-FFF2-40B4-BE49-F238E27FC236}">
                    <a16:creationId xmlns:a16="http://schemas.microsoft.com/office/drawing/2014/main" id="{6BBF20C1-7700-2AFF-3A31-5885D0FFE4E5}"/>
                  </a:ext>
                </a:extLst>
              </p:cNvPr>
              <p:cNvSpPr/>
              <p:nvPr/>
            </p:nvSpPr>
            <p:spPr bwMode="auto">
              <a:xfrm>
                <a:off x="8657925" y="4968072"/>
                <a:ext cx="2467276" cy="1166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1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/>
                  <a:t>我认为团队成果应共享，激励大家共同努力，实现共赢。</a:t>
                </a:r>
                <a:endParaRPr lang="en-US" altLang="zh-CN" sz="1200" dirty="0"/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E614F8E-62F4-AFC5-7981-5F933B6B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团队协作</a:t>
            </a:r>
          </a:p>
        </p:txBody>
      </p:sp>
    </p:spTree>
    <p:extLst>
      <p:ext uri="{BB962C8B-B14F-4D97-AF65-F5344CB8AC3E}">
        <p14:creationId xmlns:p14="http://schemas.microsoft.com/office/powerpoint/2010/main" val="3548723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30ecdcce-6f9e-4c11-a06e-aae4495f3cb7.source.3.zh-Hans">
            <a:extLst>
              <a:ext uri="{FF2B5EF4-FFF2-40B4-BE49-F238E27FC236}">
                <a16:creationId xmlns:a16="http://schemas.microsoft.com/office/drawing/2014/main" id="{E686AB54-0080-5BE0-C750-84C60A647316}"/>
              </a:ext>
            </a:extLst>
          </p:cNvPr>
          <p:cNvGrpSpPr/>
          <p:nvPr/>
        </p:nvGrpSpPr>
        <p:grpSpPr>
          <a:xfrm>
            <a:off x="825500" y="1130301"/>
            <a:ext cx="10693400" cy="5003800"/>
            <a:chOff x="825500" y="1130301"/>
            <a:chExt cx="10693400" cy="500380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268D93B-D7EE-2F73-CF70-5500C561ACFA}"/>
                </a:ext>
              </a:extLst>
            </p:cNvPr>
            <p:cNvGrpSpPr/>
            <p:nvPr/>
          </p:nvGrpSpPr>
          <p:grpSpPr>
            <a:xfrm>
              <a:off x="825500" y="2494935"/>
              <a:ext cx="5651500" cy="1124566"/>
              <a:chOff x="825500" y="2494935"/>
              <a:chExt cx="5651500" cy="1124566"/>
            </a:xfrm>
          </p:grpSpPr>
          <p:sp>
            <p:nvSpPr>
              <p:cNvPr id="17" name="Bullet1">
                <a:extLst>
                  <a:ext uri="{FF2B5EF4-FFF2-40B4-BE49-F238E27FC236}">
                    <a16:creationId xmlns:a16="http://schemas.microsoft.com/office/drawing/2014/main" id="{8DF16CD5-DD5D-5D5F-0D0A-2D0A27B733C5}"/>
                  </a:ext>
                </a:extLst>
              </p:cNvPr>
              <p:cNvSpPr/>
              <p:nvPr/>
            </p:nvSpPr>
            <p:spPr>
              <a:xfrm>
                <a:off x="825500" y="2494935"/>
                <a:ext cx="5651500" cy="48992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buClr>
                    <a:srgbClr val="E24848"/>
                  </a:buClr>
                  <a:defRPr/>
                </a:pPr>
                <a:r>
                  <a:rPr lang="zh-CN" altLang="en-US" b="1" noProof="1"/>
                  <a:t>企业文化认知</a:t>
                </a:r>
                <a:endParaRPr lang="en-US" dirty="0"/>
              </a:p>
            </p:txBody>
          </p:sp>
          <p:sp>
            <p:nvSpPr>
              <p:cNvPr id="18" name="Text1">
                <a:extLst>
                  <a:ext uri="{FF2B5EF4-FFF2-40B4-BE49-F238E27FC236}">
                    <a16:creationId xmlns:a16="http://schemas.microsoft.com/office/drawing/2014/main" id="{BFB597A3-B8D6-506B-9CFA-430F0FA66BFA}"/>
                  </a:ext>
                </a:extLst>
              </p:cNvPr>
              <p:cNvSpPr/>
              <p:nvPr/>
            </p:nvSpPr>
            <p:spPr>
              <a:xfrm>
                <a:off x="825500" y="2984863"/>
                <a:ext cx="5651500" cy="63463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buClr>
                    <a:srgbClr val="E24848"/>
                  </a:buClr>
                  <a:defRPr/>
                </a:pPr>
                <a:r>
                  <a:rPr lang="zh-CN" altLang="en-US" sz="1200" noProof="1"/>
                  <a:t>深入理解公司价值观和使命，认同并积极传播。</a:t>
                </a:r>
                <a:endParaRPr lang="en-US" dirty="0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BFB2DEE-103E-3A4A-9B02-2C9A60C690F9}"/>
                </a:ext>
              </a:extLst>
            </p:cNvPr>
            <p:cNvGrpSpPr/>
            <p:nvPr/>
          </p:nvGrpSpPr>
          <p:grpSpPr>
            <a:xfrm>
              <a:off x="825500" y="1130301"/>
              <a:ext cx="10693400" cy="5003800"/>
              <a:chOff x="825500" y="1130301"/>
              <a:chExt cx="10693400" cy="5003800"/>
            </a:xfrm>
          </p:grpSpPr>
          <p:sp>
            <p:nvSpPr>
              <p:cNvPr id="12" name="PictureMisc2">
                <a:extLst>
                  <a:ext uri="{FF2B5EF4-FFF2-40B4-BE49-F238E27FC236}">
                    <a16:creationId xmlns:a16="http://schemas.microsoft.com/office/drawing/2014/main" id="{060E2205-AF80-7914-6C2D-B0CFFE29C670}"/>
                  </a:ext>
                </a:extLst>
              </p:cNvPr>
              <p:cNvSpPr/>
              <p:nvPr/>
            </p:nvSpPr>
            <p:spPr>
              <a:xfrm>
                <a:off x="5486400" y="1130301"/>
                <a:ext cx="6032500" cy="5003800"/>
              </a:xfrm>
              <a:prstGeom prst="rect">
                <a:avLst/>
              </a:prstGeom>
              <a:blipFill>
                <a:blip r:embed="rId3"/>
                <a:stretch>
                  <a:fillRect l="-12235" r="-12186"/>
                </a:stretch>
              </a:blipFill>
              <a:ln w="38100">
                <a:noFill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Bullet2">
                <a:extLst>
                  <a:ext uri="{FF2B5EF4-FFF2-40B4-BE49-F238E27FC236}">
                    <a16:creationId xmlns:a16="http://schemas.microsoft.com/office/drawing/2014/main" id="{D9044CFE-2D0D-DF87-98C9-331D9A772656}"/>
                  </a:ext>
                </a:extLst>
              </p:cNvPr>
              <p:cNvSpPr/>
              <p:nvPr/>
            </p:nvSpPr>
            <p:spPr>
              <a:xfrm>
                <a:off x="825500" y="3726835"/>
                <a:ext cx="5651500" cy="48992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buClr>
                    <a:srgbClr val="E24848"/>
                  </a:buClr>
                  <a:defRPr/>
                </a:pPr>
                <a:r>
                  <a:rPr lang="zh-CN" altLang="en-US" b="1" noProof="1"/>
                  <a:t>团队协作精神</a:t>
                </a:r>
                <a:endParaRPr lang="en-US" dirty="0"/>
              </a:p>
            </p:txBody>
          </p:sp>
          <p:sp>
            <p:nvSpPr>
              <p:cNvPr id="20" name="Text2">
                <a:extLst>
                  <a:ext uri="{FF2B5EF4-FFF2-40B4-BE49-F238E27FC236}">
                    <a16:creationId xmlns:a16="http://schemas.microsoft.com/office/drawing/2014/main" id="{EBEAD693-2BE6-FA74-6A6D-9263D3CC775F}"/>
                  </a:ext>
                </a:extLst>
              </p:cNvPr>
              <p:cNvSpPr/>
              <p:nvPr/>
            </p:nvSpPr>
            <p:spPr>
              <a:xfrm>
                <a:off x="825500" y="4216763"/>
                <a:ext cx="5651500" cy="63463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buClr>
                    <a:srgbClr val="E24848"/>
                  </a:buClr>
                  <a:defRPr/>
                </a:pPr>
                <a:r>
                  <a:rPr lang="zh-CN" altLang="en-US" sz="1200" noProof="1"/>
                  <a:t>强调团队合作，积极贡献力量，共同达成目标。</a:t>
                </a:r>
                <a:endParaRPr lang="en-US" dirty="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7BF8062-4622-4ABB-0B0C-F38CFE762555}"/>
                </a:ext>
              </a:extLst>
            </p:cNvPr>
            <p:cNvGrpSpPr/>
            <p:nvPr/>
          </p:nvGrpSpPr>
          <p:grpSpPr>
            <a:xfrm>
              <a:off x="825500" y="4958735"/>
              <a:ext cx="5651500" cy="1124566"/>
              <a:chOff x="825500" y="4958735"/>
              <a:chExt cx="5651500" cy="1124566"/>
            </a:xfrm>
          </p:grpSpPr>
          <p:sp>
            <p:nvSpPr>
              <p:cNvPr id="21" name="Bullet3">
                <a:extLst>
                  <a:ext uri="{FF2B5EF4-FFF2-40B4-BE49-F238E27FC236}">
                    <a16:creationId xmlns:a16="http://schemas.microsoft.com/office/drawing/2014/main" id="{1BEFB94A-DF3F-50F6-93A6-AD9A81AEEA3F}"/>
                  </a:ext>
                </a:extLst>
              </p:cNvPr>
              <p:cNvSpPr/>
              <p:nvPr/>
            </p:nvSpPr>
            <p:spPr>
              <a:xfrm>
                <a:off x="825500" y="4958735"/>
                <a:ext cx="5651500" cy="489928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>
                  <a:buClr>
                    <a:srgbClr val="E24848"/>
                  </a:buClr>
                  <a:defRPr/>
                </a:pPr>
                <a:r>
                  <a:rPr lang="zh-CN" altLang="en-US" b="1" noProof="1"/>
                  <a:t>持续学习成长</a:t>
                </a:r>
                <a:endParaRPr lang="en-US" dirty="0"/>
              </a:p>
            </p:txBody>
          </p:sp>
          <p:sp>
            <p:nvSpPr>
              <p:cNvPr id="22" name="Text3">
                <a:extLst>
                  <a:ext uri="{FF2B5EF4-FFF2-40B4-BE49-F238E27FC236}">
                    <a16:creationId xmlns:a16="http://schemas.microsoft.com/office/drawing/2014/main" id="{32133C45-D99E-A0BE-7C23-DCE5FC428C7B}"/>
                  </a:ext>
                </a:extLst>
              </p:cNvPr>
              <p:cNvSpPr/>
              <p:nvPr/>
            </p:nvSpPr>
            <p:spPr>
              <a:xfrm>
                <a:off x="825500" y="5448663"/>
                <a:ext cx="5651500" cy="634638"/>
              </a:xfrm>
              <a:prstGeom prst="rect">
                <a:avLst/>
              </a:prstGeom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buClr>
                    <a:srgbClr val="E24848"/>
                  </a:buClr>
                  <a:defRPr/>
                </a:pPr>
                <a:r>
                  <a:rPr lang="zh-CN" altLang="en-US" sz="1200" noProof="1"/>
                  <a:t>主动学习，不断提升自我，适应公司发展需求。</a:t>
                </a:r>
                <a:endParaRPr lang="en-US" dirty="0"/>
              </a:p>
            </p:txBody>
          </p:sp>
        </p:grpSp>
        <p:sp>
          <p:nvSpPr>
            <p:cNvPr id="8" name="Title">
              <a:extLst>
                <a:ext uri="{FF2B5EF4-FFF2-40B4-BE49-F238E27FC236}">
                  <a16:creationId xmlns:a16="http://schemas.microsoft.com/office/drawing/2014/main" id="{B11D687D-694F-52C2-0D22-20DD1238E93D}"/>
                </a:ext>
              </a:extLst>
            </p:cNvPr>
            <p:cNvSpPr txBox="1"/>
            <p:nvPr/>
          </p:nvSpPr>
          <p:spPr>
            <a:xfrm>
              <a:off x="825500" y="1257301"/>
              <a:ext cx="5651500" cy="9525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r>
                <a:rPr lang="zh-CN" altLang="en-US" sz="2400" b="1" dirty="0"/>
                <a:t>对公司文化的理解与认同</a:t>
              </a:r>
              <a:endParaRPr 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公司文化理解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62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6913623-BB9B-CF9A-BC5F-1C29F986C376}"/>
              </a:ext>
            </a:extLst>
          </p:cNvPr>
          <p:cNvGrpSpPr/>
          <p:nvPr/>
        </p:nvGrpSpPr>
        <p:grpSpPr>
          <a:xfrm>
            <a:off x="658812" y="1130300"/>
            <a:ext cx="10874376" cy="4962525"/>
            <a:chOff x="658812" y="1130300"/>
            <a:chExt cx="10874376" cy="4962525"/>
          </a:xfrm>
        </p:grpSpPr>
        <p:sp>
          <p:nvSpPr>
            <p:cNvPr id="4" name="Title">
              <a:extLst>
                <a:ext uri="{FF2B5EF4-FFF2-40B4-BE49-F238E27FC236}">
                  <a16:creationId xmlns:a16="http://schemas.microsoft.com/office/drawing/2014/main" id="{8AD9CECE-1AE3-AE56-72AC-4D6F83E10729}"/>
                </a:ext>
              </a:extLst>
            </p:cNvPr>
            <p:cNvSpPr txBox="1"/>
            <p:nvPr/>
          </p:nvSpPr>
          <p:spPr>
            <a:xfrm>
              <a:off x="658812" y="1130300"/>
              <a:ext cx="10874376" cy="1090291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企业社会责任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E28E261-66FC-60A8-BC85-A6FABD1B7FED}"/>
                </a:ext>
              </a:extLst>
            </p:cNvPr>
            <p:cNvGrpSpPr/>
            <p:nvPr/>
          </p:nvGrpSpPr>
          <p:grpSpPr>
            <a:xfrm>
              <a:off x="669925" y="2760938"/>
              <a:ext cx="4697775" cy="1567730"/>
              <a:chOff x="669925" y="2760938"/>
              <a:chExt cx="4697775" cy="1567730"/>
            </a:xfrm>
          </p:grpSpPr>
          <p:sp>
            <p:nvSpPr>
              <p:cNvPr id="21" name="IconBackground1">
                <a:extLst>
                  <a:ext uri="{FF2B5EF4-FFF2-40B4-BE49-F238E27FC236}">
                    <a16:creationId xmlns:a16="http://schemas.microsoft.com/office/drawing/2014/main" id="{0996B1E6-4169-C831-455E-22FCF89CA977}"/>
                  </a:ext>
                </a:extLst>
              </p:cNvPr>
              <p:cNvSpPr/>
              <p:nvPr/>
            </p:nvSpPr>
            <p:spPr>
              <a:xfrm rot="10800000" flipH="1">
                <a:off x="4022723" y="2782113"/>
                <a:ext cx="1344977" cy="1344977"/>
              </a:xfrm>
              <a:prstGeom prst="teardrop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2" name="Icon1">
                <a:extLst>
                  <a:ext uri="{FF2B5EF4-FFF2-40B4-BE49-F238E27FC236}">
                    <a16:creationId xmlns:a16="http://schemas.microsoft.com/office/drawing/2014/main" id="{23B25E33-AAEA-CABA-B301-6EBA85F68574}"/>
                  </a:ext>
                </a:extLst>
              </p:cNvPr>
              <p:cNvSpPr/>
              <p:nvPr/>
            </p:nvSpPr>
            <p:spPr bwMode="auto">
              <a:xfrm>
                <a:off x="4324235" y="3140096"/>
                <a:ext cx="826832" cy="679588"/>
              </a:xfrm>
              <a:custGeom>
                <a:avLst/>
                <a:gdLst>
                  <a:gd name="T0" fmla="*/ 285 w 293"/>
                  <a:gd name="T1" fmla="*/ 32 h 238"/>
                  <a:gd name="T2" fmla="*/ 259 w 293"/>
                  <a:gd name="T3" fmla="*/ 38 h 238"/>
                  <a:gd name="T4" fmla="*/ 275 w 293"/>
                  <a:gd name="T5" fmla="*/ 24 h 238"/>
                  <a:gd name="T6" fmla="*/ 285 w 293"/>
                  <a:gd name="T7" fmla="*/ 4 h 238"/>
                  <a:gd name="T8" fmla="*/ 257 w 293"/>
                  <a:gd name="T9" fmla="*/ 16 h 238"/>
                  <a:gd name="T10" fmla="*/ 237 w 293"/>
                  <a:gd name="T11" fmla="*/ 11 h 238"/>
                  <a:gd name="T12" fmla="*/ 216 w 293"/>
                  <a:gd name="T13" fmla="*/ 1 h 238"/>
                  <a:gd name="T14" fmla="*/ 203 w 293"/>
                  <a:gd name="T15" fmla="*/ 0 h 238"/>
                  <a:gd name="T16" fmla="*/ 179 w 293"/>
                  <a:gd name="T17" fmla="*/ 5 h 238"/>
                  <a:gd name="T18" fmla="*/ 154 w 293"/>
                  <a:gd name="T19" fmla="*/ 27 h 238"/>
                  <a:gd name="T20" fmla="*/ 143 w 293"/>
                  <a:gd name="T21" fmla="*/ 54 h 238"/>
                  <a:gd name="T22" fmla="*/ 143 w 293"/>
                  <a:gd name="T23" fmla="*/ 67 h 238"/>
                  <a:gd name="T24" fmla="*/ 126 w 293"/>
                  <a:gd name="T25" fmla="*/ 72 h 238"/>
                  <a:gd name="T26" fmla="*/ 75 w 293"/>
                  <a:gd name="T27" fmla="*/ 55 h 238"/>
                  <a:gd name="T28" fmla="*/ 33 w 293"/>
                  <a:gd name="T29" fmla="*/ 24 h 238"/>
                  <a:gd name="T30" fmla="*/ 17 w 293"/>
                  <a:gd name="T31" fmla="*/ 17 h 238"/>
                  <a:gd name="T32" fmla="*/ 12 w 293"/>
                  <a:gd name="T33" fmla="*/ 41 h 238"/>
                  <a:gd name="T34" fmla="*/ 14 w 293"/>
                  <a:gd name="T35" fmla="*/ 57 h 238"/>
                  <a:gd name="T36" fmla="*/ 23 w 293"/>
                  <a:gd name="T37" fmla="*/ 76 h 238"/>
                  <a:gd name="T38" fmla="*/ 39 w 293"/>
                  <a:gd name="T39" fmla="*/ 91 h 238"/>
                  <a:gd name="T40" fmla="*/ 25 w 293"/>
                  <a:gd name="T41" fmla="*/ 89 h 238"/>
                  <a:gd name="T42" fmla="*/ 12 w 293"/>
                  <a:gd name="T43" fmla="*/ 84 h 238"/>
                  <a:gd name="T44" fmla="*/ 13 w 293"/>
                  <a:gd name="T45" fmla="*/ 95 h 238"/>
                  <a:gd name="T46" fmla="*/ 25 w 293"/>
                  <a:gd name="T47" fmla="*/ 123 h 238"/>
                  <a:gd name="T48" fmla="*/ 50 w 293"/>
                  <a:gd name="T49" fmla="*/ 140 h 238"/>
                  <a:gd name="T50" fmla="*/ 52 w 293"/>
                  <a:gd name="T51" fmla="*/ 145 h 238"/>
                  <a:gd name="T52" fmla="*/ 33 w 293"/>
                  <a:gd name="T53" fmla="*/ 145 h 238"/>
                  <a:gd name="T54" fmla="*/ 41 w 293"/>
                  <a:gd name="T55" fmla="*/ 161 h 238"/>
                  <a:gd name="T56" fmla="*/ 62 w 293"/>
                  <a:gd name="T57" fmla="*/ 179 h 238"/>
                  <a:gd name="T58" fmla="*/ 89 w 293"/>
                  <a:gd name="T59" fmla="*/ 186 h 238"/>
                  <a:gd name="T60" fmla="*/ 73 w 293"/>
                  <a:gd name="T61" fmla="*/ 197 h 238"/>
                  <a:gd name="T62" fmla="*/ 45 w 293"/>
                  <a:gd name="T63" fmla="*/ 208 h 238"/>
                  <a:gd name="T64" fmla="*/ 14 w 293"/>
                  <a:gd name="T65" fmla="*/ 212 h 238"/>
                  <a:gd name="T66" fmla="*/ 0 w 293"/>
                  <a:gd name="T67" fmla="*/ 211 h 238"/>
                  <a:gd name="T68" fmla="*/ 32 w 293"/>
                  <a:gd name="T69" fmla="*/ 227 h 238"/>
                  <a:gd name="T70" fmla="*/ 68 w 293"/>
                  <a:gd name="T71" fmla="*/ 237 h 238"/>
                  <a:gd name="T72" fmla="*/ 93 w 293"/>
                  <a:gd name="T73" fmla="*/ 238 h 238"/>
                  <a:gd name="T74" fmla="*/ 149 w 293"/>
                  <a:gd name="T75" fmla="*/ 229 h 238"/>
                  <a:gd name="T76" fmla="*/ 195 w 293"/>
                  <a:gd name="T77" fmla="*/ 205 h 238"/>
                  <a:gd name="T78" fmla="*/ 229 w 293"/>
                  <a:gd name="T79" fmla="*/ 169 h 238"/>
                  <a:gd name="T80" fmla="*/ 252 w 293"/>
                  <a:gd name="T81" fmla="*/ 127 h 238"/>
                  <a:gd name="T82" fmla="*/ 262 w 293"/>
                  <a:gd name="T83" fmla="*/ 82 h 238"/>
                  <a:gd name="T84" fmla="*/ 263 w 293"/>
                  <a:gd name="T85" fmla="*/ 59 h 238"/>
                  <a:gd name="T86" fmla="*/ 280 w 293"/>
                  <a:gd name="T87" fmla="*/ 45 h 238"/>
                  <a:gd name="T88" fmla="*/ 293 w 293"/>
                  <a:gd name="T89" fmla="*/ 28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93" h="238">
                    <a:moveTo>
                      <a:pt x="293" y="28"/>
                    </a:moveTo>
                    <a:lnTo>
                      <a:pt x="293" y="28"/>
                    </a:lnTo>
                    <a:lnTo>
                      <a:pt x="285" y="32"/>
                    </a:lnTo>
                    <a:lnTo>
                      <a:pt x="277" y="34"/>
                    </a:lnTo>
                    <a:lnTo>
                      <a:pt x="267" y="36"/>
                    </a:lnTo>
                    <a:lnTo>
                      <a:pt x="259" y="38"/>
                    </a:lnTo>
                    <a:lnTo>
                      <a:pt x="259" y="38"/>
                    </a:lnTo>
                    <a:lnTo>
                      <a:pt x="267" y="31"/>
                    </a:lnTo>
                    <a:lnTo>
                      <a:pt x="275" y="24"/>
                    </a:lnTo>
                    <a:lnTo>
                      <a:pt x="281" y="14"/>
                    </a:lnTo>
                    <a:lnTo>
                      <a:pt x="285" y="4"/>
                    </a:lnTo>
                    <a:lnTo>
                      <a:pt x="285" y="4"/>
                    </a:lnTo>
                    <a:lnTo>
                      <a:pt x="277" y="9"/>
                    </a:lnTo>
                    <a:lnTo>
                      <a:pt x="266" y="13"/>
                    </a:lnTo>
                    <a:lnTo>
                      <a:pt x="257" y="16"/>
                    </a:lnTo>
                    <a:lnTo>
                      <a:pt x="247" y="18"/>
                    </a:lnTo>
                    <a:lnTo>
                      <a:pt x="247" y="18"/>
                    </a:lnTo>
                    <a:lnTo>
                      <a:pt x="237" y="11"/>
                    </a:lnTo>
                    <a:lnTo>
                      <a:pt x="227" y="5"/>
                    </a:lnTo>
                    <a:lnTo>
                      <a:pt x="222" y="3"/>
                    </a:lnTo>
                    <a:lnTo>
                      <a:pt x="216" y="1"/>
                    </a:lnTo>
                    <a:lnTo>
                      <a:pt x="209" y="0"/>
                    </a:lnTo>
                    <a:lnTo>
                      <a:pt x="203" y="0"/>
                    </a:lnTo>
                    <a:lnTo>
                      <a:pt x="203" y="0"/>
                    </a:lnTo>
                    <a:lnTo>
                      <a:pt x="197" y="0"/>
                    </a:lnTo>
                    <a:lnTo>
                      <a:pt x="191" y="1"/>
                    </a:lnTo>
                    <a:lnTo>
                      <a:pt x="179" y="5"/>
                    </a:lnTo>
                    <a:lnTo>
                      <a:pt x="169" y="10"/>
                    </a:lnTo>
                    <a:lnTo>
                      <a:pt x="161" y="17"/>
                    </a:lnTo>
                    <a:lnTo>
                      <a:pt x="154" y="27"/>
                    </a:lnTo>
                    <a:lnTo>
                      <a:pt x="147" y="37"/>
                    </a:lnTo>
                    <a:lnTo>
                      <a:pt x="144" y="48"/>
                    </a:lnTo>
                    <a:lnTo>
                      <a:pt x="143" y="54"/>
                    </a:lnTo>
                    <a:lnTo>
                      <a:pt x="143" y="60"/>
                    </a:lnTo>
                    <a:lnTo>
                      <a:pt x="143" y="60"/>
                    </a:lnTo>
                    <a:lnTo>
                      <a:pt x="143" y="67"/>
                    </a:lnTo>
                    <a:lnTo>
                      <a:pt x="144" y="74"/>
                    </a:lnTo>
                    <a:lnTo>
                      <a:pt x="144" y="74"/>
                    </a:lnTo>
                    <a:lnTo>
                      <a:pt x="126" y="72"/>
                    </a:lnTo>
                    <a:lnTo>
                      <a:pt x="108" y="68"/>
                    </a:lnTo>
                    <a:lnTo>
                      <a:pt x="92" y="63"/>
                    </a:lnTo>
                    <a:lnTo>
                      <a:pt x="75" y="55"/>
                    </a:lnTo>
                    <a:lnTo>
                      <a:pt x="59" y="46"/>
                    </a:lnTo>
                    <a:lnTo>
                      <a:pt x="45" y="36"/>
                    </a:lnTo>
                    <a:lnTo>
                      <a:pt x="33" y="24"/>
                    </a:lnTo>
                    <a:lnTo>
                      <a:pt x="20" y="11"/>
                    </a:lnTo>
                    <a:lnTo>
                      <a:pt x="20" y="11"/>
                    </a:lnTo>
                    <a:lnTo>
                      <a:pt x="17" y="17"/>
                    </a:lnTo>
                    <a:lnTo>
                      <a:pt x="15" y="26"/>
                    </a:lnTo>
                    <a:lnTo>
                      <a:pt x="13" y="33"/>
                    </a:lnTo>
                    <a:lnTo>
                      <a:pt x="12" y="41"/>
                    </a:lnTo>
                    <a:lnTo>
                      <a:pt x="12" y="41"/>
                    </a:lnTo>
                    <a:lnTo>
                      <a:pt x="13" y="48"/>
                    </a:lnTo>
                    <a:lnTo>
                      <a:pt x="14" y="57"/>
                    </a:lnTo>
                    <a:lnTo>
                      <a:pt x="17" y="63"/>
                    </a:lnTo>
                    <a:lnTo>
                      <a:pt x="20" y="70"/>
                    </a:lnTo>
                    <a:lnTo>
                      <a:pt x="23" y="76"/>
                    </a:lnTo>
                    <a:lnTo>
                      <a:pt x="28" y="81"/>
                    </a:lnTo>
                    <a:lnTo>
                      <a:pt x="34" y="87"/>
                    </a:lnTo>
                    <a:lnTo>
                      <a:pt x="39" y="91"/>
                    </a:lnTo>
                    <a:lnTo>
                      <a:pt x="39" y="91"/>
                    </a:lnTo>
                    <a:lnTo>
                      <a:pt x="32" y="91"/>
                    </a:lnTo>
                    <a:lnTo>
                      <a:pt x="25" y="89"/>
                    </a:lnTo>
                    <a:lnTo>
                      <a:pt x="18" y="87"/>
                    </a:lnTo>
                    <a:lnTo>
                      <a:pt x="12" y="84"/>
                    </a:lnTo>
                    <a:lnTo>
                      <a:pt x="12" y="84"/>
                    </a:lnTo>
                    <a:lnTo>
                      <a:pt x="12" y="85"/>
                    </a:lnTo>
                    <a:lnTo>
                      <a:pt x="12" y="85"/>
                    </a:lnTo>
                    <a:lnTo>
                      <a:pt x="13" y="95"/>
                    </a:lnTo>
                    <a:lnTo>
                      <a:pt x="16" y="105"/>
                    </a:lnTo>
                    <a:lnTo>
                      <a:pt x="20" y="115"/>
                    </a:lnTo>
                    <a:lnTo>
                      <a:pt x="25" y="123"/>
                    </a:lnTo>
                    <a:lnTo>
                      <a:pt x="33" y="130"/>
                    </a:lnTo>
                    <a:lnTo>
                      <a:pt x="41" y="136"/>
                    </a:lnTo>
                    <a:lnTo>
                      <a:pt x="50" y="140"/>
                    </a:lnTo>
                    <a:lnTo>
                      <a:pt x="60" y="143"/>
                    </a:lnTo>
                    <a:lnTo>
                      <a:pt x="60" y="143"/>
                    </a:lnTo>
                    <a:lnTo>
                      <a:pt x="52" y="145"/>
                    </a:lnTo>
                    <a:lnTo>
                      <a:pt x="44" y="146"/>
                    </a:lnTo>
                    <a:lnTo>
                      <a:pt x="44" y="146"/>
                    </a:lnTo>
                    <a:lnTo>
                      <a:pt x="33" y="145"/>
                    </a:lnTo>
                    <a:lnTo>
                      <a:pt x="33" y="145"/>
                    </a:lnTo>
                    <a:lnTo>
                      <a:pt x="37" y="153"/>
                    </a:lnTo>
                    <a:lnTo>
                      <a:pt x="41" y="161"/>
                    </a:lnTo>
                    <a:lnTo>
                      <a:pt x="47" y="168"/>
                    </a:lnTo>
                    <a:lnTo>
                      <a:pt x="54" y="175"/>
                    </a:lnTo>
                    <a:lnTo>
                      <a:pt x="62" y="179"/>
                    </a:lnTo>
                    <a:lnTo>
                      <a:pt x="71" y="183"/>
                    </a:lnTo>
                    <a:lnTo>
                      <a:pt x="79" y="185"/>
                    </a:lnTo>
                    <a:lnTo>
                      <a:pt x="89" y="186"/>
                    </a:lnTo>
                    <a:lnTo>
                      <a:pt x="89" y="186"/>
                    </a:lnTo>
                    <a:lnTo>
                      <a:pt x="81" y="192"/>
                    </a:lnTo>
                    <a:lnTo>
                      <a:pt x="73" y="197"/>
                    </a:lnTo>
                    <a:lnTo>
                      <a:pt x="64" y="201"/>
                    </a:lnTo>
                    <a:lnTo>
                      <a:pt x="54" y="206"/>
                    </a:lnTo>
                    <a:lnTo>
                      <a:pt x="45" y="208"/>
                    </a:lnTo>
                    <a:lnTo>
                      <a:pt x="35" y="210"/>
                    </a:lnTo>
                    <a:lnTo>
                      <a:pt x="25" y="212"/>
                    </a:lnTo>
                    <a:lnTo>
                      <a:pt x="14" y="212"/>
                    </a:lnTo>
                    <a:lnTo>
                      <a:pt x="14" y="212"/>
                    </a:lnTo>
                    <a:lnTo>
                      <a:pt x="0" y="211"/>
                    </a:lnTo>
                    <a:lnTo>
                      <a:pt x="0" y="211"/>
                    </a:lnTo>
                    <a:lnTo>
                      <a:pt x="10" y="217"/>
                    </a:lnTo>
                    <a:lnTo>
                      <a:pt x="21" y="222"/>
                    </a:lnTo>
                    <a:lnTo>
                      <a:pt x="32" y="227"/>
                    </a:lnTo>
                    <a:lnTo>
                      <a:pt x="44" y="231"/>
                    </a:lnTo>
                    <a:lnTo>
                      <a:pt x="55" y="235"/>
                    </a:lnTo>
                    <a:lnTo>
                      <a:pt x="68" y="237"/>
                    </a:lnTo>
                    <a:lnTo>
                      <a:pt x="80" y="238"/>
                    </a:lnTo>
                    <a:lnTo>
                      <a:pt x="93" y="238"/>
                    </a:lnTo>
                    <a:lnTo>
                      <a:pt x="93" y="238"/>
                    </a:lnTo>
                    <a:lnTo>
                      <a:pt x="112" y="237"/>
                    </a:lnTo>
                    <a:lnTo>
                      <a:pt x="132" y="233"/>
                    </a:lnTo>
                    <a:lnTo>
                      <a:pt x="149" y="229"/>
                    </a:lnTo>
                    <a:lnTo>
                      <a:pt x="166" y="222"/>
                    </a:lnTo>
                    <a:lnTo>
                      <a:pt x="180" y="215"/>
                    </a:lnTo>
                    <a:lnTo>
                      <a:pt x="195" y="205"/>
                    </a:lnTo>
                    <a:lnTo>
                      <a:pt x="207" y="194"/>
                    </a:lnTo>
                    <a:lnTo>
                      <a:pt x="220" y="183"/>
                    </a:lnTo>
                    <a:lnTo>
                      <a:pt x="229" y="169"/>
                    </a:lnTo>
                    <a:lnTo>
                      <a:pt x="238" y="156"/>
                    </a:lnTo>
                    <a:lnTo>
                      <a:pt x="246" y="141"/>
                    </a:lnTo>
                    <a:lnTo>
                      <a:pt x="252" y="127"/>
                    </a:lnTo>
                    <a:lnTo>
                      <a:pt x="257" y="112"/>
                    </a:lnTo>
                    <a:lnTo>
                      <a:pt x="260" y="97"/>
                    </a:lnTo>
                    <a:lnTo>
                      <a:pt x="262" y="82"/>
                    </a:lnTo>
                    <a:lnTo>
                      <a:pt x="263" y="67"/>
                    </a:lnTo>
                    <a:lnTo>
                      <a:pt x="263" y="67"/>
                    </a:lnTo>
                    <a:lnTo>
                      <a:pt x="263" y="59"/>
                    </a:lnTo>
                    <a:lnTo>
                      <a:pt x="263" y="59"/>
                    </a:lnTo>
                    <a:lnTo>
                      <a:pt x="271" y="52"/>
                    </a:lnTo>
                    <a:lnTo>
                      <a:pt x="280" y="45"/>
                    </a:lnTo>
                    <a:lnTo>
                      <a:pt x="287" y="37"/>
                    </a:lnTo>
                    <a:lnTo>
                      <a:pt x="293" y="28"/>
                    </a:lnTo>
                    <a:lnTo>
                      <a:pt x="293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3" name="Bullet1">
                <a:extLst>
                  <a:ext uri="{FF2B5EF4-FFF2-40B4-BE49-F238E27FC236}">
                    <a16:creationId xmlns:a16="http://schemas.microsoft.com/office/drawing/2014/main" id="{89DC8B60-1324-F023-D04F-B0314CA90443}"/>
                  </a:ext>
                </a:extLst>
              </p:cNvPr>
              <p:cNvSpPr txBox="1"/>
              <p:nvPr/>
            </p:nvSpPr>
            <p:spPr>
              <a:xfrm>
                <a:off x="669925" y="2760938"/>
                <a:ext cx="3011174" cy="617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公益慈善活动参与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1">
                <a:extLst>
                  <a:ext uri="{FF2B5EF4-FFF2-40B4-BE49-F238E27FC236}">
                    <a16:creationId xmlns:a16="http://schemas.microsoft.com/office/drawing/2014/main" id="{2BEC8F44-F9BF-8D51-820B-3FFE49A8B00E}"/>
                  </a:ext>
                </a:extLst>
              </p:cNvPr>
              <p:cNvSpPr txBox="1"/>
              <p:nvPr/>
            </p:nvSpPr>
            <p:spPr>
              <a:xfrm>
                <a:off x="669925" y="3414094"/>
                <a:ext cx="3011174" cy="914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积极响应公益号召，组织员工参与慈善活动，回馈社会，提升企业形象。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582BCF0-23F3-8B4A-FB99-89AAFBB72B5F}"/>
                </a:ext>
              </a:extLst>
            </p:cNvPr>
            <p:cNvGrpSpPr/>
            <p:nvPr/>
          </p:nvGrpSpPr>
          <p:grpSpPr>
            <a:xfrm>
              <a:off x="5484093" y="2277747"/>
              <a:ext cx="6036395" cy="2050921"/>
              <a:chOff x="5484093" y="2277747"/>
              <a:chExt cx="6036395" cy="2050921"/>
            </a:xfrm>
          </p:grpSpPr>
          <p:sp>
            <p:nvSpPr>
              <p:cNvPr id="17" name="IconBackground2">
                <a:extLst>
                  <a:ext uri="{FF2B5EF4-FFF2-40B4-BE49-F238E27FC236}">
                    <a16:creationId xmlns:a16="http://schemas.microsoft.com/office/drawing/2014/main" id="{E8261CAB-C0FC-AB67-C282-98D7523F1E8F}"/>
                  </a:ext>
                </a:extLst>
              </p:cNvPr>
              <p:cNvSpPr/>
              <p:nvPr/>
            </p:nvSpPr>
            <p:spPr>
              <a:xfrm rot="10800000">
                <a:off x="5484093" y="2277747"/>
                <a:ext cx="1849343" cy="1849343"/>
              </a:xfrm>
              <a:prstGeom prst="teardrop">
                <a:avLst/>
              </a:pr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8" name="Icon2">
                <a:extLst>
                  <a:ext uri="{FF2B5EF4-FFF2-40B4-BE49-F238E27FC236}">
                    <a16:creationId xmlns:a16="http://schemas.microsoft.com/office/drawing/2014/main" id="{FE600012-379D-FA62-CCDF-01F28857A6DF}"/>
                  </a:ext>
                </a:extLst>
              </p:cNvPr>
              <p:cNvSpPr/>
              <p:nvPr/>
            </p:nvSpPr>
            <p:spPr bwMode="auto">
              <a:xfrm>
                <a:off x="6016855" y="2828151"/>
                <a:ext cx="783818" cy="782996"/>
              </a:xfrm>
              <a:custGeom>
                <a:avLst/>
                <a:gdLst>
                  <a:gd name="T0" fmla="*/ 374 w 400"/>
                  <a:gd name="T1" fmla="*/ 100 h 400"/>
                  <a:gd name="T2" fmla="*/ 301 w 400"/>
                  <a:gd name="T3" fmla="*/ 27 h 400"/>
                  <a:gd name="T4" fmla="*/ 200 w 400"/>
                  <a:gd name="T5" fmla="*/ 0 h 400"/>
                  <a:gd name="T6" fmla="*/ 100 w 400"/>
                  <a:gd name="T7" fmla="*/ 27 h 400"/>
                  <a:gd name="T8" fmla="*/ 27 w 400"/>
                  <a:gd name="T9" fmla="*/ 100 h 400"/>
                  <a:gd name="T10" fmla="*/ 0 w 400"/>
                  <a:gd name="T11" fmla="*/ 200 h 400"/>
                  <a:gd name="T12" fmla="*/ 27 w 400"/>
                  <a:gd name="T13" fmla="*/ 301 h 400"/>
                  <a:gd name="T14" fmla="*/ 100 w 400"/>
                  <a:gd name="T15" fmla="*/ 374 h 400"/>
                  <a:gd name="T16" fmla="*/ 200 w 400"/>
                  <a:gd name="T17" fmla="*/ 400 h 400"/>
                  <a:gd name="T18" fmla="*/ 301 w 400"/>
                  <a:gd name="T19" fmla="*/ 374 h 400"/>
                  <a:gd name="T20" fmla="*/ 374 w 400"/>
                  <a:gd name="T21" fmla="*/ 301 h 400"/>
                  <a:gd name="T22" fmla="*/ 400 w 400"/>
                  <a:gd name="T23" fmla="*/ 200 h 400"/>
                  <a:gd name="T24" fmla="*/ 374 w 400"/>
                  <a:gd name="T25" fmla="*/ 100 h 400"/>
                  <a:gd name="T26" fmla="*/ 330 w 400"/>
                  <a:gd name="T27" fmla="*/ 170 h 400"/>
                  <a:gd name="T28" fmla="*/ 188 w 400"/>
                  <a:gd name="T29" fmla="*/ 311 h 400"/>
                  <a:gd name="T30" fmla="*/ 176 w 400"/>
                  <a:gd name="T31" fmla="*/ 316 h 400"/>
                  <a:gd name="T32" fmla="*/ 165 w 400"/>
                  <a:gd name="T33" fmla="*/ 311 h 400"/>
                  <a:gd name="T34" fmla="*/ 70 w 400"/>
                  <a:gd name="T35" fmla="*/ 217 h 400"/>
                  <a:gd name="T36" fmla="*/ 66 w 400"/>
                  <a:gd name="T37" fmla="*/ 205 h 400"/>
                  <a:gd name="T38" fmla="*/ 70 w 400"/>
                  <a:gd name="T39" fmla="*/ 193 h 400"/>
                  <a:gd name="T40" fmla="*/ 94 w 400"/>
                  <a:gd name="T41" fmla="*/ 170 h 400"/>
                  <a:gd name="T42" fmla="*/ 106 w 400"/>
                  <a:gd name="T43" fmla="*/ 165 h 400"/>
                  <a:gd name="T44" fmla="*/ 118 w 400"/>
                  <a:gd name="T45" fmla="*/ 170 h 400"/>
                  <a:gd name="T46" fmla="*/ 176 w 400"/>
                  <a:gd name="T47" fmla="*/ 229 h 400"/>
                  <a:gd name="T48" fmla="*/ 283 w 400"/>
                  <a:gd name="T49" fmla="*/ 123 h 400"/>
                  <a:gd name="T50" fmla="*/ 295 w 400"/>
                  <a:gd name="T51" fmla="*/ 118 h 400"/>
                  <a:gd name="T52" fmla="*/ 306 w 400"/>
                  <a:gd name="T53" fmla="*/ 123 h 400"/>
                  <a:gd name="T54" fmla="*/ 330 w 400"/>
                  <a:gd name="T55" fmla="*/ 146 h 400"/>
                  <a:gd name="T56" fmla="*/ 335 w 400"/>
                  <a:gd name="T57" fmla="*/ 158 h 400"/>
                  <a:gd name="T58" fmla="*/ 330 w 400"/>
                  <a:gd name="T59" fmla="*/ 170 h 400"/>
                  <a:gd name="T60" fmla="*/ 330 w 400"/>
                  <a:gd name="T61" fmla="*/ 170 h 400"/>
                  <a:gd name="T62" fmla="*/ 330 w 400"/>
                  <a:gd name="T63" fmla="*/ 17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00" h="400">
                    <a:moveTo>
                      <a:pt x="374" y="100"/>
                    </a:moveTo>
                    <a:cubicBezTo>
                      <a:pt x="356" y="69"/>
                      <a:pt x="331" y="45"/>
                      <a:pt x="301" y="27"/>
                    </a:cubicBezTo>
                    <a:cubicBezTo>
                      <a:pt x="270" y="9"/>
                      <a:pt x="237" y="0"/>
                      <a:pt x="200" y="0"/>
                    </a:cubicBezTo>
                    <a:cubicBezTo>
                      <a:pt x="164" y="0"/>
                      <a:pt x="130" y="9"/>
                      <a:pt x="100" y="27"/>
                    </a:cubicBezTo>
                    <a:cubicBezTo>
                      <a:pt x="69" y="45"/>
                      <a:pt x="45" y="69"/>
                      <a:pt x="27" y="100"/>
                    </a:cubicBezTo>
                    <a:cubicBezTo>
                      <a:pt x="9" y="130"/>
                      <a:pt x="0" y="164"/>
                      <a:pt x="0" y="200"/>
                    </a:cubicBezTo>
                    <a:cubicBezTo>
                      <a:pt x="0" y="237"/>
                      <a:pt x="9" y="270"/>
                      <a:pt x="27" y="301"/>
                    </a:cubicBezTo>
                    <a:cubicBezTo>
                      <a:pt x="45" y="331"/>
                      <a:pt x="69" y="356"/>
                      <a:pt x="100" y="374"/>
                    </a:cubicBezTo>
                    <a:cubicBezTo>
                      <a:pt x="130" y="391"/>
                      <a:pt x="164" y="400"/>
                      <a:pt x="200" y="400"/>
                    </a:cubicBezTo>
                    <a:cubicBezTo>
                      <a:pt x="237" y="400"/>
                      <a:pt x="270" y="391"/>
                      <a:pt x="301" y="374"/>
                    </a:cubicBezTo>
                    <a:cubicBezTo>
                      <a:pt x="331" y="356"/>
                      <a:pt x="356" y="331"/>
                      <a:pt x="374" y="301"/>
                    </a:cubicBezTo>
                    <a:cubicBezTo>
                      <a:pt x="392" y="270"/>
                      <a:pt x="400" y="237"/>
                      <a:pt x="400" y="200"/>
                    </a:cubicBezTo>
                    <a:cubicBezTo>
                      <a:pt x="400" y="164"/>
                      <a:pt x="392" y="130"/>
                      <a:pt x="374" y="100"/>
                    </a:cubicBezTo>
                    <a:close/>
                    <a:moveTo>
                      <a:pt x="330" y="170"/>
                    </a:moveTo>
                    <a:cubicBezTo>
                      <a:pt x="188" y="311"/>
                      <a:pt x="188" y="311"/>
                      <a:pt x="188" y="311"/>
                    </a:cubicBezTo>
                    <a:cubicBezTo>
                      <a:pt x="185" y="315"/>
                      <a:pt x="181" y="316"/>
                      <a:pt x="176" y="316"/>
                    </a:cubicBezTo>
                    <a:cubicBezTo>
                      <a:pt x="172" y="316"/>
                      <a:pt x="168" y="315"/>
                      <a:pt x="165" y="311"/>
                    </a:cubicBezTo>
                    <a:cubicBezTo>
                      <a:pt x="70" y="217"/>
                      <a:pt x="70" y="217"/>
                      <a:pt x="70" y="217"/>
                    </a:cubicBezTo>
                    <a:cubicBezTo>
                      <a:pt x="67" y="214"/>
                      <a:pt x="66" y="210"/>
                      <a:pt x="66" y="205"/>
                    </a:cubicBezTo>
                    <a:cubicBezTo>
                      <a:pt x="66" y="200"/>
                      <a:pt x="67" y="196"/>
                      <a:pt x="70" y="193"/>
                    </a:cubicBezTo>
                    <a:cubicBezTo>
                      <a:pt x="94" y="170"/>
                      <a:pt x="94" y="170"/>
                      <a:pt x="94" y="170"/>
                    </a:cubicBezTo>
                    <a:cubicBezTo>
                      <a:pt x="97" y="166"/>
                      <a:pt x="101" y="165"/>
                      <a:pt x="106" y="165"/>
                    </a:cubicBezTo>
                    <a:cubicBezTo>
                      <a:pt x="110" y="165"/>
                      <a:pt x="114" y="166"/>
                      <a:pt x="118" y="170"/>
                    </a:cubicBezTo>
                    <a:cubicBezTo>
                      <a:pt x="176" y="229"/>
                      <a:pt x="176" y="229"/>
                      <a:pt x="176" y="229"/>
                    </a:cubicBezTo>
                    <a:cubicBezTo>
                      <a:pt x="283" y="123"/>
                      <a:pt x="283" y="123"/>
                      <a:pt x="283" y="123"/>
                    </a:cubicBezTo>
                    <a:cubicBezTo>
                      <a:pt x="286" y="119"/>
                      <a:pt x="290" y="118"/>
                      <a:pt x="295" y="118"/>
                    </a:cubicBezTo>
                    <a:cubicBezTo>
                      <a:pt x="299" y="118"/>
                      <a:pt x="303" y="119"/>
                      <a:pt x="306" y="123"/>
                    </a:cubicBezTo>
                    <a:cubicBezTo>
                      <a:pt x="330" y="146"/>
                      <a:pt x="330" y="146"/>
                      <a:pt x="330" y="146"/>
                    </a:cubicBezTo>
                    <a:cubicBezTo>
                      <a:pt x="333" y="149"/>
                      <a:pt x="335" y="153"/>
                      <a:pt x="335" y="158"/>
                    </a:cubicBezTo>
                    <a:cubicBezTo>
                      <a:pt x="335" y="163"/>
                      <a:pt x="333" y="167"/>
                      <a:pt x="330" y="170"/>
                    </a:cubicBezTo>
                    <a:close/>
                    <a:moveTo>
                      <a:pt x="330" y="170"/>
                    </a:moveTo>
                    <a:cubicBezTo>
                      <a:pt x="330" y="170"/>
                      <a:pt x="330" y="170"/>
                      <a:pt x="330" y="1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9" name="Bullet2">
                <a:extLst>
                  <a:ext uri="{FF2B5EF4-FFF2-40B4-BE49-F238E27FC236}">
                    <a16:creationId xmlns:a16="http://schemas.microsoft.com/office/drawing/2014/main" id="{435090DF-8050-0BAB-8F15-FD3666B21BA6}"/>
                  </a:ext>
                </a:extLst>
              </p:cNvPr>
              <p:cNvSpPr txBox="1"/>
              <p:nvPr/>
            </p:nvSpPr>
            <p:spPr>
              <a:xfrm>
                <a:off x="8509314" y="2760938"/>
                <a:ext cx="3011174" cy="617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环保理念的实践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2">
                <a:extLst>
                  <a:ext uri="{FF2B5EF4-FFF2-40B4-BE49-F238E27FC236}">
                    <a16:creationId xmlns:a16="http://schemas.microsoft.com/office/drawing/2014/main" id="{980DF1FE-FCFA-E870-8837-A7787B376FC6}"/>
                  </a:ext>
                </a:extLst>
              </p:cNvPr>
              <p:cNvSpPr txBox="1"/>
              <p:nvPr/>
            </p:nvSpPr>
            <p:spPr>
              <a:xfrm>
                <a:off x="8509314" y="3414094"/>
                <a:ext cx="3011174" cy="914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倡导绿色办公，减少浪费，关注环保，履行企业环保责任。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8C6C240-F526-5A5C-0255-8DD9AF756B7B}"/>
                </a:ext>
              </a:extLst>
            </p:cNvPr>
            <p:cNvGrpSpPr/>
            <p:nvPr/>
          </p:nvGrpSpPr>
          <p:grpSpPr>
            <a:xfrm>
              <a:off x="669925" y="4243482"/>
              <a:ext cx="5812554" cy="1849343"/>
              <a:chOff x="669925" y="4243482"/>
              <a:chExt cx="5812554" cy="1849343"/>
            </a:xfrm>
          </p:grpSpPr>
          <p:sp>
            <p:nvSpPr>
              <p:cNvPr id="13" name="IconBackground3">
                <a:extLst>
                  <a:ext uri="{FF2B5EF4-FFF2-40B4-BE49-F238E27FC236}">
                    <a16:creationId xmlns:a16="http://schemas.microsoft.com/office/drawing/2014/main" id="{85AEF7CC-F178-E9C3-D438-A0773F6C8FA3}"/>
                  </a:ext>
                </a:extLst>
              </p:cNvPr>
              <p:cNvSpPr/>
              <p:nvPr/>
            </p:nvSpPr>
            <p:spPr>
              <a:xfrm rot="10800000" flipH="1" flipV="1">
                <a:off x="4633136" y="4243482"/>
                <a:ext cx="1849343" cy="1849343"/>
              </a:xfrm>
              <a:prstGeom prst="teardrop">
                <a:avLst/>
              </a:prstGeom>
              <a:solidFill>
                <a:schemeClr val="accent4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" name="Icon3">
                <a:extLst>
                  <a:ext uri="{FF2B5EF4-FFF2-40B4-BE49-F238E27FC236}">
                    <a16:creationId xmlns:a16="http://schemas.microsoft.com/office/drawing/2014/main" id="{3566C4BA-81BC-6E88-4397-292650BC24A7}"/>
                  </a:ext>
                </a:extLst>
              </p:cNvPr>
              <p:cNvSpPr/>
              <p:nvPr/>
            </p:nvSpPr>
            <p:spPr bwMode="auto">
              <a:xfrm>
                <a:off x="5249013" y="4868822"/>
                <a:ext cx="617588" cy="616444"/>
              </a:xfrm>
              <a:custGeom>
                <a:avLst/>
                <a:gdLst>
                  <a:gd name="T0" fmla="*/ 164 w 204"/>
                  <a:gd name="T1" fmla="*/ 0 h 204"/>
                  <a:gd name="T2" fmla="*/ 39 w 204"/>
                  <a:gd name="T3" fmla="*/ 0 h 204"/>
                  <a:gd name="T4" fmla="*/ 0 w 204"/>
                  <a:gd name="T5" fmla="*/ 39 h 204"/>
                  <a:gd name="T6" fmla="*/ 0 w 204"/>
                  <a:gd name="T7" fmla="*/ 81 h 204"/>
                  <a:gd name="T8" fmla="*/ 0 w 204"/>
                  <a:gd name="T9" fmla="*/ 164 h 204"/>
                  <a:gd name="T10" fmla="*/ 39 w 204"/>
                  <a:gd name="T11" fmla="*/ 204 h 204"/>
                  <a:gd name="T12" fmla="*/ 164 w 204"/>
                  <a:gd name="T13" fmla="*/ 204 h 204"/>
                  <a:gd name="T14" fmla="*/ 204 w 204"/>
                  <a:gd name="T15" fmla="*/ 164 h 204"/>
                  <a:gd name="T16" fmla="*/ 204 w 204"/>
                  <a:gd name="T17" fmla="*/ 81 h 204"/>
                  <a:gd name="T18" fmla="*/ 204 w 204"/>
                  <a:gd name="T19" fmla="*/ 39 h 204"/>
                  <a:gd name="T20" fmla="*/ 164 w 204"/>
                  <a:gd name="T21" fmla="*/ 0 h 204"/>
                  <a:gd name="T22" fmla="*/ 176 w 204"/>
                  <a:gd name="T23" fmla="*/ 23 h 204"/>
                  <a:gd name="T24" fmla="*/ 180 w 204"/>
                  <a:gd name="T25" fmla="*/ 23 h 204"/>
                  <a:gd name="T26" fmla="*/ 180 w 204"/>
                  <a:gd name="T27" fmla="*/ 28 h 204"/>
                  <a:gd name="T28" fmla="*/ 180 w 204"/>
                  <a:gd name="T29" fmla="*/ 58 h 204"/>
                  <a:gd name="T30" fmla="*/ 146 w 204"/>
                  <a:gd name="T31" fmla="*/ 58 h 204"/>
                  <a:gd name="T32" fmla="*/ 146 w 204"/>
                  <a:gd name="T33" fmla="*/ 24 h 204"/>
                  <a:gd name="T34" fmla="*/ 176 w 204"/>
                  <a:gd name="T35" fmla="*/ 23 h 204"/>
                  <a:gd name="T36" fmla="*/ 73 w 204"/>
                  <a:gd name="T37" fmla="*/ 81 h 204"/>
                  <a:gd name="T38" fmla="*/ 102 w 204"/>
                  <a:gd name="T39" fmla="*/ 66 h 204"/>
                  <a:gd name="T40" fmla="*/ 131 w 204"/>
                  <a:gd name="T41" fmla="*/ 81 h 204"/>
                  <a:gd name="T42" fmla="*/ 138 w 204"/>
                  <a:gd name="T43" fmla="*/ 102 h 204"/>
                  <a:gd name="T44" fmla="*/ 102 w 204"/>
                  <a:gd name="T45" fmla="*/ 138 h 204"/>
                  <a:gd name="T46" fmla="*/ 66 w 204"/>
                  <a:gd name="T47" fmla="*/ 102 h 204"/>
                  <a:gd name="T48" fmla="*/ 73 w 204"/>
                  <a:gd name="T49" fmla="*/ 81 h 204"/>
                  <a:gd name="T50" fmla="*/ 184 w 204"/>
                  <a:gd name="T51" fmla="*/ 164 h 204"/>
                  <a:gd name="T52" fmla="*/ 164 w 204"/>
                  <a:gd name="T53" fmla="*/ 184 h 204"/>
                  <a:gd name="T54" fmla="*/ 39 w 204"/>
                  <a:gd name="T55" fmla="*/ 184 h 204"/>
                  <a:gd name="T56" fmla="*/ 20 w 204"/>
                  <a:gd name="T57" fmla="*/ 164 h 204"/>
                  <a:gd name="T58" fmla="*/ 20 w 204"/>
                  <a:gd name="T59" fmla="*/ 81 h 204"/>
                  <a:gd name="T60" fmla="*/ 50 w 204"/>
                  <a:gd name="T61" fmla="*/ 81 h 204"/>
                  <a:gd name="T62" fmla="*/ 46 w 204"/>
                  <a:gd name="T63" fmla="*/ 102 h 204"/>
                  <a:gd name="T64" fmla="*/ 102 w 204"/>
                  <a:gd name="T65" fmla="*/ 158 h 204"/>
                  <a:gd name="T66" fmla="*/ 157 w 204"/>
                  <a:gd name="T67" fmla="*/ 102 h 204"/>
                  <a:gd name="T68" fmla="*/ 153 w 204"/>
                  <a:gd name="T69" fmla="*/ 81 h 204"/>
                  <a:gd name="T70" fmla="*/ 184 w 204"/>
                  <a:gd name="T71" fmla="*/ 81 h 204"/>
                  <a:gd name="T72" fmla="*/ 184 w 204"/>
                  <a:gd name="T73" fmla="*/ 164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4" h="204">
                    <a:moveTo>
                      <a:pt x="164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86"/>
                      <a:pt x="17" y="204"/>
                      <a:pt x="39" y="204"/>
                    </a:cubicBezTo>
                    <a:cubicBezTo>
                      <a:pt x="164" y="204"/>
                      <a:pt x="164" y="204"/>
                      <a:pt x="164" y="204"/>
                    </a:cubicBezTo>
                    <a:cubicBezTo>
                      <a:pt x="186" y="204"/>
                      <a:pt x="204" y="186"/>
                      <a:pt x="204" y="164"/>
                    </a:cubicBezTo>
                    <a:cubicBezTo>
                      <a:pt x="204" y="81"/>
                      <a:pt x="204" y="81"/>
                      <a:pt x="204" y="81"/>
                    </a:cubicBezTo>
                    <a:cubicBezTo>
                      <a:pt x="204" y="39"/>
                      <a:pt x="204" y="39"/>
                      <a:pt x="204" y="39"/>
                    </a:cubicBezTo>
                    <a:cubicBezTo>
                      <a:pt x="204" y="18"/>
                      <a:pt x="186" y="0"/>
                      <a:pt x="164" y="0"/>
                    </a:cubicBezTo>
                    <a:close/>
                    <a:moveTo>
                      <a:pt x="176" y="23"/>
                    </a:moveTo>
                    <a:cubicBezTo>
                      <a:pt x="180" y="23"/>
                      <a:pt x="180" y="23"/>
                      <a:pt x="180" y="23"/>
                    </a:cubicBezTo>
                    <a:cubicBezTo>
                      <a:pt x="180" y="28"/>
                      <a:pt x="180" y="28"/>
                      <a:pt x="180" y="28"/>
                    </a:cubicBezTo>
                    <a:cubicBezTo>
                      <a:pt x="180" y="58"/>
                      <a:pt x="180" y="58"/>
                      <a:pt x="180" y="58"/>
                    </a:cubicBezTo>
                    <a:cubicBezTo>
                      <a:pt x="146" y="58"/>
                      <a:pt x="146" y="58"/>
                      <a:pt x="146" y="58"/>
                    </a:cubicBezTo>
                    <a:cubicBezTo>
                      <a:pt x="146" y="24"/>
                      <a:pt x="146" y="24"/>
                      <a:pt x="146" y="24"/>
                    </a:cubicBezTo>
                    <a:lnTo>
                      <a:pt x="176" y="23"/>
                    </a:lnTo>
                    <a:close/>
                    <a:moveTo>
                      <a:pt x="73" y="81"/>
                    </a:moveTo>
                    <a:cubicBezTo>
                      <a:pt x="79" y="72"/>
                      <a:pt x="90" y="66"/>
                      <a:pt x="102" y="66"/>
                    </a:cubicBezTo>
                    <a:cubicBezTo>
                      <a:pt x="114" y="66"/>
                      <a:pt x="124" y="72"/>
                      <a:pt x="131" y="81"/>
                    </a:cubicBezTo>
                    <a:cubicBezTo>
                      <a:pt x="135" y="87"/>
                      <a:pt x="138" y="94"/>
                      <a:pt x="138" y="102"/>
                    </a:cubicBezTo>
                    <a:cubicBezTo>
                      <a:pt x="138" y="122"/>
                      <a:pt x="121" y="138"/>
                      <a:pt x="102" y="138"/>
                    </a:cubicBezTo>
                    <a:cubicBezTo>
                      <a:pt x="82" y="138"/>
                      <a:pt x="66" y="122"/>
                      <a:pt x="66" y="102"/>
                    </a:cubicBezTo>
                    <a:cubicBezTo>
                      <a:pt x="66" y="94"/>
                      <a:pt x="68" y="87"/>
                      <a:pt x="73" y="81"/>
                    </a:cubicBezTo>
                    <a:close/>
                    <a:moveTo>
                      <a:pt x="184" y="164"/>
                    </a:moveTo>
                    <a:cubicBezTo>
                      <a:pt x="184" y="175"/>
                      <a:pt x="175" y="184"/>
                      <a:pt x="164" y="184"/>
                    </a:cubicBezTo>
                    <a:cubicBezTo>
                      <a:pt x="39" y="184"/>
                      <a:pt x="39" y="184"/>
                      <a:pt x="39" y="184"/>
                    </a:cubicBezTo>
                    <a:cubicBezTo>
                      <a:pt x="28" y="184"/>
                      <a:pt x="20" y="175"/>
                      <a:pt x="20" y="164"/>
                    </a:cubicBezTo>
                    <a:cubicBezTo>
                      <a:pt x="20" y="81"/>
                      <a:pt x="20" y="81"/>
                      <a:pt x="20" y="81"/>
                    </a:cubicBezTo>
                    <a:cubicBezTo>
                      <a:pt x="50" y="81"/>
                      <a:pt x="50" y="81"/>
                      <a:pt x="50" y="81"/>
                    </a:cubicBezTo>
                    <a:cubicBezTo>
                      <a:pt x="47" y="87"/>
                      <a:pt x="46" y="95"/>
                      <a:pt x="46" y="102"/>
                    </a:cubicBezTo>
                    <a:cubicBezTo>
                      <a:pt x="46" y="133"/>
                      <a:pt x="71" y="158"/>
                      <a:pt x="102" y="158"/>
                    </a:cubicBezTo>
                    <a:cubicBezTo>
                      <a:pt x="132" y="158"/>
                      <a:pt x="157" y="133"/>
                      <a:pt x="157" y="102"/>
                    </a:cubicBezTo>
                    <a:cubicBezTo>
                      <a:pt x="157" y="95"/>
                      <a:pt x="156" y="87"/>
                      <a:pt x="153" y="81"/>
                    </a:cubicBezTo>
                    <a:cubicBezTo>
                      <a:pt x="184" y="81"/>
                      <a:pt x="184" y="81"/>
                      <a:pt x="184" y="81"/>
                    </a:cubicBezTo>
                    <a:lnTo>
                      <a:pt x="184" y="1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" name="Bullet3">
                <a:extLst>
                  <a:ext uri="{FF2B5EF4-FFF2-40B4-BE49-F238E27FC236}">
                    <a16:creationId xmlns:a16="http://schemas.microsoft.com/office/drawing/2014/main" id="{15B1A243-B3AF-5AB4-4654-79BC4061F21C}"/>
                  </a:ext>
                </a:extLst>
              </p:cNvPr>
              <p:cNvSpPr txBox="1"/>
              <p:nvPr/>
            </p:nvSpPr>
            <p:spPr>
              <a:xfrm>
                <a:off x="669925" y="4525095"/>
                <a:ext cx="3011174" cy="617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员工关怀与成长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3">
                <a:extLst>
                  <a:ext uri="{FF2B5EF4-FFF2-40B4-BE49-F238E27FC236}">
                    <a16:creationId xmlns:a16="http://schemas.microsoft.com/office/drawing/2014/main" id="{8716C464-7627-A21A-463B-90E164075505}"/>
                  </a:ext>
                </a:extLst>
              </p:cNvPr>
              <p:cNvSpPr txBox="1"/>
              <p:nvPr/>
            </p:nvSpPr>
            <p:spPr>
              <a:xfrm>
                <a:off x="669925" y="5178251"/>
                <a:ext cx="3011174" cy="914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algn="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注重员工福利与培训，关心员工成长，营造和谐企业文化。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7AD3BED-8EE4-805E-9B5F-DD7CC69ACC1D}"/>
                </a:ext>
              </a:extLst>
            </p:cNvPr>
            <p:cNvGrpSpPr/>
            <p:nvPr/>
          </p:nvGrpSpPr>
          <p:grpSpPr>
            <a:xfrm>
              <a:off x="6598872" y="4243482"/>
              <a:ext cx="4921616" cy="1849343"/>
              <a:chOff x="6598872" y="4243482"/>
              <a:chExt cx="4921616" cy="1849343"/>
            </a:xfrm>
          </p:grpSpPr>
          <p:sp>
            <p:nvSpPr>
              <p:cNvPr id="9" name="IconBackground4">
                <a:extLst>
                  <a:ext uri="{FF2B5EF4-FFF2-40B4-BE49-F238E27FC236}">
                    <a16:creationId xmlns:a16="http://schemas.microsoft.com/office/drawing/2014/main" id="{58EA1DD7-588A-5B69-7365-D6B5584E9F6D}"/>
                  </a:ext>
                </a:extLst>
              </p:cNvPr>
              <p:cNvSpPr/>
              <p:nvPr/>
            </p:nvSpPr>
            <p:spPr>
              <a:xfrm rot="10800000" flipV="1">
                <a:off x="6598872" y="4243482"/>
                <a:ext cx="1344977" cy="1344977"/>
              </a:xfrm>
              <a:prstGeom prst="teardrop">
                <a:avLst/>
              </a:prstGeom>
              <a:solidFill>
                <a:schemeClr val="accent3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0" name="Icon4">
                <a:extLst>
                  <a:ext uri="{FF2B5EF4-FFF2-40B4-BE49-F238E27FC236}">
                    <a16:creationId xmlns:a16="http://schemas.microsoft.com/office/drawing/2014/main" id="{80917AE1-ABDB-B0C2-41FB-8E4C0E0E58E6}"/>
                  </a:ext>
                </a:extLst>
              </p:cNvPr>
              <p:cNvSpPr/>
              <p:nvPr/>
            </p:nvSpPr>
            <p:spPr bwMode="auto">
              <a:xfrm>
                <a:off x="6930749" y="4560264"/>
                <a:ext cx="681222" cy="656448"/>
              </a:xfrm>
              <a:custGeom>
                <a:avLst/>
                <a:gdLst>
                  <a:gd name="T0" fmla="*/ 0 w 208"/>
                  <a:gd name="T1" fmla="*/ 68 h 201"/>
                  <a:gd name="T2" fmla="*/ 8 w 208"/>
                  <a:gd name="T3" fmla="*/ 78 h 201"/>
                  <a:gd name="T4" fmla="*/ 31 w 208"/>
                  <a:gd name="T5" fmla="*/ 72 h 201"/>
                  <a:gd name="T6" fmla="*/ 64 w 208"/>
                  <a:gd name="T7" fmla="*/ 172 h 201"/>
                  <a:gd name="T8" fmla="*/ 106 w 208"/>
                  <a:gd name="T9" fmla="*/ 189 h 201"/>
                  <a:gd name="T10" fmla="*/ 197 w 208"/>
                  <a:gd name="T11" fmla="*/ 62 h 201"/>
                  <a:gd name="T12" fmla="*/ 114 w 208"/>
                  <a:gd name="T13" fmla="*/ 67 h 201"/>
                  <a:gd name="T14" fmla="*/ 137 w 208"/>
                  <a:gd name="T15" fmla="*/ 94 h 201"/>
                  <a:gd name="T16" fmla="*/ 109 w 208"/>
                  <a:gd name="T17" fmla="*/ 130 h 201"/>
                  <a:gd name="T18" fmla="*/ 93 w 208"/>
                  <a:gd name="T19" fmla="*/ 90 h 201"/>
                  <a:gd name="T20" fmla="*/ 60 w 208"/>
                  <a:gd name="T21" fmla="*/ 22 h 201"/>
                  <a:gd name="T22" fmla="*/ 0 w 208"/>
                  <a:gd name="T23" fmla="*/ 68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08" h="201">
                    <a:moveTo>
                      <a:pt x="0" y="68"/>
                    </a:moveTo>
                    <a:cubicBezTo>
                      <a:pt x="8" y="78"/>
                      <a:pt x="8" y="78"/>
                      <a:pt x="8" y="78"/>
                    </a:cubicBezTo>
                    <a:cubicBezTo>
                      <a:pt x="8" y="78"/>
                      <a:pt x="25" y="65"/>
                      <a:pt x="31" y="72"/>
                    </a:cubicBezTo>
                    <a:cubicBezTo>
                      <a:pt x="36" y="78"/>
                      <a:pt x="57" y="157"/>
                      <a:pt x="64" y="172"/>
                    </a:cubicBezTo>
                    <a:cubicBezTo>
                      <a:pt x="70" y="184"/>
                      <a:pt x="87" y="201"/>
                      <a:pt x="106" y="189"/>
                    </a:cubicBezTo>
                    <a:cubicBezTo>
                      <a:pt x="125" y="177"/>
                      <a:pt x="186" y="124"/>
                      <a:pt x="197" y="62"/>
                    </a:cubicBezTo>
                    <a:cubicBezTo>
                      <a:pt x="208" y="0"/>
                      <a:pt x="123" y="13"/>
                      <a:pt x="114" y="67"/>
                    </a:cubicBezTo>
                    <a:cubicBezTo>
                      <a:pt x="137" y="54"/>
                      <a:pt x="149" y="73"/>
                      <a:pt x="137" y="94"/>
                    </a:cubicBezTo>
                    <a:cubicBezTo>
                      <a:pt x="126" y="116"/>
                      <a:pt x="115" y="130"/>
                      <a:pt x="109" y="130"/>
                    </a:cubicBezTo>
                    <a:cubicBezTo>
                      <a:pt x="104" y="130"/>
                      <a:pt x="100" y="116"/>
                      <a:pt x="93" y="90"/>
                    </a:cubicBezTo>
                    <a:cubicBezTo>
                      <a:pt x="87" y="64"/>
                      <a:pt x="87" y="17"/>
                      <a:pt x="60" y="22"/>
                    </a:cubicBezTo>
                    <a:cubicBezTo>
                      <a:pt x="34" y="27"/>
                      <a:pt x="0" y="68"/>
                      <a:pt x="0" y="6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1" name="Bullet4">
                <a:extLst>
                  <a:ext uri="{FF2B5EF4-FFF2-40B4-BE49-F238E27FC236}">
                    <a16:creationId xmlns:a16="http://schemas.microsoft.com/office/drawing/2014/main" id="{12A36F66-54D9-7098-14DF-2AAF9812DE89}"/>
                  </a:ext>
                </a:extLst>
              </p:cNvPr>
              <p:cNvSpPr txBox="1"/>
              <p:nvPr/>
            </p:nvSpPr>
            <p:spPr>
              <a:xfrm>
                <a:off x="8509314" y="4525095"/>
                <a:ext cx="3011174" cy="617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客户权益保障</a:t>
                </a:r>
                <a:endParaRPr kumimoji="0" lang="de-DE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4">
                <a:extLst>
                  <a:ext uri="{FF2B5EF4-FFF2-40B4-BE49-F238E27FC236}">
                    <a16:creationId xmlns:a16="http://schemas.microsoft.com/office/drawing/2014/main" id="{93F7597B-5413-A138-A0DB-CA17A8336D3A}"/>
                  </a:ext>
                </a:extLst>
              </p:cNvPr>
              <p:cNvSpPr txBox="1"/>
              <p:nvPr/>
            </p:nvSpPr>
            <p:spPr>
              <a:xfrm>
                <a:off x="8509314" y="5178251"/>
                <a:ext cx="3011174" cy="9145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坚守诚信经营，保障客户权益，展现企业社会责任。</a:t>
                </a:r>
                <a:endParaRPr kumimoji="0" lang="de-DE" sz="12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4BAFD95-E51C-F073-FCB8-628989FF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社会责任感</a:t>
            </a:r>
          </a:p>
        </p:txBody>
      </p:sp>
    </p:spTree>
    <p:extLst>
      <p:ext uri="{BB962C8B-B14F-4D97-AF65-F5344CB8AC3E}">
        <p14:creationId xmlns:p14="http://schemas.microsoft.com/office/powerpoint/2010/main" val="3876290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6082B56F-F97B-6B1C-9A5D-5DAAAB09C00A}"/>
              </a:ext>
            </a:extLst>
          </p:cNvPr>
          <p:cNvGrpSpPr/>
          <p:nvPr/>
        </p:nvGrpSpPr>
        <p:grpSpPr>
          <a:xfrm>
            <a:off x="660400" y="1130301"/>
            <a:ext cx="10864850" cy="4878902"/>
            <a:chOff x="660400" y="1130301"/>
            <a:chExt cx="10864850" cy="4878902"/>
          </a:xfrm>
        </p:grpSpPr>
        <p:sp>
          <p:nvSpPr>
            <p:cNvPr id="5" name="Title">
              <a:extLst>
                <a:ext uri="{FF2B5EF4-FFF2-40B4-BE49-F238E27FC236}">
                  <a16:creationId xmlns:a16="http://schemas.microsoft.com/office/drawing/2014/main" id="{1EEA0A9D-3B8C-0569-DD12-A607A68620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750" y="1130301"/>
              <a:ext cx="10858500" cy="533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参与组织的团队活动经历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pic-BottomLeft,Top,TopBottomRightLeft,TopRightLeft,TopBottom,BottomRightLeft,LeftTopBottom,All,Any">
              <a:extLst>
                <a:ext uri="{FF2B5EF4-FFF2-40B4-BE49-F238E27FC236}">
                  <a16:creationId xmlns:a16="http://schemas.microsoft.com/office/drawing/2014/main" id="{24C58F53-A650-CD46-069C-FF3AF2B448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742526"/>
              <a:ext cx="10858500" cy="1819558"/>
            </a:xfrm>
            <a:prstGeom prst="roundRect">
              <a:avLst>
                <a:gd name="adj" fmla="val 10470"/>
              </a:avLst>
            </a:prstGeom>
            <a:blipFill>
              <a:blip r:embed="rId2"/>
              <a:srcRect/>
              <a:stretch>
                <a:fillRect t="-148922" b="-148922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60F2831-A025-6519-C385-04B370B0B0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0400" y="3828614"/>
              <a:ext cx="2432050" cy="2180589"/>
              <a:chOff x="4943929" y="2390660"/>
              <a:chExt cx="6574971" cy="3743440"/>
            </a:xfrm>
          </p:grpSpPr>
          <p:sp>
            <p:nvSpPr>
              <p:cNvPr id="21" name="矩形 1">
                <a:extLst>
                  <a:ext uri="{FF2B5EF4-FFF2-40B4-BE49-F238E27FC236}">
                    <a16:creationId xmlns:a16="http://schemas.microsoft.com/office/drawing/2014/main" id="{BE5CBAF5-08B7-0EF6-A7E7-57B3E11A63E4}"/>
                  </a:ext>
                </a:extLst>
              </p:cNvPr>
              <p:cNvSpPr/>
              <p:nvPr/>
            </p:nvSpPr>
            <p:spPr>
              <a:xfrm>
                <a:off x="4943929" y="2390660"/>
                <a:ext cx="6574971" cy="374344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Bullet1">
                <a:extLst>
                  <a:ext uri="{FF2B5EF4-FFF2-40B4-BE49-F238E27FC236}">
                    <a16:creationId xmlns:a16="http://schemas.microsoft.com/office/drawing/2014/main" id="{996B6557-CD68-1363-464A-EC00876E97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2711149"/>
                <a:ext cx="5354977" cy="100054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kumimoji="1" lang="zh-CN" altLang="en-US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团队建设活动</a:t>
                </a:r>
                <a:endParaRPr kumimoji="1" lang="en-US" altLang="zh-CN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Text1">
                <a:extLst>
                  <a:ext uri="{FF2B5EF4-FFF2-40B4-BE49-F238E27FC236}">
                    <a16:creationId xmlns:a16="http://schemas.microsoft.com/office/drawing/2014/main" id="{AE85285D-E343-4B86-C1B0-E0B38C7385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3927858"/>
                <a:ext cx="5354977" cy="17998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积极参与公司组织的户外拓展训练，增进团队协作精神。</a:t>
                </a:r>
                <a:endParaRPr kumimoji="1"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6">
              <a:extLst>
                <a:ext uri="{FF2B5EF4-FFF2-40B4-BE49-F238E27FC236}">
                  <a16:creationId xmlns:a16="http://schemas.microsoft.com/office/drawing/2014/main" id="{CB9E36C2-B663-F6FE-5D42-BCECA172CF1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69217" y="3828614"/>
              <a:ext cx="2432050" cy="2180589"/>
              <a:chOff x="4943929" y="2390660"/>
              <a:chExt cx="6574971" cy="3743440"/>
            </a:xfrm>
          </p:grpSpPr>
          <p:sp>
            <p:nvSpPr>
              <p:cNvPr id="18" name="矩形 1">
                <a:extLst>
                  <a:ext uri="{FF2B5EF4-FFF2-40B4-BE49-F238E27FC236}">
                    <a16:creationId xmlns:a16="http://schemas.microsoft.com/office/drawing/2014/main" id="{C72EBBFB-EB05-861F-34CF-6C4246E7CB1D}"/>
                  </a:ext>
                </a:extLst>
              </p:cNvPr>
              <p:cNvSpPr/>
              <p:nvPr/>
            </p:nvSpPr>
            <p:spPr>
              <a:xfrm>
                <a:off x="4943929" y="2390660"/>
                <a:ext cx="6574971" cy="374344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Bullet2">
                <a:extLst>
                  <a:ext uri="{FF2B5EF4-FFF2-40B4-BE49-F238E27FC236}">
                    <a16:creationId xmlns:a16="http://schemas.microsoft.com/office/drawing/2014/main" id="{5A72577C-7AFA-1CC6-C758-D8271F591E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2711149"/>
                <a:ext cx="5354977" cy="100054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zh-CN" altLang="en-US" b="1">
                    <a:solidFill>
                      <a:srgbClr val="FFFFFF"/>
                    </a:solidFill>
                    <a:cs typeface="+mn-ea"/>
                    <a:sym typeface="Arial" panose="020B0604020202020204" pitchFamily="34" charset="0"/>
                  </a:rPr>
                  <a:t>节日庆典互动</a:t>
                </a:r>
                <a:endParaRPr lang="en-US" altLang="zh-CN" b="1" dirty="0">
                  <a:solidFill>
                    <a:srgbClr val="FFFFFF"/>
                  </a:solidFill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Text2">
                <a:extLst>
                  <a:ext uri="{FF2B5EF4-FFF2-40B4-BE49-F238E27FC236}">
                    <a16:creationId xmlns:a16="http://schemas.microsoft.com/office/drawing/2014/main" id="{402A2026-3F99-2A9B-F305-23680C26CD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3927858"/>
                <a:ext cx="5354977" cy="17998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融入公司文化，参与圣诞节和春节庆祝活动，加强同事间交流。</a:t>
                </a:r>
                <a:endParaRPr kumimoji="1"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6">
              <a:extLst>
                <a:ext uri="{FF2B5EF4-FFF2-40B4-BE49-F238E27FC236}">
                  <a16:creationId xmlns:a16="http://schemas.microsoft.com/office/drawing/2014/main" id="{4CDF6443-8B7C-F558-BC29-FA8E9FE6A4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78034" y="3828614"/>
              <a:ext cx="2432050" cy="2180589"/>
              <a:chOff x="4943929" y="2390660"/>
              <a:chExt cx="6574971" cy="3743440"/>
            </a:xfrm>
          </p:grpSpPr>
          <p:sp>
            <p:nvSpPr>
              <p:cNvPr id="15" name="矩形 1">
                <a:extLst>
                  <a:ext uri="{FF2B5EF4-FFF2-40B4-BE49-F238E27FC236}">
                    <a16:creationId xmlns:a16="http://schemas.microsoft.com/office/drawing/2014/main" id="{AE076B19-F47C-BF69-E1CD-224A4406DC50}"/>
                  </a:ext>
                </a:extLst>
              </p:cNvPr>
              <p:cNvSpPr/>
              <p:nvPr/>
            </p:nvSpPr>
            <p:spPr>
              <a:xfrm>
                <a:off x="4943929" y="2390660"/>
                <a:ext cx="6574971" cy="374344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Bullet3">
                <a:extLst>
                  <a:ext uri="{FF2B5EF4-FFF2-40B4-BE49-F238E27FC236}">
                    <a16:creationId xmlns:a16="http://schemas.microsoft.com/office/drawing/2014/main" id="{F64EE736-64BD-110D-D07A-3EEADD95DF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2711149"/>
                <a:ext cx="5354977" cy="100054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zh-CN" altLang="en-US" b="1">
                    <a:solidFill>
                      <a:srgbClr val="FFFFFF"/>
                    </a:solidFill>
                    <a:cs typeface="+mn-ea"/>
                    <a:sym typeface="Arial" panose="020B0604020202020204" pitchFamily="34" charset="0"/>
                  </a:rPr>
                  <a:t>体育赛事参与</a:t>
                </a:r>
                <a:endParaRPr lang="en-US" altLang="zh-CN" b="1" dirty="0">
                  <a:solidFill>
                    <a:srgbClr val="FFFFFF"/>
                  </a:solidFill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7" name="Text3">
                <a:extLst>
                  <a:ext uri="{FF2B5EF4-FFF2-40B4-BE49-F238E27FC236}">
                    <a16:creationId xmlns:a16="http://schemas.microsoft.com/office/drawing/2014/main" id="{3DC30F52-58D2-127A-6AE1-5F52DC2015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3927858"/>
                <a:ext cx="5354977" cy="17998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加入公司篮球队，参与每周篮球赛，促进身心健康和团队凝聚力。</a:t>
                </a:r>
                <a:endParaRPr kumimoji="1"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1" name="组合 6">
              <a:extLst>
                <a:ext uri="{FF2B5EF4-FFF2-40B4-BE49-F238E27FC236}">
                  <a16:creationId xmlns:a16="http://schemas.microsoft.com/office/drawing/2014/main" id="{6424FBD8-4398-EDDA-AD2F-6D07D438A2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86850" y="3828614"/>
              <a:ext cx="2432050" cy="2180589"/>
              <a:chOff x="4943929" y="2390660"/>
              <a:chExt cx="6574971" cy="3743440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D5435B09-2486-34CD-3D19-C8F76FEFF193}"/>
                  </a:ext>
                </a:extLst>
              </p:cNvPr>
              <p:cNvSpPr/>
              <p:nvPr/>
            </p:nvSpPr>
            <p:spPr>
              <a:xfrm>
                <a:off x="4943929" y="2390660"/>
                <a:ext cx="6574971" cy="3743440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Bullet4">
                <a:extLst>
                  <a:ext uri="{FF2B5EF4-FFF2-40B4-BE49-F238E27FC236}">
                    <a16:creationId xmlns:a16="http://schemas.microsoft.com/office/drawing/2014/main" id="{7442810A-8669-DED2-1468-A1281D9317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2711149"/>
                <a:ext cx="5354977" cy="100054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zh-CN" altLang="en-US" b="1">
                    <a:solidFill>
                      <a:srgbClr val="FFFFFF"/>
                    </a:solidFill>
                    <a:cs typeface="+mn-ea"/>
                    <a:sym typeface="Arial" panose="020B0604020202020204" pitchFamily="34" charset="0"/>
                  </a:rPr>
                  <a:t>公益活动奉献</a:t>
                </a:r>
                <a:endParaRPr lang="en-US" altLang="zh-CN" b="1" dirty="0">
                  <a:solidFill>
                    <a:srgbClr val="FFFFFF"/>
                  </a:solidFill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4" name="Text4">
                <a:extLst>
                  <a:ext uri="{FF2B5EF4-FFF2-40B4-BE49-F238E27FC236}">
                    <a16:creationId xmlns:a16="http://schemas.microsoft.com/office/drawing/2014/main" id="{41BD73B6-71AA-093C-5C22-9B3C90B05B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53926" y="3927858"/>
                <a:ext cx="5354977" cy="17998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投身于公司组织的志愿服务，为社会贡献一份力量，体现企业责任。</a:t>
                </a:r>
                <a:endParaRPr kumimoji="1" lang="en-US" altLang="zh-CN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73AE3F9-323D-D3F3-AFCD-9956AE60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组织活动参与</a:t>
            </a:r>
          </a:p>
        </p:txBody>
      </p:sp>
    </p:spTree>
    <p:extLst>
      <p:ext uri="{BB962C8B-B14F-4D97-AF65-F5344CB8AC3E}">
        <p14:creationId xmlns:p14="http://schemas.microsoft.com/office/powerpoint/2010/main" val="2087016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未来工作规划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r>
              <a:rPr lang="zh-CN" altLang="en-US" dirty="0"/>
              <a:t>表达对未来工作的展望与规划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2F1E22D-5918-9ADF-1067-4ABB691489A4}"/>
              </a:ext>
            </a:extLst>
          </p:cNvPr>
          <p:cNvGrpSpPr/>
          <p:nvPr/>
        </p:nvGrpSpPr>
        <p:grpSpPr>
          <a:xfrm>
            <a:off x="660400" y="1130300"/>
            <a:ext cx="10858500" cy="4863903"/>
            <a:chOff x="660400" y="1130300"/>
            <a:chExt cx="10858500" cy="4863903"/>
          </a:xfrm>
        </p:grpSpPr>
        <p:sp>
          <p:nvSpPr>
            <p:cNvPr id="4" name="Title">
              <a:extLst>
                <a:ext uri="{FF2B5EF4-FFF2-40B4-BE49-F238E27FC236}">
                  <a16:creationId xmlns:a16="http://schemas.microsoft.com/office/drawing/2014/main" id="{649FFB40-0A40-469F-8719-C39AB24B36AB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zh-CN" altLang="en-US" sz="2400" b="1">
                  <a:cs typeface="+mn-ea"/>
                  <a:sym typeface="+mn-lt"/>
                </a:rPr>
                <a:t>设定并说明近期工作目标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18B7CC7-8AD1-A851-D32C-02F72354C8DD}"/>
                </a:ext>
              </a:extLst>
            </p:cNvPr>
            <p:cNvGrpSpPr/>
            <p:nvPr/>
          </p:nvGrpSpPr>
          <p:grpSpPr>
            <a:xfrm>
              <a:off x="1147932" y="2097619"/>
              <a:ext cx="3271668" cy="3896584"/>
              <a:chOff x="1147932" y="2097619"/>
              <a:chExt cx="3271668" cy="3896584"/>
            </a:xfrm>
          </p:grpSpPr>
          <p:sp>
            <p:nvSpPr>
              <p:cNvPr id="24" name="Lineeee1">
                <a:extLst>
                  <a:ext uri="{FF2B5EF4-FFF2-40B4-BE49-F238E27FC236}">
                    <a16:creationId xmlns:a16="http://schemas.microsoft.com/office/drawing/2014/main" id="{03FE3DC0-22AE-3C88-CF4E-0927D99D25F8}"/>
                  </a:ext>
                </a:extLst>
              </p:cNvPr>
              <p:cNvSpPr/>
              <p:nvPr/>
            </p:nvSpPr>
            <p:spPr>
              <a:xfrm rot="5400000">
                <a:off x="1671214" y="2097620"/>
                <a:ext cx="2225103" cy="2225102"/>
              </a:xfrm>
              <a:prstGeom prst="arc">
                <a:avLst>
                  <a:gd name="adj1" fmla="val 12888505"/>
                  <a:gd name="adj2" fmla="val 20439601"/>
                </a:avLst>
              </a:prstGeom>
              <a:noFill/>
              <a:ln w="22225" cap="flat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99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25" name="Lineee1">
                <a:extLst>
                  <a:ext uri="{FF2B5EF4-FFF2-40B4-BE49-F238E27FC236}">
                    <a16:creationId xmlns:a16="http://schemas.microsoft.com/office/drawing/2014/main" id="{A5B1AC24-CEAF-AD76-6DBC-5907E764CC17}"/>
                  </a:ext>
                </a:extLst>
              </p:cNvPr>
              <p:cNvSpPr/>
              <p:nvPr/>
            </p:nvSpPr>
            <p:spPr>
              <a:xfrm rot="16200000">
                <a:off x="1671215" y="2097618"/>
                <a:ext cx="2225101" cy="2225104"/>
              </a:xfrm>
              <a:prstGeom prst="arc">
                <a:avLst>
                  <a:gd name="adj1" fmla="val 12888505"/>
                  <a:gd name="adj2" fmla="val 20439601"/>
                </a:avLst>
              </a:prstGeom>
              <a:noFill/>
              <a:ln w="22225" cap="flat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99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 dirty="0">
                  <a:cs typeface="+mn-ea"/>
                  <a:sym typeface="+mn-lt"/>
                </a:endParaRPr>
              </a:p>
            </p:txBody>
          </p:sp>
          <p:sp>
            <p:nvSpPr>
              <p:cNvPr id="26" name="IconBackground1">
                <a:extLst>
                  <a:ext uri="{FF2B5EF4-FFF2-40B4-BE49-F238E27FC236}">
                    <a16:creationId xmlns:a16="http://schemas.microsoft.com/office/drawing/2014/main" id="{DE0014F2-8737-5010-8C1F-6487A64508D8}"/>
                  </a:ext>
                </a:extLst>
              </p:cNvPr>
              <p:cNvSpPr/>
              <p:nvPr/>
            </p:nvSpPr>
            <p:spPr>
              <a:xfrm rot="16200000">
                <a:off x="2065040" y="2491446"/>
                <a:ext cx="1437451" cy="143745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27" name="Line1">
                <a:extLst>
                  <a:ext uri="{FF2B5EF4-FFF2-40B4-BE49-F238E27FC236}">
                    <a16:creationId xmlns:a16="http://schemas.microsoft.com/office/drawing/2014/main" id="{54F1CD91-7046-835C-0351-CD42F60D2693}"/>
                  </a:ext>
                </a:extLst>
              </p:cNvPr>
              <p:cNvSpPr/>
              <p:nvPr/>
            </p:nvSpPr>
            <p:spPr>
              <a:xfrm rot="16200000">
                <a:off x="1925685" y="2352091"/>
                <a:ext cx="1716161" cy="1716162"/>
              </a:xfrm>
              <a:prstGeom prst="arc">
                <a:avLst>
                  <a:gd name="adj1" fmla="val 14716105"/>
                  <a:gd name="adj2" fmla="val 3169052"/>
                </a:avLst>
              </a:pr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28" name="Linee1">
                <a:extLst>
                  <a:ext uri="{FF2B5EF4-FFF2-40B4-BE49-F238E27FC236}">
                    <a16:creationId xmlns:a16="http://schemas.microsoft.com/office/drawing/2014/main" id="{901A665C-8847-3E09-2601-F5D5144C3115}"/>
                  </a:ext>
                </a:extLst>
              </p:cNvPr>
              <p:cNvSpPr/>
              <p:nvPr/>
            </p:nvSpPr>
            <p:spPr>
              <a:xfrm rot="16200000">
                <a:off x="1761067" y="2187473"/>
                <a:ext cx="2045397" cy="2045397"/>
              </a:xfrm>
              <a:prstGeom prst="arc">
                <a:avLst>
                  <a:gd name="adj1" fmla="val 19700047"/>
                  <a:gd name="adj2" fmla="val 15080167"/>
                </a:avLst>
              </a:prstGeom>
              <a:noFill/>
              <a:ln w="6350">
                <a:gradFill flip="none" rotWithShape="1">
                  <a:gsLst>
                    <a:gs pos="0">
                      <a:schemeClr val="accent1">
                        <a:alpha val="7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29" name="Icon1">
                <a:extLst>
                  <a:ext uri="{FF2B5EF4-FFF2-40B4-BE49-F238E27FC236}">
                    <a16:creationId xmlns:a16="http://schemas.microsoft.com/office/drawing/2014/main" id="{964FFFC1-FEC6-4BF0-8AD5-69B92EEAEC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78489" y="2899243"/>
                <a:ext cx="610552" cy="621858"/>
              </a:xfrm>
              <a:custGeom>
                <a:avLst/>
                <a:gdLst>
                  <a:gd name="connsiteX0" fmla="*/ 257175 w 514350"/>
                  <a:gd name="connsiteY0" fmla="*/ 266700 h 523875"/>
                  <a:gd name="connsiteX1" fmla="*/ 390525 w 514350"/>
                  <a:gd name="connsiteY1" fmla="*/ 133350 h 523875"/>
                  <a:gd name="connsiteX2" fmla="*/ 257175 w 514350"/>
                  <a:gd name="connsiteY2" fmla="*/ 0 h 523875"/>
                  <a:gd name="connsiteX3" fmla="*/ 123825 w 514350"/>
                  <a:gd name="connsiteY3" fmla="*/ 133350 h 523875"/>
                  <a:gd name="connsiteX4" fmla="*/ 257175 w 514350"/>
                  <a:gd name="connsiteY4" fmla="*/ 266700 h 523875"/>
                  <a:gd name="connsiteX5" fmla="*/ 457200 w 514350"/>
                  <a:gd name="connsiteY5" fmla="*/ 333375 h 523875"/>
                  <a:gd name="connsiteX6" fmla="*/ 57150 w 514350"/>
                  <a:gd name="connsiteY6" fmla="*/ 333375 h 523875"/>
                  <a:gd name="connsiteX7" fmla="*/ 0 w 514350"/>
                  <a:gd name="connsiteY7" fmla="*/ 390525 h 523875"/>
                  <a:gd name="connsiteX8" fmla="*/ 0 w 514350"/>
                  <a:gd name="connsiteY8" fmla="*/ 523875 h 523875"/>
                  <a:gd name="connsiteX9" fmla="*/ 514350 w 514350"/>
                  <a:gd name="connsiteY9" fmla="*/ 523875 h 523875"/>
                  <a:gd name="connsiteX10" fmla="*/ 514350 w 514350"/>
                  <a:gd name="connsiteY10" fmla="*/ 390525 h 523875"/>
                  <a:gd name="connsiteX11" fmla="*/ 457200 w 514350"/>
                  <a:gd name="connsiteY11" fmla="*/ 333375 h 523875"/>
                  <a:gd name="connsiteX12" fmla="*/ 447675 w 514350"/>
                  <a:gd name="connsiteY12" fmla="*/ 457200 h 523875"/>
                  <a:gd name="connsiteX13" fmla="*/ 333375 w 514350"/>
                  <a:gd name="connsiteY13" fmla="*/ 457200 h 523875"/>
                  <a:gd name="connsiteX14" fmla="*/ 333375 w 514350"/>
                  <a:gd name="connsiteY14" fmla="*/ 438150 h 523875"/>
                  <a:gd name="connsiteX15" fmla="*/ 447675 w 514350"/>
                  <a:gd name="connsiteY15" fmla="*/ 438150 h 523875"/>
                  <a:gd name="connsiteX16" fmla="*/ 447675 w 514350"/>
                  <a:gd name="connsiteY16" fmla="*/ 457200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14350" h="523875">
                    <a:moveTo>
                      <a:pt x="257175" y="266700"/>
                    </a:moveTo>
                    <a:cubicBezTo>
                      <a:pt x="330518" y="266700"/>
                      <a:pt x="390525" y="206693"/>
                      <a:pt x="390525" y="133350"/>
                    </a:cubicBezTo>
                    <a:cubicBezTo>
                      <a:pt x="390525" y="60008"/>
                      <a:pt x="330518" y="0"/>
                      <a:pt x="257175" y="0"/>
                    </a:cubicBezTo>
                    <a:cubicBezTo>
                      <a:pt x="183833" y="0"/>
                      <a:pt x="123825" y="60008"/>
                      <a:pt x="123825" y="133350"/>
                    </a:cubicBezTo>
                    <a:cubicBezTo>
                      <a:pt x="123825" y="206693"/>
                      <a:pt x="183833" y="266700"/>
                      <a:pt x="257175" y="266700"/>
                    </a:cubicBezTo>
                    <a:close/>
                    <a:moveTo>
                      <a:pt x="457200" y="333375"/>
                    </a:moveTo>
                    <a:lnTo>
                      <a:pt x="57150" y="333375"/>
                    </a:lnTo>
                    <a:lnTo>
                      <a:pt x="0" y="390525"/>
                    </a:lnTo>
                    <a:lnTo>
                      <a:pt x="0" y="523875"/>
                    </a:lnTo>
                    <a:lnTo>
                      <a:pt x="514350" y="523875"/>
                    </a:lnTo>
                    <a:lnTo>
                      <a:pt x="514350" y="390525"/>
                    </a:lnTo>
                    <a:lnTo>
                      <a:pt x="457200" y="333375"/>
                    </a:lnTo>
                    <a:close/>
                    <a:moveTo>
                      <a:pt x="447675" y="457200"/>
                    </a:moveTo>
                    <a:lnTo>
                      <a:pt x="333375" y="457200"/>
                    </a:lnTo>
                    <a:lnTo>
                      <a:pt x="333375" y="438150"/>
                    </a:lnTo>
                    <a:lnTo>
                      <a:pt x="447675" y="438150"/>
                    </a:lnTo>
                    <a:lnTo>
                      <a:pt x="447675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Bullet1">
                <a:extLst>
                  <a:ext uri="{FF2B5EF4-FFF2-40B4-BE49-F238E27FC236}">
                    <a16:creationId xmlns:a16="http://schemas.microsoft.com/office/drawing/2014/main" id="{3421A1CA-98B8-C52D-6F90-16FAF72E1A45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147932" y="4412574"/>
                <a:ext cx="3271668" cy="676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技能提升计划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Text1">
                <a:extLst>
                  <a:ext uri="{FF2B5EF4-FFF2-40B4-BE49-F238E27FC236}">
                    <a16:creationId xmlns:a16="http://schemas.microsoft.com/office/drawing/2014/main" id="{502177E8-1391-5FDC-EE30-83ABE6162FA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147932" y="5088831"/>
                <a:ext cx="3271668" cy="905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针对当前岗位所需技能，制定个人能力提升计划，包括参加培训、自学等方式，确保在短时间内提升自我能力，更好地完成工作任务。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FF8C111-A841-B5A0-14F4-A0E048D1FB92}"/>
                </a:ext>
              </a:extLst>
            </p:cNvPr>
            <p:cNvGrpSpPr/>
            <p:nvPr/>
          </p:nvGrpSpPr>
          <p:grpSpPr>
            <a:xfrm>
              <a:off x="4453817" y="2097619"/>
              <a:ext cx="3271668" cy="3896584"/>
              <a:chOff x="4453817" y="2097619"/>
              <a:chExt cx="3271668" cy="3896584"/>
            </a:xfrm>
          </p:grpSpPr>
          <p:sp>
            <p:nvSpPr>
              <p:cNvPr id="16" name="Lineeee2">
                <a:extLst>
                  <a:ext uri="{FF2B5EF4-FFF2-40B4-BE49-F238E27FC236}">
                    <a16:creationId xmlns:a16="http://schemas.microsoft.com/office/drawing/2014/main" id="{561CE9DE-C722-CEBC-ECCB-EEA1B71470BA}"/>
                  </a:ext>
                </a:extLst>
              </p:cNvPr>
              <p:cNvSpPr/>
              <p:nvPr/>
            </p:nvSpPr>
            <p:spPr>
              <a:xfrm rot="5400000">
                <a:off x="4977099" y="2097620"/>
                <a:ext cx="2225103" cy="2225102"/>
              </a:xfrm>
              <a:prstGeom prst="arc">
                <a:avLst>
                  <a:gd name="adj1" fmla="val 12888505"/>
                  <a:gd name="adj2" fmla="val 20439601"/>
                </a:avLst>
              </a:prstGeom>
              <a:noFill/>
              <a:ln w="22225" cap="flat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99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7" name="Lineee2">
                <a:extLst>
                  <a:ext uri="{FF2B5EF4-FFF2-40B4-BE49-F238E27FC236}">
                    <a16:creationId xmlns:a16="http://schemas.microsoft.com/office/drawing/2014/main" id="{535A0814-77D4-A2E8-0810-1E00FFC54D7D}"/>
                  </a:ext>
                </a:extLst>
              </p:cNvPr>
              <p:cNvSpPr/>
              <p:nvPr/>
            </p:nvSpPr>
            <p:spPr>
              <a:xfrm rot="16200000">
                <a:off x="4977100" y="2097618"/>
                <a:ext cx="2225101" cy="2225104"/>
              </a:xfrm>
              <a:prstGeom prst="arc">
                <a:avLst>
                  <a:gd name="adj1" fmla="val 12888505"/>
                  <a:gd name="adj2" fmla="val 20439601"/>
                </a:avLst>
              </a:prstGeom>
              <a:noFill/>
              <a:ln w="22225" cap="flat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99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8" name="IconBackground2">
                <a:extLst>
                  <a:ext uri="{FF2B5EF4-FFF2-40B4-BE49-F238E27FC236}">
                    <a16:creationId xmlns:a16="http://schemas.microsoft.com/office/drawing/2014/main" id="{606FCFBC-8BBC-3DCC-043D-B0F11CF3B8C6}"/>
                  </a:ext>
                </a:extLst>
              </p:cNvPr>
              <p:cNvSpPr/>
              <p:nvPr/>
            </p:nvSpPr>
            <p:spPr>
              <a:xfrm rot="16200000">
                <a:off x="5370925" y="2491446"/>
                <a:ext cx="1437451" cy="143745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9" name="Line2">
                <a:extLst>
                  <a:ext uri="{FF2B5EF4-FFF2-40B4-BE49-F238E27FC236}">
                    <a16:creationId xmlns:a16="http://schemas.microsoft.com/office/drawing/2014/main" id="{10D16D94-ADD7-08A7-2716-A934304F7108}"/>
                  </a:ext>
                </a:extLst>
              </p:cNvPr>
              <p:cNvSpPr/>
              <p:nvPr/>
            </p:nvSpPr>
            <p:spPr>
              <a:xfrm rot="16200000">
                <a:off x="5231570" y="2352091"/>
                <a:ext cx="1716161" cy="1716162"/>
              </a:xfrm>
              <a:prstGeom prst="arc">
                <a:avLst>
                  <a:gd name="adj1" fmla="val 14716105"/>
                  <a:gd name="adj2" fmla="val 3169052"/>
                </a:avLst>
              </a:pr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20" name="Linee2">
                <a:extLst>
                  <a:ext uri="{FF2B5EF4-FFF2-40B4-BE49-F238E27FC236}">
                    <a16:creationId xmlns:a16="http://schemas.microsoft.com/office/drawing/2014/main" id="{C6B502D4-8A28-1A46-1C48-48AEA51EEE69}"/>
                  </a:ext>
                </a:extLst>
              </p:cNvPr>
              <p:cNvSpPr/>
              <p:nvPr/>
            </p:nvSpPr>
            <p:spPr>
              <a:xfrm rot="16200000">
                <a:off x="5066952" y="2187473"/>
                <a:ext cx="2045397" cy="2045397"/>
              </a:xfrm>
              <a:prstGeom prst="arc">
                <a:avLst>
                  <a:gd name="adj1" fmla="val 19700047"/>
                  <a:gd name="adj2" fmla="val 15080167"/>
                </a:avLst>
              </a:prstGeom>
              <a:noFill/>
              <a:ln w="6350">
                <a:gradFill flip="none" rotWithShape="1">
                  <a:gsLst>
                    <a:gs pos="0">
                      <a:schemeClr val="accent1">
                        <a:alpha val="7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21" name="Bullet2">
                <a:extLst>
                  <a:ext uri="{FF2B5EF4-FFF2-40B4-BE49-F238E27FC236}">
                    <a16:creationId xmlns:a16="http://schemas.microsoft.com/office/drawing/2014/main" id="{0688D443-2581-B93A-E129-A4AA9C87DB5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453817" y="4412574"/>
                <a:ext cx="3271668" cy="676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项目目标分解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Text2">
                <a:extLst>
                  <a:ext uri="{FF2B5EF4-FFF2-40B4-BE49-F238E27FC236}">
                    <a16:creationId xmlns:a16="http://schemas.microsoft.com/office/drawing/2014/main" id="{CDFF9471-6668-3FAD-D299-A2C28CDD80C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453817" y="5088831"/>
                <a:ext cx="3271668" cy="905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分析当前正在进行的项目，将项目目标分解为短期可实现的小目标，制定详细的执行计划，按期完成，保证项目进度和质量。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Icon2">
                <a:extLst>
                  <a:ext uri="{FF2B5EF4-FFF2-40B4-BE49-F238E27FC236}">
                    <a16:creationId xmlns:a16="http://schemas.microsoft.com/office/drawing/2014/main" id="{93B73A1A-7AAB-115B-6D2B-88A1D8C5C9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58983" y="2898772"/>
                <a:ext cx="461335" cy="622800"/>
              </a:xfrm>
              <a:custGeom>
                <a:avLst/>
                <a:gdLst>
                  <a:gd name="connsiteX0" fmla="*/ 86973 w 381000"/>
                  <a:gd name="connsiteY0" fmla="*/ 38721 h 514350"/>
                  <a:gd name="connsiteX1" fmla="*/ 86973 w 381000"/>
                  <a:gd name="connsiteY1" fmla="*/ 95871 h 514350"/>
                  <a:gd name="connsiteX2" fmla="*/ 296523 w 381000"/>
                  <a:gd name="connsiteY2" fmla="*/ 95871 h 514350"/>
                  <a:gd name="connsiteX3" fmla="*/ 296523 w 381000"/>
                  <a:gd name="connsiteY3" fmla="*/ 38721 h 514350"/>
                  <a:gd name="connsiteX4" fmla="*/ 382248 w 381000"/>
                  <a:gd name="connsiteY4" fmla="*/ 38721 h 514350"/>
                  <a:gd name="connsiteX5" fmla="*/ 382248 w 381000"/>
                  <a:gd name="connsiteY5" fmla="*/ 514971 h 514350"/>
                  <a:gd name="connsiteX6" fmla="*/ 1248 w 381000"/>
                  <a:gd name="connsiteY6" fmla="*/ 514971 h 514350"/>
                  <a:gd name="connsiteX7" fmla="*/ 1248 w 381000"/>
                  <a:gd name="connsiteY7" fmla="*/ 38721 h 514350"/>
                  <a:gd name="connsiteX8" fmla="*/ 86973 w 381000"/>
                  <a:gd name="connsiteY8" fmla="*/ 38721 h 514350"/>
                  <a:gd name="connsiteX9" fmla="*/ 191748 w 381000"/>
                  <a:gd name="connsiteY9" fmla="*/ 333996 h 514350"/>
                  <a:gd name="connsiteX10" fmla="*/ 77448 w 381000"/>
                  <a:gd name="connsiteY10" fmla="*/ 333996 h 514350"/>
                  <a:gd name="connsiteX11" fmla="*/ 77448 w 381000"/>
                  <a:gd name="connsiteY11" fmla="*/ 353046 h 514350"/>
                  <a:gd name="connsiteX12" fmla="*/ 191748 w 381000"/>
                  <a:gd name="connsiteY12" fmla="*/ 353046 h 514350"/>
                  <a:gd name="connsiteX13" fmla="*/ 191748 w 381000"/>
                  <a:gd name="connsiteY13" fmla="*/ 333996 h 514350"/>
                  <a:gd name="connsiteX14" fmla="*/ 306048 w 381000"/>
                  <a:gd name="connsiteY14" fmla="*/ 257796 h 514350"/>
                  <a:gd name="connsiteX15" fmla="*/ 77448 w 381000"/>
                  <a:gd name="connsiteY15" fmla="*/ 257796 h 514350"/>
                  <a:gd name="connsiteX16" fmla="*/ 77448 w 381000"/>
                  <a:gd name="connsiteY16" fmla="*/ 276846 h 514350"/>
                  <a:gd name="connsiteX17" fmla="*/ 306048 w 381000"/>
                  <a:gd name="connsiteY17" fmla="*/ 276846 h 514350"/>
                  <a:gd name="connsiteX18" fmla="*/ 306048 w 381000"/>
                  <a:gd name="connsiteY18" fmla="*/ 257796 h 514350"/>
                  <a:gd name="connsiteX19" fmla="*/ 306048 w 381000"/>
                  <a:gd name="connsiteY19" fmla="*/ 181596 h 514350"/>
                  <a:gd name="connsiteX20" fmla="*/ 77448 w 381000"/>
                  <a:gd name="connsiteY20" fmla="*/ 181596 h 514350"/>
                  <a:gd name="connsiteX21" fmla="*/ 77448 w 381000"/>
                  <a:gd name="connsiteY21" fmla="*/ 200646 h 514350"/>
                  <a:gd name="connsiteX22" fmla="*/ 306048 w 381000"/>
                  <a:gd name="connsiteY22" fmla="*/ 200646 h 514350"/>
                  <a:gd name="connsiteX23" fmla="*/ 306048 w 381000"/>
                  <a:gd name="connsiteY23" fmla="*/ 181596 h 514350"/>
                  <a:gd name="connsiteX24" fmla="*/ 277473 w 381000"/>
                  <a:gd name="connsiteY24" fmla="*/ 621 h 514350"/>
                  <a:gd name="connsiteX25" fmla="*/ 277473 w 381000"/>
                  <a:gd name="connsiteY25" fmla="*/ 76821 h 514350"/>
                  <a:gd name="connsiteX26" fmla="*/ 106023 w 381000"/>
                  <a:gd name="connsiteY26" fmla="*/ 76821 h 514350"/>
                  <a:gd name="connsiteX27" fmla="*/ 106023 w 381000"/>
                  <a:gd name="connsiteY27" fmla="*/ 621 h 514350"/>
                  <a:gd name="connsiteX28" fmla="*/ 277473 w 381000"/>
                  <a:gd name="connsiteY28" fmla="*/ 621 h 514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81000" h="514350">
                    <a:moveTo>
                      <a:pt x="86973" y="38721"/>
                    </a:moveTo>
                    <a:lnTo>
                      <a:pt x="86973" y="95871"/>
                    </a:lnTo>
                    <a:lnTo>
                      <a:pt x="296523" y="95871"/>
                    </a:lnTo>
                    <a:lnTo>
                      <a:pt x="296523" y="38721"/>
                    </a:lnTo>
                    <a:lnTo>
                      <a:pt x="382248" y="38721"/>
                    </a:lnTo>
                    <a:lnTo>
                      <a:pt x="382248" y="514971"/>
                    </a:lnTo>
                    <a:lnTo>
                      <a:pt x="1248" y="514971"/>
                    </a:lnTo>
                    <a:lnTo>
                      <a:pt x="1248" y="38721"/>
                    </a:lnTo>
                    <a:lnTo>
                      <a:pt x="86973" y="38721"/>
                    </a:lnTo>
                    <a:close/>
                    <a:moveTo>
                      <a:pt x="191748" y="333996"/>
                    </a:moveTo>
                    <a:lnTo>
                      <a:pt x="77448" y="333996"/>
                    </a:lnTo>
                    <a:lnTo>
                      <a:pt x="77448" y="353046"/>
                    </a:lnTo>
                    <a:lnTo>
                      <a:pt x="191748" y="353046"/>
                    </a:lnTo>
                    <a:lnTo>
                      <a:pt x="191748" y="333996"/>
                    </a:lnTo>
                    <a:close/>
                    <a:moveTo>
                      <a:pt x="306048" y="257796"/>
                    </a:moveTo>
                    <a:lnTo>
                      <a:pt x="77448" y="257796"/>
                    </a:lnTo>
                    <a:lnTo>
                      <a:pt x="77448" y="276846"/>
                    </a:lnTo>
                    <a:lnTo>
                      <a:pt x="306048" y="276846"/>
                    </a:lnTo>
                    <a:lnTo>
                      <a:pt x="306048" y="257796"/>
                    </a:lnTo>
                    <a:close/>
                    <a:moveTo>
                      <a:pt x="306048" y="181596"/>
                    </a:moveTo>
                    <a:lnTo>
                      <a:pt x="77448" y="181596"/>
                    </a:lnTo>
                    <a:lnTo>
                      <a:pt x="77448" y="200646"/>
                    </a:lnTo>
                    <a:lnTo>
                      <a:pt x="306048" y="200646"/>
                    </a:lnTo>
                    <a:lnTo>
                      <a:pt x="306048" y="181596"/>
                    </a:lnTo>
                    <a:close/>
                    <a:moveTo>
                      <a:pt x="277473" y="621"/>
                    </a:moveTo>
                    <a:lnTo>
                      <a:pt x="277473" y="76821"/>
                    </a:lnTo>
                    <a:lnTo>
                      <a:pt x="106023" y="76821"/>
                    </a:lnTo>
                    <a:lnTo>
                      <a:pt x="106023" y="621"/>
                    </a:lnTo>
                    <a:lnTo>
                      <a:pt x="277473" y="6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D4B0AE8-6630-AF63-E24C-59B0A7249EDB}"/>
                </a:ext>
              </a:extLst>
            </p:cNvPr>
            <p:cNvGrpSpPr/>
            <p:nvPr/>
          </p:nvGrpSpPr>
          <p:grpSpPr>
            <a:xfrm>
              <a:off x="7759700" y="2112705"/>
              <a:ext cx="3271668" cy="3881498"/>
              <a:chOff x="7759700" y="2112705"/>
              <a:chExt cx="3271668" cy="3881498"/>
            </a:xfrm>
          </p:grpSpPr>
          <p:sp>
            <p:nvSpPr>
              <p:cNvPr id="8" name="Lineeee3">
                <a:extLst>
                  <a:ext uri="{FF2B5EF4-FFF2-40B4-BE49-F238E27FC236}">
                    <a16:creationId xmlns:a16="http://schemas.microsoft.com/office/drawing/2014/main" id="{CE0FA221-F200-2261-B5DE-692EC99CCEB1}"/>
                  </a:ext>
                </a:extLst>
              </p:cNvPr>
              <p:cNvSpPr/>
              <p:nvPr/>
            </p:nvSpPr>
            <p:spPr>
              <a:xfrm rot="5400000">
                <a:off x="8282982" y="2112706"/>
                <a:ext cx="2225103" cy="2225102"/>
              </a:xfrm>
              <a:prstGeom prst="arc">
                <a:avLst>
                  <a:gd name="adj1" fmla="val 12888505"/>
                  <a:gd name="adj2" fmla="val 20439601"/>
                </a:avLst>
              </a:prstGeom>
              <a:noFill/>
              <a:ln w="22225" cap="flat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99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9" name="Lineee3">
                <a:extLst>
                  <a:ext uri="{FF2B5EF4-FFF2-40B4-BE49-F238E27FC236}">
                    <a16:creationId xmlns:a16="http://schemas.microsoft.com/office/drawing/2014/main" id="{9A860142-A260-2235-50E6-B01288B10CF5}"/>
                  </a:ext>
                </a:extLst>
              </p:cNvPr>
              <p:cNvSpPr/>
              <p:nvPr/>
            </p:nvSpPr>
            <p:spPr>
              <a:xfrm rot="16200000">
                <a:off x="8282983" y="2112704"/>
                <a:ext cx="2225101" cy="2225104"/>
              </a:xfrm>
              <a:prstGeom prst="arc">
                <a:avLst>
                  <a:gd name="adj1" fmla="val 12888505"/>
                  <a:gd name="adj2" fmla="val 20439601"/>
                </a:avLst>
              </a:prstGeom>
              <a:noFill/>
              <a:ln w="22225" cap="flat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alpha val="9900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0" name="IconBackground3">
                <a:extLst>
                  <a:ext uri="{FF2B5EF4-FFF2-40B4-BE49-F238E27FC236}">
                    <a16:creationId xmlns:a16="http://schemas.microsoft.com/office/drawing/2014/main" id="{9A3B0E88-3465-9166-31E8-BD8DC3309AF4}"/>
                  </a:ext>
                </a:extLst>
              </p:cNvPr>
              <p:cNvSpPr/>
              <p:nvPr/>
            </p:nvSpPr>
            <p:spPr>
              <a:xfrm rot="16200000">
                <a:off x="8676808" y="2506532"/>
                <a:ext cx="1437451" cy="1437452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1" name="Line3">
                <a:extLst>
                  <a:ext uri="{FF2B5EF4-FFF2-40B4-BE49-F238E27FC236}">
                    <a16:creationId xmlns:a16="http://schemas.microsoft.com/office/drawing/2014/main" id="{F9627B16-B8E7-404B-33ED-DFFDFE732A8F}"/>
                  </a:ext>
                </a:extLst>
              </p:cNvPr>
              <p:cNvSpPr/>
              <p:nvPr/>
            </p:nvSpPr>
            <p:spPr>
              <a:xfrm rot="16200000">
                <a:off x="8537453" y="2367177"/>
                <a:ext cx="1716161" cy="1716162"/>
              </a:xfrm>
              <a:prstGeom prst="arc">
                <a:avLst>
                  <a:gd name="adj1" fmla="val 14716105"/>
                  <a:gd name="adj2" fmla="val 3169052"/>
                </a:avLst>
              </a:prstGeom>
              <a:no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2" name="Linee3">
                <a:extLst>
                  <a:ext uri="{FF2B5EF4-FFF2-40B4-BE49-F238E27FC236}">
                    <a16:creationId xmlns:a16="http://schemas.microsoft.com/office/drawing/2014/main" id="{F5AFCEB3-6019-2040-D741-A38BC3827097}"/>
                  </a:ext>
                </a:extLst>
              </p:cNvPr>
              <p:cNvSpPr/>
              <p:nvPr/>
            </p:nvSpPr>
            <p:spPr>
              <a:xfrm rot="16200000">
                <a:off x="8372835" y="2202559"/>
                <a:ext cx="2045397" cy="2045397"/>
              </a:xfrm>
              <a:prstGeom prst="arc">
                <a:avLst>
                  <a:gd name="adj1" fmla="val 19700047"/>
                  <a:gd name="adj2" fmla="val 15080167"/>
                </a:avLst>
              </a:prstGeom>
              <a:noFill/>
              <a:ln w="6350">
                <a:gradFill flip="none" rotWithShape="1">
                  <a:gsLst>
                    <a:gs pos="0">
                      <a:schemeClr val="accent1">
                        <a:alpha val="70000"/>
                      </a:schemeClr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7200">
                  <a:cs typeface="+mn-ea"/>
                  <a:sym typeface="+mn-lt"/>
                </a:endParaRPr>
              </a:p>
            </p:txBody>
          </p:sp>
          <p:sp>
            <p:nvSpPr>
              <p:cNvPr id="13" name="Bullet3">
                <a:extLst>
                  <a:ext uri="{FF2B5EF4-FFF2-40B4-BE49-F238E27FC236}">
                    <a16:creationId xmlns:a16="http://schemas.microsoft.com/office/drawing/2014/main" id="{B08FD24D-A302-8569-506F-DB0548F9AD5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59700" y="4412574"/>
                <a:ext cx="3271668" cy="676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zh-CN" altLang="en-US" b="1">
                    <a:solidFill>
                      <a:schemeClr val="tx1"/>
                    </a:solidFill>
                    <a:cs typeface="+mn-ea"/>
                    <a:sym typeface="+mn-lt"/>
                  </a:rPr>
                  <a:t>团队协作优化</a:t>
                </a:r>
                <a:endParaRPr kumimoji="1" lang="en-US" altLang="zh-CN" b="1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Text3">
                <a:extLst>
                  <a:ext uri="{FF2B5EF4-FFF2-40B4-BE49-F238E27FC236}">
                    <a16:creationId xmlns:a16="http://schemas.microsoft.com/office/drawing/2014/main" id="{9AA8F4B9-8945-613B-5567-A9DD94EFF6E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759700" y="5088831"/>
                <a:ext cx="3271668" cy="905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cs typeface="+mn-ea"/>
                    <a:sym typeface="+mn-lt"/>
                  </a:rPr>
                  <a:t>加强与团队成员的沟通和协作，了解团队成员的需求和困难，共同解决工作中遇到的问题，提升团队整体的工作效率。</a:t>
                </a:r>
                <a:endParaRPr kumimoji="1" lang="en-US" altLang="zh-CN" sz="1200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Icon3">
                <a:extLst>
                  <a:ext uri="{FF2B5EF4-FFF2-40B4-BE49-F238E27FC236}">
                    <a16:creationId xmlns:a16="http://schemas.microsoft.com/office/drawing/2014/main" id="{39EC6257-8228-3E3B-539C-8E6FF2A576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139740" y="2913858"/>
                <a:ext cx="511587" cy="622800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1A04F31-47B0-64EB-CA91-30AC5C40C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短期目标</a:t>
            </a:r>
          </a:p>
        </p:txBody>
      </p:sp>
    </p:spTree>
    <p:extLst>
      <p:ext uri="{BB962C8B-B14F-4D97-AF65-F5344CB8AC3E}">
        <p14:creationId xmlns:p14="http://schemas.microsoft.com/office/powerpoint/2010/main" val="756120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30E967C-9E3D-96ED-5B4F-A736278CC723}"/>
              </a:ext>
            </a:extLst>
          </p:cNvPr>
          <p:cNvGrpSpPr/>
          <p:nvPr/>
        </p:nvGrpSpPr>
        <p:grpSpPr>
          <a:xfrm>
            <a:off x="673102" y="1130300"/>
            <a:ext cx="10845796" cy="5013325"/>
            <a:chOff x="673102" y="1130300"/>
            <a:chExt cx="10845796" cy="501332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654A34D-74B4-054F-ECE5-B9ED249F1921}"/>
                </a:ext>
              </a:extLst>
            </p:cNvPr>
            <p:cNvGrpSpPr/>
            <p:nvPr/>
          </p:nvGrpSpPr>
          <p:grpSpPr>
            <a:xfrm>
              <a:off x="3511550" y="1647824"/>
              <a:ext cx="5168900" cy="4495801"/>
              <a:chOff x="3511550" y="1647824"/>
              <a:chExt cx="5168900" cy="4495801"/>
            </a:xfrm>
          </p:grpSpPr>
          <p:sp>
            <p:nvSpPr>
              <p:cNvPr id="21" name="íşḷïde">
                <a:extLst>
                  <a:ext uri="{FF2B5EF4-FFF2-40B4-BE49-F238E27FC236}">
                    <a16:creationId xmlns:a16="http://schemas.microsoft.com/office/drawing/2014/main" id="{9C0D67AA-46F9-DC39-371C-A6308842C70A}"/>
                  </a:ext>
                </a:extLst>
              </p:cNvPr>
              <p:cNvSpPr/>
              <p:nvPr/>
            </p:nvSpPr>
            <p:spPr bwMode="auto">
              <a:xfrm>
                <a:off x="3692525" y="4340224"/>
                <a:ext cx="3441700" cy="1611313"/>
              </a:xfrm>
              <a:custGeom>
                <a:avLst/>
                <a:gdLst>
                  <a:gd name="T0" fmla="*/ 305 w 305"/>
                  <a:gd name="T1" fmla="*/ 83 h 143"/>
                  <a:gd name="T2" fmla="*/ 153 w 305"/>
                  <a:gd name="T3" fmla="*/ 83 h 143"/>
                  <a:gd name="T4" fmla="*/ 144 w 305"/>
                  <a:gd name="T5" fmla="*/ 85 h 143"/>
                  <a:gd name="T6" fmla="*/ 138 w 305"/>
                  <a:gd name="T7" fmla="*/ 91 h 143"/>
                  <a:gd name="T8" fmla="*/ 135 w 305"/>
                  <a:gd name="T9" fmla="*/ 99 h 143"/>
                  <a:gd name="T10" fmla="*/ 65 w 305"/>
                  <a:gd name="T11" fmla="*/ 140 h 143"/>
                  <a:gd name="T12" fmla="*/ 55 w 305"/>
                  <a:gd name="T13" fmla="*/ 138 h 143"/>
                  <a:gd name="T14" fmla="*/ 5 w 305"/>
                  <a:gd name="T15" fmla="*/ 86 h 143"/>
                  <a:gd name="T16" fmla="*/ 33 w 305"/>
                  <a:gd name="T17" fmla="*/ 16 h 143"/>
                  <a:gd name="T18" fmla="*/ 100 w 305"/>
                  <a:gd name="T19" fmla="*/ 9 h 143"/>
                  <a:gd name="T20" fmla="*/ 90 w 305"/>
                  <a:gd name="T21" fmla="*/ 27 h 143"/>
                  <a:gd name="T22" fmla="*/ 108 w 305"/>
                  <a:gd name="T23" fmla="*/ 40 h 143"/>
                  <a:gd name="T24" fmla="*/ 119 w 305"/>
                  <a:gd name="T25" fmla="*/ 22 h 143"/>
                  <a:gd name="T26" fmla="*/ 137 w 305"/>
                  <a:gd name="T27" fmla="*/ 49 h 143"/>
                  <a:gd name="T28" fmla="*/ 143 w 305"/>
                  <a:gd name="T29" fmla="*/ 60 h 143"/>
                  <a:gd name="T30" fmla="*/ 150 w 305"/>
                  <a:gd name="T31" fmla="*/ 61 h 143"/>
                  <a:gd name="T32" fmla="*/ 305 w 305"/>
                  <a:gd name="T33" fmla="*/ 61 h 143"/>
                  <a:gd name="T34" fmla="*/ 305 w 305"/>
                  <a:gd name="T35" fmla="*/ 8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143">
                    <a:moveTo>
                      <a:pt x="305" y="83"/>
                    </a:moveTo>
                    <a:cubicBezTo>
                      <a:pt x="255" y="83"/>
                      <a:pt x="204" y="83"/>
                      <a:pt x="153" y="83"/>
                    </a:cubicBezTo>
                    <a:cubicBezTo>
                      <a:pt x="150" y="83"/>
                      <a:pt x="147" y="83"/>
                      <a:pt x="144" y="85"/>
                    </a:cubicBezTo>
                    <a:cubicBezTo>
                      <a:pt x="141" y="86"/>
                      <a:pt x="140" y="88"/>
                      <a:pt x="138" y="91"/>
                    </a:cubicBezTo>
                    <a:cubicBezTo>
                      <a:pt x="137" y="93"/>
                      <a:pt x="136" y="96"/>
                      <a:pt x="135" y="99"/>
                    </a:cubicBezTo>
                    <a:cubicBezTo>
                      <a:pt x="123" y="125"/>
                      <a:pt x="94" y="143"/>
                      <a:pt x="65" y="140"/>
                    </a:cubicBezTo>
                    <a:cubicBezTo>
                      <a:pt x="62" y="139"/>
                      <a:pt x="59" y="139"/>
                      <a:pt x="55" y="138"/>
                    </a:cubicBezTo>
                    <a:cubicBezTo>
                      <a:pt x="31" y="131"/>
                      <a:pt x="11" y="111"/>
                      <a:pt x="5" y="86"/>
                    </a:cubicBezTo>
                    <a:cubicBezTo>
                      <a:pt x="0" y="60"/>
                      <a:pt x="12" y="31"/>
                      <a:pt x="33" y="16"/>
                    </a:cubicBezTo>
                    <a:cubicBezTo>
                      <a:pt x="52" y="2"/>
                      <a:pt x="78" y="0"/>
                      <a:pt x="100" y="9"/>
                    </a:cubicBezTo>
                    <a:cubicBezTo>
                      <a:pt x="97" y="15"/>
                      <a:pt x="93" y="21"/>
                      <a:pt x="90" y="27"/>
                    </a:cubicBezTo>
                    <a:cubicBezTo>
                      <a:pt x="97" y="30"/>
                      <a:pt x="103" y="34"/>
                      <a:pt x="108" y="40"/>
                    </a:cubicBezTo>
                    <a:cubicBezTo>
                      <a:pt x="112" y="34"/>
                      <a:pt x="115" y="28"/>
                      <a:pt x="119" y="22"/>
                    </a:cubicBezTo>
                    <a:cubicBezTo>
                      <a:pt x="127" y="29"/>
                      <a:pt x="133" y="39"/>
                      <a:pt x="137" y="49"/>
                    </a:cubicBezTo>
                    <a:cubicBezTo>
                      <a:pt x="138" y="53"/>
                      <a:pt x="139" y="58"/>
                      <a:pt x="143" y="60"/>
                    </a:cubicBezTo>
                    <a:cubicBezTo>
                      <a:pt x="145" y="61"/>
                      <a:pt x="147" y="61"/>
                      <a:pt x="150" y="61"/>
                    </a:cubicBezTo>
                    <a:cubicBezTo>
                      <a:pt x="201" y="61"/>
                      <a:pt x="253" y="61"/>
                      <a:pt x="305" y="61"/>
                    </a:cubicBezTo>
                    <a:cubicBezTo>
                      <a:pt x="304" y="68"/>
                      <a:pt x="304" y="76"/>
                      <a:pt x="305" y="8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2" name="iṩlîḑe">
                <a:extLst>
                  <a:ext uri="{FF2B5EF4-FFF2-40B4-BE49-F238E27FC236}">
                    <a16:creationId xmlns:a16="http://schemas.microsoft.com/office/drawing/2014/main" id="{06525D13-60CE-8215-105D-6E37C0FF77B6}"/>
                  </a:ext>
                </a:extLst>
              </p:cNvPr>
              <p:cNvSpPr/>
              <p:nvPr/>
            </p:nvSpPr>
            <p:spPr bwMode="auto">
              <a:xfrm>
                <a:off x="3511550" y="1647824"/>
                <a:ext cx="5168900" cy="4495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3" name="ïṧḻîdè">
                <a:extLst>
                  <a:ext uri="{FF2B5EF4-FFF2-40B4-BE49-F238E27FC236}">
                    <a16:creationId xmlns:a16="http://schemas.microsoft.com/office/drawing/2014/main" id="{79A56061-4898-05D3-7013-8A5E388B59E9}"/>
                  </a:ext>
                </a:extLst>
              </p:cNvPr>
              <p:cNvSpPr/>
              <p:nvPr/>
            </p:nvSpPr>
            <p:spPr bwMode="auto">
              <a:xfrm>
                <a:off x="4695825" y="1760537"/>
                <a:ext cx="2111375" cy="3030538"/>
              </a:xfrm>
              <a:custGeom>
                <a:avLst/>
                <a:gdLst>
                  <a:gd name="T0" fmla="*/ 19 w 187"/>
                  <a:gd name="T1" fmla="*/ 269 h 269"/>
                  <a:gd name="T2" fmla="*/ 0 w 187"/>
                  <a:gd name="T3" fmla="*/ 256 h 269"/>
                  <a:gd name="T4" fmla="*/ 71 w 187"/>
                  <a:gd name="T5" fmla="*/ 137 h 269"/>
                  <a:gd name="T6" fmla="*/ 71 w 187"/>
                  <a:gd name="T7" fmla="*/ 137 h 269"/>
                  <a:gd name="T8" fmla="*/ 70 w 187"/>
                  <a:gd name="T9" fmla="*/ 128 h 269"/>
                  <a:gd name="T10" fmla="*/ 65 w 187"/>
                  <a:gd name="T11" fmla="*/ 122 h 269"/>
                  <a:gd name="T12" fmla="*/ 61 w 187"/>
                  <a:gd name="T13" fmla="*/ 40 h 269"/>
                  <a:gd name="T14" fmla="*/ 156 w 187"/>
                  <a:gd name="T15" fmla="*/ 22 h 269"/>
                  <a:gd name="T16" fmla="*/ 187 w 187"/>
                  <a:gd name="T17" fmla="*/ 81 h 269"/>
                  <a:gd name="T18" fmla="*/ 185 w 187"/>
                  <a:gd name="T19" fmla="*/ 95 h 269"/>
                  <a:gd name="T20" fmla="*/ 175 w 187"/>
                  <a:gd name="T21" fmla="*/ 117 h 269"/>
                  <a:gd name="T22" fmla="*/ 120 w 187"/>
                  <a:gd name="T23" fmla="*/ 148 h 269"/>
                  <a:gd name="T24" fmla="*/ 106 w 187"/>
                  <a:gd name="T25" fmla="*/ 146 h 269"/>
                  <a:gd name="T26" fmla="*/ 98 w 187"/>
                  <a:gd name="T27" fmla="*/ 145 h 269"/>
                  <a:gd name="T28" fmla="*/ 90 w 187"/>
                  <a:gd name="T29" fmla="*/ 150 h 269"/>
                  <a:gd name="T30" fmla="*/ 19 w 187"/>
                  <a:gd name="T31" fmla="*/ 269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7" h="269">
                    <a:moveTo>
                      <a:pt x="19" y="269"/>
                    </a:moveTo>
                    <a:cubicBezTo>
                      <a:pt x="14" y="263"/>
                      <a:pt x="8" y="259"/>
                      <a:pt x="0" y="256"/>
                    </a:cubicBezTo>
                    <a:cubicBezTo>
                      <a:pt x="71" y="137"/>
                      <a:pt x="71" y="137"/>
                      <a:pt x="71" y="137"/>
                    </a:cubicBezTo>
                    <a:cubicBezTo>
                      <a:pt x="71" y="137"/>
                      <a:pt x="71" y="137"/>
                      <a:pt x="71" y="137"/>
                    </a:cubicBezTo>
                    <a:cubicBezTo>
                      <a:pt x="74" y="132"/>
                      <a:pt x="70" y="128"/>
                      <a:pt x="70" y="128"/>
                    </a:cubicBezTo>
                    <a:cubicBezTo>
                      <a:pt x="65" y="122"/>
                      <a:pt x="65" y="122"/>
                      <a:pt x="65" y="122"/>
                    </a:cubicBezTo>
                    <a:cubicBezTo>
                      <a:pt x="46" y="100"/>
                      <a:pt x="44" y="66"/>
                      <a:pt x="61" y="40"/>
                    </a:cubicBezTo>
                    <a:cubicBezTo>
                      <a:pt x="82" y="9"/>
                      <a:pt x="125" y="0"/>
                      <a:pt x="156" y="22"/>
                    </a:cubicBezTo>
                    <a:cubicBezTo>
                      <a:pt x="177" y="35"/>
                      <a:pt x="187" y="58"/>
                      <a:pt x="187" y="81"/>
                    </a:cubicBezTo>
                    <a:cubicBezTo>
                      <a:pt x="187" y="85"/>
                      <a:pt x="186" y="90"/>
                      <a:pt x="185" y="95"/>
                    </a:cubicBezTo>
                    <a:cubicBezTo>
                      <a:pt x="183" y="102"/>
                      <a:pt x="180" y="110"/>
                      <a:pt x="175" y="117"/>
                    </a:cubicBezTo>
                    <a:cubicBezTo>
                      <a:pt x="162" y="136"/>
                      <a:pt x="141" y="147"/>
                      <a:pt x="120" y="148"/>
                    </a:cubicBezTo>
                    <a:cubicBezTo>
                      <a:pt x="115" y="148"/>
                      <a:pt x="110" y="147"/>
                      <a:pt x="106" y="146"/>
                    </a:cubicBezTo>
                    <a:cubicBezTo>
                      <a:pt x="98" y="145"/>
                      <a:pt x="98" y="145"/>
                      <a:pt x="98" y="145"/>
                    </a:cubicBezTo>
                    <a:cubicBezTo>
                      <a:pt x="93" y="145"/>
                      <a:pt x="91" y="147"/>
                      <a:pt x="90" y="150"/>
                    </a:cubicBezTo>
                    <a:cubicBezTo>
                      <a:pt x="19" y="269"/>
                      <a:pt x="19" y="269"/>
                      <a:pt x="19" y="26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4" name="íṥḷíḓê">
                <a:extLst>
                  <a:ext uri="{FF2B5EF4-FFF2-40B4-BE49-F238E27FC236}">
                    <a16:creationId xmlns:a16="http://schemas.microsoft.com/office/drawing/2014/main" id="{C565A4FA-FB39-A019-7489-D0CE02F88A63}"/>
                  </a:ext>
                </a:extLst>
              </p:cNvPr>
              <p:cNvSpPr/>
              <p:nvPr/>
            </p:nvSpPr>
            <p:spPr bwMode="auto">
              <a:xfrm>
                <a:off x="6175375" y="3033712"/>
                <a:ext cx="2290763" cy="2963863"/>
              </a:xfrm>
              <a:custGeom>
                <a:avLst/>
                <a:gdLst>
                  <a:gd name="T0" fmla="*/ 20 w 203"/>
                  <a:gd name="T1" fmla="*/ 0 h 263"/>
                  <a:gd name="T2" fmla="*/ 97 w 203"/>
                  <a:gd name="T3" fmla="*/ 115 h 263"/>
                  <a:gd name="T4" fmla="*/ 102 w 203"/>
                  <a:gd name="T5" fmla="*/ 121 h 263"/>
                  <a:gd name="T6" fmla="*/ 117 w 203"/>
                  <a:gd name="T7" fmla="*/ 121 h 263"/>
                  <a:gd name="T8" fmla="*/ 186 w 203"/>
                  <a:gd name="T9" fmla="*/ 146 h 263"/>
                  <a:gd name="T10" fmla="*/ 198 w 203"/>
                  <a:gd name="T11" fmla="*/ 207 h 263"/>
                  <a:gd name="T12" fmla="*/ 198 w 203"/>
                  <a:gd name="T13" fmla="*/ 207 h 263"/>
                  <a:gd name="T14" fmla="*/ 116 w 203"/>
                  <a:gd name="T15" fmla="*/ 255 h 263"/>
                  <a:gd name="T16" fmla="*/ 69 w 203"/>
                  <a:gd name="T17" fmla="*/ 217 h 263"/>
                  <a:gd name="T18" fmla="*/ 79 w 203"/>
                  <a:gd name="T19" fmla="*/ 145 h 263"/>
                  <a:gd name="T20" fmla="*/ 83 w 203"/>
                  <a:gd name="T21" fmla="*/ 137 h 263"/>
                  <a:gd name="T22" fmla="*/ 79 w 203"/>
                  <a:gd name="T23" fmla="*/ 129 h 263"/>
                  <a:gd name="T24" fmla="*/ 0 w 203"/>
                  <a:gd name="T25" fmla="*/ 11 h 263"/>
                  <a:gd name="T26" fmla="*/ 20 w 203"/>
                  <a:gd name="T27" fmla="*/ 0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3" h="263">
                    <a:moveTo>
                      <a:pt x="20" y="0"/>
                    </a:moveTo>
                    <a:cubicBezTo>
                      <a:pt x="46" y="39"/>
                      <a:pt x="72" y="77"/>
                      <a:pt x="97" y="115"/>
                    </a:cubicBezTo>
                    <a:cubicBezTo>
                      <a:pt x="99" y="117"/>
                      <a:pt x="100" y="120"/>
                      <a:pt x="102" y="121"/>
                    </a:cubicBezTo>
                    <a:cubicBezTo>
                      <a:pt x="107" y="124"/>
                      <a:pt x="112" y="122"/>
                      <a:pt x="117" y="121"/>
                    </a:cubicBezTo>
                    <a:cubicBezTo>
                      <a:pt x="142" y="116"/>
                      <a:pt x="170" y="126"/>
                      <a:pt x="186" y="146"/>
                    </a:cubicBezTo>
                    <a:cubicBezTo>
                      <a:pt x="199" y="163"/>
                      <a:pt x="203" y="186"/>
                      <a:pt x="198" y="207"/>
                    </a:cubicBezTo>
                    <a:cubicBezTo>
                      <a:pt x="198" y="207"/>
                      <a:pt x="198" y="207"/>
                      <a:pt x="198" y="207"/>
                    </a:cubicBezTo>
                    <a:cubicBezTo>
                      <a:pt x="188" y="241"/>
                      <a:pt x="151" y="263"/>
                      <a:pt x="116" y="255"/>
                    </a:cubicBezTo>
                    <a:cubicBezTo>
                      <a:pt x="96" y="250"/>
                      <a:pt x="78" y="236"/>
                      <a:pt x="69" y="217"/>
                    </a:cubicBezTo>
                    <a:cubicBezTo>
                      <a:pt x="59" y="194"/>
                      <a:pt x="62" y="164"/>
                      <a:pt x="79" y="145"/>
                    </a:cubicBezTo>
                    <a:cubicBezTo>
                      <a:pt x="80" y="142"/>
                      <a:pt x="82" y="140"/>
                      <a:pt x="83" y="137"/>
                    </a:cubicBezTo>
                    <a:cubicBezTo>
                      <a:pt x="83" y="134"/>
                      <a:pt x="81" y="132"/>
                      <a:pt x="79" y="12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0" y="0"/>
                      <a:pt x="20" y="0"/>
                      <a:pt x="2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5" name="íšļïďe">
                <a:extLst>
                  <a:ext uri="{FF2B5EF4-FFF2-40B4-BE49-F238E27FC236}">
                    <a16:creationId xmlns:a16="http://schemas.microsoft.com/office/drawing/2014/main" id="{7F6A5764-2679-0C59-962F-D63A7D7DF769}"/>
                  </a:ext>
                </a:extLst>
              </p:cNvPr>
              <p:cNvSpPr/>
              <p:nvPr/>
            </p:nvSpPr>
            <p:spPr bwMode="auto">
              <a:xfrm>
                <a:off x="6016625" y="1647824"/>
                <a:ext cx="1016000" cy="1014413"/>
              </a:xfrm>
              <a:custGeom>
                <a:avLst/>
                <a:gdLst>
                  <a:gd name="T0" fmla="*/ 69 w 90"/>
                  <a:gd name="T1" fmla="*/ 31 h 90"/>
                  <a:gd name="T2" fmla="*/ 71 w 90"/>
                  <a:gd name="T3" fmla="*/ 26 h 90"/>
                  <a:gd name="T4" fmla="*/ 62 w 90"/>
                  <a:gd name="T5" fmla="*/ 16 h 90"/>
                  <a:gd name="T6" fmla="*/ 56 w 90"/>
                  <a:gd name="T7" fmla="*/ 19 h 90"/>
                  <a:gd name="T8" fmla="*/ 1 w 90"/>
                  <a:gd name="T9" fmla="*/ 0 h 90"/>
                  <a:gd name="T10" fmla="*/ 0 w 90"/>
                  <a:gd name="T11" fmla="*/ 1 h 90"/>
                  <a:gd name="T12" fmla="*/ 1 w 90"/>
                  <a:gd name="T13" fmla="*/ 2 h 90"/>
                  <a:gd name="T14" fmla="*/ 54 w 90"/>
                  <a:gd name="T15" fmla="*/ 21 h 90"/>
                  <a:gd name="T16" fmla="*/ 52 w 90"/>
                  <a:gd name="T17" fmla="*/ 26 h 90"/>
                  <a:gd name="T18" fmla="*/ 62 w 90"/>
                  <a:gd name="T19" fmla="*/ 35 h 90"/>
                  <a:gd name="T20" fmla="*/ 67 w 90"/>
                  <a:gd name="T21" fmla="*/ 33 h 90"/>
                  <a:gd name="T22" fmla="*/ 87 w 90"/>
                  <a:gd name="T23" fmla="*/ 89 h 90"/>
                  <a:gd name="T24" fmla="*/ 89 w 90"/>
                  <a:gd name="T25" fmla="*/ 90 h 90"/>
                  <a:gd name="T26" fmla="*/ 90 w 90"/>
                  <a:gd name="T27" fmla="*/ 89 h 90"/>
                  <a:gd name="T28" fmla="*/ 69 w 90"/>
                  <a:gd name="T29" fmla="*/ 31 h 90"/>
                  <a:gd name="T30" fmla="*/ 62 w 90"/>
                  <a:gd name="T31" fmla="*/ 33 h 90"/>
                  <a:gd name="T32" fmla="*/ 55 w 90"/>
                  <a:gd name="T33" fmla="*/ 26 h 90"/>
                  <a:gd name="T34" fmla="*/ 62 w 90"/>
                  <a:gd name="T35" fmla="*/ 19 h 90"/>
                  <a:gd name="T36" fmla="*/ 68 w 90"/>
                  <a:gd name="T37" fmla="*/ 26 h 90"/>
                  <a:gd name="T38" fmla="*/ 62 w 90"/>
                  <a:gd name="T39" fmla="*/ 33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" h="90">
                    <a:moveTo>
                      <a:pt x="69" y="31"/>
                    </a:moveTo>
                    <a:cubicBezTo>
                      <a:pt x="70" y="30"/>
                      <a:pt x="71" y="28"/>
                      <a:pt x="71" y="26"/>
                    </a:cubicBezTo>
                    <a:cubicBezTo>
                      <a:pt x="71" y="21"/>
                      <a:pt x="67" y="16"/>
                      <a:pt x="62" y="16"/>
                    </a:cubicBezTo>
                    <a:cubicBezTo>
                      <a:pt x="60" y="16"/>
                      <a:pt x="57" y="17"/>
                      <a:pt x="56" y="19"/>
                    </a:cubicBezTo>
                    <a:cubicBezTo>
                      <a:pt x="41" y="7"/>
                      <a:pt x="22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21" y="2"/>
                      <a:pt x="39" y="9"/>
                      <a:pt x="54" y="21"/>
                    </a:cubicBezTo>
                    <a:cubicBezTo>
                      <a:pt x="53" y="22"/>
                      <a:pt x="52" y="24"/>
                      <a:pt x="52" y="26"/>
                    </a:cubicBezTo>
                    <a:cubicBezTo>
                      <a:pt x="52" y="31"/>
                      <a:pt x="57" y="35"/>
                      <a:pt x="62" y="35"/>
                    </a:cubicBezTo>
                    <a:cubicBezTo>
                      <a:pt x="64" y="35"/>
                      <a:pt x="66" y="35"/>
                      <a:pt x="67" y="33"/>
                    </a:cubicBezTo>
                    <a:cubicBezTo>
                      <a:pt x="80" y="48"/>
                      <a:pt x="87" y="68"/>
                      <a:pt x="87" y="89"/>
                    </a:cubicBezTo>
                    <a:cubicBezTo>
                      <a:pt x="87" y="89"/>
                      <a:pt x="88" y="90"/>
                      <a:pt x="89" y="90"/>
                    </a:cubicBezTo>
                    <a:cubicBezTo>
                      <a:pt x="89" y="90"/>
                      <a:pt x="90" y="89"/>
                      <a:pt x="90" y="89"/>
                    </a:cubicBezTo>
                    <a:cubicBezTo>
                      <a:pt x="90" y="67"/>
                      <a:pt x="82" y="47"/>
                      <a:pt x="69" y="31"/>
                    </a:cubicBezTo>
                    <a:close/>
                    <a:moveTo>
                      <a:pt x="62" y="33"/>
                    </a:moveTo>
                    <a:cubicBezTo>
                      <a:pt x="58" y="33"/>
                      <a:pt x="55" y="30"/>
                      <a:pt x="55" y="26"/>
                    </a:cubicBezTo>
                    <a:cubicBezTo>
                      <a:pt x="55" y="22"/>
                      <a:pt x="58" y="19"/>
                      <a:pt x="62" y="19"/>
                    </a:cubicBezTo>
                    <a:cubicBezTo>
                      <a:pt x="65" y="19"/>
                      <a:pt x="68" y="22"/>
                      <a:pt x="68" y="26"/>
                    </a:cubicBezTo>
                    <a:cubicBezTo>
                      <a:pt x="68" y="29"/>
                      <a:pt x="65" y="33"/>
                      <a:pt x="62" y="3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6" name="ïṥ1iḑé">
                <a:extLst>
                  <a:ext uri="{FF2B5EF4-FFF2-40B4-BE49-F238E27FC236}">
                    <a16:creationId xmlns:a16="http://schemas.microsoft.com/office/drawing/2014/main" id="{1F13077F-7F8F-3F27-90C8-3F5C09D6EFC0}"/>
                  </a:ext>
                </a:extLst>
              </p:cNvPr>
              <p:cNvSpPr/>
              <p:nvPr/>
            </p:nvSpPr>
            <p:spPr bwMode="auto">
              <a:xfrm>
                <a:off x="6672263" y="1895474"/>
                <a:ext cx="88900" cy="904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27" name="iṧļïdê">
                <a:extLst>
                  <a:ext uri="{FF2B5EF4-FFF2-40B4-BE49-F238E27FC236}">
                    <a16:creationId xmlns:a16="http://schemas.microsoft.com/office/drawing/2014/main" id="{19781C2B-E285-BC3D-A59F-E6AF469630ED}"/>
                  </a:ext>
                </a:extLst>
              </p:cNvPr>
              <p:cNvSpPr/>
              <p:nvPr/>
            </p:nvSpPr>
            <p:spPr bwMode="auto">
              <a:xfrm>
                <a:off x="7664450" y="5129212"/>
                <a:ext cx="1016000" cy="1014413"/>
              </a:xfrm>
              <a:custGeom>
                <a:avLst/>
                <a:gdLst>
                  <a:gd name="T0" fmla="*/ 90 w 90"/>
                  <a:gd name="T1" fmla="*/ 1 h 90"/>
                  <a:gd name="T2" fmla="*/ 89 w 90"/>
                  <a:gd name="T3" fmla="*/ 0 h 90"/>
                  <a:gd name="T4" fmla="*/ 87 w 90"/>
                  <a:gd name="T5" fmla="*/ 1 h 90"/>
                  <a:gd name="T6" fmla="*/ 69 w 90"/>
                  <a:gd name="T7" fmla="*/ 54 h 90"/>
                  <a:gd name="T8" fmla="*/ 64 w 90"/>
                  <a:gd name="T9" fmla="*/ 53 h 90"/>
                  <a:gd name="T10" fmla="*/ 55 w 90"/>
                  <a:gd name="T11" fmla="*/ 62 h 90"/>
                  <a:gd name="T12" fmla="*/ 56 w 90"/>
                  <a:gd name="T13" fmla="*/ 68 h 90"/>
                  <a:gd name="T14" fmla="*/ 1 w 90"/>
                  <a:gd name="T15" fmla="*/ 88 h 90"/>
                  <a:gd name="T16" fmla="*/ 0 w 90"/>
                  <a:gd name="T17" fmla="*/ 89 h 90"/>
                  <a:gd name="T18" fmla="*/ 1 w 90"/>
                  <a:gd name="T19" fmla="*/ 90 h 90"/>
                  <a:gd name="T20" fmla="*/ 58 w 90"/>
                  <a:gd name="T21" fmla="*/ 69 h 90"/>
                  <a:gd name="T22" fmla="*/ 64 w 90"/>
                  <a:gd name="T23" fmla="*/ 71 h 90"/>
                  <a:gd name="T24" fmla="*/ 73 w 90"/>
                  <a:gd name="T25" fmla="*/ 62 h 90"/>
                  <a:gd name="T26" fmla="*/ 71 w 90"/>
                  <a:gd name="T27" fmla="*/ 56 h 90"/>
                  <a:gd name="T28" fmla="*/ 90 w 90"/>
                  <a:gd name="T29" fmla="*/ 1 h 90"/>
                  <a:gd name="T30" fmla="*/ 64 w 90"/>
                  <a:gd name="T31" fmla="*/ 69 h 90"/>
                  <a:gd name="T32" fmla="*/ 57 w 90"/>
                  <a:gd name="T33" fmla="*/ 62 h 90"/>
                  <a:gd name="T34" fmla="*/ 64 w 90"/>
                  <a:gd name="T35" fmla="*/ 55 h 90"/>
                  <a:gd name="T36" fmla="*/ 71 w 90"/>
                  <a:gd name="T37" fmla="*/ 62 h 90"/>
                  <a:gd name="T38" fmla="*/ 64 w 90"/>
                  <a:gd name="T39" fmla="*/ 6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" h="90">
                    <a:moveTo>
                      <a:pt x="90" y="1"/>
                    </a:moveTo>
                    <a:cubicBezTo>
                      <a:pt x="90" y="1"/>
                      <a:pt x="89" y="0"/>
                      <a:pt x="89" y="0"/>
                    </a:cubicBezTo>
                    <a:cubicBezTo>
                      <a:pt x="88" y="0"/>
                      <a:pt x="87" y="1"/>
                      <a:pt x="87" y="1"/>
                    </a:cubicBezTo>
                    <a:cubicBezTo>
                      <a:pt x="87" y="21"/>
                      <a:pt x="81" y="40"/>
                      <a:pt x="69" y="54"/>
                    </a:cubicBezTo>
                    <a:cubicBezTo>
                      <a:pt x="68" y="53"/>
                      <a:pt x="66" y="53"/>
                      <a:pt x="64" y="53"/>
                    </a:cubicBezTo>
                    <a:cubicBezTo>
                      <a:pt x="59" y="53"/>
                      <a:pt x="55" y="57"/>
                      <a:pt x="55" y="62"/>
                    </a:cubicBezTo>
                    <a:cubicBezTo>
                      <a:pt x="55" y="64"/>
                      <a:pt x="55" y="66"/>
                      <a:pt x="56" y="68"/>
                    </a:cubicBezTo>
                    <a:cubicBezTo>
                      <a:pt x="41" y="80"/>
                      <a:pt x="22" y="88"/>
                      <a:pt x="1" y="88"/>
                    </a:cubicBezTo>
                    <a:cubicBezTo>
                      <a:pt x="0" y="88"/>
                      <a:pt x="0" y="88"/>
                      <a:pt x="0" y="89"/>
                    </a:cubicBezTo>
                    <a:cubicBezTo>
                      <a:pt x="0" y="90"/>
                      <a:pt x="0" y="90"/>
                      <a:pt x="1" y="90"/>
                    </a:cubicBezTo>
                    <a:cubicBezTo>
                      <a:pt x="23" y="90"/>
                      <a:pt x="43" y="83"/>
                      <a:pt x="58" y="69"/>
                    </a:cubicBezTo>
                    <a:cubicBezTo>
                      <a:pt x="60" y="71"/>
                      <a:pt x="62" y="71"/>
                      <a:pt x="64" y="71"/>
                    </a:cubicBezTo>
                    <a:cubicBezTo>
                      <a:pt x="69" y="71"/>
                      <a:pt x="73" y="67"/>
                      <a:pt x="73" y="62"/>
                    </a:cubicBezTo>
                    <a:cubicBezTo>
                      <a:pt x="73" y="60"/>
                      <a:pt x="72" y="58"/>
                      <a:pt x="71" y="56"/>
                    </a:cubicBezTo>
                    <a:cubicBezTo>
                      <a:pt x="83" y="41"/>
                      <a:pt x="90" y="22"/>
                      <a:pt x="90" y="1"/>
                    </a:cubicBezTo>
                    <a:close/>
                    <a:moveTo>
                      <a:pt x="64" y="69"/>
                    </a:moveTo>
                    <a:cubicBezTo>
                      <a:pt x="60" y="69"/>
                      <a:pt x="57" y="66"/>
                      <a:pt x="57" y="62"/>
                    </a:cubicBezTo>
                    <a:cubicBezTo>
                      <a:pt x="57" y="58"/>
                      <a:pt x="60" y="55"/>
                      <a:pt x="64" y="55"/>
                    </a:cubicBezTo>
                    <a:cubicBezTo>
                      <a:pt x="68" y="55"/>
                      <a:pt x="71" y="58"/>
                      <a:pt x="71" y="62"/>
                    </a:cubicBezTo>
                    <a:cubicBezTo>
                      <a:pt x="71" y="66"/>
                      <a:pt x="68" y="69"/>
                      <a:pt x="64" y="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28" name="ïšľîḑè">
                <a:extLst>
                  <a:ext uri="{FF2B5EF4-FFF2-40B4-BE49-F238E27FC236}">
                    <a16:creationId xmlns:a16="http://schemas.microsoft.com/office/drawing/2014/main" id="{921ABD9D-145E-4532-254B-17CE5E3EAF87}"/>
                  </a:ext>
                </a:extLst>
              </p:cNvPr>
              <p:cNvSpPr/>
              <p:nvPr/>
            </p:nvSpPr>
            <p:spPr bwMode="auto">
              <a:xfrm>
                <a:off x="8342313" y="5783262"/>
                <a:ext cx="90488" cy="904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29" name="íS1iḍé">
                <a:extLst>
                  <a:ext uri="{FF2B5EF4-FFF2-40B4-BE49-F238E27FC236}">
                    <a16:creationId xmlns:a16="http://schemas.microsoft.com/office/drawing/2014/main" id="{EC396F1D-B0B4-EA77-9B1A-7B7165CC3DDE}"/>
                  </a:ext>
                </a:extLst>
              </p:cNvPr>
              <p:cNvSpPr/>
              <p:nvPr/>
            </p:nvSpPr>
            <p:spPr bwMode="auto">
              <a:xfrm>
                <a:off x="3511550" y="4149724"/>
                <a:ext cx="1016000" cy="1014413"/>
              </a:xfrm>
              <a:custGeom>
                <a:avLst/>
                <a:gdLst>
                  <a:gd name="T0" fmla="*/ 89 w 90"/>
                  <a:gd name="T1" fmla="*/ 0 h 90"/>
                  <a:gd name="T2" fmla="*/ 32 w 90"/>
                  <a:gd name="T3" fmla="*/ 21 h 90"/>
                  <a:gd name="T4" fmla="*/ 26 w 90"/>
                  <a:gd name="T5" fmla="*/ 19 h 90"/>
                  <a:gd name="T6" fmla="*/ 17 w 90"/>
                  <a:gd name="T7" fmla="*/ 28 h 90"/>
                  <a:gd name="T8" fmla="*/ 19 w 90"/>
                  <a:gd name="T9" fmla="*/ 34 h 90"/>
                  <a:gd name="T10" fmla="*/ 0 w 90"/>
                  <a:gd name="T11" fmla="*/ 89 h 90"/>
                  <a:gd name="T12" fmla="*/ 1 w 90"/>
                  <a:gd name="T13" fmla="*/ 90 h 90"/>
                  <a:gd name="T14" fmla="*/ 3 w 90"/>
                  <a:gd name="T15" fmla="*/ 89 h 90"/>
                  <a:gd name="T16" fmla="*/ 21 w 90"/>
                  <a:gd name="T17" fmla="*/ 36 h 90"/>
                  <a:gd name="T18" fmla="*/ 26 w 90"/>
                  <a:gd name="T19" fmla="*/ 37 h 90"/>
                  <a:gd name="T20" fmla="*/ 36 w 90"/>
                  <a:gd name="T21" fmla="*/ 28 h 90"/>
                  <a:gd name="T22" fmla="*/ 34 w 90"/>
                  <a:gd name="T23" fmla="*/ 23 h 90"/>
                  <a:gd name="T24" fmla="*/ 89 w 90"/>
                  <a:gd name="T25" fmla="*/ 2 h 90"/>
                  <a:gd name="T26" fmla="*/ 90 w 90"/>
                  <a:gd name="T27" fmla="*/ 1 h 90"/>
                  <a:gd name="T28" fmla="*/ 89 w 90"/>
                  <a:gd name="T29" fmla="*/ 0 h 90"/>
                  <a:gd name="T30" fmla="*/ 26 w 90"/>
                  <a:gd name="T31" fmla="*/ 35 h 90"/>
                  <a:gd name="T32" fmla="*/ 19 w 90"/>
                  <a:gd name="T33" fmla="*/ 28 h 90"/>
                  <a:gd name="T34" fmla="*/ 26 w 90"/>
                  <a:gd name="T35" fmla="*/ 21 h 90"/>
                  <a:gd name="T36" fmla="*/ 33 w 90"/>
                  <a:gd name="T37" fmla="*/ 28 h 90"/>
                  <a:gd name="T38" fmla="*/ 26 w 90"/>
                  <a:gd name="T39" fmla="*/ 3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0" h="90">
                    <a:moveTo>
                      <a:pt x="89" y="0"/>
                    </a:moveTo>
                    <a:cubicBezTo>
                      <a:pt x="67" y="0"/>
                      <a:pt x="47" y="8"/>
                      <a:pt x="32" y="21"/>
                    </a:cubicBezTo>
                    <a:cubicBezTo>
                      <a:pt x="30" y="19"/>
                      <a:pt x="28" y="19"/>
                      <a:pt x="26" y="19"/>
                    </a:cubicBezTo>
                    <a:cubicBezTo>
                      <a:pt x="21" y="19"/>
                      <a:pt x="17" y="23"/>
                      <a:pt x="17" y="28"/>
                    </a:cubicBezTo>
                    <a:cubicBezTo>
                      <a:pt x="17" y="30"/>
                      <a:pt x="18" y="32"/>
                      <a:pt x="19" y="34"/>
                    </a:cubicBezTo>
                    <a:cubicBezTo>
                      <a:pt x="7" y="49"/>
                      <a:pt x="0" y="68"/>
                      <a:pt x="0" y="89"/>
                    </a:cubicBezTo>
                    <a:cubicBezTo>
                      <a:pt x="0" y="90"/>
                      <a:pt x="1" y="90"/>
                      <a:pt x="1" y="90"/>
                    </a:cubicBezTo>
                    <a:cubicBezTo>
                      <a:pt x="2" y="90"/>
                      <a:pt x="3" y="90"/>
                      <a:pt x="3" y="89"/>
                    </a:cubicBezTo>
                    <a:cubicBezTo>
                      <a:pt x="3" y="69"/>
                      <a:pt x="9" y="50"/>
                      <a:pt x="21" y="36"/>
                    </a:cubicBezTo>
                    <a:cubicBezTo>
                      <a:pt x="22" y="37"/>
                      <a:pt x="24" y="37"/>
                      <a:pt x="26" y="37"/>
                    </a:cubicBezTo>
                    <a:cubicBezTo>
                      <a:pt x="31" y="37"/>
                      <a:pt x="36" y="33"/>
                      <a:pt x="36" y="28"/>
                    </a:cubicBezTo>
                    <a:cubicBezTo>
                      <a:pt x="36" y="26"/>
                      <a:pt x="35" y="24"/>
                      <a:pt x="34" y="23"/>
                    </a:cubicBezTo>
                    <a:cubicBezTo>
                      <a:pt x="49" y="10"/>
                      <a:pt x="68" y="2"/>
                      <a:pt x="89" y="2"/>
                    </a:cubicBezTo>
                    <a:cubicBezTo>
                      <a:pt x="90" y="2"/>
                      <a:pt x="90" y="2"/>
                      <a:pt x="90" y="1"/>
                    </a:cubicBezTo>
                    <a:cubicBezTo>
                      <a:pt x="90" y="0"/>
                      <a:pt x="90" y="0"/>
                      <a:pt x="89" y="0"/>
                    </a:cubicBezTo>
                    <a:close/>
                    <a:moveTo>
                      <a:pt x="26" y="35"/>
                    </a:moveTo>
                    <a:cubicBezTo>
                      <a:pt x="22" y="35"/>
                      <a:pt x="19" y="32"/>
                      <a:pt x="19" y="28"/>
                    </a:cubicBezTo>
                    <a:cubicBezTo>
                      <a:pt x="19" y="24"/>
                      <a:pt x="22" y="21"/>
                      <a:pt x="26" y="21"/>
                    </a:cubicBezTo>
                    <a:cubicBezTo>
                      <a:pt x="30" y="21"/>
                      <a:pt x="33" y="24"/>
                      <a:pt x="33" y="28"/>
                    </a:cubicBezTo>
                    <a:cubicBezTo>
                      <a:pt x="33" y="32"/>
                      <a:pt x="30" y="35"/>
                      <a:pt x="26" y="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en-US"/>
              </a:p>
            </p:txBody>
          </p:sp>
          <p:sp>
            <p:nvSpPr>
              <p:cNvPr id="30" name="ïsļîḋè">
                <a:extLst>
                  <a:ext uri="{FF2B5EF4-FFF2-40B4-BE49-F238E27FC236}">
                    <a16:creationId xmlns:a16="http://schemas.microsoft.com/office/drawing/2014/main" id="{B1AFE5EA-C69A-DD31-E55C-4CCF5622D226}"/>
                  </a:ext>
                </a:extLst>
              </p:cNvPr>
              <p:cNvSpPr/>
              <p:nvPr/>
            </p:nvSpPr>
            <p:spPr bwMode="auto">
              <a:xfrm>
                <a:off x="3759200" y="4419599"/>
                <a:ext cx="90488" cy="904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endParaRPr lang="en-US"/>
              </a:p>
            </p:txBody>
          </p:sp>
          <p:sp>
            <p:nvSpPr>
              <p:cNvPr id="31" name="íṩḻíďe">
                <a:extLst>
                  <a:ext uri="{FF2B5EF4-FFF2-40B4-BE49-F238E27FC236}">
                    <a16:creationId xmlns:a16="http://schemas.microsoft.com/office/drawing/2014/main" id="{E3B55C00-7ECF-1906-B234-BE9DE79750D4}"/>
                  </a:ext>
                </a:extLst>
              </p:cNvPr>
              <p:cNvSpPr/>
              <p:nvPr/>
            </p:nvSpPr>
            <p:spPr bwMode="auto">
              <a:xfrm>
                <a:off x="8218488" y="5467349"/>
                <a:ext cx="146050" cy="225425"/>
              </a:xfrm>
              <a:custGeom>
                <a:avLst/>
                <a:gdLst>
                  <a:gd name="T0" fmla="*/ 13 w 13"/>
                  <a:gd name="T1" fmla="*/ 0 h 20"/>
                  <a:gd name="T2" fmla="*/ 0 w 13"/>
                  <a:gd name="T3" fmla="*/ 20 h 20"/>
                  <a:gd name="T4" fmla="*/ 13 w 13"/>
                  <a:gd name="T5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" h="20">
                    <a:moveTo>
                      <a:pt x="13" y="0"/>
                    </a:moveTo>
                    <a:cubicBezTo>
                      <a:pt x="10" y="8"/>
                      <a:pt x="5" y="14"/>
                      <a:pt x="0" y="20"/>
                    </a:cubicBezTo>
                    <a:cubicBezTo>
                      <a:pt x="5" y="14"/>
                      <a:pt x="10" y="8"/>
                      <a:pt x="13" y="0"/>
                    </a:cubicBezTo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55000" lnSpcReduction="20000"/>
              </a:bodyPr>
              <a:lstStyle/>
              <a:p>
                <a:endParaRPr lang="en-US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FB9AD68-7415-A507-985A-A55A482432F2}"/>
                </a:ext>
              </a:extLst>
            </p:cNvPr>
            <p:cNvGrpSpPr/>
            <p:nvPr/>
          </p:nvGrpSpPr>
          <p:grpSpPr>
            <a:xfrm>
              <a:off x="5342874" y="1965442"/>
              <a:ext cx="5172725" cy="1593727"/>
              <a:chOff x="5342874" y="1965442"/>
              <a:chExt cx="5172725" cy="1593727"/>
            </a:xfrm>
          </p:grpSpPr>
          <p:sp>
            <p:nvSpPr>
              <p:cNvPr id="17" name="IconBackground1">
                <a:extLst>
                  <a:ext uri="{FF2B5EF4-FFF2-40B4-BE49-F238E27FC236}">
                    <a16:creationId xmlns:a16="http://schemas.microsoft.com/office/drawing/2014/main" id="{63DB5D25-AF21-11E4-6ED9-43760610C972}"/>
                  </a:ext>
                </a:extLst>
              </p:cNvPr>
              <p:cNvSpPr/>
              <p:nvPr/>
            </p:nvSpPr>
            <p:spPr bwMode="auto">
              <a:xfrm>
                <a:off x="5342874" y="1965442"/>
                <a:ext cx="1349090" cy="1360254"/>
              </a:xfrm>
              <a:custGeom>
                <a:avLst/>
                <a:gdLst>
                  <a:gd name="T0" fmla="*/ 85 w 102"/>
                  <a:gd name="T1" fmla="*/ 86 h 103"/>
                  <a:gd name="T2" fmla="*/ 65 w 102"/>
                  <a:gd name="T3" fmla="*/ 97 h 103"/>
                  <a:gd name="T4" fmla="*/ 61 w 102"/>
                  <a:gd name="T5" fmla="*/ 98 h 103"/>
                  <a:gd name="T6" fmla="*/ 5 w 102"/>
                  <a:gd name="T7" fmla="*/ 61 h 103"/>
                  <a:gd name="T8" fmla="*/ 43 w 102"/>
                  <a:gd name="T9" fmla="*/ 5 h 103"/>
                  <a:gd name="T10" fmla="*/ 99 w 102"/>
                  <a:gd name="T11" fmla="*/ 43 h 103"/>
                  <a:gd name="T12" fmla="*/ 85 w 102"/>
                  <a:gd name="T13" fmla="*/ 8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2" h="103">
                    <a:moveTo>
                      <a:pt x="85" y="86"/>
                    </a:moveTo>
                    <a:cubicBezTo>
                      <a:pt x="79" y="91"/>
                      <a:pt x="73" y="95"/>
                      <a:pt x="65" y="97"/>
                    </a:cubicBezTo>
                    <a:cubicBezTo>
                      <a:pt x="64" y="98"/>
                      <a:pt x="62" y="98"/>
                      <a:pt x="61" y="98"/>
                    </a:cubicBezTo>
                    <a:cubicBezTo>
                      <a:pt x="35" y="103"/>
                      <a:pt x="10" y="86"/>
                      <a:pt x="5" y="61"/>
                    </a:cubicBezTo>
                    <a:cubicBezTo>
                      <a:pt x="0" y="35"/>
                      <a:pt x="17" y="10"/>
                      <a:pt x="43" y="5"/>
                    </a:cubicBezTo>
                    <a:cubicBezTo>
                      <a:pt x="69" y="0"/>
                      <a:pt x="94" y="17"/>
                      <a:pt x="99" y="43"/>
                    </a:cubicBezTo>
                    <a:cubicBezTo>
                      <a:pt x="102" y="59"/>
                      <a:pt x="96" y="75"/>
                      <a:pt x="85" y="86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18" name="Icon1">
                <a:extLst>
                  <a:ext uri="{FF2B5EF4-FFF2-40B4-BE49-F238E27FC236}">
                    <a16:creationId xmlns:a16="http://schemas.microsoft.com/office/drawing/2014/main" id="{D88FEE64-FAB7-3935-B97B-246A386604B3}"/>
                  </a:ext>
                </a:extLst>
              </p:cNvPr>
              <p:cNvSpPr/>
              <p:nvPr/>
            </p:nvSpPr>
            <p:spPr>
              <a:xfrm>
                <a:off x="5758657" y="2404397"/>
                <a:ext cx="515936" cy="487676"/>
              </a:xfrm>
              <a:custGeom>
                <a:avLst/>
                <a:gdLst>
                  <a:gd name="T0" fmla="*/ 921 w 1328"/>
                  <a:gd name="T1" fmla="*/ 538 h 1257"/>
                  <a:gd name="T2" fmla="*/ 1246 w 1328"/>
                  <a:gd name="T3" fmla="*/ 14 h 1257"/>
                  <a:gd name="T4" fmla="*/ 1207 w 1328"/>
                  <a:gd name="T5" fmla="*/ 0 h 1257"/>
                  <a:gd name="T6" fmla="*/ 722 w 1328"/>
                  <a:gd name="T7" fmla="*/ 339 h 1257"/>
                  <a:gd name="T8" fmla="*/ 213 w 1328"/>
                  <a:gd name="T9" fmla="*/ 163 h 1257"/>
                  <a:gd name="T10" fmla="*/ 183 w 1328"/>
                  <a:gd name="T11" fmla="*/ 170 h 1257"/>
                  <a:gd name="T12" fmla="*/ 28 w 1328"/>
                  <a:gd name="T13" fmla="*/ 326 h 1257"/>
                  <a:gd name="T14" fmla="*/ 20 w 1328"/>
                  <a:gd name="T15" fmla="*/ 351 h 1257"/>
                  <a:gd name="T16" fmla="*/ 36 w 1328"/>
                  <a:gd name="T17" fmla="*/ 373 h 1257"/>
                  <a:gd name="T18" fmla="*/ 482 w 1328"/>
                  <a:gd name="T19" fmla="*/ 591 h 1257"/>
                  <a:gd name="T20" fmla="*/ 246 w 1328"/>
                  <a:gd name="T21" fmla="*/ 876 h 1257"/>
                  <a:gd name="T22" fmla="*/ 136 w 1328"/>
                  <a:gd name="T23" fmla="*/ 800 h 1257"/>
                  <a:gd name="T24" fmla="*/ 99 w 1328"/>
                  <a:gd name="T25" fmla="*/ 803 h 1257"/>
                  <a:gd name="T26" fmla="*/ 12 w 1328"/>
                  <a:gd name="T27" fmla="*/ 890 h 1257"/>
                  <a:gd name="T28" fmla="*/ 12 w 1328"/>
                  <a:gd name="T29" fmla="*/ 931 h 1257"/>
                  <a:gd name="T30" fmla="*/ 133 w 1328"/>
                  <a:gd name="T31" fmla="*/ 1053 h 1257"/>
                  <a:gd name="T32" fmla="*/ 129 w 1328"/>
                  <a:gd name="T33" fmla="*/ 1131 h 1257"/>
                  <a:gd name="T34" fmla="*/ 157 w 1328"/>
                  <a:gd name="T35" fmla="*/ 1141 h 1257"/>
                  <a:gd name="T36" fmla="*/ 207 w 1328"/>
                  <a:gd name="T37" fmla="*/ 1127 h 1257"/>
                  <a:gd name="T38" fmla="*/ 329 w 1328"/>
                  <a:gd name="T39" fmla="*/ 1248 h 1257"/>
                  <a:gd name="T40" fmla="*/ 349 w 1328"/>
                  <a:gd name="T41" fmla="*/ 1257 h 1257"/>
                  <a:gd name="T42" fmla="*/ 370 w 1328"/>
                  <a:gd name="T43" fmla="*/ 1248 h 1257"/>
                  <a:gd name="T44" fmla="*/ 457 w 1328"/>
                  <a:gd name="T45" fmla="*/ 1161 h 1257"/>
                  <a:gd name="T46" fmla="*/ 461 w 1328"/>
                  <a:gd name="T47" fmla="*/ 1124 h 1257"/>
                  <a:gd name="T48" fmla="*/ 384 w 1328"/>
                  <a:gd name="T49" fmla="*/ 1014 h 1257"/>
                  <a:gd name="T50" fmla="*/ 669 w 1328"/>
                  <a:gd name="T51" fmla="*/ 778 h 1257"/>
                  <a:gd name="T52" fmla="*/ 887 w 1328"/>
                  <a:gd name="T53" fmla="*/ 1224 h 1257"/>
                  <a:gd name="T54" fmla="*/ 909 w 1328"/>
                  <a:gd name="T55" fmla="*/ 1240 h 1257"/>
                  <a:gd name="T56" fmla="*/ 914 w 1328"/>
                  <a:gd name="T57" fmla="*/ 1241 h 1257"/>
                  <a:gd name="T58" fmla="*/ 935 w 1328"/>
                  <a:gd name="T59" fmla="*/ 1232 h 1257"/>
                  <a:gd name="T60" fmla="*/ 1090 w 1328"/>
                  <a:gd name="T61" fmla="*/ 1077 h 1257"/>
                  <a:gd name="T62" fmla="*/ 1097 w 1328"/>
                  <a:gd name="T63" fmla="*/ 1047 h 1257"/>
                  <a:gd name="T64" fmla="*/ 921 w 1328"/>
                  <a:gd name="T65" fmla="*/ 538 h 12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28" h="1257">
                    <a:moveTo>
                      <a:pt x="921" y="538"/>
                    </a:moveTo>
                    <a:cubicBezTo>
                      <a:pt x="1029" y="425"/>
                      <a:pt x="1328" y="97"/>
                      <a:pt x="1246" y="14"/>
                    </a:cubicBezTo>
                    <a:cubicBezTo>
                      <a:pt x="1236" y="5"/>
                      <a:pt x="1223" y="0"/>
                      <a:pt x="1207" y="0"/>
                    </a:cubicBezTo>
                    <a:cubicBezTo>
                      <a:pt x="1125" y="0"/>
                      <a:pt x="944" y="126"/>
                      <a:pt x="722" y="339"/>
                    </a:cubicBezTo>
                    <a:lnTo>
                      <a:pt x="213" y="163"/>
                    </a:lnTo>
                    <a:cubicBezTo>
                      <a:pt x="203" y="160"/>
                      <a:pt x="191" y="163"/>
                      <a:pt x="183" y="170"/>
                    </a:cubicBezTo>
                    <a:lnTo>
                      <a:pt x="28" y="326"/>
                    </a:lnTo>
                    <a:cubicBezTo>
                      <a:pt x="21" y="332"/>
                      <a:pt x="18" y="342"/>
                      <a:pt x="20" y="351"/>
                    </a:cubicBezTo>
                    <a:cubicBezTo>
                      <a:pt x="21" y="361"/>
                      <a:pt x="27" y="369"/>
                      <a:pt x="36" y="373"/>
                    </a:cubicBezTo>
                    <a:lnTo>
                      <a:pt x="482" y="591"/>
                    </a:lnTo>
                    <a:cubicBezTo>
                      <a:pt x="392" y="692"/>
                      <a:pt x="309" y="792"/>
                      <a:pt x="246" y="876"/>
                    </a:cubicBezTo>
                    <a:lnTo>
                      <a:pt x="136" y="800"/>
                    </a:lnTo>
                    <a:cubicBezTo>
                      <a:pt x="125" y="792"/>
                      <a:pt x="108" y="793"/>
                      <a:pt x="99" y="803"/>
                    </a:cubicBezTo>
                    <a:lnTo>
                      <a:pt x="12" y="890"/>
                    </a:lnTo>
                    <a:cubicBezTo>
                      <a:pt x="0" y="901"/>
                      <a:pt x="0" y="920"/>
                      <a:pt x="12" y="931"/>
                    </a:cubicBezTo>
                    <a:lnTo>
                      <a:pt x="133" y="1053"/>
                    </a:lnTo>
                    <a:cubicBezTo>
                      <a:pt x="120" y="1081"/>
                      <a:pt x="111" y="1113"/>
                      <a:pt x="129" y="1131"/>
                    </a:cubicBezTo>
                    <a:cubicBezTo>
                      <a:pt x="134" y="1136"/>
                      <a:pt x="142" y="1141"/>
                      <a:pt x="157" y="1141"/>
                    </a:cubicBezTo>
                    <a:cubicBezTo>
                      <a:pt x="170" y="1141"/>
                      <a:pt x="186" y="1137"/>
                      <a:pt x="207" y="1127"/>
                    </a:cubicBezTo>
                    <a:lnTo>
                      <a:pt x="329" y="1248"/>
                    </a:lnTo>
                    <a:cubicBezTo>
                      <a:pt x="334" y="1254"/>
                      <a:pt x="342" y="1257"/>
                      <a:pt x="349" y="1257"/>
                    </a:cubicBezTo>
                    <a:cubicBezTo>
                      <a:pt x="357" y="1257"/>
                      <a:pt x="365" y="1254"/>
                      <a:pt x="370" y="1248"/>
                    </a:cubicBezTo>
                    <a:lnTo>
                      <a:pt x="457" y="1161"/>
                    </a:lnTo>
                    <a:cubicBezTo>
                      <a:pt x="467" y="1151"/>
                      <a:pt x="469" y="1136"/>
                      <a:pt x="461" y="1124"/>
                    </a:cubicBezTo>
                    <a:lnTo>
                      <a:pt x="384" y="1014"/>
                    </a:lnTo>
                    <a:cubicBezTo>
                      <a:pt x="468" y="951"/>
                      <a:pt x="568" y="869"/>
                      <a:pt x="669" y="778"/>
                    </a:cubicBezTo>
                    <a:lnTo>
                      <a:pt x="887" y="1224"/>
                    </a:lnTo>
                    <a:cubicBezTo>
                      <a:pt x="892" y="1233"/>
                      <a:pt x="900" y="1239"/>
                      <a:pt x="909" y="1240"/>
                    </a:cubicBezTo>
                    <a:cubicBezTo>
                      <a:pt x="911" y="1241"/>
                      <a:pt x="912" y="1241"/>
                      <a:pt x="914" y="1241"/>
                    </a:cubicBezTo>
                    <a:cubicBezTo>
                      <a:pt x="921" y="1241"/>
                      <a:pt x="929" y="1238"/>
                      <a:pt x="935" y="1232"/>
                    </a:cubicBezTo>
                    <a:lnTo>
                      <a:pt x="1090" y="1077"/>
                    </a:lnTo>
                    <a:cubicBezTo>
                      <a:pt x="1098" y="1069"/>
                      <a:pt x="1100" y="1057"/>
                      <a:pt x="1097" y="1047"/>
                    </a:cubicBezTo>
                    <a:lnTo>
                      <a:pt x="921" y="53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  <p:sp>
            <p:nvSpPr>
              <p:cNvPr id="19" name="Bullet1">
                <a:extLst>
                  <a:ext uri="{FF2B5EF4-FFF2-40B4-BE49-F238E27FC236}">
                    <a16:creationId xmlns:a16="http://schemas.microsoft.com/office/drawing/2014/main" id="{A449E9AF-BDB8-B820-5BA9-EF8D61DFDD45}"/>
                  </a:ext>
                </a:extLst>
              </p:cNvPr>
              <p:cNvSpPr/>
              <p:nvPr/>
            </p:nvSpPr>
            <p:spPr>
              <a:xfrm>
                <a:off x="7180262" y="2234775"/>
                <a:ext cx="3335337" cy="4338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b" anchorCtr="0">
                <a:normAutofit/>
              </a:bodyPr>
              <a:lstStyle/>
              <a:p>
                <a:pPr lvl="0" defTabSz="106680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tx1"/>
                    </a:solidFill>
                  </a:rPr>
                  <a:t>提升工作效率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1">
                <a:extLst>
                  <a:ext uri="{FF2B5EF4-FFF2-40B4-BE49-F238E27FC236}">
                    <a16:creationId xmlns:a16="http://schemas.microsoft.com/office/drawing/2014/main" id="{517056F1-BF3D-782D-7F4B-07CD2F3CBBF2}"/>
                  </a:ext>
                </a:extLst>
              </p:cNvPr>
              <p:cNvSpPr txBox="1"/>
              <p:nvPr/>
            </p:nvSpPr>
            <p:spPr>
              <a:xfrm>
                <a:off x="7180262" y="2668581"/>
                <a:ext cx="3335337" cy="890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defTabSz="914378">
                  <a:lnSpc>
                    <a:spcPct val="120000"/>
                  </a:lnSpc>
                  <a:defRPr/>
                </a:pPr>
                <a:r>
                  <a:rPr lang="zh-CN" altLang="en-US" sz="1200"/>
                  <a:t>通过优化工作流程，提高个人工作效率，确保项目按时完成。</a:t>
                </a:r>
                <a:endParaRPr lang="en-US" altLang="zh-CN" sz="1200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251BC7F-6EAF-6305-BBB1-18AB6B089CEF}"/>
                </a:ext>
              </a:extLst>
            </p:cNvPr>
            <p:cNvGrpSpPr/>
            <p:nvPr/>
          </p:nvGrpSpPr>
          <p:grpSpPr>
            <a:xfrm>
              <a:off x="7030869" y="4531649"/>
              <a:ext cx="4488029" cy="1602451"/>
              <a:chOff x="7030869" y="4531649"/>
              <a:chExt cx="4488029" cy="1602451"/>
            </a:xfrm>
          </p:grpSpPr>
          <p:sp>
            <p:nvSpPr>
              <p:cNvPr id="13" name="IconBackground2">
                <a:extLst>
                  <a:ext uri="{FF2B5EF4-FFF2-40B4-BE49-F238E27FC236}">
                    <a16:creationId xmlns:a16="http://schemas.microsoft.com/office/drawing/2014/main" id="{B8C2FF18-CCA2-8982-BA10-40A3DB011AA1}"/>
                  </a:ext>
                </a:extLst>
              </p:cNvPr>
              <p:cNvSpPr/>
              <p:nvPr/>
            </p:nvSpPr>
            <p:spPr bwMode="auto">
              <a:xfrm>
                <a:off x="7030869" y="4531649"/>
                <a:ext cx="1256052" cy="1241164"/>
              </a:xfrm>
              <a:custGeom>
                <a:avLst/>
                <a:gdLst>
                  <a:gd name="T0" fmla="*/ 95 w 95"/>
                  <a:gd name="T1" fmla="*/ 47 h 94"/>
                  <a:gd name="T2" fmla="*/ 48 w 95"/>
                  <a:gd name="T3" fmla="*/ 94 h 94"/>
                  <a:gd name="T4" fmla="*/ 2 w 95"/>
                  <a:gd name="T5" fmla="*/ 58 h 94"/>
                  <a:gd name="T6" fmla="*/ 0 w 95"/>
                  <a:gd name="T7" fmla="*/ 47 h 94"/>
                  <a:gd name="T8" fmla="*/ 2 w 95"/>
                  <a:gd name="T9" fmla="*/ 36 h 94"/>
                  <a:gd name="T10" fmla="*/ 48 w 95"/>
                  <a:gd name="T11" fmla="*/ 0 h 94"/>
                  <a:gd name="T12" fmla="*/ 95 w 95"/>
                  <a:gd name="T13" fmla="*/ 4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94">
                    <a:moveTo>
                      <a:pt x="95" y="47"/>
                    </a:moveTo>
                    <a:cubicBezTo>
                      <a:pt x="95" y="73"/>
                      <a:pt x="74" y="94"/>
                      <a:pt x="48" y="94"/>
                    </a:cubicBezTo>
                    <a:cubicBezTo>
                      <a:pt x="25" y="94"/>
                      <a:pt x="7" y="79"/>
                      <a:pt x="2" y="58"/>
                    </a:cubicBezTo>
                    <a:cubicBezTo>
                      <a:pt x="1" y="55"/>
                      <a:pt x="0" y="51"/>
                      <a:pt x="0" y="47"/>
                    </a:cubicBezTo>
                    <a:cubicBezTo>
                      <a:pt x="0" y="43"/>
                      <a:pt x="1" y="39"/>
                      <a:pt x="2" y="36"/>
                    </a:cubicBezTo>
                    <a:cubicBezTo>
                      <a:pt x="7" y="15"/>
                      <a:pt x="25" y="0"/>
                      <a:pt x="48" y="0"/>
                    </a:cubicBezTo>
                    <a:cubicBezTo>
                      <a:pt x="74" y="0"/>
                      <a:pt x="95" y="21"/>
                      <a:pt x="95" y="47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14" name="Icon2">
                <a:extLst>
                  <a:ext uri="{FF2B5EF4-FFF2-40B4-BE49-F238E27FC236}">
                    <a16:creationId xmlns:a16="http://schemas.microsoft.com/office/drawing/2014/main" id="{2F9C14F2-F067-910B-D8AC-3EB325AC269F}"/>
                  </a:ext>
                </a:extLst>
              </p:cNvPr>
              <p:cNvSpPr/>
              <p:nvPr/>
            </p:nvSpPr>
            <p:spPr>
              <a:xfrm>
                <a:off x="7400926" y="4906560"/>
                <a:ext cx="515936" cy="515157"/>
              </a:xfrm>
              <a:custGeom>
                <a:avLst/>
                <a:gdLst>
                  <a:gd name="connsiteX0" fmla="*/ 257564 w 607639"/>
                  <a:gd name="connsiteY0" fmla="*/ 92370 h 606722"/>
                  <a:gd name="connsiteX1" fmla="*/ 277411 w 607639"/>
                  <a:gd name="connsiteY1" fmla="*/ 112098 h 606722"/>
                  <a:gd name="connsiteX2" fmla="*/ 277411 w 607639"/>
                  <a:gd name="connsiteY2" fmla="*/ 329729 h 606722"/>
                  <a:gd name="connsiteX3" fmla="*/ 495281 w 607639"/>
                  <a:gd name="connsiteY3" fmla="*/ 329729 h 606722"/>
                  <a:gd name="connsiteX4" fmla="*/ 515128 w 607639"/>
                  <a:gd name="connsiteY4" fmla="*/ 349546 h 606722"/>
                  <a:gd name="connsiteX5" fmla="*/ 257564 w 607639"/>
                  <a:gd name="connsiteY5" fmla="*/ 606722 h 606722"/>
                  <a:gd name="connsiteX6" fmla="*/ 0 w 607639"/>
                  <a:gd name="connsiteY6" fmla="*/ 349546 h 606722"/>
                  <a:gd name="connsiteX7" fmla="*/ 257564 w 607639"/>
                  <a:gd name="connsiteY7" fmla="*/ 92370 h 606722"/>
                  <a:gd name="connsiteX8" fmla="*/ 350027 w 607639"/>
                  <a:gd name="connsiteY8" fmla="*/ 0 h 606722"/>
                  <a:gd name="connsiteX9" fmla="*/ 607639 w 607639"/>
                  <a:gd name="connsiteY9" fmla="*/ 257220 h 606722"/>
                  <a:gd name="connsiteX10" fmla="*/ 587788 w 607639"/>
                  <a:gd name="connsiteY10" fmla="*/ 277040 h 606722"/>
                  <a:gd name="connsiteX11" fmla="*/ 350027 w 607639"/>
                  <a:gd name="connsiteY11" fmla="*/ 277040 h 606722"/>
                  <a:gd name="connsiteX12" fmla="*/ 330176 w 607639"/>
                  <a:gd name="connsiteY12" fmla="*/ 257220 h 606722"/>
                  <a:gd name="connsiteX13" fmla="*/ 330176 w 607639"/>
                  <a:gd name="connsiteY13" fmla="*/ 19820 h 606722"/>
                  <a:gd name="connsiteX14" fmla="*/ 350027 w 607639"/>
                  <a:gd name="connsiteY14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07639" h="606722">
                    <a:moveTo>
                      <a:pt x="257564" y="92370"/>
                    </a:moveTo>
                    <a:cubicBezTo>
                      <a:pt x="268511" y="92370"/>
                      <a:pt x="277411" y="101168"/>
                      <a:pt x="277411" y="112098"/>
                    </a:cubicBezTo>
                    <a:lnTo>
                      <a:pt x="277411" y="329729"/>
                    </a:lnTo>
                    <a:lnTo>
                      <a:pt x="495281" y="329729"/>
                    </a:lnTo>
                    <a:cubicBezTo>
                      <a:pt x="506228" y="329729"/>
                      <a:pt x="515128" y="338616"/>
                      <a:pt x="515128" y="349546"/>
                    </a:cubicBezTo>
                    <a:cubicBezTo>
                      <a:pt x="515128" y="491286"/>
                      <a:pt x="399607" y="606722"/>
                      <a:pt x="257564" y="606722"/>
                    </a:cubicBezTo>
                    <a:cubicBezTo>
                      <a:pt x="115521" y="606722"/>
                      <a:pt x="0" y="491286"/>
                      <a:pt x="0" y="349546"/>
                    </a:cubicBezTo>
                    <a:cubicBezTo>
                      <a:pt x="0" y="207717"/>
                      <a:pt x="115521" y="92370"/>
                      <a:pt x="257564" y="92370"/>
                    </a:cubicBezTo>
                    <a:close/>
                    <a:moveTo>
                      <a:pt x="350027" y="0"/>
                    </a:moveTo>
                    <a:cubicBezTo>
                      <a:pt x="492007" y="0"/>
                      <a:pt x="607639" y="115367"/>
                      <a:pt x="607639" y="257220"/>
                    </a:cubicBezTo>
                    <a:cubicBezTo>
                      <a:pt x="607639" y="268152"/>
                      <a:pt x="598737" y="277040"/>
                      <a:pt x="587788" y="277040"/>
                    </a:cubicBezTo>
                    <a:lnTo>
                      <a:pt x="350027" y="277040"/>
                    </a:lnTo>
                    <a:cubicBezTo>
                      <a:pt x="339078" y="277040"/>
                      <a:pt x="330176" y="268152"/>
                      <a:pt x="330176" y="257220"/>
                    </a:cubicBezTo>
                    <a:lnTo>
                      <a:pt x="330176" y="19820"/>
                    </a:lnTo>
                    <a:cubicBezTo>
                      <a:pt x="330176" y="8888"/>
                      <a:pt x="339078" y="0"/>
                      <a:pt x="350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  <p:sp>
            <p:nvSpPr>
              <p:cNvPr id="15" name="Bullet2">
                <a:extLst>
                  <a:ext uri="{FF2B5EF4-FFF2-40B4-BE49-F238E27FC236}">
                    <a16:creationId xmlns:a16="http://schemas.microsoft.com/office/drawing/2014/main" id="{83F7FAF1-04E7-B6F0-DB5B-D01249FA8894}"/>
                  </a:ext>
                </a:extLst>
              </p:cNvPr>
              <p:cNvSpPr/>
              <p:nvPr/>
            </p:nvSpPr>
            <p:spPr>
              <a:xfrm>
                <a:off x="8686801" y="4809706"/>
                <a:ext cx="2832097" cy="4338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b" anchorCtr="0">
                <a:normAutofit/>
              </a:bodyPr>
              <a:lstStyle/>
              <a:p>
                <a:pPr lvl="0" algn="r" defTabSz="106680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tx1"/>
                    </a:solidFill>
                  </a:rPr>
                  <a:t>加强团队协作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2">
                <a:extLst>
                  <a:ext uri="{FF2B5EF4-FFF2-40B4-BE49-F238E27FC236}">
                    <a16:creationId xmlns:a16="http://schemas.microsoft.com/office/drawing/2014/main" id="{2B060CF2-A3C4-4032-69E6-60717D12B816}"/>
                  </a:ext>
                </a:extLst>
              </p:cNvPr>
              <p:cNvSpPr txBox="1"/>
              <p:nvPr/>
            </p:nvSpPr>
            <p:spPr>
              <a:xfrm>
                <a:off x="8686801" y="5243512"/>
                <a:ext cx="2832097" cy="890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 defTabSz="914378">
                  <a:lnSpc>
                    <a:spcPct val="120000"/>
                  </a:lnSpc>
                  <a:defRPr/>
                </a:pPr>
                <a:r>
                  <a:rPr lang="zh-CN" altLang="en-US" sz="1200"/>
                  <a:t>积极参与团队讨论，与同事共享经验和资源，提高团队整体实力。</a:t>
                </a:r>
                <a:endParaRPr lang="en-US" altLang="zh-CN" sz="12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3D950AD-8C75-AFC6-8940-65F34E8C04AA}"/>
                </a:ext>
              </a:extLst>
            </p:cNvPr>
            <p:cNvGrpSpPr/>
            <p:nvPr/>
          </p:nvGrpSpPr>
          <p:grpSpPr>
            <a:xfrm>
              <a:off x="673102" y="4517667"/>
              <a:ext cx="4479924" cy="1616433"/>
              <a:chOff x="673102" y="4517667"/>
              <a:chExt cx="4479924" cy="1616433"/>
            </a:xfrm>
          </p:grpSpPr>
          <p:sp>
            <p:nvSpPr>
              <p:cNvPr id="9" name="IconBackground3">
                <a:extLst>
                  <a:ext uri="{FF2B5EF4-FFF2-40B4-BE49-F238E27FC236}">
                    <a16:creationId xmlns:a16="http://schemas.microsoft.com/office/drawing/2014/main" id="{D715CA9F-6E0A-C4FE-D0C6-C17FF7B4BE84}"/>
                  </a:ext>
                </a:extLst>
              </p:cNvPr>
              <p:cNvSpPr/>
              <p:nvPr/>
            </p:nvSpPr>
            <p:spPr bwMode="auto">
              <a:xfrm>
                <a:off x="3856038" y="4517667"/>
                <a:ext cx="1296988" cy="1280240"/>
              </a:xfrm>
              <a:custGeom>
                <a:avLst/>
                <a:gdLst>
                  <a:gd name="T0" fmla="*/ 98 w 98"/>
                  <a:gd name="T1" fmla="*/ 49 h 97"/>
                  <a:gd name="T2" fmla="*/ 49 w 98"/>
                  <a:gd name="T3" fmla="*/ 97 h 97"/>
                  <a:gd name="T4" fmla="*/ 0 w 98"/>
                  <a:gd name="T5" fmla="*/ 49 h 97"/>
                  <a:gd name="T6" fmla="*/ 49 w 98"/>
                  <a:gd name="T7" fmla="*/ 0 h 97"/>
                  <a:gd name="T8" fmla="*/ 66 w 98"/>
                  <a:gd name="T9" fmla="*/ 3 h 97"/>
                  <a:gd name="T10" fmla="*/ 85 w 98"/>
                  <a:gd name="T11" fmla="*/ 16 h 97"/>
                  <a:gd name="T12" fmla="*/ 98 w 98"/>
                  <a:gd name="T13" fmla="*/ 49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" h="97">
                    <a:moveTo>
                      <a:pt x="98" y="49"/>
                    </a:moveTo>
                    <a:cubicBezTo>
                      <a:pt x="98" y="76"/>
                      <a:pt x="76" y="97"/>
                      <a:pt x="49" y="97"/>
                    </a:cubicBezTo>
                    <a:cubicBezTo>
                      <a:pt x="22" y="97"/>
                      <a:pt x="0" y="76"/>
                      <a:pt x="0" y="49"/>
                    </a:cubicBezTo>
                    <a:cubicBezTo>
                      <a:pt x="0" y="22"/>
                      <a:pt x="22" y="0"/>
                      <a:pt x="49" y="0"/>
                    </a:cubicBezTo>
                    <a:cubicBezTo>
                      <a:pt x="55" y="0"/>
                      <a:pt x="61" y="1"/>
                      <a:pt x="66" y="3"/>
                    </a:cubicBezTo>
                    <a:cubicBezTo>
                      <a:pt x="74" y="6"/>
                      <a:pt x="80" y="10"/>
                      <a:pt x="85" y="16"/>
                    </a:cubicBezTo>
                    <a:cubicBezTo>
                      <a:pt x="93" y="25"/>
                      <a:pt x="98" y="36"/>
                      <a:pt x="98" y="49"/>
                    </a:cubicBezTo>
                    <a:close/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/>
              </a:p>
            </p:txBody>
          </p:sp>
          <p:sp>
            <p:nvSpPr>
              <p:cNvPr id="10" name="Icon3">
                <a:extLst>
                  <a:ext uri="{FF2B5EF4-FFF2-40B4-BE49-F238E27FC236}">
                    <a16:creationId xmlns:a16="http://schemas.microsoft.com/office/drawing/2014/main" id="{7F645122-E79F-A0CB-259A-ACD2E6EB5B06}"/>
                  </a:ext>
                </a:extLst>
              </p:cNvPr>
              <p:cNvSpPr/>
              <p:nvPr/>
            </p:nvSpPr>
            <p:spPr>
              <a:xfrm>
                <a:off x="4246564" y="4906201"/>
                <a:ext cx="515936" cy="515876"/>
              </a:xfrm>
              <a:custGeom>
                <a:avLst/>
                <a:gdLst>
                  <a:gd name="T0" fmla="*/ 5776 w 6302"/>
                  <a:gd name="T1" fmla="*/ 4472 h 6310"/>
                  <a:gd name="T2" fmla="*/ 5270 w 6302"/>
                  <a:gd name="T3" fmla="*/ 4866 h 6310"/>
                  <a:gd name="T4" fmla="*/ 4858 w 6302"/>
                  <a:gd name="T5" fmla="*/ 4866 h 6310"/>
                  <a:gd name="T6" fmla="*/ 4858 w 6302"/>
                  <a:gd name="T7" fmla="*/ 3708 h 6310"/>
                  <a:gd name="T8" fmla="*/ 5776 w 6302"/>
                  <a:gd name="T9" fmla="*/ 2634 h 6310"/>
                  <a:gd name="T10" fmla="*/ 5050 w 6302"/>
                  <a:gd name="T11" fmla="*/ 1594 h 6310"/>
                  <a:gd name="T12" fmla="*/ 5094 w 6302"/>
                  <a:gd name="T13" fmla="*/ 1179 h 6310"/>
                  <a:gd name="T14" fmla="*/ 3822 w 6302"/>
                  <a:gd name="T15" fmla="*/ 8 h 6310"/>
                  <a:gd name="T16" fmla="*/ 2623 w 6302"/>
                  <a:gd name="T17" fmla="*/ 780 h 6310"/>
                  <a:gd name="T18" fmla="*/ 1936 w 6302"/>
                  <a:gd name="T19" fmla="*/ 590 h 6310"/>
                  <a:gd name="T20" fmla="*/ 1119 w 6302"/>
                  <a:gd name="T21" fmla="*/ 1212 h 6310"/>
                  <a:gd name="T22" fmla="*/ 1074 w 6302"/>
                  <a:gd name="T23" fmla="*/ 1677 h 6310"/>
                  <a:gd name="T24" fmla="*/ 525 w 6302"/>
                  <a:gd name="T25" fmla="*/ 2634 h 6310"/>
                  <a:gd name="T26" fmla="*/ 1444 w 6302"/>
                  <a:gd name="T27" fmla="*/ 3706 h 6310"/>
                  <a:gd name="T28" fmla="*/ 1444 w 6302"/>
                  <a:gd name="T29" fmla="*/ 4866 h 6310"/>
                  <a:gd name="T30" fmla="*/ 1032 w 6302"/>
                  <a:gd name="T31" fmla="*/ 4866 h 6310"/>
                  <a:gd name="T32" fmla="*/ 525 w 6302"/>
                  <a:gd name="T33" fmla="*/ 4472 h 6310"/>
                  <a:gd name="T34" fmla="*/ 0 w 6302"/>
                  <a:gd name="T35" fmla="*/ 4997 h 6310"/>
                  <a:gd name="T36" fmla="*/ 525 w 6302"/>
                  <a:gd name="T37" fmla="*/ 5522 h 6310"/>
                  <a:gd name="T38" fmla="*/ 1032 w 6302"/>
                  <a:gd name="T39" fmla="*/ 5128 h 6310"/>
                  <a:gd name="T40" fmla="*/ 1707 w 6302"/>
                  <a:gd name="T41" fmla="*/ 5128 h 6310"/>
                  <a:gd name="T42" fmla="*/ 1707 w 6302"/>
                  <a:gd name="T43" fmla="*/ 3739 h 6310"/>
                  <a:gd name="T44" fmla="*/ 1754 w 6302"/>
                  <a:gd name="T45" fmla="*/ 3741 h 6310"/>
                  <a:gd name="T46" fmla="*/ 2363 w 6302"/>
                  <a:gd name="T47" fmla="*/ 3741 h 6310"/>
                  <a:gd name="T48" fmla="*/ 2363 w 6302"/>
                  <a:gd name="T49" fmla="*/ 5278 h 6310"/>
                  <a:gd name="T50" fmla="*/ 1969 w 6302"/>
                  <a:gd name="T51" fmla="*/ 5785 h 6310"/>
                  <a:gd name="T52" fmla="*/ 2494 w 6302"/>
                  <a:gd name="T53" fmla="*/ 6310 h 6310"/>
                  <a:gd name="T54" fmla="*/ 3020 w 6302"/>
                  <a:gd name="T55" fmla="*/ 5785 h 6310"/>
                  <a:gd name="T56" fmla="*/ 2626 w 6302"/>
                  <a:gd name="T57" fmla="*/ 5278 h 6310"/>
                  <a:gd name="T58" fmla="*/ 2626 w 6302"/>
                  <a:gd name="T59" fmla="*/ 3741 h 6310"/>
                  <a:gd name="T60" fmla="*/ 3676 w 6302"/>
                  <a:gd name="T61" fmla="*/ 3741 h 6310"/>
                  <a:gd name="T62" fmla="*/ 3676 w 6302"/>
                  <a:gd name="T63" fmla="*/ 5278 h 6310"/>
                  <a:gd name="T64" fmla="*/ 3282 w 6302"/>
                  <a:gd name="T65" fmla="*/ 5785 h 6310"/>
                  <a:gd name="T66" fmla="*/ 3807 w 6302"/>
                  <a:gd name="T67" fmla="*/ 6310 h 6310"/>
                  <a:gd name="T68" fmla="*/ 4332 w 6302"/>
                  <a:gd name="T69" fmla="*/ 5785 h 6310"/>
                  <a:gd name="T70" fmla="*/ 3939 w 6302"/>
                  <a:gd name="T71" fmla="*/ 5278 h 6310"/>
                  <a:gd name="T72" fmla="*/ 3939 w 6302"/>
                  <a:gd name="T73" fmla="*/ 3741 h 6310"/>
                  <a:gd name="T74" fmla="*/ 4548 w 6302"/>
                  <a:gd name="T75" fmla="*/ 3741 h 6310"/>
                  <a:gd name="T76" fmla="*/ 4595 w 6302"/>
                  <a:gd name="T77" fmla="*/ 3739 h 6310"/>
                  <a:gd name="T78" fmla="*/ 4595 w 6302"/>
                  <a:gd name="T79" fmla="*/ 5128 h 6310"/>
                  <a:gd name="T80" fmla="*/ 5270 w 6302"/>
                  <a:gd name="T81" fmla="*/ 5128 h 6310"/>
                  <a:gd name="T82" fmla="*/ 5777 w 6302"/>
                  <a:gd name="T83" fmla="*/ 5522 h 6310"/>
                  <a:gd name="T84" fmla="*/ 6302 w 6302"/>
                  <a:gd name="T85" fmla="*/ 4997 h 6310"/>
                  <a:gd name="T86" fmla="*/ 5776 w 6302"/>
                  <a:gd name="T87" fmla="*/ 4472 h 6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302" h="6310">
                    <a:moveTo>
                      <a:pt x="5776" y="4472"/>
                    </a:moveTo>
                    <a:cubicBezTo>
                      <a:pt x="5532" y="4472"/>
                      <a:pt x="5329" y="4640"/>
                      <a:pt x="5270" y="4866"/>
                    </a:cubicBezTo>
                    <a:lnTo>
                      <a:pt x="4858" y="4866"/>
                    </a:lnTo>
                    <a:lnTo>
                      <a:pt x="4858" y="3708"/>
                    </a:lnTo>
                    <a:cubicBezTo>
                      <a:pt x="5405" y="3593"/>
                      <a:pt x="5776" y="3177"/>
                      <a:pt x="5776" y="2634"/>
                    </a:cubicBezTo>
                    <a:cubicBezTo>
                      <a:pt x="5776" y="2166"/>
                      <a:pt x="5478" y="1752"/>
                      <a:pt x="5050" y="1594"/>
                    </a:cubicBezTo>
                    <a:cubicBezTo>
                      <a:pt x="5089" y="1464"/>
                      <a:pt x="5103" y="1329"/>
                      <a:pt x="5094" y="1179"/>
                    </a:cubicBezTo>
                    <a:cubicBezTo>
                      <a:pt x="5054" y="539"/>
                      <a:pt x="4483" y="13"/>
                      <a:pt x="3822" y="8"/>
                    </a:cubicBezTo>
                    <a:cubicBezTo>
                      <a:pt x="3289" y="0"/>
                      <a:pt x="2820" y="318"/>
                      <a:pt x="2623" y="780"/>
                    </a:cubicBezTo>
                    <a:cubicBezTo>
                      <a:pt x="2430" y="636"/>
                      <a:pt x="2185" y="566"/>
                      <a:pt x="1936" y="590"/>
                    </a:cubicBezTo>
                    <a:cubicBezTo>
                      <a:pt x="1578" y="624"/>
                      <a:pt x="1264" y="861"/>
                      <a:pt x="1119" y="1212"/>
                    </a:cubicBezTo>
                    <a:cubicBezTo>
                      <a:pt x="1049" y="1379"/>
                      <a:pt x="1058" y="1564"/>
                      <a:pt x="1074" y="1677"/>
                    </a:cubicBezTo>
                    <a:cubicBezTo>
                      <a:pt x="738" y="1874"/>
                      <a:pt x="525" y="2239"/>
                      <a:pt x="525" y="2634"/>
                    </a:cubicBezTo>
                    <a:cubicBezTo>
                      <a:pt x="525" y="3167"/>
                      <a:pt x="903" y="3589"/>
                      <a:pt x="1444" y="3706"/>
                    </a:cubicBezTo>
                    <a:lnTo>
                      <a:pt x="1444" y="4866"/>
                    </a:lnTo>
                    <a:lnTo>
                      <a:pt x="1032" y="4866"/>
                    </a:lnTo>
                    <a:cubicBezTo>
                      <a:pt x="973" y="4640"/>
                      <a:pt x="769" y="4472"/>
                      <a:pt x="525" y="4472"/>
                    </a:cubicBezTo>
                    <a:cubicBezTo>
                      <a:pt x="235" y="4472"/>
                      <a:pt x="0" y="4707"/>
                      <a:pt x="0" y="4997"/>
                    </a:cubicBezTo>
                    <a:cubicBezTo>
                      <a:pt x="0" y="5286"/>
                      <a:pt x="235" y="5522"/>
                      <a:pt x="525" y="5522"/>
                    </a:cubicBezTo>
                    <a:cubicBezTo>
                      <a:pt x="769" y="5522"/>
                      <a:pt x="973" y="5354"/>
                      <a:pt x="1032" y="5128"/>
                    </a:cubicBezTo>
                    <a:lnTo>
                      <a:pt x="1707" y="5128"/>
                    </a:lnTo>
                    <a:lnTo>
                      <a:pt x="1707" y="3739"/>
                    </a:lnTo>
                    <a:cubicBezTo>
                      <a:pt x="1722" y="3739"/>
                      <a:pt x="1738" y="3741"/>
                      <a:pt x="1754" y="3741"/>
                    </a:cubicBezTo>
                    <a:lnTo>
                      <a:pt x="2363" y="3741"/>
                    </a:lnTo>
                    <a:lnTo>
                      <a:pt x="2363" y="5278"/>
                    </a:lnTo>
                    <a:cubicBezTo>
                      <a:pt x="2137" y="5337"/>
                      <a:pt x="1969" y="5540"/>
                      <a:pt x="1969" y="5785"/>
                    </a:cubicBezTo>
                    <a:cubicBezTo>
                      <a:pt x="1969" y="6073"/>
                      <a:pt x="2204" y="6310"/>
                      <a:pt x="2494" y="6310"/>
                    </a:cubicBezTo>
                    <a:cubicBezTo>
                      <a:pt x="2785" y="6310"/>
                      <a:pt x="3020" y="6073"/>
                      <a:pt x="3020" y="5785"/>
                    </a:cubicBezTo>
                    <a:cubicBezTo>
                      <a:pt x="3020" y="5540"/>
                      <a:pt x="2852" y="5337"/>
                      <a:pt x="2626" y="5278"/>
                    </a:cubicBezTo>
                    <a:lnTo>
                      <a:pt x="2626" y="3741"/>
                    </a:lnTo>
                    <a:lnTo>
                      <a:pt x="3676" y="3741"/>
                    </a:lnTo>
                    <a:lnTo>
                      <a:pt x="3676" y="5278"/>
                    </a:lnTo>
                    <a:cubicBezTo>
                      <a:pt x="3450" y="5337"/>
                      <a:pt x="3282" y="5540"/>
                      <a:pt x="3282" y="5785"/>
                    </a:cubicBezTo>
                    <a:cubicBezTo>
                      <a:pt x="3282" y="6073"/>
                      <a:pt x="3517" y="6310"/>
                      <a:pt x="3807" y="6310"/>
                    </a:cubicBezTo>
                    <a:cubicBezTo>
                      <a:pt x="4097" y="6310"/>
                      <a:pt x="4332" y="6073"/>
                      <a:pt x="4332" y="5785"/>
                    </a:cubicBezTo>
                    <a:cubicBezTo>
                      <a:pt x="4332" y="5540"/>
                      <a:pt x="4164" y="5337"/>
                      <a:pt x="3939" y="5278"/>
                    </a:cubicBezTo>
                    <a:lnTo>
                      <a:pt x="3939" y="3741"/>
                    </a:lnTo>
                    <a:lnTo>
                      <a:pt x="4548" y="3741"/>
                    </a:lnTo>
                    <a:cubicBezTo>
                      <a:pt x="4563" y="3741"/>
                      <a:pt x="4579" y="3739"/>
                      <a:pt x="4595" y="3739"/>
                    </a:cubicBezTo>
                    <a:lnTo>
                      <a:pt x="4595" y="5128"/>
                    </a:lnTo>
                    <a:lnTo>
                      <a:pt x="5270" y="5128"/>
                    </a:lnTo>
                    <a:cubicBezTo>
                      <a:pt x="5329" y="5354"/>
                      <a:pt x="5532" y="5522"/>
                      <a:pt x="5777" y="5522"/>
                    </a:cubicBezTo>
                    <a:cubicBezTo>
                      <a:pt x="6067" y="5522"/>
                      <a:pt x="6302" y="5286"/>
                      <a:pt x="6302" y="4997"/>
                    </a:cubicBezTo>
                    <a:cubicBezTo>
                      <a:pt x="6302" y="4707"/>
                      <a:pt x="6067" y="4472"/>
                      <a:pt x="5776" y="4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228532">
                  <a:defRPr sz="3000" cap="none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1500"/>
              </a:p>
            </p:txBody>
          </p:sp>
          <p:sp>
            <p:nvSpPr>
              <p:cNvPr id="11" name="Bullet3">
                <a:extLst>
                  <a:ext uri="{FF2B5EF4-FFF2-40B4-BE49-F238E27FC236}">
                    <a16:creationId xmlns:a16="http://schemas.microsoft.com/office/drawing/2014/main" id="{870762AA-C348-7777-46FE-9171FF908001}"/>
                  </a:ext>
                </a:extLst>
              </p:cNvPr>
              <p:cNvSpPr/>
              <p:nvPr/>
            </p:nvSpPr>
            <p:spPr>
              <a:xfrm>
                <a:off x="673102" y="4809706"/>
                <a:ext cx="2838448" cy="4338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1440" tIns="45720" rIns="91440" bIns="45720" numCol="1" spcCol="1270" anchor="b" anchorCtr="0">
                <a:normAutofit/>
              </a:bodyPr>
              <a:lstStyle/>
              <a:p>
                <a:pPr lvl="0" defTabSz="106680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chemeClr val="tx1"/>
                    </a:solidFill>
                  </a:rPr>
                  <a:t>创新优化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3">
                <a:extLst>
                  <a:ext uri="{FF2B5EF4-FFF2-40B4-BE49-F238E27FC236}">
                    <a16:creationId xmlns:a16="http://schemas.microsoft.com/office/drawing/2014/main" id="{788C9815-38D9-A254-4D61-D992863FA187}"/>
                  </a:ext>
                </a:extLst>
              </p:cNvPr>
              <p:cNvSpPr txBox="1"/>
              <p:nvPr/>
            </p:nvSpPr>
            <p:spPr>
              <a:xfrm>
                <a:off x="673102" y="5243512"/>
                <a:ext cx="2838448" cy="890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defTabSz="914378">
                  <a:lnSpc>
                    <a:spcPct val="120000"/>
                  </a:lnSpc>
                  <a:defRPr/>
                </a:pPr>
                <a:r>
                  <a:rPr lang="zh-CN" altLang="en-US" sz="1200"/>
                  <a:t>持续关注行业动态，提出创新性建议，助力公司业务持续优化和提升。</a:t>
                </a:r>
                <a:endParaRPr lang="en-US" altLang="zh-CN" sz="1200" dirty="0"/>
              </a:p>
            </p:txBody>
          </p:sp>
        </p:grpSp>
        <p:sp>
          <p:nvSpPr>
            <p:cNvPr id="8" name="Title">
              <a:extLst>
                <a:ext uri="{FF2B5EF4-FFF2-40B4-BE49-F238E27FC236}">
                  <a16:creationId xmlns:a16="http://schemas.microsoft.com/office/drawing/2014/main" id="{692CD954-3356-1A71-2FFF-0A4E990AFF23}"/>
                </a:ext>
              </a:extLst>
            </p:cNvPr>
            <p:cNvSpPr txBox="1"/>
            <p:nvPr/>
          </p:nvSpPr>
          <p:spPr>
            <a:xfrm>
              <a:off x="673102" y="1130300"/>
              <a:ext cx="4479924" cy="12740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/>
                <a:t>预计如何为公司贡献力量</a:t>
              </a:r>
              <a:endParaRPr lang="en-US" sz="2400" b="1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24F55BE-6F3B-F24A-D736-3545CB02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贡献预期</a:t>
            </a:r>
          </a:p>
        </p:txBody>
      </p:sp>
    </p:spTree>
    <p:extLst>
      <p:ext uri="{BB962C8B-B14F-4D97-AF65-F5344CB8AC3E}">
        <p14:creationId xmlns:p14="http://schemas.microsoft.com/office/powerpoint/2010/main" val="2036200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D1895D1-A12B-CE8C-ADC4-3AFF93DCE814}"/>
              </a:ext>
            </a:extLst>
          </p:cNvPr>
          <p:cNvGrpSpPr/>
          <p:nvPr/>
        </p:nvGrpSpPr>
        <p:grpSpPr>
          <a:xfrm>
            <a:off x="660400" y="1248980"/>
            <a:ext cx="10553031" cy="4718683"/>
            <a:chOff x="660400" y="1248980"/>
            <a:chExt cx="10553031" cy="4718683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E1CD661-0068-93D8-62B4-A06D18D15FEB}"/>
                </a:ext>
              </a:extLst>
            </p:cNvPr>
            <p:cNvGrpSpPr/>
            <p:nvPr/>
          </p:nvGrpSpPr>
          <p:grpSpPr>
            <a:xfrm>
              <a:off x="1752839" y="2403075"/>
              <a:ext cx="2615961" cy="3493931"/>
              <a:chOff x="1287563" y="2322571"/>
              <a:chExt cx="2676236" cy="3574436"/>
            </a:xfrm>
          </p:grpSpPr>
          <p:grpSp>
            <p:nvGrpSpPr>
              <p:cNvPr id="27" name="iSḷïde">
                <a:extLst>
                  <a:ext uri="{FF2B5EF4-FFF2-40B4-BE49-F238E27FC236}">
                    <a16:creationId xmlns:a16="http://schemas.microsoft.com/office/drawing/2014/main" id="{2872EEDB-4856-09C0-7EAD-97F1A197BA40}"/>
                  </a:ext>
                </a:extLst>
              </p:cNvPr>
              <p:cNvGrpSpPr/>
              <p:nvPr/>
            </p:nvGrpSpPr>
            <p:grpSpPr>
              <a:xfrm flipH="1">
                <a:off x="1287563" y="2322571"/>
                <a:ext cx="2676236" cy="1112506"/>
                <a:chOff x="3810000" y="1303337"/>
                <a:chExt cx="2184401" cy="844552"/>
              </a:xfrm>
            </p:grpSpPr>
            <p:sp>
              <p:nvSpPr>
                <p:cNvPr id="38" name="iŝlîḓè">
                  <a:extLst>
                    <a:ext uri="{FF2B5EF4-FFF2-40B4-BE49-F238E27FC236}">
                      <a16:creationId xmlns:a16="http://schemas.microsoft.com/office/drawing/2014/main" id="{58A14EA0-4C1F-E8A0-5F33-C933E5653AE4}"/>
                    </a:ext>
                  </a:extLst>
                </p:cNvPr>
                <p:cNvSpPr/>
                <p:nvPr/>
              </p:nvSpPr>
              <p:spPr bwMode="auto">
                <a:xfrm flipV="1">
                  <a:off x="3810000" y="1303337"/>
                  <a:ext cx="2184401" cy="839788"/>
                </a:xfrm>
                <a:custGeom>
                  <a:avLst/>
                  <a:gdLst/>
                  <a:ahLst/>
                  <a:cxnLst>
                    <a:cxn ang="0">
                      <a:pos x="1053" y="287"/>
                    </a:cxn>
                    <a:cxn ang="0">
                      <a:pos x="1053" y="286"/>
                    </a:cxn>
                    <a:cxn ang="0">
                      <a:pos x="1053" y="286"/>
                    </a:cxn>
                    <a:cxn ang="0">
                      <a:pos x="1052" y="286"/>
                    </a:cxn>
                    <a:cxn ang="0">
                      <a:pos x="931" y="54"/>
                    </a:cxn>
                    <a:cxn ang="0">
                      <a:pos x="931" y="55"/>
                    </a:cxn>
                    <a:cxn ang="0">
                      <a:pos x="930" y="52"/>
                    </a:cxn>
                    <a:cxn ang="0">
                      <a:pos x="927" y="48"/>
                    </a:cxn>
                    <a:cxn ang="0">
                      <a:pos x="812" y="16"/>
                    </a:cxn>
                    <a:cxn ang="0">
                      <a:pos x="528" y="0"/>
                    </a:cxn>
                    <a:cxn ang="0">
                      <a:pos x="243" y="16"/>
                    </a:cxn>
                    <a:cxn ang="0">
                      <a:pos x="128" y="48"/>
                    </a:cxn>
                    <a:cxn ang="0">
                      <a:pos x="127" y="48"/>
                    </a:cxn>
                    <a:cxn ang="0">
                      <a:pos x="4" y="283"/>
                    </a:cxn>
                    <a:cxn ang="0">
                      <a:pos x="1" y="286"/>
                    </a:cxn>
                    <a:cxn ang="0">
                      <a:pos x="1" y="287"/>
                    </a:cxn>
                    <a:cxn ang="0">
                      <a:pos x="0" y="290"/>
                    </a:cxn>
                    <a:cxn ang="0">
                      <a:pos x="155" y="328"/>
                    </a:cxn>
                    <a:cxn ang="0">
                      <a:pos x="528" y="344"/>
                    </a:cxn>
                    <a:cxn ang="0">
                      <a:pos x="900" y="328"/>
                    </a:cxn>
                    <a:cxn ang="0">
                      <a:pos x="1054" y="290"/>
                    </a:cxn>
                    <a:cxn ang="0">
                      <a:pos x="1054" y="287"/>
                    </a:cxn>
                    <a:cxn ang="0">
                      <a:pos x="1053" y="287"/>
                    </a:cxn>
                  </a:cxnLst>
                  <a:rect l="0" t="0" r="r" b="b"/>
                  <a:pathLst>
                    <a:path w="1054" h="344">
                      <a:moveTo>
                        <a:pt x="1053" y="287"/>
                      </a:moveTo>
                      <a:cubicBezTo>
                        <a:pt x="1053" y="287"/>
                        <a:pt x="1053" y="286"/>
                        <a:pt x="1053" y="286"/>
                      </a:cubicBezTo>
                      <a:cubicBezTo>
                        <a:pt x="1053" y="286"/>
                        <a:pt x="1053" y="286"/>
                        <a:pt x="1053" y="286"/>
                      </a:cubicBezTo>
                      <a:cubicBezTo>
                        <a:pt x="1053" y="286"/>
                        <a:pt x="1052" y="286"/>
                        <a:pt x="1052" y="286"/>
                      </a:cubicBezTo>
                      <a:cubicBezTo>
                        <a:pt x="1048" y="276"/>
                        <a:pt x="1026" y="236"/>
                        <a:pt x="931" y="54"/>
                      </a:cubicBezTo>
                      <a:cubicBezTo>
                        <a:pt x="931" y="54"/>
                        <a:pt x="931" y="54"/>
                        <a:pt x="931" y="55"/>
                      </a:cubicBezTo>
                      <a:cubicBezTo>
                        <a:pt x="931" y="54"/>
                        <a:pt x="931" y="53"/>
                        <a:pt x="930" y="52"/>
                      </a:cubicBezTo>
                      <a:cubicBezTo>
                        <a:pt x="930" y="52"/>
                        <a:pt x="930" y="52"/>
                        <a:pt x="927" y="48"/>
                      </a:cubicBezTo>
                      <a:cubicBezTo>
                        <a:pt x="918" y="35"/>
                        <a:pt x="879" y="25"/>
                        <a:pt x="812" y="16"/>
                      </a:cubicBezTo>
                      <a:cubicBezTo>
                        <a:pt x="734" y="5"/>
                        <a:pt x="638" y="0"/>
                        <a:pt x="528" y="0"/>
                      </a:cubicBezTo>
                      <a:cubicBezTo>
                        <a:pt x="417" y="0"/>
                        <a:pt x="323" y="5"/>
                        <a:pt x="243" y="16"/>
                      </a:cubicBezTo>
                      <a:cubicBezTo>
                        <a:pt x="175" y="25"/>
                        <a:pt x="136" y="37"/>
                        <a:pt x="128" y="48"/>
                      </a:cubicBezTo>
                      <a:cubicBezTo>
                        <a:pt x="128" y="48"/>
                        <a:pt x="128" y="48"/>
                        <a:pt x="127" y="48"/>
                      </a:cubicBezTo>
                      <a:cubicBezTo>
                        <a:pt x="127" y="48"/>
                        <a:pt x="127" y="48"/>
                        <a:pt x="4" y="283"/>
                      </a:cubicBezTo>
                      <a:cubicBezTo>
                        <a:pt x="3" y="284"/>
                        <a:pt x="2" y="285"/>
                        <a:pt x="1" y="286"/>
                      </a:cubicBezTo>
                      <a:cubicBezTo>
                        <a:pt x="1" y="287"/>
                        <a:pt x="1" y="287"/>
                        <a:pt x="1" y="287"/>
                      </a:cubicBezTo>
                      <a:cubicBezTo>
                        <a:pt x="1" y="288"/>
                        <a:pt x="0" y="289"/>
                        <a:pt x="0" y="290"/>
                      </a:cubicBezTo>
                      <a:cubicBezTo>
                        <a:pt x="0" y="305"/>
                        <a:pt x="52" y="318"/>
                        <a:pt x="155" y="328"/>
                      </a:cubicBezTo>
                      <a:cubicBezTo>
                        <a:pt x="258" y="339"/>
                        <a:pt x="382" y="344"/>
                        <a:pt x="528" y="344"/>
                      </a:cubicBezTo>
                      <a:cubicBezTo>
                        <a:pt x="672" y="344"/>
                        <a:pt x="797" y="339"/>
                        <a:pt x="900" y="328"/>
                      </a:cubicBezTo>
                      <a:cubicBezTo>
                        <a:pt x="1002" y="318"/>
                        <a:pt x="1054" y="305"/>
                        <a:pt x="1054" y="290"/>
                      </a:cubicBezTo>
                      <a:cubicBezTo>
                        <a:pt x="1054" y="289"/>
                        <a:pt x="1054" y="288"/>
                        <a:pt x="1054" y="287"/>
                      </a:cubicBezTo>
                      <a:cubicBezTo>
                        <a:pt x="1053" y="287"/>
                        <a:pt x="1053" y="287"/>
                        <a:pt x="1053" y="2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ïŝļïḑe">
                  <a:extLst>
                    <a:ext uri="{FF2B5EF4-FFF2-40B4-BE49-F238E27FC236}">
                      <a16:creationId xmlns:a16="http://schemas.microsoft.com/office/drawing/2014/main" id="{01703364-648A-CF90-23C7-69C7053B1AB2}"/>
                    </a:ext>
                  </a:extLst>
                </p:cNvPr>
                <p:cNvSpPr/>
                <p:nvPr/>
              </p:nvSpPr>
              <p:spPr bwMode="auto">
                <a:xfrm>
                  <a:off x="4075114" y="1879167"/>
                  <a:ext cx="1654174" cy="268722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8" name="ïśḷiḓe">
                <a:extLst>
                  <a:ext uri="{FF2B5EF4-FFF2-40B4-BE49-F238E27FC236}">
                    <a16:creationId xmlns:a16="http://schemas.microsoft.com/office/drawing/2014/main" id="{83D9BAB4-B005-9EDB-32FB-16782EA49730}"/>
                  </a:ext>
                </a:extLst>
              </p:cNvPr>
              <p:cNvGrpSpPr/>
              <p:nvPr/>
            </p:nvGrpSpPr>
            <p:grpSpPr>
              <a:xfrm flipH="1">
                <a:off x="1684175" y="3474899"/>
                <a:ext cx="1883013" cy="782766"/>
                <a:chOff x="3810000" y="1303337"/>
                <a:chExt cx="2184401" cy="844552"/>
              </a:xfrm>
            </p:grpSpPr>
            <p:sp>
              <p:nvSpPr>
                <p:cNvPr id="36" name="ïşľîḑê">
                  <a:extLst>
                    <a:ext uri="{FF2B5EF4-FFF2-40B4-BE49-F238E27FC236}">
                      <a16:creationId xmlns:a16="http://schemas.microsoft.com/office/drawing/2014/main" id="{B76716E4-D9B0-A228-D2A1-459A75448C84}"/>
                    </a:ext>
                  </a:extLst>
                </p:cNvPr>
                <p:cNvSpPr/>
                <p:nvPr/>
              </p:nvSpPr>
              <p:spPr bwMode="auto">
                <a:xfrm flipV="1">
                  <a:off x="3810000" y="1303337"/>
                  <a:ext cx="2184401" cy="839788"/>
                </a:xfrm>
                <a:custGeom>
                  <a:avLst/>
                  <a:gdLst/>
                  <a:ahLst/>
                  <a:cxnLst>
                    <a:cxn ang="0">
                      <a:pos x="1053" y="287"/>
                    </a:cxn>
                    <a:cxn ang="0">
                      <a:pos x="1053" y="286"/>
                    </a:cxn>
                    <a:cxn ang="0">
                      <a:pos x="1053" y="286"/>
                    </a:cxn>
                    <a:cxn ang="0">
                      <a:pos x="1052" y="286"/>
                    </a:cxn>
                    <a:cxn ang="0">
                      <a:pos x="931" y="54"/>
                    </a:cxn>
                    <a:cxn ang="0">
                      <a:pos x="931" y="55"/>
                    </a:cxn>
                    <a:cxn ang="0">
                      <a:pos x="930" y="52"/>
                    </a:cxn>
                    <a:cxn ang="0">
                      <a:pos x="927" y="48"/>
                    </a:cxn>
                    <a:cxn ang="0">
                      <a:pos x="812" y="16"/>
                    </a:cxn>
                    <a:cxn ang="0">
                      <a:pos x="528" y="0"/>
                    </a:cxn>
                    <a:cxn ang="0">
                      <a:pos x="243" y="16"/>
                    </a:cxn>
                    <a:cxn ang="0">
                      <a:pos x="128" y="48"/>
                    </a:cxn>
                    <a:cxn ang="0">
                      <a:pos x="127" y="48"/>
                    </a:cxn>
                    <a:cxn ang="0">
                      <a:pos x="4" y="283"/>
                    </a:cxn>
                    <a:cxn ang="0">
                      <a:pos x="1" y="286"/>
                    </a:cxn>
                    <a:cxn ang="0">
                      <a:pos x="1" y="287"/>
                    </a:cxn>
                    <a:cxn ang="0">
                      <a:pos x="0" y="290"/>
                    </a:cxn>
                    <a:cxn ang="0">
                      <a:pos x="155" y="328"/>
                    </a:cxn>
                    <a:cxn ang="0">
                      <a:pos x="528" y="344"/>
                    </a:cxn>
                    <a:cxn ang="0">
                      <a:pos x="900" y="328"/>
                    </a:cxn>
                    <a:cxn ang="0">
                      <a:pos x="1054" y="290"/>
                    </a:cxn>
                    <a:cxn ang="0">
                      <a:pos x="1054" y="287"/>
                    </a:cxn>
                    <a:cxn ang="0">
                      <a:pos x="1053" y="287"/>
                    </a:cxn>
                  </a:cxnLst>
                  <a:rect l="0" t="0" r="r" b="b"/>
                  <a:pathLst>
                    <a:path w="1054" h="344">
                      <a:moveTo>
                        <a:pt x="1053" y="287"/>
                      </a:moveTo>
                      <a:cubicBezTo>
                        <a:pt x="1053" y="287"/>
                        <a:pt x="1053" y="286"/>
                        <a:pt x="1053" y="286"/>
                      </a:cubicBezTo>
                      <a:cubicBezTo>
                        <a:pt x="1053" y="286"/>
                        <a:pt x="1053" y="286"/>
                        <a:pt x="1053" y="286"/>
                      </a:cubicBezTo>
                      <a:cubicBezTo>
                        <a:pt x="1053" y="286"/>
                        <a:pt x="1052" y="286"/>
                        <a:pt x="1052" y="286"/>
                      </a:cubicBezTo>
                      <a:cubicBezTo>
                        <a:pt x="1048" y="276"/>
                        <a:pt x="1026" y="236"/>
                        <a:pt x="931" y="54"/>
                      </a:cubicBezTo>
                      <a:cubicBezTo>
                        <a:pt x="931" y="54"/>
                        <a:pt x="931" y="54"/>
                        <a:pt x="931" y="55"/>
                      </a:cubicBezTo>
                      <a:cubicBezTo>
                        <a:pt x="931" y="54"/>
                        <a:pt x="931" y="53"/>
                        <a:pt x="930" y="52"/>
                      </a:cubicBezTo>
                      <a:cubicBezTo>
                        <a:pt x="930" y="52"/>
                        <a:pt x="930" y="52"/>
                        <a:pt x="927" y="48"/>
                      </a:cubicBezTo>
                      <a:cubicBezTo>
                        <a:pt x="918" y="35"/>
                        <a:pt x="879" y="25"/>
                        <a:pt x="812" y="16"/>
                      </a:cubicBezTo>
                      <a:cubicBezTo>
                        <a:pt x="734" y="5"/>
                        <a:pt x="638" y="0"/>
                        <a:pt x="528" y="0"/>
                      </a:cubicBezTo>
                      <a:cubicBezTo>
                        <a:pt x="417" y="0"/>
                        <a:pt x="323" y="5"/>
                        <a:pt x="243" y="16"/>
                      </a:cubicBezTo>
                      <a:cubicBezTo>
                        <a:pt x="175" y="25"/>
                        <a:pt x="136" y="37"/>
                        <a:pt x="128" y="48"/>
                      </a:cubicBezTo>
                      <a:cubicBezTo>
                        <a:pt x="128" y="48"/>
                        <a:pt x="128" y="48"/>
                        <a:pt x="127" y="48"/>
                      </a:cubicBezTo>
                      <a:cubicBezTo>
                        <a:pt x="127" y="48"/>
                        <a:pt x="127" y="48"/>
                        <a:pt x="4" y="283"/>
                      </a:cubicBezTo>
                      <a:cubicBezTo>
                        <a:pt x="3" y="284"/>
                        <a:pt x="2" y="285"/>
                        <a:pt x="1" y="286"/>
                      </a:cubicBezTo>
                      <a:cubicBezTo>
                        <a:pt x="1" y="287"/>
                        <a:pt x="1" y="287"/>
                        <a:pt x="1" y="287"/>
                      </a:cubicBezTo>
                      <a:cubicBezTo>
                        <a:pt x="1" y="288"/>
                        <a:pt x="0" y="289"/>
                        <a:pt x="0" y="290"/>
                      </a:cubicBezTo>
                      <a:cubicBezTo>
                        <a:pt x="0" y="305"/>
                        <a:pt x="52" y="318"/>
                        <a:pt x="155" y="328"/>
                      </a:cubicBezTo>
                      <a:cubicBezTo>
                        <a:pt x="258" y="339"/>
                        <a:pt x="382" y="344"/>
                        <a:pt x="528" y="344"/>
                      </a:cubicBezTo>
                      <a:cubicBezTo>
                        <a:pt x="672" y="344"/>
                        <a:pt x="797" y="339"/>
                        <a:pt x="900" y="328"/>
                      </a:cubicBezTo>
                      <a:cubicBezTo>
                        <a:pt x="1002" y="318"/>
                        <a:pt x="1054" y="305"/>
                        <a:pt x="1054" y="290"/>
                      </a:cubicBezTo>
                      <a:cubicBezTo>
                        <a:pt x="1054" y="289"/>
                        <a:pt x="1054" y="288"/>
                        <a:pt x="1054" y="287"/>
                      </a:cubicBezTo>
                      <a:cubicBezTo>
                        <a:pt x="1053" y="287"/>
                        <a:pt x="1053" y="287"/>
                        <a:pt x="1053" y="28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îš1iḑé">
                  <a:extLst>
                    <a:ext uri="{FF2B5EF4-FFF2-40B4-BE49-F238E27FC236}">
                      <a16:creationId xmlns:a16="http://schemas.microsoft.com/office/drawing/2014/main" id="{F34ECDFA-D412-9972-9847-7AD7ACDB9FF7}"/>
                    </a:ext>
                  </a:extLst>
                </p:cNvPr>
                <p:cNvSpPr/>
                <p:nvPr/>
              </p:nvSpPr>
              <p:spPr bwMode="auto">
                <a:xfrm>
                  <a:off x="4075114" y="1879167"/>
                  <a:ext cx="1654174" cy="268722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 fontScale="32500" lnSpcReduction="20000"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9" name="íṥľiḑé">
                <a:extLst>
                  <a:ext uri="{FF2B5EF4-FFF2-40B4-BE49-F238E27FC236}">
                    <a16:creationId xmlns:a16="http://schemas.microsoft.com/office/drawing/2014/main" id="{70E5A17A-B049-66EA-015E-26F693364198}"/>
                  </a:ext>
                </a:extLst>
              </p:cNvPr>
              <p:cNvGrpSpPr/>
              <p:nvPr/>
            </p:nvGrpSpPr>
            <p:grpSpPr>
              <a:xfrm flipH="1">
                <a:off x="1971788" y="4297488"/>
                <a:ext cx="1307787" cy="543644"/>
                <a:chOff x="3810000" y="1303337"/>
                <a:chExt cx="2184401" cy="844552"/>
              </a:xfrm>
            </p:grpSpPr>
            <p:sp>
              <p:nvSpPr>
                <p:cNvPr id="34" name="í$ľîḍè">
                  <a:extLst>
                    <a:ext uri="{FF2B5EF4-FFF2-40B4-BE49-F238E27FC236}">
                      <a16:creationId xmlns:a16="http://schemas.microsoft.com/office/drawing/2014/main" id="{EB6CA2CB-59BD-3F8B-5491-9CAB117A711B}"/>
                    </a:ext>
                  </a:extLst>
                </p:cNvPr>
                <p:cNvSpPr/>
                <p:nvPr/>
              </p:nvSpPr>
              <p:spPr bwMode="auto">
                <a:xfrm flipV="1">
                  <a:off x="3810000" y="1303337"/>
                  <a:ext cx="2184401" cy="839788"/>
                </a:xfrm>
                <a:custGeom>
                  <a:avLst/>
                  <a:gdLst/>
                  <a:ahLst/>
                  <a:cxnLst>
                    <a:cxn ang="0">
                      <a:pos x="1053" y="287"/>
                    </a:cxn>
                    <a:cxn ang="0">
                      <a:pos x="1053" y="286"/>
                    </a:cxn>
                    <a:cxn ang="0">
                      <a:pos x="1053" y="286"/>
                    </a:cxn>
                    <a:cxn ang="0">
                      <a:pos x="1052" y="286"/>
                    </a:cxn>
                    <a:cxn ang="0">
                      <a:pos x="931" y="54"/>
                    </a:cxn>
                    <a:cxn ang="0">
                      <a:pos x="931" y="55"/>
                    </a:cxn>
                    <a:cxn ang="0">
                      <a:pos x="930" y="52"/>
                    </a:cxn>
                    <a:cxn ang="0">
                      <a:pos x="927" y="48"/>
                    </a:cxn>
                    <a:cxn ang="0">
                      <a:pos x="812" y="16"/>
                    </a:cxn>
                    <a:cxn ang="0">
                      <a:pos x="528" y="0"/>
                    </a:cxn>
                    <a:cxn ang="0">
                      <a:pos x="243" y="16"/>
                    </a:cxn>
                    <a:cxn ang="0">
                      <a:pos x="128" y="48"/>
                    </a:cxn>
                    <a:cxn ang="0">
                      <a:pos x="127" y="48"/>
                    </a:cxn>
                    <a:cxn ang="0">
                      <a:pos x="4" y="283"/>
                    </a:cxn>
                    <a:cxn ang="0">
                      <a:pos x="1" y="286"/>
                    </a:cxn>
                    <a:cxn ang="0">
                      <a:pos x="1" y="287"/>
                    </a:cxn>
                    <a:cxn ang="0">
                      <a:pos x="0" y="290"/>
                    </a:cxn>
                    <a:cxn ang="0">
                      <a:pos x="155" y="328"/>
                    </a:cxn>
                    <a:cxn ang="0">
                      <a:pos x="528" y="344"/>
                    </a:cxn>
                    <a:cxn ang="0">
                      <a:pos x="900" y="328"/>
                    </a:cxn>
                    <a:cxn ang="0">
                      <a:pos x="1054" y="290"/>
                    </a:cxn>
                    <a:cxn ang="0">
                      <a:pos x="1054" y="287"/>
                    </a:cxn>
                    <a:cxn ang="0">
                      <a:pos x="1053" y="287"/>
                    </a:cxn>
                  </a:cxnLst>
                  <a:rect l="0" t="0" r="r" b="b"/>
                  <a:pathLst>
                    <a:path w="1054" h="344">
                      <a:moveTo>
                        <a:pt x="1053" y="287"/>
                      </a:moveTo>
                      <a:cubicBezTo>
                        <a:pt x="1053" y="287"/>
                        <a:pt x="1053" y="286"/>
                        <a:pt x="1053" y="286"/>
                      </a:cubicBezTo>
                      <a:cubicBezTo>
                        <a:pt x="1053" y="286"/>
                        <a:pt x="1053" y="286"/>
                        <a:pt x="1053" y="286"/>
                      </a:cubicBezTo>
                      <a:cubicBezTo>
                        <a:pt x="1053" y="286"/>
                        <a:pt x="1052" y="286"/>
                        <a:pt x="1052" y="286"/>
                      </a:cubicBezTo>
                      <a:cubicBezTo>
                        <a:pt x="1048" y="276"/>
                        <a:pt x="1026" y="236"/>
                        <a:pt x="931" y="54"/>
                      </a:cubicBezTo>
                      <a:cubicBezTo>
                        <a:pt x="931" y="54"/>
                        <a:pt x="931" y="54"/>
                        <a:pt x="931" y="55"/>
                      </a:cubicBezTo>
                      <a:cubicBezTo>
                        <a:pt x="931" y="54"/>
                        <a:pt x="931" y="53"/>
                        <a:pt x="930" y="52"/>
                      </a:cubicBezTo>
                      <a:cubicBezTo>
                        <a:pt x="930" y="52"/>
                        <a:pt x="930" y="52"/>
                        <a:pt x="927" y="48"/>
                      </a:cubicBezTo>
                      <a:cubicBezTo>
                        <a:pt x="918" y="35"/>
                        <a:pt x="879" y="25"/>
                        <a:pt x="812" y="16"/>
                      </a:cubicBezTo>
                      <a:cubicBezTo>
                        <a:pt x="734" y="5"/>
                        <a:pt x="638" y="0"/>
                        <a:pt x="528" y="0"/>
                      </a:cubicBezTo>
                      <a:cubicBezTo>
                        <a:pt x="417" y="0"/>
                        <a:pt x="323" y="5"/>
                        <a:pt x="243" y="16"/>
                      </a:cubicBezTo>
                      <a:cubicBezTo>
                        <a:pt x="175" y="25"/>
                        <a:pt x="136" y="37"/>
                        <a:pt x="128" y="48"/>
                      </a:cubicBezTo>
                      <a:cubicBezTo>
                        <a:pt x="128" y="48"/>
                        <a:pt x="128" y="48"/>
                        <a:pt x="127" y="48"/>
                      </a:cubicBezTo>
                      <a:cubicBezTo>
                        <a:pt x="127" y="48"/>
                        <a:pt x="127" y="48"/>
                        <a:pt x="4" y="283"/>
                      </a:cubicBezTo>
                      <a:cubicBezTo>
                        <a:pt x="3" y="284"/>
                        <a:pt x="2" y="285"/>
                        <a:pt x="1" y="286"/>
                      </a:cubicBezTo>
                      <a:cubicBezTo>
                        <a:pt x="1" y="287"/>
                        <a:pt x="1" y="287"/>
                        <a:pt x="1" y="287"/>
                      </a:cubicBezTo>
                      <a:cubicBezTo>
                        <a:pt x="1" y="288"/>
                        <a:pt x="0" y="289"/>
                        <a:pt x="0" y="290"/>
                      </a:cubicBezTo>
                      <a:cubicBezTo>
                        <a:pt x="0" y="305"/>
                        <a:pt x="52" y="318"/>
                        <a:pt x="155" y="328"/>
                      </a:cubicBezTo>
                      <a:cubicBezTo>
                        <a:pt x="258" y="339"/>
                        <a:pt x="382" y="344"/>
                        <a:pt x="528" y="344"/>
                      </a:cubicBezTo>
                      <a:cubicBezTo>
                        <a:pt x="672" y="344"/>
                        <a:pt x="797" y="339"/>
                        <a:pt x="900" y="328"/>
                      </a:cubicBezTo>
                      <a:cubicBezTo>
                        <a:pt x="1002" y="318"/>
                        <a:pt x="1054" y="305"/>
                        <a:pt x="1054" y="290"/>
                      </a:cubicBezTo>
                      <a:cubicBezTo>
                        <a:pt x="1054" y="289"/>
                        <a:pt x="1054" y="288"/>
                        <a:pt x="1054" y="287"/>
                      </a:cubicBezTo>
                      <a:cubicBezTo>
                        <a:pt x="1053" y="287"/>
                        <a:pt x="1053" y="287"/>
                        <a:pt x="1053" y="28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îṥḻîďe">
                  <a:extLst>
                    <a:ext uri="{FF2B5EF4-FFF2-40B4-BE49-F238E27FC236}">
                      <a16:creationId xmlns:a16="http://schemas.microsoft.com/office/drawing/2014/main" id="{A477BAAF-35FC-012E-8ACE-524B0372E217}"/>
                    </a:ext>
                  </a:extLst>
                </p:cNvPr>
                <p:cNvSpPr/>
                <p:nvPr/>
              </p:nvSpPr>
              <p:spPr bwMode="auto">
                <a:xfrm>
                  <a:off x="4075114" y="1879167"/>
                  <a:ext cx="1654174" cy="268722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0" name="iṩľíḑé">
                <a:extLst>
                  <a:ext uri="{FF2B5EF4-FFF2-40B4-BE49-F238E27FC236}">
                    <a16:creationId xmlns:a16="http://schemas.microsoft.com/office/drawing/2014/main" id="{39B04D62-E5C6-7C39-B809-63A5C57B2BB3}"/>
                  </a:ext>
                </a:extLst>
              </p:cNvPr>
              <p:cNvGrpSpPr/>
              <p:nvPr/>
            </p:nvGrpSpPr>
            <p:grpSpPr>
              <a:xfrm flipH="1">
                <a:off x="2193029" y="4880954"/>
                <a:ext cx="865304" cy="359706"/>
                <a:chOff x="3810000" y="1303337"/>
                <a:chExt cx="2184401" cy="844552"/>
              </a:xfrm>
            </p:grpSpPr>
            <p:sp>
              <p:nvSpPr>
                <p:cNvPr id="32" name="îŝlïdê">
                  <a:extLst>
                    <a:ext uri="{FF2B5EF4-FFF2-40B4-BE49-F238E27FC236}">
                      <a16:creationId xmlns:a16="http://schemas.microsoft.com/office/drawing/2014/main" id="{10EF1C89-DF3F-AAFA-1AA2-D54A00FA9256}"/>
                    </a:ext>
                  </a:extLst>
                </p:cNvPr>
                <p:cNvSpPr/>
                <p:nvPr/>
              </p:nvSpPr>
              <p:spPr bwMode="auto">
                <a:xfrm flipV="1">
                  <a:off x="3810000" y="1303337"/>
                  <a:ext cx="2184401" cy="839788"/>
                </a:xfrm>
                <a:custGeom>
                  <a:avLst/>
                  <a:gdLst/>
                  <a:ahLst/>
                  <a:cxnLst>
                    <a:cxn ang="0">
                      <a:pos x="1053" y="287"/>
                    </a:cxn>
                    <a:cxn ang="0">
                      <a:pos x="1053" y="286"/>
                    </a:cxn>
                    <a:cxn ang="0">
                      <a:pos x="1053" y="286"/>
                    </a:cxn>
                    <a:cxn ang="0">
                      <a:pos x="1052" y="286"/>
                    </a:cxn>
                    <a:cxn ang="0">
                      <a:pos x="931" y="54"/>
                    </a:cxn>
                    <a:cxn ang="0">
                      <a:pos x="931" y="55"/>
                    </a:cxn>
                    <a:cxn ang="0">
                      <a:pos x="930" y="52"/>
                    </a:cxn>
                    <a:cxn ang="0">
                      <a:pos x="927" y="48"/>
                    </a:cxn>
                    <a:cxn ang="0">
                      <a:pos x="812" y="16"/>
                    </a:cxn>
                    <a:cxn ang="0">
                      <a:pos x="528" y="0"/>
                    </a:cxn>
                    <a:cxn ang="0">
                      <a:pos x="243" y="16"/>
                    </a:cxn>
                    <a:cxn ang="0">
                      <a:pos x="128" y="48"/>
                    </a:cxn>
                    <a:cxn ang="0">
                      <a:pos x="127" y="48"/>
                    </a:cxn>
                    <a:cxn ang="0">
                      <a:pos x="4" y="283"/>
                    </a:cxn>
                    <a:cxn ang="0">
                      <a:pos x="1" y="286"/>
                    </a:cxn>
                    <a:cxn ang="0">
                      <a:pos x="1" y="287"/>
                    </a:cxn>
                    <a:cxn ang="0">
                      <a:pos x="0" y="290"/>
                    </a:cxn>
                    <a:cxn ang="0">
                      <a:pos x="155" y="328"/>
                    </a:cxn>
                    <a:cxn ang="0">
                      <a:pos x="528" y="344"/>
                    </a:cxn>
                    <a:cxn ang="0">
                      <a:pos x="900" y="328"/>
                    </a:cxn>
                    <a:cxn ang="0">
                      <a:pos x="1054" y="290"/>
                    </a:cxn>
                    <a:cxn ang="0">
                      <a:pos x="1054" y="287"/>
                    </a:cxn>
                    <a:cxn ang="0">
                      <a:pos x="1053" y="287"/>
                    </a:cxn>
                  </a:cxnLst>
                  <a:rect l="0" t="0" r="r" b="b"/>
                  <a:pathLst>
                    <a:path w="1054" h="344">
                      <a:moveTo>
                        <a:pt x="1053" y="287"/>
                      </a:moveTo>
                      <a:cubicBezTo>
                        <a:pt x="1053" y="287"/>
                        <a:pt x="1053" y="286"/>
                        <a:pt x="1053" y="286"/>
                      </a:cubicBezTo>
                      <a:cubicBezTo>
                        <a:pt x="1053" y="286"/>
                        <a:pt x="1053" y="286"/>
                        <a:pt x="1053" y="286"/>
                      </a:cubicBezTo>
                      <a:cubicBezTo>
                        <a:pt x="1053" y="286"/>
                        <a:pt x="1052" y="286"/>
                        <a:pt x="1052" y="286"/>
                      </a:cubicBezTo>
                      <a:cubicBezTo>
                        <a:pt x="1048" y="276"/>
                        <a:pt x="1026" y="236"/>
                        <a:pt x="931" y="54"/>
                      </a:cubicBezTo>
                      <a:cubicBezTo>
                        <a:pt x="931" y="54"/>
                        <a:pt x="931" y="54"/>
                        <a:pt x="931" y="55"/>
                      </a:cubicBezTo>
                      <a:cubicBezTo>
                        <a:pt x="931" y="54"/>
                        <a:pt x="931" y="53"/>
                        <a:pt x="930" y="52"/>
                      </a:cubicBezTo>
                      <a:cubicBezTo>
                        <a:pt x="930" y="52"/>
                        <a:pt x="930" y="52"/>
                        <a:pt x="927" y="48"/>
                      </a:cubicBezTo>
                      <a:cubicBezTo>
                        <a:pt x="918" y="35"/>
                        <a:pt x="879" y="25"/>
                        <a:pt x="812" y="16"/>
                      </a:cubicBezTo>
                      <a:cubicBezTo>
                        <a:pt x="734" y="5"/>
                        <a:pt x="638" y="0"/>
                        <a:pt x="528" y="0"/>
                      </a:cubicBezTo>
                      <a:cubicBezTo>
                        <a:pt x="417" y="0"/>
                        <a:pt x="323" y="5"/>
                        <a:pt x="243" y="16"/>
                      </a:cubicBezTo>
                      <a:cubicBezTo>
                        <a:pt x="175" y="25"/>
                        <a:pt x="136" y="37"/>
                        <a:pt x="128" y="48"/>
                      </a:cubicBezTo>
                      <a:cubicBezTo>
                        <a:pt x="128" y="48"/>
                        <a:pt x="128" y="48"/>
                        <a:pt x="127" y="48"/>
                      </a:cubicBezTo>
                      <a:cubicBezTo>
                        <a:pt x="127" y="48"/>
                        <a:pt x="127" y="48"/>
                        <a:pt x="4" y="283"/>
                      </a:cubicBezTo>
                      <a:cubicBezTo>
                        <a:pt x="3" y="284"/>
                        <a:pt x="2" y="285"/>
                        <a:pt x="1" y="286"/>
                      </a:cubicBezTo>
                      <a:cubicBezTo>
                        <a:pt x="1" y="287"/>
                        <a:pt x="1" y="287"/>
                        <a:pt x="1" y="287"/>
                      </a:cubicBezTo>
                      <a:cubicBezTo>
                        <a:pt x="1" y="288"/>
                        <a:pt x="0" y="289"/>
                        <a:pt x="0" y="290"/>
                      </a:cubicBezTo>
                      <a:cubicBezTo>
                        <a:pt x="0" y="305"/>
                        <a:pt x="52" y="318"/>
                        <a:pt x="155" y="328"/>
                      </a:cubicBezTo>
                      <a:cubicBezTo>
                        <a:pt x="258" y="339"/>
                        <a:pt x="382" y="344"/>
                        <a:pt x="528" y="344"/>
                      </a:cubicBezTo>
                      <a:cubicBezTo>
                        <a:pt x="672" y="344"/>
                        <a:pt x="797" y="339"/>
                        <a:pt x="900" y="328"/>
                      </a:cubicBezTo>
                      <a:cubicBezTo>
                        <a:pt x="1002" y="318"/>
                        <a:pt x="1054" y="305"/>
                        <a:pt x="1054" y="290"/>
                      </a:cubicBezTo>
                      <a:cubicBezTo>
                        <a:pt x="1054" y="289"/>
                        <a:pt x="1054" y="288"/>
                        <a:pt x="1054" y="287"/>
                      </a:cubicBezTo>
                      <a:cubicBezTo>
                        <a:pt x="1053" y="287"/>
                        <a:pt x="1053" y="287"/>
                        <a:pt x="1053" y="28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 lnSpcReduction="10000"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îşļîḍe">
                  <a:extLst>
                    <a:ext uri="{FF2B5EF4-FFF2-40B4-BE49-F238E27FC236}">
                      <a16:creationId xmlns:a16="http://schemas.microsoft.com/office/drawing/2014/main" id="{F88BFEC4-86EB-745A-20A0-80DFCBB77BA3}"/>
                    </a:ext>
                  </a:extLst>
                </p:cNvPr>
                <p:cNvSpPr/>
                <p:nvPr/>
              </p:nvSpPr>
              <p:spPr bwMode="auto">
                <a:xfrm>
                  <a:off x="4075114" y="1879167"/>
                  <a:ext cx="1654174" cy="268722"/>
                </a:xfrm>
                <a:prstGeom prst="ellipse">
                  <a:avLst/>
                </a:prstGeom>
                <a:solidFill>
                  <a:schemeClr val="accent4">
                    <a:lumMod val="75000"/>
                  </a:schemeClr>
                </a:solidFill>
                <a:ln w="19050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1" name="îṣḷiḍê">
                <a:extLst>
                  <a:ext uri="{FF2B5EF4-FFF2-40B4-BE49-F238E27FC236}">
                    <a16:creationId xmlns:a16="http://schemas.microsoft.com/office/drawing/2014/main" id="{E89DDE99-FC37-5093-5C20-0B43DFBB0C3D}"/>
                  </a:ext>
                </a:extLst>
              </p:cNvPr>
              <p:cNvSpPr/>
              <p:nvPr/>
            </p:nvSpPr>
            <p:spPr bwMode="auto">
              <a:xfrm flipH="1">
                <a:off x="2409049" y="5392563"/>
                <a:ext cx="433265" cy="504444"/>
              </a:xfrm>
              <a:prstGeom prst="upArrow">
                <a:avLst/>
              </a:prstGeom>
              <a:solidFill>
                <a:schemeClr val="accent1"/>
              </a:solidFill>
              <a:ln w="19050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907892D-915A-E651-6B66-0B902FBA1AFE}"/>
                </a:ext>
              </a:extLst>
            </p:cNvPr>
            <p:cNvGrpSpPr/>
            <p:nvPr/>
          </p:nvGrpSpPr>
          <p:grpSpPr>
            <a:xfrm>
              <a:off x="5588836" y="1248980"/>
              <a:ext cx="5624595" cy="4718683"/>
              <a:chOff x="6666864" y="1248980"/>
              <a:chExt cx="5624595" cy="4718683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433901A1-79E0-7994-C1B1-1989C2E79019}"/>
                  </a:ext>
                </a:extLst>
              </p:cNvPr>
              <p:cNvGrpSpPr/>
              <p:nvPr/>
            </p:nvGrpSpPr>
            <p:grpSpPr>
              <a:xfrm>
                <a:off x="6670486" y="1248980"/>
                <a:ext cx="5620973" cy="1179671"/>
                <a:chOff x="6670486" y="1102502"/>
                <a:chExt cx="5620973" cy="1179671"/>
              </a:xfrm>
            </p:grpSpPr>
            <p:sp>
              <p:nvSpPr>
                <p:cNvPr id="23" name="ïṡḷïḑê">
                  <a:extLst>
                    <a:ext uri="{FF2B5EF4-FFF2-40B4-BE49-F238E27FC236}">
                      <a16:creationId xmlns:a16="http://schemas.microsoft.com/office/drawing/2014/main" id="{CC3E6A64-49D2-AEA6-D977-3B4AF74AC76D}"/>
                    </a:ext>
                  </a:extLst>
                </p:cNvPr>
                <p:cNvSpPr/>
                <p:nvPr/>
              </p:nvSpPr>
              <p:spPr bwMode="auto">
                <a:xfrm>
                  <a:off x="6670486" y="1421536"/>
                  <a:ext cx="435770" cy="439255"/>
                </a:xfrm>
                <a:custGeom>
                  <a:avLst/>
                  <a:gdLst/>
                  <a:ahLst/>
                  <a:cxnLst>
                    <a:cxn ang="0">
                      <a:pos x="58" y="47"/>
                    </a:cxn>
                    <a:cxn ang="0">
                      <a:pos x="47" y="58"/>
                    </a:cxn>
                    <a:cxn ang="0">
                      <a:pos x="11" y="58"/>
                    </a:cxn>
                    <a:cxn ang="0">
                      <a:pos x="0" y="47"/>
                    </a:cxn>
                    <a:cxn ang="0">
                      <a:pos x="0" y="10"/>
                    </a:cxn>
                    <a:cxn ang="0">
                      <a:pos x="11" y="0"/>
                    </a:cxn>
                    <a:cxn ang="0">
                      <a:pos x="47" y="0"/>
                    </a:cxn>
                    <a:cxn ang="0">
                      <a:pos x="58" y="10"/>
                    </a:cxn>
                    <a:cxn ang="0">
                      <a:pos x="58" y="47"/>
                    </a:cxn>
                    <a:cxn ang="0">
                      <a:pos x="49" y="21"/>
                    </a:cxn>
                    <a:cxn ang="0">
                      <a:pos x="49" y="17"/>
                    </a:cxn>
                    <a:cxn ang="0">
                      <a:pos x="45" y="13"/>
                    </a:cxn>
                    <a:cxn ang="0">
                      <a:pos x="42" y="13"/>
                    </a:cxn>
                    <a:cxn ang="0">
                      <a:pos x="24" y="31"/>
                    </a:cxn>
                    <a:cxn ang="0">
                      <a:pos x="16" y="23"/>
                    </a:cxn>
                    <a:cxn ang="0">
                      <a:pos x="13" y="23"/>
                    </a:cxn>
                    <a:cxn ang="0">
                      <a:pos x="9" y="27"/>
                    </a:cxn>
                    <a:cxn ang="0">
                      <a:pos x="9" y="30"/>
                    </a:cxn>
                    <a:cxn ang="0">
                      <a:pos x="22" y="44"/>
                    </a:cxn>
                    <a:cxn ang="0">
                      <a:pos x="26" y="44"/>
                    </a:cxn>
                    <a:cxn ang="0">
                      <a:pos x="49" y="21"/>
                    </a:cxn>
                  </a:cxnLst>
                  <a:rect l="0" t="0" r="r" b="b"/>
                  <a:pathLst>
                    <a:path w="58" h="58">
                      <a:moveTo>
                        <a:pt x="58" y="47"/>
                      </a:moveTo>
                      <a:cubicBezTo>
                        <a:pt x="58" y="53"/>
                        <a:pt x="53" y="58"/>
                        <a:pt x="47" y="58"/>
                      </a:cubicBezTo>
                      <a:cubicBezTo>
                        <a:pt x="11" y="58"/>
                        <a:pt x="11" y="58"/>
                        <a:pt x="11" y="58"/>
                      </a:cubicBezTo>
                      <a:cubicBezTo>
                        <a:pt x="5" y="58"/>
                        <a:pt x="0" y="53"/>
                        <a:pt x="0" y="47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4"/>
                        <a:pt x="5" y="0"/>
                        <a:pt x="11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53" y="0"/>
                        <a:pt x="58" y="4"/>
                        <a:pt x="58" y="10"/>
                      </a:cubicBezTo>
                      <a:lnTo>
                        <a:pt x="58" y="47"/>
                      </a:lnTo>
                      <a:close/>
                      <a:moveTo>
                        <a:pt x="49" y="21"/>
                      </a:moveTo>
                      <a:cubicBezTo>
                        <a:pt x="50" y="20"/>
                        <a:pt x="50" y="18"/>
                        <a:pt x="49" y="17"/>
                      </a:cubicBezTo>
                      <a:cubicBezTo>
                        <a:pt x="45" y="13"/>
                        <a:pt x="45" y="13"/>
                        <a:pt x="45" y="13"/>
                      </a:cubicBezTo>
                      <a:cubicBezTo>
                        <a:pt x="44" y="12"/>
                        <a:pt x="43" y="12"/>
                        <a:pt x="42" y="13"/>
                      </a:cubicBezTo>
                      <a:cubicBezTo>
                        <a:pt x="24" y="31"/>
                        <a:pt x="24" y="31"/>
                        <a:pt x="24" y="31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5" y="22"/>
                        <a:pt x="14" y="22"/>
                        <a:pt x="13" y="23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8" y="28"/>
                        <a:pt x="8" y="29"/>
                        <a:pt x="9" y="30"/>
                      </a:cubicBezTo>
                      <a:cubicBezTo>
                        <a:pt x="22" y="44"/>
                        <a:pt x="22" y="44"/>
                        <a:pt x="22" y="44"/>
                      </a:cubicBezTo>
                      <a:cubicBezTo>
                        <a:pt x="23" y="45"/>
                        <a:pt x="25" y="45"/>
                        <a:pt x="26" y="44"/>
                      </a:cubicBezTo>
                      <a:lnTo>
                        <a:pt x="49" y="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AE2393B8-E38E-5C17-434A-C5467F3A444B}"/>
                    </a:ext>
                  </a:extLst>
                </p:cNvPr>
                <p:cNvGrpSpPr/>
                <p:nvPr/>
              </p:nvGrpSpPr>
              <p:grpSpPr>
                <a:xfrm>
                  <a:off x="7161832" y="1102502"/>
                  <a:ext cx="5129627" cy="1179671"/>
                  <a:chOff x="7161832" y="1102502"/>
                  <a:chExt cx="5129627" cy="1179671"/>
                </a:xfrm>
              </p:grpSpPr>
              <p:sp>
                <p:nvSpPr>
                  <p:cNvPr id="25" name="Text1">
                    <a:extLst>
                      <a:ext uri="{FF2B5EF4-FFF2-40B4-BE49-F238E27FC236}">
                        <a16:creationId xmlns:a16="http://schemas.microsoft.com/office/drawing/2014/main" id="{6D2DCB0E-E844-AF7F-6FB6-F564F5DF2FF1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7161832" y="1712798"/>
                    <a:ext cx="5129627" cy="5693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cs typeface="+mn-ea"/>
                        <a:sym typeface="+mn-lt"/>
                      </a:rPr>
                      <a:t>始终保持对新知识的好奇心和学习热情，通过阅读、培训和交流，不断充实自我。</a:t>
                    </a:r>
                    <a:endParaRPr lang="en-US" altLang="zh-CN" sz="12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Bullet1">
                    <a:extLst>
                      <a:ext uri="{FF2B5EF4-FFF2-40B4-BE49-F238E27FC236}">
                        <a16:creationId xmlns:a16="http://schemas.microsoft.com/office/drawing/2014/main" id="{A1DB0927-E7FF-3784-A533-DE8A1CDB4A9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61832" y="1102502"/>
                    <a:ext cx="5129627" cy="610297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lvl="0" defTabSz="914378">
                      <a:spcBef>
                        <a:spcPct val="0"/>
                      </a:spcBef>
                      <a:defRPr/>
                    </a:pPr>
                    <a:r>
                      <a:rPr lang="zh-CN" altLang="en-US" b="1">
                        <a:cs typeface="+mn-ea"/>
                        <a:sym typeface="+mn-lt"/>
                      </a:rPr>
                      <a:t>持续更新知识库</a:t>
                    </a:r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895A09B8-72BE-FEE8-0876-CC1613B77372}"/>
                  </a:ext>
                </a:extLst>
              </p:cNvPr>
              <p:cNvGrpSpPr/>
              <p:nvPr/>
            </p:nvGrpSpPr>
            <p:grpSpPr>
              <a:xfrm>
                <a:off x="6670486" y="2428651"/>
                <a:ext cx="5620973" cy="1179671"/>
                <a:chOff x="6670486" y="2302250"/>
                <a:chExt cx="5620973" cy="1179671"/>
              </a:xfrm>
            </p:grpSpPr>
            <p:sp>
              <p:nvSpPr>
                <p:cNvPr id="19" name="ïṣḷîḍe">
                  <a:extLst>
                    <a:ext uri="{FF2B5EF4-FFF2-40B4-BE49-F238E27FC236}">
                      <a16:creationId xmlns:a16="http://schemas.microsoft.com/office/drawing/2014/main" id="{8AFECDE1-3A7B-C2CF-534B-FC12B244B8B1}"/>
                    </a:ext>
                  </a:extLst>
                </p:cNvPr>
                <p:cNvSpPr/>
                <p:nvPr/>
              </p:nvSpPr>
              <p:spPr bwMode="auto">
                <a:xfrm>
                  <a:off x="6670486" y="2621284"/>
                  <a:ext cx="435770" cy="439255"/>
                </a:xfrm>
                <a:custGeom>
                  <a:avLst/>
                  <a:gdLst/>
                  <a:ahLst/>
                  <a:cxnLst>
                    <a:cxn ang="0">
                      <a:pos x="58" y="47"/>
                    </a:cxn>
                    <a:cxn ang="0">
                      <a:pos x="47" y="58"/>
                    </a:cxn>
                    <a:cxn ang="0">
                      <a:pos x="11" y="58"/>
                    </a:cxn>
                    <a:cxn ang="0">
                      <a:pos x="0" y="47"/>
                    </a:cxn>
                    <a:cxn ang="0">
                      <a:pos x="0" y="10"/>
                    </a:cxn>
                    <a:cxn ang="0">
                      <a:pos x="11" y="0"/>
                    </a:cxn>
                    <a:cxn ang="0">
                      <a:pos x="47" y="0"/>
                    </a:cxn>
                    <a:cxn ang="0">
                      <a:pos x="58" y="10"/>
                    </a:cxn>
                    <a:cxn ang="0">
                      <a:pos x="58" y="47"/>
                    </a:cxn>
                    <a:cxn ang="0">
                      <a:pos x="49" y="21"/>
                    </a:cxn>
                    <a:cxn ang="0">
                      <a:pos x="49" y="17"/>
                    </a:cxn>
                    <a:cxn ang="0">
                      <a:pos x="45" y="13"/>
                    </a:cxn>
                    <a:cxn ang="0">
                      <a:pos x="42" y="13"/>
                    </a:cxn>
                    <a:cxn ang="0">
                      <a:pos x="24" y="31"/>
                    </a:cxn>
                    <a:cxn ang="0">
                      <a:pos x="16" y="23"/>
                    </a:cxn>
                    <a:cxn ang="0">
                      <a:pos x="13" y="23"/>
                    </a:cxn>
                    <a:cxn ang="0">
                      <a:pos x="9" y="27"/>
                    </a:cxn>
                    <a:cxn ang="0">
                      <a:pos x="9" y="30"/>
                    </a:cxn>
                    <a:cxn ang="0">
                      <a:pos x="22" y="44"/>
                    </a:cxn>
                    <a:cxn ang="0">
                      <a:pos x="26" y="44"/>
                    </a:cxn>
                    <a:cxn ang="0">
                      <a:pos x="49" y="21"/>
                    </a:cxn>
                  </a:cxnLst>
                  <a:rect l="0" t="0" r="r" b="b"/>
                  <a:pathLst>
                    <a:path w="58" h="58">
                      <a:moveTo>
                        <a:pt x="58" y="47"/>
                      </a:moveTo>
                      <a:cubicBezTo>
                        <a:pt x="58" y="53"/>
                        <a:pt x="53" y="58"/>
                        <a:pt x="47" y="58"/>
                      </a:cubicBezTo>
                      <a:cubicBezTo>
                        <a:pt x="11" y="58"/>
                        <a:pt x="11" y="58"/>
                        <a:pt x="11" y="58"/>
                      </a:cubicBezTo>
                      <a:cubicBezTo>
                        <a:pt x="5" y="58"/>
                        <a:pt x="0" y="53"/>
                        <a:pt x="0" y="47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4"/>
                        <a:pt x="5" y="0"/>
                        <a:pt x="11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53" y="0"/>
                        <a:pt x="58" y="4"/>
                        <a:pt x="58" y="10"/>
                      </a:cubicBezTo>
                      <a:lnTo>
                        <a:pt x="58" y="47"/>
                      </a:lnTo>
                      <a:close/>
                      <a:moveTo>
                        <a:pt x="49" y="21"/>
                      </a:moveTo>
                      <a:cubicBezTo>
                        <a:pt x="50" y="20"/>
                        <a:pt x="50" y="18"/>
                        <a:pt x="49" y="17"/>
                      </a:cubicBezTo>
                      <a:cubicBezTo>
                        <a:pt x="45" y="13"/>
                        <a:pt x="45" y="13"/>
                        <a:pt x="45" y="13"/>
                      </a:cubicBezTo>
                      <a:cubicBezTo>
                        <a:pt x="44" y="12"/>
                        <a:pt x="43" y="12"/>
                        <a:pt x="42" y="13"/>
                      </a:cubicBezTo>
                      <a:cubicBezTo>
                        <a:pt x="24" y="31"/>
                        <a:pt x="24" y="31"/>
                        <a:pt x="24" y="31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5" y="22"/>
                        <a:pt x="14" y="22"/>
                        <a:pt x="13" y="23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8" y="28"/>
                        <a:pt x="8" y="29"/>
                        <a:pt x="9" y="30"/>
                      </a:cubicBezTo>
                      <a:cubicBezTo>
                        <a:pt x="22" y="44"/>
                        <a:pt x="22" y="44"/>
                        <a:pt x="22" y="44"/>
                      </a:cubicBezTo>
                      <a:cubicBezTo>
                        <a:pt x="23" y="45"/>
                        <a:pt x="25" y="45"/>
                        <a:pt x="26" y="44"/>
                      </a:cubicBezTo>
                      <a:lnTo>
                        <a:pt x="49" y="2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grpSp>
              <p:nvGrpSpPr>
                <p:cNvPr id="20" name="组合 19">
                  <a:extLst>
                    <a:ext uri="{FF2B5EF4-FFF2-40B4-BE49-F238E27FC236}">
                      <a16:creationId xmlns:a16="http://schemas.microsoft.com/office/drawing/2014/main" id="{FD32D0C5-1C98-EB47-75D2-AFE00010CA00}"/>
                    </a:ext>
                  </a:extLst>
                </p:cNvPr>
                <p:cNvGrpSpPr/>
                <p:nvPr/>
              </p:nvGrpSpPr>
              <p:grpSpPr>
                <a:xfrm>
                  <a:off x="7161832" y="2302250"/>
                  <a:ext cx="5129627" cy="1179671"/>
                  <a:chOff x="7161832" y="2302250"/>
                  <a:chExt cx="5129627" cy="1179671"/>
                </a:xfrm>
              </p:grpSpPr>
              <p:sp>
                <p:nvSpPr>
                  <p:cNvPr id="21" name="Text2">
                    <a:extLst>
                      <a:ext uri="{FF2B5EF4-FFF2-40B4-BE49-F238E27FC236}">
                        <a16:creationId xmlns:a16="http://schemas.microsoft.com/office/drawing/2014/main" id="{01AFADD2-25AE-A18C-93CE-948006B79123}"/>
                      </a:ext>
                    </a:extLst>
                  </p:cNvPr>
                  <p:cNvSpPr txBox="1"/>
                  <p:nvPr/>
                </p:nvSpPr>
                <p:spPr>
                  <a:xfrm>
                    <a:off x="7161832" y="2912546"/>
                    <a:ext cx="5129627" cy="5693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cs typeface="+mn-ea"/>
                        <a:sym typeface="+mn-lt"/>
                      </a:rPr>
                      <a:t>勇于跳出舒适区，主动探索与工作相关的全新领域，以拓宽视野和提升自我能力。</a:t>
                    </a:r>
                    <a:endParaRPr lang="en-US" altLang="zh-CN" sz="12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Bullet2">
                    <a:extLst>
                      <a:ext uri="{FF2B5EF4-FFF2-40B4-BE49-F238E27FC236}">
                        <a16:creationId xmlns:a16="http://schemas.microsoft.com/office/drawing/2014/main" id="{744A41C9-9F64-E230-B14A-E7679F7BF97C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61832" y="2302250"/>
                    <a:ext cx="5129627" cy="610297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lvl="0" defTabSz="914378">
                      <a:spcBef>
                        <a:spcPct val="0"/>
                      </a:spcBef>
                      <a:defRPr/>
                    </a:pPr>
                    <a:r>
                      <a:rPr lang="zh-CN" altLang="en-US" b="1">
                        <a:cs typeface="+mn-ea"/>
                        <a:sym typeface="+mn-lt"/>
                      </a:rPr>
                      <a:t>主动探索新领域</a:t>
                    </a:r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C68B236B-56DB-7784-C557-1F5D61EE7A6B}"/>
                  </a:ext>
                </a:extLst>
              </p:cNvPr>
              <p:cNvGrpSpPr/>
              <p:nvPr/>
            </p:nvGrpSpPr>
            <p:grpSpPr>
              <a:xfrm>
                <a:off x="6670486" y="3608321"/>
                <a:ext cx="5620973" cy="1179671"/>
                <a:chOff x="6670486" y="3474926"/>
                <a:chExt cx="5620973" cy="1179671"/>
              </a:xfrm>
            </p:grpSpPr>
            <p:sp>
              <p:nvSpPr>
                <p:cNvPr id="15" name="îsḻîḍê">
                  <a:extLst>
                    <a:ext uri="{FF2B5EF4-FFF2-40B4-BE49-F238E27FC236}">
                      <a16:creationId xmlns:a16="http://schemas.microsoft.com/office/drawing/2014/main" id="{24E12899-5616-5A99-3B72-18A51F237154}"/>
                    </a:ext>
                  </a:extLst>
                </p:cNvPr>
                <p:cNvSpPr/>
                <p:nvPr/>
              </p:nvSpPr>
              <p:spPr bwMode="auto">
                <a:xfrm>
                  <a:off x="6670486" y="3793960"/>
                  <a:ext cx="435770" cy="439255"/>
                </a:xfrm>
                <a:custGeom>
                  <a:avLst/>
                  <a:gdLst/>
                  <a:ahLst/>
                  <a:cxnLst>
                    <a:cxn ang="0">
                      <a:pos x="58" y="47"/>
                    </a:cxn>
                    <a:cxn ang="0">
                      <a:pos x="47" y="58"/>
                    </a:cxn>
                    <a:cxn ang="0">
                      <a:pos x="11" y="58"/>
                    </a:cxn>
                    <a:cxn ang="0">
                      <a:pos x="0" y="47"/>
                    </a:cxn>
                    <a:cxn ang="0">
                      <a:pos x="0" y="10"/>
                    </a:cxn>
                    <a:cxn ang="0">
                      <a:pos x="11" y="0"/>
                    </a:cxn>
                    <a:cxn ang="0">
                      <a:pos x="47" y="0"/>
                    </a:cxn>
                    <a:cxn ang="0">
                      <a:pos x="58" y="10"/>
                    </a:cxn>
                    <a:cxn ang="0">
                      <a:pos x="58" y="47"/>
                    </a:cxn>
                    <a:cxn ang="0">
                      <a:pos x="49" y="21"/>
                    </a:cxn>
                    <a:cxn ang="0">
                      <a:pos x="49" y="17"/>
                    </a:cxn>
                    <a:cxn ang="0">
                      <a:pos x="45" y="13"/>
                    </a:cxn>
                    <a:cxn ang="0">
                      <a:pos x="42" y="13"/>
                    </a:cxn>
                    <a:cxn ang="0">
                      <a:pos x="24" y="31"/>
                    </a:cxn>
                    <a:cxn ang="0">
                      <a:pos x="16" y="23"/>
                    </a:cxn>
                    <a:cxn ang="0">
                      <a:pos x="13" y="23"/>
                    </a:cxn>
                    <a:cxn ang="0">
                      <a:pos x="9" y="27"/>
                    </a:cxn>
                    <a:cxn ang="0">
                      <a:pos x="9" y="30"/>
                    </a:cxn>
                    <a:cxn ang="0">
                      <a:pos x="22" y="44"/>
                    </a:cxn>
                    <a:cxn ang="0">
                      <a:pos x="26" y="44"/>
                    </a:cxn>
                    <a:cxn ang="0">
                      <a:pos x="49" y="21"/>
                    </a:cxn>
                  </a:cxnLst>
                  <a:rect l="0" t="0" r="r" b="b"/>
                  <a:pathLst>
                    <a:path w="58" h="58">
                      <a:moveTo>
                        <a:pt x="58" y="47"/>
                      </a:moveTo>
                      <a:cubicBezTo>
                        <a:pt x="58" y="53"/>
                        <a:pt x="53" y="58"/>
                        <a:pt x="47" y="58"/>
                      </a:cubicBezTo>
                      <a:cubicBezTo>
                        <a:pt x="11" y="58"/>
                        <a:pt x="11" y="58"/>
                        <a:pt x="11" y="58"/>
                      </a:cubicBezTo>
                      <a:cubicBezTo>
                        <a:pt x="5" y="58"/>
                        <a:pt x="0" y="53"/>
                        <a:pt x="0" y="47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4"/>
                        <a:pt x="5" y="0"/>
                        <a:pt x="11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53" y="0"/>
                        <a:pt x="58" y="4"/>
                        <a:pt x="58" y="10"/>
                      </a:cubicBezTo>
                      <a:lnTo>
                        <a:pt x="58" y="47"/>
                      </a:lnTo>
                      <a:close/>
                      <a:moveTo>
                        <a:pt x="49" y="21"/>
                      </a:moveTo>
                      <a:cubicBezTo>
                        <a:pt x="50" y="20"/>
                        <a:pt x="50" y="18"/>
                        <a:pt x="49" y="17"/>
                      </a:cubicBezTo>
                      <a:cubicBezTo>
                        <a:pt x="45" y="13"/>
                        <a:pt x="45" y="13"/>
                        <a:pt x="45" y="13"/>
                      </a:cubicBezTo>
                      <a:cubicBezTo>
                        <a:pt x="44" y="12"/>
                        <a:pt x="43" y="12"/>
                        <a:pt x="42" y="13"/>
                      </a:cubicBezTo>
                      <a:cubicBezTo>
                        <a:pt x="24" y="31"/>
                        <a:pt x="24" y="31"/>
                        <a:pt x="24" y="31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5" y="22"/>
                        <a:pt x="14" y="22"/>
                        <a:pt x="13" y="23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8" y="28"/>
                        <a:pt x="8" y="29"/>
                        <a:pt x="9" y="30"/>
                      </a:cubicBezTo>
                      <a:cubicBezTo>
                        <a:pt x="22" y="44"/>
                        <a:pt x="22" y="44"/>
                        <a:pt x="22" y="44"/>
                      </a:cubicBezTo>
                      <a:cubicBezTo>
                        <a:pt x="23" y="45"/>
                        <a:pt x="25" y="45"/>
                        <a:pt x="26" y="44"/>
                      </a:cubicBezTo>
                      <a:lnTo>
                        <a:pt x="49" y="2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A0502721-176D-9116-EFB4-3C28C779476A}"/>
                    </a:ext>
                  </a:extLst>
                </p:cNvPr>
                <p:cNvGrpSpPr/>
                <p:nvPr/>
              </p:nvGrpSpPr>
              <p:grpSpPr>
                <a:xfrm>
                  <a:off x="7161832" y="3474926"/>
                  <a:ext cx="5129627" cy="1179671"/>
                  <a:chOff x="7161832" y="3474926"/>
                  <a:chExt cx="5129627" cy="1179671"/>
                </a:xfrm>
              </p:grpSpPr>
              <p:sp>
                <p:nvSpPr>
                  <p:cNvPr id="17" name="Text3">
                    <a:extLst>
                      <a:ext uri="{FF2B5EF4-FFF2-40B4-BE49-F238E27FC236}">
                        <a16:creationId xmlns:a16="http://schemas.microsoft.com/office/drawing/2014/main" id="{4A9CBB6E-AB3E-9644-A6D2-89B33BFBA66B}"/>
                      </a:ext>
                    </a:extLst>
                  </p:cNvPr>
                  <p:cNvSpPr txBox="1"/>
                  <p:nvPr/>
                </p:nvSpPr>
                <p:spPr>
                  <a:xfrm>
                    <a:off x="7161832" y="4085222"/>
                    <a:ext cx="5129627" cy="5693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cs typeface="+mn-ea"/>
                        <a:sym typeface="+mn-lt"/>
                      </a:rPr>
                      <a:t>关注行业内先进技术动态，积极参加技术培训，努力掌握并应用到实际工作中。</a:t>
                    </a:r>
                    <a:endParaRPr lang="en-US" altLang="zh-CN" sz="12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" name="Bullet3">
                    <a:extLst>
                      <a:ext uri="{FF2B5EF4-FFF2-40B4-BE49-F238E27FC236}">
                        <a16:creationId xmlns:a16="http://schemas.microsoft.com/office/drawing/2014/main" id="{A663FB29-0F2B-9A7F-05B3-43AFCDE64C2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61832" y="3474926"/>
                    <a:ext cx="5129627" cy="610297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lvl="0" defTabSz="914378">
                      <a:spcBef>
                        <a:spcPct val="0"/>
                      </a:spcBef>
                      <a:defRPr/>
                    </a:pPr>
                    <a:r>
                      <a:rPr lang="zh-CN" altLang="en-US" b="1">
                        <a:cs typeface="+mn-ea"/>
                        <a:sym typeface="+mn-lt"/>
                      </a:rPr>
                      <a:t>积极学习先进技术</a:t>
                    </a:r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p:grp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48A13E7E-D887-CC2F-91E4-FEEACFBF86F3}"/>
                  </a:ext>
                </a:extLst>
              </p:cNvPr>
              <p:cNvGrpSpPr/>
              <p:nvPr/>
            </p:nvGrpSpPr>
            <p:grpSpPr>
              <a:xfrm>
                <a:off x="6666864" y="4787992"/>
                <a:ext cx="5624595" cy="1179671"/>
                <a:chOff x="6666864" y="4641515"/>
                <a:chExt cx="5624595" cy="1179671"/>
              </a:xfrm>
            </p:grpSpPr>
            <p:sp>
              <p:nvSpPr>
                <p:cNvPr id="11" name="îṥḻïdê">
                  <a:extLst>
                    <a:ext uri="{FF2B5EF4-FFF2-40B4-BE49-F238E27FC236}">
                      <a16:creationId xmlns:a16="http://schemas.microsoft.com/office/drawing/2014/main" id="{869D1E48-1A97-80E3-A145-E37854256D3C}"/>
                    </a:ext>
                  </a:extLst>
                </p:cNvPr>
                <p:cNvSpPr/>
                <p:nvPr/>
              </p:nvSpPr>
              <p:spPr bwMode="auto">
                <a:xfrm>
                  <a:off x="6666864" y="4964668"/>
                  <a:ext cx="435770" cy="439255"/>
                </a:xfrm>
                <a:custGeom>
                  <a:avLst/>
                  <a:gdLst/>
                  <a:ahLst/>
                  <a:cxnLst>
                    <a:cxn ang="0">
                      <a:pos x="58" y="47"/>
                    </a:cxn>
                    <a:cxn ang="0">
                      <a:pos x="47" y="58"/>
                    </a:cxn>
                    <a:cxn ang="0">
                      <a:pos x="11" y="58"/>
                    </a:cxn>
                    <a:cxn ang="0">
                      <a:pos x="0" y="47"/>
                    </a:cxn>
                    <a:cxn ang="0">
                      <a:pos x="0" y="10"/>
                    </a:cxn>
                    <a:cxn ang="0">
                      <a:pos x="11" y="0"/>
                    </a:cxn>
                    <a:cxn ang="0">
                      <a:pos x="47" y="0"/>
                    </a:cxn>
                    <a:cxn ang="0">
                      <a:pos x="58" y="10"/>
                    </a:cxn>
                    <a:cxn ang="0">
                      <a:pos x="58" y="47"/>
                    </a:cxn>
                    <a:cxn ang="0">
                      <a:pos x="49" y="21"/>
                    </a:cxn>
                    <a:cxn ang="0">
                      <a:pos x="49" y="17"/>
                    </a:cxn>
                    <a:cxn ang="0">
                      <a:pos x="45" y="13"/>
                    </a:cxn>
                    <a:cxn ang="0">
                      <a:pos x="42" y="13"/>
                    </a:cxn>
                    <a:cxn ang="0">
                      <a:pos x="24" y="31"/>
                    </a:cxn>
                    <a:cxn ang="0">
                      <a:pos x="16" y="23"/>
                    </a:cxn>
                    <a:cxn ang="0">
                      <a:pos x="13" y="23"/>
                    </a:cxn>
                    <a:cxn ang="0">
                      <a:pos x="9" y="27"/>
                    </a:cxn>
                    <a:cxn ang="0">
                      <a:pos x="9" y="30"/>
                    </a:cxn>
                    <a:cxn ang="0">
                      <a:pos x="22" y="44"/>
                    </a:cxn>
                    <a:cxn ang="0">
                      <a:pos x="26" y="44"/>
                    </a:cxn>
                    <a:cxn ang="0">
                      <a:pos x="49" y="21"/>
                    </a:cxn>
                  </a:cxnLst>
                  <a:rect l="0" t="0" r="r" b="b"/>
                  <a:pathLst>
                    <a:path w="58" h="58">
                      <a:moveTo>
                        <a:pt x="58" y="47"/>
                      </a:moveTo>
                      <a:cubicBezTo>
                        <a:pt x="58" y="53"/>
                        <a:pt x="53" y="58"/>
                        <a:pt x="47" y="58"/>
                      </a:cubicBezTo>
                      <a:cubicBezTo>
                        <a:pt x="11" y="58"/>
                        <a:pt x="11" y="58"/>
                        <a:pt x="11" y="58"/>
                      </a:cubicBezTo>
                      <a:cubicBezTo>
                        <a:pt x="5" y="58"/>
                        <a:pt x="0" y="53"/>
                        <a:pt x="0" y="47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0" y="4"/>
                        <a:pt x="5" y="0"/>
                        <a:pt x="11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53" y="0"/>
                        <a:pt x="58" y="4"/>
                        <a:pt x="58" y="10"/>
                      </a:cubicBezTo>
                      <a:lnTo>
                        <a:pt x="58" y="47"/>
                      </a:lnTo>
                      <a:close/>
                      <a:moveTo>
                        <a:pt x="49" y="21"/>
                      </a:moveTo>
                      <a:cubicBezTo>
                        <a:pt x="50" y="20"/>
                        <a:pt x="50" y="18"/>
                        <a:pt x="49" y="17"/>
                      </a:cubicBezTo>
                      <a:cubicBezTo>
                        <a:pt x="45" y="13"/>
                        <a:pt x="45" y="13"/>
                        <a:pt x="45" y="13"/>
                      </a:cubicBezTo>
                      <a:cubicBezTo>
                        <a:pt x="44" y="12"/>
                        <a:pt x="43" y="12"/>
                        <a:pt x="42" y="13"/>
                      </a:cubicBezTo>
                      <a:cubicBezTo>
                        <a:pt x="24" y="31"/>
                        <a:pt x="24" y="31"/>
                        <a:pt x="24" y="31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5" y="22"/>
                        <a:pt x="14" y="22"/>
                        <a:pt x="13" y="23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8" y="28"/>
                        <a:pt x="8" y="29"/>
                        <a:pt x="9" y="30"/>
                      </a:cubicBezTo>
                      <a:cubicBezTo>
                        <a:pt x="22" y="44"/>
                        <a:pt x="22" y="44"/>
                        <a:pt x="22" y="44"/>
                      </a:cubicBezTo>
                      <a:cubicBezTo>
                        <a:pt x="23" y="45"/>
                        <a:pt x="25" y="45"/>
                        <a:pt x="26" y="44"/>
                      </a:cubicBezTo>
                      <a:lnTo>
                        <a:pt x="49" y="2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5D00EBE0-3B5F-152C-C194-AEAE4DFB32FE}"/>
                    </a:ext>
                  </a:extLst>
                </p:cNvPr>
                <p:cNvGrpSpPr/>
                <p:nvPr/>
              </p:nvGrpSpPr>
              <p:grpSpPr>
                <a:xfrm>
                  <a:off x="7161832" y="4641515"/>
                  <a:ext cx="5129627" cy="1179671"/>
                  <a:chOff x="7161832" y="4641515"/>
                  <a:chExt cx="5129627" cy="1179671"/>
                </a:xfrm>
              </p:grpSpPr>
              <p:sp>
                <p:nvSpPr>
                  <p:cNvPr id="13" name="Text4">
                    <a:extLst>
                      <a:ext uri="{FF2B5EF4-FFF2-40B4-BE49-F238E27FC236}">
                        <a16:creationId xmlns:a16="http://schemas.microsoft.com/office/drawing/2014/main" id="{68EBAB8F-D167-F435-1F81-C5EF6465A67C}"/>
                      </a:ext>
                    </a:extLst>
                  </p:cNvPr>
                  <p:cNvSpPr txBox="1"/>
                  <p:nvPr/>
                </p:nvSpPr>
                <p:spPr>
                  <a:xfrm>
                    <a:off x="7161832" y="5251811"/>
                    <a:ext cx="5129627" cy="5693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cs typeface="+mn-ea"/>
                        <a:sym typeface="+mn-lt"/>
                      </a:rPr>
                      <a:t>视团队为学习的殿堂，与同事相互学习，共同进步，携手实现团队目标。</a:t>
                    </a:r>
                    <a:endParaRPr lang="en-US" altLang="zh-CN" sz="12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" name="Bullet4">
                    <a:extLst>
                      <a:ext uri="{FF2B5EF4-FFF2-40B4-BE49-F238E27FC236}">
                        <a16:creationId xmlns:a16="http://schemas.microsoft.com/office/drawing/2014/main" id="{B019E82D-5E5D-54EB-0F47-68E46E06F6C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161832" y="4641515"/>
                    <a:ext cx="5129627" cy="610297"/>
                  </a:xfrm>
                  <a:prstGeom prst="rect">
                    <a:avLst/>
                  </a:prstGeom>
                </p:spPr>
                <p:txBody>
                  <a:bodyPr wrap="square" lIns="91440" tIns="45720" rIns="91440" bIns="45720" anchor="b" anchorCtr="0">
                    <a:normAutofit/>
                  </a:bodyPr>
                  <a:lstStyle/>
                  <a:p>
                    <a:pPr lvl="0" defTabSz="914378">
                      <a:spcBef>
                        <a:spcPct val="0"/>
                      </a:spcBef>
                      <a:defRPr/>
                    </a:pPr>
                    <a:r>
                      <a:rPr lang="zh-CN" altLang="en-US" b="1">
                        <a:cs typeface="+mn-ea"/>
                        <a:sym typeface="+mn-lt"/>
                      </a:rPr>
                      <a:t>乐享团队合作共进</a:t>
                    </a:r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sp>
          <p:nvSpPr>
            <p:cNvPr id="6" name="Title">
              <a:extLst>
                <a:ext uri="{FF2B5EF4-FFF2-40B4-BE49-F238E27FC236}">
                  <a16:creationId xmlns:a16="http://schemas.microsoft.com/office/drawing/2014/main" id="{AD202D6A-A298-8342-5E38-B37438F03786}"/>
                </a:ext>
              </a:extLst>
            </p:cNvPr>
            <p:cNvSpPr txBox="1"/>
            <p:nvPr/>
          </p:nvSpPr>
          <p:spPr>
            <a:xfrm>
              <a:off x="660400" y="1530122"/>
              <a:ext cx="4861115" cy="90854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>
              <a:normAutofit/>
            </a:bodyPr>
            <a:lstStyle/>
            <a:p>
              <a:pPr algn="ctr"/>
              <a:r>
                <a:rPr lang="zh-CN" altLang="en-US" sz="2400" b="1" dirty="0"/>
                <a:t>保持持续学习与求知欲望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05DFC610-AB49-83BA-8EC7-25CF04C2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求知欲望</a:t>
            </a:r>
          </a:p>
        </p:txBody>
      </p:sp>
    </p:spTree>
    <p:extLst>
      <p:ext uri="{BB962C8B-B14F-4D97-AF65-F5344CB8AC3E}">
        <p14:creationId xmlns:p14="http://schemas.microsoft.com/office/powerpoint/2010/main" val="4265750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Thank you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thm15="http://schemas.microsoft.com/office/thememl/2012/main"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CC6633"/>
      </a:accent1>
      <a:accent2>
        <a:srgbClr val="999966"/>
      </a:accent2>
      <a:accent3>
        <a:srgbClr val="EBAB2A"/>
      </a:accent3>
      <a:accent4>
        <a:srgbClr val="D5A260"/>
      </a:accent4>
      <a:accent5>
        <a:srgbClr val="AFB366"/>
      </a:accent5>
      <a:accent6>
        <a:srgbClr val="D5B566"/>
      </a:accent6>
      <a:hlink>
        <a:srgbClr val="CC6633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ppt/theme/themeOverride2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ppt/theme/themeOverride3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ppt/theme/themeOverride4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ppt/theme/themeOverride5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ppt/theme/themeOverride6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ppt/theme/themeOverride7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CC6633"/>
    </a:accent1>
    <a:accent2>
      <a:srgbClr val="999966"/>
    </a:accent2>
    <a:accent3>
      <a:srgbClr val="EBAB2A"/>
    </a:accent3>
    <a:accent4>
      <a:srgbClr val="D5A260"/>
    </a:accent4>
    <a:accent5>
      <a:srgbClr val="AFB366"/>
    </a:accent5>
    <a:accent6>
      <a:srgbClr val="D5B566"/>
    </a:accent6>
    <a:hlink>
      <a:srgbClr val="CC6633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1494</Words>
  <Application>Microsoft Office PowerPoint</Application>
  <PresentationFormat>宽屏</PresentationFormat>
  <Paragraphs>220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Oriya MN</vt:lpstr>
      <vt:lpstr>等线</vt:lpstr>
      <vt:lpstr>Arial</vt:lpstr>
      <vt:lpstr>Designed by iSlide</vt:lpstr>
      <vt:lpstr>转正述职报告</vt:lpstr>
      <vt:lpstr>PowerPoint 演示文稿</vt:lpstr>
      <vt:lpstr>工作内容回顾</vt:lpstr>
      <vt:lpstr>基本职责</vt:lpstr>
      <vt:lpstr>项目参与</vt:lpstr>
      <vt:lpstr>工作成果</vt:lpstr>
      <vt:lpstr>存在的问题</vt:lpstr>
      <vt:lpstr>个人能力提升</vt:lpstr>
      <vt:lpstr>个人能力提升</vt:lpstr>
      <vt:lpstr>问题解决能力</vt:lpstr>
      <vt:lpstr>团队合作与沟通</vt:lpstr>
      <vt:lpstr>自我管理</vt:lpstr>
      <vt:lpstr>团队与公司文化融入</vt:lpstr>
      <vt:lpstr>团队协作</vt:lpstr>
      <vt:lpstr>公司文化理解</vt:lpstr>
      <vt:lpstr>社会责任感</vt:lpstr>
      <vt:lpstr>组织活动参与</vt:lpstr>
      <vt:lpstr>未来工作规划</vt:lpstr>
      <vt:lpstr>短期目标</vt:lpstr>
      <vt:lpstr>长期规划</vt:lpstr>
      <vt:lpstr>贡献预期</vt:lpstr>
      <vt:lpstr>求知欲望</vt:lpstr>
      <vt:lpstr>Thank you</vt:lpstr>
    </vt:vector>
  </TitlesOfParts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Template</dc:title>
  <dc:creator>iSlide</dc:creator>
  <cp:lastModifiedBy>刘怡</cp:lastModifiedBy>
  <cp:revision>85</cp:revision>
  <dcterms:created xsi:type="dcterms:W3CDTF">2023-06-05T05:58:43Z</dcterms:created>
  <dcterms:modified xsi:type="dcterms:W3CDTF">2024-06-21T10:25:08Z</dcterms:modified>
</cp:coreProperties>
</file>