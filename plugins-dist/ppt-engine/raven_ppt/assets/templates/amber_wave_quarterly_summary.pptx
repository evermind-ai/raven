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2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79" r:id="rId11"/>
    <p:sldId id="268" r:id="rId12"/>
    <p:sldId id="269" r:id="rId13"/>
    <p:sldId id="270" r:id="rId14"/>
    <p:sldId id="271" r:id="rId15"/>
    <p:sldId id="273" r:id="rId16"/>
    <p:sldId id="274" r:id="rId17"/>
    <p:sldId id="275" r:id="rId18"/>
    <p:sldId id="278" r:id="rId19"/>
  </p:sldIdLst>
  <p:sldSz cx="12192000" cy="6858000"/>
  <p:notesSz cx="6858000" cy="9144000"/>
  <p:custDataLst>
    <p:tags r:id="rId20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7" autoAdjust="0"/>
    <p:restoredTop sz="86483" autoAdjust="0"/>
  </p:normalViewPr>
  <p:slideViewPr>
    <p:cSldViewPr snapToGrid="0" showGuides="1">
      <p:cViewPr varScale="1">
        <p:scale>
          <a:sx n="103" d="100"/>
          <a:sy n="103" d="100"/>
        </p:scale>
        <p:origin x="240" y="14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90" d="100"/>
        <a:sy n="90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tags" Target="tags/tag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gradFill>
              <a:gsLst>
                <a:gs pos="30000">
                  <a:schemeClr val="accent1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5400000" scaled="1"/>
            </a:gradFill>
            <a:ln w="31750">
              <a:noFill/>
            </a:ln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类别1</c:v>
                </c:pt>
                <c:pt idx="1">
                  <c:v>类别2</c:v>
                </c:pt>
                <c:pt idx="2">
                  <c:v>类别3</c:v>
                </c:pt>
                <c:pt idx="3">
                  <c:v>类别4</c:v>
                </c:pt>
                <c:pt idx="4">
                  <c:v>类别5</c:v>
                </c:pt>
                <c:pt idx="5">
                  <c:v>类别6</c:v>
                </c:pt>
                <c:pt idx="6">
                  <c:v>类别7</c:v>
                </c:pt>
                <c:pt idx="7">
                  <c:v>类别8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54</c:v>
                </c:pt>
                <c:pt idx="1">
                  <c:v>56</c:v>
                </c:pt>
                <c:pt idx="2">
                  <c:v>58</c:v>
                </c:pt>
                <c:pt idx="3">
                  <c:v>65</c:v>
                </c:pt>
                <c:pt idx="4">
                  <c:v>74</c:v>
                </c:pt>
                <c:pt idx="5">
                  <c:v>76</c:v>
                </c:pt>
                <c:pt idx="6">
                  <c:v>78</c:v>
                </c:pt>
                <c:pt idx="7">
                  <c:v>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80F-4512-8720-50B531FE6E4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20"/>
        <c:axId val="1124406904"/>
        <c:axId val="1124409424"/>
      </c:barChart>
      <c:catAx>
        <c:axId val="11244069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6350" cap="flat" cmpd="sng" algn="ctr">
            <a:solidFill>
              <a:schemeClr val="tx1">
                <a:lumMod val="65000"/>
                <a:lumOff val="35000"/>
                <a:alpha val="4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124409424"/>
        <c:crosses val="autoZero"/>
        <c:auto val="1"/>
        <c:lblAlgn val="ctr"/>
        <c:lblOffset val="100"/>
        <c:noMultiLvlLbl val="0"/>
      </c:catAx>
      <c:valAx>
        <c:axId val="1124409424"/>
        <c:scaling>
          <c:orientation val="minMax"/>
          <c:max val="100"/>
          <c:min val="40"/>
        </c:scaling>
        <c:delete val="0"/>
        <c:axPos val="l"/>
        <c:majorGridlines>
          <c:spPr>
            <a:ln w="6350" cap="flat" cmpd="sng" algn="ctr">
              <a:solidFill>
                <a:schemeClr val="tx1">
                  <a:lumMod val="50000"/>
                  <a:lumOff val="50000"/>
                  <a:alpha val="4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12440690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7321928003438911"/>
          <c:y val="8.2862360083213425E-3"/>
          <c:w val="0.65303690627929822"/>
          <c:h val="0.86757363684963262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项目完成率</c:v>
                </c:pt>
              </c:strCache>
            </c:strRef>
          </c:tx>
          <c:spPr>
            <a:ln>
              <a:noFill/>
            </a:ln>
          </c:spPr>
          <c:explosion val="2"/>
          <c:dPt>
            <c:idx val="0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BAE9-4D7A-B186-06356885247F}"/>
              </c:ext>
            </c:extLst>
          </c:dPt>
          <c:dPt>
            <c:idx val="1"/>
            <c:bubble3D val="0"/>
            <c:spPr>
              <a:solidFill>
                <a:schemeClr val="accent1">
                  <a:lumMod val="60000"/>
                  <a:lumOff val="4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BAE9-4D7A-B186-06356885247F}"/>
              </c:ext>
            </c:extLst>
          </c:dPt>
          <c:dPt>
            <c:idx val="2"/>
            <c:bubble3D val="0"/>
            <c:spPr>
              <a:solidFill>
                <a:schemeClr val="accent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BAE9-4D7A-B186-06356885247F}"/>
              </c:ext>
            </c:extLst>
          </c:dPt>
          <c:dPt>
            <c:idx val="3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BAE9-4D7A-B186-06356885247F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text</c:v>
                </c:pt>
                <c:pt idx="1">
                  <c:v>text</c:v>
                </c:pt>
                <c:pt idx="2">
                  <c:v>text</c:v>
                </c:pt>
                <c:pt idx="3">
                  <c:v>text</c:v>
                </c:pt>
              </c:strCache>
            </c:strRef>
          </c:cat>
          <c:val>
            <c:numRef>
              <c:f>Sheet1!$B$2:$B$5</c:f>
              <c:numCache>
                <c:formatCode>0.0%</c:formatCode>
                <c:ptCount val="4"/>
                <c:pt idx="0">
                  <c:v>0.18</c:v>
                </c:pt>
                <c:pt idx="1">
                  <c:v>0.22</c:v>
                </c:pt>
                <c:pt idx="2">
                  <c:v>0.26</c:v>
                </c:pt>
                <c:pt idx="3">
                  <c:v>0.34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BAE9-4D7A-B186-06356885247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45"/>
      </c:doughnutChart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5165847095839646"/>
          <c:y val="0.90218028872599776"/>
          <c:w val="0.6966828500174983"/>
          <c:h val="9.449051133791047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slideLayout1.xml><?xml version="1.0" encoding="utf-8"?>
<p:sldLayout xmlns:a16="http://schemas.microsoft.com/office/drawing/2014/main" xmlns:a="http://schemas.openxmlformats.org/drawingml/2006/main" xmlns:r="http://schemas.openxmlformats.org/officeDocument/2006/relationships" xmlns:p="http://schemas.openxmlformats.org/presentationml/2006/main" showMasterSp="0" matchingName="Title Slide" type="title" preserve="1">
  <p:cSld name="Title Slide">
    <p:bg>
      <p:bgPr>
        <a:gradFill>
          <a:gsLst>
            <a:gs pos="0">
              <a:schemeClr val="accent1">
                <a:lumMod val="20000"/>
                <a:lumOff val="80000"/>
              </a:schemeClr>
            </a:gs>
            <a:gs pos="100000">
              <a:schemeClr val="bg1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组合 40">
            <a:extLst>
              <a:ext uri="{FF2B5EF4-FFF2-40B4-BE49-F238E27FC236}">
                <a16:creationId xmlns:a16="http://schemas.microsoft.com/office/drawing/2014/main" id="{1663439C-19AF-57A8-73F2-000F87A459E6}"/>
              </a:ext>
            </a:extLst>
          </p:cNvPr>
          <p:cNvGrpSpPr/>
          <p:nvPr userDrawn="1"/>
        </p:nvGrpSpPr>
        <p:grpSpPr>
          <a:xfrm>
            <a:off x="0" y="-1"/>
            <a:ext cx="12192000" cy="6858001"/>
            <a:chOff x="0" y="-1"/>
            <a:chExt cx="12192000" cy="6858001"/>
          </a:xfrm>
        </p:grpSpPr>
        <p:grpSp>
          <p:nvGrpSpPr>
            <p:cNvPr id="27" name="组合 26">
              <a:extLst>
                <a:ext uri="{FF2B5EF4-FFF2-40B4-BE49-F238E27FC236}">
                  <a16:creationId xmlns:a16="http://schemas.microsoft.com/office/drawing/2014/main" id="{1D76754A-56B1-D980-7F12-EE1188C72239}"/>
                </a:ext>
              </a:extLst>
            </p:cNvPr>
            <p:cNvGrpSpPr/>
            <p:nvPr userDrawn="1"/>
          </p:nvGrpSpPr>
          <p:grpSpPr>
            <a:xfrm>
              <a:off x="0" y="-1"/>
              <a:ext cx="12192000" cy="1028700"/>
              <a:chOff x="0" y="-1"/>
              <a:chExt cx="12192000" cy="1028700"/>
            </a:xfrm>
          </p:grpSpPr>
          <p:sp>
            <p:nvSpPr>
              <p:cNvPr id="30" name="任意多边形: 形状 29">
                <a:extLst>
                  <a:ext uri="{FF2B5EF4-FFF2-40B4-BE49-F238E27FC236}">
                    <a16:creationId xmlns:a16="http://schemas.microsoft.com/office/drawing/2014/main" id="{D882F1F0-0E54-77A3-8971-A0F587D56DF3}"/>
                  </a:ext>
                </a:extLst>
              </p:cNvPr>
              <p:cNvSpPr/>
              <p:nvPr userDrawn="1"/>
            </p:nvSpPr>
            <p:spPr>
              <a:xfrm flipV="1">
                <a:off x="0" y="-1"/>
                <a:ext cx="12185650" cy="1028700"/>
              </a:xfrm>
              <a:custGeom>
                <a:avLst/>
                <a:gdLst>
                  <a:gd name="connsiteX0" fmla="*/ 10016388 w 12185650"/>
                  <a:gd name="connsiteY0" fmla="*/ 320 h 906379"/>
                  <a:gd name="connsiteX1" fmla="*/ 11758783 w 12185650"/>
                  <a:gd name="connsiteY1" fmla="*/ 91908 h 906379"/>
                  <a:gd name="connsiteX2" fmla="*/ 12185650 w 12185650"/>
                  <a:gd name="connsiteY2" fmla="*/ 150732 h 906379"/>
                  <a:gd name="connsiteX3" fmla="*/ 12185650 w 12185650"/>
                  <a:gd name="connsiteY3" fmla="*/ 906379 h 906379"/>
                  <a:gd name="connsiteX4" fmla="*/ 0 w 12185650"/>
                  <a:gd name="connsiteY4" fmla="*/ 906379 h 906379"/>
                  <a:gd name="connsiteX5" fmla="*/ 0 w 12185650"/>
                  <a:gd name="connsiteY5" fmla="*/ 498814 h 906379"/>
                  <a:gd name="connsiteX6" fmla="*/ 433218 w 12185650"/>
                  <a:gd name="connsiteY6" fmla="*/ 558513 h 906379"/>
                  <a:gd name="connsiteX7" fmla="*/ 10016388 w 12185650"/>
                  <a:gd name="connsiteY7" fmla="*/ 320 h 9063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85650" h="906379">
                    <a:moveTo>
                      <a:pt x="10016388" y="320"/>
                    </a:moveTo>
                    <a:cubicBezTo>
                      <a:pt x="10597186" y="-3256"/>
                      <a:pt x="11177984" y="22873"/>
                      <a:pt x="11758783" y="91908"/>
                    </a:cubicBezTo>
                    <a:lnTo>
                      <a:pt x="12185650" y="150732"/>
                    </a:lnTo>
                    <a:lnTo>
                      <a:pt x="12185650" y="906379"/>
                    </a:lnTo>
                    <a:lnTo>
                      <a:pt x="0" y="906379"/>
                    </a:lnTo>
                    <a:lnTo>
                      <a:pt x="0" y="498814"/>
                    </a:lnTo>
                    <a:lnTo>
                      <a:pt x="433218" y="558513"/>
                    </a:lnTo>
                    <a:cubicBezTo>
                      <a:pt x="3627608" y="938205"/>
                      <a:pt x="6821998" y="19985"/>
                      <a:pt x="10016388" y="320"/>
                    </a:cubicBezTo>
                    <a:close/>
                  </a:path>
                </a:pathLst>
              </a:custGeom>
              <a:gradFill flip="none" rotWithShape="1">
                <a:gsLst>
                  <a:gs pos="20000">
                    <a:schemeClr val="accent1">
                      <a:alpha val="20000"/>
                    </a:schemeClr>
                  </a:gs>
                  <a:gs pos="100000">
                    <a:schemeClr val="accent1">
                      <a:alpha val="0"/>
                    </a:schemeClr>
                  </a:gs>
                </a:gsLst>
                <a:lin ang="189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lvl="0" algn="ctr"/>
                <a:endParaRPr lang="zh-CN" altLang="en-US"/>
              </a:p>
            </p:txBody>
          </p:sp>
          <p:sp>
            <p:nvSpPr>
              <p:cNvPr id="25" name="任意多边形: 形状 24">
                <a:extLst>
                  <a:ext uri="{FF2B5EF4-FFF2-40B4-BE49-F238E27FC236}">
                    <a16:creationId xmlns:a16="http://schemas.microsoft.com/office/drawing/2014/main" id="{39FE8C8F-1AD8-D924-90F8-A73F0C27F617}"/>
                  </a:ext>
                </a:extLst>
              </p:cNvPr>
              <p:cNvSpPr/>
              <p:nvPr/>
            </p:nvSpPr>
            <p:spPr>
              <a:xfrm flipH="1">
                <a:off x="4383505" y="0"/>
                <a:ext cx="7808495" cy="638477"/>
              </a:xfrm>
              <a:custGeom>
                <a:avLst/>
                <a:gdLst>
                  <a:gd name="connsiteX0" fmla="*/ 0 w 8664567"/>
                  <a:gd name="connsiteY0" fmla="*/ 0 h 638477"/>
                  <a:gd name="connsiteX1" fmla="*/ 8664567 w 8664567"/>
                  <a:gd name="connsiteY1" fmla="*/ 0 h 638477"/>
                  <a:gd name="connsiteX2" fmla="*/ 8481711 w 8664567"/>
                  <a:gd name="connsiteY2" fmla="*/ 9174 h 638477"/>
                  <a:gd name="connsiteX3" fmla="*/ 6488261 w 8664567"/>
                  <a:gd name="connsiteY3" fmla="*/ 274789 h 638477"/>
                  <a:gd name="connsiteX4" fmla="*/ 3047049 w 8664567"/>
                  <a:gd name="connsiteY4" fmla="*/ 638467 h 638477"/>
                  <a:gd name="connsiteX5" fmla="*/ 390895 w 8664567"/>
                  <a:gd name="connsiteY5" fmla="*/ 357008 h 638477"/>
                  <a:gd name="connsiteX6" fmla="*/ 0 w 8664567"/>
                  <a:gd name="connsiteY6" fmla="*/ 263124 h 6384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664567" h="638477">
                    <a:moveTo>
                      <a:pt x="0" y="0"/>
                    </a:moveTo>
                    <a:lnTo>
                      <a:pt x="8664567" y="0"/>
                    </a:lnTo>
                    <a:lnTo>
                      <a:pt x="8481711" y="9174"/>
                    </a:lnTo>
                    <a:cubicBezTo>
                      <a:pt x="7711040" y="63684"/>
                      <a:pt x="7000189" y="173768"/>
                      <a:pt x="6488261" y="274789"/>
                    </a:cubicBezTo>
                    <a:cubicBezTo>
                      <a:pt x="5171913" y="536611"/>
                      <a:pt x="4036478" y="639662"/>
                      <a:pt x="3047049" y="638467"/>
                    </a:cubicBezTo>
                    <a:cubicBezTo>
                      <a:pt x="2016393" y="637221"/>
                      <a:pt x="1144160" y="522860"/>
                      <a:pt x="390895" y="357008"/>
                    </a:cubicBezTo>
                    <a:lnTo>
                      <a:pt x="0" y="263124"/>
                    </a:lnTo>
                    <a:close/>
                  </a:path>
                </a:pathLst>
              </a:custGeom>
              <a:gradFill flip="none" rotWithShape="0"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80000">
                    <a:schemeClr val="accent1"/>
                  </a:gs>
                </a:gsLst>
                <a:lin ang="2700000" scaled="0"/>
                <a:tileRect/>
              </a:gradFill>
              <a:ln w="57150" cap="rnd">
                <a:noFill/>
                <a:prstDash val="solid"/>
                <a:round/>
              </a:ln>
              <a:effectLst>
                <a:outerShdw blurRad="254000" dist="127000" dir="2700000" algn="ctr" rotWithShape="0">
                  <a:schemeClr val="accent1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lvl="0" algn="ctr" defTabSz="913765"/>
                <a:endParaRPr lang="zh-CN" altLang="en-US" b="1">
                  <a:solidFill>
                    <a:srgbClr val="FFFFFF"/>
                  </a:solidFill>
                  <a:latin typeface="+mj-lt"/>
                </a:endParaRPr>
              </a:p>
            </p:txBody>
          </p:sp>
        </p:grpSp>
        <p:grpSp>
          <p:nvGrpSpPr>
            <p:cNvPr id="37" name="组合 36">
              <a:extLst>
                <a:ext uri="{FF2B5EF4-FFF2-40B4-BE49-F238E27FC236}">
                  <a16:creationId xmlns:a16="http://schemas.microsoft.com/office/drawing/2014/main" id="{20AFEAE2-CCBE-BA3D-D051-049CCD0CA891}"/>
                </a:ext>
              </a:extLst>
            </p:cNvPr>
            <p:cNvGrpSpPr/>
            <p:nvPr userDrawn="1"/>
          </p:nvGrpSpPr>
          <p:grpSpPr>
            <a:xfrm>
              <a:off x="0" y="3680359"/>
              <a:ext cx="12192000" cy="3177641"/>
              <a:chOff x="0" y="3680359"/>
              <a:chExt cx="12192000" cy="3177641"/>
            </a:xfrm>
          </p:grpSpPr>
          <p:sp>
            <p:nvSpPr>
              <p:cNvPr id="35" name="任意多边形: 形状 34">
                <a:extLst>
                  <a:ext uri="{FF2B5EF4-FFF2-40B4-BE49-F238E27FC236}">
                    <a16:creationId xmlns:a16="http://schemas.microsoft.com/office/drawing/2014/main" id="{8F1E0E60-03F7-A74F-D65E-463819564471}"/>
                  </a:ext>
                </a:extLst>
              </p:cNvPr>
              <p:cNvSpPr/>
              <p:nvPr userDrawn="1"/>
            </p:nvSpPr>
            <p:spPr>
              <a:xfrm>
                <a:off x="0" y="3680359"/>
                <a:ext cx="12192000" cy="3177641"/>
              </a:xfrm>
              <a:custGeom>
                <a:avLst/>
                <a:gdLst>
                  <a:gd name="connsiteX0" fmla="*/ 12192000 w 12192000"/>
                  <a:gd name="connsiteY0" fmla="*/ 0 h 3177641"/>
                  <a:gd name="connsiteX1" fmla="*/ 12192000 w 12192000"/>
                  <a:gd name="connsiteY1" fmla="*/ 3177641 h 3177641"/>
                  <a:gd name="connsiteX2" fmla="*/ 0 w 12192000"/>
                  <a:gd name="connsiteY2" fmla="*/ 3177641 h 3177641"/>
                  <a:gd name="connsiteX3" fmla="*/ 0 w 12192000"/>
                  <a:gd name="connsiteY3" fmla="*/ 210470 h 3177641"/>
                  <a:gd name="connsiteX4" fmla="*/ 22409 w 12192000"/>
                  <a:gd name="connsiteY4" fmla="*/ 206074 h 3177641"/>
                  <a:gd name="connsiteX5" fmla="*/ 4368234 w 12192000"/>
                  <a:gd name="connsiteY5" fmla="*/ 414451 h 3177641"/>
                  <a:gd name="connsiteX6" fmla="*/ 7809446 w 12192000"/>
                  <a:gd name="connsiteY6" fmla="*/ 797608 h 3177641"/>
                  <a:gd name="connsiteX7" fmla="*/ 11701514 w 12192000"/>
                  <a:gd name="connsiteY7" fmla="*/ 141985 h 3177641"/>
                  <a:gd name="connsiteX8" fmla="*/ 12007582 w 12192000"/>
                  <a:gd name="connsiteY8" fmla="*/ 46484 h 3177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192000" h="3177641">
                    <a:moveTo>
                      <a:pt x="12192000" y="0"/>
                    </a:moveTo>
                    <a:lnTo>
                      <a:pt x="12192000" y="3177641"/>
                    </a:lnTo>
                    <a:lnTo>
                      <a:pt x="0" y="3177641"/>
                    </a:lnTo>
                    <a:lnTo>
                      <a:pt x="0" y="210470"/>
                    </a:lnTo>
                    <a:lnTo>
                      <a:pt x="22409" y="206074"/>
                    </a:lnTo>
                    <a:cubicBezTo>
                      <a:pt x="1524832" y="-49473"/>
                      <a:pt x="3344378" y="201587"/>
                      <a:pt x="4368234" y="414451"/>
                    </a:cubicBezTo>
                    <a:cubicBezTo>
                      <a:pt x="5684582" y="690297"/>
                      <a:pt x="6820017" y="798868"/>
                      <a:pt x="7809446" y="797608"/>
                    </a:cubicBezTo>
                    <a:cubicBezTo>
                      <a:pt x="9458497" y="795509"/>
                      <a:pt x="10701981" y="488321"/>
                      <a:pt x="11701514" y="141985"/>
                    </a:cubicBezTo>
                    <a:cubicBezTo>
                      <a:pt x="11801467" y="107352"/>
                      <a:pt x="11903716" y="75592"/>
                      <a:pt x="12007582" y="46484"/>
                    </a:cubicBezTo>
                    <a:close/>
                  </a:path>
                </a:pathLst>
              </a:custGeom>
              <a:gradFill flip="none" rotWithShape="0"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80000">
                    <a:schemeClr val="accent1"/>
                  </a:gs>
                </a:gsLst>
                <a:lin ang="2700000" scaled="0"/>
                <a:tileRect/>
              </a:gradFill>
              <a:ln w="57150" cap="rnd">
                <a:noFill/>
                <a:prstDash val="solid"/>
                <a:round/>
              </a:ln>
              <a:effectLst>
                <a:outerShdw blurRad="254000" dist="127000" dir="2700000" algn="ctr" rotWithShape="0">
                  <a:schemeClr val="accent1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lvl="0" algn="ctr" defTabSz="913765"/>
                <a:endParaRPr lang="zh-CN" altLang="en-US" b="1">
                  <a:solidFill>
                    <a:srgbClr val="FFFFFF"/>
                  </a:solidFill>
                  <a:latin typeface="+mj-lt"/>
                </a:endParaRPr>
              </a:p>
            </p:txBody>
          </p:sp>
          <p:sp>
            <p:nvSpPr>
              <p:cNvPr id="33" name="任意多边形: 形状 32">
                <a:extLst>
                  <a:ext uri="{FF2B5EF4-FFF2-40B4-BE49-F238E27FC236}">
                    <a16:creationId xmlns:a16="http://schemas.microsoft.com/office/drawing/2014/main" id="{BB699DC9-DBDF-22A8-427F-245BAD15DEFC}"/>
                  </a:ext>
                </a:extLst>
              </p:cNvPr>
              <p:cNvSpPr/>
              <p:nvPr userDrawn="1"/>
            </p:nvSpPr>
            <p:spPr>
              <a:xfrm>
                <a:off x="0" y="3680359"/>
                <a:ext cx="12192000" cy="3177641"/>
              </a:xfrm>
              <a:custGeom>
                <a:avLst/>
                <a:gdLst>
                  <a:gd name="connsiteX0" fmla="*/ 12192000 w 12192000"/>
                  <a:gd name="connsiteY0" fmla="*/ 0 h 3177641"/>
                  <a:gd name="connsiteX1" fmla="*/ 12192000 w 12192000"/>
                  <a:gd name="connsiteY1" fmla="*/ 3177641 h 3177641"/>
                  <a:gd name="connsiteX2" fmla="*/ 0 w 12192000"/>
                  <a:gd name="connsiteY2" fmla="*/ 3177641 h 3177641"/>
                  <a:gd name="connsiteX3" fmla="*/ 0 w 12192000"/>
                  <a:gd name="connsiteY3" fmla="*/ 210470 h 3177641"/>
                  <a:gd name="connsiteX4" fmla="*/ 22409 w 12192000"/>
                  <a:gd name="connsiteY4" fmla="*/ 206074 h 3177641"/>
                  <a:gd name="connsiteX5" fmla="*/ 4368234 w 12192000"/>
                  <a:gd name="connsiteY5" fmla="*/ 414451 h 3177641"/>
                  <a:gd name="connsiteX6" fmla="*/ 7809446 w 12192000"/>
                  <a:gd name="connsiteY6" fmla="*/ 797608 h 3177641"/>
                  <a:gd name="connsiteX7" fmla="*/ 11701514 w 12192000"/>
                  <a:gd name="connsiteY7" fmla="*/ 141985 h 3177641"/>
                  <a:gd name="connsiteX8" fmla="*/ 12007582 w 12192000"/>
                  <a:gd name="connsiteY8" fmla="*/ 46484 h 3177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192000" h="3177641">
                    <a:moveTo>
                      <a:pt x="12192000" y="0"/>
                    </a:moveTo>
                    <a:lnTo>
                      <a:pt x="12192000" y="3177641"/>
                    </a:lnTo>
                    <a:lnTo>
                      <a:pt x="0" y="3177641"/>
                    </a:lnTo>
                    <a:lnTo>
                      <a:pt x="0" y="210470"/>
                    </a:lnTo>
                    <a:lnTo>
                      <a:pt x="22409" y="206074"/>
                    </a:lnTo>
                    <a:cubicBezTo>
                      <a:pt x="1524832" y="-49473"/>
                      <a:pt x="3344378" y="201587"/>
                      <a:pt x="4368234" y="414451"/>
                    </a:cubicBezTo>
                    <a:cubicBezTo>
                      <a:pt x="5684582" y="690297"/>
                      <a:pt x="6820017" y="798868"/>
                      <a:pt x="7809446" y="797608"/>
                    </a:cubicBezTo>
                    <a:cubicBezTo>
                      <a:pt x="9458497" y="795509"/>
                      <a:pt x="10701981" y="488321"/>
                      <a:pt x="11701514" y="141985"/>
                    </a:cubicBezTo>
                    <a:cubicBezTo>
                      <a:pt x="11801467" y="107352"/>
                      <a:pt x="11903716" y="75592"/>
                      <a:pt x="12007582" y="46484"/>
                    </a:cubicBezTo>
                    <a:close/>
                  </a:path>
                </a:pathLst>
              </a:custGeom>
              <a:blipFill dpi="0" rotWithShape="0">
                <a:blip r:embed="rId2">
                  <a:duotone>
                    <a:schemeClr val="accent1">
                      <a:shade val="45000"/>
                      <a:satMod val="135000"/>
                    </a:schemeClr>
                    <a:prstClr val="white"/>
                  </a:duotone>
                  <a:alphaModFix amt="20000"/>
                </a:blip>
                <a:srcRect/>
                <a:stretch>
                  <a:fillRect l="-52" t="-77994" r="52" b="-77994"/>
                </a:stretch>
              </a:blipFill>
              <a:ln w="5715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lvl="0" algn="ctr" defTabSz="913765"/>
                <a:endParaRPr lang="zh-CN" altLang="en-US" b="1">
                  <a:solidFill>
                    <a:srgbClr val="FFFFFF"/>
                  </a:solidFill>
                  <a:latin typeface="+mj-lt"/>
                </a:endParaRPr>
              </a:p>
            </p:txBody>
          </p:sp>
        </p:grpSp>
        <p:sp>
          <p:nvSpPr>
            <p:cNvPr id="39" name="任意多边形: 形状 38">
              <a:extLst>
                <a:ext uri="{FF2B5EF4-FFF2-40B4-BE49-F238E27FC236}">
                  <a16:creationId xmlns:a16="http://schemas.microsoft.com/office/drawing/2014/main" id="{EB70D3F4-7F68-7639-BC6D-C8C20723E1C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9649139" y="5594100"/>
              <a:ext cx="1869761" cy="540000"/>
            </a:xfrm>
            <a:custGeom>
              <a:avLst/>
              <a:gdLst>
                <a:gd name="connsiteX0" fmla="*/ 48345 w 2462545"/>
                <a:gd name="connsiteY0" fmla="*/ 614513 h 711200"/>
                <a:gd name="connsiteX1" fmla="*/ 48343 w 2462545"/>
                <a:gd name="connsiteY1" fmla="*/ 614513 h 711200"/>
                <a:gd name="connsiteX2" fmla="*/ 0 w 2462545"/>
                <a:gd name="connsiteY2" fmla="*/ 662857 h 711200"/>
                <a:gd name="connsiteX3" fmla="*/ 48343 w 2462545"/>
                <a:gd name="connsiteY3" fmla="*/ 711200 h 711200"/>
                <a:gd name="connsiteX4" fmla="*/ 48345 w 2462545"/>
                <a:gd name="connsiteY4" fmla="*/ 711200 h 711200"/>
                <a:gd name="connsiteX5" fmla="*/ 96689 w 2462545"/>
                <a:gd name="connsiteY5" fmla="*/ 662857 h 711200"/>
                <a:gd name="connsiteX6" fmla="*/ 48345 w 2462545"/>
                <a:gd name="connsiteY6" fmla="*/ 614513 h 711200"/>
                <a:gd name="connsiteX7" fmla="*/ 386328 w 2462545"/>
                <a:gd name="connsiteY7" fmla="*/ 614513 h 711200"/>
                <a:gd name="connsiteX8" fmla="*/ 386326 w 2462545"/>
                <a:gd name="connsiteY8" fmla="*/ 614513 h 711200"/>
                <a:gd name="connsiteX9" fmla="*/ 337982 w 2462545"/>
                <a:gd name="connsiteY9" fmla="*/ 662857 h 711200"/>
                <a:gd name="connsiteX10" fmla="*/ 386326 w 2462545"/>
                <a:gd name="connsiteY10" fmla="*/ 711200 h 711200"/>
                <a:gd name="connsiteX11" fmla="*/ 386328 w 2462545"/>
                <a:gd name="connsiteY11" fmla="*/ 711200 h 711200"/>
                <a:gd name="connsiteX12" fmla="*/ 434671 w 2462545"/>
                <a:gd name="connsiteY12" fmla="*/ 662857 h 711200"/>
                <a:gd name="connsiteX13" fmla="*/ 386328 w 2462545"/>
                <a:gd name="connsiteY13" fmla="*/ 614513 h 711200"/>
                <a:gd name="connsiteX14" fmla="*/ 724309 w 2462545"/>
                <a:gd name="connsiteY14" fmla="*/ 614513 h 711200"/>
                <a:gd name="connsiteX15" fmla="*/ 724307 w 2462545"/>
                <a:gd name="connsiteY15" fmla="*/ 614513 h 711200"/>
                <a:gd name="connsiteX16" fmla="*/ 675964 w 2462545"/>
                <a:gd name="connsiteY16" fmla="*/ 662857 h 711200"/>
                <a:gd name="connsiteX17" fmla="*/ 724307 w 2462545"/>
                <a:gd name="connsiteY17" fmla="*/ 711200 h 711200"/>
                <a:gd name="connsiteX18" fmla="*/ 724309 w 2462545"/>
                <a:gd name="connsiteY18" fmla="*/ 711200 h 711200"/>
                <a:gd name="connsiteX19" fmla="*/ 772652 w 2462545"/>
                <a:gd name="connsiteY19" fmla="*/ 662857 h 711200"/>
                <a:gd name="connsiteX20" fmla="*/ 724309 w 2462545"/>
                <a:gd name="connsiteY20" fmla="*/ 614513 h 711200"/>
                <a:gd name="connsiteX21" fmla="*/ 1062291 w 2462545"/>
                <a:gd name="connsiteY21" fmla="*/ 614513 h 711200"/>
                <a:gd name="connsiteX22" fmla="*/ 1062289 w 2462545"/>
                <a:gd name="connsiteY22" fmla="*/ 614513 h 711200"/>
                <a:gd name="connsiteX23" fmla="*/ 1013945 w 2462545"/>
                <a:gd name="connsiteY23" fmla="*/ 662857 h 711200"/>
                <a:gd name="connsiteX24" fmla="*/ 1062289 w 2462545"/>
                <a:gd name="connsiteY24" fmla="*/ 711200 h 711200"/>
                <a:gd name="connsiteX25" fmla="*/ 1062291 w 2462545"/>
                <a:gd name="connsiteY25" fmla="*/ 711200 h 711200"/>
                <a:gd name="connsiteX26" fmla="*/ 1110634 w 2462545"/>
                <a:gd name="connsiteY26" fmla="*/ 662857 h 711200"/>
                <a:gd name="connsiteX27" fmla="*/ 1062291 w 2462545"/>
                <a:gd name="connsiteY27" fmla="*/ 614513 h 711200"/>
                <a:gd name="connsiteX28" fmla="*/ 1400256 w 2462545"/>
                <a:gd name="connsiteY28" fmla="*/ 614513 h 711200"/>
                <a:gd name="connsiteX29" fmla="*/ 1400254 w 2462545"/>
                <a:gd name="connsiteY29" fmla="*/ 614513 h 711200"/>
                <a:gd name="connsiteX30" fmla="*/ 1351911 w 2462545"/>
                <a:gd name="connsiteY30" fmla="*/ 662857 h 711200"/>
                <a:gd name="connsiteX31" fmla="*/ 1400254 w 2462545"/>
                <a:gd name="connsiteY31" fmla="*/ 711200 h 711200"/>
                <a:gd name="connsiteX32" fmla="*/ 1400256 w 2462545"/>
                <a:gd name="connsiteY32" fmla="*/ 711200 h 711200"/>
                <a:gd name="connsiteX33" fmla="*/ 1448600 w 2462545"/>
                <a:gd name="connsiteY33" fmla="*/ 662857 h 711200"/>
                <a:gd name="connsiteX34" fmla="*/ 1400256 w 2462545"/>
                <a:gd name="connsiteY34" fmla="*/ 614513 h 711200"/>
                <a:gd name="connsiteX35" fmla="*/ 1738239 w 2462545"/>
                <a:gd name="connsiteY35" fmla="*/ 614513 h 711200"/>
                <a:gd name="connsiteX36" fmla="*/ 1738237 w 2462545"/>
                <a:gd name="connsiteY36" fmla="*/ 614513 h 711200"/>
                <a:gd name="connsiteX37" fmla="*/ 1689893 w 2462545"/>
                <a:gd name="connsiteY37" fmla="*/ 662857 h 711200"/>
                <a:gd name="connsiteX38" fmla="*/ 1738237 w 2462545"/>
                <a:gd name="connsiteY38" fmla="*/ 711200 h 711200"/>
                <a:gd name="connsiteX39" fmla="*/ 1738239 w 2462545"/>
                <a:gd name="connsiteY39" fmla="*/ 711200 h 711200"/>
                <a:gd name="connsiteX40" fmla="*/ 1786582 w 2462545"/>
                <a:gd name="connsiteY40" fmla="*/ 662857 h 711200"/>
                <a:gd name="connsiteX41" fmla="*/ 1738239 w 2462545"/>
                <a:gd name="connsiteY41" fmla="*/ 614513 h 711200"/>
                <a:gd name="connsiteX42" fmla="*/ 2076220 w 2462545"/>
                <a:gd name="connsiteY42" fmla="*/ 614513 h 711200"/>
                <a:gd name="connsiteX43" fmla="*/ 2076218 w 2462545"/>
                <a:gd name="connsiteY43" fmla="*/ 614513 h 711200"/>
                <a:gd name="connsiteX44" fmla="*/ 2027875 w 2462545"/>
                <a:gd name="connsiteY44" fmla="*/ 662857 h 711200"/>
                <a:gd name="connsiteX45" fmla="*/ 2076218 w 2462545"/>
                <a:gd name="connsiteY45" fmla="*/ 711200 h 711200"/>
                <a:gd name="connsiteX46" fmla="*/ 2076220 w 2462545"/>
                <a:gd name="connsiteY46" fmla="*/ 711200 h 711200"/>
                <a:gd name="connsiteX47" fmla="*/ 2124564 w 2462545"/>
                <a:gd name="connsiteY47" fmla="*/ 662857 h 711200"/>
                <a:gd name="connsiteX48" fmla="*/ 2076220 w 2462545"/>
                <a:gd name="connsiteY48" fmla="*/ 614513 h 711200"/>
                <a:gd name="connsiteX49" fmla="*/ 2414202 w 2462545"/>
                <a:gd name="connsiteY49" fmla="*/ 614513 h 711200"/>
                <a:gd name="connsiteX50" fmla="*/ 2414200 w 2462545"/>
                <a:gd name="connsiteY50" fmla="*/ 614513 h 711200"/>
                <a:gd name="connsiteX51" fmla="*/ 2365856 w 2462545"/>
                <a:gd name="connsiteY51" fmla="*/ 662857 h 711200"/>
                <a:gd name="connsiteX52" fmla="*/ 2414200 w 2462545"/>
                <a:gd name="connsiteY52" fmla="*/ 711200 h 711200"/>
                <a:gd name="connsiteX53" fmla="*/ 2414202 w 2462545"/>
                <a:gd name="connsiteY53" fmla="*/ 711200 h 711200"/>
                <a:gd name="connsiteX54" fmla="*/ 2462545 w 2462545"/>
                <a:gd name="connsiteY54" fmla="*/ 662857 h 711200"/>
                <a:gd name="connsiteX55" fmla="*/ 2414202 w 2462545"/>
                <a:gd name="connsiteY55" fmla="*/ 614513 h 711200"/>
                <a:gd name="connsiteX56" fmla="*/ 48345 w 2462545"/>
                <a:gd name="connsiteY56" fmla="*/ 307257 h 711200"/>
                <a:gd name="connsiteX57" fmla="*/ 48343 w 2462545"/>
                <a:gd name="connsiteY57" fmla="*/ 307257 h 711200"/>
                <a:gd name="connsiteX58" fmla="*/ 0 w 2462545"/>
                <a:gd name="connsiteY58" fmla="*/ 355600 h 711200"/>
                <a:gd name="connsiteX59" fmla="*/ 48343 w 2462545"/>
                <a:gd name="connsiteY59" fmla="*/ 403944 h 711200"/>
                <a:gd name="connsiteX60" fmla="*/ 48345 w 2462545"/>
                <a:gd name="connsiteY60" fmla="*/ 403944 h 711200"/>
                <a:gd name="connsiteX61" fmla="*/ 96689 w 2462545"/>
                <a:gd name="connsiteY61" fmla="*/ 355600 h 711200"/>
                <a:gd name="connsiteX62" fmla="*/ 48345 w 2462545"/>
                <a:gd name="connsiteY62" fmla="*/ 307257 h 711200"/>
                <a:gd name="connsiteX63" fmla="*/ 386328 w 2462545"/>
                <a:gd name="connsiteY63" fmla="*/ 307257 h 711200"/>
                <a:gd name="connsiteX64" fmla="*/ 386326 w 2462545"/>
                <a:gd name="connsiteY64" fmla="*/ 307257 h 711200"/>
                <a:gd name="connsiteX65" fmla="*/ 337982 w 2462545"/>
                <a:gd name="connsiteY65" fmla="*/ 355600 h 711200"/>
                <a:gd name="connsiteX66" fmla="*/ 386326 w 2462545"/>
                <a:gd name="connsiteY66" fmla="*/ 403944 h 711200"/>
                <a:gd name="connsiteX67" fmla="*/ 386328 w 2462545"/>
                <a:gd name="connsiteY67" fmla="*/ 403944 h 711200"/>
                <a:gd name="connsiteX68" fmla="*/ 434671 w 2462545"/>
                <a:gd name="connsiteY68" fmla="*/ 355600 h 711200"/>
                <a:gd name="connsiteX69" fmla="*/ 386328 w 2462545"/>
                <a:gd name="connsiteY69" fmla="*/ 307257 h 711200"/>
                <a:gd name="connsiteX70" fmla="*/ 724309 w 2462545"/>
                <a:gd name="connsiteY70" fmla="*/ 307257 h 711200"/>
                <a:gd name="connsiteX71" fmla="*/ 724307 w 2462545"/>
                <a:gd name="connsiteY71" fmla="*/ 307257 h 711200"/>
                <a:gd name="connsiteX72" fmla="*/ 675964 w 2462545"/>
                <a:gd name="connsiteY72" fmla="*/ 355600 h 711200"/>
                <a:gd name="connsiteX73" fmla="*/ 724307 w 2462545"/>
                <a:gd name="connsiteY73" fmla="*/ 403944 h 711200"/>
                <a:gd name="connsiteX74" fmla="*/ 724309 w 2462545"/>
                <a:gd name="connsiteY74" fmla="*/ 403944 h 711200"/>
                <a:gd name="connsiteX75" fmla="*/ 772652 w 2462545"/>
                <a:gd name="connsiteY75" fmla="*/ 355600 h 711200"/>
                <a:gd name="connsiteX76" fmla="*/ 724309 w 2462545"/>
                <a:gd name="connsiteY76" fmla="*/ 307257 h 711200"/>
                <a:gd name="connsiteX77" fmla="*/ 1062291 w 2462545"/>
                <a:gd name="connsiteY77" fmla="*/ 307257 h 711200"/>
                <a:gd name="connsiteX78" fmla="*/ 1062289 w 2462545"/>
                <a:gd name="connsiteY78" fmla="*/ 307257 h 711200"/>
                <a:gd name="connsiteX79" fmla="*/ 1013945 w 2462545"/>
                <a:gd name="connsiteY79" fmla="*/ 355600 h 711200"/>
                <a:gd name="connsiteX80" fmla="*/ 1062289 w 2462545"/>
                <a:gd name="connsiteY80" fmla="*/ 403944 h 711200"/>
                <a:gd name="connsiteX81" fmla="*/ 1062291 w 2462545"/>
                <a:gd name="connsiteY81" fmla="*/ 403944 h 711200"/>
                <a:gd name="connsiteX82" fmla="*/ 1110634 w 2462545"/>
                <a:gd name="connsiteY82" fmla="*/ 355600 h 711200"/>
                <a:gd name="connsiteX83" fmla="*/ 1062291 w 2462545"/>
                <a:gd name="connsiteY83" fmla="*/ 307257 h 711200"/>
                <a:gd name="connsiteX84" fmla="*/ 1400256 w 2462545"/>
                <a:gd name="connsiteY84" fmla="*/ 307257 h 711200"/>
                <a:gd name="connsiteX85" fmla="*/ 1400254 w 2462545"/>
                <a:gd name="connsiteY85" fmla="*/ 307257 h 711200"/>
                <a:gd name="connsiteX86" fmla="*/ 1351911 w 2462545"/>
                <a:gd name="connsiteY86" fmla="*/ 355600 h 711200"/>
                <a:gd name="connsiteX87" fmla="*/ 1400254 w 2462545"/>
                <a:gd name="connsiteY87" fmla="*/ 403944 h 711200"/>
                <a:gd name="connsiteX88" fmla="*/ 1400256 w 2462545"/>
                <a:gd name="connsiteY88" fmla="*/ 403944 h 711200"/>
                <a:gd name="connsiteX89" fmla="*/ 1448600 w 2462545"/>
                <a:gd name="connsiteY89" fmla="*/ 355600 h 711200"/>
                <a:gd name="connsiteX90" fmla="*/ 1400256 w 2462545"/>
                <a:gd name="connsiteY90" fmla="*/ 307257 h 711200"/>
                <a:gd name="connsiteX91" fmla="*/ 1738239 w 2462545"/>
                <a:gd name="connsiteY91" fmla="*/ 307257 h 711200"/>
                <a:gd name="connsiteX92" fmla="*/ 1738237 w 2462545"/>
                <a:gd name="connsiteY92" fmla="*/ 307257 h 711200"/>
                <a:gd name="connsiteX93" fmla="*/ 1689893 w 2462545"/>
                <a:gd name="connsiteY93" fmla="*/ 355600 h 711200"/>
                <a:gd name="connsiteX94" fmla="*/ 1738237 w 2462545"/>
                <a:gd name="connsiteY94" fmla="*/ 403944 h 711200"/>
                <a:gd name="connsiteX95" fmla="*/ 1738239 w 2462545"/>
                <a:gd name="connsiteY95" fmla="*/ 403944 h 711200"/>
                <a:gd name="connsiteX96" fmla="*/ 1786582 w 2462545"/>
                <a:gd name="connsiteY96" fmla="*/ 355600 h 711200"/>
                <a:gd name="connsiteX97" fmla="*/ 1738239 w 2462545"/>
                <a:gd name="connsiteY97" fmla="*/ 307257 h 711200"/>
                <a:gd name="connsiteX98" fmla="*/ 2076220 w 2462545"/>
                <a:gd name="connsiteY98" fmla="*/ 307257 h 711200"/>
                <a:gd name="connsiteX99" fmla="*/ 2076218 w 2462545"/>
                <a:gd name="connsiteY99" fmla="*/ 307257 h 711200"/>
                <a:gd name="connsiteX100" fmla="*/ 2027875 w 2462545"/>
                <a:gd name="connsiteY100" fmla="*/ 355600 h 711200"/>
                <a:gd name="connsiteX101" fmla="*/ 2076218 w 2462545"/>
                <a:gd name="connsiteY101" fmla="*/ 403944 h 711200"/>
                <a:gd name="connsiteX102" fmla="*/ 2076220 w 2462545"/>
                <a:gd name="connsiteY102" fmla="*/ 403944 h 711200"/>
                <a:gd name="connsiteX103" fmla="*/ 2124564 w 2462545"/>
                <a:gd name="connsiteY103" fmla="*/ 355600 h 711200"/>
                <a:gd name="connsiteX104" fmla="*/ 2076220 w 2462545"/>
                <a:gd name="connsiteY104" fmla="*/ 307257 h 711200"/>
                <a:gd name="connsiteX105" fmla="*/ 2414202 w 2462545"/>
                <a:gd name="connsiteY105" fmla="*/ 307257 h 711200"/>
                <a:gd name="connsiteX106" fmla="*/ 2414200 w 2462545"/>
                <a:gd name="connsiteY106" fmla="*/ 307257 h 711200"/>
                <a:gd name="connsiteX107" fmla="*/ 2365856 w 2462545"/>
                <a:gd name="connsiteY107" fmla="*/ 355600 h 711200"/>
                <a:gd name="connsiteX108" fmla="*/ 2414200 w 2462545"/>
                <a:gd name="connsiteY108" fmla="*/ 403944 h 711200"/>
                <a:gd name="connsiteX109" fmla="*/ 2414202 w 2462545"/>
                <a:gd name="connsiteY109" fmla="*/ 403944 h 711200"/>
                <a:gd name="connsiteX110" fmla="*/ 2462545 w 2462545"/>
                <a:gd name="connsiteY110" fmla="*/ 355600 h 711200"/>
                <a:gd name="connsiteX111" fmla="*/ 2414202 w 2462545"/>
                <a:gd name="connsiteY111" fmla="*/ 307257 h 711200"/>
                <a:gd name="connsiteX112" fmla="*/ 48345 w 2462545"/>
                <a:gd name="connsiteY112" fmla="*/ 0 h 711200"/>
                <a:gd name="connsiteX113" fmla="*/ 48343 w 2462545"/>
                <a:gd name="connsiteY113" fmla="*/ 0 h 711200"/>
                <a:gd name="connsiteX114" fmla="*/ 0 w 2462545"/>
                <a:gd name="connsiteY114" fmla="*/ 48344 h 711200"/>
                <a:gd name="connsiteX115" fmla="*/ 48343 w 2462545"/>
                <a:gd name="connsiteY115" fmla="*/ 96687 h 711200"/>
                <a:gd name="connsiteX116" fmla="*/ 48345 w 2462545"/>
                <a:gd name="connsiteY116" fmla="*/ 96687 h 711200"/>
                <a:gd name="connsiteX117" fmla="*/ 96689 w 2462545"/>
                <a:gd name="connsiteY117" fmla="*/ 48344 h 711200"/>
                <a:gd name="connsiteX118" fmla="*/ 48345 w 2462545"/>
                <a:gd name="connsiteY118" fmla="*/ 0 h 711200"/>
                <a:gd name="connsiteX119" fmla="*/ 386328 w 2462545"/>
                <a:gd name="connsiteY119" fmla="*/ 0 h 711200"/>
                <a:gd name="connsiteX120" fmla="*/ 386326 w 2462545"/>
                <a:gd name="connsiteY120" fmla="*/ 0 h 711200"/>
                <a:gd name="connsiteX121" fmla="*/ 337982 w 2462545"/>
                <a:gd name="connsiteY121" fmla="*/ 48344 h 711200"/>
                <a:gd name="connsiteX122" fmla="*/ 386326 w 2462545"/>
                <a:gd name="connsiteY122" fmla="*/ 96687 h 711200"/>
                <a:gd name="connsiteX123" fmla="*/ 386328 w 2462545"/>
                <a:gd name="connsiteY123" fmla="*/ 96687 h 711200"/>
                <a:gd name="connsiteX124" fmla="*/ 434671 w 2462545"/>
                <a:gd name="connsiteY124" fmla="*/ 48344 h 711200"/>
                <a:gd name="connsiteX125" fmla="*/ 386328 w 2462545"/>
                <a:gd name="connsiteY125" fmla="*/ 0 h 711200"/>
                <a:gd name="connsiteX126" fmla="*/ 724309 w 2462545"/>
                <a:gd name="connsiteY126" fmla="*/ 0 h 711200"/>
                <a:gd name="connsiteX127" fmla="*/ 724307 w 2462545"/>
                <a:gd name="connsiteY127" fmla="*/ 0 h 711200"/>
                <a:gd name="connsiteX128" fmla="*/ 675964 w 2462545"/>
                <a:gd name="connsiteY128" fmla="*/ 48344 h 711200"/>
                <a:gd name="connsiteX129" fmla="*/ 724307 w 2462545"/>
                <a:gd name="connsiteY129" fmla="*/ 96687 h 711200"/>
                <a:gd name="connsiteX130" fmla="*/ 724309 w 2462545"/>
                <a:gd name="connsiteY130" fmla="*/ 96687 h 711200"/>
                <a:gd name="connsiteX131" fmla="*/ 772652 w 2462545"/>
                <a:gd name="connsiteY131" fmla="*/ 48344 h 711200"/>
                <a:gd name="connsiteX132" fmla="*/ 724309 w 2462545"/>
                <a:gd name="connsiteY132" fmla="*/ 0 h 711200"/>
                <a:gd name="connsiteX133" fmla="*/ 1062291 w 2462545"/>
                <a:gd name="connsiteY133" fmla="*/ 0 h 711200"/>
                <a:gd name="connsiteX134" fmla="*/ 1062289 w 2462545"/>
                <a:gd name="connsiteY134" fmla="*/ 0 h 711200"/>
                <a:gd name="connsiteX135" fmla="*/ 1013945 w 2462545"/>
                <a:gd name="connsiteY135" fmla="*/ 48344 h 711200"/>
                <a:gd name="connsiteX136" fmla="*/ 1062289 w 2462545"/>
                <a:gd name="connsiteY136" fmla="*/ 96687 h 711200"/>
                <a:gd name="connsiteX137" fmla="*/ 1062291 w 2462545"/>
                <a:gd name="connsiteY137" fmla="*/ 96687 h 711200"/>
                <a:gd name="connsiteX138" fmla="*/ 1110634 w 2462545"/>
                <a:gd name="connsiteY138" fmla="*/ 48344 h 711200"/>
                <a:gd name="connsiteX139" fmla="*/ 1062291 w 2462545"/>
                <a:gd name="connsiteY139" fmla="*/ 0 h 711200"/>
                <a:gd name="connsiteX140" fmla="*/ 1400256 w 2462545"/>
                <a:gd name="connsiteY140" fmla="*/ 0 h 711200"/>
                <a:gd name="connsiteX141" fmla="*/ 1400254 w 2462545"/>
                <a:gd name="connsiteY141" fmla="*/ 0 h 711200"/>
                <a:gd name="connsiteX142" fmla="*/ 1351911 w 2462545"/>
                <a:gd name="connsiteY142" fmla="*/ 48344 h 711200"/>
                <a:gd name="connsiteX143" fmla="*/ 1400254 w 2462545"/>
                <a:gd name="connsiteY143" fmla="*/ 96687 h 711200"/>
                <a:gd name="connsiteX144" fmla="*/ 1400256 w 2462545"/>
                <a:gd name="connsiteY144" fmla="*/ 96687 h 711200"/>
                <a:gd name="connsiteX145" fmla="*/ 1448600 w 2462545"/>
                <a:gd name="connsiteY145" fmla="*/ 48344 h 711200"/>
                <a:gd name="connsiteX146" fmla="*/ 1400256 w 2462545"/>
                <a:gd name="connsiteY146" fmla="*/ 0 h 711200"/>
                <a:gd name="connsiteX147" fmla="*/ 1738239 w 2462545"/>
                <a:gd name="connsiteY147" fmla="*/ 0 h 711200"/>
                <a:gd name="connsiteX148" fmla="*/ 1738237 w 2462545"/>
                <a:gd name="connsiteY148" fmla="*/ 0 h 711200"/>
                <a:gd name="connsiteX149" fmla="*/ 1689893 w 2462545"/>
                <a:gd name="connsiteY149" fmla="*/ 48344 h 711200"/>
                <a:gd name="connsiteX150" fmla="*/ 1738237 w 2462545"/>
                <a:gd name="connsiteY150" fmla="*/ 96687 h 711200"/>
                <a:gd name="connsiteX151" fmla="*/ 1738239 w 2462545"/>
                <a:gd name="connsiteY151" fmla="*/ 96687 h 711200"/>
                <a:gd name="connsiteX152" fmla="*/ 1786582 w 2462545"/>
                <a:gd name="connsiteY152" fmla="*/ 48344 h 711200"/>
                <a:gd name="connsiteX153" fmla="*/ 1738239 w 2462545"/>
                <a:gd name="connsiteY153" fmla="*/ 0 h 711200"/>
                <a:gd name="connsiteX154" fmla="*/ 2076220 w 2462545"/>
                <a:gd name="connsiteY154" fmla="*/ 0 h 711200"/>
                <a:gd name="connsiteX155" fmla="*/ 2076218 w 2462545"/>
                <a:gd name="connsiteY155" fmla="*/ 0 h 711200"/>
                <a:gd name="connsiteX156" fmla="*/ 2027875 w 2462545"/>
                <a:gd name="connsiteY156" fmla="*/ 48344 h 711200"/>
                <a:gd name="connsiteX157" fmla="*/ 2076218 w 2462545"/>
                <a:gd name="connsiteY157" fmla="*/ 96687 h 711200"/>
                <a:gd name="connsiteX158" fmla="*/ 2076220 w 2462545"/>
                <a:gd name="connsiteY158" fmla="*/ 96687 h 711200"/>
                <a:gd name="connsiteX159" fmla="*/ 2124564 w 2462545"/>
                <a:gd name="connsiteY159" fmla="*/ 48344 h 711200"/>
                <a:gd name="connsiteX160" fmla="*/ 2076220 w 2462545"/>
                <a:gd name="connsiteY160" fmla="*/ 0 h 711200"/>
                <a:gd name="connsiteX161" fmla="*/ 2414202 w 2462545"/>
                <a:gd name="connsiteY161" fmla="*/ 0 h 711200"/>
                <a:gd name="connsiteX162" fmla="*/ 2414200 w 2462545"/>
                <a:gd name="connsiteY162" fmla="*/ 0 h 711200"/>
                <a:gd name="connsiteX163" fmla="*/ 2365856 w 2462545"/>
                <a:gd name="connsiteY163" fmla="*/ 48344 h 711200"/>
                <a:gd name="connsiteX164" fmla="*/ 2414200 w 2462545"/>
                <a:gd name="connsiteY164" fmla="*/ 96687 h 711200"/>
                <a:gd name="connsiteX165" fmla="*/ 2414202 w 2462545"/>
                <a:gd name="connsiteY165" fmla="*/ 96687 h 711200"/>
                <a:gd name="connsiteX166" fmla="*/ 2462545 w 2462545"/>
                <a:gd name="connsiteY166" fmla="*/ 48344 h 711200"/>
                <a:gd name="connsiteX167" fmla="*/ 2414202 w 2462545"/>
                <a:gd name="connsiteY167" fmla="*/ 0 h 711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</a:cxnLst>
              <a:rect l="l" t="t" r="r" b="b"/>
              <a:pathLst>
                <a:path w="2462545" h="711200">
                  <a:moveTo>
                    <a:pt x="48345" y="614513"/>
                  </a:moveTo>
                  <a:lnTo>
                    <a:pt x="48343" y="614513"/>
                  </a:lnTo>
                  <a:cubicBezTo>
                    <a:pt x="21644" y="614513"/>
                    <a:pt x="0" y="636158"/>
                    <a:pt x="0" y="662857"/>
                  </a:cubicBezTo>
                  <a:cubicBezTo>
                    <a:pt x="0" y="689556"/>
                    <a:pt x="21644" y="711200"/>
                    <a:pt x="48343" y="711200"/>
                  </a:cubicBezTo>
                  <a:lnTo>
                    <a:pt x="48345" y="711200"/>
                  </a:lnTo>
                  <a:cubicBezTo>
                    <a:pt x="75044" y="711200"/>
                    <a:pt x="96689" y="689556"/>
                    <a:pt x="96689" y="662857"/>
                  </a:cubicBezTo>
                  <a:cubicBezTo>
                    <a:pt x="96689" y="636158"/>
                    <a:pt x="75044" y="614513"/>
                    <a:pt x="48345" y="614513"/>
                  </a:cubicBezTo>
                  <a:close/>
                  <a:moveTo>
                    <a:pt x="386328" y="614513"/>
                  </a:moveTo>
                  <a:lnTo>
                    <a:pt x="386326" y="614513"/>
                  </a:lnTo>
                  <a:cubicBezTo>
                    <a:pt x="359627" y="614513"/>
                    <a:pt x="337982" y="636158"/>
                    <a:pt x="337982" y="662857"/>
                  </a:cubicBezTo>
                  <a:cubicBezTo>
                    <a:pt x="337982" y="689556"/>
                    <a:pt x="359627" y="711200"/>
                    <a:pt x="386326" y="711200"/>
                  </a:cubicBezTo>
                  <a:lnTo>
                    <a:pt x="386328" y="711200"/>
                  </a:lnTo>
                  <a:cubicBezTo>
                    <a:pt x="413026" y="711200"/>
                    <a:pt x="434671" y="689556"/>
                    <a:pt x="434671" y="662857"/>
                  </a:cubicBezTo>
                  <a:cubicBezTo>
                    <a:pt x="434671" y="636158"/>
                    <a:pt x="413026" y="614513"/>
                    <a:pt x="386328" y="614513"/>
                  </a:cubicBezTo>
                  <a:close/>
                  <a:moveTo>
                    <a:pt x="724309" y="614513"/>
                  </a:moveTo>
                  <a:lnTo>
                    <a:pt x="724307" y="614513"/>
                  </a:lnTo>
                  <a:cubicBezTo>
                    <a:pt x="697608" y="614513"/>
                    <a:pt x="675964" y="636158"/>
                    <a:pt x="675964" y="662857"/>
                  </a:cubicBezTo>
                  <a:cubicBezTo>
                    <a:pt x="675964" y="689556"/>
                    <a:pt x="697608" y="711200"/>
                    <a:pt x="724307" y="711200"/>
                  </a:cubicBezTo>
                  <a:lnTo>
                    <a:pt x="724309" y="711200"/>
                  </a:lnTo>
                  <a:cubicBezTo>
                    <a:pt x="751008" y="711200"/>
                    <a:pt x="772652" y="689556"/>
                    <a:pt x="772652" y="662857"/>
                  </a:cubicBezTo>
                  <a:cubicBezTo>
                    <a:pt x="772652" y="636158"/>
                    <a:pt x="751008" y="614513"/>
                    <a:pt x="724309" y="614513"/>
                  </a:cubicBezTo>
                  <a:close/>
                  <a:moveTo>
                    <a:pt x="1062291" y="614513"/>
                  </a:moveTo>
                  <a:lnTo>
                    <a:pt x="1062289" y="614513"/>
                  </a:lnTo>
                  <a:cubicBezTo>
                    <a:pt x="1035590" y="614513"/>
                    <a:pt x="1013945" y="636158"/>
                    <a:pt x="1013945" y="662857"/>
                  </a:cubicBezTo>
                  <a:cubicBezTo>
                    <a:pt x="1013945" y="689556"/>
                    <a:pt x="1035590" y="711200"/>
                    <a:pt x="1062289" y="711200"/>
                  </a:cubicBezTo>
                  <a:lnTo>
                    <a:pt x="1062291" y="711200"/>
                  </a:lnTo>
                  <a:cubicBezTo>
                    <a:pt x="1088990" y="711200"/>
                    <a:pt x="1110634" y="689556"/>
                    <a:pt x="1110634" y="662857"/>
                  </a:cubicBezTo>
                  <a:cubicBezTo>
                    <a:pt x="1110634" y="636158"/>
                    <a:pt x="1088990" y="614513"/>
                    <a:pt x="1062291" y="614513"/>
                  </a:cubicBezTo>
                  <a:close/>
                  <a:moveTo>
                    <a:pt x="1400256" y="614513"/>
                  </a:moveTo>
                  <a:lnTo>
                    <a:pt x="1400254" y="614513"/>
                  </a:lnTo>
                  <a:cubicBezTo>
                    <a:pt x="1373555" y="614513"/>
                    <a:pt x="1351911" y="636158"/>
                    <a:pt x="1351911" y="662857"/>
                  </a:cubicBezTo>
                  <a:cubicBezTo>
                    <a:pt x="1351911" y="689556"/>
                    <a:pt x="1373555" y="711200"/>
                    <a:pt x="1400254" y="711200"/>
                  </a:cubicBezTo>
                  <a:lnTo>
                    <a:pt x="1400256" y="711200"/>
                  </a:lnTo>
                  <a:cubicBezTo>
                    <a:pt x="1426955" y="711200"/>
                    <a:pt x="1448600" y="689556"/>
                    <a:pt x="1448600" y="662857"/>
                  </a:cubicBezTo>
                  <a:cubicBezTo>
                    <a:pt x="1448600" y="636158"/>
                    <a:pt x="1426955" y="614513"/>
                    <a:pt x="1400256" y="614513"/>
                  </a:cubicBezTo>
                  <a:close/>
                  <a:moveTo>
                    <a:pt x="1738239" y="614513"/>
                  </a:moveTo>
                  <a:lnTo>
                    <a:pt x="1738237" y="614513"/>
                  </a:lnTo>
                  <a:cubicBezTo>
                    <a:pt x="1711538" y="614513"/>
                    <a:pt x="1689893" y="636158"/>
                    <a:pt x="1689893" y="662857"/>
                  </a:cubicBezTo>
                  <a:cubicBezTo>
                    <a:pt x="1689893" y="689556"/>
                    <a:pt x="1711538" y="711200"/>
                    <a:pt x="1738237" y="711200"/>
                  </a:cubicBezTo>
                  <a:lnTo>
                    <a:pt x="1738239" y="711200"/>
                  </a:lnTo>
                  <a:cubicBezTo>
                    <a:pt x="1764938" y="711200"/>
                    <a:pt x="1786582" y="689556"/>
                    <a:pt x="1786582" y="662857"/>
                  </a:cubicBezTo>
                  <a:cubicBezTo>
                    <a:pt x="1786582" y="636158"/>
                    <a:pt x="1764938" y="614513"/>
                    <a:pt x="1738239" y="614513"/>
                  </a:cubicBezTo>
                  <a:close/>
                  <a:moveTo>
                    <a:pt x="2076220" y="614513"/>
                  </a:moveTo>
                  <a:lnTo>
                    <a:pt x="2076218" y="614513"/>
                  </a:lnTo>
                  <a:cubicBezTo>
                    <a:pt x="2049519" y="614513"/>
                    <a:pt x="2027875" y="636158"/>
                    <a:pt x="2027875" y="662857"/>
                  </a:cubicBezTo>
                  <a:cubicBezTo>
                    <a:pt x="2027875" y="689556"/>
                    <a:pt x="2049519" y="711200"/>
                    <a:pt x="2076218" y="711200"/>
                  </a:cubicBezTo>
                  <a:lnTo>
                    <a:pt x="2076220" y="711200"/>
                  </a:lnTo>
                  <a:cubicBezTo>
                    <a:pt x="2102919" y="711200"/>
                    <a:pt x="2124564" y="689556"/>
                    <a:pt x="2124564" y="662857"/>
                  </a:cubicBezTo>
                  <a:cubicBezTo>
                    <a:pt x="2124564" y="636158"/>
                    <a:pt x="2102919" y="614513"/>
                    <a:pt x="2076220" y="614513"/>
                  </a:cubicBezTo>
                  <a:close/>
                  <a:moveTo>
                    <a:pt x="2414202" y="614513"/>
                  </a:moveTo>
                  <a:lnTo>
                    <a:pt x="2414200" y="614513"/>
                  </a:lnTo>
                  <a:cubicBezTo>
                    <a:pt x="2387501" y="614513"/>
                    <a:pt x="2365856" y="636158"/>
                    <a:pt x="2365856" y="662857"/>
                  </a:cubicBezTo>
                  <a:cubicBezTo>
                    <a:pt x="2365856" y="689556"/>
                    <a:pt x="2387501" y="711200"/>
                    <a:pt x="2414200" y="711200"/>
                  </a:cubicBezTo>
                  <a:lnTo>
                    <a:pt x="2414202" y="711200"/>
                  </a:lnTo>
                  <a:cubicBezTo>
                    <a:pt x="2440900" y="711200"/>
                    <a:pt x="2462545" y="689556"/>
                    <a:pt x="2462545" y="662857"/>
                  </a:cubicBezTo>
                  <a:cubicBezTo>
                    <a:pt x="2462545" y="636158"/>
                    <a:pt x="2440900" y="614513"/>
                    <a:pt x="2414202" y="614513"/>
                  </a:cubicBezTo>
                  <a:close/>
                  <a:moveTo>
                    <a:pt x="48345" y="307257"/>
                  </a:moveTo>
                  <a:lnTo>
                    <a:pt x="48343" y="307257"/>
                  </a:lnTo>
                  <a:cubicBezTo>
                    <a:pt x="21644" y="307257"/>
                    <a:pt x="0" y="328901"/>
                    <a:pt x="0" y="355600"/>
                  </a:cubicBezTo>
                  <a:cubicBezTo>
                    <a:pt x="0" y="382299"/>
                    <a:pt x="21644" y="403944"/>
                    <a:pt x="48343" y="403944"/>
                  </a:cubicBezTo>
                  <a:lnTo>
                    <a:pt x="48345" y="403944"/>
                  </a:lnTo>
                  <a:cubicBezTo>
                    <a:pt x="75044" y="403944"/>
                    <a:pt x="96689" y="382299"/>
                    <a:pt x="96689" y="355600"/>
                  </a:cubicBezTo>
                  <a:cubicBezTo>
                    <a:pt x="96689" y="328901"/>
                    <a:pt x="75044" y="307257"/>
                    <a:pt x="48345" y="307257"/>
                  </a:cubicBezTo>
                  <a:close/>
                  <a:moveTo>
                    <a:pt x="386328" y="307257"/>
                  </a:moveTo>
                  <a:lnTo>
                    <a:pt x="386326" y="307257"/>
                  </a:lnTo>
                  <a:cubicBezTo>
                    <a:pt x="359627" y="307257"/>
                    <a:pt x="337982" y="328901"/>
                    <a:pt x="337982" y="355600"/>
                  </a:cubicBezTo>
                  <a:cubicBezTo>
                    <a:pt x="337982" y="382299"/>
                    <a:pt x="359627" y="403944"/>
                    <a:pt x="386326" y="403944"/>
                  </a:cubicBezTo>
                  <a:lnTo>
                    <a:pt x="386328" y="403944"/>
                  </a:lnTo>
                  <a:cubicBezTo>
                    <a:pt x="413026" y="403944"/>
                    <a:pt x="434671" y="382299"/>
                    <a:pt x="434671" y="355600"/>
                  </a:cubicBezTo>
                  <a:cubicBezTo>
                    <a:pt x="434671" y="328901"/>
                    <a:pt x="413026" y="307257"/>
                    <a:pt x="386328" y="307257"/>
                  </a:cubicBezTo>
                  <a:close/>
                  <a:moveTo>
                    <a:pt x="724309" y="307257"/>
                  </a:moveTo>
                  <a:lnTo>
                    <a:pt x="724307" y="307257"/>
                  </a:lnTo>
                  <a:cubicBezTo>
                    <a:pt x="697608" y="307257"/>
                    <a:pt x="675964" y="328901"/>
                    <a:pt x="675964" y="355600"/>
                  </a:cubicBezTo>
                  <a:cubicBezTo>
                    <a:pt x="675964" y="382299"/>
                    <a:pt x="697608" y="403944"/>
                    <a:pt x="724307" y="403944"/>
                  </a:cubicBezTo>
                  <a:lnTo>
                    <a:pt x="724309" y="403944"/>
                  </a:lnTo>
                  <a:cubicBezTo>
                    <a:pt x="751008" y="403944"/>
                    <a:pt x="772652" y="382299"/>
                    <a:pt x="772652" y="355600"/>
                  </a:cubicBezTo>
                  <a:cubicBezTo>
                    <a:pt x="772652" y="328901"/>
                    <a:pt x="751008" y="307257"/>
                    <a:pt x="724309" y="307257"/>
                  </a:cubicBezTo>
                  <a:close/>
                  <a:moveTo>
                    <a:pt x="1062291" y="307257"/>
                  </a:moveTo>
                  <a:lnTo>
                    <a:pt x="1062289" y="307257"/>
                  </a:lnTo>
                  <a:cubicBezTo>
                    <a:pt x="1035590" y="307257"/>
                    <a:pt x="1013945" y="328901"/>
                    <a:pt x="1013945" y="355600"/>
                  </a:cubicBezTo>
                  <a:cubicBezTo>
                    <a:pt x="1013945" y="382299"/>
                    <a:pt x="1035590" y="403944"/>
                    <a:pt x="1062289" y="403944"/>
                  </a:cubicBezTo>
                  <a:lnTo>
                    <a:pt x="1062291" y="403944"/>
                  </a:lnTo>
                  <a:cubicBezTo>
                    <a:pt x="1088990" y="403944"/>
                    <a:pt x="1110634" y="382299"/>
                    <a:pt x="1110634" y="355600"/>
                  </a:cubicBezTo>
                  <a:cubicBezTo>
                    <a:pt x="1110634" y="328901"/>
                    <a:pt x="1088990" y="307257"/>
                    <a:pt x="1062291" y="307257"/>
                  </a:cubicBezTo>
                  <a:close/>
                  <a:moveTo>
                    <a:pt x="1400256" y="307257"/>
                  </a:moveTo>
                  <a:lnTo>
                    <a:pt x="1400254" y="307257"/>
                  </a:lnTo>
                  <a:cubicBezTo>
                    <a:pt x="1373555" y="307257"/>
                    <a:pt x="1351911" y="328901"/>
                    <a:pt x="1351911" y="355600"/>
                  </a:cubicBezTo>
                  <a:cubicBezTo>
                    <a:pt x="1351911" y="382299"/>
                    <a:pt x="1373555" y="403944"/>
                    <a:pt x="1400254" y="403944"/>
                  </a:cubicBezTo>
                  <a:lnTo>
                    <a:pt x="1400256" y="403944"/>
                  </a:lnTo>
                  <a:cubicBezTo>
                    <a:pt x="1426955" y="403944"/>
                    <a:pt x="1448600" y="382299"/>
                    <a:pt x="1448600" y="355600"/>
                  </a:cubicBezTo>
                  <a:cubicBezTo>
                    <a:pt x="1448600" y="328901"/>
                    <a:pt x="1426955" y="307257"/>
                    <a:pt x="1400256" y="307257"/>
                  </a:cubicBezTo>
                  <a:close/>
                  <a:moveTo>
                    <a:pt x="1738239" y="307257"/>
                  </a:moveTo>
                  <a:lnTo>
                    <a:pt x="1738237" y="307257"/>
                  </a:lnTo>
                  <a:cubicBezTo>
                    <a:pt x="1711538" y="307257"/>
                    <a:pt x="1689893" y="328901"/>
                    <a:pt x="1689893" y="355600"/>
                  </a:cubicBezTo>
                  <a:cubicBezTo>
                    <a:pt x="1689893" y="382299"/>
                    <a:pt x="1711538" y="403944"/>
                    <a:pt x="1738237" y="403944"/>
                  </a:cubicBezTo>
                  <a:lnTo>
                    <a:pt x="1738239" y="403944"/>
                  </a:lnTo>
                  <a:cubicBezTo>
                    <a:pt x="1764938" y="403944"/>
                    <a:pt x="1786582" y="382299"/>
                    <a:pt x="1786582" y="355600"/>
                  </a:cubicBezTo>
                  <a:cubicBezTo>
                    <a:pt x="1786582" y="328901"/>
                    <a:pt x="1764938" y="307257"/>
                    <a:pt x="1738239" y="307257"/>
                  </a:cubicBezTo>
                  <a:close/>
                  <a:moveTo>
                    <a:pt x="2076220" y="307257"/>
                  </a:moveTo>
                  <a:lnTo>
                    <a:pt x="2076218" y="307257"/>
                  </a:lnTo>
                  <a:cubicBezTo>
                    <a:pt x="2049519" y="307257"/>
                    <a:pt x="2027875" y="328901"/>
                    <a:pt x="2027875" y="355600"/>
                  </a:cubicBezTo>
                  <a:cubicBezTo>
                    <a:pt x="2027875" y="382299"/>
                    <a:pt x="2049519" y="403944"/>
                    <a:pt x="2076218" y="403944"/>
                  </a:cubicBezTo>
                  <a:lnTo>
                    <a:pt x="2076220" y="403944"/>
                  </a:lnTo>
                  <a:cubicBezTo>
                    <a:pt x="2102919" y="403944"/>
                    <a:pt x="2124564" y="382299"/>
                    <a:pt x="2124564" y="355600"/>
                  </a:cubicBezTo>
                  <a:cubicBezTo>
                    <a:pt x="2124564" y="328901"/>
                    <a:pt x="2102919" y="307257"/>
                    <a:pt x="2076220" y="307257"/>
                  </a:cubicBezTo>
                  <a:close/>
                  <a:moveTo>
                    <a:pt x="2414202" y="307257"/>
                  </a:moveTo>
                  <a:lnTo>
                    <a:pt x="2414200" y="307257"/>
                  </a:lnTo>
                  <a:cubicBezTo>
                    <a:pt x="2387501" y="307257"/>
                    <a:pt x="2365856" y="328901"/>
                    <a:pt x="2365856" y="355600"/>
                  </a:cubicBezTo>
                  <a:cubicBezTo>
                    <a:pt x="2365856" y="382299"/>
                    <a:pt x="2387501" y="403944"/>
                    <a:pt x="2414200" y="403944"/>
                  </a:cubicBezTo>
                  <a:lnTo>
                    <a:pt x="2414202" y="403944"/>
                  </a:lnTo>
                  <a:cubicBezTo>
                    <a:pt x="2440900" y="403944"/>
                    <a:pt x="2462545" y="382299"/>
                    <a:pt x="2462545" y="355600"/>
                  </a:cubicBezTo>
                  <a:cubicBezTo>
                    <a:pt x="2462545" y="328901"/>
                    <a:pt x="2440900" y="307257"/>
                    <a:pt x="2414202" y="307257"/>
                  </a:cubicBezTo>
                  <a:close/>
                  <a:moveTo>
                    <a:pt x="48345" y="0"/>
                  </a:moveTo>
                  <a:lnTo>
                    <a:pt x="48343" y="0"/>
                  </a:lnTo>
                  <a:cubicBezTo>
                    <a:pt x="21644" y="0"/>
                    <a:pt x="0" y="21645"/>
                    <a:pt x="0" y="48344"/>
                  </a:cubicBezTo>
                  <a:cubicBezTo>
                    <a:pt x="0" y="75043"/>
                    <a:pt x="21644" y="96687"/>
                    <a:pt x="48343" y="96687"/>
                  </a:cubicBezTo>
                  <a:lnTo>
                    <a:pt x="48345" y="96687"/>
                  </a:lnTo>
                  <a:cubicBezTo>
                    <a:pt x="75044" y="96687"/>
                    <a:pt x="96689" y="75043"/>
                    <a:pt x="96689" y="48344"/>
                  </a:cubicBezTo>
                  <a:cubicBezTo>
                    <a:pt x="96689" y="21645"/>
                    <a:pt x="75044" y="0"/>
                    <a:pt x="48345" y="0"/>
                  </a:cubicBezTo>
                  <a:close/>
                  <a:moveTo>
                    <a:pt x="386328" y="0"/>
                  </a:moveTo>
                  <a:lnTo>
                    <a:pt x="386326" y="0"/>
                  </a:lnTo>
                  <a:cubicBezTo>
                    <a:pt x="359627" y="0"/>
                    <a:pt x="337982" y="21645"/>
                    <a:pt x="337982" y="48344"/>
                  </a:cubicBezTo>
                  <a:cubicBezTo>
                    <a:pt x="337982" y="75043"/>
                    <a:pt x="359627" y="96687"/>
                    <a:pt x="386326" y="96687"/>
                  </a:cubicBezTo>
                  <a:lnTo>
                    <a:pt x="386328" y="96687"/>
                  </a:lnTo>
                  <a:cubicBezTo>
                    <a:pt x="413026" y="96687"/>
                    <a:pt x="434671" y="75043"/>
                    <a:pt x="434671" y="48344"/>
                  </a:cubicBezTo>
                  <a:cubicBezTo>
                    <a:pt x="434671" y="21645"/>
                    <a:pt x="413026" y="0"/>
                    <a:pt x="386328" y="0"/>
                  </a:cubicBezTo>
                  <a:close/>
                  <a:moveTo>
                    <a:pt x="724309" y="0"/>
                  </a:moveTo>
                  <a:lnTo>
                    <a:pt x="724307" y="0"/>
                  </a:lnTo>
                  <a:cubicBezTo>
                    <a:pt x="697608" y="0"/>
                    <a:pt x="675964" y="21645"/>
                    <a:pt x="675964" y="48344"/>
                  </a:cubicBezTo>
                  <a:cubicBezTo>
                    <a:pt x="675964" y="75043"/>
                    <a:pt x="697608" y="96687"/>
                    <a:pt x="724307" y="96687"/>
                  </a:cubicBezTo>
                  <a:lnTo>
                    <a:pt x="724309" y="96687"/>
                  </a:lnTo>
                  <a:cubicBezTo>
                    <a:pt x="751008" y="96687"/>
                    <a:pt x="772652" y="75043"/>
                    <a:pt x="772652" y="48344"/>
                  </a:cubicBezTo>
                  <a:cubicBezTo>
                    <a:pt x="772652" y="21645"/>
                    <a:pt x="751008" y="0"/>
                    <a:pt x="724309" y="0"/>
                  </a:cubicBezTo>
                  <a:close/>
                  <a:moveTo>
                    <a:pt x="1062291" y="0"/>
                  </a:moveTo>
                  <a:lnTo>
                    <a:pt x="1062289" y="0"/>
                  </a:lnTo>
                  <a:cubicBezTo>
                    <a:pt x="1035590" y="0"/>
                    <a:pt x="1013945" y="21645"/>
                    <a:pt x="1013945" y="48344"/>
                  </a:cubicBezTo>
                  <a:cubicBezTo>
                    <a:pt x="1013945" y="75043"/>
                    <a:pt x="1035590" y="96687"/>
                    <a:pt x="1062289" y="96687"/>
                  </a:cubicBezTo>
                  <a:lnTo>
                    <a:pt x="1062291" y="96687"/>
                  </a:lnTo>
                  <a:cubicBezTo>
                    <a:pt x="1088990" y="96687"/>
                    <a:pt x="1110634" y="75043"/>
                    <a:pt x="1110634" y="48344"/>
                  </a:cubicBezTo>
                  <a:cubicBezTo>
                    <a:pt x="1110634" y="21645"/>
                    <a:pt x="1088990" y="0"/>
                    <a:pt x="1062291" y="0"/>
                  </a:cubicBezTo>
                  <a:close/>
                  <a:moveTo>
                    <a:pt x="1400256" y="0"/>
                  </a:moveTo>
                  <a:lnTo>
                    <a:pt x="1400254" y="0"/>
                  </a:lnTo>
                  <a:cubicBezTo>
                    <a:pt x="1373555" y="0"/>
                    <a:pt x="1351911" y="21645"/>
                    <a:pt x="1351911" y="48344"/>
                  </a:cubicBezTo>
                  <a:cubicBezTo>
                    <a:pt x="1351911" y="75043"/>
                    <a:pt x="1373555" y="96687"/>
                    <a:pt x="1400254" y="96687"/>
                  </a:cubicBezTo>
                  <a:lnTo>
                    <a:pt x="1400256" y="96687"/>
                  </a:lnTo>
                  <a:cubicBezTo>
                    <a:pt x="1426955" y="96687"/>
                    <a:pt x="1448600" y="75043"/>
                    <a:pt x="1448600" y="48344"/>
                  </a:cubicBezTo>
                  <a:cubicBezTo>
                    <a:pt x="1448600" y="21645"/>
                    <a:pt x="1426955" y="0"/>
                    <a:pt x="1400256" y="0"/>
                  </a:cubicBezTo>
                  <a:close/>
                  <a:moveTo>
                    <a:pt x="1738239" y="0"/>
                  </a:moveTo>
                  <a:lnTo>
                    <a:pt x="1738237" y="0"/>
                  </a:lnTo>
                  <a:cubicBezTo>
                    <a:pt x="1711538" y="0"/>
                    <a:pt x="1689893" y="21645"/>
                    <a:pt x="1689893" y="48344"/>
                  </a:cubicBezTo>
                  <a:cubicBezTo>
                    <a:pt x="1689893" y="75043"/>
                    <a:pt x="1711538" y="96687"/>
                    <a:pt x="1738237" y="96687"/>
                  </a:cubicBezTo>
                  <a:lnTo>
                    <a:pt x="1738239" y="96687"/>
                  </a:lnTo>
                  <a:cubicBezTo>
                    <a:pt x="1764938" y="96687"/>
                    <a:pt x="1786582" y="75043"/>
                    <a:pt x="1786582" y="48344"/>
                  </a:cubicBezTo>
                  <a:cubicBezTo>
                    <a:pt x="1786582" y="21645"/>
                    <a:pt x="1764938" y="0"/>
                    <a:pt x="1738239" y="0"/>
                  </a:cubicBezTo>
                  <a:close/>
                  <a:moveTo>
                    <a:pt x="2076220" y="0"/>
                  </a:moveTo>
                  <a:lnTo>
                    <a:pt x="2076218" y="0"/>
                  </a:lnTo>
                  <a:cubicBezTo>
                    <a:pt x="2049519" y="0"/>
                    <a:pt x="2027875" y="21645"/>
                    <a:pt x="2027875" y="48344"/>
                  </a:cubicBezTo>
                  <a:cubicBezTo>
                    <a:pt x="2027875" y="75043"/>
                    <a:pt x="2049519" y="96687"/>
                    <a:pt x="2076218" y="96687"/>
                  </a:cubicBezTo>
                  <a:lnTo>
                    <a:pt x="2076220" y="96687"/>
                  </a:lnTo>
                  <a:cubicBezTo>
                    <a:pt x="2102919" y="96687"/>
                    <a:pt x="2124564" y="75043"/>
                    <a:pt x="2124564" y="48344"/>
                  </a:cubicBezTo>
                  <a:cubicBezTo>
                    <a:pt x="2124564" y="21645"/>
                    <a:pt x="2102919" y="0"/>
                    <a:pt x="2076220" y="0"/>
                  </a:cubicBezTo>
                  <a:close/>
                  <a:moveTo>
                    <a:pt x="2414202" y="0"/>
                  </a:moveTo>
                  <a:lnTo>
                    <a:pt x="2414200" y="0"/>
                  </a:lnTo>
                  <a:cubicBezTo>
                    <a:pt x="2387501" y="0"/>
                    <a:pt x="2365856" y="21645"/>
                    <a:pt x="2365856" y="48344"/>
                  </a:cubicBezTo>
                  <a:cubicBezTo>
                    <a:pt x="2365856" y="75043"/>
                    <a:pt x="2387501" y="96687"/>
                    <a:pt x="2414200" y="96687"/>
                  </a:cubicBezTo>
                  <a:lnTo>
                    <a:pt x="2414202" y="96687"/>
                  </a:lnTo>
                  <a:cubicBezTo>
                    <a:pt x="2440900" y="96687"/>
                    <a:pt x="2462545" y="75043"/>
                    <a:pt x="2462545" y="48344"/>
                  </a:cubicBezTo>
                  <a:cubicBezTo>
                    <a:pt x="2462545" y="21645"/>
                    <a:pt x="2440900" y="0"/>
                    <a:pt x="2414202" y="0"/>
                  </a:cubicBezTo>
                  <a:close/>
                </a:path>
              </a:pathLst>
            </a:custGeom>
            <a:gradFill flip="none" rotWithShape="1">
              <a:gsLst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  <a:gs pos="20000">
                  <a:schemeClr val="accent1">
                    <a:lumMod val="20000"/>
                    <a:lumOff val="80000"/>
                  </a:schemeClr>
                </a:gs>
              </a:gsLst>
              <a:lin ang="2700000" scaled="1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zh-CN" altLang="en-US"/>
            </a:p>
          </p:txBody>
        </p:sp>
        <p:sp>
          <p:nvSpPr>
            <p:cNvPr id="40" name="任意多边形: 形状 39">
              <a:extLst>
                <a:ext uri="{FF2B5EF4-FFF2-40B4-BE49-F238E27FC236}">
                  <a16:creationId xmlns:a16="http://schemas.microsoft.com/office/drawing/2014/main" id="{27037F11-AD85-CF1E-5504-98621181F2C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660400" y="743816"/>
              <a:ext cx="1260000" cy="284884"/>
            </a:xfrm>
            <a:custGeom>
              <a:avLst/>
              <a:gdLst>
                <a:gd name="connsiteX0" fmla="*/ 35338 w 1305904"/>
                <a:gd name="connsiteY0" fmla="*/ 224590 h 295263"/>
                <a:gd name="connsiteX1" fmla="*/ 35336 w 1305904"/>
                <a:gd name="connsiteY1" fmla="*/ 224590 h 295263"/>
                <a:gd name="connsiteX2" fmla="*/ 0 w 1305904"/>
                <a:gd name="connsiteY2" fmla="*/ 259927 h 295263"/>
                <a:gd name="connsiteX3" fmla="*/ 35336 w 1305904"/>
                <a:gd name="connsiteY3" fmla="*/ 295263 h 295263"/>
                <a:gd name="connsiteX4" fmla="*/ 35338 w 1305904"/>
                <a:gd name="connsiteY4" fmla="*/ 295263 h 295263"/>
                <a:gd name="connsiteX5" fmla="*/ 70675 w 1305904"/>
                <a:gd name="connsiteY5" fmla="*/ 259927 h 295263"/>
                <a:gd name="connsiteX6" fmla="*/ 35338 w 1305904"/>
                <a:gd name="connsiteY6" fmla="*/ 224590 h 295263"/>
                <a:gd name="connsiteX7" fmla="*/ 282387 w 1305904"/>
                <a:gd name="connsiteY7" fmla="*/ 224590 h 295263"/>
                <a:gd name="connsiteX8" fmla="*/ 282385 w 1305904"/>
                <a:gd name="connsiteY8" fmla="*/ 224590 h 295263"/>
                <a:gd name="connsiteX9" fmla="*/ 247048 w 1305904"/>
                <a:gd name="connsiteY9" fmla="*/ 259927 h 295263"/>
                <a:gd name="connsiteX10" fmla="*/ 282385 w 1305904"/>
                <a:gd name="connsiteY10" fmla="*/ 295263 h 295263"/>
                <a:gd name="connsiteX11" fmla="*/ 282387 w 1305904"/>
                <a:gd name="connsiteY11" fmla="*/ 295263 h 295263"/>
                <a:gd name="connsiteX12" fmla="*/ 317723 w 1305904"/>
                <a:gd name="connsiteY12" fmla="*/ 259927 h 295263"/>
                <a:gd name="connsiteX13" fmla="*/ 282387 w 1305904"/>
                <a:gd name="connsiteY13" fmla="*/ 224590 h 295263"/>
                <a:gd name="connsiteX14" fmla="*/ 529434 w 1305904"/>
                <a:gd name="connsiteY14" fmla="*/ 224590 h 295263"/>
                <a:gd name="connsiteX15" fmla="*/ 529433 w 1305904"/>
                <a:gd name="connsiteY15" fmla="*/ 224590 h 295263"/>
                <a:gd name="connsiteX16" fmla="*/ 494097 w 1305904"/>
                <a:gd name="connsiteY16" fmla="*/ 259927 h 295263"/>
                <a:gd name="connsiteX17" fmla="*/ 529433 w 1305904"/>
                <a:gd name="connsiteY17" fmla="*/ 295263 h 295263"/>
                <a:gd name="connsiteX18" fmla="*/ 529434 w 1305904"/>
                <a:gd name="connsiteY18" fmla="*/ 295263 h 295263"/>
                <a:gd name="connsiteX19" fmla="*/ 564771 w 1305904"/>
                <a:gd name="connsiteY19" fmla="*/ 259927 h 295263"/>
                <a:gd name="connsiteX20" fmla="*/ 529434 w 1305904"/>
                <a:gd name="connsiteY20" fmla="*/ 224590 h 295263"/>
                <a:gd name="connsiteX21" fmla="*/ 776483 w 1305904"/>
                <a:gd name="connsiteY21" fmla="*/ 224590 h 295263"/>
                <a:gd name="connsiteX22" fmla="*/ 776481 w 1305904"/>
                <a:gd name="connsiteY22" fmla="*/ 224590 h 295263"/>
                <a:gd name="connsiteX23" fmla="*/ 741144 w 1305904"/>
                <a:gd name="connsiteY23" fmla="*/ 259927 h 295263"/>
                <a:gd name="connsiteX24" fmla="*/ 776481 w 1305904"/>
                <a:gd name="connsiteY24" fmla="*/ 295263 h 295263"/>
                <a:gd name="connsiteX25" fmla="*/ 776483 w 1305904"/>
                <a:gd name="connsiteY25" fmla="*/ 295263 h 295263"/>
                <a:gd name="connsiteX26" fmla="*/ 811819 w 1305904"/>
                <a:gd name="connsiteY26" fmla="*/ 259927 h 295263"/>
                <a:gd name="connsiteX27" fmla="*/ 776483 w 1305904"/>
                <a:gd name="connsiteY27" fmla="*/ 224590 h 295263"/>
                <a:gd name="connsiteX28" fmla="*/ 1023519 w 1305904"/>
                <a:gd name="connsiteY28" fmla="*/ 224590 h 295263"/>
                <a:gd name="connsiteX29" fmla="*/ 1023517 w 1305904"/>
                <a:gd name="connsiteY29" fmla="*/ 224590 h 295263"/>
                <a:gd name="connsiteX30" fmla="*/ 988181 w 1305904"/>
                <a:gd name="connsiteY30" fmla="*/ 259927 h 295263"/>
                <a:gd name="connsiteX31" fmla="*/ 1023517 w 1305904"/>
                <a:gd name="connsiteY31" fmla="*/ 295263 h 295263"/>
                <a:gd name="connsiteX32" fmla="*/ 1023519 w 1305904"/>
                <a:gd name="connsiteY32" fmla="*/ 295263 h 295263"/>
                <a:gd name="connsiteX33" fmla="*/ 1058856 w 1305904"/>
                <a:gd name="connsiteY33" fmla="*/ 259927 h 295263"/>
                <a:gd name="connsiteX34" fmla="*/ 1023519 w 1305904"/>
                <a:gd name="connsiteY34" fmla="*/ 224590 h 295263"/>
                <a:gd name="connsiteX35" fmla="*/ 1270568 w 1305904"/>
                <a:gd name="connsiteY35" fmla="*/ 224590 h 295263"/>
                <a:gd name="connsiteX36" fmla="*/ 1270566 w 1305904"/>
                <a:gd name="connsiteY36" fmla="*/ 224590 h 295263"/>
                <a:gd name="connsiteX37" fmla="*/ 1235229 w 1305904"/>
                <a:gd name="connsiteY37" fmla="*/ 259927 h 295263"/>
                <a:gd name="connsiteX38" fmla="*/ 1270566 w 1305904"/>
                <a:gd name="connsiteY38" fmla="*/ 295263 h 295263"/>
                <a:gd name="connsiteX39" fmla="*/ 1270568 w 1305904"/>
                <a:gd name="connsiteY39" fmla="*/ 295263 h 295263"/>
                <a:gd name="connsiteX40" fmla="*/ 1305904 w 1305904"/>
                <a:gd name="connsiteY40" fmla="*/ 259927 h 295263"/>
                <a:gd name="connsiteX41" fmla="*/ 1270568 w 1305904"/>
                <a:gd name="connsiteY41" fmla="*/ 224590 h 295263"/>
                <a:gd name="connsiteX42" fmla="*/ 35338 w 1305904"/>
                <a:gd name="connsiteY42" fmla="*/ 0 h 295263"/>
                <a:gd name="connsiteX43" fmla="*/ 35336 w 1305904"/>
                <a:gd name="connsiteY43" fmla="*/ 0 h 295263"/>
                <a:gd name="connsiteX44" fmla="*/ 0 w 1305904"/>
                <a:gd name="connsiteY44" fmla="*/ 35337 h 295263"/>
                <a:gd name="connsiteX45" fmla="*/ 35336 w 1305904"/>
                <a:gd name="connsiteY45" fmla="*/ 70674 h 295263"/>
                <a:gd name="connsiteX46" fmla="*/ 35338 w 1305904"/>
                <a:gd name="connsiteY46" fmla="*/ 70674 h 295263"/>
                <a:gd name="connsiteX47" fmla="*/ 70675 w 1305904"/>
                <a:gd name="connsiteY47" fmla="*/ 35337 h 295263"/>
                <a:gd name="connsiteX48" fmla="*/ 35338 w 1305904"/>
                <a:gd name="connsiteY48" fmla="*/ 0 h 295263"/>
                <a:gd name="connsiteX49" fmla="*/ 282387 w 1305904"/>
                <a:gd name="connsiteY49" fmla="*/ 0 h 295263"/>
                <a:gd name="connsiteX50" fmla="*/ 282385 w 1305904"/>
                <a:gd name="connsiteY50" fmla="*/ 0 h 295263"/>
                <a:gd name="connsiteX51" fmla="*/ 247048 w 1305904"/>
                <a:gd name="connsiteY51" fmla="*/ 35337 h 295263"/>
                <a:gd name="connsiteX52" fmla="*/ 282385 w 1305904"/>
                <a:gd name="connsiteY52" fmla="*/ 70674 h 295263"/>
                <a:gd name="connsiteX53" fmla="*/ 282387 w 1305904"/>
                <a:gd name="connsiteY53" fmla="*/ 70674 h 295263"/>
                <a:gd name="connsiteX54" fmla="*/ 317723 w 1305904"/>
                <a:gd name="connsiteY54" fmla="*/ 35337 h 295263"/>
                <a:gd name="connsiteX55" fmla="*/ 282387 w 1305904"/>
                <a:gd name="connsiteY55" fmla="*/ 0 h 295263"/>
                <a:gd name="connsiteX56" fmla="*/ 529434 w 1305904"/>
                <a:gd name="connsiteY56" fmla="*/ 0 h 295263"/>
                <a:gd name="connsiteX57" fmla="*/ 529433 w 1305904"/>
                <a:gd name="connsiteY57" fmla="*/ 0 h 295263"/>
                <a:gd name="connsiteX58" fmla="*/ 494097 w 1305904"/>
                <a:gd name="connsiteY58" fmla="*/ 35337 h 295263"/>
                <a:gd name="connsiteX59" fmla="*/ 529433 w 1305904"/>
                <a:gd name="connsiteY59" fmla="*/ 70674 h 295263"/>
                <a:gd name="connsiteX60" fmla="*/ 529434 w 1305904"/>
                <a:gd name="connsiteY60" fmla="*/ 70674 h 295263"/>
                <a:gd name="connsiteX61" fmla="*/ 564771 w 1305904"/>
                <a:gd name="connsiteY61" fmla="*/ 35337 h 295263"/>
                <a:gd name="connsiteX62" fmla="*/ 529434 w 1305904"/>
                <a:gd name="connsiteY62" fmla="*/ 0 h 295263"/>
                <a:gd name="connsiteX63" fmla="*/ 776483 w 1305904"/>
                <a:gd name="connsiteY63" fmla="*/ 0 h 295263"/>
                <a:gd name="connsiteX64" fmla="*/ 776481 w 1305904"/>
                <a:gd name="connsiteY64" fmla="*/ 0 h 295263"/>
                <a:gd name="connsiteX65" fmla="*/ 741144 w 1305904"/>
                <a:gd name="connsiteY65" fmla="*/ 35337 h 295263"/>
                <a:gd name="connsiteX66" fmla="*/ 776481 w 1305904"/>
                <a:gd name="connsiteY66" fmla="*/ 70674 h 295263"/>
                <a:gd name="connsiteX67" fmla="*/ 776483 w 1305904"/>
                <a:gd name="connsiteY67" fmla="*/ 70674 h 295263"/>
                <a:gd name="connsiteX68" fmla="*/ 811819 w 1305904"/>
                <a:gd name="connsiteY68" fmla="*/ 35337 h 295263"/>
                <a:gd name="connsiteX69" fmla="*/ 776483 w 1305904"/>
                <a:gd name="connsiteY69" fmla="*/ 0 h 295263"/>
                <a:gd name="connsiteX70" fmla="*/ 1023519 w 1305904"/>
                <a:gd name="connsiteY70" fmla="*/ 0 h 295263"/>
                <a:gd name="connsiteX71" fmla="*/ 1023517 w 1305904"/>
                <a:gd name="connsiteY71" fmla="*/ 0 h 295263"/>
                <a:gd name="connsiteX72" fmla="*/ 988181 w 1305904"/>
                <a:gd name="connsiteY72" fmla="*/ 35337 h 295263"/>
                <a:gd name="connsiteX73" fmla="*/ 1023517 w 1305904"/>
                <a:gd name="connsiteY73" fmla="*/ 70674 h 295263"/>
                <a:gd name="connsiteX74" fmla="*/ 1023519 w 1305904"/>
                <a:gd name="connsiteY74" fmla="*/ 70674 h 295263"/>
                <a:gd name="connsiteX75" fmla="*/ 1058856 w 1305904"/>
                <a:gd name="connsiteY75" fmla="*/ 35337 h 295263"/>
                <a:gd name="connsiteX76" fmla="*/ 1023519 w 1305904"/>
                <a:gd name="connsiteY76" fmla="*/ 0 h 295263"/>
                <a:gd name="connsiteX77" fmla="*/ 1270568 w 1305904"/>
                <a:gd name="connsiteY77" fmla="*/ 0 h 295263"/>
                <a:gd name="connsiteX78" fmla="*/ 1270566 w 1305904"/>
                <a:gd name="connsiteY78" fmla="*/ 0 h 295263"/>
                <a:gd name="connsiteX79" fmla="*/ 1235229 w 1305904"/>
                <a:gd name="connsiteY79" fmla="*/ 35337 h 295263"/>
                <a:gd name="connsiteX80" fmla="*/ 1270566 w 1305904"/>
                <a:gd name="connsiteY80" fmla="*/ 70674 h 295263"/>
                <a:gd name="connsiteX81" fmla="*/ 1270568 w 1305904"/>
                <a:gd name="connsiteY81" fmla="*/ 70674 h 295263"/>
                <a:gd name="connsiteX82" fmla="*/ 1305904 w 1305904"/>
                <a:gd name="connsiteY82" fmla="*/ 35337 h 295263"/>
                <a:gd name="connsiteX83" fmla="*/ 1270568 w 1305904"/>
                <a:gd name="connsiteY83" fmla="*/ 0 h 295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</a:cxnLst>
              <a:rect l="l" t="t" r="r" b="b"/>
              <a:pathLst>
                <a:path w="1305904" h="295263">
                  <a:moveTo>
                    <a:pt x="35338" y="224590"/>
                  </a:moveTo>
                  <a:lnTo>
                    <a:pt x="35336" y="224590"/>
                  </a:lnTo>
                  <a:cubicBezTo>
                    <a:pt x="15821" y="224590"/>
                    <a:pt x="0" y="240411"/>
                    <a:pt x="0" y="259927"/>
                  </a:cubicBezTo>
                  <a:cubicBezTo>
                    <a:pt x="0" y="279442"/>
                    <a:pt x="15821" y="295263"/>
                    <a:pt x="35336" y="295263"/>
                  </a:cubicBezTo>
                  <a:lnTo>
                    <a:pt x="35338" y="295263"/>
                  </a:lnTo>
                  <a:cubicBezTo>
                    <a:pt x="54853" y="295263"/>
                    <a:pt x="70675" y="279442"/>
                    <a:pt x="70675" y="259927"/>
                  </a:cubicBezTo>
                  <a:cubicBezTo>
                    <a:pt x="70675" y="240411"/>
                    <a:pt x="54853" y="224590"/>
                    <a:pt x="35338" y="224590"/>
                  </a:cubicBezTo>
                  <a:close/>
                  <a:moveTo>
                    <a:pt x="282387" y="224590"/>
                  </a:moveTo>
                  <a:lnTo>
                    <a:pt x="282385" y="224590"/>
                  </a:lnTo>
                  <a:cubicBezTo>
                    <a:pt x="262870" y="224590"/>
                    <a:pt x="247048" y="240411"/>
                    <a:pt x="247048" y="259927"/>
                  </a:cubicBezTo>
                  <a:cubicBezTo>
                    <a:pt x="247048" y="279442"/>
                    <a:pt x="262870" y="295263"/>
                    <a:pt x="282385" y="295263"/>
                  </a:cubicBezTo>
                  <a:lnTo>
                    <a:pt x="282387" y="295263"/>
                  </a:lnTo>
                  <a:cubicBezTo>
                    <a:pt x="301902" y="295263"/>
                    <a:pt x="317723" y="279442"/>
                    <a:pt x="317723" y="259927"/>
                  </a:cubicBezTo>
                  <a:cubicBezTo>
                    <a:pt x="317723" y="240411"/>
                    <a:pt x="301902" y="224590"/>
                    <a:pt x="282387" y="224590"/>
                  </a:cubicBezTo>
                  <a:close/>
                  <a:moveTo>
                    <a:pt x="529434" y="224590"/>
                  </a:moveTo>
                  <a:lnTo>
                    <a:pt x="529433" y="224590"/>
                  </a:lnTo>
                  <a:cubicBezTo>
                    <a:pt x="509917" y="224590"/>
                    <a:pt x="494097" y="240411"/>
                    <a:pt x="494097" y="259927"/>
                  </a:cubicBezTo>
                  <a:cubicBezTo>
                    <a:pt x="494097" y="279442"/>
                    <a:pt x="509917" y="295263"/>
                    <a:pt x="529433" y="295263"/>
                  </a:cubicBezTo>
                  <a:lnTo>
                    <a:pt x="529434" y="295263"/>
                  </a:lnTo>
                  <a:cubicBezTo>
                    <a:pt x="548950" y="295263"/>
                    <a:pt x="564771" y="279442"/>
                    <a:pt x="564771" y="259927"/>
                  </a:cubicBezTo>
                  <a:cubicBezTo>
                    <a:pt x="564771" y="240411"/>
                    <a:pt x="548950" y="224590"/>
                    <a:pt x="529434" y="224590"/>
                  </a:cubicBezTo>
                  <a:close/>
                  <a:moveTo>
                    <a:pt x="776483" y="224590"/>
                  </a:moveTo>
                  <a:lnTo>
                    <a:pt x="776481" y="224590"/>
                  </a:lnTo>
                  <a:cubicBezTo>
                    <a:pt x="756966" y="224590"/>
                    <a:pt x="741144" y="240411"/>
                    <a:pt x="741144" y="259927"/>
                  </a:cubicBezTo>
                  <a:cubicBezTo>
                    <a:pt x="741144" y="279442"/>
                    <a:pt x="756966" y="295263"/>
                    <a:pt x="776481" y="295263"/>
                  </a:cubicBezTo>
                  <a:lnTo>
                    <a:pt x="776483" y="295263"/>
                  </a:lnTo>
                  <a:cubicBezTo>
                    <a:pt x="795998" y="295263"/>
                    <a:pt x="811819" y="279442"/>
                    <a:pt x="811819" y="259927"/>
                  </a:cubicBezTo>
                  <a:cubicBezTo>
                    <a:pt x="811819" y="240411"/>
                    <a:pt x="795998" y="224590"/>
                    <a:pt x="776483" y="224590"/>
                  </a:cubicBezTo>
                  <a:close/>
                  <a:moveTo>
                    <a:pt x="1023519" y="224590"/>
                  </a:moveTo>
                  <a:lnTo>
                    <a:pt x="1023517" y="224590"/>
                  </a:lnTo>
                  <a:cubicBezTo>
                    <a:pt x="1004001" y="224590"/>
                    <a:pt x="988181" y="240411"/>
                    <a:pt x="988181" y="259927"/>
                  </a:cubicBezTo>
                  <a:cubicBezTo>
                    <a:pt x="988181" y="279442"/>
                    <a:pt x="1004001" y="295263"/>
                    <a:pt x="1023517" y="295263"/>
                  </a:cubicBezTo>
                  <a:lnTo>
                    <a:pt x="1023519" y="295263"/>
                  </a:lnTo>
                  <a:cubicBezTo>
                    <a:pt x="1043034" y="295263"/>
                    <a:pt x="1058856" y="279442"/>
                    <a:pt x="1058856" y="259927"/>
                  </a:cubicBezTo>
                  <a:cubicBezTo>
                    <a:pt x="1058856" y="240411"/>
                    <a:pt x="1043034" y="224590"/>
                    <a:pt x="1023519" y="224590"/>
                  </a:cubicBezTo>
                  <a:close/>
                  <a:moveTo>
                    <a:pt x="1270568" y="224590"/>
                  </a:moveTo>
                  <a:lnTo>
                    <a:pt x="1270566" y="224590"/>
                  </a:lnTo>
                  <a:cubicBezTo>
                    <a:pt x="1251050" y="224590"/>
                    <a:pt x="1235229" y="240411"/>
                    <a:pt x="1235229" y="259927"/>
                  </a:cubicBezTo>
                  <a:cubicBezTo>
                    <a:pt x="1235229" y="279442"/>
                    <a:pt x="1251050" y="295263"/>
                    <a:pt x="1270566" y="295263"/>
                  </a:cubicBezTo>
                  <a:lnTo>
                    <a:pt x="1270568" y="295263"/>
                  </a:lnTo>
                  <a:cubicBezTo>
                    <a:pt x="1290083" y="295263"/>
                    <a:pt x="1305904" y="279442"/>
                    <a:pt x="1305904" y="259927"/>
                  </a:cubicBezTo>
                  <a:cubicBezTo>
                    <a:pt x="1305904" y="240411"/>
                    <a:pt x="1290083" y="224590"/>
                    <a:pt x="1270568" y="224590"/>
                  </a:cubicBezTo>
                  <a:close/>
                  <a:moveTo>
                    <a:pt x="35338" y="0"/>
                  </a:moveTo>
                  <a:lnTo>
                    <a:pt x="35336" y="0"/>
                  </a:lnTo>
                  <a:cubicBezTo>
                    <a:pt x="15821" y="0"/>
                    <a:pt x="0" y="15821"/>
                    <a:pt x="0" y="35337"/>
                  </a:cubicBezTo>
                  <a:cubicBezTo>
                    <a:pt x="0" y="54852"/>
                    <a:pt x="15821" y="70674"/>
                    <a:pt x="35336" y="70674"/>
                  </a:cubicBezTo>
                  <a:lnTo>
                    <a:pt x="35338" y="70674"/>
                  </a:lnTo>
                  <a:cubicBezTo>
                    <a:pt x="54853" y="70674"/>
                    <a:pt x="70675" y="54852"/>
                    <a:pt x="70675" y="35337"/>
                  </a:cubicBezTo>
                  <a:cubicBezTo>
                    <a:pt x="70675" y="15821"/>
                    <a:pt x="54853" y="0"/>
                    <a:pt x="35338" y="0"/>
                  </a:cubicBezTo>
                  <a:close/>
                  <a:moveTo>
                    <a:pt x="282387" y="0"/>
                  </a:moveTo>
                  <a:lnTo>
                    <a:pt x="282385" y="0"/>
                  </a:lnTo>
                  <a:cubicBezTo>
                    <a:pt x="262870" y="0"/>
                    <a:pt x="247048" y="15821"/>
                    <a:pt x="247048" y="35337"/>
                  </a:cubicBezTo>
                  <a:cubicBezTo>
                    <a:pt x="247048" y="54852"/>
                    <a:pt x="262870" y="70674"/>
                    <a:pt x="282385" y="70674"/>
                  </a:cubicBezTo>
                  <a:lnTo>
                    <a:pt x="282387" y="70674"/>
                  </a:lnTo>
                  <a:cubicBezTo>
                    <a:pt x="301902" y="70674"/>
                    <a:pt x="317723" y="54852"/>
                    <a:pt x="317723" y="35337"/>
                  </a:cubicBezTo>
                  <a:cubicBezTo>
                    <a:pt x="317723" y="15821"/>
                    <a:pt x="301902" y="0"/>
                    <a:pt x="282387" y="0"/>
                  </a:cubicBezTo>
                  <a:close/>
                  <a:moveTo>
                    <a:pt x="529434" y="0"/>
                  </a:moveTo>
                  <a:lnTo>
                    <a:pt x="529433" y="0"/>
                  </a:lnTo>
                  <a:cubicBezTo>
                    <a:pt x="509917" y="0"/>
                    <a:pt x="494097" y="15821"/>
                    <a:pt x="494097" y="35337"/>
                  </a:cubicBezTo>
                  <a:cubicBezTo>
                    <a:pt x="494097" y="54852"/>
                    <a:pt x="509917" y="70674"/>
                    <a:pt x="529433" y="70674"/>
                  </a:cubicBezTo>
                  <a:lnTo>
                    <a:pt x="529434" y="70674"/>
                  </a:lnTo>
                  <a:cubicBezTo>
                    <a:pt x="548950" y="70674"/>
                    <a:pt x="564771" y="54852"/>
                    <a:pt x="564771" y="35337"/>
                  </a:cubicBezTo>
                  <a:cubicBezTo>
                    <a:pt x="564771" y="15821"/>
                    <a:pt x="548950" y="0"/>
                    <a:pt x="529434" y="0"/>
                  </a:cubicBezTo>
                  <a:close/>
                  <a:moveTo>
                    <a:pt x="776483" y="0"/>
                  </a:moveTo>
                  <a:lnTo>
                    <a:pt x="776481" y="0"/>
                  </a:lnTo>
                  <a:cubicBezTo>
                    <a:pt x="756966" y="0"/>
                    <a:pt x="741144" y="15821"/>
                    <a:pt x="741144" y="35337"/>
                  </a:cubicBezTo>
                  <a:cubicBezTo>
                    <a:pt x="741144" y="54852"/>
                    <a:pt x="756966" y="70674"/>
                    <a:pt x="776481" y="70674"/>
                  </a:cubicBezTo>
                  <a:lnTo>
                    <a:pt x="776483" y="70674"/>
                  </a:lnTo>
                  <a:cubicBezTo>
                    <a:pt x="795998" y="70674"/>
                    <a:pt x="811819" y="54852"/>
                    <a:pt x="811819" y="35337"/>
                  </a:cubicBezTo>
                  <a:cubicBezTo>
                    <a:pt x="811819" y="15821"/>
                    <a:pt x="795998" y="0"/>
                    <a:pt x="776483" y="0"/>
                  </a:cubicBezTo>
                  <a:close/>
                  <a:moveTo>
                    <a:pt x="1023519" y="0"/>
                  </a:moveTo>
                  <a:lnTo>
                    <a:pt x="1023517" y="0"/>
                  </a:lnTo>
                  <a:cubicBezTo>
                    <a:pt x="1004001" y="0"/>
                    <a:pt x="988181" y="15821"/>
                    <a:pt x="988181" y="35337"/>
                  </a:cubicBezTo>
                  <a:cubicBezTo>
                    <a:pt x="988181" y="54852"/>
                    <a:pt x="1004001" y="70674"/>
                    <a:pt x="1023517" y="70674"/>
                  </a:cubicBezTo>
                  <a:lnTo>
                    <a:pt x="1023519" y="70674"/>
                  </a:lnTo>
                  <a:cubicBezTo>
                    <a:pt x="1043034" y="70674"/>
                    <a:pt x="1058856" y="54852"/>
                    <a:pt x="1058856" y="35337"/>
                  </a:cubicBezTo>
                  <a:cubicBezTo>
                    <a:pt x="1058856" y="15821"/>
                    <a:pt x="1043034" y="0"/>
                    <a:pt x="1023519" y="0"/>
                  </a:cubicBezTo>
                  <a:close/>
                  <a:moveTo>
                    <a:pt x="1270568" y="0"/>
                  </a:moveTo>
                  <a:lnTo>
                    <a:pt x="1270566" y="0"/>
                  </a:lnTo>
                  <a:cubicBezTo>
                    <a:pt x="1251050" y="0"/>
                    <a:pt x="1235229" y="15821"/>
                    <a:pt x="1235229" y="35337"/>
                  </a:cubicBezTo>
                  <a:cubicBezTo>
                    <a:pt x="1235229" y="54852"/>
                    <a:pt x="1251050" y="70674"/>
                    <a:pt x="1270566" y="70674"/>
                  </a:cubicBezTo>
                  <a:lnTo>
                    <a:pt x="1270568" y="70674"/>
                  </a:lnTo>
                  <a:cubicBezTo>
                    <a:pt x="1290083" y="70674"/>
                    <a:pt x="1305904" y="54852"/>
                    <a:pt x="1305904" y="35337"/>
                  </a:cubicBezTo>
                  <a:cubicBezTo>
                    <a:pt x="1305904" y="15821"/>
                    <a:pt x="1290083" y="0"/>
                    <a:pt x="1270568" y="0"/>
                  </a:cubicBezTo>
                  <a:close/>
                </a:path>
              </a:pathLst>
            </a:custGeom>
            <a:gradFill flip="none" rotWithShape="1">
              <a:gsLst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  <a:gs pos="20000">
                  <a:schemeClr val="accent1"/>
                </a:gs>
              </a:gsLst>
              <a:lin ang="2700000" scaled="1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5" name="标题 4"/>
          <p:cNvSpPr>
            <a:spLocks noGrp="1"/>
          </p:cNvSpPr>
          <p:nvPr userDrawn="1">
            <p:ph type="ctrTitle" hasCustomPrompt="1"/>
          </p:nvPr>
        </p:nvSpPr>
        <p:spPr>
          <a:xfrm>
            <a:off x="660400" y="752255"/>
            <a:ext cx="10858500" cy="1728000"/>
          </a:xfrm>
          <a:prstGeom prst="rect">
            <a:avLst/>
          </a:prstGeom>
        </p:spPr>
        <p:txBody>
          <a:bodyPr wrap="square" anchor="b">
            <a:normAutofit/>
          </a:bodyPr>
          <a:lstStyle>
            <a:lvl1pPr algn="ctr">
              <a:lnSpc>
                <a:spcPct val="100000"/>
              </a:lnSpc>
              <a:defRPr sz="6000">
                <a:ln w="19050">
                  <a:noFill/>
                </a:ln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Click to add title</a:t>
            </a:r>
            <a:endParaRPr lang="en-US" dirty="0"/>
          </a:p>
        </p:txBody>
      </p:sp>
      <p:sp>
        <p:nvSpPr>
          <p:cNvPr id="9" name="副标题 8"/>
          <p:cNvSpPr>
            <a:spLocks noGrp="1"/>
          </p:cNvSpPr>
          <p:nvPr userDrawn="1">
            <p:ph type="subTitle" sz="quarter" idx="1" hasCustomPrompt="1"/>
          </p:nvPr>
        </p:nvSpPr>
        <p:spPr>
          <a:xfrm>
            <a:off x="660400" y="2559388"/>
            <a:ext cx="10858500" cy="7200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vert="horz" wrap="square" lIns="91440" tIns="45720" rIns="91440" bIns="45720" rtlCol="0" anchor="t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lang="en-US" sz="2400" dirty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zh-CN" altLang="en-US" dirty="0"/>
              <a:t>Click to add subtitle</a:t>
            </a:r>
            <a:endParaRPr lang="en-US" dirty="0"/>
          </a:p>
        </p:txBody>
      </p:sp>
      <p:sp>
        <p:nvSpPr>
          <p:cNvPr id="4" name="文本占位符 3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3031403" y="3650805"/>
            <a:ext cx="2880000" cy="5040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gradFill flip="none" rotWithShape="1">
              <a:gsLst>
                <a:gs pos="20000">
                  <a:schemeClr val="accent1">
                    <a:alpha val="50000"/>
                  </a:schemeClr>
                </a:gs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</a:gsLst>
              <a:lin ang="2700000" scaled="1"/>
              <a:tileRect/>
            </a:gradFill>
          </a:ln>
          <a:effectLst>
            <a:outerShdw blurRad="254000" dist="127000" dir="2700000" algn="tl" rotWithShape="0">
              <a:schemeClr val="accent2">
                <a:alpha val="20000"/>
              </a:schemeClr>
            </a:outerShdw>
          </a:effectLst>
        </p:spPr>
        <p:txBody>
          <a:bodyPr wrap="square" lIns="90000" anchor="ctr" anchorCtr="1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Presenter name</a:t>
            </a:r>
            <a:endParaRPr lang="en-US" dirty="0"/>
          </a:p>
        </p:txBody>
      </p:sp>
      <p:sp>
        <p:nvSpPr>
          <p:cNvPr id="7" name="文本占位符 6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6267897" y="3650805"/>
            <a:ext cx="2880000" cy="5040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gradFill flip="none" rotWithShape="1">
              <a:gsLst>
                <a:gs pos="20000">
                  <a:schemeClr val="accent1">
                    <a:alpha val="50000"/>
                  </a:schemeClr>
                </a:gs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</a:gsLst>
              <a:lin ang="2700000" scaled="1"/>
              <a:tileRect/>
            </a:gradFill>
          </a:ln>
          <a:effectLst>
            <a:outerShdw blurRad="254000" dist="127000" dir="2700000" algn="tl" rotWithShape="0">
              <a:schemeClr val="accent2">
                <a:alpha val="20000"/>
              </a:schemeClr>
            </a:outerShdw>
          </a:effectLst>
        </p:spPr>
        <p:txBody>
          <a:bodyPr wrap="none" anchor="ctr" anchorCtr="1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>
                <a:solidFill>
                  <a:schemeClr val="accent1"/>
                </a:solidFill>
              </a:defRPr>
            </a:lvl1pPr>
          </a:lstStyle>
          <a:p>
            <a:pPr lvl="0"/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16="http://schemas.microsoft.com/office/drawing/2014/main" xmlns:a="http://schemas.openxmlformats.org/drawingml/2006/main" xmlns:r="http://schemas.openxmlformats.org/officeDocument/2006/relationships" xmlns:p="http://schemas.openxmlformats.org/presentationml/2006/main" showMasterSp="0" matchingName="Agenda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组合 51">
            <a:extLst>
              <a:ext uri="{FF2B5EF4-FFF2-40B4-BE49-F238E27FC236}">
                <a16:creationId xmlns:a16="http://schemas.microsoft.com/office/drawing/2014/main" id="{1B61B265-28A7-D655-0948-F468E36AA98B}"/>
              </a:ext>
            </a:extLst>
          </p:cNvPr>
          <p:cNvGrpSpPr/>
          <p:nvPr userDrawn="1"/>
        </p:nvGrpSpPr>
        <p:grpSpPr>
          <a:xfrm>
            <a:off x="0" y="0"/>
            <a:ext cx="12192000" cy="6858001"/>
            <a:chOff x="0" y="-1"/>
            <a:chExt cx="12192000" cy="6858001"/>
          </a:xfrm>
        </p:grpSpPr>
        <p:grpSp>
          <p:nvGrpSpPr>
            <p:cNvPr id="42" name="组合 41">
              <a:extLst>
                <a:ext uri="{FF2B5EF4-FFF2-40B4-BE49-F238E27FC236}">
                  <a16:creationId xmlns:a16="http://schemas.microsoft.com/office/drawing/2014/main" id="{3E531132-DB42-0A51-1B0A-5E96C2E39505}"/>
                </a:ext>
              </a:extLst>
            </p:cNvPr>
            <p:cNvGrpSpPr/>
            <p:nvPr userDrawn="1"/>
          </p:nvGrpSpPr>
          <p:grpSpPr>
            <a:xfrm>
              <a:off x="0" y="-1"/>
              <a:ext cx="12192000" cy="1028700"/>
              <a:chOff x="0" y="-1"/>
              <a:chExt cx="12192000" cy="1028700"/>
            </a:xfrm>
          </p:grpSpPr>
          <p:sp>
            <p:nvSpPr>
              <p:cNvPr id="46" name="任意多边形: 形状 45">
                <a:extLst>
                  <a:ext uri="{FF2B5EF4-FFF2-40B4-BE49-F238E27FC236}">
                    <a16:creationId xmlns:a16="http://schemas.microsoft.com/office/drawing/2014/main" id="{994C5BAD-570F-0BBF-C93D-B5D1FB5D1723}"/>
                  </a:ext>
                </a:extLst>
              </p:cNvPr>
              <p:cNvSpPr/>
              <p:nvPr userDrawn="1"/>
            </p:nvSpPr>
            <p:spPr>
              <a:xfrm flipV="1">
                <a:off x="0" y="-1"/>
                <a:ext cx="12185650" cy="1028700"/>
              </a:xfrm>
              <a:custGeom>
                <a:avLst/>
                <a:gdLst>
                  <a:gd name="connsiteX0" fmla="*/ 10016388 w 12185650"/>
                  <a:gd name="connsiteY0" fmla="*/ 320 h 906379"/>
                  <a:gd name="connsiteX1" fmla="*/ 11758783 w 12185650"/>
                  <a:gd name="connsiteY1" fmla="*/ 91908 h 906379"/>
                  <a:gd name="connsiteX2" fmla="*/ 12185650 w 12185650"/>
                  <a:gd name="connsiteY2" fmla="*/ 150732 h 906379"/>
                  <a:gd name="connsiteX3" fmla="*/ 12185650 w 12185650"/>
                  <a:gd name="connsiteY3" fmla="*/ 906379 h 906379"/>
                  <a:gd name="connsiteX4" fmla="*/ 0 w 12185650"/>
                  <a:gd name="connsiteY4" fmla="*/ 906379 h 906379"/>
                  <a:gd name="connsiteX5" fmla="*/ 0 w 12185650"/>
                  <a:gd name="connsiteY5" fmla="*/ 498814 h 906379"/>
                  <a:gd name="connsiteX6" fmla="*/ 433218 w 12185650"/>
                  <a:gd name="connsiteY6" fmla="*/ 558513 h 906379"/>
                  <a:gd name="connsiteX7" fmla="*/ 10016388 w 12185650"/>
                  <a:gd name="connsiteY7" fmla="*/ 320 h 9063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85650" h="906379">
                    <a:moveTo>
                      <a:pt x="10016388" y="320"/>
                    </a:moveTo>
                    <a:cubicBezTo>
                      <a:pt x="10597186" y="-3256"/>
                      <a:pt x="11177984" y="22873"/>
                      <a:pt x="11758783" y="91908"/>
                    </a:cubicBezTo>
                    <a:lnTo>
                      <a:pt x="12185650" y="150732"/>
                    </a:lnTo>
                    <a:lnTo>
                      <a:pt x="12185650" y="906379"/>
                    </a:lnTo>
                    <a:lnTo>
                      <a:pt x="0" y="906379"/>
                    </a:lnTo>
                    <a:lnTo>
                      <a:pt x="0" y="498814"/>
                    </a:lnTo>
                    <a:lnTo>
                      <a:pt x="433218" y="558513"/>
                    </a:lnTo>
                    <a:cubicBezTo>
                      <a:pt x="3627608" y="938205"/>
                      <a:pt x="6821998" y="19985"/>
                      <a:pt x="10016388" y="320"/>
                    </a:cubicBezTo>
                    <a:close/>
                  </a:path>
                </a:pathLst>
              </a:custGeom>
              <a:gradFill flip="none" rotWithShape="1">
                <a:gsLst>
                  <a:gs pos="20000">
                    <a:schemeClr val="accent1">
                      <a:alpha val="20000"/>
                    </a:schemeClr>
                  </a:gs>
                  <a:gs pos="100000">
                    <a:schemeClr val="accent1">
                      <a:alpha val="0"/>
                    </a:schemeClr>
                  </a:gs>
                </a:gsLst>
                <a:lin ang="189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lvl="0" algn="ctr"/>
                <a:endParaRPr lang="zh-CN" altLang="en-US"/>
              </a:p>
            </p:txBody>
          </p:sp>
          <p:sp>
            <p:nvSpPr>
              <p:cNvPr id="47" name="任意多边形: 形状 46">
                <a:extLst>
                  <a:ext uri="{FF2B5EF4-FFF2-40B4-BE49-F238E27FC236}">
                    <a16:creationId xmlns:a16="http://schemas.microsoft.com/office/drawing/2014/main" id="{B9B2B85F-75AD-7F60-6AC5-E33D83760F87}"/>
                  </a:ext>
                </a:extLst>
              </p:cNvPr>
              <p:cNvSpPr/>
              <p:nvPr/>
            </p:nvSpPr>
            <p:spPr>
              <a:xfrm flipH="1">
                <a:off x="4383505" y="0"/>
                <a:ext cx="7808495" cy="638477"/>
              </a:xfrm>
              <a:custGeom>
                <a:avLst/>
                <a:gdLst>
                  <a:gd name="connsiteX0" fmla="*/ 0 w 8664567"/>
                  <a:gd name="connsiteY0" fmla="*/ 0 h 638477"/>
                  <a:gd name="connsiteX1" fmla="*/ 8664567 w 8664567"/>
                  <a:gd name="connsiteY1" fmla="*/ 0 h 638477"/>
                  <a:gd name="connsiteX2" fmla="*/ 8481711 w 8664567"/>
                  <a:gd name="connsiteY2" fmla="*/ 9174 h 638477"/>
                  <a:gd name="connsiteX3" fmla="*/ 6488261 w 8664567"/>
                  <a:gd name="connsiteY3" fmla="*/ 274789 h 638477"/>
                  <a:gd name="connsiteX4" fmla="*/ 3047049 w 8664567"/>
                  <a:gd name="connsiteY4" fmla="*/ 638467 h 638477"/>
                  <a:gd name="connsiteX5" fmla="*/ 390895 w 8664567"/>
                  <a:gd name="connsiteY5" fmla="*/ 357008 h 638477"/>
                  <a:gd name="connsiteX6" fmla="*/ 0 w 8664567"/>
                  <a:gd name="connsiteY6" fmla="*/ 263124 h 6384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664567" h="638477">
                    <a:moveTo>
                      <a:pt x="0" y="0"/>
                    </a:moveTo>
                    <a:lnTo>
                      <a:pt x="8664567" y="0"/>
                    </a:lnTo>
                    <a:lnTo>
                      <a:pt x="8481711" y="9174"/>
                    </a:lnTo>
                    <a:cubicBezTo>
                      <a:pt x="7711040" y="63684"/>
                      <a:pt x="7000189" y="173768"/>
                      <a:pt x="6488261" y="274789"/>
                    </a:cubicBezTo>
                    <a:cubicBezTo>
                      <a:pt x="5171913" y="536611"/>
                      <a:pt x="4036478" y="639662"/>
                      <a:pt x="3047049" y="638467"/>
                    </a:cubicBezTo>
                    <a:cubicBezTo>
                      <a:pt x="2016393" y="637221"/>
                      <a:pt x="1144160" y="522860"/>
                      <a:pt x="390895" y="357008"/>
                    </a:cubicBezTo>
                    <a:lnTo>
                      <a:pt x="0" y="263124"/>
                    </a:lnTo>
                    <a:close/>
                  </a:path>
                </a:pathLst>
              </a:custGeom>
              <a:gradFill flip="none" rotWithShape="0"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80000">
                    <a:schemeClr val="accent1"/>
                  </a:gs>
                </a:gsLst>
                <a:lin ang="2700000" scaled="0"/>
                <a:tileRect/>
              </a:gradFill>
              <a:ln w="57150" cap="rnd">
                <a:noFill/>
                <a:prstDash val="solid"/>
                <a:round/>
              </a:ln>
              <a:effectLst>
                <a:outerShdw blurRad="254000" dist="127000" dir="2700000" algn="ctr" rotWithShape="0">
                  <a:schemeClr val="accent1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lvl="0" algn="ctr" defTabSz="913765"/>
                <a:endParaRPr lang="zh-CN" altLang="en-US" b="1">
                  <a:solidFill>
                    <a:srgbClr val="FFFFFF"/>
                  </a:solidFill>
                  <a:latin typeface="+mj-lt"/>
                </a:endParaRPr>
              </a:p>
            </p:txBody>
          </p:sp>
        </p:grpSp>
        <p:sp>
          <p:nvSpPr>
            <p:cNvPr id="51" name="任意多边形: 形状 50">
              <a:extLst>
                <a:ext uri="{FF2B5EF4-FFF2-40B4-BE49-F238E27FC236}">
                  <a16:creationId xmlns:a16="http://schemas.microsoft.com/office/drawing/2014/main" id="{13D0C07D-7448-C4E9-8569-06CDEB064A93}"/>
                </a:ext>
              </a:extLst>
            </p:cNvPr>
            <p:cNvSpPr/>
            <p:nvPr userDrawn="1"/>
          </p:nvSpPr>
          <p:spPr>
            <a:xfrm>
              <a:off x="0" y="5579387"/>
              <a:ext cx="12192000" cy="1278613"/>
            </a:xfrm>
            <a:custGeom>
              <a:avLst/>
              <a:gdLst>
                <a:gd name="connsiteX0" fmla="*/ 12192000 w 12192000"/>
                <a:gd name="connsiteY0" fmla="*/ 0 h 1278613"/>
                <a:gd name="connsiteX1" fmla="*/ 12192000 w 12192000"/>
                <a:gd name="connsiteY1" fmla="*/ 1278613 h 1278613"/>
                <a:gd name="connsiteX2" fmla="*/ 0 w 12192000"/>
                <a:gd name="connsiteY2" fmla="*/ 1278613 h 1278613"/>
                <a:gd name="connsiteX3" fmla="*/ 0 w 12192000"/>
                <a:gd name="connsiteY3" fmla="*/ 210470 h 1278613"/>
                <a:gd name="connsiteX4" fmla="*/ 22409 w 12192000"/>
                <a:gd name="connsiteY4" fmla="*/ 206074 h 1278613"/>
                <a:gd name="connsiteX5" fmla="*/ 4368234 w 12192000"/>
                <a:gd name="connsiteY5" fmla="*/ 414451 h 1278613"/>
                <a:gd name="connsiteX6" fmla="*/ 7809446 w 12192000"/>
                <a:gd name="connsiteY6" fmla="*/ 797608 h 1278613"/>
                <a:gd name="connsiteX7" fmla="*/ 11701514 w 12192000"/>
                <a:gd name="connsiteY7" fmla="*/ 141985 h 1278613"/>
                <a:gd name="connsiteX8" fmla="*/ 12007582 w 12192000"/>
                <a:gd name="connsiteY8" fmla="*/ 46484 h 12786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192000" h="1278613">
                  <a:moveTo>
                    <a:pt x="12192000" y="0"/>
                  </a:moveTo>
                  <a:lnTo>
                    <a:pt x="12192000" y="1278613"/>
                  </a:lnTo>
                  <a:lnTo>
                    <a:pt x="0" y="1278613"/>
                  </a:lnTo>
                  <a:lnTo>
                    <a:pt x="0" y="210470"/>
                  </a:lnTo>
                  <a:lnTo>
                    <a:pt x="22409" y="206074"/>
                  </a:lnTo>
                  <a:cubicBezTo>
                    <a:pt x="1524832" y="-49473"/>
                    <a:pt x="3344378" y="201587"/>
                    <a:pt x="4368234" y="414451"/>
                  </a:cubicBezTo>
                  <a:cubicBezTo>
                    <a:pt x="5684582" y="690297"/>
                    <a:pt x="6820017" y="798868"/>
                    <a:pt x="7809446" y="797608"/>
                  </a:cubicBezTo>
                  <a:cubicBezTo>
                    <a:pt x="9458497" y="795509"/>
                    <a:pt x="10701981" y="488321"/>
                    <a:pt x="11701514" y="141985"/>
                  </a:cubicBezTo>
                  <a:cubicBezTo>
                    <a:pt x="11801467" y="107352"/>
                    <a:pt x="11903716" y="75592"/>
                    <a:pt x="12007582" y="46484"/>
                  </a:cubicBezTo>
                  <a:close/>
                </a:path>
              </a:pathLst>
            </a:custGeom>
            <a:gradFill flip="none" rotWithShape="0">
              <a:gsLst>
                <a:gs pos="0">
                  <a:schemeClr val="accent2">
                    <a:lumMod val="60000"/>
                    <a:lumOff val="40000"/>
                  </a:schemeClr>
                </a:gs>
                <a:gs pos="80000">
                  <a:schemeClr val="accent1"/>
                </a:gs>
              </a:gsLst>
              <a:lin ang="2700000" scaled="0"/>
              <a:tileRect/>
            </a:gradFill>
            <a:ln w="57150" cap="rnd">
              <a:noFill/>
              <a:prstDash val="solid"/>
              <a:round/>
            </a:ln>
            <a:effectLst>
              <a:outerShdw blurRad="254000" dist="127000" dir="2700000" algn="ctr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 algn="ctr" defTabSz="913765"/>
              <a:endParaRPr lang="zh-CN" altLang="en-US" b="1">
                <a:solidFill>
                  <a:srgbClr val="FFFFFF"/>
                </a:solidFill>
                <a:latin typeface="+mj-lt"/>
              </a:endParaRPr>
            </a:p>
          </p:txBody>
        </p:sp>
      </p:grpSp>
      <p:sp>
        <p:nvSpPr>
          <p:cNvPr id="2" name="fc36129a-1320-4ffa-95d8-089f818003e2"/>
          <p:cNvSpPr>
            <a:spLocks noGrp="1"/>
          </p:cNvSpPr>
          <p:nvPr>
            <p:ph type="title" hasCustomPrompt="1"/>
          </p:nvPr>
        </p:nvSpPr>
        <p:spPr>
          <a:xfrm>
            <a:off x="673100" y="1130301"/>
            <a:ext cx="2497685" cy="1028700"/>
          </a:xfrm>
          <a:prstGeom prst="rect">
            <a:avLst/>
          </a:prstGeom>
          <a:noFill/>
        </p:spPr>
        <p:txBody>
          <a:bodyPr anchor="t" anchorCtr="0">
            <a:normAutofit/>
          </a:bodyPr>
          <a:lstStyle>
            <a:lvl1pPr algn="r">
              <a:defRPr sz="40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Agenda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 hasCustomPrompt="1"/>
          </p:nvPr>
        </p:nvSpPr>
        <p:spPr>
          <a:xfrm>
            <a:off x="3418900" y="1130301"/>
            <a:ext cx="8100000" cy="4140000"/>
          </a:xfrm>
        </p:spPr>
        <p:txBody>
          <a:bodyPr numCol="1"/>
          <a:lstStyle>
            <a:lvl1pPr marL="342900" indent="-342900">
              <a:lnSpc>
                <a:spcPct val="100000"/>
              </a:lnSpc>
              <a:buFont typeface="+mj-lt"/>
              <a:buAutoNum type="arabicPeriod"/>
              <a:defRPr/>
            </a:lvl1pPr>
            <a:lvl2pPr marL="800100" indent="-342900">
              <a:lnSpc>
                <a:spcPct val="100000"/>
              </a:lnSpc>
              <a:buFont typeface="+mj-ea"/>
              <a:buAutoNum type="circleNumDbPlain"/>
              <a:defRPr/>
            </a:lvl2pPr>
            <a:lvl3pPr marL="1257300" indent="-342900">
              <a:lnSpc>
                <a:spcPct val="100000"/>
              </a:lnSpc>
              <a:buFont typeface="+mj-lt"/>
              <a:buAutoNum type="alphaLcParenR"/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zh-CN" altLang="en-US" dirty="0"/>
              <a:t>Click to add text</a:t>
            </a:r>
            <a:endParaRPr lang="en-US" dirty="0"/>
          </a:p>
          <a:p>
            <a:pPr lvl="1"/>
            <a:r>
              <a:rPr lang="zh-CN" altLang="en-US" dirty="0"/>
              <a:t>Second level</a:t>
            </a:r>
            <a:endParaRPr lang="en-US" dirty="0"/>
          </a:p>
          <a:p>
            <a:pPr lvl="2"/>
            <a:r>
              <a:rPr lang="zh-CN" altLang="en-US" dirty="0"/>
              <a:t>Third level</a:t>
            </a:r>
            <a:endParaRPr lang="en-US" dirty="0"/>
          </a:p>
          <a:p>
            <a:pPr lvl="3"/>
            <a:r>
              <a:rPr lang="zh-CN" altLang="en-US" dirty="0"/>
              <a:t>Fourth level</a:t>
            </a:r>
            <a:endParaRPr lang="en-US" dirty="0"/>
          </a:p>
          <a:p>
            <a:pPr lvl="4"/>
            <a:r>
              <a:rPr lang="zh-CN" altLang="en-US" dirty="0"/>
              <a:t>Fifth level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8E8E8E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E8E8E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8E8E8E"/>
                </a:solidFill>
              </a:defRPr>
            </a:lvl1pPr>
          </a:lstStyle>
          <a:p>
            <a:fld id="{C8BB1146-E542-4D4E-B8E9-6919A11DDD48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B83FE7B4-7C53-7559-C411-1964E5FA64EE}"/>
              </a:ext>
            </a:extLst>
          </p:cNvPr>
          <p:cNvGrpSpPr/>
          <p:nvPr userDrawn="1"/>
        </p:nvGrpSpPr>
        <p:grpSpPr>
          <a:xfrm>
            <a:off x="2529625" y="1130299"/>
            <a:ext cx="765217" cy="4140000"/>
            <a:chOff x="2529625" y="1130299"/>
            <a:chExt cx="765217" cy="4140000"/>
          </a:xfrm>
        </p:grpSpPr>
        <p:cxnSp>
          <p:nvCxnSpPr>
            <p:cNvPr id="10" name="直接连接符 9"/>
            <p:cNvCxnSpPr>
              <a:cxnSpLocks/>
            </p:cNvCxnSpPr>
            <p:nvPr/>
          </p:nvCxnSpPr>
          <p:spPr>
            <a:xfrm>
              <a:off x="3294842" y="1130299"/>
              <a:ext cx="0" cy="4140000"/>
            </a:xfrm>
            <a:prstGeom prst="line">
              <a:avLst/>
            </a:prstGeom>
            <a:solidFill>
              <a:srgbClr val="FFCC00"/>
            </a:solidFill>
            <a:ln w="12700" cap="flat" cmpd="sng" algn="ctr">
              <a:gradFill flip="none" rotWithShape="1">
                <a:gsLst>
                  <a:gs pos="20000">
                    <a:schemeClr val="accent1"/>
                  </a:gs>
                  <a:gs pos="100000">
                    <a:schemeClr val="accent1">
                      <a:lumMod val="60000"/>
                      <a:lumOff val="40000"/>
                      <a:alpha val="0"/>
                    </a:schemeClr>
                  </a:gs>
                </a:gsLst>
                <a:lin ang="5400000" scaled="1"/>
                <a:tileRect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3" name="任意多边形: 形状 12"/>
            <p:cNvSpPr>
              <a:spLocks noChangeAspect="1"/>
            </p:cNvSpPr>
            <p:nvPr/>
          </p:nvSpPr>
          <p:spPr bwMode="auto">
            <a:xfrm>
              <a:off x="2529625" y="4595877"/>
              <a:ext cx="641159" cy="674422"/>
            </a:xfrm>
            <a:custGeom>
              <a:avLst/>
              <a:gdLst>
                <a:gd name="T0" fmla="*/ 3353 w 5127"/>
                <a:gd name="T1" fmla="*/ 1728 h 5401"/>
                <a:gd name="T2" fmla="*/ 2183 w 5127"/>
                <a:gd name="T3" fmla="*/ 1608 h 5401"/>
                <a:gd name="T4" fmla="*/ 3353 w 5127"/>
                <a:gd name="T5" fmla="*/ 1488 h 5401"/>
                <a:gd name="T6" fmla="*/ 3103 w 5127"/>
                <a:gd name="T7" fmla="*/ 2231 h 5401"/>
                <a:gd name="T8" fmla="*/ 3103 w 5127"/>
                <a:gd name="T9" fmla="*/ 1991 h 5401"/>
                <a:gd name="T10" fmla="*/ 2432 w 5127"/>
                <a:gd name="T11" fmla="*/ 2111 h 5401"/>
                <a:gd name="T12" fmla="*/ 3103 w 5127"/>
                <a:gd name="T13" fmla="*/ 2231 h 5401"/>
                <a:gd name="T14" fmla="*/ 3353 w 5127"/>
                <a:gd name="T15" fmla="*/ 2648 h 5401"/>
                <a:gd name="T16" fmla="*/ 2183 w 5127"/>
                <a:gd name="T17" fmla="*/ 2768 h 5401"/>
                <a:gd name="T18" fmla="*/ 3353 w 5127"/>
                <a:gd name="T19" fmla="*/ 2888 h 5401"/>
                <a:gd name="T20" fmla="*/ 2552 w 5127"/>
                <a:gd name="T21" fmla="*/ 3151 h 5401"/>
                <a:gd name="T22" fmla="*/ 2552 w 5127"/>
                <a:gd name="T23" fmla="*/ 3391 h 5401"/>
                <a:gd name="T24" fmla="*/ 3223 w 5127"/>
                <a:gd name="T25" fmla="*/ 3271 h 5401"/>
                <a:gd name="T26" fmla="*/ 2552 w 5127"/>
                <a:gd name="T27" fmla="*/ 3151 h 5401"/>
                <a:gd name="T28" fmla="*/ 4448 w 5127"/>
                <a:gd name="T29" fmla="*/ 1442 h 5401"/>
                <a:gd name="T30" fmla="*/ 4688 w 5127"/>
                <a:gd name="T31" fmla="*/ 1442 h 5401"/>
                <a:gd name="T32" fmla="*/ 3988 w 5127"/>
                <a:gd name="T33" fmla="*/ 0 h 5401"/>
                <a:gd name="T34" fmla="*/ 0 w 5127"/>
                <a:gd name="T35" fmla="*/ 604 h 5401"/>
                <a:gd name="T36" fmla="*/ 120 w 5127"/>
                <a:gd name="T37" fmla="*/ 1792 h 5401"/>
                <a:gd name="T38" fmla="*/ 686 w 5127"/>
                <a:gd name="T39" fmla="*/ 1672 h 5401"/>
                <a:gd name="T40" fmla="*/ 240 w 5127"/>
                <a:gd name="T41" fmla="*/ 1552 h 5401"/>
                <a:gd name="T42" fmla="*/ 604 w 5127"/>
                <a:gd name="T43" fmla="*/ 240 h 5401"/>
                <a:gd name="T44" fmla="*/ 968 w 5127"/>
                <a:gd name="T45" fmla="*/ 4179 h 5401"/>
                <a:gd name="T46" fmla="*/ 3904 w 5127"/>
                <a:gd name="T47" fmla="*/ 4879 h 5401"/>
                <a:gd name="T48" fmla="*/ 3904 w 5127"/>
                <a:gd name="T49" fmla="*/ 4639 h 5401"/>
                <a:gd name="T50" fmla="*/ 1208 w 5127"/>
                <a:gd name="T51" fmla="*/ 4179 h 5401"/>
                <a:gd name="T52" fmla="*/ 1086 w 5127"/>
                <a:gd name="T53" fmla="*/ 240 h 5401"/>
                <a:gd name="T54" fmla="*/ 4448 w 5127"/>
                <a:gd name="T55" fmla="*/ 700 h 5401"/>
                <a:gd name="T56" fmla="*/ 4568 w 5127"/>
                <a:gd name="T57" fmla="*/ 2000 h 5401"/>
                <a:gd name="T58" fmla="*/ 4568 w 5127"/>
                <a:gd name="T59" fmla="*/ 2240 h 5401"/>
                <a:gd name="T60" fmla="*/ 4887 w 5127"/>
                <a:gd name="T61" fmla="*/ 2340 h 5401"/>
                <a:gd name="T62" fmla="*/ 5007 w 5127"/>
                <a:gd name="T63" fmla="*/ 3838 h 5401"/>
                <a:gd name="T64" fmla="*/ 5127 w 5127"/>
                <a:gd name="T65" fmla="*/ 2340 h 5401"/>
                <a:gd name="T66" fmla="*/ 4568 w 5127"/>
                <a:gd name="T67" fmla="*/ 5139 h 5401"/>
                <a:gd name="T68" fmla="*/ 4448 w 5127"/>
                <a:gd name="T69" fmla="*/ 5281 h 5401"/>
                <a:gd name="T70" fmla="*/ 4688 w 5127"/>
                <a:gd name="T71" fmla="*/ 5281 h 5401"/>
                <a:gd name="T72" fmla="*/ 4568 w 5127"/>
                <a:gd name="T73" fmla="*/ 5139 h 5401"/>
                <a:gd name="T74" fmla="*/ 4448 w 5127"/>
                <a:gd name="T75" fmla="*/ 2559 h 5401"/>
                <a:gd name="T76" fmla="*/ 4568 w 5127"/>
                <a:gd name="T77" fmla="*/ 4974 h 5401"/>
                <a:gd name="T78" fmla="*/ 4688 w 5127"/>
                <a:gd name="T79" fmla="*/ 2559 h 5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5127" h="5401">
                  <a:moveTo>
                    <a:pt x="3473" y="1608"/>
                  </a:moveTo>
                  <a:cubicBezTo>
                    <a:pt x="3473" y="1674"/>
                    <a:pt x="3419" y="1728"/>
                    <a:pt x="3353" y="1728"/>
                  </a:cubicBezTo>
                  <a:lnTo>
                    <a:pt x="2303" y="1728"/>
                  </a:lnTo>
                  <a:cubicBezTo>
                    <a:pt x="2236" y="1728"/>
                    <a:pt x="2183" y="1674"/>
                    <a:pt x="2183" y="1608"/>
                  </a:cubicBezTo>
                  <a:cubicBezTo>
                    <a:pt x="2183" y="1542"/>
                    <a:pt x="2236" y="1488"/>
                    <a:pt x="2303" y="1488"/>
                  </a:cubicBezTo>
                  <a:lnTo>
                    <a:pt x="3353" y="1488"/>
                  </a:lnTo>
                  <a:cubicBezTo>
                    <a:pt x="3419" y="1488"/>
                    <a:pt x="3473" y="1542"/>
                    <a:pt x="3473" y="1608"/>
                  </a:cubicBezTo>
                  <a:close/>
                  <a:moveTo>
                    <a:pt x="3103" y="2231"/>
                  </a:moveTo>
                  <a:cubicBezTo>
                    <a:pt x="3170" y="2231"/>
                    <a:pt x="3223" y="2178"/>
                    <a:pt x="3223" y="2111"/>
                  </a:cubicBezTo>
                  <a:cubicBezTo>
                    <a:pt x="3223" y="2045"/>
                    <a:pt x="3170" y="1991"/>
                    <a:pt x="3103" y="1991"/>
                  </a:cubicBezTo>
                  <a:lnTo>
                    <a:pt x="2552" y="1991"/>
                  </a:lnTo>
                  <a:cubicBezTo>
                    <a:pt x="2486" y="1991"/>
                    <a:pt x="2432" y="2045"/>
                    <a:pt x="2432" y="2111"/>
                  </a:cubicBezTo>
                  <a:cubicBezTo>
                    <a:pt x="2432" y="2178"/>
                    <a:pt x="2486" y="2231"/>
                    <a:pt x="2552" y="2231"/>
                  </a:cubicBezTo>
                  <a:lnTo>
                    <a:pt x="3103" y="2231"/>
                  </a:lnTo>
                  <a:close/>
                  <a:moveTo>
                    <a:pt x="3473" y="2768"/>
                  </a:moveTo>
                  <a:cubicBezTo>
                    <a:pt x="3473" y="2701"/>
                    <a:pt x="3419" y="2648"/>
                    <a:pt x="3353" y="2648"/>
                  </a:cubicBezTo>
                  <a:lnTo>
                    <a:pt x="2303" y="2648"/>
                  </a:lnTo>
                  <a:cubicBezTo>
                    <a:pt x="2236" y="2648"/>
                    <a:pt x="2183" y="2701"/>
                    <a:pt x="2183" y="2768"/>
                  </a:cubicBezTo>
                  <a:cubicBezTo>
                    <a:pt x="2183" y="2834"/>
                    <a:pt x="2236" y="2888"/>
                    <a:pt x="2303" y="2888"/>
                  </a:cubicBezTo>
                  <a:lnTo>
                    <a:pt x="3353" y="2888"/>
                  </a:lnTo>
                  <a:cubicBezTo>
                    <a:pt x="3419" y="2888"/>
                    <a:pt x="3473" y="2834"/>
                    <a:pt x="3473" y="2768"/>
                  </a:cubicBezTo>
                  <a:close/>
                  <a:moveTo>
                    <a:pt x="2552" y="3151"/>
                  </a:moveTo>
                  <a:cubicBezTo>
                    <a:pt x="2486" y="3151"/>
                    <a:pt x="2432" y="3205"/>
                    <a:pt x="2432" y="3271"/>
                  </a:cubicBezTo>
                  <a:cubicBezTo>
                    <a:pt x="2432" y="3338"/>
                    <a:pt x="2486" y="3391"/>
                    <a:pt x="2552" y="3391"/>
                  </a:cubicBezTo>
                  <a:lnTo>
                    <a:pt x="3103" y="3391"/>
                  </a:lnTo>
                  <a:cubicBezTo>
                    <a:pt x="3170" y="3391"/>
                    <a:pt x="3223" y="3338"/>
                    <a:pt x="3223" y="3271"/>
                  </a:cubicBezTo>
                  <a:cubicBezTo>
                    <a:pt x="3223" y="3205"/>
                    <a:pt x="3170" y="3151"/>
                    <a:pt x="3103" y="3151"/>
                  </a:cubicBezTo>
                  <a:lnTo>
                    <a:pt x="2552" y="3151"/>
                  </a:lnTo>
                  <a:close/>
                  <a:moveTo>
                    <a:pt x="4448" y="700"/>
                  </a:moveTo>
                  <a:lnTo>
                    <a:pt x="4448" y="1442"/>
                  </a:lnTo>
                  <a:cubicBezTo>
                    <a:pt x="4448" y="1509"/>
                    <a:pt x="4501" y="1562"/>
                    <a:pt x="4568" y="1562"/>
                  </a:cubicBezTo>
                  <a:cubicBezTo>
                    <a:pt x="4634" y="1562"/>
                    <a:pt x="4688" y="1509"/>
                    <a:pt x="4688" y="1442"/>
                  </a:cubicBezTo>
                  <a:lnTo>
                    <a:pt x="4688" y="700"/>
                  </a:lnTo>
                  <a:cubicBezTo>
                    <a:pt x="4688" y="314"/>
                    <a:pt x="4374" y="0"/>
                    <a:pt x="3988" y="0"/>
                  </a:cubicBezTo>
                  <a:lnTo>
                    <a:pt x="604" y="0"/>
                  </a:lnTo>
                  <a:cubicBezTo>
                    <a:pt x="271" y="0"/>
                    <a:pt x="0" y="271"/>
                    <a:pt x="0" y="604"/>
                  </a:cubicBezTo>
                  <a:lnTo>
                    <a:pt x="0" y="1672"/>
                  </a:lnTo>
                  <a:cubicBezTo>
                    <a:pt x="0" y="1738"/>
                    <a:pt x="53" y="1792"/>
                    <a:pt x="120" y="1792"/>
                  </a:cubicBezTo>
                  <a:lnTo>
                    <a:pt x="566" y="1792"/>
                  </a:lnTo>
                  <a:cubicBezTo>
                    <a:pt x="632" y="1792"/>
                    <a:pt x="686" y="1738"/>
                    <a:pt x="686" y="1672"/>
                  </a:cubicBezTo>
                  <a:cubicBezTo>
                    <a:pt x="686" y="1606"/>
                    <a:pt x="632" y="1552"/>
                    <a:pt x="566" y="1552"/>
                  </a:cubicBezTo>
                  <a:lnTo>
                    <a:pt x="240" y="1552"/>
                  </a:lnTo>
                  <a:lnTo>
                    <a:pt x="240" y="604"/>
                  </a:lnTo>
                  <a:cubicBezTo>
                    <a:pt x="240" y="403"/>
                    <a:pt x="403" y="240"/>
                    <a:pt x="604" y="240"/>
                  </a:cubicBezTo>
                  <a:cubicBezTo>
                    <a:pt x="805" y="240"/>
                    <a:pt x="968" y="403"/>
                    <a:pt x="968" y="604"/>
                  </a:cubicBezTo>
                  <a:lnTo>
                    <a:pt x="968" y="4179"/>
                  </a:lnTo>
                  <a:cubicBezTo>
                    <a:pt x="968" y="4565"/>
                    <a:pt x="1282" y="4879"/>
                    <a:pt x="1668" y="4879"/>
                  </a:cubicBezTo>
                  <a:lnTo>
                    <a:pt x="3904" y="4879"/>
                  </a:lnTo>
                  <a:cubicBezTo>
                    <a:pt x="3970" y="4879"/>
                    <a:pt x="4024" y="4825"/>
                    <a:pt x="4024" y="4759"/>
                  </a:cubicBezTo>
                  <a:cubicBezTo>
                    <a:pt x="4024" y="4693"/>
                    <a:pt x="3970" y="4639"/>
                    <a:pt x="3904" y="4639"/>
                  </a:cubicBezTo>
                  <a:lnTo>
                    <a:pt x="1668" y="4639"/>
                  </a:lnTo>
                  <a:cubicBezTo>
                    <a:pt x="1415" y="4639"/>
                    <a:pt x="1208" y="4433"/>
                    <a:pt x="1208" y="4179"/>
                  </a:cubicBezTo>
                  <a:lnTo>
                    <a:pt x="1208" y="604"/>
                  </a:lnTo>
                  <a:cubicBezTo>
                    <a:pt x="1208" y="468"/>
                    <a:pt x="1163" y="341"/>
                    <a:pt x="1086" y="240"/>
                  </a:cubicBezTo>
                  <a:lnTo>
                    <a:pt x="3988" y="240"/>
                  </a:lnTo>
                  <a:cubicBezTo>
                    <a:pt x="4241" y="240"/>
                    <a:pt x="4448" y="446"/>
                    <a:pt x="4448" y="700"/>
                  </a:cubicBezTo>
                  <a:close/>
                  <a:moveTo>
                    <a:pt x="4787" y="2000"/>
                  </a:moveTo>
                  <a:lnTo>
                    <a:pt x="4568" y="2000"/>
                  </a:lnTo>
                  <a:cubicBezTo>
                    <a:pt x="4501" y="2000"/>
                    <a:pt x="4448" y="2054"/>
                    <a:pt x="4448" y="2120"/>
                  </a:cubicBezTo>
                  <a:cubicBezTo>
                    <a:pt x="4448" y="2187"/>
                    <a:pt x="4501" y="2240"/>
                    <a:pt x="4568" y="2240"/>
                  </a:cubicBezTo>
                  <a:lnTo>
                    <a:pt x="4787" y="2240"/>
                  </a:lnTo>
                  <a:cubicBezTo>
                    <a:pt x="4842" y="2240"/>
                    <a:pt x="4887" y="2285"/>
                    <a:pt x="4887" y="2340"/>
                  </a:cubicBezTo>
                  <a:lnTo>
                    <a:pt x="4887" y="3718"/>
                  </a:lnTo>
                  <a:cubicBezTo>
                    <a:pt x="4887" y="3785"/>
                    <a:pt x="4941" y="3838"/>
                    <a:pt x="5007" y="3838"/>
                  </a:cubicBezTo>
                  <a:cubicBezTo>
                    <a:pt x="5073" y="3838"/>
                    <a:pt x="5127" y="3785"/>
                    <a:pt x="5127" y="3718"/>
                  </a:cubicBezTo>
                  <a:lnTo>
                    <a:pt x="5127" y="2340"/>
                  </a:lnTo>
                  <a:cubicBezTo>
                    <a:pt x="5127" y="2153"/>
                    <a:pt x="4975" y="2000"/>
                    <a:pt x="4787" y="2000"/>
                  </a:cubicBezTo>
                  <a:close/>
                  <a:moveTo>
                    <a:pt x="4568" y="5139"/>
                  </a:moveTo>
                  <a:cubicBezTo>
                    <a:pt x="4501" y="5139"/>
                    <a:pt x="4448" y="5193"/>
                    <a:pt x="4448" y="5259"/>
                  </a:cubicBezTo>
                  <a:lnTo>
                    <a:pt x="4448" y="5281"/>
                  </a:lnTo>
                  <a:cubicBezTo>
                    <a:pt x="4448" y="5347"/>
                    <a:pt x="4501" y="5401"/>
                    <a:pt x="4568" y="5401"/>
                  </a:cubicBezTo>
                  <a:cubicBezTo>
                    <a:pt x="4634" y="5401"/>
                    <a:pt x="4688" y="5347"/>
                    <a:pt x="4688" y="5281"/>
                  </a:cubicBezTo>
                  <a:lnTo>
                    <a:pt x="4688" y="5259"/>
                  </a:lnTo>
                  <a:cubicBezTo>
                    <a:pt x="4688" y="5193"/>
                    <a:pt x="4634" y="5139"/>
                    <a:pt x="4568" y="5139"/>
                  </a:cubicBezTo>
                  <a:close/>
                  <a:moveTo>
                    <a:pt x="4568" y="2439"/>
                  </a:moveTo>
                  <a:cubicBezTo>
                    <a:pt x="4501" y="2439"/>
                    <a:pt x="4448" y="2492"/>
                    <a:pt x="4448" y="2559"/>
                  </a:cubicBezTo>
                  <a:lnTo>
                    <a:pt x="4448" y="4854"/>
                  </a:lnTo>
                  <a:cubicBezTo>
                    <a:pt x="4448" y="4920"/>
                    <a:pt x="4501" y="4974"/>
                    <a:pt x="4568" y="4974"/>
                  </a:cubicBezTo>
                  <a:cubicBezTo>
                    <a:pt x="4634" y="4974"/>
                    <a:pt x="4688" y="4920"/>
                    <a:pt x="4688" y="4854"/>
                  </a:cubicBezTo>
                  <a:lnTo>
                    <a:pt x="4688" y="2559"/>
                  </a:lnTo>
                  <a:cubicBezTo>
                    <a:pt x="4688" y="2492"/>
                    <a:pt x="4634" y="2439"/>
                    <a:pt x="4568" y="2439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 preserve="1">
  <p:cSld name="Section Header">
    <p:bg>
      <p:bgPr>
        <a:gradFill flip="none" rotWithShape="1">
          <a:gsLst>
            <a:gs pos="0">
              <a:schemeClr val="accent1">
                <a:lumMod val="20000"/>
                <a:lumOff val="80000"/>
              </a:schemeClr>
            </a:gs>
            <a:gs pos="100000">
              <a:schemeClr val="bg1"/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>
            <a:extLst>
              <a:ext uri="{FF2B5EF4-FFF2-40B4-BE49-F238E27FC236}">
                <a16:creationId xmlns:a16="http://schemas.microsoft.com/office/drawing/2014/main" id="{09FAF609-E468-5260-3A77-C747E8334A11}"/>
              </a:ext>
            </a:extLst>
          </p:cNvPr>
          <p:cNvGrpSpPr/>
          <p:nvPr userDrawn="1"/>
        </p:nvGrpSpPr>
        <p:grpSpPr>
          <a:xfrm flipV="1">
            <a:off x="0" y="-1"/>
            <a:ext cx="12192000" cy="6858001"/>
            <a:chOff x="0" y="-1"/>
            <a:chExt cx="12192000" cy="6858001"/>
          </a:xfrm>
        </p:grpSpPr>
        <p:grpSp>
          <p:nvGrpSpPr>
            <p:cNvPr id="33" name="组合 32">
              <a:extLst>
                <a:ext uri="{FF2B5EF4-FFF2-40B4-BE49-F238E27FC236}">
                  <a16:creationId xmlns:a16="http://schemas.microsoft.com/office/drawing/2014/main" id="{F71EF6BD-D358-C03B-7223-5C3176538909}"/>
                </a:ext>
              </a:extLst>
            </p:cNvPr>
            <p:cNvGrpSpPr/>
            <p:nvPr userDrawn="1"/>
          </p:nvGrpSpPr>
          <p:grpSpPr>
            <a:xfrm>
              <a:off x="0" y="-1"/>
              <a:ext cx="12192000" cy="1028700"/>
              <a:chOff x="0" y="-1"/>
              <a:chExt cx="12192000" cy="1028700"/>
            </a:xfrm>
          </p:grpSpPr>
          <p:sp>
            <p:nvSpPr>
              <p:cNvPr id="39" name="任意多边形: 形状 38">
                <a:extLst>
                  <a:ext uri="{FF2B5EF4-FFF2-40B4-BE49-F238E27FC236}">
                    <a16:creationId xmlns:a16="http://schemas.microsoft.com/office/drawing/2014/main" id="{9515DB53-749E-F63B-C289-FC9BC770F8EC}"/>
                  </a:ext>
                </a:extLst>
              </p:cNvPr>
              <p:cNvSpPr/>
              <p:nvPr userDrawn="1"/>
            </p:nvSpPr>
            <p:spPr>
              <a:xfrm flipV="1">
                <a:off x="0" y="-1"/>
                <a:ext cx="12185650" cy="1028700"/>
              </a:xfrm>
              <a:custGeom>
                <a:avLst/>
                <a:gdLst>
                  <a:gd name="connsiteX0" fmla="*/ 10016388 w 12185650"/>
                  <a:gd name="connsiteY0" fmla="*/ 320 h 906379"/>
                  <a:gd name="connsiteX1" fmla="*/ 11758783 w 12185650"/>
                  <a:gd name="connsiteY1" fmla="*/ 91908 h 906379"/>
                  <a:gd name="connsiteX2" fmla="*/ 12185650 w 12185650"/>
                  <a:gd name="connsiteY2" fmla="*/ 150732 h 906379"/>
                  <a:gd name="connsiteX3" fmla="*/ 12185650 w 12185650"/>
                  <a:gd name="connsiteY3" fmla="*/ 906379 h 906379"/>
                  <a:gd name="connsiteX4" fmla="*/ 0 w 12185650"/>
                  <a:gd name="connsiteY4" fmla="*/ 906379 h 906379"/>
                  <a:gd name="connsiteX5" fmla="*/ 0 w 12185650"/>
                  <a:gd name="connsiteY5" fmla="*/ 498814 h 906379"/>
                  <a:gd name="connsiteX6" fmla="*/ 433218 w 12185650"/>
                  <a:gd name="connsiteY6" fmla="*/ 558513 h 906379"/>
                  <a:gd name="connsiteX7" fmla="*/ 10016388 w 12185650"/>
                  <a:gd name="connsiteY7" fmla="*/ 320 h 9063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85650" h="906379">
                    <a:moveTo>
                      <a:pt x="10016388" y="320"/>
                    </a:moveTo>
                    <a:cubicBezTo>
                      <a:pt x="10597186" y="-3256"/>
                      <a:pt x="11177984" y="22873"/>
                      <a:pt x="11758783" y="91908"/>
                    </a:cubicBezTo>
                    <a:lnTo>
                      <a:pt x="12185650" y="150732"/>
                    </a:lnTo>
                    <a:lnTo>
                      <a:pt x="12185650" y="906379"/>
                    </a:lnTo>
                    <a:lnTo>
                      <a:pt x="0" y="906379"/>
                    </a:lnTo>
                    <a:lnTo>
                      <a:pt x="0" y="498814"/>
                    </a:lnTo>
                    <a:lnTo>
                      <a:pt x="433218" y="558513"/>
                    </a:lnTo>
                    <a:cubicBezTo>
                      <a:pt x="3627608" y="938205"/>
                      <a:pt x="6821998" y="19985"/>
                      <a:pt x="10016388" y="320"/>
                    </a:cubicBezTo>
                    <a:close/>
                  </a:path>
                </a:pathLst>
              </a:custGeom>
              <a:gradFill flip="none" rotWithShape="1">
                <a:gsLst>
                  <a:gs pos="20000">
                    <a:schemeClr val="accent1">
                      <a:alpha val="20000"/>
                    </a:schemeClr>
                  </a:gs>
                  <a:gs pos="100000">
                    <a:schemeClr val="accent1">
                      <a:alpha val="0"/>
                    </a:schemeClr>
                  </a:gs>
                </a:gsLst>
                <a:lin ang="189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lvl="0" algn="ctr"/>
                <a:endParaRPr lang="zh-CN" altLang="en-US"/>
              </a:p>
            </p:txBody>
          </p:sp>
          <p:sp>
            <p:nvSpPr>
              <p:cNvPr id="40" name="任意多边形: 形状 39">
                <a:extLst>
                  <a:ext uri="{FF2B5EF4-FFF2-40B4-BE49-F238E27FC236}">
                    <a16:creationId xmlns:a16="http://schemas.microsoft.com/office/drawing/2014/main" id="{246EE34C-B23C-72A2-10D2-070EABD6BEE3}"/>
                  </a:ext>
                </a:extLst>
              </p:cNvPr>
              <p:cNvSpPr/>
              <p:nvPr/>
            </p:nvSpPr>
            <p:spPr>
              <a:xfrm flipH="1">
                <a:off x="4383505" y="0"/>
                <a:ext cx="7808495" cy="638477"/>
              </a:xfrm>
              <a:custGeom>
                <a:avLst/>
                <a:gdLst>
                  <a:gd name="connsiteX0" fmla="*/ 0 w 8664567"/>
                  <a:gd name="connsiteY0" fmla="*/ 0 h 638477"/>
                  <a:gd name="connsiteX1" fmla="*/ 8664567 w 8664567"/>
                  <a:gd name="connsiteY1" fmla="*/ 0 h 638477"/>
                  <a:gd name="connsiteX2" fmla="*/ 8481711 w 8664567"/>
                  <a:gd name="connsiteY2" fmla="*/ 9174 h 638477"/>
                  <a:gd name="connsiteX3" fmla="*/ 6488261 w 8664567"/>
                  <a:gd name="connsiteY3" fmla="*/ 274789 h 638477"/>
                  <a:gd name="connsiteX4" fmla="*/ 3047049 w 8664567"/>
                  <a:gd name="connsiteY4" fmla="*/ 638467 h 638477"/>
                  <a:gd name="connsiteX5" fmla="*/ 390895 w 8664567"/>
                  <a:gd name="connsiteY5" fmla="*/ 357008 h 638477"/>
                  <a:gd name="connsiteX6" fmla="*/ 0 w 8664567"/>
                  <a:gd name="connsiteY6" fmla="*/ 263124 h 6384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664567" h="638477">
                    <a:moveTo>
                      <a:pt x="0" y="0"/>
                    </a:moveTo>
                    <a:lnTo>
                      <a:pt x="8664567" y="0"/>
                    </a:lnTo>
                    <a:lnTo>
                      <a:pt x="8481711" y="9174"/>
                    </a:lnTo>
                    <a:cubicBezTo>
                      <a:pt x="7711040" y="63684"/>
                      <a:pt x="7000189" y="173768"/>
                      <a:pt x="6488261" y="274789"/>
                    </a:cubicBezTo>
                    <a:cubicBezTo>
                      <a:pt x="5171913" y="536611"/>
                      <a:pt x="4036478" y="639662"/>
                      <a:pt x="3047049" y="638467"/>
                    </a:cubicBezTo>
                    <a:cubicBezTo>
                      <a:pt x="2016393" y="637221"/>
                      <a:pt x="1144160" y="522860"/>
                      <a:pt x="390895" y="357008"/>
                    </a:cubicBezTo>
                    <a:lnTo>
                      <a:pt x="0" y="263124"/>
                    </a:lnTo>
                    <a:close/>
                  </a:path>
                </a:pathLst>
              </a:custGeom>
              <a:gradFill flip="none" rotWithShape="0"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80000">
                    <a:schemeClr val="accent1"/>
                  </a:gs>
                </a:gsLst>
                <a:lin ang="2700000" scaled="0"/>
                <a:tileRect/>
              </a:gradFill>
              <a:ln w="57150" cap="rnd">
                <a:noFill/>
                <a:prstDash val="solid"/>
                <a:round/>
              </a:ln>
              <a:effectLst>
                <a:outerShdw blurRad="254000" dist="127000" dir="2700000" algn="ctr" rotWithShape="0">
                  <a:schemeClr val="accent1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lvl="0" algn="ctr" defTabSz="913765"/>
                <a:endParaRPr lang="zh-CN" altLang="en-US" b="1">
                  <a:solidFill>
                    <a:srgbClr val="FFFFFF"/>
                  </a:solidFill>
                  <a:latin typeface="+mj-lt"/>
                </a:endParaRPr>
              </a:p>
            </p:txBody>
          </p:sp>
        </p:grpSp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4BF588BE-3AA6-67F5-48EA-A13F9E7C94EF}"/>
                </a:ext>
              </a:extLst>
            </p:cNvPr>
            <p:cNvGrpSpPr/>
            <p:nvPr userDrawn="1"/>
          </p:nvGrpSpPr>
          <p:grpSpPr>
            <a:xfrm>
              <a:off x="0" y="3680359"/>
              <a:ext cx="12192000" cy="3177641"/>
              <a:chOff x="0" y="3680359"/>
              <a:chExt cx="12192000" cy="3177641"/>
            </a:xfrm>
          </p:grpSpPr>
          <p:sp>
            <p:nvSpPr>
              <p:cNvPr id="37" name="任意多边形: 形状 36">
                <a:extLst>
                  <a:ext uri="{FF2B5EF4-FFF2-40B4-BE49-F238E27FC236}">
                    <a16:creationId xmlns:a16="http://schemas.microsoft.com/office/drawing/2014/main" id="{000FFAB3-DE75-3751-1B60-11DDBC27E7BA}"/>
                  </a:ext>
                </a:extLst>
              </p:cNvPr>
              <p:cNvSpPr/>
              <p:nvPr userDrawn="1"/>
            </p:nvSpPr>
            <p:spPr>
              <a:xfrm>
                <a:off x="0" y="3680359"/>
                <a:ext cx="12192000" cy="3177641"/>
              </a:xfrm>
              <a:custGeom>
                <a:avLst/>
                <a:gdLst>
                  <a:gd name="connsiteX0" fmla="*/ 12192000 w 12192000"/>
                  <a:gd name="connsiteY0" fmla="*/ 0 h 3177641"/>
                  <a:gd name="connsiteX1" fmla="*/ 12192000 w 12192000"/>
                  <a:gd name="connsiteY1" fmla="*/ 3177641 h 3177641"/>
                  <a:gd name="connsiteX2" fmla="*/ 0 w 12192000"/>
                  <a:gd name="connsiteY2" fmla="*/ 3177641 h 3177641"/>
                  <a:gd name="connsiteX3" fmla="*/ 0 w 12192000"/>
                  <a:gd name="connsiteY3" fmla="*/ 210470 h 3177641"/>
                  <a:gd name="connsiteX4" fmla="*/ 22409 w 12192000"/>
                  <a:gd name="connsiteY4" fmla="*/ 206074 h 3177641"/>
                  <a:gd name="connsiteX5" fmla="*/ 4368234 w 12192000"/>
                  <a:gd name="connsiteY5" fmla="*/ 414451 h 3177641"/>
                  <a:gd name="connsiteX6" fmla="*/ 7809446 w 12192000"/>
                  <a:gd name="connsiteY6" fmla="*/ 797608 h 3177641"/>
                  <a:gd name="connsiteX7" fmla="*/ 11701514 w 12192000"/>
                  <a:gd name="connsiteY7" fmla="*/ 141985 h 3177641"/>
                  <a:gd name="connsiteX8" fmla="*/ 12007582 w 12192000"/>
                  <a:gd name="connsiteY8" fmla="*/ 46484 h 3177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192000" h="3177641">
                    <a:moveTo>
                      <a:pt x="12192000" y="0"/>
                    </a:moveTo>
                    <a:lnTo>
                      <a:pt x="12192000" y="3177641"/>
                    </a:lnTo>
                    <a:lnTo>
                      <a:pt x="0" y="3177641"/>
                    </a:lnTo>
                    <a:lnTo>
                      <a:pt x="0" y="210470"/>
                    </a:lnTo>
                    <a:lnTo>
                      <a:pt x="22409" y="206074"/>
                    </a:lnTo>
                    <a:cubicBezTo>
                      <a:pt x="1524832" y="-49473"/>
                      <a:pt x="3344378" y="201587"/>
                      <a:pt x="4368234" y="414451"/>
                    </a:cubicBezTo>
                    <a:cubicBezTo>
                      <a:pt x="5684582" y="690297"/>
                      <a:pt x="6820017" y="798868"/>
                      <a:pt x="7809446" y="797608"/>
                    </a:cubicBezTo>
                    <a:cubicBezTo>
                      <a:pt x="9458497" y="795509"/>
                      <a:pt x="10701981" y="488321"/>
                      <a:pt x="11701514" y="141985"/>
                    </a:cubicBezTo>
                    <a:cubicBezTo>
                      <a:pt x="11801467" y="107352"/>
                      <a:pt x="11903716" y="75592"/>
                      <a:pt x="12007582" y="46484"/>
                    </a:cubicBezTo>
                    <a:close/>
                  </a:path>
                </a:pathLst>
              </a:custGeom>
              <a:gradFill flip="none" rotWithShape="0"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80000">
                    <a:schemeClr val="accent1"/>
                  </a:gs>
                </a:gsLst>
                <a:lin ang="2700000" scaled="0"/>
                <a:tileRect/>
              </a:gradFill>
              <a:ln w="57150" cap="rnd">
                <a:noFill/>
                <a:prstDash val="solid"/>
                <a:round/>
              </a:ln>
              <a:effectLst>
                <a:outerShdw blurRad="254000" dist="127000" dir="2700000" algn="ctr" rotWithShape="0">
                  <a:schemeClr val="accent1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lvl="0" algn="ctr" defTabSz="913765"/>
                <a:endParaRPr lang="zh-CN" altLang="en-US" b="1">
                  <a:solidFill>
                    <a:srgbClr val="FFFFFF"/>
                  </a:solidFill>
                  <a:latin typeface="+mj-lt"/>
                </a:endParaRPr>
              </a:p>
            </p:txBody>
          </p:sp>
          <p:sp>
            <p:nvSpPr>
              <p:cNvPr id="38" name="任意多边形: 形状 37">
                <a:extLst>
                  <a:ext uri="{FF2B5EF4-FFF2-40B4-BE49-F238E27FC236}">
                    <a16:creationId xmlns:a16="http://schemas.microsoft.com/office/drawing/2014/main" id="{43C23C68-1771-513E-3C44-99D4DF65D873}"/>
                  </a:ext>
                </a:extLst>
              </p:cNvPr>
              <p:cNvSpPr/>
              <p:nvPr userDrawn="1"/>
            </p:nvSpPr>
            <p:spPr>
              <a:xfrm>
                <a:off x="0" y="3680359"/>
                <a:ext cx="12192000" cy="3177641"/>
              </a:xfrm>
              <a:custGeom>
                <a:avLst/>
                <a:gdLst>
                  <a:gd name="connsiteX0" fmla="*/ 12192000 w 12192000"/>
                  <a:gd name="connsiteY0" fmla="*/ 0 h 3177641"/>
                  <a:gd name="connsiteX1" fmla="*/ 12192000 w 12192000"/>
                  <a:gd name="connsiteY1" fmla="*/ 3177641 h 3177641"/>
                  <a:gd name="connsiteX2" fmla="*/ 0 w 12192000"/>
                  <a:gd name="connsiteY2" fmla="*/ 3177641 h 3177641"/>
                  <a:gd name="connsiteX3" fmla="*/ 0 w 12192000"/>
                  <a:gd name="connsiteY3" fmla="*/ 210470 h 3177641"/>
                  <a:gd name="connsiteX4" fmla="*/ 22409 w 12192000"/>
                  <a:gd name="connsiteY4" fmla="*/ 206074 h 3177641"/>
                  <a:gd name="connsiteX5" fmla="*/ 4368234 w 12192000"/>
                  <a:gd name="connsiteY5" fmla="*/ 414451 h 3177641"/>
                  <a:gd name="connsiteX6" fmla="*/ 7809446 w 12192000"/>
                  <a:gd name="connsiteY6" fmla="*/ 797608 h 3177641"/>
                  <a:gd name="connsiteX7" fmla="*/ 11701514 w 12192000"/>
                  <a:gd name="connsiteY7" fmla="*/ 141985 h 3177641"/>
                  <a:gd name="connsiteX8" fmla="*/ 12007582 w 12192000"/>
                  <a:gd name="connsiteY8" fmla="*/ 46484 h 3177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192000" h="3177641">
                    <a:moveTo>
                      <a:pt x="12192000" y="0"/>
                    </a:moveTo>
                    <a:lnTo>
                      <a:pt x="12192000" y="3177641"/>
                    </a:lnTo>
                    <a:lnTo>
                      <a:pt x="0" y="3177641"/>
                    </a:lnTo>
                    <a:lnTo>
                      <a:pt x="0" y="210470"/>
                    </a:lnTo>
                    <a:lnTo>
                      <a:pt x="22409" y="206074"/>
                    </a:lnTo>
                    <a:cubicBezTo>
                      <a:pt x="1524832" y="-49473"/>
                      <a:pt x="3344378" y="201587"/>
                      <a:pt x="4368234" y="414451"/>
                    </a:cubicBezTo>
                    <a:cubicBezTo>
                      <a:pt x="5684582" y="690297"/>
                      <a:pt x="6820017" y="798868"/>
                      <a:pt x="7809446" y="797608"/>
                    </a:cubicBezTo>
                    <a:cubicBezTo>
                      <a:pt x="9458497" y="795509"/>
                      <a:pt x="10701981" y="488321"/>
                      <a:pt x="11701514" y="141985"/>
                    </a:cubicBezTo>
                    <a:cubicBezTo>
                      <a:pt x="11801467" y="107352"/>
                      <a:pt x="11903716" y="75592"/>
                      <a:pt x="12007582" y="46484"/>
                    </a:cubicBezTo>
                    <a:close/>
                  </a:path>
                </a:pathLst>
              </a:custGeom>
              <a:blipFill dpi="0" rotWithShape="0">
                <a:blip r:embed="rId2">
                  <a:duotone>
                    <a:schemeClr val="accent1">
                      <a:shade val="45000"/>
                      <a:satMod val="135000"/>
                    </a:schemeClr>
                    <a:prstClr val="white"/>
                  </a:duotone>
                  <a:alphaModFix amt="20000"/>
                </a:blip>
                <a:srcRect/>
                <a:stretch>
                  <a:fillRect l="-52" t="-77994" r="52" b="-77994"/>
                </a:stretch>
              </a:blipFill>
              <a:ln w="5715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lvl="0" algn="ctr" defTabSz="913765"/>
                <a:endParaRPr lang="zh-CN" altLang="en-US" b="1">
                  <a:solidFill>
                    <a:srgbClr val="FFFFFF"/>
                  </a:solidFill>
                  <a:latin typeface="+mj-lt"/>
                </a:endParaRPr>
              </a:p>
            </p:txBody>
          </p:sp>
        </p:grp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8C4B97A8-7CAE-4117-E0FA-E227ADC23D08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9649139" y="5594100"/>
              <a:ext cx="1869761" cy="540000"/>
            </a:xfrm>
            <a:custGeom>
              <a:avLst/>
              <a:gdLst>
                <a:gd name="connsiteX0" fmla="*/ 48345 w 2462545"/>
                <a:gd name="connsiteY0" fmla="*/ 614513 h 711200"/>
                <a:gd name="connsiteX1" fmla="*/ 48343 w 2462545"/>
                <a:gd name="connsiteY1" fmla="*/ 614513 h 711200"/>
                <a:gd name="connsiteX2" fmla="*/ 0 w 2462545"/>
                <a:gd name="connsiteY2" fmla="*/ 662857 h 711200"/>
                <a:gd name="connsiteX3" fmla="*/ 48343 w 2462545"/>
                <a:gd name="connsiteY3" fmla="*/ 711200 h 711200"/>
                <a:gd name="connsiteX4" fmla="*/ 48345 w 2462545"/>
                <a:gd name="connsiteY4" fmla="*/ 711200 h 711200"/>
                <a:gd name="connsiteX5" fmla="*/ 96689 w 2462545"/>
                <a:gd name="connsiteY5" fmla="*/ 662857 h 711200"/>
                <a:gd name="connsiteX6" fmla="*/ 48345 w 2462545"/>
                <a:gd name="connsiteY6" fmla="*/ 614513 h 711200"/>
                <a:gd name="connsiteX7" fmla="*/ 386328 w 2462545"/>
                <a:gd name="connsiteY7" fmla="*/ 614513 h 711200"/>
                <a:gd name="connsiteX8" fmla="*/ 386326 w 2462545"/>
                <a:gd name="connsiteY8" fmla="*/ 614513 h 711200"/>
                <a:gd name="connsiteX9" fmla="*/ 337982 w 2462545"/>
                <a:gd name="connsiteY9" fmla="*/ 662857 h 711200"/>
                <a:gd name="connsiteX10" fmla="*/ 386326 w 2462545"/>
                <a:gd name="connsiteY10" fmla="*/ 711200 h 711200"/>
                <a:gd name="connsiteX11" fmla="*/ 386328 w 2462545"/>
                <a:gd name="connsiteY11" fmla="*/ 711200 h 711200"/>
                <a:gd name="connsiteX12" fmla="*/ 434671 w 2462545"/>
                <a:gd name="connsiteY12" fmla="*/ 662857 h 711200"/>
                <a:gd name="connsiteX13" fmla="*/ 386328 w 2462545"/>
                <a:gd name="connsiteY13" fmla="*/ 614513 h 711200"/>
                <a:gd name="connsiteX14" fmla="*/ 724309 w 2462545"/>
                <a:gd name="connsiteY14" fmla="*/ 614513 h 711200"/>
                <a:gd name="connsiteX15" fmla="*/ 724307 w 2462545"/>
                <a:gd name="connsiteY15" fmla="*/ 614513 h 711200"/>
                <a:gd name="connsiteX16" fmla="*/ 675964 w 2462545"/>
                <a:gd name="connsiteY16" fmla="*/ 662857 h 711200"/>
                <a:gd name="connsiteX17" fmla="*/ 724307 w 2462545"/>
                <a:gd name="connsiteY17" fmla="*/ 711200 h 711200"/>
                <a:gd name="connsiteX18" fmla="*/ 724309 w 2462545"/>
                <a:gd name="connsiteY18" fmla="*/ 711200 h 711200"/>
                <a:gd name="connsiteX19" fmla="*/ 772652 w 2462545"/>
                <a:gd name="connsiteY19" fmla="*/ 662857 h 711200"/>
                <a:gd name="connsiteX20" fmla="*/ 724309 w 2462545"/>
                <a:gd name="connsiteY20" fmla="*/ 614513 h 711200"/>
                <a:gd name="connsiteX21" fmla="*/ 1062291 w 2462545"/>
                <a:gd name="connsiteY21" fmla="*/ 614513 h 711200"/>
                <a:gd name="connsiteX22" fmla="*/ 1062289 w 2462545"/>
                <a:gd name="connsiteY22" fmla="*/ 614513 h 711200"/>
                <a:gd name="connsiteX23" fmla="*/ 1013945 w 2462545"/>
                <a:gd name="connsiteY23" fmla="*/ 662857 h 711200"/>
                <a:gd name="connsiteX24" fmla="*/ 1062289 w 2462545"/>
                <a:gd name="connsiteY24" fmla="*/ 711200 h 711200"/>
                <a:gd name="connsiteX25" fmla="*/ 1062291 w 2462545"/>
                <a:gd name="connsiteY25" fmla="*/ 711200 h 711200"/>
                <a:gd name="connsiteX26" fmla="*/ 1110634 w 2462545"/>
                <a:gd name="connsiteY26" fmla="*/ 662857 h 711200"/>
                <a:gd name="connsiteX27" fmla="*/ 1062291 w 2462545"/>
                <a:gd name="connsiteY27" fmla="*/ 614513 h 711200"/>
                <a:gd name="connsiteX28" fmla="*/ 1400256 w 2462545"/>
                <a:gd name="connsiteY28" fmla="*/ 614513 h 711200"/>
                <a:gd name="connsiteX29" fmla="*/ 1400254 w 2462545"/>
                <a:gd name="connsiteY29" fmla="*/ 614513 h 711200"/>
                <a:gd name="connsiteX30" fmla="*/ 1351911 w 2462545"/>
                <a:gd name="connsiteY30" fmla="*/ 662857 h 711200"/>
                <a:gd name="connsiteX31" fmla="*/ 1400254 w 2462545"/>
                <a:gd name="connsiteY31" fmla="*/ 711200 h 711200"/>
                <a:gd name="connsiteX32" fmla="*/ 1400256 w 2462545"/>
                <a:gd name="connsiteY32" fmla="*/ 711200 h 711200"/>
                <a:gd name="connsiteX33" fmla="*/ 1448600 w 2462545"/>
                <a:gd name="connsiteY33" fmla="*/ 662857 h 711200"/>
                <a:gd name="connsiteX34" fmla="*/ 1400256 w 2462545"/>
                <a:gd name="connsiteY34" fmla="*/ 614513 h 711200"/>
                <a:gd name="connsiteX35" fmla="*/ 1738239 w 2462545"/>
                <a:gd name="connsiteY35" fmla="*/ 614513 h 711200"/>
                <a:gd name="connsiteX36" fmla="*/ 1738237 w 2462545"/>
                <a:gd name="connsiteY36" fmla="*/ 614513 h 711200"/>
                <a:gd name="connsiteX37" fmla="*/ 1689893 w 2462545"/>
                <a:gd name="connsiteY37" fmla="*/ 662857 h 711200"/>
                <a:gd name="connsiteX38" fmla="*/ 1738237 w 2462545"/>
                <a:gd name="connsiteY38" fmla="*/ 711200 h 711200"/>
                <a:gd name="connsiteX39" fmla="*/ 1738239 w 2462545"/>
                <a:gd name="connsiteY39" fmla="*/ 711200 h 711200"/>
                <a:gd name="connsiteX40" fmla="*/ 1786582 w 2462545"/>
                <a:gd name="connsiteY40" fmla="*/ 662857 h 711200"/>
                <a:gd name="connsiteX41" fmla="*/ 1738239 w 2462545"/>
                <a:gd name="connsiteY41" fmla="*/ 614513 h 711200"/>
                <a:gd name="connsiteX42" fmla="*/ 2076220 w 2462545"/>
                <a:gd name="connsiteY42" fmla="*/ 614513 h 711200"/>
                <a:gd name="connsiteX43" fmla="*/ 2076218 w 2462545"/>
                <a:gd name="connsiteY43" fmla="*/ 614513 h 711200"/>
                <a:gd name="connsiteX44" fmla="*/ 2027875 w 2462545"/>
                <a:gd name="connsiteY44" fmla="*/ 662857 h 711200"/>
                <a:gd name="connsiteX45" fmla="*/ 2076218 w 2462545"/>
                <a:gd name="connsiteY45" fmla="*/ 711200 h 711200"/>
                <a:gd name="connsiteX46" fmla="*/ 2076220 w 2462545"/>
                <a:gd name="connsiteY46" fmla="*/ 711200 h 711200"/>
                <a:gd name="connsiteX47" fmla="*/ 2124564 w 2462545"/>
                <a:gd name="connsiteY47" fmla="*/ 662857 h 711200"/>
                <a:gd name="connsiteX48" fmla="*/ 2076220 w 2462545"/>
                <a:gd name="connsiteY48" fmla="*/ 614513 h 711200"/>
                <a:gd name="connsiteX49" fmla="*/ 2414202 w 2462545"/>
                <a:gd name="connsiteY49" fmla="*/ 614513 h 711200"/>
                <a:gd name="connsiteX50" fmla="*/ 2414200 w 2462545"/>
                <a:gd name="connsiteY50" fmla="*/ 614513 h 711200"/>
                <a:gd name="connsiteX51" fmla="*/ 2365856 w 2462545"/>
                <a:gd name="connsiteY51" fmla="*/ 662857 h 711200"/>
                <a:gd name="connsiteX52" fmla="*/ 2414200 w 2462545"/>
                <a:gd name="connsiteY52" fmla="*/ 711200 h 711200"/>
                <a:gd name="connsiteX53" fmla="*/ 2414202 w 2462545"/>
                <a:gd name="connsiteY53" fmla="*/ 711200 h 711200"/>
                <a:gd name="connsiteX54" fmla="*/ 2462545 w 2462545"/>
                <a:gd name="connsiteY54" fmla="*/ 662857 h 711200"/>
                <a:gd name="connsiteX55" fmla="*/ 2414202 w 2462545"/>
                <a:gd name="connsiteY55" fmla="*/ 614513 h 711200"/>
                <a:gd name="connsiteX56" fmla="*/ 48345 w 2462545"/>
                <a:gd name="connsiteY56" fmla="*/ 307257 h 711200"/>
                <a:gd name="connsiteX57" fmla="*/ 48343 w 2462545"/>
                <a:gd name="connsiteY57" fmla="*/ 307257 h 711200"/>
                <a:gd name="connsiteX58" fmla="*/ 0 w 2462545"/>
                <a:gd name="connsiteY58" fmla="*/ 355600 h 711200"/>
                <a:gd name="connsiteX59" fmla="*/ 48343 w 2462545"/>
                <a:gd name="connsiteY59" fmla="*/ 403944 h 711200"/>
                <a:gd name="connsiteX60" fmla="*/ 48345 w 2462545"/>
                <a:gd name="connsiteY60" fmla="*/ 403944 h 711200"/>
                <a:gd name="connsiteX61" fmla="*/ 96689 w 2462545"/>
                <a:gd name="connsiteY61" fmla="*/ 355600 h 711200"/>
                <a:gd name="connsiteX62" fmla="*/ 48345 w 2462545"/>
                <a:gd name="connsiteY62" fmla="*/ 307257 h 711200"/>
                <a:gd name="connsiteX63" fmla="*/ 386328 w 2462545"/>
                <a:gd name="connsiteY63" fmla="*/ 307257 h 711200"/>
                <a:gd name="connsiteX64" fmla="*/ 386326 w 2462545"/>
                <a:gd name="connsiteY64" fmla="*/ 307257 h 711200"/>
                <a:gd name="connsiteX65" fmla="*/ 337982 w 2462545"/>
                <a:gd name="connsiteY65" fmla="*/ 355600 h 711200"/>
                <a:gd name="connsiteX66" fmla="*/ 386326 w 2462545"/>
                <a:gd name="connsiteY66" fmla="*/ 403944 h 711200"/>
                <a:gd name="connsiteX67" fmla="*/ 386328 w 2462545"/>
                <a:gd name="connsiteY67" fmla="*/ 403944 h 711200"/>
                <a:gd name="connsiteX68" fmla="*/ 434671 w 2462545"/>
                <a:gd name="connsiteY68" fmla="*/ 355600 h 711200"/>
                <a:gd name="connsiteX69" fmla="*/ 386328 w 2462545"/>
                <a:gd name="connsiteY69" fmla="*/ 307257 h 711200"/>
                <a:gd name="connsiteX70" fmla="*/ 724309 w 2462545"/>
                <a:gd name="connsiteY70" fmla="*/ 307257 h 711200"/>
                <a:gd name="connsiteX71" fmla="*/ 724307 w 2462545"/>
                <a:gd name="connsiteY71" fmla="*/ 307257 h 711200"/>
                <a:gd name="connsiteX72" fmla="*/ 675964 w 2462545"/>
                <a:gd name="connsiteY72" fmla="*/ 355600 h 711200"/>
                <a:gd name="connsiteX73" fmla="*/ 724307 w 2462545"/>
                <a:gd name="connsiteY73" fmla="*/ 403944 h 711200"/>
                <a:gd name="connsiteX74" fmla="*/ 724309 w 2462545"/>
                <a:gd name="connsiteY74" fmla="*/ 403944 h 711200"/>
                <a:gd name="connsiteX75" fmla="*/ 772652 w 2462545"/>
                <a:gd name="connsiteY75" fmla="*/ 355600 h 711200"/>
                <a:gd name="connsiteX76" fmla="*/ 724309 w 2462545"/>
                <a:gd name="connsiteY76" fmla="*/ 307257 h 711200"/>
                <a:gd name="connsiteX77" fmla="*/ 1062291 w 2462545"/>
                <a:gd name="connsiteY77" fmla="*/ 307257 h 711200"/>
                <a:gd name="connsiteX78" fmla="*/ 1062289 w 2462545"/>
                <a:gd name="connsiteY78" fmla="*/ 307257 h 711200"/>
                <a:gd name="connsiteX79" fmla="*/ 1013945 w 2462545"/>
                <a:gd name="connsiteY79" fmla="*/ 355600 h 711200"/>
                <a:gd name="connsiteX80" fmla="*/ 1062289 w 2462545"/>
                <a:gd name="connsiteY80" fmla="*/ 403944 h 711200"/>
                <a:gd name="connsiteX81" fmla="*/ 1062291 w 2462545"/>
                <a:gd name="connsiteY81" fmla="*/ 403944 h 711200"/>
                <a:gd name="connsiteX82" fmla="*/ 1110634 w 2462545"/>
                <a:gd name="connsiteY82" fmla="*/ 355600 h 711200"/>
                <a:gd name="connsiteX83" fmla="*/ 1062291 w 2462545"/>
                <a:gd name="connsiteY83" fmla="*/ 307257 h 711200"/>
                <a:gd name="connsiteX84" fmla="*/ 1400256 w 2462545"/>
                <a:gd name="connsiteY84" fmla="*/ 307257 h 711200"/>
                <a:gd name="connsiteX85" fmla="*/ 1400254 w 2462545"/>
                <a:gd name="connsiteY85" fmla="*/ 307257 h 711200"/>
                <a:gd name="connsiteX86" fmla="*/ 1351911 w 2462545"/>
                <a:gd name="connsiteY86" fmla="*/ 355600 h 711200"/>
                <a:gd name="connsiteX87" fmla="*/ 1400254 w 2462545"/>
                <a:gd name="connsiteY87" fmla="*/ 403944 h 711200"/>
                <a:gd name="connsiteX88" fmla="*/ 1400256 w 2462545"/>
                <a:gd name="connsiteY88" fmla="*/ 403944 h 711200"/>
                <a:gd name="connsiteX89" fmla="*/ 1448600 w 2462545"/>
                <a:gd name="connsiteY89" fmla="*/ 355600 h 711200"/>
                <a:gd name="connsiteX90" fmla="*/ 1400256 w 2462545"/>
                <a:gd name="connsiteY90" fmla="*/ 307257 h 711200"/>
                <a:gd name="connsiteX91" fmla="*/ 1738239 w 2462545"/>
                <a:gd name="connsiteY91" fmla="*/ 307257 h 711200"/>
                <a:gd name="connsiteX92" fmla="*/ 1738237 w 2462545"/>
                <a:gd name="connsiteY92" fmla="*/ 307257 h 711200"/>
                <a:gd name="connsiteX93" fmla="*/ 1689893 w 2462545"/>
                <a:gd name="connsiteY93" fmla="*/ 355600 h 711200"/>
                <a:gd name="connsiteX94" fmla="*/ 1738237 w 2462545"/>
                <a:gd name="connsiteY94" fmla="*/ 403944 h 711200"/>
                <a:gd name="connsiteX95" fmla="*/ 1738239 w 2462545"/>
                <a:gd name="connsiteY95" fmla="*/ 403944 h 711200"/>
                <a:gd name="connsiteX96" fmla="*/ 1786582 w 2462545"/>
                <a:gd name="connsiteY96" fmla="*/ 355600 h 711200"/>
                <a:gd name="connsiteX97" fmla="*/ 1738239 w 2462545"/>
                <a:gd name="connsiteY97" fmla="*/ 307257 h 711200"/>
                <a:gd name="connsiteX98" fmla="*/ 2076220 w 2462545"/>
                <a:gd name="connsiteY98" fmla="*/ 307257 h 711200"/>
                <a:gd name="connsiteX99" fmla="*/ 2076218 w 2462545"/>
                <a:gd name="connsiteY99" fmla="*/ 307257 h 711200"/>
                <a:gd name="connsiteX100" fmla="*/ 2027875 w 2462545"/>
                <a:gd name="connsiteY100" fmla="*/ 355600 h 711200"/>
                <a:gd name="connsiteX101" fmla="*/ 2076218 w 2462545"/>
                <a:gd name="connsiteY101" fmla="*/ 403944 h 711200"/>
                <a:gd name="connsiteX102" fmla="*/ 2076220 w 2462545"/>
                <a:gd name="connsiteY102" fmla="*/ 403944 h 711200"/>
                <a:gd name="connsiteX103" fmla="*/ 2124564 w 2462545"/>
                <a:gd name="connsiteY103" fmla="*/ 355600 h 711200"/>
                <a:gd name="connsiteX104" fmla="*/ 2076220 w 2462545"/>
                <a:gd name="connsiteY104" fmla="*/ 307257 h 711200"/>
                <a:gd name="connsiteX105" fmla="*/ 2414202 w 2462545"/>
                <a:gd name="connsiteY105" fmla="*/ 307257 h 711200"/>
                <a:gd name="connsiteX106" fmla="*/ 2414200 w 2462545"/>
                <a:gd name="connsiteY106" fmla="*/ 307257 h 711200"/>
                <a:gd name="connsiteX107" fmla="*/ 2365856 w 2462545"/>
                <a:gd name="connsiteY107" fmla="*/ 355600 h 711200"/>
                <a:gd name="connsiteX108" fmla="*/ 2414200 w 2462545"/>
                <a:gd name="connsiteY108" fmla="*/ 403944 h 711200"/>
                <a:gd name="connsiteX109" fmla="*/ 2414202 w 2462545"/>
                <a:gd name="connsiteY109" fmla="*/ 403944 h 711200"/>
                <a:gd name="connsiteX110" fmla="*/ 2462545 w 2462545"/>
                <a:gd name="connsiteY110" fmla="*/ 355600 h 711200"/>
                <a:gd name="connsiteX111" fmla="*/ 2414202 w 2462545"/>
                <a:gd name="connsiteY111" fmla="*/ 307257 h 711200"/>
                <a:gd name="connsiteX112" fmla="*/ 48345 w 2462545"/>
                <a:gd name="connsiteY112" fmla="*/ 0 h 711200"/>
                <a:gd name="connsiteX113" fmla="*/ 48343 w 2462545"/>
                <a:gd name="connsiteY113" fmla="*/ 0 h 711200"/>
                <a:gd name="connsiteX114" fmla="*/ 0 w 2462545"/>
                <a:gd name="connsiteY114" fmla="*/ 48344 h 711200"/>
                <a:gd name="connsiteX115" fmla="*/ 48343 w 2462545"/>
                <a:gd name="connsiteY115" fmla="*/ 96687 h 711200"/>
                <a:gd name="connsiteX116" fmla="*/ 48345 w 2462545"/>
                <a:gd name="connsiteY116" fmla="*/ 96687 h 711200"/>
                <a:gd name="connsiteX117" fmla="*/ 96689 w 2462545"/>
                <a:gd name="connsiteY117" fmla="*/ 48344 h 711200"/>
                <a:gd name="connsiteX118" fmla="*/ 48345 w 2462545"/>
                <a:gd name="connsiteY118" fmla="*/ 0 h 711200"/>
                <a:gd name="connsiteX119" fmla="*/ 386328 w 2462545"/>
                <a:gd name="connsiteY119" fmla="*/ 0 h 711200"/>
                <a:gd name="connsiteX120" fmla="*/ 386326 w 2462545"/>
                <a:gd name="connsiteY120" fmla="*/ 0 h 711200"/>
                <a:gd name="connsiteX121" fmla="*/ 337982 w 2462545"/>
                <a:gd name="connsiteY121" fmla="*/ 48344 h 711200"/>
                <a:gd name="connsiteX122" fmla="*/ 386326 w 2462545"/>
                <a:gd name="connsiteY122" fmla="*/ 96687 h 711200"/>
                <a:gd name="connsiteX123" fmla="*/ 386328 w 2462545"/>
                <a:gd name="connsiteY123" fmla="*/ 96687 h 711200"/>
                <a:gd name="connsiteX124" fmla="*/ 434671 w 2462545"/>
                <a:gd name="connsiteY124" fmla="*/ 48344 h 711200"/>
                <a:gd name="connsiteX125" fmla="*/ 386328 w 2462545"/>
                <a:gd name="connsiteY125" fmla="*/ 0 h 711200"/>
                <a:gd name="connsiteX126" fmla="*/ 724309 w 2462545"/>
                <a:gd name="connsiteY126" fmla="*/ 0 h 711200"/>
                <a:gd name="connsiteX127" fmla="*/ 724307 w 2462545"/>
                <a:gd name="connsiteY127" fmla="*/ 0 h 711200"/>
                <a:gd name="connsiteX128" fmla="*/ 675964 w 2462545"/>
                <a:gd name="connsiteY128" fmla="*/ 48344 h 711200"/>
                <a:gd name="connsiteX129" fmla="*/ 724307 w 2462545"/>
                <a:gd name="connsiteY129" fmla="*/ 96687 h 711200"/>
                <a:gd name="connsiteX130" fmla="*/ 724309 w 2462545"/>
                <a:gd name="connsiteY130" fmla="*/ 96687 h 711200"/>
                <a:gd name="connsiteX131" fmla="*/ 772652 w 2462545"/>
                <a:gd name="connsiteY131" fmla="*/ 48344 h 711200"/>
                <a:gd name="connsiteX132" fmla="*/ 724309 w 2462545"/>
                <a:gd name="connsiteY132" fmla="*/ 0 h 711200"/>
                <a:gd name="connsiteX133" fmla="*/ 1062291 w 2462545"/>
                <a:gd name="connsiteY133" fmla="*/ 0 h 711200"/>
                <a:gd name="connsiteX134" fmla="*/ 1062289 w 2462545"/>
                <a:gd name="connsiteY134" fmla="*/ 0 h 711200"/>
                <a:gd name="connsiteX135" fmla="*/ 1013945 w 2462545"/>
                <a:gd name="connsiteY135" fmla="*/ 48344 h 711200"/>
                <a:gd name="connsiteX136" fmla="*/ 1062289 w 2462545"/>
                <a:gd name="connsiteY136" fmla="*/ 96687 h 711200"/>
                <a:gd name="connsiteX137" fmla="*/ 1062291 w 2462545"/>
                <a:gd name="connsiteY137" fmla="*/ 96687 h 711200"/>
                <a:gd name="connsiteX138" fmla="*/ 1110634 w 2462545"/>
                <a:gd name="connsiteY138" fmla="*/ 48344 h 711200"/>
                <a:gd name="connsiteX139" fmla="*/ 1062291 w 2462545"/>
                <a:gd name="connsiteY139" fmla="*/ 0 h 711200"/>
                <a:gd name="connsiteX140" fmla="*/ 1400256 w 2462545"/>
                <a:gd name="connsiteY140" fmla="*/ 0 h 711200"/>
                <a:gd name="connsiteX141" fmla="*/ 1400254 w 2462545"/>
                <a:gd name="connsiteY141" fmla="*/ 0 h 711200"/>
                <a:gd name="connsiteX142" fmla="*/ 1351911 w 2462545"/>
                <a:gd name="connsiteY142" fmla="*/ 48344 h 711200"/>
                <a:gd name="connsiteX143" fmla="*/ 1400254 w 2462545"/>
                <a:gd name="connsiteY143" fmla="*/ 96687 h 711200"/>
                <a:gd name="connsiteX144" fmla="*/ 1400256 w 2462545"/>
                <a:gd name="connsiteY144" fmla="*/ 96687 h 711200"/>
                <a:gd name="connsiteX145" fmla="*/ 1448600 w 2462545"/>
                <a:gd name="connsiteY145" fmla="*/ 48344 h 711200"/>
                <a:gd name="connsiteX146" fmla="*/ 1400256 w 2462545"/>
                <a:gd name="connsiteY146" fmla="*/ 0 h 711200"/>
                <a:gd name="connsiteX147" fmla="*/ 1738239 w 2462545"/>
                <a:gd name="connsiteY147" fmla="*/ 0 h 711200"/>
                <a:gd name="connsiteX148" fmla="*/ 1738237 w 2462545"/>
                <a:gd name="connsiteY148" fmla="*/ 0 h 711200"/>
                <a:gd name="connsiteX149" fmla="*/ 1689893 w 2462545"/>
                <a:gd name="connsiteY149" fmla="*/ 48344 h 711200"/>
                <a:gd name="connsiteX150" fmla="*/ 1738237 w 2462545"/>
                <a:gd name="connsiteY150" fmla="*/ 96687 h 711200"/>
                <a:gd name="connsiteX151" fmla="*/ 1738239 w 2462545"/>
                <a:gd name="connsiteY151" fmla="*/ 96687 h 711200"/>
                <a:gd name="connsiteX152" fmla="*/ 1786582 w 2462545"/>
                <a:gd name="connsiteY152" fmla="*/ 48344 h 711200"/>
                <a:gd name="connsiteX153" fmla="*/ 1738239 w 2462545"/>
                <a:gd name="connsiteY153" fmla="*/ 0 h 711200"/>
                <a:gd name="connsiteX154" fmla="*/ 2076220 w 2462545"/>
                <a:gd name="connsiteY154" fmla="*/ 0 h 711200"/>
                <a:gd name="connsiteX155" fmla="*/ 2076218 w 2462545"/>
                <a:gd name="connsiteY155" fmla="*/ 0 h 711200"/>
                <a:gd name="connsiteX156" fmla="*/ 2027875 w 2462545"/>
                <a:gd name="connsiteY156" fmla="*/ 48344 h 711200"/>
                <a:gd name="connsiteX157" fmla="*/ 2076218 w 2462545"/>
                <a:gd name="connsiteY157" fmla="*/ 96687 h 711200"/>
                <a:gd name="connsiteX158" fmla="*/ 2076220 w 2462545"/>
                <a:gd name="connsiteY158" fmla="*/ 96687 h 711200"/>
                <a:gd name="connsiteX159" fmla="*/ 2124564 w 2462545"/>
                <a:gd name="connsiteY159" fmla="*/ 48344 h 711200"/>
                <a:gd name="connsiteX160" fmla="*/ 2076220 w 2462545"/>
                <a:gd name="connsiteY160" fmla="*/ 0 h 711200"/>
                <a:gd name="connsiteX161" fmla="*/ 2414202 w 2462545"/>
                <a:gd name="connsiteY161" fmla="*/ 0 h 711200"/>
                <a:gd name="connsiteX162" fmla="*/ 2414200 w 2462545"/>
                <a:gd name="connsiteY162" fmla="*/ 0 h 711200"/>
                <a:gd name="connsiteX163" fmla="*/ 2365856 w 2462545"/>
                <a:gd name="connsiteY163" fmla="*/ 48344 h 711200"/>
                <a:gd name="connsiteX164" fmla="*/ 2414200 w 2462545"/>
                <a:gd name="connsiteY164" fmla="*/ 96687 h 711200"/>
                <a:gd name="connsiteX165" fmla="*/ 2414202 w 2462545"/>
                <a:gd name="connsiteY165" fmla="*/ 96687 h 711200"/>
                <a:gd name="connsiteX166" fmla="*/ 2462545 w 2462545"/>
                <a:gd name="connsiteY166" fmla="*/ 48344 h 711200"/>
                <a:gd name="connsiteX167" fmla="*/ 2414202 w 2462545"/>
                <a:gd name="connsiteY167" fmla="*/ 0 h 711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</a:cxnLst>
              <a:rect l="l" t="t" r="r" b="b"/>
              <a:pathLst>
                <a:path w="2462545" h="711200">
                  <a:moveTo>
                    <a:pt x="48345" y="614513"/>
                  </a:moveTo>
                  <a:lnTo>
                    <a:pt x="48343" y="614513"/>
                  </a:lnTo>
                  <a:cubicBezTo>
                    <a:pt x="21644" y="614513"/>
                    <a:pt x="0" y="636158"/>
                    <a:pt x="0" y="662857"/>
                  </a:cubicBezTo>
                  <a:cubicBezTo>
                    <a:pt x="0" y="689556"/>
                    <a:pt x="21644" y="711200"/>
                    <a:pt x="48343" y="711200"/>
                  </a:cubicBezTo>
                  <a:lnTo>
                    <a:pt x="48345" y="711200"/>
                  </a:lnTo>
                  <a:cubicBezTo>
                    <a:pt x="75044" y="711200"/>
                    <a:pt x="96689" y="689556"/>
                    <a:pt x="96689" y="662857"/>
                  </a:cubicBezTo>
                  <a:cubicBezTo>
                    <a:pt x="96689" y="636158"/>
                    <a:pt x="75044" y="614513"/>
                    <a:pt x="48345" y="614513"/>
                  </a:cubicBezTo>
                  <a:close/>
                  <a:moveTo>
                    <a:pt x="386328" y="614513"/>
                  </a:moveTo>
                  <a:lnTo>
                    <a:pt x="386326" y="614513"/>
                  </a:lnTo>
                  <a:cubicBezTo>
                    <a:pt x="359627" y="614513"/>
                    <a:pt x="337982" y="636158"/>
                    <a:pt x="337982" y="662857"/>
                  </a:cubicBezTo>
                  <a:cubicBezTo>
                    <a:pt x="337982" y="689556"/>
                    <a:pt x="359627" y="711200"/>
                    <a:pt x="386326" y="711200"/>
                  </a:cubicBezTo>
                  <a:lnTo>
                    <a:pt x="386328" y="711200"/>
                  </a:lnTo>
                  <a:cubicBezTo>
                    <a:pt x="413026" y="711200"/>
                    <a:pt x="434671" y="689556"/>
                    <a:pt x="434671" y="662857"/>
                  </a:cubicBezTo>
                  <a:cubicBezTo>
                    <a:pt x="434671" y="636158"/>
                    <a:pt x="413026" y="614513"/>
                    <a:pt x="386328" y="614513"/>
                  </a:cubicBezTo>
                  <a:close/>
                  <a:moveTo>
                    <a:pt x="724309" y="614513"/>
                  </a:moveTo>
                  <a:lnTo>
                    <a:pt x="724307" y="614513"/>
                  </a:lnTo>
                  <a:cubicBezTo>
                    <a:pt x="697608" y="614513"/>
                    <a:pt x="675964" y="636158"/>
                    <a:pt x="675964" y="662857"/>
                  </a:cubicBezTo>
                  <a:cubicBezTo>
                    <a:pt x="675964" y="689556"/>
                    <a:pt x="697608" y="711200"/>
                    <a:pt x="724307" y="711200"/>
                  </a:cubicBezTo>
                  <a:lnTo>
                    <a:pt x="724309" y="711200"/>
                  </a:lnTo>
                  <a:cubicBezTo>
                    <a:pt x="751008" y="711200"/>
                    <a:pt x="772652" y="689556"/>
                    <a:pt x="772652" y="662857"/>
                  </a:cubicBezTo>
                  <a:cubicBezTo>
                    <a:pt x="772652" y="636158"/>
                    <a:pt x="751008" y="614513"/>
                    <a:pt x="724309" y="614513"/>
                  </a:cubicBezTo>
                  <a:close/>
                  <a:moveTo>
                    <a:pt x="1062291" y="614513"/>
                  </a:moveTo>
                  <a:lnTo>
                    <a:pt x="1062289" y="614513"/>
                  </a:lnTo>
                  <a:cubicBezTo>
                    <a:pt x="1035590" y="614513"/>
                    <a:pt x="1013945" y="636158"/>
                    <a:pt x="1013945" y="662857"/>
                  </a:cubicBezTo>
                  <a:cubicBezTo>
                    <a:pt x="1013945" y="689556"/>
                    <a:pt x="1035590" y="711200"/>
                    <a:pt x="1062289" y="711200"/>
                  </a:cubicBezTo>
                  <a:lnTo>
                    <a:pt x="1062291" y="711200"/>
                  </a:lnTo>
                  <a:cubicBezTo>
                    <a:pt x="1088990" y="711200"/>
                    <a:pt x="1110634" y="689556"/>
                    <a:pt x="1110634" y="662857"/>
                  </a:cubicBezTo>
                  <a:cubicBezTo>
                    <a:pt x="1110634" y="636158"/>
                    <a:pt x="1088990" y="614513"/>
                    <a:pt x="1062291" y="614513"/>
                  </a:cubicBezTo>
                  <a:close/>
                  <a:moveTo>
                    <a:pt x="1400256" y="614513"/>
                  </a:moveTo>
                  <a:lnTo>
                    <a:pt x="1400254" y="614513"/>
                  </a:lnTo>
                  <a:cubicBezTo>
                    <a:pt x="1373555" y="614513"/>
                    <a:pt x="1351911" y="636158"/>
                    <a:pt x="1351911" y="662857"/>
                  </a:cubicBezTo>
                  <a:cubicBezTo>
                    <a:pt x="1351911" y="689556"/>
                    <a:pt x="1373555" y="711200"/>
                    <a:pt x="1400254" y="711200"/>
                  </a:cubicBezTo>
                  <a:lnTo>
                    <a:pt x="1400256" y="711200"/>
                  </a:lnTo>
                  <a:cubicBezTo>
                    <a:pt x="1426955" y="711200"/>
                    <a:pt x="1448600" y="689556"/>
                    <a:pt x="1448600" y="662857"/>
                  </a:cubicBezTo>
                  <a:cubicBezTo>
                    <a:pt x="1448600" y="636158"/>
                    <a:pt x="1426955" y="614513"/>
                    <a:pt x="1400256" y="614513"/>
                  </a:cubicBezTo>
                  <a:close/>
                  <a:moveTo>
                    <a:pt x="1738239" y="614513"/>
                  </a:moveTo>
                  <a:lnTo>
                    <a:pt x="1738237" y="614513"/>
                  </a:lnTo>
                  <a:cubicBezTo>
                    <a:pt x="1711538" y="614513"/>
                    <a:pt x="1689893" y="636158"/>
                    <a:pt x="1689893" y="662857"/>
                  </a:cubicBezTo>
                  <a:cubicBezTo>
                    <a:pt x="1689893" y="689556"/>
                    <a:pt x="1711538" y="711200"/>
                    <a:pt x="1738237" y="711200"/>
                  </a:cubicBezTo>
                  <a:lnTo>
                    <a:pt x="1738239" y="711200"/>
                  </a:lnTo>
                  <a:cubicBezTo>
                    <a:pt x="1764938" y="711200"/>
                    <a:pt x="1786582" y="689556"/>
                    <a:pt x="1786582" y="662857"/>
                  </a:cubicBezTo>
                  <a:cubicBezTo>
                    <a:pt x="1786582" y="636158"/>
                    <a:pt x="1764938" y="614513"/>
                    <a:pt x="1738239" y="614513"/>
                  </a:cubicBezTo>
                  <a:close/>
                  <a:moveTo>
                    <a:pt x="2076220" y="614513"/>
                  </a:moveTo>
                  <a:lnTo>
                    <a:pt x="2076218" y="614513"/>
                  </a:lnTo>
                  <a:cubicBezTo>
                    <a:pt x="2049519" y="614513"/>
                    <a:pt x="2027875" y="636158"/>
                    <a:pt x="2027875" y="662857"/>
                  </a:cubicBezTo>
                  <a:cubicBezTo>
                    <a:pt x="2027875" y="689556"/>
                    <a:pt x="2049519" y="711200"/>
                    <a:pt x="2076218" y="711200"/>
                  </a:cubicBezTo>
                  <a:lnTo>
                    <a:pt x="2076220" y="711200"/>
                  </a:lnTo>
                  <a:cubicBezTo>
                    <a:pt x="2102919" y="711200"/>
                    <a:pt x="2124564" y="689556"/>
                    <a:pt x="2124564" y="662857"/>
                  </a:cubicBezTo>
                  <a:cubicBezTo>
                    <a:pt x="2124564" y="636158"/>
                    <a:pt x="2102919" y="614513"/>
                    <a:pt x="2076220" y="614513"/>
                  </a:cubicBezTo>
                  <a:close/>
                  <a:moveTo>
                    <a:pt x="2414202" y="614513"/>
                  </a:moveTo>
                  <a:lnTo>
                    <a:pt x="2414200" y="614513"/>
                  </a:lnTo>
                  <a:cubicBezTo>
                    <a:pt x="2387501" y="614513"/>
                    <a:pt x="2365856" y="636158"/>
                    <a:pt x="2365856" y="662857"/>
                  </a:cubicBezTo>
                  <a:cubicBezTo>
                    <a:pt x="2365856" y="689556"/>
                    <a:pt x="2387501" y="711200"/>
                    <a:pt x="2414200" y="711200"/>
                  </a:cubicBezTo>
                  <a:lnTo>
                    <a:pt x="2414202" y="711200"/>
                  </a:lnTo>
                  <a:cubicBezTo>
                    <a:pt x="2440900" y="711200"/>
                    <a:pt x="2462545" y="689556"/>
                    <a:pt x="2462545" y="662857"/>
                  </a:cubicBezTo>
                  <a:cubicBezTo>
                    <a:pt x="2462545" y="636158"/>
                    <a:pt x="2440900" y="614513"/>
                    <a:pt x="2414202" y="614513"/>
                  </a:cubicBezTo>
                  <a:close/>
                  <a:moveTo>
                    <a:pt x="48345" y="307257"/>
                  </a:moveTo>
                  <a:lnTo>
                    <a:pt x="48343" y="307257"/>
                  </a:lnTo>
                  <a:cubicBezTo>
                    <a:pt x="21644" y="307257"/>
                    <a:pt x="0" y="328901"/>
                    <a:pt x="0" y="355600"/>
                  </a:cubicBezTo>
                  <a:cubicBezTo>
                    <a:pt x="0" y="382299"/>
                    <a:pt x="21644" y="403944"/>
                    <a:pt x="48343" y="403944"/>
                  </a:cubicBezTo>
                  <a:lnTo>
                    <a:pt x="48345" y="403944"/>
                  </a:lnTo>
                  <a:cubicBezTo>
                    <a:pt x="75044" y="403944"/>
                    <a:pt x="96689" y="382299"/>
                    <a:pt x="96689" y="355600"/>
                  </a:cubicBezTo>
                  <a:cubicBezTo>
                    <a:pt x="96689" y="328901"/>
                    <a:pt x="75044" y="307257"/>
                    <a:pt x="48345" y="307257"/>
                  </a:cubicBezTo>
                  <a:close/>
                  <a:moveTo>
                    <a:pt x="386328" y="307257"/>
                  </a:moveTo>
                  <a:lnTo>
                    <a:pt x="386326" y="307257"/>
                  </a:lnTo>
                  <a:cubicBezTo>
                    <a:pt x="359627" y="307257"/>
                    <a:pt x="337982" y="328901"/>
                    <a:pt x="337982" y="355600"/>
                  </a:cubicBezTo>
                  <a:cubicBezTo>
                    <a:pt x="337982" y="382299"/>
                    <a:pt x="359627" y="403944"/>
                    <a:pt x="386326" y="403944"/>
                  </a:cubicBezTo>
                  <a:lnTo>
                    <a:pt x="386328" y="403944"/>
                  </a:lnTo>
                  <a:cubicBezTo>
                    <a:pt x="413026" y="403944"/>
                    <a:pt x="434671" y="382299"/>
                    <a:pt x="434671" y="355600"/>
                  </a:cubicBezTo>
                  <a:cubicBezTo>
                    <a:pt x="434671" y="328901"/>
                    <a:pt x="413026" y="307257"/>
                    <a:pt x="386328" y="307257"/>
                  </a:cubicBezTo>
                  <a:close/>
                  <a:moveTo>
                    <a:pt x="724309" y="307257"/>
                  </a:moveTo>
                  <a:lnTo>
                    <a:pt x="724307" y="307257"/>
                  </a:lnTo>
                  <a:cubicBezTo>
                    <a:pt x="697608" y="307257"/>
                    <a:pt x="675964" y="328901"/>
                    <a:pt x="675964" y="355600"/>
                  </a:cubicBezTo>
                  <a:cubicBezTo>
                    <a:pt x="675964" y="382299"/>
                    <a:pt x="697608" y="403944"/>
                    <a:pt x="724307" y="403944"/>
                  </a:cubicBezTo>
                  <a:lnTo>
                    <a:pt x="724309" y="403944"/>
                  </a:lnTo>
                  <a:cubicBezTo>
                    <a:pt x="751008" y="403944"/>
                    <a:pt x="772652" y="382299"/>
                    <a:pt x="772652" y="355600"/>
                  </a:cubicBezTo>
                  <a:cubicBezTo>
                    <a:pt x="772652" y="328901"/>
                    <a:pt x="751008" y="307257"/>
                    <a:pt x="724309" y="307257"/>
                  </a:cubicBezTo>
                  <a:close/>
                  <a:moveTo>
                    <a:pt x="1062291" y="307257"/>
                  </a:moveTo>
                  <a:lnTo>
                    <a:pt x="1062289" y="307257"/>
                  </a:lnTo>
                  <a:cubicBezTo>
                    <a:pt x="1035590" y="307257"/>
                    <a:pt x="1013945" y="328901"/>
                    <a:pt x="1013945" y="355600"/>
                  </a:cubicBezTo>
                  <a:cubicBezTo>
                    <a:pt x="1013945" y="382299"/>
                    <a:pt x="1035590" y="403944"/>
                    <a:pt x="1062289" y="403944"/>
                  </a:cubicBezTo>
                  <a:lnTo>
                    <a:pt x="1062291" y="403944"/>
                  </a:lnTo>
                  <a:cubicBezTo>
                    <a:pt x="1088990" y="403944"/>
                    <a:pt x="1110634" y="382299"/>
                    <a:pt x="1110634" y="355600"/>
                  </a:cubicBezTo>
                  <a:cubicBezTo>
                    <a:pt x="1110634" y="328901"/>
                    <a:pt x="1088990" y="307257"/>
                    <a:pt x="1062291" y="307257"/>
                  </a:cubicBezTo>
                  <a:close/>
                  <a:moveTo>
                    <a:pt x="1400256" y="307257"/>
                  </a:moveTo>
                  <a:lnTo>
                    <a:pt x="1400254" y="307257"/>
                  </a:lnTo>
                  <a:cubicBezTo>
                    <a:pt x="1373555" y="307257"/>
                    <a:pt x="1351911" y="328901"/>
                    <a:pt x="1351911" y="355600"/>
                  </a:cubicBezTo>
                  <a:cubicBezTo>
                    <a:pt x="1351911" y="382299"/>
                    <a:pt x="1373555" y="403944"/>
                    <a:pt x="1400254" y="403944"/>
                  </a:cubicBezTo>
                  <a:lnTo>
                    <a:pt x="1400256" y="403944"/>
                  </a:lnTo>
                  <a:cubicBezTo>
                    <a:pt x="1426955" y="403944"/>
                    <a:pt x="1448600" y="382299"/>
                    <a:pt x="1448600" y="355600"/>
                  </a:cubicBezTo>
                  <a:cubicBezTo>
                    <a:pt x="1448600" y="328901"/>
                    <a:pt x="1426955" y="307257"/>
                    <a:pt x="1400256" y="307257"/>
                  </a:cubicBezTo>
                  <a:close/>
                  <a:moveTo>
                    <a:pt x="1738239" y="307257"/>
                  </a:moveTo>
                  <a:lnTo>
                    <a:pt x="1738237" y="307257"/>
                  </a:lnTo>
                  <a:cubicBezTo>
                    <a:pt x="1711538" y="307257"/>
                    <a:pt x="1689893" y="328901"/>
                    <a:pt x="1689893" y="355600"/>
                  </a:cubicBezTo>
                  <a:cubicBezTo>
                    <a:pt x="1689893" y="382299"/>
                    <a:pt x="1711538" y="403944"/>
                    <a:pt x="1738237" y="403944"/>
                  </a:cubicBezTo>
                  <a:lnTo>
                    <a:pt x="1738239" y="403944"/>
                  </a:lnTo>
                  <a:cubicBezTo>
                    <a:pt x="1764938" y="403944"/>
                    <a:pt x="1786582" y="382299"/>
                    <a:pt x="1786582" y="355600"/>
                  </a:cubicBezTo>
                  <a:cubicBezTo>
                    <a:pt x="1786582" y="328901"/>
                    <a:pt x="1764938" y="307257"/>
                    <a:pt x="1738239" y="307257"/>
                  </a:cubicBezTo>
                  <a:close/>
                  <a:moveTo>
                    <a:pt x="2076220" y="307257"/>
                  </a:moveTo>
                  <a:lnTo>
                    <a:pt x="2076218" y="307257"/>
                  </a:lnTo>
                  <a:cubicBezTo>
                    <a:pt x="2049519" y="307257"/>
                    <a:pt x="2027875" y="328901"/>
                    <a:pt x="2027875" y="355600"/>
                  </a:cubicBezTo>
                  <a:cubicBezTo>
                    <a:pt x="2027875" y="382299"/>
                    <a:pt x="2049519" y="403944"/>
                    <a:pt x="2076218" y="403944"/>
                  </a:cubicBezTo>
                  <a:lnTo>
                    <a:pt x="2076220" y="403944"/>
                  </a:lnTo>
                  <a:cubicBezTo>
                    <a:pt x="2102919" y="403944"/>
                    <a:pt x="2124564" y="382299"/>
                    <a:pt x="2124564" y="355600"/>
                  </a:cubicBezTo>
                  <a:cubicBezTo>
                    <a:pt x="2124564" y="328901"/>
                    <a:pt x="2102919" y="307257"/>
                    <a:pt x="2076220" y="307257"/>
                  </a:cubicBezTo>
                  <a:close/>
                  <a:moveTo>
                    <a:pt x="2414202" y="307257"/>
                  </a:moveTo>
                  <a:lnTo>
                    <a:pt x="2414200" y="307257"/>
                  </a:lnTo>
                  <a:cubicBezTo>
                    <a:pt x="2387501" y="307257"/>
                    <a:pt x="2365856" y="328901"/>
                    <a:pt x="2365856" y="355600"/>
                  </a:cubicBezTo>
                  <a:cubicBezTo>
                    <a:pt x="2365856" y="382299"/>
                    <a:pt x="2387501" y="403944"/>
                    <a:pt x="2414200" y="403944"/>
                  </a:cubicBezTo>
                  <a:lnTo>
                    <a:pt x="2414202" y="403944"/>
                  </a:lnTo>
                  <a:cubicBezTo>
                    <a:pt x="2440900" y="403944"/>
                    <a:pt x="2462545" y="382299"/>
                    <a:pt x="2462545" y="355600"/>
                  </a:cubicBezTo>
                  <a:cubicBezTo>
                    <a:pt x="2462545" y="328901"/>
                    <a:pt x="2440900" y="307257"/>
                    <a:pt x="2414202" y="307257"/>
                  </a:cubicBezTo>
                  <a:close/>
                  <a:moveTo>
                    <a:pt x="48345" y="0"/>
                  </a:moveTo>
                  <a:lnTo>
                    <a:pt x="48343" y="0"/>
                  </a:lnTo>
                  <a:cubicBezTo>
                    <a:pt x="21644" y="0"/>
                    <a:pt x="0" y="21645"/>
                    <a:pt x="0" y="48344"/>
                  </a:cubicBezTo>
                  <a:cubicBezTo>
                    <a:pt x="0" y="75043"/>
                    <a:pt x="21644" y="96687"/>
                    <a:pt x="48343" y="96687"/>
                  </a:cubicBezTo>
                  <a:lnTo>
                    <a:pt x="48345" y="96687"/>
                  </a:lnTo>
                  <a:cubicBezTo>
                    <a:pt x="75044" y="96687"/>
                    <a:pt x="96689" y="75043"/>
                    <a:pt x="96689" y="48344"/>
                  </a:cubicBezTo>
                  <a:cubicBezTo>
                    <a:pt x="96689" y="21645"/>
                    <a:pt x="75044" y="0"/>
                    <a:pt x="48345" y="0"/>
                  </a:cubicBezTo>
                  <a:close/>
                  <a:moveTo>
                    <a:pt x="386328" y="0"/>
                  </a:moveTo>
                  <a:lnTo>
                    <a:pt x="386326" y="0"/>
                  </a:lnTo>
                  <a:cubicBezTo>
                    <a:pt x="359627" y="0"/>
                    <a:pt x="337982" y="21645"/>
                    <a:pt x="337982" y="48344"/>
                  </a:cubicBezTo>
                  <a:cubicBezTo>
                    <a:pt x="337982" y="75043"/>
                    <a:pt x="359627" y="96687"/>
                    <a:pt x="386326" y="96687"/>
                  </a:cubicBezTo>
                  <a:lnTo>
                    <a:pt x="386328" y="96687"/>
                  </a:lnTo>
                  <a:cubicBezTo>
                    <a:pt x="413026" y="96687"/>
                    <a:pt x="434671" y="75043"/>
                    <a:pt x="434671" y="48344"/>
                  </a:cubicBezTo>
                  <a:cubicBezTo>
                    <a:pt x="434671" y="21645"/>
                    <a:pt x="413026" y="0"/>
                    <a:pt x="386328" y="0"/>
                  </a:cubicBezTo>
                  <a:close/>
                  <a:moveTo>
                    <a:pt x="724309" y="0"/>
                  </a:moveTo>
                  <a:lnTo>
                    <a:pt x="724307" y="0"/>
                  </a:lnTo>
                  <a:cubicBezTo>
                    <a:pt x="697608" y="0"/>
                    <a:pt x="675964" y="21645"/>
                    <a:pt x="675964" y="48344"/>
                  </a:cubicBezTo>
                  <a:cubicBezTo>
                    <a:pt x="675964" y="75043"/>
                    <a:pt x="697608" y="96687"/>
                    <a:pt x="724307" y="96687"/>
                  </a:cubicBezTo>
                  <a:lnTo>
                    <a:pt x="724309" y="96687"/>
                  </a:lnTo>
                  <a:cubicBezTo>
                    <a:pt x="751008" y="96687"/>
                    <a:pt x="772652" y="75043"/>
                    <a:pt x="772652" y="48344"/>
                  </a:cubicBezTo>
                  <a:cubicBezTo>
                    <a:pt x="772652" y="21645"/>
                    <a:pt x="751008" y="0"/>
                    <a:pt x="724309" y="0"/>
                  </a:cubicBezTo>
                  <a:close/>
                  <a:moveTo>
                    <a:pt x="1062291" y="0"/>
                  </a:moveTo>
                  <a:lnTo>
                    <a:pt x="1062289" y="0"/>
                  </a:lnTo>
                  <a:cubicBezTo>
                    <a:pt x="1035590" y="0"/>
                    <a:pt x="1013945" y="21645"/>
                    <a:pt x="1013945" y="48344"/>
                  </a:cubicBezTo>
                  <a:cubicBezTo>
                    <a:pt x="1013945" y="75043"/>
                    <a:pt x="1035590" y="96687"/>
                    <a:pt x="1062289" y="96687"/>
                  </a:cubicBezTo>
                  <a:lnTo>
                    <a:pt x="1062291" y="96687"/>
                  </a:lnTo>
                  <a:cubicBezTo>
                    <a:pt x="1088990" y="96687"/>
                    <a:pt x="1110634" y="75043"/>
                    <a:pt x="1110634" y="48344"/>
                  </a:cubicBezTo>
                  <a:cubicBezTo>
                    <a:pt x="1110634" y="21645"/>
                    <a:pt x="1088990" y="0"/>
                    <a:pt x="1062291" y="0"/>
                  </a:cubicBezTo>
                  <a:close/>
                  <a:moveTo>
                    <a:pt x="1400256" y="0"/>
                  </a:moveTo>
                  <a:lnTo>
                    <a:pt x="1400254" y="0"/>
                  </a:lnTo>
                  <a:cubicBezTo>
                    <a:pt x="1373555" y="0"/>
                    <a:pt x="1351911" y="21645"/>
                    <a:pt x="1351911" y="48344"/>
                  </a:cubicBezTo>
                  <a:cubicBezTo>
                    <a:pt x="1351911" y="75043"/>
                    <a:pt x="1373555" y="96687"/>
                    <a:pt x="1400254" y="96687"/>
                  </a:cubicBezTo>
                  <a:lnTo>
                    <a:pt x="1400256" y="96687"/>
                  </a:lnTo>
                  <a:cubicBezTo>
                    <a:pt x="1426955" y="96687"/>
                    <a:pt x="1448600" y="75043"/>
                    <a:pt x="1448600" y="48344"/>
                  </a:cubicBezTo>
                  <a:cubicBezTo>
                    <a:pt x="1448600" y="21645"/>
                    <a:pt x="1426955" y="0"/>
                    <a:pt x="1400256" y="0"/>
                  </a:cubicBezTo>
                  <a:close/>
                  <a:moveTo>
                    <a:pt x="1738239" y="0"/>
                  </a:moveTo>
                  <a:lnTo>
                    <a:pt x="1738237" y="0"/>
                  </a:lnTo>
                  <a:cubicBezTo>
                    <a:pt x="1711538" y="0"/>
                    <a:pt x="1689893" y="21645"/>
                    <a:pt x="1689893" y="48344"/>
                  </a:cubicBezTo>
                  <a:cubicBezTo>
                    <a:pt x="1689893" y="75043"/>
                    <a:pt x="1711538" y="96687"/>
                    <a:pt x="1738237" y="96687"/>
                  </a:cubicBezTo>
                  <a:lnTo>
                    <a:pt x="1738239" y="96687"/>
                  </a:lnTo>
                  <a:cubicBezTo>
                    <a:pt x="1764938" y="96687"/>
                    <a:pt x="1786582" y="75043"/>
                    <a:pt x="1786582" y="48344"/>
                  </a:cubicBezTo>
                  <a:cubicBezTo>
                    <a:pt x="1786582" y="21645"/>
                    <a:pt x="1764938" y="0"/>
                    <a:pt x="1738239" y="0"/>
                  </a:cubicBezTo>
                  <a:close/>
                  <a:moveTo>
                    <a:pt x="2076220" y="0"/>
                  </a:moveTo>
                  <a:lnTo>
                    <a:pt x="2076218" y="0"/>
                  </a:lnTo>
                  <a:cubicBezTo>
                    <a:pt x="2049519" y="0"/>
                    <a:pt x="2027875" y="21645"/>
                    <a:pt x="2027875" y="48344"/>
                  </a:cubicBezTo>
                  <a:cubicBezTo>
                    <a:pt x="2027875" y="75043"/>
                    <a:pt x="2049519" y="96687"/>
                    <a:pt x="2076218" y="96687"/>
                  </a:cubicBezTo>
                  <a:lnTo>
                    <a:pt x="2076220" y="96687"/>
                  </a:lnTo>
                  <a:cubicBezTo>
                    <a:pt x="2102919" y="96687"/>
                    <a:pt x="2124564" y="75043"/>
                    <a:pt x="2124564" y="48344"/>
                  </a:cubicBezTo>
                  <a:cubicBezTo>
                    <a:pt x="2124564" y="21645"/>
                    <a:pt x="2102919" y="0"/>
                    <a:pt x="2076220" y="0"/>
                  </a:cubicBezTo>
                  <a:close/>
                  <a:moveTo>
                    <a:pt x="2414202" y="0"/>
                  </a:moveTo>
                  <a:lnTo>
                    <a:pt x="2414200" y="0"/>
                  </a:lnTo>
                  <a:cubicBezTo>
                    <a:pt x="2387501" y="0"/>
                    <a:pt x="2365856" y="21645"/>
                    <a:pt x="2365856" y="48344"/>
                  </a:cubicBezTo>
                  <a:cubicBezTo>
                    <a:pt x="2365856" y="75043"/>
                    <a:pt x="2387501" y="96687"/>
                    <a:pt x="2414200" y="96687"/>
                  </a:cubicBezTo>
                  <a:lnTo>
                    <a:pt x="2414202" y="96687"/>
                  </a:lnTo>
                  <a:cubicBezTo>
                    <a:pt x="2440900" y="96687"/>
                    <a:pt x="2462545" y="75043"/>
                    <a:pt x="2462545" y="48344"/>
                  </a:cubicBezTo>
                  <a:cubicBezTo>
                    <a:pt x="2462545" y="21645"/>
                    <a:pt x="2440900" y="0"/>
                    <a:pt x="2414202" y="0"/>
                  </a:cubicBezTo>
                  <a:close/>
                </a:path>
              </a:pathLst>
            </a:custGeom>
            <a:gradFill flip="none" rotWithShape="1">
              <a:gsLst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  <a:gs pos="20000">
                  <a:schemeClr val="accent1">
                    <a:lumMod val="20000"/>
                    <a:lumOff val="80000"/>
                  </a:schemeClr>
                </a:gs>
              </a:gsLst>
              <a:lin ang="2700000" scaled="1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zh-CN" altLang="en-US"/>
            </a:p>
          </p:txBody>
        </p:sp>
        <p:sp>
          <p:nvSpPr>
            <p:cNvPr id="36" name="任意多边形: 形状 35">
              <a:extLst>
                <a:ext uri="{FF2B5EF4-FFF2-40B4-BE49-F238E27FC236}">
                  <a16:creationId xmlns:a16="http://schemas.microsoft.com/office/drawing/2014/main" id="{CF8A03C8-6C81-6DDE-7F6C-802AE4F44ECD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660400" y="743816"/>
              <a:ext cx="1260000" cy="284884"/>
            </a:xfrm>
            <a:custGeom>
              <a:avLst/>
              <a:gdLst>
                <a:gd name="connsiteX0" fmla="*/ 35338 w 1305904"/>
                <a:gd name="connsiteY0" fmla="*/ 224590 h 295263"/>
                <a:gd name="connsiteX1" fmla="*/ 35336 w 1305904"/>
                <a:gd name="connsiteY1" fmla="*/ 224590 h 295263"/>
                <a:gd name="connsiteX2" fmla="*/ 0 w 1305904"/>
                <a:gd name="connsiteY2" fmla="*/ 259927 h 295263"/>
                <a:gd name="connsiteX3" fmla="*/ 35336 w 1305904"/>
                <a:gd name="connsiteY3" fmla="*/ 295263 h 295263"/>
                <a:gd name="connsiteX4" fmla="*/ 35338 w 1305904"/>
                <a:gd name="connsiteY4" fmla="*/ 295263 h 295263"/>
                <a:gd name="connsiteX5" fmla="*/ 70675 w 1305904"/>
                <a:gd name="connsiteY5" fmla="*/ 259927 h 295263"/>
                <a:gd name="connsiteX6" fmla="*/ 35338 w 1305904"/>
                <a:gd name="connsiteY6" fmla="*/ 224590 h 295263"/>
                <a:gd name="connsiteX7" fmla="*/ 282387 w 1305904"/>
                <a:gd name="connsiteY7" fmla="*/ 224590 h 295263"/>
                <a:gd name="connsiteX8" fmla="*/ 282385 w 1305904"/>
                <a:gd name="connsiteY8" fmla="*/ 224590 h 295263"/>
                <a:gd name="connsiteX9" fmla="*/ 247048 w 1305904"/>
                <a:gd name="connsiteY9" fmla="*/ 259927 h 295263"/>
                <a:gd name="connsiteX10" fmla="*/ 282385 w 1305904"/>
                <a:gd name="connsiteY10" fmla="*/ 295263 h 295263"/>
                <a:gd name="connsiteX11" fmla="*/ 282387 w 1305904"/>
                <a:gd name="connsiteY11" fmla="*/ 295263 h 295263"/>
                <a:gd name="connsiteX12" fmla="*/ 317723 w 1305904"/>
                <a:gd name="connsiteY12" fmla="*/ 259927 h 295263"/>
                <a:gd name="connsiteX13" fmla="*/ 282387 w 1305904"/>
                <a:gd name="connsiteY13" fmla="*/ 224590 h 295263"/>
                <a:gd name="connsiteX14" fmla="*/ 529434 w 1305904"/>
                <a:gd name="connsiteY14" fmla="*/ 224590 h 295263"/>
                <a:gd name="connsiteX15" fmla="*/ 529433 w 1305904"/>
                <a:gd name="connsiteY15" fmla="*/ 224590 h 295263"/>
                <a:gd name="connsiteX16" fmla="*/ 494097 w 1305904"/>
                <a:gd name="connsiteY16" fmla="*/ 259927 h 295263"/>
                <a:gd name="connsiteX17" fmla="*/ 529433 w 1305904"/>
                <a:gd name="connsiteY17" fmla="*/ 295263 h 295263"/>
                <a:gd name="connsiteX18" fmla="*/ 529434 w 1305904"/>
                <a:gd name="connsiteY18" fmla="*/ 295263 h 295263"/>
                <a:gd name="connsiteX19" fmla="*/ 564771 w 1305904"/>
                <a:gd name="connsiteY19" fmla="*/ 259927 h 295263"/>
                <a:gd name="connsiteX20" fmla="*/ 529434 w 1305904"/>
                <a:gd name="connsiteY20" fmla="*/ 224590 h 295263"/>
                <a:gd name="connsiteX21" fmla="*/ 776483 w 1305904"/>
                <a:gd name="connsiteY21" fmla="*/ 224590 h 295263"/>
                <a:gd name="connsiteX22" fmla="*/ 776481 w 1305904"/>
                <a:gd name="connsiteY22" fmla="*/ 224590 h 295263"/>
                <a:gd name="connsiteX23" fmla="*/ 741144 w 1305904"/>
                <a:gd name="connsiteY23" fmla="*/ 259927 h 295263"/>
                <a:gd name="connsiteX24" fmla="*/ 776481 w 1305904"/>
                <a:gd name="connsiteY24" fmla="*/ 295263 h 295263"/>
                <a:gd name="connsiteX25" fmla="*/ 776483 w 1305904"/>
                <a:gd name="connsiteY25" fmla="*/ 295263 h 295263"/>
                <a:gd name="connsiteX26" fmla="*/ 811819 w 1305904"/>
                <a:gd name="connsiteY26" fmla="*/ 259927 h 295263"/>
                <a:gd name="connsiteX27" fmla="*/ 776483 w 1305904"/>
                <a:gd name="connsiteY27" fmla="*/ 224590 h 295263"/>
                <a:gd name="connsiteX28" fmla="*/ 1023519 w 1305904"/>
                <a:gd name="connsiteY28" fmla="*/ 224590 h 295263"/>
                <a:gd name="connsiteX29" fmla="*/ 1023517 w 1305904"/>
                <a:gd name="connsiteY29" fmla="*/ 224590 h 295263"/>
                <a:gd name="connsiteX30" fmla="*/ 988181 w 1305904"/>
                <a:gd name="connsiteY30" fmla="*/ 259927 h 295263"/>
                <a:gd name="connsiteX31" fmla="*/ 1023517 w 1305904"/>
                <a:gd name="connsiteY31" fmla="*/ 295263 h 295263"/>
                <a:gd name="connsiteX32" fmla="*/ 1023519 w 1305904"/>
                <a:gd name="connsiteY32" fmla="*/ 295263 h 295263"/>
                <a:gd name="connsiteX33" fmla="*/ 1058856 w 1305904"/>
                <a:gd name="connsiteY33" fmla="*/ 259927 h 295263"/>
                <a:gd name="connsiteX34" fmla="*/ 1023519 w 1305904"/>
                <a:gd name="connsiteY34" fmla="*/ 224590 h 295263"/>
                <a:gd name="connsiteX35" fmla="*/ 1270568 w 1305904"/>
                <a:gd name="connsiteY35" fmla="*/ 224590 h 295263"/>
                <a:gd name="connsiteX36" fmla="*/ 1270566 w 1305904"/>
                <a:gd name="connsiteY36" fmla="*/ 224590 h 295263"/>
                <a:gd name="connsiteX37" fmla="*/ 1235229 w 1305904"/>
                <a:gd name="connsiteY37" fmla="*/ 259927 h 295263"/>
                <a:gd name="connsiteX38" fmla="*/ 1270566 w 1305904"/>
                <a:gd name="connsiteY38" fmla="*/ 295263 h 295263"/>
                <a:gd name="connsiteX39" fmla="*/ 1270568 w 1305904"/>
                <a:gd name="connsiteY39" fmla="*/ 295263 h 295263"/>
                <a:gd name="connsiteX40" fmla="*/ 1305904 w 1305904"/>
                <a:gd name="connsiteY40" fmla="*/ 259927 h 295263"/>
                <a:gd name="connsiteX41" fmla="*/ 1270568 w 1305904"/>
                <a:gd name="connsiteY41" fmla="*/ 224590 h 295263"/>
                <a:gd name="connsiteX42" fmla="*/ 35338 w 1305904"/>
                <a:gd name="connsiteY42" fmla="*/ 0 h 295263"/>
                <a:gd name="connsiteX43" fmla="*/ 35336 w 1305904"/>
                <a:gd name="connsiteY43" fmla="*/ 0 h 295263"/>
                <a:gd name="connsiteX44" fmla="*/ 0 w 1305904"/>
                <a:gd name="connsiteY44" fmla="*/ 35337 h 295263"/>
                <a:gd name="connsiteX45" fmla="*/ 35336 w 1305904"/>
                <a:gd name="connsiteY45" fmla="*/ 70674 h 295263"/>
                <a:gd name="connsiteX46" fmla="*/ 35338 w 1305904"/>
                <a:gd name="connsiteY46" fmla="*/ 70674 h 295263"/>
                <a:gd name="connsiteX47" fmla="*/ 70675 w 1305904"/>
                <a:gd name="connsiteY47" fmla="*/ 35337 h 295263"/>
                <a:gd name="connsiteX48" fmla="*/ 35338 w 1305904"/>
                <a:gd name="connsiteY48" fmla="*/ 0 h 295263"/>
                <a:gd name="connsiteX49" fmla="*/ 282387 w 1305904"/>
                <a:gd name="connsiteY49" fmla="*/ 0 h 295263"/>
                <a:gd name="connsiteX50" fmla="*/ 282385 w 1305904"/>
                <a:gd name="connsiteY50" fmla="*/ 0 h 295263"/>
                <a:gd name="connsiteX51" fmla="*/ 247048 w 1305904"/>
                <a:gd name="connsiteY51" fmla="*/ 35337 h 295263"/>
                <a:gd name="connsiteX52" fmla="*/ 282385 w 1305904"/>
                <a:gd name="connsiteY52" fmla="*/ 70674 h 295263"/>
                <a:gd name="connsiteX53" fmla="*/ 282387 w 1305904"/>
                <a:gd name="connsiteY53" fmla="*/ 70674 h 295263"/>
                <a:gd name="connsiteX54" fmla="*/ 317723 w 1305904"/>
                <a:gd name="connsiteY54" fmla="*/ 35337 h 295263"/>
                <a:gd name="connsiteX55" fmla="*/ 282387 w 1305904"/>
                <a:gd name="connsiteY55" fmla="*/ 0 h 295263"/>
                <a:gd name="connsiteX56" fmla="*/ 529434 w 1305904"/>
                <a:gd name="connsiteY56" fmla="*/ 0 h 295263"/>
                <a:gd name="connsiteX57" fmla="*/ 529433 w 1305904"/>
                <a:gd name="connsiteY57" fmla="*/ 0 h 295263"/>
                <a:gd name="connsiteX58" fmla="*/ 494097 w 1305904"/>
                <a:gd name="connsiteY58" fmla="*/ 35337 h 295263"/>
                <a:gd name="connsiteX59" fmla="*/ 529433 w 1305904"/>
                <a:gd name="connsiteY59" fmla="*/ 70674 h 295263"/>
                <a:gd name="connsiteX60" fmla="*/ 529434 w 1305904"/>
                <a:gd name="connsiteY60" fmla="*/ 70674 h 295263"/>
                <a:gd name="connsiteX61" fmla="*/ 564771 w 1305904"/>
                <a:gd name="connsiteY61" fmla="*/ 35337 h 295263"/>
                <a:gd name="connsiteX62" fmla="*/ 529434 w 1305904"/>
                <a:gd name="connsiteY62" fmla="*/ 0 h 295263"/>
                <a:gd name="connsiteX63" fmla="*/ 776483 w 1305904"/>
                <a:gd name="connsiteY63" fmla="*/ 0 h 295263"/>
                <a:gd name="connsiteX64" fmla="*/ 776481 w 1305904"/>
                <a:gd name="connsiteY64" fmla="*/ 0 h 295263"/>
                <a:gd name="connsiteX65" fmla="*/ 741144 w 1305904"/>
                <a:gd name="connsiteY65" fmla="*/ 35337 h 295263"/>
                <a:gd name="connsiteX66" fmla="*/ 776481 w 1305904"/>
                <a:gd name="connsiteY66" fmla="*/ 70674 h 295263"/>
                <a:gd name="connsiteX67" fmla="*/ 776483 w 1305904"/>
                <a:gd name="connsiteY67" fmla="*/ 70674 h 295263"/>
                <a:gd name="connsiteX68" fmla="*/ 811819 w 1305904"/>
                <a:gd name="connsiteY68" fmla="*/ 35337 h 295263"/>
                <a:gd name="connsiteX69" fmla="*/ 776483 w 1305904"/>
                <a:gd name="connsiteY69" fmla="*/ 0 h 295263"/>
                <a:gd name="connsiteX70" fmla="*/ 1023519 w 1305904"/>
                <a:gd name="connsiteY70" fmla="*/ 0 h 295263"/>
                <a:gd name="connsiteX71" fmla="*/ 1023517 w 1305904"/>
                <a:gd name="connsiteY71" fmla="*/ 0 h 295263"/>
                <a:gd name="connsiteX72" fmla="*/ 988181 w 1305904"/>
                <a:gd name="connsiteY72" fmla="*/ 35337 h 295263"/>
                <a:gd name="connsiteX73" fmla="*/ 1023517 w 1305904"/>
                <a:gd name="connsiteY73" fmla="*/ 70674 h 295263"/>
                <a:gd name="connsiteX74" fmla="*/ 1023519 w 1305904"/>
                <a:gd name="connsiteY74" fmla="*/ 70674 h 295263"/>
                <a:gd name="connsiteX75" fmla="*/ 1058856 w 1305904"/>
                <a:gd name="connsiteY75" fmla="*/ 35337 h 295263"/>
                <a:gd name="connsiteX76" fmla="*/ 1023519 w 1305904"/>
                <a:gd name="connsiteY76" fmla="*/ 0 h 295263"/>
                <a:gd name="connsiteX77" fmla="*/ 1270568 w 1305904"/>
                <a:gd name="connsiteY77" fmla="*/ 0 h 295263"/>
                <a:gd name="connsiteX78" fmla="*/ 1270566 w 1305904"/>
                <a:gd name="connsiteY78" fmla="*/ 0 h 295263"/>
                <a:gd name="connsiteX79" fmla="*/ 1235229 w 1305904"/>
                <a:gd name="connsiteY79" fmla="*/ 35337 h 295263"/>
                <a:gd name="connsiteX80" fmla="*/ 1270566 w 1305904"/>
                <a:gd name="connsiteY80" fmla="*/ 70674 h 295263"/>
                <a:gd name="connsiteX81" fmla="*/ 1270568 w 1305904"/>
                <a:gd name="connsiteY81" fmla="*/ 70674 h 295263"/>
                <a:gd name="connsiteX82" fmla="*/ 1305904 w 1305904"/>
                <a:gd name="connsiteY82" fmla="*/ 35337 h 295263"/>
                <a:gd name="connsiteX83" fmla="*/ 1270568 w 1305904"/>
                <a:gd name="connsiteY83" fmla="*/ 0 h 295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</a:cxnLst>
              <a:rect l="l" t="t" r="r" b="b"/>
              <a:pathLst>
                <a:path w="1305904" h="295263">
                  <a:moveTo>
                    <a:pt x="35338" y="224590"/>
                  </a:moveTo>
                  <a:lnTo>
                    <a:pt x="35336" y="224590"/>
                  </a:lnTo>
                  <a:cubicBezTo>
                    <a:pt x="15821" y="224590"/>
                    <a:pt x="0" y="240411"/>
                    <a:pt x="0" y="259927"/>
                  </a:cubicBezTo>
                  <a:cubicBezTo>
                    <a:pt x="0" y="279442"/>
                    <a:pt x="15821" y="295263"/>
                    <a:pt x="35336" y="295263"/>
                  </a:cubicBezTo>
                  <a:lnTo>
                    <a:pt x="35338" y="295263"/>
                  </a:lnTo>
                  <a:cubicBezTo>
                    <a:pt x="54853" y="295263"/>
                    <a:pt x="70675" y="279442"/>
                    <a:pt x="70675" y="259927"/>
                  </a:cubicBezTo>
                  <a:cubicBezTo>
                    <a:pt x="70675" y="240411"/>
                    <a:pt x="54853" y="224590"/>
                    <a:pt x="35338" y="224590"/>
                  </a:cubicBezTo>
                  <a:close/>
                  <a:moveTo>
                    <a:pt x="282387" y="224590"/>
                  </a:moveTo>
                  <a:lnTo>
                    <a:pt x="282385" y="224590"/>
                  </a:lnTo>
                  <a:cubicBezTo>
                    <a:pt x="262870" y="224590"/>
                    <a:pt x="247048" y="240411"/>
                    <a:pt x="247048" y="259927"/>
                  </a:cubicBezTo>
                  <a:cubicBezTo>
                    <a:pt x="247048" y="279442"/>
                    <a:pt x="262870" y="295263"/>
                    <a:pt x="282385" y="295263"/>
                  </a:cubicBezTo>
                  <a:lnTo>
                    <a:pt x="282387" y="295263"/>
                  </a:lnTo>
                  <a:cubicBezTo>
                    <a:pt x="301902" y="295263"/>
                    <a:pt x="317723" y="279442"/>
                    <a:pt x="317723" y="259927"/>
                  </a:cubicBezTo>
                  <a:cubicBezTo>
                    <a:pt x="317723" y="240411"/>
                    <a:pt x="301902" y="224590"/>
                    <a:pt x="282387" y="224590"/>
                  </a:cubicBezTo>
                  <a:close/>
                  <a:moveTo>
                    <a:pt x="529434" y="224590"/>
                  </a:moveTo>
                  <a:lnTo>
                    <a:pt x="529433" y="224590"/>
                  </a:lnTo>
                  <a:cubicBezTo>
                    <a:pt x="509917" y="224590"/>
                    <a:pt x="494097" y="240411"/>
                    <a:pt x="494097" y="259927"/>
                  </a:cubicBezTo>
                  <a:cubicBezTo>
                    <a:pt x="494097" y="279442"/>
                    <a:pt x="509917" y="295263"/>
                    <a:pt x="529433" y="295263"/>
                  </a:cubicBezTo>
                  <a:lnTo>
                    <a:pt x="529434" y="295263"/>
                  </a:lnTo>
                  <a:cubicBezTo>
                    <a:pt x="548950" y="295263"/>
                    <a:pt x="564771" y="279442"/>
                    <a:pt x="564771" y="259927"/>
                  </a:cubicBezTo>
                  <a:cubicBezTo>
                    <a:pt x="564771" y="240411"/>
                    <a:pt x="548950" y="224590"/>
                    <a:pt x="529434" y="224590"/>
                  </a:cubicBezTo>
                  <a:close/>
                  <a:moveTo>
                    <a:pt x="776483" y="224590"/>
                  </a:moveTo>
                  <a:lnTo>
                    <a:pt x="776481" y="224590"/>
                  </a:lnTo>
                  <a:cubicBezTo>
                    <a:pt x="756966" y="224590"/>
                    <a:pt x="741144" y="240411"/>
                    <a:pt x="741144" y="259927"/>
                  </a:cubicBezTo>
                  <a:cubicBezTo>
                    <a:pt x="741144" y="279442"/>
                    <a:pt x="756966" y="295263"/>
                    <a:pt x="776481" y="295263"/>
                  </a:cubicBezTo>
                  <a:lnTo>
                    <a:pt x="776483" y="295263"/>
                  </a:lnTo>
                  <a:cubicBezTo>
                    <a:pt x="795998" y="295263"/>
                    <a:pt x="811819" y="279442"/>
                    <a:pt x="811819" y="259927"/>
                  </a:cubicBezTo>
                  <a:cubicBezTo>
                    <a:pt x="811819" y="240411"/>
                    <a:pt x="795998" y="224590"/>
                    <a:pt x="776483" y="224590"/>
                  </a:cubicBezTo>
                  <a:close/>
                  <a:moveTo>
                    <a:pt x="1023519" y="224590"/>
                  </a:moveTo>
                  <a:lnTo>
                    <a:pt x="1023517" y="224590"/>
                  </a:lnTo>
                  <a:cubicBezTo>
                    <a:pt x="1004001" y="224590"/>
                    <a:pt x="988181" y="240411"/>
                    <a:pt x="988181" y="259927"/>
                  </a:cubicBezTo>
                  <a:cubicBezTo>
                    <a:pt x="988181" y="279442"/>
                    <a:pt x="1004001" y="295263"/>
                    <a:pt x="1023517" y="295263"/>
                  </a:cubicBezTo>
                  <a:lnTo>
                    <a:pt x="1023519" y="295263"/>
                  </a:lnTo>
                  <a:cubicBezTo>
                    <a:pt x="1043034" y="295263"/>
                    <a:pt x="1058856" y="279442"/>
                    <a:pt x="1058856" y="259927"/>
                  </a:cubicBezTo>
                  <a:cubicBezTo>
                    <a:pt x="1058856" y="240411"/>
                    <a:pt x="1043034" y="224590"/>
                    <a:pt x="1023519" y="224590"/>
                  </a:cubicBezTo>
                  <a:close/>
                  <a:moveTo>
                    <a:pt x="1270568" y="224590"/>
                  </a:moveTo>
                  <a:lnTo>
                    <a:pt x="1270566" y="224590"/>
                  </a:lnTo>
                  <a:cubicBezTo>
                    <a:pt x="1251050" y="224590"/>
                    <a:pt x="1235229" y="240411"/>
                    <a:pt x="1235229" y="259927"/>
                  </a:cubicBezTo>
                  <a:cubicBezTo>
                    <a:pt x="1235229" y="279442"/>
                    <a:pt x="1251050" y="295263"/>
                    <a:pt x="1270566" y="295263"/>
                  </a:cubicBezTo>
                  <a:lnTo>
                    <a:pt x="1270568" y="295263"/>
                  </a:lnTo>
                  <a:cubicBezTo>
                    <a:pt x="1290083" y="295263"/>
                    <a:pt x="1305904" y="279442"/>
                    <a:pt x="1305904" y="259927"/>
                  </a:cubicBezTo>
                  <a:cubicBezTo>
                    <a:pt x="1305904" y="240411"/>
                    <a:pt x="1290083" y="224590"/>
                    <a:pt x="1270568" y="224590"/>
                  </a:cubicBezTo>
                  <a:close/>
                  <a:moveTo>
                    <a:pt x="35338" y="0"/>
                  </a:moveTo>
                  <a:lnTo>
                    <a:pt x="35336" y="0"/>
                  </a:lnTo>
                  <a:cubicBezTo>
                    <a:pt x="15821" y="0"/>
                    <a:pt x="0" y="15821"/>
                    <a:pt x="0" y="35337"/>
                  </a:cubicBezTo>
                  <a:cubicBezTo>
                    <a:pt x="0" y="54852"/>
                    <a:pt x="15821" y="70674"/>
                    <a:pt x="35336" y="70674"/>
                  </a:cubicBezTo>
                  <a:lnTo>
                    <a:pt x="35338" y="70674"/>
                  </a:lnTo>
                  <a:cubicBezTo>
                    <a:pt x="54853" y="70674"/>
                    <a:pt x="70675" y="54852"/>
                    <a:pt x="70675" y="35337"/>
                  </a:cubicBezTo>
                  <a:cubicBezTo>
                    <a:pt x="70675" y="15821"/>
                    <a:pt x="54853" y="0"/>
                    <a:pt x="35338" y="0"/>
                  </a:cubicBezTo>
                  <a:close/>
                  <a:moveTo>
                    <a:pt x="282387" y="0"/>
                  </a:moveTo>
                  <a:lnTo>
                    <a:pt x="282385" y="0"/>
                  </a:lnTo>
                  <a:cubicBezTo>
                    <a:pt x="262870" y="0"/>
                    <a:pt x="247048" y="15821"/>
                    <a:pt x="247048" y="35337"/>
                  </a:cubicBezTo>
                  <a:cubicBezTo>
                    <a:pt x="247048" y="54852"/>
                    <a:pt x="262870" y="70674"/>
                    <a:pt x="282385" y="70674"/>
                  </a:cubicBezTo>
                  <a:lnTo>
                    <a:pt x="282387" y="70674"/>
                  </a:lnTo>
                  <a:cubicBezTo>
                    <a:pt x="301902" y="70674"/>
                    <a:pt x="317723" y="54852"/>
                    <a:pt x="317723" y="35337"/>
                  </a:cubicBezTo>
                  <a:cubicBezTo>
                    <a:pt x="317723" y="15821"/>
                    <a:pt x="301902" y="0"/>
                    <a:pt x="282387" y="0"/>
                  </a:cubicBezTo>
                  <a:close/>
                  <a:moveTo>
                    <a:pt x="529434" y="0"/>
                  </a:moveTo>
                  <a:lnTo>
                    <a:pt x="529433" y="0"/>
                  </a:lnTo>
                  <a:cubicBezTo>
                    <a:pt x="509917" y="0"/>
                    <a:pt x="494097" y="15821"/>
                    <a:pt x="494097" y="35337"/>
                  </a:cubicBezTo>
                  <a:cubicBezTo>
                    <a:pt x="494097" y="54852"/>
                    <a:pt x="509917" y="70674"/>
                    <a:pt x="529433" y="70674"/>
                  </a:cubicBezTo>
                  <a:lnTo>
                    <a:pt x="529434" y="70674"/>
                  </a:lnTo>
                  <a:cubicBezTo>
                    <a:pt x="548950" y="70674"/>
                    <a:pt x="564771" y="54852"/>
                    <a:pt x="564771" y="35337"/>
                  </a:cubicBezTo>
                  <a:cubicBezTo>
                    <a:pt x="564771" y="15821"/>
                    <a:pt x="548950" y="0"/>
                    <a:pt x="529434" y="0"/>
                  </a:cubicBezTo>
                  <a:close/>
                  <a:moveTo>
                    <a:pt x="776483" y="0"/>
                  </a:moveTo>
                  <a:lnTo>
                    <a:pt x="776481" y="0"/>
                  </a:lnTo>
                  <a:cubicBezTo>
                    <a:pt x="756966" y="0"/>
                    <a:pt x="741144" y="15821"/>
                    <a:pt x="741144" y="35337"/>
                  </a:cubicBezTo>
                  <a:cubicBezTo>
                    <a:pt x="741144" y="54852"/>
                    <a:pt x="756966" y="70674"/>
                    <a:pt x="776481" y="70674"/>
                  </a:cubicBezTo>
                  <a:lnTo>
                    <a:pt x="776483" y="70674"/>
                  </a:lnTo>
                  <a:cubicBezTo>
                    <a:pt x="795998" y="70674"/>
                    <a:pt x="811819" y="54852"/>
                    <a:pt x="811819" y="35337"/>
                  </a:cubicBezTo>
                  <a:cubicBezTo>
                    <a:pt x="811819" y="15821"/>
                    <a:pt x="795998" y="0"/>
                    <a:pt x="776483" y="0"/>
                  </a:cubicBezTo>
                  <a:close/>
                  <a:moveTo>
                    <a:pt x="1023519" y="0"/>
                  </a:moveTo>
                  <a:lnTo>
                    <a:pt x="1023517" y="0"/>
                  </a:lnTo>
                  <a:cubicBezTo>
                    <a:pt x="1004001" y="0"/>
                    <a:pt x="988181" y="15821"/>
                    <a:pt x="988181" y="35337"/>
                  </a:cubicBezTo>
                  <a:cubicBezTo>
                    <a:pt x="988181" y="54852"/>
                    <a:pt x="1004001" y="70674"/>
                    <a:pt x="1023517" y="70674"/>
                  </a:cubicBezTo>
                  <a:lnTo>
                    <a:pt x="1023519" y="70674"/>
                  </a:lnTo>
                  <a:cubicBezTo>
                    <a:pt x="1043034" y="70674"/>
                    <a:pt x="1058856" y="54852"/>
                    <a:pt x="1058856" y="35337"/>
                  </a:cubicBezTo>
                  <a:cubicBezTo>
                    <a:pt x="1058856" y="15821"/>
                    <a:pt x="1043034" y="0"/>
                    <a:pt x="1023519" y="0"/>
                  </a:cubicBezTo>
                  <a:close/>
                  <a:moveTo>
                    <a:pt x="1270568" y="0"/>
                  </a:moveTo>
                  <a:lnTo>
                    <a:pt x="1270566" y="0"/>
                  </a:lnTo>
                  <a:cubicBezTo>
                    <a:pt x="1251050" y="0"/>
                    <a:pt x="1235229" y="15821"/>
                    <a:pt x="1235229" y="35337"/>
                  </a:cubicBezTo>
                  <a:cubicBezTo>
                    <a:pt x="1235229" y="54852"/>
                    <a:pt x="1251050" y="70674"/>
                    <a:pt x="1270566" y="70674"/>
                  </a:cubicBezTo>
                  <a:lnTo>
                    <a:pt x="1270568" y="70674"/>
                  </a:lnTo>
                  <a:cubicBezTo>
                    <a:pt x="1290083" y="70674"/>
                    <a:pt x="1305904" y="54852"/>
                    <a:pt x="1305904" y="35337"/>
                  </a:cubicBezTo>
                  <a:cubicBezTo>
                    <a:pt x="1305904" y="15821"/>
                    <a:pt x="1290083" y="0"/>
                    <a:pt x="1270568" y="0"/>
                  </a:cubicBezTo>
                  <a:close/>
                </a:path>
              </a:pathLst>
            </a:custGeom>
            <a:gradFill flip="none" rotWithShape="1">
              <a:gsLst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  <a:gs pos="20000">
                  <a:schemeClr val="accent1"/>
                </a:gs>
              </a:gsLst>
              <a:lin ang="2700000" scaled="1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60401" y="3525256"/>
            <a:ext cx="10858500" cy="1260000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lnSpc>
                <a:spcPct val="100000"/>
              </a:lnSpc>
              <a:defRPr sz="4800"/>
            </a:lvl1pPr>
          </a:lstStyle>
          <a:p>
            <a:pPr lvl="0"/>
            <a:r>
              <a:rPr lang="zh-CN" altLang="en-US" dirty="0"/>
              <a:t>Click to add title</a:t>
            </a:r>
            <a:endParaRPr lang="en-US" dirty="0"/>
          </a:p>
        </p:txBody>
      </p:sp>
      <p:sp>
        <p:nvSpPr>
          <p:cNvPr id="25" name="文本占位符 24"/>
          <p:cNvSpPr>
            <a:spLocks noGrp="1"/>
          </p:cNvSpPr>
          <p:nvPr>
            <p:ph type="body" sz="quarter" idx="1" hasCustomPrompt="1"/>
          </p:nvPr>
        </p:nvSpPr>
        <p:spPr>
          <a:xfrm>
            <a:off x="660401" y="4884540"/>
            <a:ext cx="10858500" cy="60186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lnSpc>
                <a:spcPct val="120000"/>
              </a:lnSpc>
              <a:buFont typeface="+mj-lt"/>
              <a:buNone/>
              <a:defRPr sz="20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zh-CN" altLang="en-US" dirty="0"/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7A813-B2FD-42E1-9222-83B574E99074}" type="datetime1">
              <a:rPr lang="zh-CN" altLang="en-US" smtClean="0"/>
              <a:t>2025/2/6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16="http://schemas.microsoft.com/office/drawing/2014/main" xmlns:a="http://schemas.openxmlformats.org/drawingml/2006/main" xmlns:r="http://schemas.openxmlformats.org/officeDocument/2006/relationships" xmlns:p="http://schemas.openxmlformats.org/presentationml/2006/main" showMasterSp="0" matchingName="Closing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组合 33">
            <a:extLst>
              <a:ext uri="{FF2B5EF4-FFF2-40B4-BE49-F238E27FC236}">
                <a16:creationId xmlns:a16="http://schemas.microsoft.com/office/drawing/2014/main" id="{ED8674A4-DCA3-CAC4-A2EE-EE8DDB2DF565}"/>
              </a:ext>
            </a:extLst>
          </p:cNvPr>
          <p:cNvGrpSpPr/>
          <p:nvPr userDrawn="1"/>
        </p:nvGrpSpPr>
        <p:grpSpPr>
          <a:xfrm>
            <a:off x="0" y="-1"/>
            <a:ext cx="12192000" cy="6858001"/>
            <a:chOff x="0" y="-1"/>
            <a:chExt cx="12192000" cy="6858001"/>
          </a:xfrm>
        </p:grpSpPr>
        <p:grpSp>
          <p:nvGrpSpPr>
            <p:cNvPr id="35" name="组合 34">
              <a:extLst>
                <a:ext uri="{FF2B5EF4-FFF2-40B4-BE49-F238E27FC236}">
                  <a16:creationId xmlns:a16="http://schemas.microsoft.com/office/drawing/2014/main" id="{E70326CD-EEFA-A535-98DA-27BD5F3D3CC7}"/>
                </a:ext>
              </a:extLst>
            </p:cNvPr>
            <p:cNvGrpSpPr/>
            <p:nvPr userDrawn="1"/>
          </p:nvGrpSpPr>
          <p:grpSpPr>
            <a:xfrm>
              <a:off x="0" y="-1"/>
              <a:ext cx="12192000" cy="1028700"/>
              <a:chOff x="0" y="-1"/>
              <a:chExt cx="12192000" cy="1028700"/>
            </a:xfrm>
          </p:grpSpPr>
          <p:sp>
            <p:nvSpPr>
              <p:cNvPr id="41" name="任意多边形: 形状 40">
                <a:extLst>
                  <a:ext uri="{FF2B5EF4-FFF2-40B4-BE49-F238E27FC236}">
                    <a16:creationId xmlns:a16="http://schemas.microsoft.com/office/drawing/2014/main" id="{ABA3717B-404E-BB4A-A077-AD4A41719D52}"/>
                  </a:ext>
                </a:extLst>
              </p:cNvPr>
              <p:cNvSpPr/>
              <p:nvPr userDrawn="1"/>
            </p:nvSpPr>
            <p:spPr>
              <a:xfrm flipV="1">
                <a:off x="0" y="-1"/>
                <a:ext cx="12185650" cy="1028700"/>
              </a:xfrm>
              <a:custGeom>
                <a:avLst/>
                <a:gdLst>
                  <a:gd name="connsiteX0" fmla="*/ 10016388 w 12185650"/>
                  <a:gd name="connsiteY0" fmla="*/ 320 h 906379"/>
                  <a:gd name="connsiteX1" fmla="*/ 11758783 w 12185650"/>
                  <a:gd name="connsiteY1" fmla="*/ 91908 h 906379"/>
                  <a:gd name="connsiteX2" fmla="*/ 12185650 w 12185650"/>
                  <a:gd name="connsiteY2" fmla="*/ 150732 h 906379"/>
                  <a:gd name="connsiteX3" fmla="*/ 12185650 w 12185650"/>
                  <a:gd name="connsiteY3" fmla="*/ 906379 h 906379"/>
                  <a:gd name="connsiteX4" fmla="*/ 0 w 12185650"/>
                  <a:gd name="connsiteY4" fmla="*/ 906379 h 906379"/>
                  <a:gd name="connsiteX5" fmla="*/ 0 w 12185650"/>
                  <a:gd name="connsiteY5" fmla="*/ 498814 h 906379"/>
                  <a:gd name="connsiteX6" fmla="*/ 433218 w 12185650"/>
                  <a:gd name="connsiteY6" fmla="*/ 558513 h 906379"/>
                  <a:gd name="connsiteX7" fmla="*/ 10016388 w 12185650"/>
                  <a:gd name="connsiteY7" fmla="*/ 320 h 9063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85650" h="906379">
                    <a:moveTo>
                      <a:pt x="10016388" y="320"/>
                    </a:moveTo>
                    <a:cubicBezTo>
                      <a:pt x="10597186" y="-3256"/>
                      <a:pt x="11177984" y="22873"/>
                      <a:pt x="11758783" y="91908"/>
                    </a:cubicBezTo>
                    <a:lnTo>
                      <a:pt x="12185650" y="150732"/>
                    </a:lnTo>
                    <a:lnTo>
                      <a:pt x="12185650" y="906379"/>
                    </a:lnTo>
                    <a:lnTo>
                      <a:pt x="0" y="906379"/>
                    </a:lnTo>
                    <a:lnTo>
                      <a:pt x="0" y="498814"/>
                    </a:lnTo>
                    <a:lnTo>
                      <a:pt x="433218" y="558513"/>
                    </a:lnTo>
                    <a:cubicBezTo>
                      <a:pt x="3627608" y="938205"/>
                      <a:pt x="6821998" y="19985"/>
                      <a:pt x="10016388" y="320"/>
                    </a:cubicBezTo>
                    <a:close/>
                  </a:path>
                </a:pathLst>
              </a:custGeom>
              <a:gradFill flip="none" rotWithShape="1">
                <a:gsLst>
                  <a:gs pos="20000">
                    <a:schemeClr val="accent1">
                      <a:alpha val="20000"/>
                    </a:schemeClr>
                  </a:gs>
                  <a:gs pos="100000">
                    <a:schemeClr val="accent1">
                      <a:alpha val="0"/>
                    </a:schemeClr>
                  </a:gs>
                </a:gsLst>
                <a:lin ang="189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lvl="0" algn="ctr"/>
                <a:endParaRPr lang="zh-CN" altLang="en-US"/>
              </a:p>
            </p:txBody>
          </p:sp>
          <p:sp>
            <p:nvSpPr>
              <p:cNvPr id="42" name="任意多边形: 形状 41">
                <a:extLst>
                  <a:ext uri="{FF2B5EF4-FFF2-40B4-BE49-F238E27FC236}">
                    <a16:creationId xmlns:a16="http://schemas.microsoft.com/office/drawing/2014/main" id="{F8DD138A-18BD-DB8A-71CD-FE66E93B77E0}"/>
                  </a:ext>
                </a:extLst>
              </p:cNvPr>
              <p:cNvSpPr/>
              <p:nvPr/>
            </p:nvSpPr>
            <p:spPr>
              <a:xfrm flipH="1">
                <a:off x="4383505" y="0"/>
                <a:ext cx="7808495" cy="638477"/>
              </a:xfrm>
              <a:custGeom>
                <a:avLst/>
                <a:gdLst>
                  <a:gd name="connsiteX0" fmla="*/ 0 w 8664567"/>
                  <a:gd name="connsiteY0" fmla="*/ 0 h 638477"/>
                  <a:gd name="connsiteX1" fmla="*/ 8664567 w 8664567"/>
                  <a:gd name="connsiteY1" fmla="*/ 0 h 638477"/>
                  <a:gd name="connsiteX2" fmla="*/ 8481711 w 8664567"/>
                  <a:gd name="connsiteY2" fmla="*/ 9174 h 638477"/>
                  <a:gd name="connsiteX3" fmla="*/ 6488261 w 8664567"/>
                  <a:gd name="connsiteY3" fmla="*/ 274789 h 638477"/>
                  <a:gd name="connsiteX4" fmla="*/ 3047049 w 8664567"/>
                  <a:gd name="connsiteY4" fmla="*/ 638467 h 638477"/>
                  <a:gd name="connsiteX5" fmla="*/ 390895 w 8664567"/>
                  <a:gd name="connsiteY5" fmla="*/ 357008 h 638477"/>
                  <a:gd name="connsiteX6" fmla="*/ 0 w 8664567"/>
                  <a:gd name="connsiteY6" fmla="*/ 263124 h 6384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664567" h="638477">
                    <a:moveTo>
                      <a:pt x="0" y="0"/>
                    </a:moveTo>
                    <a:lnTo>
                      <a:pt x="8664567" y="0"/>
                    </a:lnTo>
                    <a:lnTo>
                      <a:pt x="8481711" y="9174"/>
                    </a:lnTo>
                    <a:cubicBezTo>
                      <a:pt x="7711040" y="63684"/>
                      <a:pt x="7000189" y="173768"/>
                      <a:pt x="6488261" y="274789"/>
                    </a:cubicBezTo>
                    <a:cubicBezTo>
                      <a:pt x="5171913" y="536611"/>
                      <a:pt x="4036478" y="639662"/>
                      <a:pt x="3047049" y="638467"/>
                    </a:cubicBezTo>
                    <a:cubicBezTo>
                      <a:pt x="2016393" y="637221"/>
                      <a:pt x="1144160" y="522860"/>
                      <a:pt x="390895" y="357008"/>
                    </a:cubicBezTo>
                    <a:lnTo>
                      <a:pt x="0" y="263124"/>
                    </a:lnTo>
                    <a:close/>
                  </a:path>
                </a:pathLst>
              </a:custGeom>
              <a:gradFill flip="none" rotWithShape="0"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80000">
                    <a:schemeClr val="accent1"/>
                  </a:gs>
                </a:gsLst>
                <a:lin ang="2700000" scaled="0"/>
                <a:tileRect/>
              </a:gradFill>
              <a:ln w="57150" cap="rnd">
                <a:noFill/>
                <a:prstDash val="solid"/>
                <a:round/>
              </a:ln>
              <a:effectLst>
                <a:outerShdw blurRad="254000" dist="127000" dir="2700000" algn="ctr" rotWithShape="0">
                  <a:schemeClr val="accent1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lvl="0" algn="ctr" defTabSz="913765"/>
                <a:endParaRPr lang="zh-CN" altLang="en-US" b="1">
                  <a:solidFill>
                    <a:srgbClr val="FFFFFF"/>
                  </a:solidFill>
                  <a:latin typeface="+mj-lt"/>
                </a:endParaRPr>
              </a:p>
            </p:txBody>
          </p:sp>
        </p:grpSp>
        <p:grpSp>
          <p:nvGrpSpPr>
            <p:cNvPr id="36" name="组合 35">
              <a:extLst>
                <a:ext uri="{FF2B5EF4-FFF2-40B4-BE49-F238E27FC236}">
                  <a16:creationId xmlns:a16="http://schemas.microsoft.com/office/drawing/2014/main" id="{A84D2778-C6B1-7566-CB3B-4996A75B284F}"/>
                </a:ext>
              </a:extLst>
            </p:cNvPr>
            <p:cNvGrpSpPr/>
            <p:nvPr userDrawn="1"/>
          </p:nvGrpSpPr>
          <p:grpSpPr>
            <a:xfrm>
              <a:off x="0" y="3680359"/>
              <a:ext cx="12192000" cy="3177641"/>
              <a:chOff x="0" y="3680359"/>
              <a:chExt cx="12192000" cy="3177641"/>
            </a:xfrm>
          </p:grpSpPr>
          <p:sp>
            <p:nvSpPr>
              <p:cNvPr id="39" name="任意多边形: 形状 38">
                <a:extLst>
                  <a:ext uri="{FF2B5EF4-FFF2-40B4-BE49-F238E27FC236}">
                    <a16:creationId xmlns:a16="http://schemas.microsoft.com/office/drawing/2014/main" id="{BCF0F518-13F6-86EB-D79A-1967B85DFE5A}"/>
                  </a:ext>
                </a:extLst>
              </p:cNvPr>
              <p:cNvSpPr/>
              <p:nvPr userDrawn="1"/>
            </p:nvSpPr>
            <p:spPr>
              <a:xfrm>
                <a:off x="0" y="3680359"/>
                <a:ext cx="12192000" cy="3177641"/>
              </a:xfrm>
              <a:custGeom>
                <a:avLst/>
                <a:gdLst>
                  <a:gd name="connsiteX0" fmla="*/ 12192000 w 12192000"/>
                  <a:gd name="connsiteY0" fmla="*/ 0 h 3177641"/>
                  <a:gd name="connsiteX1" fmla="*/ 12192000 w 12192000"/>
                  <a:gd name="connsiteY1" fmla="*/ 3177641 h 3177641"/>
                  <a:gd name="connsiteX2" fmla="*/ 0 w 12192000"/>
                  <a:gd name="connsiteY2" fmla="*/ 3177641 h 3177641"/>
                  <a:gd name="connsiteX3" fmla="*/ 0 w 12192000"/>
                  <a:gd name="connsiteY3" fmla="*/ 210470 h 3177641"/>
                  <a:gd name="connsiteX4" fmla="*/ 22409 w 12192000"/>
                  <a:gd name="connsiteY4" fmla="*/ 206074 h 3177641"/>
                  <a:gd name="connsiteX5" fmla="*/ 4368234 w 12192000"/>
                  <a:gd name="connsiteY5" fmla="*/ 414451 h 3177641"/>
                  <a:gd name="connsiteX6" fmla="*/ 7809446 w 12192000"/>
                  <a:gd name="connsiteY6" fmla="*/ 797608 h 3177641"/>
                  <a:gd name="connsiteX7" fmla="*/ 11701514 w 12192000"/>
                  <a:gd name="connsiteY7" fmla="*/ 141985 h 3177641"/>
                  <a:gd name="connsiteX8" fmla="*/ 12007582 w 12192000"/>
                  <a:gd name="connsiteY8" fmla="*/ 46484 h 3177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192000" h="3177641">
                    <a:moveTo>
                      <a:pt x="12192000" y="0"/>
                    </a:moveTo>
                    <a:lnTo>
                      <a:pt x="12192000" y="3177641"/>
                    </a:lnTo>
                    <a:lnTo>
                      <a:pt x="0" y="3177641"/>
                    </a:lnTo>
                    <a:lnTo>
                      <a:pt x="0" y="210470"/>
                    </a:lnTo>
                    <a:lnTo>
                      <a:pt x="22409" y="206074"/>
                    </a:lnTo>
                    <a:cubicBezTo>
                      <a:pt x="1524832" y="-49473"/>
                      <a:pt x="3344378" y="201587"/>
                      <a:pt x="4368234" y="414451"/>
                    </a:cubicBezTo>
                    <a:cubicBezTo>
                      <a:pt x="5684582" y="690297"/>
                      <a:pt x="6820017" y="798868"/>
                      <a:pt x="7809446" y="797608"/>
                    </a:cubicBezTo>
                    <a:cubicBezTo>
                      <a:pt x="9458497" y="795509"/>
                      <a:pt x="10701981" y="488321"/>
                      <a:pt x="11701514" y="141985"/>
                    </a:cubicBezTo>
                    <a:cubicBezTo>
                      <a:pt x="11801467" y="107352"/>
                      <a:pt x="11903716" y="75592"/>
                      <a:pt x="12007582" y="46484"/>
                    </a:cubicBezTo>
                    <a:close/>
                  </a:path>
                </a:pathLst>
              </a:custGeom>
              <a:gradFill flip="none" rotWithShape="0"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80000">
                    <a:schemeClr val="accent1"/>
                  </a:gs>
                </a:gsLst>
                <a:lin ang="2700000" scaled="0"/>
                <a:tileRect/>
              </a:gradFill>
              <a:ln w="57150" cap="rnd">
                <a:noFill/>
                <a:prstDash val="solid"/>
                <a:round/>
              </a:ln>
              <a:effectLst>
                <a:outerShdw blurRad="254000" dist="127000" dir="2700000" algn="ctr" rotWithShape="0">
                  <a:schemeClr val="accent1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lvl="0" algn="ctr" defTabSz="913765"/>
                <a:endParaRPr lang="zh-CN" altLang="en-US" b="1">
                  <a:solidFill>
                    <a:srgbClr val="FFFFFF"/>
                  </a:solidFill>
                  <a:latin typeface="+mj-lt"/>
                </a:endParaRPr>
              </a:p>
            </p:txBody>
          </p:sp>
          <p:sp>
            <p:nvSpPr>
              <p:cNvPr id="40" name="任意多边形: 形状 39">
                <a:extLst>
                  <a:ext uri="{FF2B5EF4-FFF2-40B4-BE49-F238E27FC236}">
                    <a16:creationId xmlns:a16="http://schemas.microsoft.com/office/drawing/2014/main" id="{04CAC5F3-07EE-ED6B-0A92-C1DCA4BBF4E6}"/>
                  </a:ext>
                </a:extLst>
              </p:cNvPr>
              <p:cNvSpPr/>
              <p:nvPr userDrawn="1"/>
            </p:nvSpPr>
            <p:spPr>
              <a:xfrm>
                <a:off x="0" y="3680359"/>
                <a:ext cx="12192000" cy="3177641"/>
              </a:xfrm>
              <a:custGeom>
                <a:avLst/>
                <a:gdLst>
                  <a:gd name="connsiteX0" fmla="*/ 12192000 w 12192000"/>
                  <a:gd name="connsiteY0" fmla="*/ 0 h 3177641"/>
                  <a:gd name="connsiteX1" fmla="*/ 12192000 w 12192000"/>
                  <a:gd name="connsiteY1" fmla="*/ 3177641 h 3177641"/>
                  <a:gd name="connsiteX2" fmla="*/ 0 w 12192000"/>
                  <a:gd name="connsiteY2" fmla="*/ 3177641 h 3177641"/>
                  <a:gd name="connsiteX3" fmla="*/ 0 w 12192000"/>
                  <a:gd name="connsiteY3" fmla="*/ 210470 h 3177641"/>
                  <a:gd name="connsiteX4" fmla="*/ 22409 w 12192000"/>
                  <a:gd name="connsiteY4" fmla="*/ 206074 h 3177641"/>
                  <a:gd name="connsiteX5" fmla="*/ 4368234 w 12192000"/>
                  <a:gd name="connsiteY5" fmla="*/ 414451 h 3177641"/>
                  <a:gd name="connsiteX6" fmla="*/ 7809446 w 12192000"/>
                  <a:gd name="connsiteY6" fmla="*/ 797608 h 3177641"/>
                  <a:gd name="connsiteX7" fmla="*/ 11701514 w 12192000"/>
                  <a:gd name="connsiteY7" fmla="*/ 141985 h 3177641"/>
                  <a:gd name="connsiteX8" fmla="*/ 12007582 w 12192000"/>
                  <a:gd name="connsiteY8" fmla="*/ 46484 h 3177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192000" h="3177641">
                    <a:moveTo>
                      <a:pt x="12192000" y="0"/>
                    </a:moveTo>
                    <a:lnTo>
                      <a:pt x="12192000" y="3177641"/>
                    </a:lnTo>
                    <a:lnTo>
                      <a:pt x="0" y="3177641"/>
                    </a:lnTo>
                    <a:lnTo>
                      <a:pt x="0" y="210470"/>
                    </a:lnTo>
                    <a:lnTo>
                      <a:pt x="22409" y="206074"/>
                    </a:lnTo>
                    <a:cubicBezTo>
                      <a:pt x="1524832" y="-49473"/>
                      <a:pt x="3344378" y="201587"/>
                      <a:pt x="4368234" y="414451"/>
                    </a:cubicBezTo>
                    <a:cubicBezTo>
                      <a:pt x="5684582" y="690297"/>
                      <a:pt x="6820017" y="798868"/>
                      <a:pt x="7809446" y="797608"/>
                    </a:cubicBezTo>
                    <a:cubicBezTo>
                      <a:pt x="9458497" y="795509"/>
                      <a:pt x="10701981" y="488321"/>
                      <a:pt x="11701514" y="141985"/>
                    </a:cubicBezTo>
                    <a:cubicBezTo>
                      <a:pt x="11801467" y="107352"/>
                      <a:pt x="11903716" y="75592"/>
                      <a:pt x="12007582" y="46484"/>
                    </a:cubicBezTo>
                    <a:close/>
                  </a:path>
                </a:pathLst>
              </a:custGeom>
              <a:blipFill>
                <a:blip r:embed="rId2">
                  <a:duotone>
                    <a:schemeClr val="accent1">
                      <a:shade val="45000"/>
                      <a:satMod val="135000"/>
                    </a:schemeClr>
                    <a:prstClr val="white"/>
                  </a:duotone>
                  <a:alphaModFix amt="20000"/>
                </a:blip>
                <a:srcRect/>
                <a:stretch>
                  <a:fillRect l="-52" t="-77994" r="52" b="-77994"/>
                </a:stretch>
              </a:blipFill>
              <a:ln w="5715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lvl="0" algn="ctr" defTabSz="913765"/>
                <a:endParaRPr lang="zh-CN" altLang="en-US" b="1">
                  <a:solidFill>
                    <a:srgbClr val="FFFFFF"/>
                  </a:solidFill>
                  <a:latin typeface="+mj-lt"/>
                </a:endParaRPr>
              </a:p>
            </p:txBody>
          </p:sp>
        </p:grpSp>
        <p:sp>
          <p:nvSpPr>
            <p:cNvPr id="37" name="任意多边形: 形状 36">
              <a:extLst>
                <a:ext uri="{FF2B5EF4-FFF2-40B4-BE49-F238E27FC236}">
                  <a16:creationId xmlns:a16="http://schemas.microsoft.com/office/drawing/2014/main" id="{8A2161A4-4FE0-4A0D-9051-15140E36B66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9649139" y="5594100"/>
              <a:ext cx="1869761" cy="540000"/>
            </a:xfrm>
            <a:custGeom>
              <a:avLst/>
              <a:gdLst>
                <a:gd name="connsiteX0" fmla="*/ 48345 w 2462545"/>
                <a:gd name="connsiteY0" fmla="*/ 614513 h 711200"/>
                <a:gd name="connsiteX1" fmla="*/ 48343 w 2462545"/>
                <a:gd name="connsiteY1" fmla="*/ 614513 h 711200"/>
                <a:gd name="connsiteX2" fmla="*/ 0 w 2462545"/>
                <a:gd name="connsiteY2" fmla="*/ 662857 h 711200"/>
                <a:gd name="connsiteX3" fmla="*/ 48343 w 2462545"/>
                <a:gd name="connsiteY3" fmla="*/ 711200 h 711200"/>
                <a:gd name="connsiteX4" fmla="*/ 48345 w 2462545"/>
                <a:gd name="connsiteY4" fmla="*/ 711200 h 711200"/>
                <a:gd name="connsiteX5" fmla="*/ 96689 w 2462545"/>
                <a:gd name="connsiteY5" fmla="*/ 662857 h 711200"/>
                <a:gd name="connsiteX6" fmla="*/ 48345 w 2462545"/>
                <a:gd name="connsiteY6" fmla="*/ 614513 h 711200"/>
                <a:gd name="connsiteX7" fmla="*/ 386328 w 2462545"/>
                <a:gd name="connsiteY7" fmla="*/ 614513 h 711200"/>
                <a:gd name="connsiteX8" fmla="*/ 386326 w 2462545"/>
                <a:gd name="connsiteY8" fmla="*/ 614513 h 711200"/>
                <a:gd name="connsiteX9" fmla="*/ 337982 w 2462545"/>
                <a:gd name="connsiteY9" fmla="*/ 662857 h 711200"/>
                <a:gd name="connsiteX10" fmla="*/ 386326 w 2462545"/>
                <a:gd name="connsiteY10" fmla="*/ 711200 h 711200"/>
                <a:gd name="connsiteX11" fmla="*/ 386328 w 2462545"/>
                <a:gd name="connsiteY11" fmla="*/ 711200 h 711200"/>
                <a:gd name="connsiteX12" fmla="*/ 434671 w 2462545"/>
                <a:gd name="connsiteY12" fmla="*/ 662857 h 711200"/>
                <a:gd name="connsiteX13" fmla="*/ 386328 w 2462545"/>
                <a:gd name="connsiteY13" fmla="*/ 614513 h 711200"/>
                <a:gd name="connsiteX14" fmla="*/ 724309 w 2462545"/>
                <a:gd name="connsiteY14" fmla="*/ 614513 h 711200"/>
                <a:gd name="connsiteX15" fmla="*/ 724307 w 2462545"/>
                <a:gd name="connsiteY15" fmla="*/ 614513 h 711200"/>
                <a:gd name="connsiteX16" fmla="*/ 675964 w 2462545"/>
                <a:gd name="connsiteY16" fmla="*/ 662857 h 711200"/>
                <a:gd name="connsiteX17" fmla="*/ 724307 w 2462545"/>
                <a:gd name="connsiteY17" fmla="*/ 711200 h 711200"/>
                <a:gd name="connsiteX18" fmla="*/ 724309 w 2462545"/>
                <a:gd name="connsiteY18" fmla="*/ 711200 h 711200"/>
                <a:gd name="connsiteX19" fmla="*/ 772652 w 2462545"/>
                <a:gd name="connsiteY19" fmla="*/ 662857 h 711200"/>
                <a:gd name="connsiteX20" fmla="*/ 724309 w 2462545"/>
                <a:gd name="connsiteY20" fmla="*/ 614513 h 711200"/>
                <a:gd name="connsiteX21" fmla="*/ 1062291 w 2462545"/>
                <a:gd name="connsiteY21" fmla="*/ 614513 h 711200"/>
                <a:gd name="connsiteX22" fmla="*/ 1062289 w 2462545"/>
                <a:gd name="connsiteY22" fmla="*/ 614513 h 711200"/>
                <a:gd name="connsiteX23" fmla="*/ 1013945 w 2462545"/>
                <a:gd name="connsiteY23" fmla="*/ 662857 h 711200"/>
                <a:gd name="connsiteX24" fmla="*/ 1062289 w 2462545"/>
                <a:gd name="connsiteY24" fmla="*/ 711200 h 711200"/>
                <a:gd name="connsiteX25" fmla="*/ 1062291 w 2462545"/>
                <a:gd name="connsiteY25" fmla="*/ 711200 h 711200"/>
                <a:gd name="connsiteX26" fmla="*/ 1110634 w 2462545"/>
                <a:gd name="connsiteY26" fmla="*/ 662857 h 711200"/>
                <a:gd name="connsiteX27" fmla="*/ 1062291 w 2462545"/>
                <a:gd name="connsiteY27" fmla="*/ 614513 h 711200"/>
                <a:gd name="connsiteX28" fmla="*/ 1400256 w 2462545"/>
                <a:gd name="connsiteY28" fmla="*/ 614513 h 711200"/>
                <a:gd name="connsiteX29" fmla="*/ 1400254 w 2462545"/>
                <a:gd name="connsiteY29" fmla="*/ 614513 h 711200"/>
                <a:gd name="connsiteX30" fmla="*/ 1351911 w 2462545"/>
                <a:gd name="connsiteY30" fmla="*/ 662857 h 711200"/>
                <a:gd name="connsiteX31" fmla="*/ 1400254 w 2462545"/>
                <a:gd name="connsiteY31" fmla="*/ 711200 h 711200"/>
                <a:gd name="connsiteX32" fmla="*/ 1400256 w 2462545"/>
                <a:gd name="connsiteY32" fmla="*/ 711200 h 711200"/>
                <a:gd name="connsiteX33" fmla="*/ 1448600 w 2462545"/>
                <a:gd name="connsiteY33" fmla="*/ 662857 h 711200"/>
                <a:gd name="connsiteX34" fmla="*/ 1400256 w 2462545"/>
                <a:gd name="connsiteY34" fmla="*/ 614513 h 711200"/>
                <a:gd name="connsiteX35" fmla="*/ 1738239 w 2462545"/>
                <a:gd name="connsiteY35" fmla="*/ 614513 h 711200"/>
                <a:gd name="connsiteX36" fmla="*/ 1738237 w 2462545"/>
                <a:gd name="connsiteY36" fmla="*/ 614513 h 711200"/>
                <a:gd name="connsiteX37" fmla="*/ 1689893 w 2462545"/>
                <a:gd name="connsiteY37" fmla="*/ 662857 h 711200"/>
                <a:gd name="connsiteX38" fmla="*/ 1738237 w 2462545"/>
                <a:gd name="connsiteY38" fmla="*/ 711200 h 711200"/>
                <a:gd name="connsiteX39" fmla="*/ 1738239 w 2462545"/>
                <a:gd name="connsiteY39" fmla="*/ 711200 h 711200"/>
                <a:gd name="connsiteX40" fmla="*/ 1786582 w 2462545"/>
                <a:gd name="connsiteY40" fmla="*/ 662857 h 711200"/>
                <a:gd name="connsiteX41" fmla="*/ 1738239 w 2462545"/>
                <a:gd name="connsiteY41" fmla="*/ 614513 h 711200"/>
                <a:gd name="connsiteX42" fmla="*/ 2076220 w 2462545"/>
                <a:gd name="connsiteY42" fmla="*/ 614513 h 711200"/>
                <a:gd name="connsiteX43" fmla="*/ 2076218 w 2462545"/>
                <a:gd name="connsiteY43" fmla="*/ 614513 h 711200"/>
                <a:gd name="connsiteX44" fmla="*/ 2027875 w 2462545"/>
                <a:gd name="connsiteY44" fmla="*/ 662857 h 711200"/>
                <a:gd name="connsiteX45" fmla="*/ 2076218 w 2462545"/>
                <a:gd name="connsiteY45" fmla="*/ 711200 h 711200"/>
                <a:gd name="connsiteX46" fmla="*/ 2076220 w 2462545"/>
                <a:gd name="connsiteY46" fmla="*/ 711200 h 711200"/>
                <a:gd name="connsiteX47" fmla="*/ 2124564 w 2462545"/>
                <a:gd name="connsiteY47" fmla="*/ 662857 h 711200"/>
                <a:gd name="connsiteX48" fmla="*/ 2076220 w 2462545"/>
                <a:gd name="connsiteY48" fmla="*/ 614513 h 711200"/>
                <a:gd name="connsiteX49" fmla="*/ 2414202 w 2462545"/>
                <a:gd name="connsiteY49" fmla="*/ 614513 h 711200"/>
                <a:gd name="connsiteX50" fmla="*/ 2414200 w 2462545"/>
                <a:gd name="connsiteY50" fmla="*/ 614513 h 711200"/>
                <a:gd name="connsiteX51" fmla="*/ 2365856 w 2462545"/>
                <a:gd name="connsiteY51" fmla="*/ 662857 h 711200"/>
                <a:gd name="connsiteX52" fmla="*/ 2414200 w 2462545"/>
                <a:gd name="connsiteY52" fmla="*/ 711200 h 711200"/>
                <a:gd name="connsiteX53" fmla="*/ 2414202 w 2462545"/>
                <a:gd name="connsiteY53" fmla="*/ 711200 h 711200"/>
                <a:gd name="connsiteX54" fmla="*/ 2462545 w 2462545"/>
                <a:gd name="connsiteY54" fmla="*/ 662857 h 711200"/>
                <a:gd name="connsiteX55" fmla="*/ 2414202 w 2462545"/>
                <a:gd name="connsiteY55" fmla="*/ 614513 h 711200"/>
                <a:gd name="connsiteX56" fmla="*/ 48345 w 2462545"/>
                <a:gd name="connsiteY56" fmla="*/ 307257 h 711200"/>
                <a:gd name="connsiteX57" fmla="*/ 48343 w 2462545"/>
                <a:gd name="connsiteY57" fmla="*/ 307257 h 711200"/>
                <a:gd name="connsiteX58" fmla="*/ 0 w 2462545"/>
                <a:gd name="connsiteY58" fmla="*/ 355600 h 711200"/>
                <a:gd name="connsiteX59" fmla="*/ 48343 w 2462545"/>
                <a:gd name="connsiteY59" fmla="*/ 403944 h 711200"/>
                <a:gd name="connsiteX60" fmla="*/ 48345 w 2462545"/>
                <a:gd name="connsiteY60" fmla="*/ 403944 h 711200"/>
                <a:gd name="connsiteX61" fmla="*/ 96689 w 2462545"/>
                <a:gd name="connsiteY61" fmla="*/ 355600 h 711200"/>
                <a:gd name="connsiteX62" fmla="*/ 48345 w 2462545"/>
                <a:gd name="connsiteY62" fmla="*/ 307257 h 711200"/>
                <a:gd name="connsiteX63" fmla="*/ 386328 w 2462545"/>
                <a:gd name="connsiteY63" fmla="*/ 307257 h 711200"/>
                <a:gd name="connsiteX64" fmla="*/ 386326 w 2462545"/>
                <a:gd name="connsiteY64" fmla="*/ 307257 h 711200"/>
                <a:gd name="connsiteX65" fmla="*/ 337982 w 2462545"/>
                <a:gd name="connsiteY65" fmla="*/ 355600 h 711200"/>
                <a:gd name="connsiteX66" fmla="*/ 386326 w 2462545"/>
                <a:gd name="connsiteY66" fmla="*/ 403944 h 711200"/>
                <a:gd name="connsiteX67" fmla="*/ 386328 w 2462545"/>
                <a:gd name="connsiteY67" fmla="*/ 403944 h 711200"/>
                <a:gd name="connsiteX68" fmla="*/ 434671 w 2462545"/>
                <a:gd name="connsiteY68" fmla="*/ 355600 h 711200"/>
                <a:gd name="connsiteX69" fmla="*/ 386328 w 2462545"/>
                <a:gd name="connsiteY69" fmla="*/ 307257 h 711200"/>
                <a:gd name="connsiteX70" fmla="*/ 724309 w 2462545"/>
                <a:gd name="connsiteY70" fmla="*/ 307257 h 711200"/>
                <a:gd name="connsiteX71" fmla="*/ 724307 w 2462545"/>
                <a:gd name="connsiteY71" fmla="*/ 307257 h 711200"/>
                <a:gd name="connsiteX72" fmla="*/ 675964 w 2462545"/>
                <a:gd name="connsiteY72" fmla="*/ 355600 h 711200"/>
                <a:gd name="connsiteX73" fmla="*/ 724307 w 2462545"/>
                <a:gd name="connsiteY73" fmla="*/ 403944 h 711200"/>
                <a:gd name="connsiteX74" fmla="*/ 724309 w 2462545"/>
                <a:gd name="connsiteY74" fmla="*/ 403944 h 711200"/>
                <a:gd name="connsiteX75" fmla="*/ 772652 w 2462545"/>
                <a:gd name="connsiteY75" fmla="*/ 355600 h 711200"/>
                <a:gd name="connsiteX76" fmla="*/ 724309 w 2462545"/>
                <a:gd name="connsiteY76" fmla="*/ 307257 h 711200"/>
                <a:gd name="connsiteX77" fmla="*/ 1062291 w 2462545"/>
                <a:gd name="connsiteY77" fmla="*/ 307257 h 711200"/>
                <a:gd name="connsiteX78" fmla="*/ 1062289 w 2462545"/>
                <a:gd name="connsiteY78" fmla="*/ 307257 h 711200"/>
                <a:gd name="connsiteX79" fmla="*/ 1013945 w 2462545"/>
                <a:gd name="connsiteY79" fmla="*/ 355600 h 711200"/>
                <a:gd name="connsiteX80" fmla="*/ 1062289 w 2462545"/>
                <a:gd name="connsiteY80" fmla="*/ 403944 h 711200"/>
                <a:gd name="connsiteX81" fmla="*/ 1062291 w 2462545"/>
                <a:gd name="connsiteY81" fmla="*/ 403944 h 711200"/>
                <a:gd name="connsiteX82" fmla="*/ 1110634 w 2462545"/>
                <a:gd name="connsiteY82" fmla="*/ 355600 h 711200"/>
                <a:gd name="connsiteX83" fmla="*/ 1062291 w 2462545"/>
                <a:gd name="connsiteY83" fmla="*/ 307257 h 711200"/>
                <a:gd name="connsiteX84" fmla="*/ 1400256 w 2462545"/>
                <a:gd name="connsiteY84" fmla="*/ 307257 h 711200"/>
                <a:gd name="connsiteX85" fmla="*/ 1400254 w 2462545"/>
                <a:gd name="connsiteY85" fmla="*/ 307257 h 711200"/>
                <a:gd name="connsiteX86" fmla="*/ 1351911 w 2462545"/>
                <a:gd name="connsiteY86" fmla="*/ 355600 h 711200"/>
                <a:gd name="connsiteX87" fmla="*/ 1400254 w 2462545"/>
                <a:gd name="connsiteY87" fmla="*/ 403944 h 711200"/>
                <a:gd name="connsiteX88" fmla="*/ 1400256 w 2462545"/>
                <a:gd name="connsiteY88" fmla="*/ 403944 h 711200"/>
                <a:gd name="connsiteX89" fmla="*/ 1448600 w 2462545"/>
                <a:gd name="connsiteY89" fmla="*/ 355600 h 711200"/>
                <a:gd name="connsiteX90" fmla="*/ 1400256 w 2462545"/>
                <a:gd name="connsiteY90" fmla="*/ 307257 h 711200"/>
                <a:gd name="connsiteX91" fmla="*/ 1738239 w 2462545"/>
                <a:gd name="connsiteY91" fmla="*/ 307257 h 711200"/>
                <a:gd name="connsiteX92" fmla="*/ 1738237 w 2462545"/>
                <a:gd name="connsiteY92" fmla="*/ 307257 h 711200"/>
                <a:gd name="connsiteX93" fmla="*/ 1689893 w 2462545"/>
                <a:gd name="connsiteY93" fmla="*/ 355600 h 711200"/>
                <a:gd name="connsiteX94" fmla="*/ 1738237 w 2462545"/>
                <a:gd name="connsiteY94" fmla="*/ 403944 h 711200"/>
                <a:gd name="connsiteX95" fmla="*/ 1738239 w 2462545"/>
                <a:gd name="connsiteY95" fmla="*/ 403944 h 711200"/>
                <a:gd name="connsiteX96" fmla="*/ 1786582 w 2462545"/>
                <a:gd name="connsiteY96" fmla="*/ 355600 h 711200"/>
                <a:gd name="connsiteX97" fmla="*/ 1738239 w 2462545"/>
                <a:gd name="connsiteY97" fmla="*/ 307257 h 711200"/>
                <a:gd name="connsiteX98" fmla="*/ 2076220 w 2462545"/>
                <a:gd name="connsiteY98" fmla="*/ 307257 h 711200"/>
                <a:gd name="connsiteX99" fmla="*/ 2076218 w 2462545"/>
                <a:gd name="connsiteY99" fmla="*/ 307257 h 711200"/>
                <a:gd name="connsiteX100" fmla="*/ 2027875 w 2462545"/>
                <a:gd name="connsiteY100" fmla="*/ 355600 h 711200"/>
                <a:gd name="connsiteX101" fmla="*/ 2076218 w 2462545"/>
                <a:gd name="connsiteY101" fmla="*/ 403944 h 711200"/>
                <a:gd name="connsiteX102" fmla="*/ 2076220 w 2462545"/>
                <a:gd name="connsiteY102" fmla="*/ 403944 h 711200"/>
                <a:gd name="connsiteX103" fmla="*/ 2124564 w 2462545"/>
                <a:gd name="connsiteY103" fmla="*/ 355600 h 711200"/>
                <a:gd name="connsiteX104" fmla="*/ 2076220 w 2462545"/>
                <a:gd name="connsiteY104" fmla="*/ 307257 h 711200"/>
                <a:gd name="connsiteX105" fmla="*/ 2414202 w 2462545"/>
                <a:gd name="connsiteY105" fmla="*/ 307257 h 711200"/>
                <a:gd name="connsiteX106" fmla="*/ 2414200 w 2462545"/>
                <a:gd name="connsiteY106" fmla="*/ 307257 h 711200"/>
                <a:gd name="connsiteX107" fmla="*/ 2365856 w 2462545"/>
                <a:gd name="connsiteY107" fmla="*/ 355600 h 711200"/>
                <a:gd name="connsiteX108" fmla="*/ 2414200 w 2462545"/>
                <a:gd name="connsiteY108" fmla="*/ 403944 h 711200"/>
                <a:gd name="connsiteX109" fmla="*/ 2414202 w 2462545"/>
                <a:gd name="connsiteY109" fmla="*/ 403944 h 711200"/>
                <a:gd name="connsiteX110" fmla="*/ 2462545 w 2462545"/>
                <a:gd name="connsiteY110" fmla="*/ 355600 h 711200"/>
                <a:gd name="connsiteX111" fmla="*/ 2414202 w 2462545"/>
                <a:gd name="connsiteY111" fmla="*/ 307257 h 711200"/>
                <a:gd name="connsiteX112" fmla="*/ 48345 w 2462545"/>
                <a:gd name="connsiteY112" fmla="*/ 0 h 711200"/>
                <a:gd name="connsiteX113" fmla="*/ 48343 w 2462545"/>
                <a:gd name="connsiteY113" fmla="*/ 0 h 711200"/>
                <a:gd name="connsiteX114" fmla="*/ 0 w 2462545"/>
                <a:gd name="connsiteY114" fmla="*/ 48344 h 711200"/>
                <a:gd name="connsiteX115" fmla="*/ 48343 w 2462545"/>
                <a:gd name="connsiteY115" fmla="*/ 96687 h 711200"/>
                <a:gd name="connsiteX116" fmla="*/ 48345 w 2462545"/>
                <a:gd name="connsiteY116" fmla="*/ 96687 h 711200"/>
                <a:gd name="connsiteX117" fmla="*/ 96689 w 2462545"/>
                <a:gd name="connsiteY117" fmla="*/ 48344 h 711200"/>
                <a:gd name="connsiteX118" fmla="*/ 48345 w 2462545"/>
                <a:gd name="connsiteY118" fmla="*/ 0 h 711200"/>
                <a:gd name="connsiteX119" fmla="*/ 386328 w 2462545"/>
                <a:gd name="connsiteY119" fmla="*/ 0 h 711200"/>
                <a:gd name="connsiteX120" fmla="*/ 386326 w 2462545"/>
                <a:gd name="connsiteY120" fmla="*/ 0 h 711200"/>
                <a:gd name="connsiteX121" fmla="*/ 337982 w 2462545"/>
                <a:gd name="connsiteY121" fmla="*/ 48344 h 711200"/>
                <a:gd name="connsiteX122" fmla="*/ 386326 w 2462545"/>
                <a:gd name="connsiteY122" fmla="*/ 96687 h 711200"/>
                <a:gd name="connsiteX123" fmla="*/ 386328 w 2462545"/>
                <a:gd name="connsiteY123" fmla="*/ 96687 h 711200"/>
                <a:gd name="connsiteX124" fmla="*/ 434671 w 2462545"/>
                <a:gd name="connsiteY124" fmla="*/ 48344 h 711200"/>
                <a:gd name="connsiteX125" fmla="*/ 386328 w 2462545"/>
                <a:gd name="connsiteY125" fmla="*/ 0 h 711200"/>
                <a:gd name="connsiteX126" fmla="*/ 724309 w 2462545"/>
                <a:gd name="connsiteY126" fmla="*/ 0 h 711200"/>
                <a:gd name="connsiteX127" fmla="*/ 724307 w 2462545"/>
                <a:gd name="connsiteY127" fmla="*/ 0 h 711200"/>
                <a:gd name="connsiteX128" fmla="*/ 675964 w 2462545"/>
                <a:gd name="connsiteY128" fmla="*/ 48344 h 711200"/>
                <a:gd name="connsiteX129" fmla="*/ 724307 w 2462545"/>
                <a:gd name="connsiteY129" fmla="*/ 96687 h 711200"/>
                <a:gd name="connsiteX130" fmla="*/ 724309 w 2462545"/>
                <a:gd name="connsiteY130" fmla="*/ 96687 h 711200"/>
                <a:gd name="connsiteX131" fmla="*/ 772652 w 2462545"/>
                <a:gd name="connsiteY131" fmla="*/ 48344 h 711200"/>
                <a:gd name="connsiteX132" fmla="*/ 724309 w 2462545"/>
                <a:gd name="connsiteY132" fmla="*/ 0 h 711200"/>
                <a:gd name="connsiteX133" fmla="*/ 1062291 w 2462545"/>
                <a:gd name="connsiteY133" fmla="*/ 0 h 711200"/>
                <a:gd name="connsiteX134" fmla="*/ 1062289 w 2462545"/>
                <a:gd name="connsiteY134" fmla="*/ 0 h 711200"/>
                <a:gd name="connsiteX135" fmla="*/ 1013945 w 2462545"/>
                <a:gd name="connsiteY135" fmla="*/ 48344 h 711200"/>
                <a:gd name="connsiteX136" fmla="*/ 1062289 w 2462545"/>
                <a:gd name="connsiteY136" fmla="*/ 96687 h 711200"/>
                <a:gd name="connsiteX137" fmla="*/ 1062291 w 2462545"/>
                <a:gd name="connsiteY137" fmla="*/ 96687 h 711200"/>
                <a:gd name="connsiteX138" fmla="*/ 1110634 w 2462545"/>
                <a:gd name="connsiteY138" fmla="*/ 48344 h 711200"/>
                <a:gd name="connsiteX139" fmla="*/ 1062291 w 2462545"/>
                <a:gd name="connsiteY139" fmla="*/ 0 h 711200"/>
                <a:gd name="connsiteX140" fmla="*/ 1400256 w 2462545"/>
                <a:gd name="connsiteY140" fmla="*/ 0 h 711200"/>
                <a:gd name="connsiteX141" fmla="*/ 1400254 w 2462545"/>
                <a:gd name="connsiteY141" fmla="*/ 0 h 711200"/>
                <a:gd name="connsiteX142" fmla="*/ 1351911 w 2462545"/>
                <a:gd name="connsiteY142" fmla="*/ 48344 h 711200"/>
                <a:gd name="connsiteX143" fmla="*/ 1400254 w 2462545"/>
                <a:gd name="connsiteY143" fmla="*/ 96687 h 711200"/>
                <a:gd name="connsiteX144" fmla="*/ 1400256 w 2462545"/>
                <a:gd name="connsiteY144" fmla="*/ 96687 h 711200"/>
                <a:gd name="connsiteX145" fmla="*/ 1448600 w 2462545"/>
                <a:gd name="connsiteY145" fmla="*/ 48344 h 711200"/>
                <a:gd name="connsiteX146" fmla="*/ 1400256 w 2462545"/>
                <a:gd name="connsiteY146" fmla="*/ 0 h 711200"/>
                <a:gd name="connsiteX147" fmla="*/ 1738239 w 2462545"/>
                <a:gd name="connsiteY147" fmla="*/ 0 h 711200"/>
                <a:gd name="connsiteX148" fmla="*/ 1738237 w 2462545"/>
                <a:gd name="connsiteY148" fmla="*/ 0 h 711200"/>
                <a:gd name="connsiteX149" fmla="*/ 1689893 w 2462545"/>
                <a:gd name="connsiteY149" fmla="*/ 48344 h 711200"/>
                <a:gd name="connsiteX150" fmla="*/ 1738237 w 2462545"/>
                <a:gd name="connsiteY150" fmla="*/ 96687 h 711200"/>
                <a:gd name="connsiteX151" fmla="*/ 1738239 w 2462545"/>
                <a:gd name="connsiteY151" fmla="*/ 96687 h 711200"/>
                <a:gd name="connsiteX152" fmla="*/ 1786582 w 2462545"/>
                <a:gd name="connsiteY152" fmla="*/ 48344 h 711200"/>
                <a:gd name="connsiteX153" fmla="*/ 1738239 w 2462545"/>
                <a:gd name="connsiteY153" fmla="*/ 0 h 711200"/>
                <a:gd name="connsiteX154" fmla="*/ 2076220 w 2462545"/>
                <a:gd name="connsiteY154" fmla="*/ 0 h 711200"/>
                <a:gd name="connsiteX155" fmla="*/ 2076218 w 2462545"/>
                <a:gd name="connsiteY155" fmla="*/ 0 h 711200"/>
                <a:gd name="connsiteX156" fmla="*/ 2027875 w 2462545"/>
                <a:gd name="connsiteY156" fmla="*/ 48344 h 711200"/>
                <a:gd name="connsiteX157" fmla="*/ 2076218 w 2462545"/>
                <a:gd name="connsiteY157" fmla="*/ 96687 h 711200"/>
                <a:gd name="connsiteX158" fmla="*/ 2076220 w 2462545"/>
                <a:gd name="connsiteY158" fmla="*/ 96687 h 711200"/>
                <a:gd name="connsiteX159" fmla="*/ 2124564 w 2462545"/>
                <a:gd name="connsiteY159" fmla="*/ 48344 h 711200"/>
                <a:gd name="connsiteX160" fmla="*/ 2076220 w 2462545"/>
                <a:gd name="connsiteY160" fmla="*/ 0 h 711200"/>
                <a:gd name="connsiteX161" fmla="*/ 2414202 w 2462545"/>
                <a:gd name="connsiteY161" fmla="*/ 0 h 711200"/>
                <a:gd name="connsiteX162" fmla="*/ 2414200 w 2462545"/>
                <a:gd name="connsiteY162" fmla="*/ 0 h 711200"/>
                <a:gd name="connsiteX163" fmla="*/ 2365856 w 2462545"/>
                <a:gd name="connsiteY163" fmla="*/ 48344 h 711200"/>
                <a:gd name="connsiteX164" fmla="*/ 2414200 w 2462545"/>
                <a:gd name="connsiteY164" fmla="*/ 96687 h 711200"/>
                <a:gd name="connsiteX165" fmla="*/ 2414202 w 2462545"/>
                <a:gd name="connsiteY165" fmla="*/ 96687 h 711200"/>
                <a:gd name="connsiteX166" fmla="*/ 2462545 w 2462545"/>
                <a:gd name="connsiteY166" fmla="*/ 48344 h 711200"/>
                <a:gd name="connsiteX167" fmla="*/ 2414202 w 2462545"/>
                <a:gd name="connsiteY167" fmla="*/ 0 h 711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</a:cxnLst>
              <a:rect l="l" t="t" r="r" b="b"/>
              <a:pathLst>
                <a:path w="2462545" h="711200">
                  <a:moveTo>
                    <a:pt x="48345" y="614513"/>
                  </a:moveTo>
                  <a:lnTo>
                    <a:pt x="48343" y="614513"/>
                  </a:lnTo>
                  <a:cubicBezTo>
                    <a:pt x="21644" y="614513"/>
                    <a:pt x="0" y="636158"/>
                    <a:pt x="0" y="662857"/>
                  </a:cubicBezTo>
                  <a:cubicBezTo>
                    <a:pt x="0" y="689556"/>
                    <a:pt x="21644" y="711200"/>
                    <a:pt x="48343" y="711200"/>
                  </a:cubicBezTo>
                  <a:lnTo>
                    <a:pt x="48345" y="711200"/>
                  </a:lnTo>
                  <a:cubicBezTo>
                    <a:pt x="75044" y="711200"/>
                    <a:pt x="96689" y="689556"/>
                    <a:pt x="96689" y="662857"/>
                  </a:cubicBezTo>
                  <a:cubicBezTo>
                    <a:pt x="96689" y="636158"/>
                    <a:pt x="75044" y="614513"/>
                    <a:pt x="48345" y="614513"/>
                  </a:cubicBezTo>
                  <a:close/>
                  <a:moveTo>
                    <a:pt x="386328" y="614513"/>
                  </a:moveTo>
                  <a:lnTo>
                    <a:pt x="386326" y="614513"/>
                  </a:lnTo>
                  <a:cubicBezTo>
                    <a:pt x="359627" y="614513"/>
                    <a:pt x="337982" y="636158"/>
                    <a:pt x="337982" y="662857"/>
                  </a:cubicBezTo>
                  <a:cubicBezTo>
                    <a:pt x="337982" y="689556"/>
                    <a:pt x="359627" y="711200"/>
                    <a:pt x="386326" y="711200"/>
                  </a:cubicBezTo>
                  <a:lnTo>
                    <a:pt x="386328" y="711200"/>
                  </a:lnTo>
                  <a:cubicBezTo>
                    <a:pt x="413026" y="711200"/>
                    <a:pt x="434671" y="689556"/>
                    <a:pt x="434671" y="662857"/>
                  </a:cubicBezTo>
                  <a:cubicBezTo>
                    <a:pt x="434671" y="636158"/>
                    <a:pt x="413026" y="614513"/>
                    <a:pt x="386328" y="614513"/>
                  </a:cubicBezTo>
                  <a:close/>
                  <a:moveTo>
                    <a:pt x="724309" y="614513"/>
                  </a:moveTo>
                  <a:lnTo>
                    <a:pt x="724307" y="614513"/>
                  </a:lnTo>
                  <a:cubicBezTo>
                    <a:pt x="697608" y="614513"/>
                    <a:pt x="675964" y="636158"/>
                    <a:pt x="675964" y="662857"/>
                  </a:cubicBezTo>
                  <a:cubicBezTo>
                    <a:pt x="675964" y="689556"/>
                    <a:pt x="697608" y="711200"/>
                    <a:pt x="724307" y="711200"/>
                  </a:cubicBezTo>
                  <a:lnTo>
                    <a:pt x="724309" y="711200"/>
                  </a:lnTo>
                  <a:cubicBezTo>
                    <a:pt x="751008" y="711200"/>
                    <a:pt x="772652" y="689556"/>
                    <a:pt x="772652" y="662857"/>
                  </a:cubicBezTo>
                  <a:cubicBezTo>
                    <a:pt x="772652" y="636158"/>
                    <a:pt x="751008" y="614513"/>
                    <a:pt x="724309" y="614513"/>
                  </a:cubicBezTo>
                  <a:close/>
                  <a:moveTo>
                    <a:pt x="1062291" y="614513"/>
                  </a:moveTo>
                  <a:lnTo>
                    <a:pt x="1062289" y="614513"/>
                  </a:lnTo>
                  <a:cubicBezTo>
                    <a:pt x="1035590" y="614513"/>
                    <a:pt x="1013945" y="636158"/>
                    <a:pt x="1013945" y="662857"/>
                  </a:cubicBezTo>
                  <a:cubicBezTo>
                    <a:pt x="1013945" y="689556"/>
                    <a:pt x="1035590" y="711200"/>
                    <a:pt x="1062289" y="711200"/>
                  </a:cubicBezTo>
                  <a:lnTo>
                    <a:pt x="1062291" y="711200"/>
                  </a:lnTo>
                  <a:cubicBezTo>
                    <a:pt x="1088990" y="711200"/>
                    <a:pt x="1110634" y="689556"/>
                    <a:pt x="1110634" y="662857"/>
                  </a:cubicBezTo>
                  <a:cubicBezTo>
                    <a:pt x="1110634" y="636158"/>
                    <a:pt x="1088990" y="614513"/>
                    <a:pt x="1062291" y="614513"/>
                  </a:cubicBezTo>
                  <a:close/>
                  <a:moveTo>
                    <a:pt x="1400256" y="614513"/>
                  </a:moveTo>
                  <a:lnTo>
                    <a:pt x="1400254" y="614513"/>
                  </a:lnTo>
                  <a:cubicBezTo>
                    <a:pt x="1373555" y="614513"/>
                    <a:pt x="1351911" y="636158"/>
                    <a:pt x="1351911" y="662857"/>
                  </a:cubicBezTo>
                  <a:cubicBezTo>
                    <a:pt x="1351911" y="689556"/>
                    <a:pt x="1373555" y="711200"/>
                    <a:pt x="1400254" y="711200"/>
                  </a:cubicBezTo>
                  <a:lnTo>
                    <a:pt x="1400256" y="711200"/>
                  </a:lnTo>
                  <a:cubicBezTo>
                    <a:pt x="1426955" y="711200"/>
                    <a:pt x="1448600" y="689556"/>
                    <a:pt x="1448600" y="662857"/>
                  </a:cubicBezTo>
                  <a:cubicBezTo>
                    <a:pt x="1448600" y="636158"/>
                    <a:pt x="1426955" y="614513"/>
                    <a:pt x="1400256" y="614513"/>
                  </a:cubicBezTo>
                  <a:close/>
                  <a:moveTo>
                    <a:pt x="1738239" y="614513"/>
                  </a:moveTo>
                  <a:lnTo>
                    <a:pt x="1738237" y="614513"/>
                  </a:lnTo>
                  <a:cubicBezTo>
                    <a:pt x="1711538" y="614513"/>
                    <a:pt x="1689893" y="636158"/>
                    <a:pt x="1689893" y="662857"/>
                  </a:cubicBezTo>
                  <a:cubicBezTo>
                    <a:pt x="1689893" y="689556"/>
                    <a:pt x="1711538" y="711200"/>
                    <a:pt x="1738237" y="711200"/>
                  </a:cubicBezTo>
                  <a:lnTo>
                    <a:pt x="1738239" y="711200"/>
                  </a:lnTo>
                  <a:cubicBezTo>
                    <a:pt x="1764938" y="711200"/>
                    <a:pt x="1786582" y="689556"/>
                    <a:pt x="1786582" y="662857"/>
                  </a:cubicBezTo>
                  <a:cubicBezTo>
                    <a:pt x="1786582" y="636158"/>
                    <a:pt x="1764938" y="614513"/>
                    <a:pt x="1738239" y="614513"/>
                  </a:cubicBezTo>
                  <a:close/>
                  <a:moveTo>
                    <a:pt x="2076220" y="614513"/>
                  </a:moveTo>
                  <a:lnTo>
                    <a:pt x="2076218" y="614513"/>
                  </a:lnTo>
                  <a:cubicBezTo>
                    <a:pt x="2049519" y="614513"/>
                    <a:pt x="2027875" y="636158"/>
                    <a:pt x="2027875" y="662857"/>
                  </a:cubicBezTo>
                  <a:cubicBezTo>
                    <a:pt x="2027875" y="689556"/>
                    <a:pt x="2049519" y="711200"/>
                    <a:pt x="2076218" y="711200"/>
                  </a:cubicBezTo>
                  <a:lnTo>
                    <a:pt x="2076220" y="711200"/>
                  </a:lnTo>
                  <a:cubicBezTo>
                    <a:pt x="2102919" y="711200"/>
                    <a:pt x="2124564" y="689556"/>
                    <a:pt x="2124564" y="662857"/>
                  </a:cubicBezTo>
                  <a:cubicBezTo>
                    <a:pt x="2124564" y="636158"/>
                    <a:pt x="2102919" y="614513"/>
                    <a:pt x="2076220" y="614513"/>
                  </a:cubicBezTo>
                  <a:close/>
                  <a:moveTo>
                    <a:pt x="2414202" y="614513"/>
                  </a:moveTo>
                  <a:lnTo>
                    <a:pt x="2414200" y="614513"/>
                  </a:lnTo>
                  <a:cubicBezTo>
                    <a:pt x="2387501" y="614513"/>
                    <a:pt x="2365856" y="636158"/>
                    <a:pt x="2365856" y="662857"/>
                  </a:cubicBezTo>
                  <a:cubicBezTo>
                    <a:pt x="2365856" y="689556"/>
                    <a:pt x="2387501" y="711200"/>
                    <a:pt x="2414200" y="711200"/>
                  </a:cubicBezTo>
                  <a:lnTo>
                    <a:pt x="2414202" y="711200"/>
                  </a:lnTo>
                  <a:cubicBezTo>
                    <a:pt x="2440900" y="711200"/>
                    <a:pt x="2462545" y="689556"/>
                    <a:pt x="2462545" y="662857"/>
                  </a:cubicBezTo>
                  <a:cubicBezTo>
                    <a:pt x="2462545" y="636158"/>
                    <a:pt x="2440900" y="614513"/>
                    <a:pt x="2414202" y="614513"/>
                  </a:cubicBezTo>
                  <a:close/>
                  <a:moveTo>
                    <a:pt x="48345" y="307257"/>
                  </a:moveTo>
                  <a:lnTo>
                    <a:pt x="48343" y="307257"/>
                  </a:lnTo>
                  <a:cubicBezTo>
                    <a:pt x="21644" y="307257"/>
                    <a:pt x="0" y="328901"/>
                    <a:pt x="0" y="355600"/>
                  </a:cubicBezTo>
                  <a:cubicBezTo>
                    <a:pt x="0" y="382299"/>
                    <a:pt x="21644" y="403944"/>
                    <a:pt x="48343" y="403944"/>
                  </a:cubicBezTo>
                  <a:lnTo>
                    <a:pt x="48345" y="403944"/>
                  </a:lnTo>
                  <a:cubicBezTo>
                    <a:pt x="75044" y="403944"/>
                    <a:pt x="96689" y="382299"/>
                    <a:pt x="96689" y="355600"/>
                  </a:cubicBezTo>
                  <a:cubicBezTo>
                    <a:pt x="96689" y="328901"/>
                    <a:pt x="75044" y="307257"/>
                    <a:pt x="48345" y="307257"/>
                  </a:cubicBezTo>
                  <a:close/>
                  <a:moveTo>
                    <a:pt x="386328" y="307257"/>
                  </a:moveTo>
                  <a:lnTo>
                    <a:pt x="386326" y="307257"/>
                  </a:lnTo>
                  <a:cubicBezTo>
                    <a:pt x="359627" y="307257"/>
                    <a:pt x="337982" y="328901"/>
                    <a:pt x="337982" y="355600"/>
                  </a:cubicBezTo>
                  <a:cubicBezTo>
                    <a:pt x="337982" y="382299"/>
                    <a:pt x="359627" y="403944"/>
                    <a:pt x="386326" y="403944"/>
                  </a:cubicBezTo>
                  <a:lnTo>
                    <a:pt x="386328" y="403944"/>
                  </a:lnTo>
                  <a:cubicBezTo>
                    <a:pt x="413026" y="403944"/>
                    <a:pt x="434671" y="382299"/>
                    <a:pt x="434671" y="355600"/>
                  </a:cubicBezTo>
                  <a:cubicBezTo>
                    <a:pt x="434671" y="328901"/>
                    <a:pt x="413026" y="307257"/>
                    <a:pt x="386328" y="307257"/>
                  </a:cubicBezTo>
                  <a:close/>
                  <a:moveTo>
                    <a:pt x="724309" y="307257"/>
                  </a:moveTo>
                  <a:lnTo>
                    <a:pt x="724307" y="307257"/>
                  </a:lnTo>
                  <a:cubicBezTo>
                    <a:pt x="697608" y="307257"/>
                    <a:pt x="675964" y="328901"/>
                    <a:pt x="675964" y="355600"/>
                  </a:cubicBezTo>
                  <a:cubicBezTo>
                    <a:pt x="675964" y="382299"/>
                    <a:pt x="697608" y="403944"/>
                    <a:pt x="724307" y="403944"/>
                  </a:cubicBezTo>
                  <a:lnTo>
                    <a:pt x="724309" y="403944"/>
                  </a:lnTo>
                  <a:cubicBezTo>
                    <a:pt x="751008" y="403944"/>
                    <a:pt x="772652" y="382299"/>
                    <a:pt x="772652" y="355600"/>
                  </a:cubicBezTo>
                  <a:cubicBezTo>
                    <a:pt x="772652" y="328901"/>
                    <a:pt x="751008" y="307257"/>
                    <a:pt x="724309" y="307257"/>
                  </a:cubicBezTo>
                  <a:close/>
                  <a:moveTo>
                    <a:pt x="1062291" y="307257"/>
                  </a:moveTo>
                  <a:lnTo>
                    <a:pt x="1062289" y="307257"/>
                  </a:lnTo>
                  <a:cubicBezTo>
                    <a:pt x="1035590" y="307257"/>
                    <a:pt x="1013945" y="328901"/>
                    <a:pt x="1013945" y="355600"/>
                  </a:cubicBezTo>
                  <a:cubicBezTo>
                    <a:pt x="1013945" y="382299"/>
                    <a:pt x="1035590" y="403944"/>
                    <a:pt x="1062289" y="403944"/>
                  </a:cubicBezTo>
                  <a:lnTo>
                    <a:pt x="1062291" y="403944"/>
                  </a:lnTo>
                  <a:cubicBezTo>
                    <a:pt x="1088990" y="403944"/>
                    <a:pt x="1110634" y="382299"/>
                    <a:pt x="1110634" y="355600"/>
                  </a:cubicBezTo>
                  <a:cubicBezTo>
                    <a:pt x="1110634" y="328901"/>
                    <a:pt x="1088990" y="307257"/>
                    <a:pt x="1062291" y="307257"/>
                  </a:cubicBezTo>
                  <a:close/>
                  <a:moveTo>
                    <a:pt x="1400256" y="307257"/>
                  </a:moveTo>
                  <a:lnTo>
                    <a:pt x="1400254" y="307257"/>
                  </a:lnTo>
                  <a:cubicBezTo>
                    <a:pt x="1373555" y="307257"/>
                    <a:pt x="1351911" y="328901"/>
                    <a:pt x="1351911" y="355600"/>
                  </a:cubicBezTo>
                  <a:cubicBezTo>
                    <a:pt x="1351911" y="382299"/>
                    <a:pt x="1373555" y="403944"/>
                    <a:pt x="1400254" y="403944"/>
                  </a:cubicBezTo>
                  <a:lnTo>
                    <a:pt x="1400256" y="403944"/>
                  </a:lnTo>
                  <a:cubicBezTo>
                    <a:pt x="1426955" y="403944"/>
                    <a:pt x="1448600" y="382299"/>
                    <a:pt x="1448600" y="355600"/>
                  </a:cubicBezTo>
                  <a:cubicBezTo>
                    <a:pt x="1448600" y="328901"/>
                    <a:pt x="1426955" y="307257"/>
                    <a:pt x="1400256" y="307257"/>
                  </a:cubicBezTo>
                  <a:close/>
                  <a:moveTo>
                    <a:pt x="1738239" y="307257"/>
                  </a:moveTo>
                  <a:lnTo>
                    <a:pt x="1738237" y="307257"/>
                  </a:lnTo>
                  <a:cubicBezTo>
                    <a:pt x="1711538" y="307257"/>
                    <a:pt x="1689893" y="328901"/>
                    <a:pt x="1689893" y="355600"/>
                  </a:cubicBezTo>
                  <a:cubicBezTo>
                    <a:pt x="1689893" y="382299"/>
                    <a:pt x="1711538" y="403944"/>
                    <a:pt x="1738237" y="403944"/>
                  </a:cubicBezTo>
                  <a:lnTo>
                    <a:pt x="1738239" y="403944"/>
                  </a:lnTo>
                  <a:cubicBezTo>
                    <a:pt x="1764938" y="403944"/>
                    <a:pt x="1786582" y="382299"/>
                    <a:pt x="1786582" y="355600"/>
                  </a:cubicBezTo>
                  <a:cubicBezTo>
                    <a:pt x="1786582" y="328901"/>
                    <a:pt x="1764938" y="307257"/>
                    <a:pt x="1738239" y="307257"/>
                  </a:cubicBezTo>
                  <a:close/>
                  <a:moveTo>
                    <a:pt x="2076220" y="307257"/>
                  </a:moveTo>
                  <a:lnTo>
                    <a:pt x="2076218" y="307257"/>
                  </a:lnTo>
                  <a:cubicBezTo>
                    <a:pt x="2049519" y="307257"/>
                    <a:pt x="2027875" y="328901"/>
                    <a:pt x="2027875" y="355600"/>
                  </a:cubicBezTo>
                  <a:cubicBezTo>
                    <a:pt x="2027875" y="382299"/>
                    <a:pt x="2049519" y="403944"/>
                    <a:pt x="2076218" y="403944"/>
                  </a:cubicBezTo>
                  <a:lnTo>
                    <a:pt x="2076220" y="403944"/>
                  </a:lnTo>
                  <a:cubicBezTo>
                    <a:pt x="2102919" y="403944"/>
                    <a:pt x="2124564" y="382299"/>
                    <a:pt x="2124564" y="355600"/>
                  </a:cubicBezTo>
                  <a:cubicBezTo>
                    <a:pt x="2124564" y="328901"/>
                    <a:pt x="2102919" y="307257"/>
                    <a:pt x="2076220" y="307257"/>
                  </a:cubicBezTo>
                  <a:close/>
                  <a:moveTo>
                    <a:pt x="2414202" y="307257"/>
                  </a:moveTo>
                  <a:lnTo>
                    <a:pt x="2414200" y="307257"/>
                  </a:lnTo>
                  <a:cubicBezTo>
                    <a:pt x="2387501" y="307257"/>
                    <a:pt x="2365856" y="328901"/>
                    <a:pt x="2365856" y="355600"/>
                  </a:cubicBezTo>
                  <a:cubicBezTo>
                    <a:pt x="2365856" y="382299"/>
                    <a:pt x="2387501" y="403944"/>
                    <a:pt x="2414200" y="403944"/>
                  </a:cubicBezTo>
                  <a:lnTo>
                    <a:pt x="2414202" y="403944"/>
                  </a:lnTo>
                  <a:cubicBezTo>
                    <a:pt x="2440900" y="403944"/>
                    <a:pt x="2462545" y="382299"/>
                    <a:pt x="2462545" y="355600"/>
                  </a:cubicBezTo>
                  <a:cubicBezTo>
                    <a:pt x="2462545" y="328901"/>
                    <a:pt x="2440900" y="307257"/>
                    <a:pt x="2414202" y="307257"/>
                  </a:cubicBezTo>
                  <a:close/>
                  <a:moveTo>
                    <a:pt x="48345" y="0"/>
                  </a:moveTo>
                  <a:lnTo>
                    <a:pt x="48343" y="0"/>
                  </a:lnTo>
                  <a:cubicBezTo>
                    <a:pt x="21644" y="0"/>
                    <a:pt x="0" y="21645"/>
                    <a:pt x="0" y="48344"/>
                  </a:cubicBezTo>
                  <a:cubicBezTo>
                    <a:pt x="0" y="75043"/>
                    <a:pt x="21644" y="96687"/>
                    <a:pt x="48343" y="96687"/>
                  </a:cubicBezTo>
                  <a:lnTo>
                    <a:pt x="48345" y="96687"/>
                  </a:lnTo>
                  <a:cubicBezTo>
                    <a:pt x="75044" y="96687"/>
                    <a:pt x="96689" y="75043"/>
                    <a:pt x="96689" y="48344"/>
                  </a:cubicBezTo>
                  <a:cubicBezTo>
                    <a:pt x="96689" y="21645"/>
                    <a:pt x="75044" y="0"/>
                    <a:pt x="48345" y="0"/>
                  </a:cubicBezTo>
                  <a:close/>
                  <a:moveTo>
                    <a:pt x="386328" y="0"/>
                  </a:moveTo>
                  <a:lnTo>
                    <a:pt x="386326" y="0"/>
                  </a:lnTo>
                  <a:cubicBezTo>
                    <a:pt x="359627" y="0"/>
                    <a:pt x="337982" y="21645"/>
                    <a:pt x="337982" y="48344"/>
                  </a:cubicBezTo>
                  <a:cubicBezTo>
                    <a:pt x="337982" y="75043"/>
                    <a:pt x="359627" y="96687"/>
                    <a:pt x="386326" y="96687"/>
                  </a:cubicBezTo>
                  <a:lnTo>
                    <a:pt x="386328" y="96687"/>
                  </a:lnTo>
                  <a:cubicBezTo>
                    <a:pt x="413026" y="96687"/>
                    <a:pt x="434671" y="75043"/>
                    <a:pt x="434671" y="48344"/>
                  </a:cubicBezTo>
                  <a:cubicBezTo>
                    <a:pt x="434671" y="21645"/>
                    <a:pt x="413026" y="0"/>
                    <a:pt x="386328" y="0"/>
                  </a:cubicBezTo>
                  <a:close/>
                  <a:moveTo>
                    <a:pt x="724309" y="0"/>
                  </a:moveTo>
                  <a:lnTo>
                    <a:pt x="724307" y="0"/>
                  </a:lnTo>
                  <a:cubicBezTo>
                    <a:pt x="697608" y="0"/>
                    <a:pt x="675964" y="21645"/>
                    <a:pt x="675964" y="48344"/>
                  </a:cubicBezTo>
                  <a:cubicBezTo>
                    <a:pt x="675964" y="75043"/>
                    <a:pt x="697608" y="96687"/>
                    <a:pt x="724307" y="96687"/>
                  </a:cubicBezTo>
                  <a:lnTo>
                    <a:pt x="724309" y="96687"/>
                  </a:lnTo>
                  <a:cubicBezTo>
                    <a:pt x="751008" y="96687"/>
                    <a:pt x="772652" y="75043"/>
                    <a:pt x="772652" y="48344"/>
                  </a:cubicBezTo>
                  <a:cubicBezTo>
                    <a:pt x="772652" y="21645"/>
                    <a:pt x="751008" y="0"/>
                    <a:pt x="724309" y="0"/>
                  </a:cubicBezTo>
                  <a:close/>
                  <a:moveTo>
                    <a:pt x="1062291" y="0"/>
                  </a:moveTo>
                  <a:lnTo>
                    <a:pt x="1062289" y="0"/>
                  </a:lnTo>
                  <a:cubicBezTo>
                    <a:pt x="1035590" y="0"/>
                    <a:pt x="1013945" y="21645"/>
                    <a:pt x="1013945" y="48344"/>
                  </a:cubicBezTo>
                  <a:cubicBezTo>
                    <a:pt x="1013945" y="75043"/>
                    <a:pt x="1035590" y="96687"/>
                    <a:pt x="1062289" y="96687"/>
                  </a:cubicBezTo>
                  <a:lnTo>
                    <a:pt x="1062291" y="96687"/>
                  </a:lnTo>
                  <a:cubicBezTo>
                    <a:pt x="1088990" y="96687"/>
                    <a:pt x="1110634" y="75043"/>
                    <a:pt x="1110634" y="48344"/>
                  </a:cubicBezTo>
                  <a:cubicBezTo>
                    <a:pt x="1110634" y="21645"/>
                    <a:pt x="1088990" y="0"/>
                    <a:pt x="1062291" y="0"/>
                  </a:cubicBezTo>
                  <a:close/>
                  <a:moveTo>
                    <a:pt x="1400256" y="0"/>
                  </a:moveTo>
                  <a:lnTo>
                    <a:pt x="1400254" y="0"/>
                  </a:lnTo>
                  <a:cubicBezTo>
                    <a:pt x="1373555" y="0"/>
                    <a:pt x="1351911" y="21645"/>
                    <a:pt x="1351911" y="48344"/>
                  </a:cubicBezTo>
                  <a:cubicBezTo>
                    <a:pt x="1351911" y="75043"/>
                    <a:pt x="1373555" y="96687"/>
                    <a:pt x="1400254" y="96687"/>
                  </a:cubicBezTo>
                  <a:lnTo>
                    <a:pt x="1400256" y="96687"/>
                  </a:lnTo>
                  <a:cubicBezTo>
                    <a:pt x="1426955" y="96687"/>
                    <a:pt x="1448600" y="75043"/>
                    <a:pt x="1448600" y="48344"/>
                  </a:cubicBezTo>
                  <a:cubicBezTo>
                    <a:pt x="1448600" y="21645"/>
                    <a:pt x="1426955" y="0"/>
                    <a:pt x="1400256" y="0"/>
                  </a:cubicBezTo>
                  <a:close/>
                  <a:moveTo>
                    <a:pt x="1738239" y="0"/>
                  </a:moveTo>
                  <a:lnTo>
                    <a:pt x="1738237" y="0"/>
                  </a:lnTo>
                  <a:cubicBezTo>
                    <a:pt x="1711538" y="0"/>
                    <a:pt x="1689893" y="21645"/>
                    <a:pt x="1689893" y="48344"/>
                  </a:cubicBezTo>
                  <a:cubicBezTo>
                    <a:pt x="1689893" y="75043"/>
                    <a:pt x="1711538" y="96687"/>
                    <a:pt x="1738237" y="96687"/>
                  </a:cubicBezTo>
                  <a:lnTo>
                    <a:pt x="1738239" y="96687"/>
                  </a:lnTo>
                  <a:cubicBezTo>
                    <a:pt x="1764938" y="96687"/>
                    <a:pt x="1786582" y="75043"/>
                    <a:pt x="1786582" y="48344"/>
                  </a:cubicBezTo>
                  <a:cubicBezTo>
                    <a:pt x="1786582" y="21645"/>
                    <a:pt x="1764938" y="0"/>
                    <a:pt x="1738239" y="0"/>
                  </a:cubicBezTo>
                  <a:close/>
                  <a:moveTo>
                    <a:pt x="2076220" y="0"/>
                  </a:moveTo>
                  <a:lnTo>
                    <a:pt x="2076218" y="0"/>
                  </a:lnTo>
                  <a:cubicBezTo>
                    <a:pt x="2049519" y="0"/>
                    <a:pt x="2027875" y="21645"/>
                    <a:pt x="2027875" y="48344"/>
                  </a:cubicBezTo>
                  <a:cubicBezTo>
                    <a:pt x="2027875" y="75043"/>
                    <a:pt x="2049519" y="96687"/>
                    <a:pt x="2076218" y="96687"/>
                  </a:cubicBezTo>
                  <a:lnTo>
                    <a:pt x="2076220" y="96687"/>
                  </a:lnTo>
                  <a:cubicBezTo>
                    <a:pt x="2102919" y="96687"/>
                    <a:pt x="2124564" y="75043"/>
                    <a:pt x="2124564" y="48344"/>
                  </a:cubicBezTo>
                  <a:cubicBezTo>
                    <a:pt x="2124564" y="21645"/>
                    <a:pt x="2102919" y="0"/>
                    <a:pt x="2076220" y="0"/>
                  </a:cubicBezTo>
                  <a:close/>
                  <a:moveTo>
                    <a:pt x="2414202" y="0"/>
                  </a:moveTo>
                  <a:lnTo>
                    <a:pt x="2414200" y="0"/>
                  </a:lnTo>
                  <a:cubicBezTo>
                    <a:pt x="2387501" y="0"/>
                    <a:pt x="2365856" y="21645"/>
                    <a:pt x="2365856" y="48344"/>
                  </a:cubicBezTo>
                  <a:cubicBezTo>
                    <a:pt x="2365856" y="75043"/>
                    <a:pt x="2387501" y="96687"/>
                    <a:pt x="2414200" y="96687"/>
                  </a:cubicBezTo>
                  <a:lnTo>
                    <a:pt x="2414202" y="96687"/>
                  </a:lnTo>
                  <a:cubicBezTo>
                    <a:pt x="2440900" y="96687"/>
                    <a:pt x="2462545" y="75043"/>
                    <a:pt x="2462545" y="48344"/>
                  </a:cubicBezTo>
                  <a:cubicBezTo>
                    <a:pt x="2462545" y="21645"/>
                    <a:pt x="2440900" y="0"/>
                    <a:pt x="2414202" y="0"/>
                  </a:cubicBezTo>
                  <a:close/>
                </a:path>
              </a:pathLst>
            </a:custGeom>
            <a:gradFill flip="none" rotWithShape="1">
              <a:gsLst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  <a:gs pos="20000">
                  <a:schemeClr val="accent1">
                    <a:lumMod val="20000"/>
                    <a:lumOff val="80000"/>
                  </a:schemeClr>
                </a:gs>
              </a:gsLst>
              <a:lin ang="2700000" scaled="1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zh-CN" altLang="en-US"/>
            </a:p>
          </p:txBody>
        </p:sp>
        <p:sp>
          <p:nvSpPr>
            <p:cNvPr id="38" name="任意多边形: 形状 37">
              <a:extLst>
                <a:ext uri="{FF2B5EF4-FFF2-40B4-BE49-F238E27FC236}">
                  <a16:creationId xmlns:a16="http://schemas.microsoft.com/office/drawing/2014/main" id="{89473C30-47BC-A0AA-0D55-6125D3F9BF2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660400" y="743816"/>
              <a:ext cx="1260000" cy="284884"/>
            </a:xfrm>
            <a:custGeom>
              <a:avLst/>
              <a:gdLst>
                <a:gd name="connsiteX0" fmla="*/ 35338 w 1305904"/>
                <a:gd name="connsiteY0" fmla="*/ 224590 h 295263"/>
                <a:gd name="connsiteX1" fmla="*/ 35336 w 1305904"/>
                <a:gd name="connsiteY1" fmla="*/ 224590 h 295263"/>
                <a:gd name="connsiteX2" fmla="*/ 0 w 1305904"/>
                <a:gd name="connsiteY2" fmla="*/ 259927 h 295263"/>
                <a:gd name="connsiteX3" fmla="*/ 35336 w 1305904"/>
                <a:gd name="connsiteY3" fmla="*/ 295263 h 295263"/>
                <a:gd name="connsiteX4" fmla="*/ 35338 w 1305904"/>
                <a:gd name="connsiteY4" fmla="*/ 295263 h 295263"/>
                <a:gd name="connsiteX5" fmla="*/ 70675 w 1305904"/>
                <a:gd name="connsiteY5" fmla="*/ 259927 h 295263"/>
                <a:gd name="connsiteX6" fmla="*/ 35338 w 1305904"/>
                <a:gd name="connsiteY6" fmla="*/ 224590 h 295263"/>
                <a:gd name="connsiteX7" fmla="*/ 282387 w 1305904"/>
                <a:gd name="connsiteY7" fmla="*/ 224590 h 295263"/>
                <a:gd name="connsiteX8" fmla="*/ 282385 w 1305904"/>
                <a:gd name="connsiteY8" fmla="*/ 224590 h 295263"/>
                <a:gd name="connsiteX9" fmla="*/ 247048 w 1305904"/>
                <a:gd name="connsiteY9" fmla="*/ 259927 h 295263"/>
                <a:gd name="connsiteX10" fmla="*/ 282385 w 1305904"/>
                <a:gd name="connsiteY10" fmla="*/ 295263 h 295263"/>
                <a:gd name="connsiteX11" fmla="*/ 282387 w 1305904"/>
                <a:gd name="connsiteY11" fmla="*/ 295263 h 295263"/>
                <a:gd name="connsiteX12" fmla="*/ 317723 w 1305904"/>
                <a:gd name="connsiteY12" fmla="*/ 259927 h 295263"/>
                <a:gd name="connsiteX13" fmla="*/ 282387 w 1305904"/>
                <a:gd name="connsiteY13" fmla="*/ 224590 h 295263"/>
                <a:gd name="connsiteX14" fmla="*/ 529434 w 1305904"/>
                <a:gd name="connsiteY14" fmla="*/ 224590 h 295263"/>
                <a:gd name="connsiteX15" fmla="*/ 529433 w 1305904"/>
                <a:gd name="connsiteY15" fmla="*/ 224590 h 295263"/>
                <a:gd name="connsiteX16" fmla="*/ 494097 w 1305904"/>
                <a:gd name="connsiteY16" fmla="*/ 259927 h 295263"/>
                <a:gd name="connsiteX17" fmla="*/ 529433 w 1305904"/>
                <a:gd name="connsiteY17" fmla="*/ 295263 h 295263"/>
                <a:gd name="connsiteX18" fmla="*/ 529434 w 1305904"/>
                <a:gd name="connsiteY18" fmla="*/ 295263 h 295263"/>
                <a:gd name="connsiteX19" fmla="*/ 564771 w 1305904"/>
                <a:gd name="connsiteY19" fmla="*/ 259927 h 295263"/>
                <a:gd name="connsiteX20" fmla="*/ 529434 w 1305904"/>
                <a:gd name="connsiteY20" fmla="*/ 224590 h 295263"/>
                <a:gd name="connsiteX21" fmla="*/ 776483 w 1305904"/>
                <a:gd name="connsiteY21" fmla="*/ 224590 h 295263"/>
                <a:gd name="connsiteX22" fmla="*/ 776481 w 1305904"/>
                <a:gd name="connsiteY22" fmla="*/ 224590 h 295263"/>
                <a:gd name="connsiteX23" fmla="*/ 741144 w 1305904"/>
                <a:gd name="connsiteY23" fmla="*/ 259927 h 295263"/>
                <a:gd name="connsiteX24" fmla="*/ 776481 w 1305904"/>
                <a:gd name="connsiteY24" fmla="*/ 295263 h 295263"/>
                <a:gd name="connsiteX25" fmla="*/ 776483 w 1305904"/>
                <a:gd name="connsiteY25" fmla="*/ 295263 h 295263"/>
                <a:gd name="connsiteX26" fmla="*/ 811819 w 1305904"/>
                <a:gd name="connsiteY26" fmla="*/ 259927 h 295263"/>
                <a:gd name="connsiteX27" fmla="*/ 776483 w 1305904"/>
                <a:gd name="connsiteY27" fmla="*/ 224590 h 295263"/>
                <a:gd name="connsiteX28" fmla="*/ 1023519 w 1305904"/>
                <a:gd name="connsiteY28" fmla="*/ 224590 h 295263"/>
                <a:gd name="connsiteX29" fmla="*/ 1023517 w 1305904"/>
                <a:gd name="connsiteY29" fmla="*/ 224590 h 295263"/>
                <a:gd name="connsiteX30" fmla="*/ 988181 w 1305904"/>
                <a:gd name="connsiteY30" fmla="*/ 259927 h 295263"/>
                <a:gd name="connsiteX31" fmla="*/ 1023517 w 1305904"/>
                <a:gd name="connsiteY31" fmla="*/ 295263 h 295263"/>
                <a:gd name="connsiteX32" fmla="*/ 1023519 w 1305904"/>
                <a:gd name="connsiteY32" fmla="*/ 295263 h 295263"/>
                <a:gd name="connsiteX33" fmla="*/ 1058856 w 1305904"/>
                <a:gd name="connsiteY33" fmla="*/ 259927 h 295263"/>
                <a:gd name="connsiteX34" fmla="*/ 1023519 w 1305904"/>
                <a:gd name="connsiteY34" fmla="*/ 224590 h 295263"/>
                <a:gd name="connsiteX35" fmla="*/ 1270568 w 1305904"/>
                <a:gd name="connsiteY35" fmla="*/ 224590 h 295263"/>
                <a:gd name="connsiteX36" fmla="*/ 1270566 w 1305904"/>
                <a:gd name="connsiteY36" fmla="*/ 224590 h 295263"/>
                <a:gd name="connsiteX37" fmla="*/ 1235229 w 1305904"/>
                <a:gd name="connsiteY37" fmla="*/ 259927 h 295263"/>
                <a:gd name="connsiteX38" fmla="*/ 1270566 w 1305904"/>
                <a:gd name="connsiteY38" fmla="*/ 295263 h 295263"/>
                <a:gd name="connsiteX39" fmla="*/ 1270568 w 1305904"/>
                <a:gd name="connsiteY39" fmla="*/ 295263 h 295263"/>
                <a:gd name="connsiteX40" fmla="*/ 1305904 w 1305904"/>
                <a:gd name="connsiteY40" fmla="*/ 259927 h 295263"/>
                <a:gd name="connsiteX41" fmla="*/ 1270568 w 1305904"/>
                <a:gd name="connsiteY41" fmla="*/ 224590 h 295263"/>
                <a:gd name="connsiteX42" fmla="*/ 35338 w 1305904"/>
                <a:gd name="connsiteY42" fmla="*/ 0 h 295263"/>
                <a:gd name="connsiteX43" fmla="*/ 35336 w 1305904"/>
                <a:gd name="connsiteY43" fmla="*/ 0 h 295263"/>
                <a:gd name="connsiteX44" fmla="*/ 0 w 1305904"/>
                <a:gd name="connsiteY44" fmla="*/ 35337 h 295263"/>
                <a:gd name="connsiteX45" fmla="*/ 35336 w 1305904"/>
                <a:gd name="connsiteY45" fmla="*/ 70674 h 295263"/>
                <a:gd name="connsiteX46" fmla="*/ 35338 w 1305904"/>
                <a:gd name="connsiteY46" fmla="*/ 70674 h 295263"/>
                <a:gd name="connsiteX47" fmla="*/ 70675 w 1305904"/>
                <a:gd name="connsiteY47" fmla="*/ 35337 h 295263"/>
                <a:gd name="connsiteX48" fmla="*/ 35338 w 1305904"/>
                <a:gd name="connsiteY48" fmla="*/ 0 h 295263"/>
                <a:gd name="connsiteX49" fmla="*/ 282387 w 1305904"/>
                <a:gd name="connsiteY49" fmla="*/ 0 h 295263"/>
                <a:gd name="connsiteX50" fmla="*/ 282385 w 1305904"/>
                <a:gd name="connsiteY50" fmla="*/ 0 h 295263"/>
                <a:gd name="connsiteX51" fmla="*/ 247048 w 1305904"/>
                <a:gd name="connsiteY51" fmla="*/ 35337 h 295263"/>
                <a:gd name="connsiteX52" fmla="*/ 282385 w 1305904"/>
                <a:gd name="connsiteY52" fmla="*/ 70674 h 295263"/>
                <a:gd name="connsiteX53" fmla="*/ 282387 w 1305904"/>
                <a:gd name="connsiteY53" fmla="*/ 70674 h 295263"/>
                <a:gd name="connsiteX54" fmla="*/ 317723 w 1305904"/>
                <a:gd name="connsiteY54" fmla="*/ 35337 h 295263"/>
                <a:gd name="connsiteX55" fmla="*/ 282387 w 1305904"/>
                <a:gd name="connsiteY55" fmla="*/ 0 h 295263"/>
                <a:gd name="connsiteX56" fmla="*/ 529434 w 1305904"/>
                <a:gd name="connsiteY56" fmla="*/ 0 h 295263"/>
                <a:gd name="connsiteX57" fmla="*/ 529433 w 1305904"/>
                <a:gd name="connsiteY57" fmla="*/ 0 h 295263"/>
                <a:gd name="connsiteX58" fmla="*/ 494097 w 1305904"/>
                <a:gd name="connsiteY58" fmla="*/ 35337 h 295263"/>
                <a:gd name="connsiteX59" fmla="*/ 529433 w 1305904"/>
                <a:gd name="connsiteY59" fmla="*/ 70674 h 295263"/>
                <a:gd name="connsiteX60" fmla="*/ 529434 w 1305904"/>
                <a:gd name="connsiteY60" fmla="*/ 70674 h 295263"/>
                <a:gd name="connsiteX61" fmla="*/ 564771 w 1305904"/>
                <a:gd name="connsiteY61" fmla="*/ 35337 h 295263"/>
                <a:gd name="connsiteX62" fmla="*/ 529434 w 1305904"/>
                <a:gd name="connsiteY62" fmla="*/ 0 h 295263"/>
                <a:gd name="connsiteX63" fmla="*/ 776483 w 1305904"/>
                <a:gd name="connsiteY63" fmla="*/ 0 h 295263"/>
                <a:gd name="connsiteX64" fmla="*/ 776481 w 1305904"/>
                <a:gd name="connsiteY64" fmla="*/ 0 h 295263"/>
                <a:gd name="connsiteX65" fmla="*/ 741144 w 1305904"/>
                <a:gd name="connsiteY65" fmla="*/ 35337 h 295263"/>
                <a:gd name="connsiteX66" fmla="*/ 776481 w 1305904"/>
                <a:gd name="connsiteY66" fmla="*/ 70674 h 295263"/>
                <a:gd name="connsiteX67" fmla="*/ 776483 w 1305904"/>
                <a:gd name="connsiteY67" fmla="*/ 70674 h 295263"/>
                <a:gd name="connsiteX68" fmla="*/ 811819 w 1305904"/>
                <a:gd name="connsiteY68" fmla="*/ 35337 h 295263"/>
                <a:gd name="connsiteX69" fmla="*/ 776483 w 1305904"/>
                <a:gd name="connsiteY69" fmla="*/ 0 h 295263"/>
                <a:gd name="connsiteX70" fmla="*/ 1023519 w 1305904"/>
                <a:gd name="connsiteY70" fmla="*/ 0 h 295263"/>
                <a:gd name="connsiteX71" fmla="*/ 1023517 w 1305904"/>
                <a:gd name="connsiteY71" fmla="*/ 0 h 295263"/>
                <a:gd name="connsiteX72" fmla="*/ 988181 w 1305904"/>
                <a:gd name="connsiteY72" fmla="*/ 35337 h 295263"/>
                <a:gd name="connsiteX73" fmla="*/ 1023517 w 1305904"/>
                <a:gd name="connsiteY73" fmla="*/ 70674 h 295263"/>
                <a:gd name="connsiteX74" fmla="*/ 1023519 w 1305904"/>
                <a:gd name="connsiteY74" fmla="*/ 70674 h 295263"/>
                <a:gd name="connsiteX75" fmla="*/ 1058856 w 1305904"/>
                <a:gd name="connsiteY75" fmla="*/ 35337 h 295263"/>
                <a:gd name="connsiteX76" fmla="*/ 1023519 w 1305904"/>
                <a:gd name="connsiteY76" fmla="*/ 0 h 295263"/>
                <a:gd name="connsiteX77" fmla="*/ 1270568 w 1305904"/>
                <a:gd name="connsiteY77" fmla="*/ 0 h 295263"/>
                <a:gd name="connsiteX78" fmla="*/ 1270566 w 1305904"/>
                <a:gd name="connsiteY78" fmla="*/ 0 h 295263"/>
                <a:gd name="connsiteX79" fmla="*/ 1235229 w 1305904"/>
                <a:gd name="connsiteY79" fmla="*/ 35337 h 295263"/>
                <a:gd name="connsiteX80" fmla="*/ 1270566 w 1305904"/>
                <a:gd name="connsiteY80" fmla="*/ 70674 h 295263"/>
                <a:gd name="connsiteX81" fmla="*/ 1270568 w 1305904"/>
                <a:gd name="connsiteY81" fmla="*/ 70674 h 295263"/>
                <a:gd name="connsiteX82" fmla="*/ 1305904 w 1305904"/>
                <a:gd name="connsiteY82" fmla="*/ 35337 h 295263"/>
                <a:gd name="connsiteX83" fmla="*/ 1270568 w 1305904"/>
                <a:gd name="connsiteY83" fmla="*/ 0 h 295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</a:cxnLst>
              <a:rect l="l" t="t" r="r" b="b"/>
              <a:pathLst>
                <a:path w="1305904" h="295263">
                  <a:moveTo>
                    <a:pt x="35338" y="224590"/>
                  </a:moveTo>
                  <a:lnTo>
                    <a:pt x="35336" y="224590"/>
                  </a:lnTo>
                  <a:cubicBezTo>
                    <a:pt x="15821" y="224590"/>
                    <a:pt x="0" y="240411"/>
                    <a:pt x="0" y="259927"/>
                  </a:cubicBezTo>
                  <a:cubicBezTo>
                    <a:pt x="0" y="279442"/>
                    <a:pt x="15821" y="295263"/>
                    <a:pt x="35336" y="295263"/>
                  </a:cubicBezTo>
                  <a:lnTo>
                    <a:pt x="35338" y="295263"/>
                  </a:lnTo>
                  <a:cubicBezTo>
                    <a:pt x="54853" y="295263"/>
                    <a:pt x="70675" y="279442"/>
                    <a:pt x="70675" y="259927"/>
                  </a:cubicBezTo>
                  <a:cubicBezTo>
                    <a:pt x="70675" y="240411"/>
                    <a:pt x="54853" y="224590"/>
                    <a:pt x="35338" y="224590"/>
                  </a:cubicBezTo>
                  <a:close/>
                  <a:moveTo>
                    <a:pt x="282387" y="224590"/>
                  </a:moveTo>
                  <a:lnTo>
                    <a:pt x="282385" y="224590"/>
                  </a:lnTo>
                  <a:cubicBezTo>
                    <a:pt x="262870" y="224590"/>
                    <a:pt x="247048" y="240411"/>
                    <a:pt x="247048" y="259927"/>
                  </a:cubicBezTo>
                  <a:cubicBezTo>
                    <a:pt x="247048" y="279442"/>
                    <a:pt x="262870" y="295263"/>
                    <a:pt x="282385" y="295263"/>
                  </a:cubicBezTo>
                  <a:lnTo>
                    <a:pt x="282387" y="295263"/>
                  </a:lnTo>
                  <a:cubicBezTo>
                    <a:pt x="301902" y="295263"/>
                    <a:pt x="317723" y="279442"/>
                    <a:pt x="317723" y="259927"/>
                  </a:cubicBezTo>
                  <a:cubicBezTo>
                    <a:pt x="317723" y="240411"/>
                    <a:pt x="301902" y="224590"/>
                    <a:pt x="282387" y="224590"/>
                  </a:cubicBezTo>
                  <a:close/>
                  <a:moveTo>
                    <a:pt x="529434" y="224590"/>
                  </a:moveTo>
                  <a:lnTo>
                    <a:pt x="529433" y="224590"/>
                  </a:lnTo>
                  <a:cubicBezTo>
                    <a:pt x="509917" y="224590"/>
                    <a:pt x="494097" y="240411"/>
                    <a:pt x="494097" y="259927"/>
                  </a:cubicBezTo>
                  <a:cubicBezTo>
                    <a:pt x="494097" y="279442"/>
                    <a:pt x="509917" y="295263"/>
                    <a:pt x="529433" y="295263"/>
                  </a:cubicBezTo>
                  <a:lnTo>
                    <a:pt x="529434" y="295263"/>
                  </a:lnTo>
                  <a:cubicBezTo>
                    <a:pt x="548950" y="295263"/>
                    <a:pt x="564771" y="279442"/>
                    <a:pt x="564771" y="259927"/>
                  </a:cubicBezTo>
                  <a:cubicBezTo>
                    <a:pt x="564771" y="240411"/>
                    <a:pt x="548950" y="224590"/>
                    <a:pt x="529434" y="224590"/>
                  </a:cubicBezTo>
                  <a:close/>
                  <a:moveTo>
                    <a:pt x="776483" y="224590"/>
                  </a:moveTo>
                  <a:lnTo>
                    <a:pt x="776481" y="224590"/>
                  </a:lnTo>
                  <a:cubicBezTo>
                    <a:pt x="756966" y="224590"/>
                    <a:pt x="741144" y="240411"/>
                    <a:pt x="741144" y="259927"/>
                  </a:cubicBezTo>
                  <a:cubicBezTo>
                    <a:pt x="741144" y="279442"/>
                    <a:pt x="756966" y="295263"/>
                    <a:pt x="776481" y="295263"/>
                  </a:cubicBezTo>
                  <a:lnTo>
                    <a:pt x="776483" y="295263"/>
                  </a:lnTo>
                  <a:cubicBezTo>
                    <a:pt x="795998" y="295263"/>
                    <a:pt x="811819" y="279442"/>
                    <a:pt x="811819" y="259927"/>
                  </a:cubicBezTo>
                  <a:cubicBezTo>
                    <a:pt x="811819" y="240411"/>
                    <a:pt x="795998" y="224590"/>
                    <a:pt x="776483" y="224590"/>
                  </a:cubicBezTo>
                  <a:close/>
                  <a:moveTo>
                    <a:pt x="1023519" y="224590"/>
                  </a:moveTo>
                  <a:lnTo>
                    <a:pt x="1023517" y="224590"/>
                  </a:lnTo>
                  <a:cubicBezTo>
                    <a:pt x="1004001" y="224590"/>
                    <a:pt x="988181" y="240411"/>
                    <a:pt x="988181" y="259927"/>
                  </a:cubicBezTo>
                  <a:cubicBezTo>
                    <a:pt x="988181" y="279442"/>
                    <a:pt x="1004001" y="295263"/>
                    <a:pt x="1023517" y="295263"/>
                  </a:cubicBezTo>
                  <a:lnTo>
                    <a:pt x="1023519" y="295263"/>
                  </a:lnTo>
                  <a:cubicBezTo>
                    <a:pt x="1043034" y="295263"/>
                    <a:pt x="1058856" y="279442"/>
                    <a:pt x="1058856" y="259927"/>
                  </a:cubicBezTo>
                  <a:cubicBezTo>
                    <a:pt x="1058856" y="240411"/>
                    <a:pt x="1043034" y="224590"/>
                    <a:pt x="1023519" y="224590"/>
                  </a:cubicBezTo>
                  <a:close/>
                  <a:moveTo>
                    <a:pt x="1270568" y="224590"/>
                  </a:moveTo>
                  <a:lnTo>
                    <a:pt x="1270566" y="224590"/>
                  </a:lnTo>
                  <a:cubicBezTo>
                    <a:pt x="1251050" y="224590"/>
                    <a:pt x="1235229" y="240411"/>
                    <a:pt x="1235229" y="259927"/>
                  </a:cubicBezTo>
                  <a:cubicBezTo>
                    <a:pt x="1235229" y="279442"/>
                    <a:pt x="1251050" y="295263"/>
                    <a:pt x="1270566" y="295263"/>
                  </a:cubicBezTo>
                  <a:lnTo>
                    <a:pt x="1270568" y="295263"/>
                  </a:lnTo>
                  <a:cubicBezTo>
                    <a:pt x="1290083" y="295263"/>
                    <a:pt x="1305904" y="279442"/>
                    <a:pt x="1305904" y="259927"/>
                  </a:cubicBezTo>
                  <a:cubicBezTo>
                    <a:pt x="1305904" y="240411"/>
                    <a:pt x="1290083" y="224590"/>
                    <a:pt x="1270568" y="224590"/>
                  </a:cubicBezTo>
                  <a:close/>
                  <a:moveTo>
                    <a:pt x="35338" y="0"/>
                  </a:moveTo>
                  <a:lnTo>
                    <a:pt x="35336" y="0"/>
                  </a:lnTo>
                  <a:cubicBezTo>
                    <a:pt x="15821" y="0"/>
                    <a:pt x="0" y="15821"/>
                    <a:pt x="0" y="35337"/>
                  </a:cubicBezTo>
                  <a:cubicBezTo>
                    <a:pt x="0" y="54852"/>
                    <a:pt x="15821" y="70674"/>
                    <a:pt x="35336" y="70674"/>
                  </a:cubicBezTo>
                  <a:lnTo>
                    <a:pt x="35338" y="70674"/>
                  </a:lnTo>
                  <a:cubicBezTo>
                    <a:pt x="54853" y="70674"/>
                    <a:pt x="70675" y="54852"/>
                    <a:pt x="70675" y="35337"/>
                  </a:cubicBezTo>
                  <a:cubicBezTo>
                    <a:pt x="70675" y="15821"/>
                    <a:pt x="54853" y="0"/>
                    <a:pt x="35338" y="0"/>
                  </a:cubicBezTo>
                  <a:close/>
                  <a:moveTo>
                    <a:pt x="282387" y="0"/>
                  </a:moveTo>
                  <a:lnTo>
                    <a:pt x="282385" y="0"/>
                  </a:lnTo>
                  <a:cubicBezTo>
                    <a:pt x="262870" y="0"/>
                    <a:pt x="247048" y="15821"/>
                    <a:pt x="247048" y="35337"/>
                  </a:cubicBezTo>
                  <a:cubicBezTo>
                    <a:pt x="247048" y="54852"/>
                    <a:pt x="262870" y="70674"/>
                    <a:pt x="282385" y="70674"/>
                  </a:cubicBezTo>
                  <a:lnTo>
                    <a:pt x="282387" y="70674"/>
                  </a:lnTo>
                  <a:cubicBezTo>
                    <a:pt x="301902" y="70674"/>
                    <a:pt x="317723" y="54852"/>
                    <a:pt x="317723" y="35337"/>
                  </a:cubicBezTo>
                  <a:cubicBezTo>
                    <a:pt x="317723" y="15821"/>
                    <a:pt x="301902" y="0"/>
                    <a:pt x="282387" y="0"/>
                  </a:cubicBezTo>
                  <a:close/>
                  <a:moveTo>
                    <a:pt x="529434" y="0"/>
                  </a:moveTo>
                  <a:lnTo>
                    <a:pt x="529433" y="0"/>
                  </a:lnTo>
                  <a:cubicBezTo>
                    <a:pt x="509917" y="0"/>
                    <a:pt x="494097" y="15821"/>
                    <a:pt x="494097" y="35337"/>
                  </a:cubicBezTo>
                  <a:cubicBezTo>
                    <a:pt x="494097" y="54852"/>
                    <a:pt x="509917" y="70674"/>
                    <a:pt x="529433" y="70674"/>
                  </a:cubicBezTo>
                  <a:lnTo>
                    <a:pt x="529434" y="70674"/>
                  </a:lnTo>
                  <a:cubicBezTo>
                    <a:pt x="548950" y="70674"/>
                    <a:pt x="564771" y="54852"/>
                    <a:pt x="564771" y="35337"/>
                  </a:cubicBezTo>
                  <a:cubicBezTo>
                    <a:pt x="564771" y="15821"/>
                    <a:pt x="548950" y="0"/>
                    <a:pt x="529434" y="0"/>
                  </a:cubicBezTo>
                  <a:close/>
                  <a:moveTo>
                    <a:pt x="776483" y="0"/>
                  </a:moveTo>
                  <a:lnTo>
                    <a:pt x="776481" y="0"/>
                  </a:lnTo>
                  <a:cubicBezTo>
                    <a:pt x="756966" y="0"/>
                    <a:pt x="741144" y="15821"/>
                    <a:pt x="741144" y="35337"/>
                  </a:cubicBezTo>
                  <a:cubicBezTo>
                    <a:pt x="741144" y="54852"/>
                    <a:pt x="756966" y="70674"/>
                    <a:pt x="776481" y="70674"/>
                  </a:cubicBezTo>
                  <a:lnTo>
                    <a:pt x="776483" y="70674"/>
                  </a:lnTo>
                  <a:cubicBezTo>
                    <a:pt x="795998" y="70674"/>
                    <a:pt x="811819" y="54852"/>
                    <a:pt x="811819" y="35337"/>
                  </a:cubicBezTo>
                  <a:cubicBezTo>
                    <a:pt x="811819" y="15821"/>
                    <a:pt x="795998" y="0"/>
                    <a:pt x="776483" y="0"/>
                  </a:cubicBezTo>
                  <a:close/>
                  <a:moveTo>
                    <a:pt x="1023519" y="0"/>
                  </a:moveTo>
                  <a:lnTo>
                    <a:pt x="1023517" y="0"/>
                  </a:lnTo>
                  <a:cubicBezTo>
                    <a:pt x="1004001" y="0"/>
                    <a:pt x="988181" y="15821"/>
                    <a:pt x="988181" y="35337"/>
                  </a:cubicBezTo>
                  <a:cubicBezTo>
                    <a:pt x="988181" y="54852"/>
                    <a:pt x="1004001" y="70674"/>
                    <a:pt x="1023517" y="70674"/>
                  </a:cubicBezTo>
                  <a:lnTo>
                    <a:pt x="1023519" y="70674"/>
                  </a:lnTo>
                  <a:cubicBezTo>
                    <a:pt x="1043034" y="70674"/>
                    <a:pt x="1058856" y="54852"/>
                    <a:pt x="1058856" y="35337"/>
                  </a:cubicBezTo>
                  <a:cubicBezTo>
                    <a:pt x="1058856" y="15821"/>
                    <a:pt x="1043034" y="0"/>
                    <a:pt x="1023519" y="0"/>
                  </a:cubicBezTo>
                  <a:close/>
                  <a:moveTo>
                    <a:pt x="1270568" y="0"/>
                  </a:moveTo>
                  <a:lnTo>
                    <a:pt x="1270566" y="0"/>
                  </a:lnTo>
                  <a:cubicBezTo>
                    <a:pt x="1251050" y="0"/>
                    <a:pt x="1235229" y="15821"/>
                    <a:pt x="1235229" y="35337"/>
                  </a:cubicBezTo>
                  <a:cubicBezTo>
                    <a:pt x="1235229" y="54852"/>
                    <a:pt x="1251050" y="70674"/>
                    <a:pt x="1270566" y="70674"/>
                  </a:cubicBezTo>
                  <a:lnTo>
                    <a:pt x="1270568" y="70674"/>
                  </a:lnTo>
                  <a:cubicBezTo>
                    <a:pt x="1290083" y="70674"/>
                    <a:pt x="1305904" y="54852"/>
                    <a:pt x="1305904" y="35337"/>
                  </a:cubicBezTo>
                  <a:cubicBezTo>
                    <a:pt x="1305904" y="15821"/>
                    <a:pt x="1290083" y="0"/>
                    <a:pt x="1270568" y="0"/>
                  </a:cubicBezTo>
                  <a:close/>
                </a:path>
              </a:pathLst>
            </a:custGeom>
            <a:gradFill flip="none" rotWithShape="1">
              <a:gsLst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  <a:gs pos="20000">
                  <a:schemeClr val="accent1"/>
                </a:gs>
              </a:gsLst>
              <a:lin ang="2700000" scaled="1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23" name="标题 4">
            <a:extLst>
              <a:ext uri="{FF2B5EF4-FFF2-40B4-BE49-F238E27FC236}">
                <a16:creationId xmlns:a16="http://schemas.microsoft.com/office/drawing/2014/main" id="{1C36CE00-0BE1-B048-2301-C3E4E56D2DB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60400" y="947609"/>
            <a:ext cx="10858500" cy="2540741"/>
          </a:xfrm>
          <a:prstGeom prst="rect">
            <a:avLst/>
          </a:prstGeom>
        </p:spPr>
        <p:txBody>
          <a:bodyPr wrap="square" anchor="ctr">
            <a:normAutofit/>
          </a:bodyPr>
          <a:lstStyle>
            <a:lvl1pPr algn="ctr">
              <a:lnSpc>
                <a:spcPct val="100000"/>
              </a:lnSpc>
              <a:defRPr sz="7200">
                <a:ln w="19050">
                  <a:noFill/>
                </a:ln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Click to add title</a:t>
            </a:r>
            <a:endParaRPr lang="en-US" dirty="0"/>
          </a:p>
        </p:txBody>
      </p:sp>
      <p:sp>
        <p:nvSpPr>
          <p:cNvPr id="24" name="文本占位符 3">
            <a:extLst>
              <a:ext uri="{FF2B5EF4-FFF2-40B4-BE49-F238E27FC236}">
                <a16:creationId xmlns:a16="http://schemas.microsoft.com/office/drawing/2014/main" id="{82437688-9693-62C6-9789-DBBBEF48A0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31403" y="3650805"/>
            <a:ext cx="2880000" cy="5040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gradFill flip="none" rotWithShape="1">
              <a:gsLst>
                <a:gs pos="20000">
                  <a:schemeClr val="accent1">
                    <a:alpha val="50000"/>
                  </a:schemeClr>
                </a:gs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</a:gsLst>
              <a:lin ang="2700000" scaled="1"/>
              <a:tileRect/>
            </a:gradFill>
          </a:ln>
          <a:effectLst>
            <a:outerShdw blurRad="254000" dist="127000" dir="2700000" algn="tl" rotWithShape="0">
              <a:schemeClr val="accent2">
                <a:alpha val="20000"/>
              </a:schemeClr>
            </a:outerShdw>
          </a:effectLst>
        </p:spPr>
        <p:txBody>
          <a:bodyPr wrap="square" lIns="90000" anchor="ctr" anchorCtr="1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Presenter name</a:t>
            </a:r>
            <a:endParaRPr lang="en-US" dirty="0"/>
          </a:p>
        </p:txBody>
      </p:sp>
      <p:sp>
        <p:nvSpPr>
          <p:cNvPr id="26" name="文本占位符 6">
            <a:extLst>
              <a:ext uri="{FF2B5EF4-FFF2-40B4-BE49-F238E27FC236}">
                <a16:creationId xmlns:a16="http://schemas.microsoft.com/office/drawing/2014/main" id="{62A4C9BE-E81A-B936-B75D-5C37E788DC6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67897" y="3650805"/>
            <a:ext cx="2880000" cy="5040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gradFill flip="none" rotWithShape="1">
              <a:gsLst>
                <a:gs pos="20000">
                  <a:schemeClr val="accent1">
                    <a:alpha val="50000"/>
                  </a:schemeClr>
                </a:gs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</a:gsLst>
              <a:lin ang="2700000" scaled="1"/>
              <a:tileRect/>
            </a:gradFill>
          </a:ln>
          <a:effectLst>
            <a:outerShdw blurRad="254000" dist="127000" dir="2700000" algn="tl" rotWithShape="0">
              <a:schemeClr val="accent2">
                <a:alpha val="20000"/>
              </a:schemeClr>
            </a:outerShdw>
          </a:effectLst>
        </p:spPr>
        <p:txBody>
          <a:bodyPr wrap="none" anchor="ctr" anchorCtr="1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>
                <a:solidFill>
                  <a:schemeClr val="accent1"/>
                </a:solidFill>
              </a:defRPr>
            </a:lvl1pPr>
          </a:lstStyle>
          <a:p>
            <a:pPr lvl="0"/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lide Master">
    <p:bg>
      <p:bgPr>
        <a:gradFill>
          <a:gsLst>
            <a:gs pos="0">
              <a:schemeClr val="accent1">
                <a:lumMod val="20000"/>
                <a:lumOff val="80000"/>
              </a:schemeClr>
            </a:gs>
            <a:gs pos="100000">
              <a:schemeClr val="bg1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>
            <a:extLst>
              <a:ext uri="{FF2B5EF4-FFF2-40B4-BE49-F238E27FC236}">
                <a16:creationId xmlns:a16="http://schemas.microsoft.com/office/drawing/2014/main" id="{CB6D4F34-829B-8C37-49D5-4A339C526B61}"/>
              </a:ext>
            </a:extLst>
          </p:cNvPr>
          <p:cNvGrpSpPr/>
          <p:nvPr userDrawn="1"/>
        </p:nvGrpSpPr>
        <p:grpSpPr>
          <a:xfrm>
            <a:off x="0" y="-1"/>
            <a:ext cx="12192000" cy="1028700"/>
            <a:chOff x="0" y="-1"/>
            <a:chExt cx="12192000" cy="1028700"/>
          </a:xfrm>
        </p:grpSpPr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E71EE25E-2D4D-F528-B1B5-5B7CE9B09356}"/>
                </a:ext>
              </a:extLst>
            </p:cNvPr>
            <p:cNvGrpSpPr/>
            <p:nvPr userDrawn="1"/>
          </p:nvGrpSpPr>
          <p:grpSpPr>
            <a:xfrm>
              <a:off x="0" y="-1"/>
              <a:ext cx="12192000" cy="1028700"/>
              <a:chOff x="0" y="-1"/>
              <a:chExt cx="12192000" cy="1028700"/>
            </a:xfrm>
          </p:grpSpPr>
          <p:sp>
            <p:nvSpPr>
              <p:cNvPr id="8" name="任意多边形: 形状 7">
                <a:extLst>
                  <a:ext uri="{FF2B5EF4-FFF2-40B4-BE49-F238E27FC236}">
                    <a16:creationId xmlns:a16="http://schemas.microsoft.com/office/drawing/2014/main" id="{1F4617BD-95C7-A88C-A5D1-E5EA306ED681}"/>
                  </a:ext>
                </a:extLst>
              </p:cNvPr>
              <p:cNvSpPr/>
              <p:nvPr userDrawn="1"/>
            </p:nvSpPr>
            <p:spPr>
              <a:xfrm flipV="1">
                <a:off x="0" y="-1"/>
                <a:ext cx="12185650" cy="1028700"/>
              </a:xfrm>
              <a:custGeom>
                <a:avLst/>
                <a:gdLst>
                  <a:gd name="connsiteX0" fmla="*/ 10016388 w 12185650"/>
                  <a:gd name="connsiteY0" fmla="*/ 320 h 906379"/>
                  <a:gd name="connsiteX1" fmla="*/ 11758783 w 12185650"/>
                  <a:gd name="connsiteY1" fmla="*/ 91908 h 906379"/>
                  <a:gd name="connsiteX2" fmla="*/ 12185650 w 12185650"/>
                  <a:gd name="connsiteY2" fmla="*/ 150732 h 906379"/>
                  <a:gd name="connsiteX3" fmla="*/ 12185650 w 12185650"/>
                  <a:gd name="connsiteY3" fmla="*/ 906379 h 906379"/>
                  <a:gd name="connsiteX4" fmla="*/ 0 w 12185650"/>
                  <a:gd name="connsiteY4" fmla="*/ 906379 h 906379"/>
                  <a:gd name="connsiteX5" fmla="*/ 0 w 12185650"/>
                  <a:gd name="connsiteY5" fmla="*/ 498814 h 906379"/>
                  <a:gd name="connsiteX6" fmla="*/ 433218 w 12185650"/>
                  <a:gd name="connsiteY6" fmla="*/ 558513 h 906379"/>
                  <a:gd name="connsiteX7" fmla="*/ 10016388 w 12185650"/>
                  <a:gd name="connsiteY7" fmla="*/ 320 h 9063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85650" h="906379">
                    <a:moveTo>
                      <a:pt x="10016388" y="320"/>
                    </a:moveTo>
                    <a:cubicBezTo>
                      <a:pt x="10597186" y="-3256"/>
                      <a:pt x="11177984" y="22873"/>
                      <a:pt x="11758783" y="91908"/>
                    </a:cubicBezTo>
                    <a:lnTo>
                      <a:pt x="12185650" y="150732"/>
                    </a:lnTo>
                    <a:lnTo>
                      <a:pt x="12185650" y="906379"/>
                    </a:lnTo>
                    <a:lnTo>
                      <a:pt x="0" y="906379"/>
                    </a:lnTo>
                    <a:lnTo>
                      <a:pt x="0" y="498814"/>
                    </a:lnTo>
                    <a:lnTo>
                      <a:pt x="433218" y="558513"/>
                    </a:lnTo>
                    <a:cubicBezTo>
                      <a:pt x="3627608" y="938205"/>
                      <a:pt x="6821998" y="19985"/>
                      <a:pt x="10016388" y="320"/>
                    </a:cubicBezTo>
                    <a:close/>
                  </a:path>
                </a:pathLst>
              </a:custGeom>
              <a:gradFill flip="none" rotWithShape="1">
                <a:gsLst>
                  <a:gs pos="20000">
                    <a:schemeClr val="accent1">
                      <a:alpha val="20000"/>
                    </a:schemeClr>
                  </a:gs>
                  <a:gs pos="100000">
                    <a:schemeClr val="accent1">
                      <a:alpha val="0"/>
                    </a:schemeClr>
                  </a:gs>
                </a:gsLst>
                <a:lin ang="189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lvl="0" algn="ctr"/>
                <a:endParaRPr lang="zh-CN" altLang="en-US"/>
              </a:p>
            </p:txBody>
          </p:sp>
          <p:sp>
            <p:nvSpPr>
              <p:cNvPr id="12" name="任意多边形: 形状 11">
                <a:extLst>
                  <a:ext uri="{FF2B5EF4-FFF2-40B4-BE49-F238E27FC236}">
                    <a16:creationId xmlns:a16="http://schemas.microsoft.com/office/drawing/2014/main" id="{617BD194-5D2F-0D1B-E914-005A17FF482D}"/>
                  </a:ext>
                </a:extLst>
              </p:cNvPr>
              <p:cNvSpPr/>
              <p:nvPr/>
            </p:nvSpPr>
            <p:spPr>
              <a:xfrm flipH="1">
                <a:off x="4383505" y="0"/>
                <a:ext cx="7808495" cy="638477"/>
              </a:xfrm>
              <a:custGeom>
                <a:avLst/>
                <a:gdLst>
                  <a:gd name="connsiteX0" fmla="*/ 0 w 8664567"/>
                  <a:gd name="connsiteY0" fmla="*/ 0 h 638477"/>
                  <a:gd name="connsiteX1" fmla="*/ 8664567 w 8664567"/>
                  <a:gd name="connsiteY1" fmla="*/ 0 h 638477"/>
                  <a:gd name="connsiteX2" fmla="*/ 8481711 w 8664567"/>
                  <a:gd name="connsiteY2" fmla="*/ 9174 h 638477"/>
                  <a:gd name="connsiteX3" fmla="*/ 6488261 w 8664567"/>
                  <a:gd name="connsiteY3" fmla="*/ 274789 h 638477"/>
                  <a:gd name="connsiteX4" fmla="*/ 3047049 w 8664567"/>
                  <a:gd name="connsiteY4" fmla="*/ 638467 h 638477"/>
                  <a:gd name="connsiteX5" fmla="*/ 390895 w 8664567"/>
                  <a:gd name="connsiteY5" fmla="*/ 357008 h 638477"/>
                  <a:gd name="connsiteX6" fmla="*/ 0 w 8664567"/>
                  <a:gd name="connsiteY6" fmla="*/ 263124 h 6384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664567" h="638477">
                    <a:moveTo>
                      <a:pt x="0" y="0"/>
                    </a:moveTo>
                    <a:lnTo>
                      <a:pt x="8664567" y="0"/>
                    </a:lnTo>
                    <a:lnTo>
                      <a:pt x="8481711" y="9174"/>
                    </a:lnTo>
                    <a:cubicBezTo>
                      <a:pt x="7711040" y="63684"/>
                      <a:pt x="7000189" y="173768"/>
                      <a:pt x="6488261" y="274789"/>
                    </a:cubicBezTo>
                    <a:cubicBezTo>
                      <a:pt x="5171913" y="536611"/>
                      <a:pt x="4036478" y="639662"/>
                      <a:pt x="3047049" y="638467"/>
                    </a:cubicBezTo>
                    <a:cubicBezTo>
                      <a:pt x="2016393" y="637221"/>
                      <a:pt x="1144160" y="522860"/>
                      <a:pt x="390895" y="357008"/>
                    </a:cubicBezTo>
                    <a:lnTo>
                      <a:pt x="0" y="263124"/>
                    </a:lnTo>
                    <a:close/>
                  </a:path>
                </a:pathLst>
              </a:custGeom>
              <a:gradFill flip="none" rotWithShape="0"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80000">
                    <a:schemeClr val="accent1"/>
                  </a:gs>
                </a:gsLst>
                <a:lin ang="2700000" scaled="0"/>
                <a:tileRect/>
              </a:gradFill>
              <a:ln w="57150" cap="rnd">
                <a:noFill/>
                <a:prstDash val="solid"/>
                <a:round/>
              </a:ln>
              <a:effectLst>
                <a:outerShdw blurRad="254000" dist="127000" dir="2700000" algn="ctr" rotWithShape="0">
                  <a:schemeClr val="accent1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lvl="0" algn="ctr" defTabSz="913765"/>
                <a:endParaRPr lang="zh-CN" altLang="en-US" b="1">
                  <a:solidFill>
                    <a:srgbClr val="FFFFFF"/>
                  </a:solidFill>
                  <a:latin typeface="+mj-lt"/>
                </a:endParaRPr>
              </a:p>
            </p:txBody>
          </p:sp>
        </p:grpSp>
        <p:sp>
          <p:nvSpPr>
            <p:cNvPr id="13" name="任意多边形: 形状 12">
              <a:extLst>
                <a:ext uri="{FF2B5EF4-FFF2-40B4-BE49-F238E27FC236}">
                  <a16:creationId xmlns:a16="http://schemas.microsoft.com/office/drawing/2014/main" id="{CC4CCF3E-E1E5-833A-8CD8-F7F0A8D6016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75043" y="664206"/>
              <a:ext cx="796113" cy="180000"/>
            </a:xfrm>
            <a:custGeom>
              <a:avLst/>
              <a:gdLst>
                <a:gd name="connsiteX0" fmla="*/ 35338 w 1305904"/>
                <a:gd name="connsiteY0" fmla="*/ 224590 h 295263"/>
                <a:gd name="connsiteX1" fmla="*/ 35336 w 1305904"/>
                <a:gd name="connsiteY1" fmla="*/ 224590 h 295263"/>
                <a:gd name="connsiteX2" fmla="*/ 0 w 1305904"/>
                <a:gd name="connsiteY2" fmla="*/ 259927 h 295263"/>
                <a:gd name="connsiteX3" fmla="*/ 35336 w 1305904"/>
                <a:gd name="connsiteY3" fmla="*/ 295263 h 295263"/>
                <a:gd name="connsiteX4" fmla="*/ 35338 w 1305904"/>
                <a:gd name="connsiteY4" fmla="*/ 295263 h 295263"/>
                <a:gd name="connsiteX5" fmla="*/ 70675 w 1305904"/>
                <a:gd name="connsiteY5" fmla="*/ 259927 h 295263"/>
                <a:gd name="connsiteX6" fmla="*/ 35338 w 1305904"/>
                <a:gd name="connsiteY6" fmla="*/ 224590 h 295263"/>
                <a:gd name="connsiteX7" fmla="*/ 282387 w 1305904"/>
                <a:gd name="connsiteY7" fmla="*/ 224590 h 295263"/>
                <a:gd name="connsiteX8" fmla="*/ 282385 w 1305904"/>
                <a:gd name="connsiteY8" fmla="*/ 224590 h 295263"/>
                <a:gd name="connsiteX9" fmla="*/ 247048 w 1305904"/>
                <a:gd name="connsiteY9" fmla="*/ 259927 h 295263"/>
                <a:gd name="connsiteX10" fmla="*/ 282385 w 1305904"/>
                <a:gd name="connsiteY10" fmla="*/ 295263 h 295263"/>
                <a:gd name="connsiteX11" fmla="*/ 282387 w 1305904"/>
                <a:gd name="connsiteY11" fmla="*/ 295263 h 295263"/>
                <a:gd name="connsiteX12" fmla="*/ 317723 w 1305904"/>
                <a:gd name="connsiteY12" fmla="*/ 259927 h 295263"/>
                <a:gd name="connsiteX13" fmla="*/ 282387 w 1305904"/>
                <a:gd name="connsiteY13" fmla="*/ 224590 h 295263"/>
                <a:gd name="connsiteX14" fmla="*/ 529434 w 1305904"/>
                <a:gd name="connsiteY14" fmla="*/ 224590 h 295263"/>
                <a:gd name="connsiteX15" fmla="*/ 529433 w 1305904"/>
                <a:gd name="connsiteY15" fmla="*/ 224590 h 295263"/>
                <a:gd name="connsiteX16" fmla="*/ 494097 w 1305904"/>
                <a:gd name="connsiteY16" fmla="*/ 259927 h 295263"/>
                <a:gd name="connsiteX17" fmla="*/ 529433 w 1305904"/>
                <a:gd name="connsiteY17" fmla="*/ 295263 h 295263"/>
                <a:gd name="connsiteX18" fmla="*/ 529434 w 1305904"/>
                <a:gd name="connsiteY18" fmla="*/ 295263 h 295263"/>
                <a:gd name="connsiteX19" fmla="*/ 564771 w 1305904"/>
                <a:gd name="connsiteY19" fmla="*/ 259927 h 295263"/>
                <a:gd name="connsiteX20" fmla="*/ 529434 w 1305904"/>
                <a:gd name="connsiteY20" fmla="*/ 224590 h 295263"/>
                <a:gd name="connsiteX21" fmla="*/ 776483 w 1305904"/>
                <a:gd name="connsiteY21" fmla="*/ 224590 h 295263"/>
                <a:gd name="connsiteX22" fmla="*/ 776481 w 1305904"/>
                <a:gd name="connsiteY22" fmla="*/ 224590 h 295263"/>
                <a:gd name="connsiteX23" fmla="*/ 741144 w 1305904"/>
                <a:gd name="connsiteY23" fmla="*/ 259927 h 295263"/>
                <a:gd name="connsiteX24" fmla="*/ 776481 w 1305904"/>
                <a:gd name="connsiteY24" fmla="*/ 295263 h 295263"/>
                <a:gd name="connsiteX25" fmla="*/ 776483 w 1305904"/>
                <a:gd name="connsiteY25" fmla="*/ 295263 h 295263"/>
                <a:gd name="connsiteX26" fmla="*/ 811819 w 1305904"/>
                <a:gd name="connsiteY26" fmla="*/ 259927 h 295263"/>
                <a:gd name="connsiteX27" fmla="*/ 776483 w 1305904"/>
                <a:gd name="connsiteY27" fmla="*/ 224590 h 295263"/>
                <a:gd name="connsiteX28" fmla="*/ 1023519 w 1305904"/>
                <a:gd name="connsiteY28" fmla="*/ 224590 h 295263"/>
                <a:gd name="connsiteX29" fmla="*/ 1023517 w 1305904"/>
                <a:gd name="connsiteY29" fmla="*/ 224590 h 295263"/>
                <a:gd name="connsiteX30" fmla="*/ 988181 w 1305904"/>
                <a:gd name="connsiteY30" fmla="*/ 259927 h 295263"/>
                <a:gd name="connsiteX31" fmla="*/ 1023517 w 1305904"/>
                <a:gd name="connsiteY31" fmla="*/ 295263 h 295263"/>
                <a:gd name="connsiteX32" fmla="*/ 1023519 w 1305904"/>
                <a:gd name="connsiteY32" fmla="*/ 295263 h 295263"/>
                <a:gd name="connsiteX33" fmla="*/ 1058856 w 1305904"/>
                <a:gd name="connsiteY33" fmla="*/ 259927 h 295263"/>
                <a:gd name="connsiteX34" fmla="*/ 1023519 w 1305904"/>
                <a:gd name="connsiteY34" fmla="*/ 224590 h 295263"/>
                <a:gd name="connsiteX35" fmla="*/ 1270568 w 1305904"/>
                <a:gd name="connsiteY35" fmla="*/ 224590 h 295263"/>
                <a:gd name="connsiteX36" fmla="*/ 1270566 w 1305904"/>
                <a:gd name="connsiteY36" fmla="*/ 224590 h 295263"/>
                <a:gd name="connsiteX37" fmla="*/ 1235229 w 1305904"/>
                <a:gd name="connsiteY37" fmla="*/ 259927 h 295263"/>
                <a:gd name="connsiteX38" fmla="*/ 1270566 w 1305904"/>
                <a:gd name="connsiteY38" fmla="*/ 295263 h 295263"/>
                <a:gd name="connsiteX39" fmla="*/ 1270568 w 1305904"/>
                <a:gd name="connsiteY39" fmla="*/ 295263 h 295263"/>
                <a:gd name="connsiteX40" fmla="*/ 1305904 w 1305904"/>
                <a:gd name="connsiteY40" fmla="*/ 259927 h 295263"/>
                <a:gd name="connsiteX41" fmla="*/ 1270568 w 1305904"/>
                <a:gd name="connsiteY41" fmla="*/ 224590 h 295263"/>
                <a:gd name="connsiteX42" fmla="*/ 35338 w 1305904"/>
                <a:gd name="connsiteY42" fmla="*/ 0 h 295263"/>
                <a:gd name="connsiteX43" fmla="*/ 35336 w 1305904"/>
                <a:gd name="connsiteY43" fmla="*/ 0 h 295263"/>
                <a:gd name="connsiteX44" fmla="*/ 0 w 1305904"/>
                <a:gd name="connsiteY44" fmla="*/ 35337 h 295263"/>
                <a:gd name="connsiteX45" fmla="*/ 35336 w 1305904"/>
                <a:gd name="connsiteY45" fmla="*/ 70674 h 295263"/>
                <a:gd name="connsiteX46" fmla="*/ 35338 w 1305904"/>
                <a:gd name="connsiteY46" fmla="*/ 70674 h 295263"/>
                <a:gd name="connsiteX47" fmla="*/ 70675 w 1305904"/>
                <a:gd name="connsiteY47" fmla="*/ 35337 h 295263"/>
                <a:gd name="connsiteX48" fmla="*/ 35338 w 1305904"/>
                <a:gd name="connsiteY48" fmla="*/ 0 h 295263"/>
                <a:gd name="connsiteX49" fmla="*/ 282387 w 1305904"/>
                <a:gd name="connsiteY49" fmla="*/ 0 h 295263"/>
                <a:gd name="connsiteX50" fmla="*/ 282385 w 1305904"/>
                <a:gd name="connsiteY50" fmla="*/ 0 h 295263"/>
                <a:gd name="connsiteX51" fmla="*/ 247048 w 1305904"/>
                <a:gd name="connsiteY51" fmla="*/ 35337 h 295263"/>
                <a:gd name="connsiteX52" fmla="*/ 282385 w 1305904"/>
                <a:gd name="connsiteY52" fmla="*/ 70674 h 295263"/>
                <a:gd name="connsiteX53" fmla="*/ 282387 w 1305904"/>
                <a:gd name="connsiteY53" fmla="*/ 70674 h 295263"/>
                <a:gd name="connsiteX54" fmla="*/ 317723 w 1305904"/>
                <a:gd name="connsiteY54" fmla="*/ 35337 h 295263"/>
                <a:gd name="connsiteX55" fmla="*/ 282387 w 1305904"/>
                <a:gd name="connsiteY55" fmla="*/ 0 h 295263"/>
                <a:gd name="connsiteX56" fmla="*/ 529434 w 1305904"/>
                <a:gd name="connsiteY56" fmla="*/ 0 h 295263"/>
                <a:gd name="connsiteX57" fmla="*/ 529433 w 1305904"/>
                <a:gd name="connsiteY57" fmla="*/ 0 h 295263"/>
                <a:gd name="connsiteX58" fmla="*/ 494097 w 1305904"/>
                <a:gd name="connsiteY58" fmla="*/ 35337 h 295263"/>
                <a:gd name="connsiteX59" fmla="*/ 529433 w 1305904"/>
                <a:gd name="connsiteY59" fmla="*/ 70674 h 295263"/>
                <a:gd name="connsiteX60" fmla="*/ 529434 w 1305904"/>
                <a:gd name="connsiteY60" fmla="*/ 70674 h 295263"/>
                <a:gd name="connsiteX61" fmla="*/ 564771 w 1305904"/>
                <a:gd name="connsiteY61" fmla="*/ 35337 h 295263"/>
                <a:gd name="connsiteX62" fmla="*/ 529434 w 1305904"/>
                <a:gd name="connsiteY62" fmla="*/ 0 h 295263"/>
                <a:gd name="connsiteX63" fmla="*/ 776483 w 1305904"/>
                <a:gd name="connsiteY63" fmla="*/ 0 h 295263"/>
                <a:gd name="connsiteX64" fmla="*/ 776481 w 1305904"/>
                <a:gd name="connsiteY64" fmla="*/ 0 h 295263"/>
                <a:gd name="connsiteX65" fmla="*/ 741144 w 1305904"/>
                <a:gd name="connsiteY65" fmla="*/ 35337 h 295263"/>
                <a:gd name="connsiteX66" fmla="*/ 776481 w 1305904"/>
                <a:gd name="connsiteY66" fmla="*/ 70674 h 295263"/>
                <a:gd name="connsiteX67" fmla="*/ 776483 w 1305904"/>
                <a:gd name="connsiteY67" fmla="*/ 70674 h 295263"/>
                <a:gd name="connsiteX68" fmla="*/ 811819 w 1305904"/>
                <a:gd name="connsiteY68" fmla="*/ 35337 h 295263"/>
                <a:gd name="connsiteX69" fmla="*/ 776483 w 1305904"/>
                <a:gd name="connsiteY69" fmla="*/ 0 h 295263"/>
                <a:gd name="connsiteX70" fmla="*/ 1023519 w 1305904"/>
                <a:gd name="connsiteY70" fmla="*/ 0 h 295263"/>
                <a:gd name="connsiteX71" fmla="*/ 1023517 w 1305904"/>
                <a:gd name="connsiteY71" fmla="*/ 0 h 295263"/>
                <a:gd name="connsiteX72" fmla="*/ 988181 w 1305904"/>
                <a:gd name="connsiteY72" fmla="*/ 35337 h 295263"/>
                <a:gd name="connsiteX73" fmla="*/ 1023517 w 1305904"/>
                <a:gd name="connsiteY73" fmla="*/ 70674 h 295263"/>
                <a:gd name="connsiteX74" fmla="*/ 1023519 w 1305904"/>
                <a:gd name="connsiteY74" fmla="*/ 70674 h 295263"/>
                <a:gd name="connsiteX75" fmla="*/ 1058856 w 1305904"/>
                <a:gd name="connsiteY75" fmla="*/ 35337 h 295263"/>
                <a:gd name="connsiteX76" fmla="*/ 1023519 w 1305904"/>
                <a:gd name="connsiteY76" fmla="*/ 0 h 295263"/>
                <a:gd name="connsiteX77" fmla="*/ 1270568 w 1305904"/>
                <a:gd name="connsiteY77" fmla="*/ 0 h 295263"/>
                <a:gd name="connsiteX78" fmla="*/ 1270566 w 1305904"/>
                <a:gd name="connsiteY78" fmla="*/ 0 h 295263"/>
                <a:gd name="connsiteX79" fmla="*/ 1235229 w 1305904"/>
                <a:gd name="connsiteY79" fmla="*/ 35337 h 295263"/>
                <a:gd name="connsiteX80" fmla="*/ 1270566 w 1305904"/>
                <a:gd name="connsiteY80" fmla="*/ 70674 h 295263"/>
                <a:gd name="connsiteX81" fmla="*/ 1270568 w 1305904"/>
                <a:gd name="connsiteY81" fmla="*/ 70674 h 295263"/>
                <a:gd name="connsiteX82" fmla="*/ 1305904 w 1305904"/>
                <a:gd name="connsiteY82" fmla="*/ 35337 h 295263"/>
                <a:gd name="connsiteX83" fmla="*/ 1270568 w 1305904"/>
                <a:gd name="connsiteY83" fmla="*/ 0 h 295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</a:cxnLst>
              <a:rect l="l" t="t" r="r" b="b"/>
              <a:pathLst>
                <a:path w="1305904" h="295263">
                  <a:moveTo>
                    <a:pt x="35338" y="224590"/>
                  </a:moveTo>
                  <a:lnTo>
                    <a:pt x="35336" y="224590"/>
                  </a:lnTo>
                  <a:cubicBezTo>
                    <a:pt x="15821" y="224590"/>
                    <a:pt x="0" y="240411"/>
                    <a:pt x="0" y="259927"/>
                  </a:cubicBezTo>
                  <a:cubicBezTo>
                    <a:pt x="0" y="279442"/>
                    <a:pt x="15821" y="295263"/>
                    <a:pt x="35336" y="295263"/>
                  </a:cubicBezTo>
                  <a:lnTo>
                    <a:pt x="35338" y="295263"/>
                  </a:lnTo>
                  <a:cubicBezTo>
                    <a:pt x="54853" y="295263"/>
                    <a:pt x="70675" y="279442"/>
                    <a:pt x="70675" y="259927"/>
                  </a:cubicBezTo>
                  <a:cubicBezTo>
                    <a:pt x="70675" y="240411"/>
                    <a:pt x="54853" y="224590"/>
                    <a:pt x="35338" y="224590"/>
                  </a:cubicBezTo>
                  <a:close/>
                  <a:moveTo>
                    <a:pt x="282387" y="224590"/>
                  </a:moveTo>
                  <a:lnTo>
                    <a:pt x="282385" y="224590"/>
                  </a:lnTo>
                  <a:cubicBezTo>
                    <a:pt x="262870" y="224590"/>
                    <a:pt x="247048" y="240411"/>
                    <a:pt x="247048" y="259927"/>
                  </a:cubicBezTo>
                  <a:cubicBezTo>
                    <a:pt x="247048" y="279442"/>
                    <a:pt x="262870" y="295263"/>
                    <a:pt x="282385" y="295263"/>
                  </a:cubicBezTo>
                  <a:lnTo>
                    <a:pt x="282387" y="295263"/>
                  </a:lnTo>
                  <a:cubicBezTo>
                    <a:pt x="301902" y="295263"/>
                    <a:pt x="317723" y="279442"/>
                    <a:pt x="317723" y="259927"/>
                  </a:cubicBezTo>
                  <a:cubicBezTo>
                    <a:pt x="317723" y="240411"/>
                    <a:pt x="301902" y="224590"/>
                    <a:pt x="282387" y="224590"/>
                  </a:cubicBezTo>
                  <a:close/>
                  <a:moveTo>
                    <a:pt x="529434" y="224590"/>
                  </a:moveTo>
                  <a:lnTo>
                    <a:pt x="529433" y="224590"/>
                  </a:lnTo>
                  <a:cubicBezTo>
                    <a:pt x="509917" y="224590"/>
                    <a:pt x="494097" y="240411"/>
                    <a:pt x="494097" y="259927"/>
                  </a:cubicBezTo>
                  <a:cubicBezTo>
                    <a:pt x="494097" y="279442"/>
                    <a:pt x="509917" y="295263"/>
                    <a:pt x="529433" y="295263"/>
                  </a:cubicBezTo>
                  <a:lnTo>
                    <a:pt x="529434" y="295263"/>
                  </a:lnTo>
                  <a:cubicBezTo>
                    <a:pt x="548950" y="295263"/>
                    <a:pt x="564771" y="279442"/>
                    <a:pt x="564771" y="259927"/>
                  </a:cubicBezTo>
                  <a:cubicBezTo>
                    <a:pt x="564771" y="240411"/>
                    <a:pt x="548950" y="224590"/>
                    <a:pt x="529434" y="224590"/>
                  </a:cubicBezTo>
                  <a:close/>
                  <a:moveTo>
                    <a:pt x="776483" y="224590"/>
                  </a:moveTo>
                  <a:lnTo>
                    <a:pt x="776481" y="224590"/>
                  </a:lnTo>
                  <a:cubicBezTo>
                    <a:pt x="756966" y="224590"/>
                    <a:pt x="741144" y="240411"/>
                    <a:pt x="741144" y="259927"/>
                  </a:cubicBezTo>
                  <a:cubicBezTo>
                    <a:pt x="741144" y="279442"/>
                    <a:pt x="756966" y="295263"/>
                    <a:pt x="776481" y="295263"/>
                  </a:cubicBezTo>
                  <a:lnTo>
                    <a:pt x="776483" y="295263"/>
                  </a:lnTo>
                  <a:cubicBezTo>
                    <a:pt x="795998" y="295263"/>
                    <a:pt x="811819" y="279442"/>
                    <a:pt x="811819" y="259927"/>
                  </a:cubicBezTo>
                  <a:cubicBezTo>
                    <a:pt x="811819" y="240411"/>
                    <a:pt x="795998" y="224590"/>
                    <a:pt x="776483" y="224590"/>
                  </a:cubicBezTo>
                  <a:close/>
                  <a:moveTo>
                    <a:pt x="1023519" y="224590"/>
                  </a:moveTo>
                  <a:lnTo>
                    <a:pt x="1023517" y="224590"/>
                  </a:lnTo>
                  <a:cubicBezTo>
                    <a:pt x="1004001" y="224590"/>
                    <a:pt x="988181" y="240411"/>
                    <a:pt x="988181" y="259927"/>
                  </a:cubicBezTo>
                  <a:cubicBezTo>
                    <a:pt x="988181" y="279442"/>
                    <a:pt x="1004001" y="295263"/>
                    <a:pt x="1023517" y="295263"/>
                  </a:cubicBezTo>
                  <a:lnTo>
                    <a:pt x="1023519" y="295263"/>
                  </a:lnTo>
                  <a:cubicBezTo>
                    <a:pt x="1043034" y="295263"/>
                    <a:pt x="1058856" y="279442"/>
                    <a:pt x="1058856" y="259927"/>
                  </a:cubicBezTo>
                  <a:cubicBezTo>
                    <a:pt x="1058856" y="240411"/>
                    <a:pt x="1043034" y="224590"/>
                    <a:pt x="1023519" y="224590"/>
                  </a:cubicBezTo>
                  <a:close/>
                  <a:moveTo>
                    <a:pt x="1270568" y="224590"/>
                  </a:moveTo>
                  <a:lnTo>
                    <a:pt x="1270566" y="224590"/>
                  </a:lnTo>
                  <a:cubicBezTo>
                    <a:pt x="1251050" y="224590"/>
                    <a:pt x="1235229" y="240411"/>
                    <a:pt x="1235229" y="259927"/>
                  </a:cubicBezTo>
                  <a:cubicBezTo>
                    <a:pt x="1235229" y="279442"/>
                    <a:pt x="1251050" y="295263"/>
                    <a:pt x="1270566" y="295263"/>
                  </a:cubicBezTo>
                  <a:lnTo>
                    <a:pt x="1270568" y="295263"/>
                  </a:lnTo>
                  <a:cubicBezTo>
                    <a:pt x="1290083" y="295263"/>
                    <a:pt x="1305904" y="279442"/>
                    <a:pt x="1305904" y="259927"/>
                  </a:cubicBezTo>
                  <a:cubicBezTo>
                    <a:pt x="1305904" y="240411"/>
                    <a:pt x="1290083" y="224590"/>
                    <a:pt x="1270568" y="224590"/>
                  </a:cubicBezTo>
                  <a:close/>
                  <a:moveTo>
                    <a:pt x="35338" y="0"/>
                  </a:moveTo>
                  <a:lnTo>
                    <a:pt x="35336" y="0"/>
                  </a:lnTo>
                  <a:cubicBezTo>
                    <a:pt x="15821" y="0"/>
                    <a:pt x="0" y="15821"/>
                    <a:pt x="0" y="35337"/>
                  </a:cubicBezTo>
                  <a:cubicBezTo>
                    <a:pt x="0" y="54852"/>
                    <a:pt x="15821" y="70674"/>
                    <a:pt x="35336" y="70674"/>
                  </a:cubicBezTo>
                  <a:lnTo>
                    <a:pt x="35338" y="70674"/>
                  </a:lnTo>
                  <a:cubicBezTo>
                    <a:pt x="54853" y="70674"/>
                    <a:pt x="70675" y="54852"/>
                    <a:pt x="70675" y="35337"/>
                  </a:cubicBezTo>
                  <a:cubicBezTo>
                    <a:pt x="70675" y="15821"/>
                    <a:pt x="54853" y="0"/>
                    <a:pt x="35338" y="0"/>
                  </a:cubicBezTo>
                  <a:close/>
                  <a:moveTo>
                    <a:pt x="282387" y="0"/>
                  </a:moveTo>
                  <a:lnTo>
                    <a:pt x="282385" y="0"/>
                  </a:lnTo>
                  <a:cubicBezTo>
                    <a:pt x="262870" y="0"/>
                    <a:pt x="247048" y="15821"/>
                    <a:pt x="247048" y="35337"/>
                  </a:cubicBezTo>
                  <a:cubicBezTo>
                    <a:pt x="247048" y="54852"/>
                    <a:pt x="262870" y="70674"/>
                    <a:pt x="282385" y="70674"/>
                  </a:cubicBezTo>
                  <a:lnTo>
                    <a:pt x="282387" y="70674"/>
                  </a:lnTo>
                  <a:cubicBezTo>
                    <a:pt x="301902" y="70674"/>
                    <a:pt x="317723" y="54852"/>
                    <a:pt x="317723" y="35337"/>
                  </a:cubicBezTo>
                  <a:cubicBezTo>
                    <a:pt x="317723" y="15821"/>
                    <a:pt x="301902" y="0"/>
                    <a:pt x="282387" y="0"/>
                  </a:cubicBezTo>
                  <a:close/>
                  <a:moveTo>
                    <a:pt x="529434" y="0"/>
                  </a:moveTo>
                  <a:lnTo>
                    <a:pt x="529433" y="0"/>
                  </a:lnTo>
                  <a:cubicBezTo>
                    <a:pt x="509917" y="0"/>
                    <a:pt x="494097" y="15821"/>
                    <a:pt x="494097" y="35337"/>
                  </a:cubicBezTo>
                  <a:cubicBezTo>
                    <a:pt x="494097" y="54852"/>
                    <a:pt x="509917" y="70674"/>
                    <a:pt x="529433" y="70674"/>
                  </a:cubicBezTo>
                  <a:lnTo>
                    <a:pt x="529434" y="70674"/>
                  </a:lnTo>
                  <a:cubicBezTo>
                    <a:pt x="548950" y="70674"/>
                    <a:pt x="564771" y="54852"/>
                    <a:pt x="564771" y="35337"/>
                  </a:cubicBezTo>
                  <a:cubicBezTo>
                    <a:pt x="564771" y="15821"/>
                    <a:pt x="548950" y="0"/>
                    <a:pt x="529434" y="0"/>
                  </a:cubicBezTo>
                  <a:close/>
                  <a:moveTo>
                    <a:pt x="776483" y="0"/>
                  </a:moveTo>
                  <a:lnTo>
                    <a:pt x="776481" y="0"/>
                  </a:lnTo>
                  <a:cubicBezTo>
                    <a:pt x="756966" y="0"/>
                    <a:pt x="741144" y="15821"/>
                    <a:pt x="741144" y="35337"/>
                  </a:cubicBezTo>
                  <a:cubicBezTo>
                    <a:pt x="741144" y="54852"/>
                    <a:pt x="756966" y="70674"/>
                    <a:pt x="776481" y="70674"/>
                  </a:cubicBezTo>
                  <a:lnTo>
                    <a:pt x="776483" y="70674"/>
                  </a:lnTo>
                  <a:cubicBezTo>
                    <a:pt x="795998" y="70674"/>
                    <a:pt x="811819" y="54852"/>
                    <a:pt x="811819" y="35337"/>
                  </a:cubicBezTo>
                  <a:cubicBezTo>
                    <a:pt x="811819" y="15821"/>
                    <a:pt x="795998" y="0"/>
                    <a:pt x="776483" y="0"/>
                  </a:cubicBezTo>
                  <a:close/>
                  <a:moveTo>
                    <a:pt x="1023519" y="0"/>
                  </a:moveTo>
                  <a:lnTo>
                    <a:pt x="1023517" y="0"/>
                  </a:lnTo>
                  <a:cubicBezTo>
                    <a:pt x="1004001" y="0"/>
                    <a:pt x="988181" y="15821"/>
                    <a:pt x="988181" y="35337"/>
                  </a:cubicBezTo>
                  <a:cubicBezTo>
                    <a:pt x="988181" y="54852"/>
                    <a:pt x="1004001" y="70674"/>
                    <a:pt x="1023517" y="70674"/>
                  </a:cubicBezTo>
                  <a:lnTo>
                    <a:pt x="1023519" y="70674"/>
                  </a:lnTo>
                  <a:cubicBezTo>
                    <a:pt x="1043034" y="70674"/>
                    <a:pt x="1058856" y="54852"/>
                    <a:pt x="1058856" y="35337"/>
                  </a:cubicBezTo>
                  <a:cubicBezTo>
                    <a:pt x="1058856" y="15821"/>
                    <a:pt x="1043034" y="0"/>
                    <a:pt x="1023519" y="0"/>
                  </a:cubicBezTo>
                  <a:close/>
                  <a:moveTo>
                    <a:pt x="1270568" y="0"/>
                  </a:moveTo>
                  <a:lnTo>
                    <a:pt x="1270566" y="0"/>
                  </a:lnTo>
                  <a:cubicBezTo>
                    <a:pt x="1251050" y="0"/>
                    <a:pt x="1235229" y="15821"/>
                    <a:pt x="1235229" y="35337"/>
                  </a:cubicBezTo>
                  <a:cubicBezTo>
                    <a:pt x="1235229" y="54852"/>
                    <a:pt x="1251050" y="70674"/>
                    <a:pt x="1270566" y="70674"/>
                  </a:cubicBezTo>
                  <a:lnTo>
                    <a:pt x="1270568" y="70674"/>
                  </a:lnTo>
                  <a:cubicBezTo>
                    <a:pt x="1290083" y="70674"/>
                    <a:pt x="1305904" y="54852"/>
                    <a:pt x="1305904" y="35337"/>
                  </a:cubicBezTo>
                  <a:cubicBezTo>
                    <a:pt x="1305904" y="15821"/>
                    <a:pt x="1290083" y="0"/>
                    <a:pt x="1270568" y="0"/>
                  </a:cubicBezTo>
                  <a:close/>
                </a:path>
              </a:pathLst>
            </a:custGeom>
            <a:gradFill flip="none" rotWithShape="1">
              <a:gsLst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  <a:gs pos="20000">
                  <a:schemeClr val="accent1">
                    <a:alpha val="70000"/>
                  </a:schemeClr>
                </a:gs>
              </a:gsLst>
              <a:lin ang="0" scaled="1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2" name="788fa45e-6459-4e31-8690-5aa2d8fede88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lvl="0"/>
            <a:r>
              <a:rPr lang="en-US"/>
              <a:t>Click to add title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718050" y="6409690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660399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861300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fld id="{C8BB1146-E542-4D4E-B8E9-6919A11DDD48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6" r:id="rId3"/>
    <p:sldLayoutId id="2147483651" r:id="rId4"/>
    <p:sldLayoutId id="2147483654" r:id="rId5"/>
    <p:sldLayoutId id="2147483655" r:id="rId6"/>
    <p:sldLayoutId id="2147483657" r:id="rId7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 userDrawn="1">
          <p15:clr>
            <a:srgbClr val="F26B43"/>
          </p15:clr>
        </p15:guide>
        <p15:guide id="2" pos="7256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28" userDrawn="1">
          <p15:clr>
            <a:srgbClr val="F26B43"/>
          </p15:clr>
        </p15:guide>
        <p15:guide id="6" orient="horz" pos="3864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jpe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image" Target="../media/image5.jpe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jpe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jpe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ctrTitle" hasCustomPrompt="1"/>
          </p:nvPr>
        </p:nvSpPr>
        <p:spPr>
          <a:xfrm>
            <a:off x="660400" y="752255"/>
            <a:ext cx="10858500" cy="1728000"/>
          </a:xfrm>
        </p:spPr>
        <p:txBody>
          <a:bodyPr>
            <a:normAutofit/>
          </a:bodyPr>
          <a:lstStyle/>
          <a:p>
            <a:r>
              <a:rPr lang="zh-CN" altLang="en-US" sz="8000"/>
              <a:t>通用季度总结模板</a:t>
            </a:r>
            <a:endParaRPr lang="en-US" sz="8000" dirty="0"/>
          </a:p>
        </p:txBody>
      </p:sp>
      <p:sp>
        <p:nvSpPr>
          <p:cNvPr id="9" name="副标题 8"/>
          <p:cNvSpPr>
            <a:spLocks noGrp="1"/>
          </p:cNvSpPr>
          <p:nvPr>
            <p:ph type="subTitle" sz="quarter" idx="1" hasCustomPrompt="1"/>
          </p:nvPr>
        </p:nvSpPr>
        <p:spPr>
          <a:xfrm>
            <a:off x="660400" y="2559388"/>
            <a:ext cx="10858500" cy="720000"/>
          </a:xfrm>
        </p:spPr>
        <p:txBody>
          <a:bodyPr>
            <a:normAutofit/>
          </a:bodyPr>
          <a:lstStyle/>
          <a:p>
            <a:r>
              <a:rPr lang="zh-CN" altLang="en-US"/>
              <a:t>本季度通用行业动态回顾与展望</a:t>
            </a:r>
            <a:endParaRPr 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3031403" y="3650805"/>
            <a:ext cx="2880000" cy="504000"/>
          </a:xfrm>
        </p:spPr>
        <p:txBody>
          <a:bodyPr>
            <a:normAutofit/>
          </a:bodyPr>
          <a:lstStyle/>
          <a:p>
            <a:r>
              <a:rPr lang="zh-CN" altLang="en-US"/>
              <a:t>Presenter name</a:t>
            </a:r>
            <a:endParaRPr 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4" hasCustomPrompt="1"/>
          </p:nvPr>
        </p:nvSpPr>
        <p:spPr>
          <a:xfrm>
            <a:off x="6267897" y="3650805"/>
            <a:ext cx="2880000" cy="504000"/>
          </a:xfrm>
        </p:spPr>
        <p:txBody>
          <a:bodyPr>
            <a:normAutofit/>
          </a:bodyPr>
          <a:lstStyle/>
          <a:p>
            <a:r>
              <a:rPr lang="zh-CN" altLang="en-US"/>
              <a:t>20XX.XX.XX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20000"/>
                <a:lumOff val="80000"/>
              </a:schemeClr>
            </a:gs>
            <a:gs pos="100000">
              <a:schemeClr val="bg1"/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组合 32">
            <a:extLst>
              <a:ext uri="{FF2B5EF4-FFF2-40B4-BE49-F238E27FC236}">
                <a16:creationId xmlns:a16="http://schemas.microsoft.com/office/drawing/2014/main" id="{C996BF3A-EE1A-7527-9C6C-ABDA16A25F03}"/>
              </a:ext>
            </a:extLst>
          </p:cNvPr>
          <p:cNvGrpSpPr/>
          <p:nvPr/>
        </p:nvGrpSpPr>
        <p:grpSpPr>
          <a:xfrm>
            <a:off x="-6350" y="1"/>
            <a:ext cx="12198350" cy="6134099"/>
            <a:chOff x="-6350" y="1"/>
            <a:chExt cx="12198350" cy="6134099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B0F9596B-57A5-87C9-CDA2-E4ECAE3D7B16}"/>
                </a:ext>
              </a:extLst>
            </p:cNvPr>
            <p:cNvGrpSpPr/>
            <p:nvPr/>
          </p:nvGrpSpPr>
          <p:grpSpPr>
            <a:xfrm>
              <a:off x="-6350" y="1"/>
              <a:ext cx="12198350" cy="3429000"/>
              <a:chOff x="-6350" y="1"/>
              <a:chExt cx="12198350" cy="3429000"/>
            </a:xfrm>
          </p:grpSpPr>
          <p:sp>
            <p:nvSpPr>
              <p:cNvPr id="22" name="任意多边形: 形状 21">
                <a:extLst>
                  <a:ext uri="{FF2B5EF4-FFF2-40B4-BE49-F238E27FC236}">
                    <a16:creationId xmlns:a16="http://schemas.microsoft.com/office/drawing/2014/main" id="{C4363FEB-4F17-19D9-7609-F5932AD4C127}"/>
                  </a:ext>
                </a:extLst>
              </p:cNvPr>
              <p:cNvSpPr/>
              <p:nvPr/>
            </p:nvSpPr>
            <p:spPr bwMode="auto">
              <a:xfrm>
                <a:off x="0" y="1"/>
                <a:ext cx="12192000" cy="3429000"/>
              </a:xfrm>
              <a:custGeom>
                <a:avLst/>
                <a:gdLst>
                  <a:gd name="connsiteX0" fmla="*/ 0 w 12192000"/>
                  <a:gd name="connsiteY0" fmla="*/ 0 h 3429000"/>
                  <a:gd name="connsiteX1" fmla="*/ 12192000 w 12192000"/>
                  <a:gd name="connsiteY1" fmla="*/ 0 h 3429000"/>
                  <a:gd name="connsiteX2" fmla="*/ 12192000 w 12192000"/>
                  <a:gd name="connsiteY2" fmla="*/ 755296 h 3429000"/>
                  <a:gd name="connsiteX3" fmla="*/ 12036331 w 12192000"/>
                  <a:gd name="connsiteY3" fmla="*/ 692193 h 3429000"/>
                  <a:gd name="connsiteX4" fmla="*/ 6113651 w 12192000"/>
                  <a:gd name="connsiteY4" fmla="*/ 1741750 h 3429000"/>
                  <a:gd name="connsiteX5" fmla="*/ 193384 w 12192000"/>
                  <a:gd name="connsiteY5" fmla="*/ 2971578 h 3429000"/>
                  <a:gd name="connsiteX6" fmla="*/ 0 w 12192000"/>
                  <a:gd name="connsiteY6" fmla="*/ 2864948 h 3429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2192000" h="3429000">
                    <a:moveTo>
                      <a:pt x="0" y="0"/>
                    </a:moveTo>
                    <a:lnTo>
                      <a:pt x="12192000" y="0"/>
                    </a:lnTo>
                    <a:lnTo>
                      <a:pt x="12192000" y="755296"/>
                    </a:lnTo>
                    <a:lnTo>
                      <a:pt x="12036331" y="692193"/>
                    </a:lnTo>
                    <a:cubicBezTo>
                      <a:pt x="9999967" y="-92458"/>
                      <a:pt x="8043942" y="415999"/>
                      <a:pt x="6113651" y="1741750"/>
                    </a:cubicBezTo>
                    <a:cubicBezTo>
                      <a:pt x="4183362" y="3067502"/>
                      <a:pt x="2253070" y="4042984"/>
                      <a:pt x="193384" y="2971578"/>
                    </a:cubicBezTo>
                    <a:lnTo>
                      <a:pt x="0" y="2864948"/>
                    </a:lnTo>
                    <a:close/>
                  </a:path>
                </a:pathLst>
              </a:custGeom>
              <a:gradFill flip="none" rotWithShape="0"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60000">
                    <a:schemeClr val="accent1"/>
                  </a:gs>
                </a:gsLst>
                <a:lin ang="2700000" scaled="0"/>
                <a:tileRect/>
              </a:gradFill>
              <a:ln w="57150" cap="rnd">
                <a:noFill/>
                <a:prstDash val="solid"/>
                <a:round/>
              </a:ln>
              <a:effectLst>
                <a:outerShdw blurRad="254000" dist="127000" dir="2700000" algn="ctr" rotWithShape="0">
                  <a:schemeClr val="accent1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 defTabSz="913765"/>
                <a:endParaRPr lang="en-US" b="1">
                  <a:solidFill>
                    <a:srgbClr val="FFFFFF"/>
                  </a:solidFill>
                  <a:latin typeface="+mj-lt"/>
                  <a:sym typeface="+mn-lt"/>
                </a:endParaRPr>
              </a:p>
            </p:txBody>
          </p:sp>
          <p:sp>
            <p:nvSpPr>
              <p:cNvPr id="23" name="îšḷîḓê">
                <a:extLst>
                  <a:ext uri="{FF2B5EF4-FFF2-40B4-BE49-F238E27FC236}">
                    <a16:creationId xmlns:a16="http://schemas.microsoft.com/office/drawing/2014/main" id="{ED1B58D0-8136-A9AD-C95A-FD3F909A3231}"/>
                  </a:ext>
                </a:extLst>
              </p:cNvPr>
              <p:cNvSpPr/>
              <p:nvPr/>
            </p:nvSpPr>
            <p:spPr bwMode="auto">
              <a:xfrm>
                <a:off x="-6350" y="1"/>
                <a:ext cx="12192000" cy="2953833"/>
              </a:xfrm>
              <a:custGeom>
                <a:avLst/>
                <a:gdLst>
                  <a:gd name="connsiteX0" fmla="*/ 0 w 12263438"/>
                  <a:gd name="connsiteY0" fmla="*/ 0 h 5123061"/>
                  <a:gd name="connsiteX1" fmla="*/ 12263438 w 12263438"/>
                  <a:gd name="connsiteY1" fmla="*/ 0 h 5123061"/>
                  <a:gd name="connsiteX2" fmla="*/ 12263438 w 12263438"/>
                  <a:gd name="connsiteY2" fmla="*/ 929373 h 5123061"/>
                  <a:gd name="connsiteX3" fmla="*/ 6131719 w 12263438"/>
                  <a:gd name="connsiteY3" fmla="*/ 2602243 h 5123061"/>
                  <a:gd name="connsiteX4" fmla="*/ 0 w 12263438"/>
                  <a:gd name="connsiteY4" fmla="*/ 4275114 h 5123061"/>
                  <a:gd name="connsiteX5" fmla="*/ 0 w 12263438"/>
                  <a:gd name="connsiteY5" fmla="*/ 0 h 51230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2263438" h="5123061">
                    <a:moveTo>
                      <a:pt x="0" y="0"/>
                    </a:moveTo>
                    <a:cubicBezTo>
                      <a:pt x="4135347" y="0"/>
                      <a:pt x="8128093" y="0"/>
                      <a:pt x="12263438" y="0"/>
                    </a:cubicBezTo>
                    <a:cubicBezTo>
                      <a:pt x="12263438" y="371749"/>
                      <a:pt x="12263438" y="557624"/>
                      <a:pt x="12263438" y="929373"/>
                    </a:cubicBezTo>
                    <a:cubicBezTo>
                      <a:pt x="10124467" y="-185875"/>
                      <a:pt x="8128093" y="557624"/>
                      <a:pt x="6131719" y="2602243"/>
                    </a:cubicBezTo>
                    <a:cubicBezTo>
                      <a:pt x="4135347" y="4646863"/>
                      <a:pt x="2138972" y="6133859"/>
                      <a:pt x="0" y="4275114"/>
                    </a:cubicBezTo>
                    <a:cubicBezTo>
                      <a:pt x="0" y="2788118"/>
                      <a:pt x="0" y="1301121"/>
                      <a:pt x="0" y="0"/>
                    </a:cubicBezTo>
                    <a:close/>
                  </a:path>
                </a:pathLst>
              </a:custGeom>
              <a:blipFill>
                <a:blip r:embed="rId2">
                  <a:alphaModFix amt="15000"/>
                </a:blip>
                <a:srcRect/>
                <a:stretch>
                  <a:fillRect t="-88068" b="-87314"/>
                </a:stretch>
              </a:blipFill>
              <a:ln w="38100">
                <a:noFill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dirty="0">
                  <a:sym typeface="+mn-lt"/>
                </a:endParaRPr>
              </a:p>
            </p:txBody>
          </p:sp>
          <p:sp>
            <p:nvSpPr>
              <p:cNvPr id="24" name="ïṡlíḍé">
                <a:extLst>
                  <a:ext uri="{FF2B5EF4-FFF2-40B4-BE49-F238E27FC236}">
                    <a16:creationId xmlns:a16="http://schemas.microsoft.com/office/drawing/2014/main" id="{CD584A66-868A-45D4-7CB9-D977E6B18AE1}"/>
                  </a:ext>
                </a:extLst>
              </p:cNvPr>
              <p:cNvSpPr/>
              <p:nvPr/>
            </p:nvSpPr>
            <p:spPr>
              <a:xfrm>
                <a:off x="673101" y="1130299"/>
                <a:ext cx="4469305" cy="137202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rmAutofit/>
              </a:bodyPr>
              <a:lstStyle/>
              <a:p>
                <a:r>
                  <a:rPr kumimoji="1" lang="zh-CN" altLang="en-US" sz="7200" b="1">
                    <a:solidFill>
                      <a:srgbClr val="FFFFFF"/>
                    </a:solidFill>
                    <a:effectLst>
                      <a:outerShdw blurRad="127000" dist="38100" dir="2700000" algn="tl" rotWithShape="0">
                        <a:schemeClr val="accent1">
                          <a:alpha val="40000"/>
                        </a:schemeClr>
                      </a:outerShdw>
                    </a:effectLst>
                  </a:rPr>
                  <a:t>目录</a:t>
                </a:r>
                <a:endParaRPr kumimoji="1" lang="en-US" altLang="zh-CN" sz="7200" b="1" dirty="0">
                  <a:solidFill>
                    <a:srgbClr val="FFFFFF"/>
                  </a:solidFill>
                  <a:effectLst>
                    <a:outerShdw blurRad="127000" dist="38100" dir="2700000" algn="tl" rotWithShape="0">
                      <a:schemeClr val="accent1">
                        <a:alpha val="40000"/>
                      </a:schemeClr>
                    </a:outerShdw>
                  </a:effectLst>
                </a:endParaRPr>
              </a:p>
            </p:txBody>
          </p:sp>
        </p:grpSp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DF9E0FCF-B454-C122-E1EE-24F8F0A174FB}"/>
                </a:ext>
              </a:extLst>
            </p:cNvPr>
            <p:cNvGrpSpPr/>
            <p:nvPr/>
          </p:nvGrpSpPr>
          <p:grpSpPr>
            <a:xfrm>
              <a:off x="7358812" y="1247613"/>
              <a:ext cx="4160088" cy="1080000"/>
              <a:chOff x="7696470" y="1247613"/>
              <a:chExt cx="4160088" cy="1080000"/>
            </a:xfrm>
          </p:grpSpPr>
          <p:sp>
            <p:nvSpPr>
              <p:cNvPr id="19" name="îṡľîḍè">
                <a:extLst>
                  <a:ext uri="{FF2B5EF4-FFF2-40B4-BE49-F238E27FC236}">
                    <a16:creationId xmlns:a16="http://schemas.microsoft.com/office/drawing/2014/main" id="{4ACC23E3-7BD1-2C62-CC11-E9A042BD1573}"/>
                  </a:ext>
                </a:extLst>
              </p:cNvPr>
              <p:cNvSpPr txBox="1"/>
              <p:nvPr/>
            </p:nvSpPr>
            <p:spPr>
              <a:xfrm>
                <a:off x="7696470" y="1247613"/>
                <a:ext cx="1260000" cy="1080000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 anchorCtr="0">
                <a:normAutofit/>
              </a:bodyPr>
              <a:lstStyle/>
              <a:p>
                <a:pPr algn="r"/>
                <a:r>
                  <a:rPr kumimoji="1" lang="en-US" altLang="zh-CN" sz="6000" b="1" dirty="0"/>
                  <a:t>01</a:t>
                </a:r>
                <a:endParaRPr kumimoji="1" lang="zh-CN" altLang="en-US" sz="6000" b="1" dirty="0"/>
              </a:p>
            </p:txBody>
          </p:sp>
          <p:sp>
            <p:nvSpPr>
              <p:cNvPr id="20" name="išľíḍè">
                <a:extLst>
                  <a:ext uri="{FF2B5EF4-FFF2-40B4-BE49-F238E27FC236}">
                    <a16:creationId xmlns:a16="http://schemas.microsoft.com/office/drawing/2014/main" id="{35A9C77F-A15C-C3A6-94C0-C5F19D3DC52C}"/>
                  </a:ext>
                </a:extLst>
              </p:cNvPr>
              <p:cNvSpPr/>
              <p:nvPr/>
            </p:nvSpPr>
            <p:spPr>
              <a:xfrm>
                <a:off x="8976558" y="1271677"/>
                <a:ext cx="2880000" cy="612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b" anchorCtr="0">
                <a:normAutofit/>
              </a:bodyPr>
              <a:lstStyle/>
              <a:p>
                <a:r>
                  <a:rPr kumimoji="1" lang="zh-CN" altLang="en-US" sz="2400" b="1">
                    <a:solidFill>
                      <a:schemeClr val="accent1"/>
                    </a:solidFill>
                  </a:rPr>
                  <a:t>季度工作总结</a:t>
                </a:r>
                <a:endParaRPr kumimoji="1" lang="zh-CN" altLang="en-US" sz="2400" b="1" dirty="0">
                  <a:solidFill>
                    <a:schemeClr val="accent1"/>
                  </a:solidFill>
                </a:endParaRPr>
              </a:p>
            </p:txBody>
          </p:sp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5387563A-BFF7-FD36-97A7-6C655866773B}"/>
                  </a:ext>
                </a:extLst>
              </p:cNvPr>
              <p:cNvSpPr txBox="1"/>
              <p:nvPr/>
            </p:nvSpPr>
            <p:spPr>
              <a:xfrm>
                <a:off x="8976558" y="1923437"/>
                <a:ext cx="2880000" cy="360000"/>
              </a:xfrm>
              <a:prstGeom prst="rect">
                <a:avLst/>
              </a:prstGeom>
              <a:noFill/>
            </p:spPr>
            <p:txBody>
              <a:bodyPr wrap="square">
                <a:normAutofit/>
              </a:bodyPr>
              <a:lstStyle/>
              <a:p>
                <a:r>
                  <a:rPr lang="zh-CN" altLang="en-US" sz="1200"/>
                  <a:t>对本季度行业整体工作成果的全面概述</a:t>
                </a:r>
                <a:endParaRPr lang="zh-CN" altLang="en-US" sz="1200" dirty="0"/>
              </a:p>
            </p:txBody>
          </p:sp>
        </p:grpSp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52C26CC2-5A2B-946B-444B-E1BE94535134}"/>
                </a:ext>
              </a:extLst>
            </p:cNvPr>
            <p:cNvGrpSpPr/>
            <p:nvPr/>
          </p:nvGrpSpPr>
          <p:grpSpPr>
            <a:xfrm>
              <a:off x="5819449" y="2502328"/>
              <a:ext cx="5613737" cy="1080000"/>
              <a:chOff x="5873548" y="2556363"/>
              <a:chExt cx="5613737" cy="1080000"/>
            </a:xfrm>
          </p:grpSpPr>
          <p:sp>
            <p:nvSpPr>
              <p:cNvPr id="16" name="íṧ1iďe">
                <a:extLst>
                  <a:ext uri="{FF2B5EF4-FFF2-40B4-BE49-F238E27FC236}">
                    <a16:creationId xmlns:a16="http://schemas.microsoft.com/office/drawing/2014/main" id="{B3716438-15F3-9347-574D-6E12E73B08C7}"/>
                  </a:ext>
                </a:extLst>
              </p:cNvPr>
              <p:cNvSpPr txBox="1"/>
              <p:nvPr/>
            </p:nvSpPr>
            <p:spPr>
              <a:xfrm>
                <a:off x="5873548" y="2556363"/>
                <a:ext cx="1260000" cy="1080000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 anchorCtr="0">
                <a:normAutofit/>
              </a:bodyPr>
              <a:lstStyle/>
              <a:p>
                <a:pPr algn="r"/>
                <a:r>
                  <a:rPr kumimoji="1" lang="en-US" altLang="zh-CN" sz="6000" b="1" dirty="0"/>
                  <a:t>02</a:t>
                </a:r>
                <a:endParaRPr kumimoji="1" lang="zh-CN" altLang="en-US" sz="6000" b="1" dirty="0"/>
              </a:p>
            </p:txBody>
          </p:sp>
          <p:sp>
            <p:nvSpPr>
              <p:cNvPr id="17" name="íṣľídê">
                <a:extLst>
                  <a:ext uri="{FF2B5EF4-FFF2-40B4-BE49-F238E27FC236}">
                    <a16:creationId xmlns:a16="http://schemas.microsoft.com/office/drawing/2014/main" id="{64600CA6-2B30-7977-AD72-D34C73B63791}"/>
                  </a:ext>
                </a:extLst>
              </p:cNvPr>
              <p:cNvSpPr/>
              <p:nvPr/>
            </p:nvSpPr>
            <p:spPr>
              <a:xfrm>
                <a:off x="7167285" y="2580427"/>
                <a:ext cx="4320000" cy="612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b" anchorCtr="0">
                <a:normAutofit/>
              </a:bodyPr>
              <a:lstStyle/>
              <a:p>
                <a:r>
                  <a:rPr kumimoji="1" lang="zh-CN" altLang="en-US" sz="2400" b="1">
                    <a:solidFill>
                      <a:schemeClr val="accent1"/>
                    </a:solidFill>
                  </a:rPr>
                  <a:t>工作亮点与成功经验</a:t>
                </a:r>
                <a:endParaRPr kumimoji="1" lang="zh-CN" altLang="en-US" sz="2400" b="1" dirty="0">
                  <a:solidFill>
                    <a:schemeClr val="accent1"/>
                  </a:solidFill>
                </a:endParaRPr>
              </a:p>
            </p:txBody>
          </p:sp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B6AB5F16-D83C-8B71-B53E-E4D980BF1EB3}"/>
                  </a:ext>
                </a:extLst>
              </p:cNvPr>
              <p:cNvSpPr txBox="1"/>
              <p:nvPr/>
            </p:nvSpPr>
            <p:spPr>
              <a:xfrm>
                <a:off x="7167285" y="3232187"/>
                <a:ext cx="4320000" cy="360000"/>
              </a:xfrm>
              <a:prstGeom prst="rect">
                <a:avLst/>
              </a:prstGeom>
              <a:noFill/>
            </p:spPr>
            <p:txBody>
              <a:bodyPr wrap="square">
                <a:normAutofit/>
              </a:bodyPr>
              <a:lstStyle/>
              <a:p>
                <a:r>
                  <a:rPr lang="zh-CN" altLang="en-US" sz="1200"/>
                  <a:t>本季度工作中取得的成绩及成功案例分享</a:t>
                </a:r>
                <a:endParaRPr lang="zh-CN" altLang="en-US" sz="1200" dirty="0"/>
              </a:p>
            </p:txBody>
          </p:sp>
        </p:grpSp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10D3A8D3-656E-534C-7F69-2885685E3B9B}"/>
                </a:ext>
              </a:extLst>
            </p:cNvPr>
            <p:cNvGrpSpPr/>
            <p:nvPr/>
          </p:nvGrpSpPr>
          <p:grpSpPr>
            <a:xfrm>
              <a:off x="3794570" y="3753615"/>
              <a:ext cx="5613737" cy="1080000"/>
              <a:chOff x="4258103" y="3780632"/>
              <a:chExt cx="5613737" cy="1080000"/>
            </a:xfrm>
          </p:grpSpPr>
          <p:sp>
            <p:nvSpPr>
              <p:cNvPr id="13" name="íSlïdé">
                <a:extLst>
                  <a:ext uri="{FF2B5EF4-FFF2-40B4-BE49-F238E27FC236}">
                    <a16:creationId xmlns:a16="http://schemas.microsoft.com/office/drawing/2014/main" id="{EE523C4C-969F-C9E6-7113-F40C6ABD45A5}"/>
                  </a:ext>
                </a:extLst>
              </p:cNvPr>
              <p:cNvSpPr txBox="1"/>
              <p:nvPr/>
            </p:nvSpPr>
            <p:spPr>
              <a:xfrm>
                <a:off x="4258103" y="3780632"/>
                <a:ext cx="1260000" cy="1080000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 anchorCtr="0">
                <a:normAutofit/>
              </a:bodyPr>
              <a:lstStyle/>
              <a:p>
                <a:pPr algn="r"/>
                <a:r>
                  <a:rPr kumimoji="1" lang="en-US" altLang="zh-CN" sz="6000" b="1" dirty="0"/>
                  <a:t>03</a:t>
                </a:r>
                <a:endParaRPr kumimoji="1" lang="zh-CN" altLang="en-US" sz="6000" b="1" dirty="0"/>
              </a:p>
            </p:txBody>
          </p:sp>
          <p:sp>
            <p:nvSpPr>
              <p:cNvPr id="14" name="ïṡlíḍé">
                <a:extLst>
                  <a:ext uri="{FF2B5EF4-FFF2-40B4-BE49-F238E27FC236}">
                    <a16:creationId xmlns:a16="http://schemas.microsoft.com/office/drawing/2014/main" id="{3813E3A8-A502-2C11-A9B6-EB8A4D382077}"/>
                  </a:ext>
                </a:extLst>
              </p:cNvPr>
              <p:cNvSpPr/>
              <p:nvPr/>
            </p:nvSpPr>
            <p:spPr>
              <a:xfrm>
                <a:off x="5551840" y="3804696"/>
                <a:ext cx="4320000" cy="612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b" anchorCtr="0">
                <a:normAutofit/>
              </a:bodyPr>
              <a:lstStyle/>
              <a:p>
                <a:r>
                  <a:rPr kumimoji="1" lang="zh-CN" altLang="en-US" sz="2400" b="1">
                    <a:solidFill>
                      <a:schemeClr val="accent1"/>
                    </a:solidFill>
                  </a:rPr>
                  <a:t>存在问题及改进措施</a:t>
                </a:r>
                <a:endParaRPr kumimoji="1" lang="zh-CN" altLang="en-US" sz="2400" b="1" dirty="0">
                  <a:solidFill>
                    <a:schemeClr val="accent1"/>
                  </a:solidFill>
                </a:endParaRPr>
              </a:p>
            </p:txBody>
          </p:sp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227A2293-2C07-0D17-7BC7-DE2A6B22FA63}"/>
                  </a:ext>
                </a:extLst>
              </p:cNvPr>
              <p:cNvSpPr txBox="1"/>
              <p:nvPr/>
            </p:nvSpPr>
            <p:spPr>
              <a:xfrm>
                <a:off x="5551840" y="4456456"/>
                <a:ext cx="4320000" cy="360000"/>
              </a:xfrm>
              <a:prstGeom prst="rect">
                <a:avLst/>
              </a:prstGeom>
              <a:noFill/>
            </p:spPr>
            <p:txBody>
              <a:bodyPr wrap="square">
                <a:normAutofit/>
              </a:bodyPr>
              <a:lstStyle/>
              <a:p>
                <a:r>
                  <a:rPr lang="zh-CN" altLang="en-US" sz="1200"/>
                  <a:t>分析本季度工作中存在的问题及改进方向</a:t>
                </a:r>
                <a:endParaRPr lang="zh-CN" altLang="en-US" sz="1200" dirty="0"/>
              </a:p>
            </p:txBody>
          </p:sp>
        </p:grp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4DD415BB-B681-0CC4-CEB9-FBCADA683B54}"/>
                </a:ext>
              </a:extLst>
            </p:cNvPr>
            <p:cNvGrpSpPr/>
            <p:nvPr/>
          </p:nvGrpSpPr>
          <p:grpSpPr>
            <a:xfrm>
              <a:off x="1330748" y="5004901"/>
              <a:ext cx="5613737" cy="1080000"/>
              <a:chOff x="1848871" y="5004901"/>
              <a:chExt cx="5613737" cy="1080000"/>
            </a:xfrm>
          </p:grpSpPr>
          <p:sp>
            <p:nvSpPr>
              <p:cNvPr id="10" name="iṥḷiďé">
                <a:extLst>
                  <a:ext uri="{FF2B5EF4-FFF2-40B4-BE49-F238E27FC236}">
                    <a16:creationId xmlns:a16="http://schemas.microsoft.com/office/drawing/2014/main" id="{798AD2A6-7EC9-5EB4-224C-9D581E6822EC}"/>
                  </a:ext>
                </a:extLst>
              </p:cNvPr>
              <p:cNvSpPr txBox="1"/>
              <p:nvPr/>
            </p:nvSpPr>
            <p:spPr>
              <a:xfrm>
                <a:off x="1848871" y="5004901"/>
                <a:ext cx="1260000" cy="1080000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 anchorCtr="0">
                <a:normAutofit/>
              </a:bodyPr>
              <a:lstStyle/>
              <a:p>
                <a:pPr algn="r"/>
                <a:r>
                  <a:rPr kumimoji="1" lang="en-US" altLang="zh-CN" sz="6000" b="1" dirty="0"/>
                  <a:t>04</a:t>
                </a:r>
                <a:endParaRPr kumimoji="1" lang="zh-CN" altLang="en-US" sz="6000" b="1" dirty="0"/>
              </a:p>
            </p:txBody>
          </p:sp>
          <p:sp>
            <p:nvSpPr>
              <p:cNvPr id="11" name="îṡḷíḋê">
                <a:extLst>
                  <a:ext uri="{FF2B5EF4-FFF2-40B4-BE49-F238E27FC236}">
                    <a16:creationId xmlns:a16="http://schemas.microsoft.com/office/drawing/2014/main" id="{B6C5C9C1-BFD1-FB21-1BF9-C1C7B78E399B}"/>
                  </a:ext>
                </a:extLst>
              </p:cNvPr>
              <p:cNvSpPr/>
              <p:nvPr/>
            </p:nvSpPr>
            <p:spPr>
              <a:xfrm>
                <a:off x="3142608" y="5028965"/>
                <a:ext cx="4320000" cy="612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b" anchorCtr="0">
                <a:normAutofit/>
              </a:bodyPr>
              <a:lstStyle/>
              <a:p>
                <a:r>
                  <a:rPr kumimoji="1" lang="zh-CN" altLang="en-US" sz="2400" b="1">
                    <a:solidFill>
                      <a:schemeClr val="accent1"/>
                    </a:solidFill>
                  </a:rPr>
                  <a:t>下季度工作计划</a:t>
                </a:r>
                <a:endParaRPr kumimoji="1" lang="zh-CN" altLang="en-US" sz="2400" b="1" dirty="0">
                  <a:solidFill>
                    <a:schemeClr val="accent1"/>
                  </a:solidFill>
                </a:endParaRPr>
              </a:p>
            </p:txBody>
          </p:sp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A0AEB8CA-5A85-1D53-F1A5-96FC3030E450}"/>
                  </a:ext>
                </a:extLst>
              </p:cNvPr>
              <p:cNvSpPr txBox="1"/>
              <p:nvPr/>
            </p:nvSpPr>
            <p:spPr>
              <a:xfrm>
                <a:off x="3142608" y="5680725"/>
                <a:ext cx="4320000" cy="360000"/>
              </a:xfrm>
              <a:prstGeom prst="rect">
                <a:avLst/>
              </a:prstGeom>
              <a:noFill/>
            </p:spPr>
            <p:txBody>
              <a:bodyPr wrap="square">
                <a:normAutofit/>
              </a:bodyPr>
              <a:lstStyle/>
              <a:p>
                <a:r>
                  <a:rPr lang="zh-CN" altLang="en-US" sz="1400"/>
                  <a:t>对下季度工作的规划与部署</a:t>
                </a:r>
                <a:endParaRPr lang="zh-CN" altLang="en-US" sz="1400" dirty="0"/>
              </a:p>
            </p:txBody>
          </p:sp>
        </p:grp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5E201F76-495B-5B43-7FBB-0CEA3B12FDD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412999" y="5510277"/>
              <a:ext cx="2160000" cy="623823"/>
            </a:xfrm>
            <a:custGeom>
              <a:avLst/>
              <a:gdLst>
                <a:gd name="connsiteX0" fmla="*/ 48345 w 2462545"/>
                <a:gd name="connsiteY0" fmla="*/ 614513 h 711200"/>
                <a:gd name="connsiteX1" fmla="*/ 48343 w 2462545"/>
                <a:gd name="connsiteY1" fmla="*/ 614513 h 711200"/>
                <a:gd name="connsiteX2" fmla="*/ 0 w 2462545"/>
                <a:gd name="connsiteY2" fmla="*/ 662857 h 711200"/>
                <a:gd name="connsiteX3" fmla="*/ 48343 w 2462545"/>
                <a:gd name="connsiteY3" fmla="*/ 711200 h 711200"/>
                <a:gd name="connsiteX4" fmla="*/ 48345 w 2462545"/>
                <a:gd name="connsiteY4" fmla="*/ 711200 h 711200"/>
                <a:gd name="connsiteX5" fmla="*/ 96689 w 2462545"/>
                <a:gd name="connsiteY5" fmla="*/ 662857 h 711200"/>
                <a:gd name="connsiteX6" fmla="*/ 48345 w 2462545"/>
                <a:gd name="connsiteY6" fmla="*/ 614513 h 711200"/>
                <a:gd name="connsiteX7" fmla="*/ 386328 w 2462545"/>
                <a:gd name="connsiteY7" fmla="*/ 614513 h 711200"/>
                <a:gd name="connsiteX8" fmla="*/ 386326 w 2462545"/>
                <a:gd name="connsiteY8" fmla="*/ 614513 h 711200"/>
                <a:gd name="connsiteX9" fmla="*/ 337982 w 2462545"/>
                <a:gd name="connsiteY9" fmla="*/ 662857 h 711200"/>
                <a:gd name="connsiteX10" fmla="*/ 386326 w 2462545"/>
                <a:gd name="connsiteY10" fmla="*/ 711200 h 711200"/>
                <a:gd name="connsiteX11" fmla="*/ 386328 w 2462545"/>
                <a:gd name="connsiteY11" fmla="*/ 711200 h 711200"/>
                <a:gd name="connsiteX12" fmla="*/ 434671 w 2462545"/>
                <a:gd name="connsiteY12" fmla="*/ 662857 h 711200"/>
                <a:gd name="connsiteX13" fmla="*/ 386328 w 2462545"/>
                <a:gd name="connsiteY13" fmla="*/ 614513 h 711200"/>
                <a:gd name="connsiteX14" fmla="*/ 724309 w 2462545"/>
                <a:gd name="connsiteY14" fmla="*/ 614513 h 711200"/>
                <a:gd name="connsiteX15" fmla="*/ 724307 w 2462545"/>
                <a:gd name="connsiteY15" fmla="*/ 614513 h 711200"/>
                <a:gd name="connsiteX16" fmla="*/ 675964 w 2462545"/>
                <a:gd name="connsiteY16" fmla="*/ 662857 h 711200"/>
                <a:gd name="connsiteX17" fmla="*/ 724307 w 2462545"/>
                <a:gd name="connsiteY17" fmla="*/ 711200 h 711200"/>
                <a:gd name="connsiteX18" fmla="*/ 724309 w 2462545"/>
                <a:gd name="connsiteY18" fmla="*/ 711200 h 711200"/>
                <a:gd name="connsiteX19" fmla="*/ 772652 w 2462545"/>
                <a:gd name="connsiteY19" fmla="*/ 662857 h 711200"/>
                <a:gd name="connsiteX20" fmla="*/ 724309 w 2462545"/>
                <a:gd name="connsiteY20" fmla="*/ 614513 h 711200"/>
                <a:gd name="connsiteX21" fmla="*/ 1062291 w 2462545"/>
                <a:gd name="connsiteY21" fmla="*/ 614513 h 711200"/>
                <a:gd name="connsiteX22" fmla="*/ 1062289 w 2462545"/>
                <a:gd name="connsiteY22" fmla="*/ 614513 h 711200"/>
                <a:gd name="connsiteX23" fmla="*/ 1013945 w 2462545"/>
                <a:gd name="connsiteY23" fmla="*/ 662857 h 711200"/>
                <a:gd name="connsiteX24" fmla="*/ 1062289 w 2462545"/>
                <a:gd name="connsiteY24" fmla="*/ 711200 h 711200"/>
                <a:gd name="connsiteX25" fmla="*/ 1062291 w 2462545"/>
                <a:gd name="connsiteY25" fmla="*/ 711200 h 711200"/>
                <a:gd name="connsiteX26" fmla="*/ 1110634 w 2462545"/>
                <a:gd name="connsiteY26" fmla="*/ 662857 h 711200"/>
                <a:gd name="connsiteX27" fmla="*/ 1062291 w 2462545"/>
                <a:gd name="connsiteY27" fmla="*/ 614513 h 711200"/>
                <a:gd name="connsiteX28" fmla="*/ 1400256 w 2462545"/>
                <a:gd name="connsiteY28" fmla="*/ 614513 h 711200"/>
                <a:gd name="connsiteX29" fmla="*/ 1400254 w 2462545"/>
                <a:gd name="connsiteY29" fmla="*/ 614513 h 711200"/>
                <a:gd name="connsiteX30" fmla="*/ 1351911 w 2462545"/>
                <a:gd name="connsiteY30" fmla="*/ 662857 h 711200"/>
                <a:gd name="connsiteX31" fmla="*/ 1400254 w 2462545"/>
                <a:gd name="connsiteY31" fmla="*/ 711200 h 711200"/>
                <a:gd name="connsiteX32" fmla="*/ 1400256 w 2462545"/>
                <a:gd name="connsiteY32" fmla="*/ 711200 h 711200"/>
                <a:gd name="connsiteX33" fmla="*/ 1448600 w 2462545"/>
                <a:gd name="connsiteY33" fmla="*/ 662857 h 711200"/>
                <a:gd name="connsiteX34" fmla="*/ 1400256 w 2462545"/>
                <a:gd name="connsiteY34" fmla="*/ 614513 h 711200"/>
                <a:gd name="connsiteX35" fmla="*/ 1738239 w 2462545"/>
                <a:gd name="connsiteY35" fmla="*/ 614513 h 711200"/>
                <a:gd name="connsiteX36" fmla="*/ 1738237 w 2462545"/>
                <a:gd name="connsiteY36" fmla="*/ 614513 h 711200"/>
                <a:gd name="connsiteX37" fmla="*/ 1689893 w 2462545"/>
                <a:gd name="connsiteY37" fmla="*/ 662857 h 711200"/>
                <a:gd name="connsiteX38" fmla="*/ 1738237 w 2462545"/>
                <a:gd name="connsiteY38" fmla="*/ 711200 h 711200"/>
                <a:gd name="connsiteX39" fmla="*/ 1738239 w 2462545"/>
                <a:gd name="connsiteY39" fmla="*/ 711200 h 711200"/>
                <a:gd name="connsiteX40" fmla="*/ 1786582 w 2462545"/>
                <a:gd name="connsiteY40" fmla="*/ 662857 h 711200"/>
                <a:gd name="connsiteX41" fmla="*/ 1738239 w 2462545"/>
                <a:gd name="connsiteY41" fmla="*/ 614513 h 711200"/>
                <a:gd name="connsiteX42" fmla="*/ 2076220 w 2462545"/>
                <a:gd name="connsiteY42" fmla="*/ 614513 h 711200"/>
                <a:gd name="connsiteX43" fmla="*/ 2076218 w 2462545"/>
                <a:gd name="connsiteY43" fmla="*/ 614513 h 711200"/>
                <a:gd name="connsiteX44" fmla="*/ 2027875 w 2462545"/>
                <a:gd name="connsiteY44" fmla="*/ 662857 h 711200"/>
                <a:gd name="connsiteX45" fmla="*/ 2076218 w 2462545"/>
                <a:gd name="connsiteY45" fmla="*/ 711200 h 711200"/>
                <a:gd name="connsiteX46" fmla="*/ 2076220 w 2462545"/>
                <a:gd name="connsiteY46" fmla="*/ 711200 h 711200"/>
                <a:gd name="connsiteX47" fmla="*/ 2124564 w 2462545"/>
                <a:gd name="connsiteY47" fmla="*/ 662857 h 711200"/>
                <a:gd name="connsiteX48" fmla="*/ 2076220 w 2462545"/>
                <a:gd name="connsiteY48" fmla="*/ 614513 h 711200"/>
                <a:gd name="connsiteX49" fmla="*/ 2414202 w 2462545"/>
                <a:gd name="connsiteY49" fmla="*/ 614513 h 711200"/>
                <a:gd name="connsiteX50" fmla="*/ 2414200 w 2462545"/>
                <a:gd name="connsiteY50" fmla="*/ 614513 h 711200"/>
                <a:gd name="connsiteX51" fmla="*/ 2365856 w 2462545"/>
                <a:gd name="connsiteY51" fmla="*/ 662857 h 711200"/>
                <a:gd name="connsiteX52" fmla="*/ 2414200 w 2462545"/>
                <a:gd name="connsiteY52" fmla="*/ 711200 h 711200"/>
                <a:gd name="connsiteX53" fmla="*/ 2414202 w 2462545"/>
                <a:gd name="connsiteY53" fmla="*/ 711200 h 711200"/>
                <a:gd name="connsiteX54" fmla="*/ 2462545 w 2462545"/>
                <a:gd name="connsiteY54" fmla="*/ 662857 h 711200"/>
                <a:gd name="connsiteX55" fmla="*/ 2414202 w 2462545"/>
                <a:gd name="connsiteY55" fmla="*/ 614513 h 711200"/>
                <a:gd name="connsiteX56" fmla="*/ 48345 w 2462545"/>
                <a:gd name="connsiteY56" fmla="*/ 307257 h 711200"/>
                <a:gd name="connsiteX57" fmla="*/ 48343 w 2462545"/>
                <a:gd name="connsiteY57" fmla="*/ 307257 h 711200"/>
                <a:gd name="connsiteX58" fmla="*/ 0 w 2462545"/>
                <a:gd name="connsiteY58" fmla="*/ 355600 h 711200"/>
                <a:gd name="connsiteX59" fmla="*/ 48343 w 2462545"/>
                <a:gd name="connsiteY59" fmla="*/ 403944 h 711200"/>
                <a:gd name="connsiteX60" fmla="*/ 48345 w 2462545"/>
                <a:gd name="connsiteY60" fmla="*/ 403944 h 711200"/>
                <a:gd name="connsiteX61" fmla="*/ 96689 w 2462545"/>
                <a:gd name="connsiteY61" fmla="*/ 355600 h 711200"/>
                <a:gd name="connsiteX62" fmla="*/ 48345 w 2462545"/>
                <a:gd name="connsiteY62" fmla="*/ 307257 h 711200"/>
                <a:gd name="connsiteX63" fmla="*/ 386328 w 2462545"/>
                <a:gd name="connsiteY63" fmla="*/ 307257 h 711200"/>
                <a:gd name="connsiteX64" fmla="*/ 386326 w 2462545"/>
                <a:gd name="connsiteY64" fmla="*/ 307257 h 711200"/>
                <a:gd name="connsiteX65" fmla="*/ 337982 w 2462545"/>
                <a:gd name="connsiteY65" fmla="*/ 355600 h 711200"/>
                <a:gd name="connsiteX66" fmla="*/ 386326 w 2462545"/>
                <a:gd name="connsiteY66" fmla="*/ 403944 h 711200"/>
                <a:gd name="connsiteX67" fmla="*/ 386328 w 2462545"/>
                <a:gd name="connsiteY67" fmla="*/ 403944 h 711200"/>
                <a:gd name="connsiteX68" fmla="*/ 434671 w 2462545"/>
                <a:gd name="connsiteY68" fmla="*/ 355600 h 711200"/>
                <a:gd name="connsiteX69" fmla="*/ 386328 w 2462545"/>
                <a:gd name="connsiteY69" fmla="*/ 307257 h 711200"/>
                <a:gd name="connsiteX70" fmla="*/ 724309 w 2462545"/>
                <a:gd name="connsiteY70" fmla="*/ 307257 h 711200"/>
                <a:gd name="connsiteX71" fmla="*/ 724307 w 2462545"/>
                <a:gd name="connsiteY71" fmla="*/ 307257 h 711200"/>
                <a:gd name="connsiteX72" fmla="*/ 675964 w 2462545"/>
                <a:gd name="connsiteY72" fmla="*/ 355600 h 711200"/>
                <a:gd name="connsiteX73" fmla="*/ 724307 w 2462545"/>
                <a:gd name="connsiteY73" fmla="*/ 403944 h 711200"/>
                <a:gd name="connsiteX74" fmla="*/ 724309 w 2462545"/>
                <a:gd name="connsiteY74" fmla="*/ 403944 h 711200"/>
                <a:gd name="connsiteX75" fmla="*/ 772652 w 2462545"/>
                <a:gd name="connsiteY75" fmla="*/ 355600 h 711200"/>
                <a:gd name="connsiteX76" fmla="*/ 724309 w 2462545"/>
                <a:gd name="connsiteY76" fmla="*/ 307257 h 711200"/>
                <a:gd name="connsiteX77" fmla="*/ 1062291 w 2462545"/>
                <a:gd name="connsiteY77" fmla="*/ 307257 h 711200"/>
                <a:gd name="connsiteX78" fmla="*/ 1062289 w 2462545"/>
                <a:gd name="connsiteY78" fmla="*/ 307257 h 711200"/>
                <a:gd name="connsiteX79" fmla="*/ 1013945 w 2462545"/>
                <a:gd name="connsiteY79" fmla="*/ 355600 h 711200"/>
                <a:gd name="connsiteX80" fmla="*/ 1062289 w 2462545"/>
                <a:gd name="connsiteY80" fmla="*/ 403944 h 711200"/>
                <a:gd name="connsiteX81" fmla="*/ 1062291 w 2462545"/>
                <a:gd name="connsiteY81" fmla="*/ 403944 h 711200"/>
                <a:gd name="connsiteX82" fmla="*/ 1110634 w 2462545"/>
                <a:gd name="connsiteY82" fmla="*/ 355600 h 711200"/>
                <a:gd name="connsiteX83" fmla="*/ 1062291 w 2462545"/>
                <a:gd name="connsiteY83" fmla="*/ 307257 h 711200"/>
                <a:gd name="connsiteX84" fmla="*/ 1400256 w 2462545"/>
                <a:gd name="connsiteY84" fmla="*/ 307257 h 711200"/>
                <a:gd name="connsiteX85" fmla="*/ 1400254 w 2462545"/>
                <a:gd name="connsiteY85" fmla="*/ 307257 h 711200"/>
                <a:gd name="connsiteX86" fmla="*/ 1351911 w 2462545"/>
                <a:gd name="connsiteY86" fmla="*/ 355600 h 711200"/>
                <a:gd name="connsiteX87" fmla="*/ 1400254 w 2462545"/>
                <a:gd name="connsiteY87" fmla="*/ 403944 h 711200"/>
                <a:gd name="connsiteX88" fmla="*/ 1400256 w 2462545"/>
                <a:gd name="connsiteY88" fmla="*/ 403944 h 711200"/>
                <a:gd name="connsiteX89" fmla="*/ 1448600 w 2462545"/>
                <a:gd name="connsiteY89" fmla="*/ 355600 h 711200"/>
                <a:gd name="connsiteX90" fmla="*/ 1400256 w 2462545"/>
                <a:gd name="connsiteY90" fmla="*/ 307257 h 711200"/>
                <a:gd name="connsiteX91" fmla="*/ 1738239 w 2462545"/>
                <a:gd name="connsiteY91" fmla="*/ 307257 h 711200"/>
                <a:gd name="connsiteX92" fmla="*/ 1738237 w 2462545"/>
                <a:gd name="connsiteY92" fmla="*/ 307257 h 711200"/>
                <a:gd name="connsiteX93" fmla="*/ 1689893 w 2462545"/>
                <a:gd name="connsiteY93" fmla="*/ 355600 h 711200"/>
                <a:gd name="connsiteX94" fmla="*/ 1738237 w 2462545"/>
                <a:gd name="connsiteY94" fmla="*/ 403944 h 711200"/>
                <a:gd name="connsiteX95" fmla="*/ 1738239 w 2462545"/>
                <a:gd name="connsiteY95" fmla="*/ 403944 h 711200"/>
                <a:gd name="connsiteX96" fmla="*/ 1786582 w 2462545"/>
                <a:gd name="connsiteY96" fmla="*/ 355600 h 711200"/>
                <a:gd name="connsiteX97" fmla="*/ 1738239 w 2462545"/>
                <a:gd name="connsiteY97" fmla="*/ 307257 h 711200"/>
                <a:gd name="connsiteX98" fmla="*/ 2076220 w 2462545"/>
                <a:gd name="connsiteY98" fmla="*/ 307257 h 711200"/>
                <a:gd name="connsiteX99" fmla="*/ 2076218 w 2462545"/>
                <a:gd name="connsiteY99" fmla="*/ 307257 h 711200"/>
                <a:gd name="connsiteX100" fmla="*/ 2027875 w 2462545"/>
                <a:gd name="connsiteY100" fmla="*/ 355600 h 711200"/>
                <a:gd name="connsiteX101" fmla="*/ 2076218 w 2462545"/>
                <a:gd name="connsiteY101" fmla="*/ 403944 h 711200"/>
                <a:gd name="connsiteX102" fmla="*/ 2076220 w 2462545"/>
                <a:gd name="connsiteY102" fmla="*/ 403944 h 711200"/>
                <a:gd name="connsiteX103" fmla="*/ 2124564 w 2462545"/>
                <a:gd name="connsiteY103" fmla="*/ 355600 h 711200"/>
                <a:gd name="connsiteX104" fmla="*/ 2076220 w 2462545"/>
                <a:gd name="connsiteY104" fmla="*/ 307257 h 711200"/>
                <a:gd name="connsiteX105" fmla="*/ 2414202 w 2462545"/>
                <a:gd name="connsiteY105" fmla="*/ 307257 h 711200"/>
                <a:gd name="connsiteX106" fmla="*/ 2414200 w 2462545"/>
                <a:gd name="connsiteY106" fmla="*/ 307257 h 711200"/>
                <a:gd name="connsiteX107" fmla="*/ 2365856 w 2462545"/>
                <a:gd name="connsiteY107" fmla="*/ 355600 h 711200"/>
                <a:gd name="connsiteX108" fmla="*/ 2414200 w 2462545"/>
                <a:gd name="connsiteY108" fmla="*/ 403944 h 711200"/>
                <a:gd name="connsiteX109" fmla="*/ 2414202 w 2462545"/>
                <a:gd name="connsiteY109" fmla="*/ 403944 h 711200"/>
                <a:gd name="connsiteX110" fmla="*/ 2462545 w 2462545"/>
                <a:gd name="connsiteY110" fmla="*/ 355600 h 711200"/>
                <a:gd name="connsiteX111" fmla="*/ 2414202 w 2462545"/>
                <a:gd name="connsiteY111" fmla="*/ 307257 h 711200"/>
                <a:gd name="connsiteX112" fmla="*/ 48345 w 2462545"/>
                <a:gd name="connsiteY112" fmla="*/ 0 h 711200"/>
                <a:gd name="connsiteX113" fmla="*/ 48343 w 2462545"/>
                <a:gd name="connsiteY113" fmla="*/ 0 h 711200"/>
                <a:gd name="connsiteX114" fmla="*/ 0 w 2462545"/>
                <a:gd name="connsiteY114" fmla="*/ 48344 h 711200"/>
                <a:gd name="connsiteX115" fmla="*/ 48343 w 2462545"/>
                <a:gd name="connsiteY115" fmla="*/ 96687 h 711200"/>
                <a:gd name="connsiteX116" fmla="*/ 48345 w 2462545"/>
                <a:gd name="connsiteY116" fmla="*/ 96687 h 711200"/>
                <a:gd name="connsiteX117" fmla="*/ 96689 w 2462545"/>
                <a:gd name="connsiteY117" fmla="*/ 48344 h 711200"/>
                <a:gd name="connsiteX118" fmla="*/ 48345 w 2462545"/>
                <a:gd name="connsiteY118" fmla="*/ 0 h 711200"/>
                <a:gd name="connsiteX119" fmla="*/ 386328 w 2462545"/>
                <a:gd name="connsiteY119" fmla="*/ 0 h 711200"/>
                <a:gd name="connsiteX120" fmla="*/ 386326 w 2462545"/>
                <a:gd name="connsiteY120" fmla="*/ 0 h 711200"/>
                <a:gd name="connsiteX121" fmla="*/ 337982 w 2462545"/>
                <a:gd name="connsiteY121" fmla="*/ 48344 h 711200"/>
                <a:gd name="connsiteX122" fmla="*/ 386326 w 2462545"/>
                <a:gd name="connsiteY122" fmla="*/ 96687 h 711200"/>
                <a:gd name="connsiteX123" fmla="*/ 386328 w 2462545"/>
                <a:gd name="connsiteY123" fmla="*/ 96687 h 711200"/>
                <a:gd name="connsiteX124" fmla="*/ 434671 w 2462545"/>
                <a:gd name="connsiteY124" fmla="*/ 48344 h 711200"/>
                <a:gd name="connsiteX125" fmla="*/ 386328 w 2462545"/>
                <a:gd name="connsiteY125" fmla="*/ 0 h 711200"/>
                <a:gd name="connsiteX126" fmla="*/ 724309 w 2462545"/>
                <a:gd name="connsiteY126" fmla="*/ 0 h 711200"/>
                <a:gd name="connsiteX127" fmla="*/ 724307 w 2462545"/>
                <a:gd name="connsiteY127" fmla="*/ 0 h 711200"/>
                <a:gd name="connsiteX128" fmla="*/ 675964 w 2462545"/>
                <a:gd name="connsiteY128" fmla="*/ 48344 h 711200"/>
                <a:gd name="connsiteX129" fmla="*/ 724307 w 2462545"/>
                <a:gd name="connsiteY129" fmla="*/ 96687 h 711200"/>
                <a:gd name="connsiteX130" fmla="*/ 724309 w 2462545"/>
                <a:gd name="connsiteY130" fmla="*/ 96687 h 711200"/>
                <a:gd name="connsiteX131" fmla="*/ 772652 w 2462545"/>
                <a:gd name="connsiteY131" fmla="*/ 48344 h 711200"/>
                <a:gd name="connsiteX132" fmla="*/ 724309 w 2462545"/>
                <a:gd name="connsiteY132" fmla="*/ 0 h 711200"/>
                <a:gd name="connsiteX133" fmla="*/ 1062291 w 2462545"/>
                <a:gd name="connsiteY133" fmla="*/ 0 h 711200"/>
                <a:gd name="connsiteX134" fmla="*/ 1062289 w 2462545"/>
                <a:gd name="connsiteY134" fmla="*/ 0 h 711200"/>
                <a:gd name="connsiteX135" fmla="*/ 1013945 w 2462545"/>
                <a:gd name="connsiteY135" fmla="*/ 48344 h 711200"/>
                <a:gd name="connsiteX136" fmla="*/ 1062289 w 2462545"/>
                <a:gd name="connsiteY136" fmla="*/ 96687 h 711200"/>
                <a:gd name="connsiteX137" fmla="*/ 1062291 w 2462545"/>
                <a:gd name="connsiteY137" fmla="*/ 96687 h 711200"/>
                <a:gd name="connsiteX138" fmla="*/ 1110634 w 2462545"/>
                <a:gd name="connsiteY138" fmla="*/ 48344 h 711200"/>
                <a:gd name="connsiteX139" fmla="*/ 1062291 w 2462545"/>
                <a:gd name="connsiteY139" fmla="*/ 0 h 711200"/>
                <a:gd name="connsiteX140" fmla="*/ 1400256 w 2462545"/>
                <a:gd name="connsiteY140" fmla="*/ 0 h 711200"/>
                <a:gd name="connsiteX141" fmla="*/ 1400254 w 2462545"/>
                <a:gd name="connsiteY141" fmla="*/ 0 h 711200"/>
                <a:gd name="connsiteX142" fmla="*/ 1351911 w 2462545"/>
                <a:gd name="connsiteY142" fmla="*/ 48344 h 711200"/>
                <a:gd name="connsiteX143" fmla="*/ 1400254 w 2462545"/>
                <a:gd name="connsiteY143" fmla="*/ 96687 h 711200"/>
                <a:gd name="connsiteX144" fmla="*/ 1400256 w 2462545"/>
                <a:gd name="connsiteY144" fmla="*/ 96687 h 711200"/>
                <a:gd name="connsiteX145" fmla="*/ 1448600 w 2462545"/>
                <a:gd name="connsiteY145" fmla="*/ 48344 h 711200"/>
                <a:gd name="connsiteX146" fmla="*/ 1400256 w 2462545"/>
                <a:gd name="connsiteY146" fmla="*/ 0 h 711200"/>
                <a:gd name="connsiteX147" fmla="*/ 1738239 w 2462545"/>
                <a:gd name="connsiteY147" fmla="*/ 0 h 711200"/>
                <a:gd name="connsiteX148" fmla="*/ 1738237 w 2462545"/>
                <a:gd name="connsiteY148" fmla="*/ 0 h 711200"/>
                <a:gd name="connsiteX149" fmla="*/ 1689893 w 2462545"/>
                <a:gd name="connsiteY149" fmla="*/ 48344 h 711200"/>
                <a:gd name="connsiteX150" fmla="*/ 1738237 w 2462545"/>
                <a:gd name="connsiteY150" fmla="*/ 96687 h 711200"/>
                <a:gd name="connsiteX151" fmla="*/ 1738239 w 2462545"/>
                <a:gd name="connsiteY151" fmla="*/ 96687 h 711200"/>
                <a:gd name="connsiteX152" fmla="*/ 1786582 w 2462545"/>
                <a:gd name="connsiteY152" fmla="*/ 48344 h 711200"/>
                <a:gd name="connsiteX153" fmla="*/ 1738239 w 2462545"/>
                <a:gd name="connsiteY153" fmla="*/ 0 h 711200"/>
                <a:gd name="connsiteX154" fmla="*/ 2076220 w 2462545"/>
                <a:gd name="connsiteY154" fmla="*/ 0 h 711200"/>
                <a:gd name="connsiteX155" fmla="*/ 2076218 w 2462545"/>
                <a:gd name="connsiteY155" fmla="*/ 0 h 711200"/>
                <a:gd name="connsiteX156" fmla="*/ 2027875 w 2462545"/>
                <a:gd name="connsiteY156" fmla="*/ 48344 h 711200"/>
                <a:gd name="connsiteX157" fmla="*/ 2076218 w 2462545"/>
                <a:gd name="connsiteY157" fmla="*/ 96687 h 711200"/>
                <a:gd name="connsiteX158" fmla="*/ 2076220 w 2462545"/>
                <a:gd name="connsiteY158" fmla="*/ 96687 h 711200"/>
                <a:gd name="connsiteX159" fmla="*/ 2124564 w 2462545"/>
                <a:gd name="connsiteY159" fmla="*/ 48344 h 711200"/>
                <a:gd name="connsiteX160" fmla="*/ 2076220 w 2462545"/>
                <a:gd name="connsiteY160" fmla="*/ 0 h 711200"/>
                <a:gd name="connsiteX161" fmla="*/ 2414202 w 2462545"/>
                <a:gd name="connsiteY161" fmla="*/ 0 h 711200"/>
                <a:gd name="connsiteX162" fmla="*/ 2414200 w 2462545"/>
                <a:gd name="connsiteY162" fmla="*/ 0 h 711200"/>
                <a:gd name="connsiteX163" fmla="*/ 2365856 w 2462545"/>
                <a:gd name="connsiteY163" fmla="*/ 48344 h 711200"/>
                <a:gd name="connsiteX164" fmla="*/ 2414200 w 2462545"/>
                <a:gd name="connsiteY164" fmla="*/ 96687 h 711200"/>
                <a:gd name="connsiteX165" fmla="*/ 2414202 w 2462545"/>
                <a:gd name="connsiteY165" fmla="*/ 96687 h 711200"/>
                <a:gd name="connsiteX166" fmla="*/ 2462545 w 2462545"/>
                <a:gd name="connsiteY166" fmla="*/ 48344 h 711200"/>
                <a:gd name="connsiteX167" fmla="*/ 2414202 w 2462545"/>
                <a:gd name="connsiteY167" fmla="*/ 0 h 711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</a:cxnLst>
              <a:rect l="l" t="t" r="r" b="b"/>
              <a:pathLst>
                <a:path w="2462545" h="711200">
                  <a:moveTo>
                    <a:pt x="48345" y="614513"/>
                  </a:moveTo>
                  <a:lnTo>
                    <a:pt x="48343" y="614513"/>
                  </a:lnTo>
                  <a:cubicBezTo>
                    <a:pt x="21644" y="614513"/>
                    <a:pt x="0" y="636158"/>
                    <a:pt x="0" y="662857"/>
                  </a:cubicBezTo>
                  <a:cubicBezTo>
                    <a:pt x="0" y="689556"/>
                    <a:pt x="21644" y="711200"/>
                    <a:pt x="48343" y="711200"/>
                  </a:cubicBezTo>
                  <a:lnTo>
                    <a:pt x="48345" y="711200"/>
                  </a:lnTo>
                  <a:cubicBezTo>
                    <a:pt x="75044" y="711200"/>
                    <a:pt x="96689" y="689556"/>
                    <a:pt x="96689" y="662857"/>
                  </a:cubicBezTo>
                  <a:cubicBezTo>
                    <a:pt x="96689" y="636158"/>
                    <a:pt x="75044" y="614513"/>
                    <a:pt x="48345" y="614513"/>
                  </a:cubicBezTo>
                  <a:close/>
                  <a:moveTo>
                    <a:pt x="386328" y="614513"/>
                  </a:moveTo>
                  <a:lnTo>
                    <a:pt x="386326" y="614513"/>
                  </a:lnTo>
                  <a:cubicBezTo>
                    <a:pt x="359627" y="614513"/>
                    <a:pt x="337982" y="636158"/>
                    <a:pt x="337982" y="662857"/>
                  </a:cubicBezTo>
                  <a:cubicBezTo>
                    <a:pt x="337982" y="689556"/>
                    <a:pt x="359627" y="711200"/>
                    <a:pt x="386326" y="711200"/>
                  </a:cubicBezTo>
                  <a:lnTo>
                    <a:pt x="386328" y="711200"/>
                  </a:lnTo>
                  <a:cubicBezTo>
                    <a:pt x="413026" y="711200"/>
                    <a:pt x="434671" y="689556"/>
                    <a:pt x="434671" y="662857"/>
                  </a:cubicBezTo>
                  <a:cubicBezTo>
                    <a:pt x="434671" y="636158"/>
                    <a:pt x="413026" y="614513"/>
                    <a:pt x="386328" y="614513"/>
                  </a:cubicBezTo>
                  <a:close/>
                  <a:moveTo>
                    <a:pt x="724309" y="614513"/>
                  </a:moveTo>
                  <a:lnTo>
                    <a:pt x="724307" y="614513"/>
                  </a:lnTo>
                  <a:cubicBezTo>
                    <a:pt x="697608" y="614513"/>
                    <a:pt x="675964" y="636158"/>
                    <a:pt x="675964" y="662857"/>
                  </a:cubicBezTo>
                  <a:cubicBezTo>
                    <a:pt x="675964" y="689556"/>
                    <a:pt x="697608" y="711200"/>
                    <a:pt x="724307" y="711200"/>
                  </a:cubicBezTo>
                  <a:lnTo>
                    <a:pt x="724309" y="711200"/>
                  </a:lnTo>
                  <a:cubicBezTo>
                    <a:pt x="751008" y="711200"/>
                    <a:pt x="772652" y="689556"/>
                    <a:pt x="772652" y="662857"/>
                  </a:cubicBezTo>
                  <a:cubicBezTo>
                    <a:pt x="772652" y="636158"/>
                    <a:pt x="751008" y="614513"/>
                    <a:pt x="724309" y="614513"/>
                  </a:cubicBezTo>
                  <a:close/>
                  <a:moveTo>
                    <a:pt x="1062291" y="614513"/>
                  </a:moveTo>
                  <a:lnTo>
                    <a:pt x="1062289" y="614513"/>
                  </a:lnTo>
                  <a:cubicBezTo>
                    <a:pt x="1035590" y="614513"/>
                    <a:pt x="1013945" y="636158"/>
                    <a:pt x="1013945" y="662857"/>
                  </a:cubicBezTo>
                  <a:cubicBezTo>
                    <a:pt x="1013945" y="689556"/>
                    <a:pt x="1035590" y="711200"/>
                    <a:pt x="1062289" y="711200"/>
                  </a:cubicBezTo>
                  <a:lnTo>
                    <a:pt x="1062291" y="711200"/>
                  </a:lnTo>
                  <a:cubicBezTo>
                    <a:pt x="1088990" y="711200"/>
                    <a:pt x="1110634" y="689556"/>
                    <a:pt x="1110634" y="662857"/>
                  </a:cubicBezTo>
                  <a:cubicBezTo>
                    <a:pt x="1110634" y="636158"/>
                    <a:pt x="1088990" y="614513"/>
                    <a:pt x="1062291" y="614513"/>
                  </a:cubicBezTo>
                  <a:close/>
                  <a:moveTo>
                    <a:pt x="1400256" y="614513"/>
                  </a:moveTo>
                  <a:lnTo>
                    <a:pt x="1400254" y="614513"/>
                  </a:lnTo>
                  <a:cubicBezTo>
                    <a:pt x="1373555" y="614513"/>
                    <a:pt x="1351911" y="636158"/>
                    <a:pt x="1351911" y="662857"/>
                  </a:cubicBezTo>
                  <a:cubicBezTo>
                    <a:pt x="1351911" y="689556"/>
                    <a:pt x="1373555" y="711200"/>
                    <a:pt x="1400254" y="711200"/>
                  </a:cubicBezTo>
                  <a:lnTo>
                    <a:pt x="1400256" y="711200"/>
                  </a:lnTo>
                  <a:cubicBezTo>
                    <a:pt x="1426955" y="711200"/>
                    <a:pt x="1448600" y="689556"/>
                    <a:pt x="1448600" y="662857"/>
                  </a:cubicBezTo>
                  <a:cubicBezTo>
                    <a:pt x="1448600" y="636158"/>
                    <a:pt x="1426955" y="614513"/>
                    <a:pt x="1400256" y="614513"/>
                  </a:cubicBezTo>
                  <a:close/>
                  <a:moveTo>
                    <a:pt x="1738239" y="614513"/>
                  </a:moveTo>
                  <a:lnTo>
                    <a:pt x="1738237" y="614513"/>
                  </a:lnTo>
                  <a:cubicBezTo>
                    <a:pt x="1711538" y="614513"/>
                    <a:pt x="1689893" y="636158"/>
                    <a:pt x="1689893" y="662857"/>
                  </a:cubicBezTo>
                  <a:cubicBezTo>
                    <a:pt x="1689893" y="689556"/>
                    <a:pt x="1711538" y="711200"/>
                    <a:pt x="1738237" y="711200"/>
                  </a:cubicBezTo>
                  <a:lnTo>
                    <a:pt x="1738239" y="711200"/>
                  </a:lnTo>
                  <a:cubicBezTo>
                    <a:pt x="1764938" y="711200"/>
                    <a:pt x="1786582" y="689556"/>
                    <a:pt x="1786582" y="662857"/>
                  </a:cubicBezTo>
                  <a:cubicBezTo>
                    <a:pt x="1786582" y="636158"/>
                    <a:pt x="1764938" y="614513"/>
                    <a:pt x="1738239" y="614513"/>
                  </a:cubicBezTo>
                  <a:close/>
                  <a:moveTo>
                    <a:pt x="2076220" y="614513"/>
                  </a:moveTo>
                  <a:lnTo>
                    <a:pt x="2076218" y="614513"/>
                  </a:lnTo>
                  <a:cubicBezTo>
                    <a:pt x="2049519" y="614513"/>
                    <a:pt x="2027875" y="636158"/>
                    <a:pt x="2027875" y="662857"/>
                  </a:cubicBezTo>
                  <a:cubicBezTo>
                    <a:pt x="2027875" y="689556"/>
                    <a:pt x="2049519" y="711200"/>
                    <a:pt x="2076218" y="711200"/>
                  </a:cubicBezTo>
                  <a:lnTo>
                    <a:pt x="2076220" y="711200"/>
                  </a:lnTo>
                  <a:cubicBezTo>
                    <a:pt x="2102919" y="711200"/>
                    <a:pt x="2124564" y="689556"/>
                    <a:pt x="2124564" y="662857"/>
                  </a:cubicBezTo>
                  <a:cubicBezTo>
                    <a:pt x="2124564" y="636158"/>
                    <a:pt x="2102919" y="614513"/>
                    <a:pt x="2076220" y="614513"/>
                  </a:cubicBezTo>
                  <a:close/>
                  <a:moveTo>
                    <a:pt x="2414202" y="614513"/>
                  </a:moveTo>
                  <a:lnTo>
                    <a:pt x="2414200" y="614513"/>
                  </a:lnTo>
                  <a:cubicBezTo>
                    <a:pt x="2387501" y="614513"/>
                    <a:pt x="2365856" y="636158"/>
                    <a:pt x="2365856" y="662857"/>
                  </a:cubicBezTo>
                  <a:cubicBezTo>
                    <a:pt x="2365856" y="689556"/>
                    <a:pt x="2387501" y="711200"/>
                    <a:pt x="2414200" y="711200"/>
                  </a:cubicBezTo>
                  <a:lnTo>
                    <a:pt x="2414202" y="711200"/>
                  </a:lnTo>
                  <a:cubicBezTo>
                    <a:pt x="2440900" y="711200"/>
                    <a:pt x="2462545" y="689556"/>
                    <a:pt x="2462545" y="662857"/>
                  </a:cubicBezTo>
                  <a:cubicBezTo>
                    <a:pt x="2462545" y="636158"/>
                    <a:pt x="2440900" y="614513"/>
                    <a:pt x="2414202" y="614513"/>
                  </a:cubicBezTo>
                  <a:close/>
                  <a:moveTo>
                    <a:pt x="48345" y="307257"/>
                  </a:moveTo>
                  <a:lnTo>
                    <a:pt x="48343" y="307257"/>
                  </a:lnTo>
                  <a:cubicBezTo>
                    <a:pt x="21644" y="307257"/>
                    <a:pt x="0" y="328901"/>
                    <a:pt x="0" y="355600"/>
                  </a:cubicBezTo>
                  <a:cubicBezTo>
                    <a:pt x="0" y="382299"/>
                    <a:pt x="21644" y="403944"/>
                    <a:pt x="48343" y="403944"/>
                  </a:cubicBezTo>
                  <a:lnTo>
                    <a:pt x="48345" y="403944"/>
                  </a:lnTo>
                  <a:cubicBezTo>
                    <a:pt x="75044" y="403944"/>
                    <a:pt x="96689" y="382299"/>
                    <a:pt x="96689" y="355600"/>
                  </a:cubicBezTo>
                  <a:cubicBezTo>
                    <a:pt x="96689" y="328901"/>
                    <a:pt x="75044" y="307257"/>
                    <a:pt x="48345" y="307257"/>
                  </a:cubicBezTo>
                  <a:close/>
                  <a:moveTo>
                    <a:pt x="386328" y="307257"/>
                  </a:moveTo>
                  <a:lnTo>
                    <a:pt x="386326" y="307257"/>
                  </a:lnTo>
                  <a:cubicBezTo>
                    <a:pt x="359627" y="307257"/>
                    <a:pt x="337982" y="328901"/>
                    <a:pt x="337982" y="355600"/>
                  </a:cubicBezTo>
                  <a:cubicBezTo>
                    <a:pt x="337982" y="382299"/>
                    <a:pt x="359627" y="403944"/>
                    <a:pt x="386326" y="403944"/>
                  </a:cubicBezTo>
                  <a:lnTo>
                    <a:pt x="386328" y="403944"/>
                  </a:lnTo>
                  <a:cubicBezTo>
                    <a:pt x="413026" y="403944"/>
                    <a:pt x="434671" y="382299"/>
                    <a:pt x="434671" y="355600"/>
                  </a:cubicBezTo>
                  <a:cubicBezTo>
                    <a:pt x="434671" y="328901"/>
                    <a:pt x="413026" y="307257"/>
                    <a:pt x="386328" y="307257"/>
                  </a:cubicBezTo>
                  <a:close/>
                  <a:moveTo>
                    <a:pt x="724309" y="307257"/>
                  </a:moveTo>
                  <a:lnTo>
                    <a:pt x="724307" y="307257"/>
                  </a:lnTo>
                  <a:cubicBezTo>
                    <a:pt x="697608" y="307257"/>
                    <a:pt x="675964" y="328901"/>
                    <a:pt x="675964" y="355600"/>
                  </a:cubicBezTo>
                  <a:cubicBezTo>
                    <a:pt x="675964" y="382299"/>
                    <a:pt x="697608" y="403944"/>
                    <a:pt x="724307" y="403944"/>
                  </a:cubicBezTo>
                  <a:lnTo>
                    <a:pt x="724309" y="403944"/>
                  </a:lnTo>
                  <a:cubicBezTo>
                    <a:pt x="751008" y="403944"/>
                    <a:pt x="772652" y="382299"/>
                    <a:pt x="772652" y="355600"/>
                  </a:cubicBezTo>
                  <a:cubicBezTo>
                    <a:pt x="772652" y="328901"/>
                    <a:pt x="751008" y="307257"/>
                    <a:pt x="724309" y="307257"/>
                  </a:cubicBezTo>
                  <a:close/>
                  <a:moveTo>
                    <a:pt x="1062291" y="307257"/>
                  </a:moveTo>
                  <a:lnTo>
                    <a:pt x="1062289" y="307257"/>
                  </a:lnTo>
                  <a:cubicBezTo>
                    <a:pt x="1035590" y="307257"/>
                    <a:pt x="1013945" y="328901"/>
                    <a:pt x="1013945" y="355600"/>
                  </a:cubicBezTo>
                  <a:cubicBezTo>
                    <a:pt x="1013945" y="382299"/>
                    <a:pt x="1035590" y="403944"/>
                    <a:pt x="1062289" y="403944"/>
                  </a:cubicBezTo>
                  <a:lnTo>
                    <a:pt x="1062291" y="403944"/>
                  </a:lnTo>
                  <a:cubicBezTo>
                    <a:pt x="1088990" y="403944"/>
                    <a:pt x="1110634" y="382299"/>
                    <a:pt x="1110634" y="355600"/>
                  </a:cubicBezTo>
                  <a:cubicBezTo>
                    <a:pt x="1110634" y="328901"/>
                    <a:pt x="1088990" y="307257"/>
                    <a:pt x="1062291" y="307257"/>
                  </a:cubicBezTo>
                  <a:close/>
                  <a:moveTo>
                    <a:pt x="1400256" y="307257"/>
                  </a:moveTo>
                  <a:lnTo>
                    <a:pt x="1400254" y="307257"/>
                  </a:lnTo>
                  <a:cubicBezTo>
                    <a:pt x="1373555" y="307257"/>
                    <a:pt x="1351911" y="328901"/>
                    <a:pt x="1351911" y="355600"/>
                  </a:cubicBezTo>
                  <a:cubicBezTo>
                    <a:pt x="1351911" y="382299"/>
                    <a:pt x="1373555" y="403944"/>
                    <a:pt x="1400254" y="403944"/>
                  </a:cubicBezTo>
                  <a:lnTo>
                    <a:pt x="1400256" y="403944"/>
                  </a:lnTo>
                  <a:cubicBezTo>
                    <a:pt x="1426955" y="403944"/>
                    <a:pt x="1448600" y="382299"/>
                    <a:pt x="1448600" y="355600"/>
                  </a:cubicBezTo>
                  <a:cubicBezTo>
                    <a:pt x="1448600" y="328901"/>
                    <a:pt x="1426955" y="307257"/>
                    <a:pt x="1400256" y="307257"/>
                  </a:cubicBezTo>
                  <a:close/>
                  <a:moveTo>
                    <a:pt x="1738239" y="307257"/>
                  </a:moveTo>
                  <a:lnTo>
                    <a:pt x="1738237" y="307257"/>
                  </a:lnTo>
                  <a:cubicBezTo>
                    <a:pt x="1711538" y="307257"/>
                    <a:pt x="1689893" y="328901"/>
                    <a:pt x="1689893" y="355600"/>
                  </a:cubicBezTo>
                  <a:cubicBezTo>
                    <a:pt x="1689893" y="382299"/>
                    <a:pt x="1711538" y="403944"/>
                    <a:pt x="1738237" y="403944"/>
                  </a:cubicBezTo>
                  <a:lnTo>
                    <a:pt x="1738239" y="403944"/>
                  </a:lnTo>
                  <a:cubicBezTo>
                    <a:pt x="1764938" y="403944"/>
                    <a:pt x="1786582" y="382299"/>
                    <a:pt x="1786582" y="355600"/>
                  </a:cubicBezTo>
                  <a:cubicBezTo>
                    <a:pt x="1786582" y="328901"/>
                    <a:pt x="1764938" y="307257"/>
                    <a:pt x="1738239" y="307257"/>
                  </a:cubicBezTo>
                  <a:close/>
                  <a:moveTo>
                    <a:pt x="2076220" y="307257"/>
                  </a:moveTo>
                  <a:lnTo>
                    <a:pt x="2076218" y="307257"/>
                  </a:lnTo>
                  <a:cubicBezTo>
                    <a:pt x="2049519" y="307257"/>
                    <a:pt x="2027875" y="328901"/>
                    <a:pt x="2027875" y="355600"/>
                  </a:cubicBezTo>
                  <a:cubicBezTo>
                    <a:pt x="2027875" y="382299"/>
                    <a:pt x="2049519" y="403944"/>
                    <a:pt x="2076218" y="403944"/>
                  </a:cubicBezTo>
                  <a:lnTo>
                    <a:pt x="2076220" y="403944"/>
                  </a:lnTo>
                  <a:cubicBezTo>
                    <a:pt x="2102919" y="403944"/>
                    <a:pt x="2124564" y="382299"/>
                    <a:pt x="2124564" y="355600"/>
                  </a:cubicBezTo>
                  <a:cubicBezTo>
                    <a:pt x="2124564" y="328901"/>
                    <a:pt x="2102919" y="307257"/>
                    <a:pt x="2076220" y="307257"/>
                  </a:cubicBezTo>
                  <a:close/>
                  <a:moveTo>
                    <a:pt x="2414202" y="307257"/>
                  </a:moveTo>
                  <a:lnTo>
                    <a:pt x="2414200" y="307257"/>
                  </a:lnTo>
                  <a:cubicBezTo>
                    <a:pt x="2387501" y="307257"/>
                    <a:pt x="2365856" y="328901"/>
                    <a:pt x="2365856" y="355600"/>
                  </a:cubicBezTo>
                  <a:cubicBezTo>
                    <a:pt x="2365856" y="382299"/>
                    <a:pt x="2387501" y="403944"/>
                    <a:pt x="2414200" y="403944"/>
                  </a:cubicBezTo>
                  <a:lnTo>
                    <a:pt x="2414202" y="403944"/>
                  </a:lnTo>
                  <a:cubicBezTo>
                    <a:pt x="2440900" y="403944"/>
                    <a:pt x="2462545" y="382299"/>
                    <a:pt x="2462545" y="355600"/>
                  </a:cubicBezTo>
                  <a:cubicBezTo>
                    <a:pt x="2462545" y="328901"/>
                    <a:pt x="2440900" y="307257"/>
                    <a:pt x="2414202" y="307257"/>
                  </a:cubicBezTo>
                  <a:close/>
                  <a:moveTo>
                    <a:pt x="48345" y="0"/>
                  </a:moveTo>
                  <a:lnTo>
                    <a:pt x="48343" y="0"/>
                  </a:lnTo>
                  <a:cubicBezTo>
                    <a:pt x="21644" y="0"/>
                    <a:pt x="0" y="21645"/>
                    <a:pt x="0" y="48344"/>
                  </a:cubicBezTo>
                  <a:cubicBezTo>
                    <a:pt x="0" y="75043"/>
                    <a:pt x="21644" y="96687"/>
                    <a:pt x="48343" y="96687"/>
                  </a:cubicBezTo>
                  <a:lnTo>
                    <a:pt x="48345" y="96687"/>
                  </a:lnTo>
                  <a:cubicBezTo>
                    <a:pt x="75044" y="96687"/>
                    <a:pt x="96689" y="75043"/>
                    <a:pt x="96689" y="48344"/>
                  </a:cubicBezTo>
                  <a:cubicBezTo>
                    <a:pt x="96689" y="21645"/>
                    <a:pt x="75044" y="0"/>
                    <a:pt x="48345" y="0"/>
                  </a:cubicBezTo>
                  <a:close/>
                  <a:moveTo>
                    <a:pt x="386328" y="0"/>
                  </a:moveTo>
                  <a:lnTo>
                    <a:pt x="386326" y="0"/>
                  </a:lnTo>
                  <a:cubicBezTo>
                    <a:pt x="359627" y="0"/>
                    <a:pt x="337982" y="21645"/>
                    <a:pt x="337982" y="48344"/>
                  </a:cubicBezTo>
                  <a:cubicBezTo>
                    <a:pt x="337982" y="75043"/>
                    <a:pt x="359627" y="96687"/>
                    <a:pt x="386326" y="96687"/>
                  </a:cubicBezTo>
                  <a:lnTo>
                    <a:pt x="386328" y="96687"/>
                  </a:lnTo>
                  <a:cubicBezTo>
                    <a:pt x="413026" y="96687"/>
                    <a:pt x="434671" y="75043"/>
                    <a:pt x="434671" y="48344"/>
                  </a:cubicBezTo>
                  <a:cubicBezTo>
                    <a:pt x="434671" y="21645"/>
                    <a:pt x="413026" y="0"/>
                    <a:pt x="386328" y="0"/>
                  </a:cubicBezTo>
                  <a:close/>
                  <a:moveTo>
                    <a:pt x="724309" y="0"/>
                  </a:moveTo>
                  <a:lnTo>
                    <a:pt x="724307" y="0"/>
                  </a:lnTo>
                  <a:cubicBezTo>
                    <a:pt x="697608" y="0"/>
                    <a:pt x="675964" y="21645"/>
                    <a:pt x="675964" y="48344"/>
                  </a:cubicBezTo>
                  <a:cubicBezTo>
                    <a:pt x="675964" y="75043"/>
                    <a:pt x="697608" y="96687"/>
                    <a:pt x="724307" y="96687"/>
                  </a:cubicBezTo>
                  <a:lnTo>
                    <a:pt x="724309" y="96687"/>
                  </a:lnTo>
                  <a:cubicBezTo>
                    <a:pt x="751008" y="96687"/>
                    <a:pt x="772652" y="75043"/>
                    <a:pt x="772652" y="48344"/>
                  </a:cubicBezTo>
                  <a:cubicBezTo>
                    <a:pt x="772652" y="21645"/>
                    <a:pt x="751008" y="0"/>
                    <a:pt x="724309" y="0"/>
                  </a:cubicBezTo>
                  <a:close/>
                  <a:moveTo>
                    <a:pt x="1062291" y="0"/>
                  </a:moveTo>
                  <a:lnTo>
                    <a:pt x="1062289" y="0"/>
                  </a:lnTo>
                  <a:cubicBezTo>
                    <a:pt x="1035590" y="0"/>
                    <a:pt x="1013945" y="21645"/>
                    <a:pt x="1013945" y="48344"/>
                  </a:cubicBezTo>
                  <a:cubicBezTo>
                    <a:pt x="1013945" y="75043"/>
                    <a:pt x="1035590" y="96687"/>
                    <a:pt x="1062289" y="96687"/>
                  </a:cubicBezTo>
                  <a:lnTo>
                    <a:pt x="1062291" y="96687"/>
                  </a:lnTo>
                  <a:cubicBezTo>
                    <a:pt x="1088990" y="96687"/>
                    <a:pt x="1110634" y="75043"/>
                    <a:pt x="1110634" y="48344"/>
                  </a:cubicBezTo>
                  <a:cubicBezTo>
                    <a:pt x="1110634" y="21645"/>
                    <a:pt x="1088990" y="0"/>
                    <a:pt x="1062291" y="0"/>
                  </a:cubicBezTo>
                  <a:close/>
                  <a:moveTo>
                    <a:pt x="1400256" y="0"/>
                  </a:moveTo>
                  <a:lnTo>
                    <a:pt x="1400254" y="0"/>
                  </a:lnTo>
                  <a:cubicBezTo>
                    <a:pt x="1373555" y="0"/>
                    <a:pt x="1351911" y="21645"/>
                    <a:pt x="1351911" y="48344"/>
                  </a:cubicBezTo>
                  <a:cubicBezTo>
                    <a:pt x="1351911" y="75043"/>
                    <a:pt x="1373555" y="96687"/>
                    <a:pt x="1400254" y="96687"/>
                  </a:cubicBezTo>
                  <a:lnTo>
                    <a:pt x="1400256" y="96687"/>
                  </a:lnTo>
                  <a:cubicBezTo>
                    <a:pt x="1426955" y="96687"/>
                    <a:pt x="1448600" y="75043"/>
                    <a:pt x="1448600" y="48344"/>
                  </a:cubicBezTo>
                  <a:cubicBezTo>
                    <a:pt x="1448600" y="21645"/>
                    <a:pt x="1426955" y="0"/>
                    <a:pt x="1400256" y="0"/>
                  </a:cubicBezTo>
                  <a:close/>
                  <a:moveTo>
                    <a:pt x="1738239" y="0"/>
                  </a:moveTo>
                  <a:lnTo>
                    <a:pt x="1738237" y="0"/>
                  </a:lnTo>
                  <a:cubicBezTo>
                    <a:pt x="1711538" y="0"/>
                    <a:pt x="1689893" y="21645"/>
                    <a:pt x="1689893" y="48344"/>
                  </a:cubicBezTo>
                  <a:cubicBezTo>
                    <a:pt x="1689893" y="75043"/>
                    <a:pt x="1711538" y="96687"/>
                    <a:pt x="1738237" y="96687"/>
                  </a:cubicBezTo>
                  <a:lnTo>
                    <a:pt x="1738239" y="96687"/>
                  </a:lnTo>
                  <a:cubicBezTo>
                    <a:pt x="1764938" y="96687"/>
                    <a:pt x="1786582" y="75043"/>
                    <a:pt x="1786582" y="48344"/>
                  </a:cubicBezTo>
                  <a:cubicBezTo>
                    <a:pt x="1786582" y="21645"/>
                    <a:pt x="1764938" y="0"/>
                    <a:pt x="1738239" y="0"/>
                  </a:cubicBezTo>
                  <a:close/>
                  <a:moveTo>
                    <a:pt x="2076220" y="0"/>
                  </a:moveTo>
                  <a:lnTo>
                    <a:pt x="2076218" y="0"/>
                  </a:lnTo>
                  <a:cubicBezTo>
                    <a:pt x="2049519" y="0"/>
                    <a:pt x="2027875" y="21645"/>
                    <a:pt x="2027875" y="48344"/>
                  </a:cubicBezTo>
                  <a:cubicBezTo>
                    <a:pt x="2027875" y="75043"/>
                    <a:pt x="2049519" y="96687"/>
                    <a:pt x="2076218" y="96687"/>
                  </a:cubicBezTo>
                  <a:lnTo>
                    <a:pt x="2076220" y="96687"/>
                  </a:lnTo>
                  <a:cubicBezTo>
                    <a:pt x="2102919" y="96687"/>
                    <a:pt x="2124564" y="75043"/>
                    <a:pt x="2124564" y="48344"/>
                  </a:cubicBezTo>
                  <a:cubicBezTo>
                    <a:pt x="2124564" y="21645"/>
                    <a:pt x="2102919" y="0"/>
                    <a:pt x="2076220" y="0"/>
                  </a:cubicBezTo>
                  <a:close/>
                  <a:moveTo>
                    <a:pt x="2414202" y="0"/>
                  </a:moveTo>
                  <a:lnTo>
                    <a:pt x="2414200" y="0"/>
                  </a:lnTo>
                  <a:cubicBezTo>
                    <a:pt x="2387501" y="0"/>
                    <a:pt x="2365856" y="21645"/>
                    <a:pt x="2365856" y="48344"/>
                  </a:cubicBezTo>
                  <a:cubicBezTo>
                    <a:pt x="2365856" y="75043"/>
                    <a:pt x="2387501" y="96687"/>
                    <a:pt x="2414200" y="96687"/>
                  </a:cubicBezTo>
                  <a:lnTo>
                    <a:pt x="2414202" y="96687"/>
                  </a:lnTo>
                  <a:cubicBezTo>
                    <a:pt x="2440900" y="96687"/>
                    <a:pt x="2462545" y="75043"/>
                    <a:pt x="2462545" y="48344"/>
                  </a:cubicBezTo>
                  <a:cubicBezTo>
                    <a:pt x="2462545" y="21645"/>
                    <a:pt x="2440900" y="0"/>
                    <a:pt x="2414202" y="0"/>
                  </a:cubicBezTo>
                  <a:close/>
                </a:path>
              </a:pathLst>
            </a:custGeom>
            <a:gradFill flip="none" rotWithShape="1">
              <a:gsLst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  <a:gs pos="20000">
                  <a:schemeClr val="accent1"/>
                </a:gs>
              </a:gsLst>
              <a:lin ang="2700000" scaled="1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zh-CN" altLang="en-US"/>
            </a:p>
          </p:txBody>
        </p:sp>
        <p:sp>
          <p:nvSpPr>
            <p:cNvPr id="9" name="任意多边形: 形状 8">
              <a:extLst>
                <a:ext uri="{FF2B5EF4-FFF2-40B4-BE49-F238E27FC236}">
                  <a16:creationId xmlns:a16="http://schemas.microsoft.com/office/drawing/2014/main" id="{DF328F51-9ED1-24B4-414A-09F4BB7B1F8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60400" y="4080731"/>
              <a:ext cx="1260000" cy="284884"/>
            </a:xfrm>
            <a:custGeom>
              <a:avLst/>
              <a:gdLst>
                <a:gd name="connsiteX0" fmla="*/ 35338 w 1305904"/>
                <a:gd name="connsiteY0" fmla="*/ 224590 h 295263"/>
                <a:gd name="connsiteX1" fmla="*/ 35336 w 1305904"/>
                <a:gd name="connsiteY1" fmla="*/ 224590 h 295263"/>
                <a:gd name="connsiteX2" fmla="*/ 0 w 1305904"/>
                <a:gd name="connsiteY2" fmla="*/ 259927 h 295263"/>
                <a:gd name="connsiteX3" fmla="*/ 35336 w 1305904"/>
                <a:gd name="connsiteY3" fmla="*/ 295263 h 295263"/>
                <a:gd name="connsiteX4" fmla="*/ 35338 w 1305904"/>
                <a:gd name="connsiteY4" fmla="*/ 295263 h 295263"/>
                <a:gd name="connsiteX5" fmla="*/ 70675 w 1305904"/>
                <a:gd name="connsiteY5" fmla="*/ 259927 h 295263"/>
                <a:gd name="connsiteX6" fmla="*/ 35338 w 1305904"/>
                <a:gd name="connsiteY6" fmla="*/ 224590 h 295263"/>
                <a:gd name="connsiteX7" fmla="*/ 282387 w 1305904"/>
                <a:gd name="connsiteY7" fmla="*/ 224590 h 295263"/>
                <a:gd name="connsiteX8" fmla="*/ 282385 w 1305904"/>
                <a:gd name="connsiteY8" fmla="*/ 224590 h 295263"/>
                <a:gd name="connsiteX9" fmla="*/ 247048 w 1305904"/>
                <a:gd name="connsiteY9" fmla="*/ 259927 h 295263"/>
                <a:gd name="connsiteX10" fmla="*/ 282385 w 1305904"/>
                <a:gd name="connsiteY10" fmla="*/ 295263 h 295263"/>
                <a:gd name="connsiteX11" fmla="*/ 282387 w 1305904"/>
                <a:gd name="connsiteY11" fmla="*/ 295263 h 295263"/>
                <a:gd name="connsiteX12" fmla="*/ 317723 w 1305904"/>
                <a:gd name="connsiteY12" fmla="*/ 259927 h 295263"/>
                <a:gd name="connsiteX13" fmla="*/ 282387 w 1305904"/>
                <a:gd name="connsiteY13" fmla="*/ 224590 h 295263"/>
                <a:gd name="connsiteX14" fmla="*/ 529434 w 1305904"/>
                <a:gd name="connsiteY14" fmla="*/ 224590 h 295263"/>
                <a:gd name="connsiteX15" fmla="*/ 529433 w 1305904"/>
                <a:gd name="connsiteY15" fmla="*/ 224590 h 295263"/>
                <a:gd name="connsiteX16" fmla="*/ 494097 w 1305904"/>
                <a:gd name="connsiteY16" fmla="*/ 259927 h 295263"/>
                <a:gd name="connsiteX17" fmla="*/ 529433 w 1305904"/>
                <a:gd name="connsiteY17" fmla="*/ 295263 h 295263"/>
                <a:gd name="connsiteX18" fmla="*/ 529434 w 1305904"/>
                <a:gd name="connsiteY18" fmla="*/ 295263 h 295263"/>
                <a:gd name="connsiteX19" fmla="*/ 564771 w 1305904"/>
                <a:gd name="connsiteY19" fmla="*/ 259927 h 295263"/>
                <a:gd name="connsiteX20" fmla="*/ 529434 w 1305904"/>
                <a:gd name="connsiteY20" fmla="*/ 224590 h 295263"/>
                <a:gd name="connsiteX21" fmla="*/ 776483 w 1305904"/>
                <a:gd name="connsiteY21" fmla="*/ 224590 h 295263"/>
                <a:gd name="connsiteX22" fmla="*/ 776481 w 1305904"/>
                <a:gd name="connsiteY22" fmla="*/ 224590 h 295263"/>
                <a:gd name="connsiteX23" fmla="*/ 741144 w 1305904"/>
                <a:gd name="connsiteY23" fmla="*/ 259927 h 295263"/>
                <a:gd name="connsiteX24" fmla="*/ 776481 w 1305904"/>
                <a:gd name="connsiteY24" fmla="*/ 295263 h 295263"/>
                <a:gd name="connsiteX25" fmla="*/ 776483 w 1305904"/>
                <a:gd name="connsiteY25" fmla="*/ 295263 h 295263"/>
                <a:gd name="connsiteX26" fmla="*/ 811819 w 1305904"/>
                <a:gd name="connsiteY26" fmla="*/ 259927 h 295263"/>
                <a:gd name="connsiteX27" fmla="*/ 776483 w 1305904"/>
                <a:gd name="connsiteY27" fmla="*/ 224590 h 295263"/>
                <a:gd name="connsiteX28" fmla="*/ 1023519 w 1305904"/>
                <a:gd name="connsiteY28" fmla="*/ 224590 h 295263"/>
                <a:gd name="connsiteX29" fmla="*/ 1023517 w 1305904"/>
                <a:gd name="connsiteY29" fmla="*/ 224590 h 295263"/>
                <a:gd name="connsiteX30" fmla="*/ 988181 w 1305904"/>
                <a:gd name="connsiteY30" fmla="*/ 259927 h 295263"/>
                <a:gd name="connsiteX31" fmla="*/ 1023517 w 1305904"/>
                <a:gd name="connsiteY31" fmla="*/ 295263 h 295263"/>
                <a:gd name="connsiteX32" fmla="*/ 1023519 w 1305904"/>
                <a:gd name="connsiteY32" fmla="*/ 295263 h 295263"/>
                <a:gd name="connsiteX33" fmla="*/ 1058856 w 1305904"/>
                <a:gd name="connsiteY33" fmla="*/ 259927 h 295263"/>
                <a:gd name="connsiteX34" fmla="*/ 1023519 w 1305904"/>
                <a:gd name="connsiteY34" fmla="*/ 224590 h 295263"/>
                <a:gd name="connsiteX35" fmla="*/ 1270568 w 1305904"/>
                <a:gd name="connsiteY35" fmla="*/ 224590 h 295263"/>
                <a:gd name="connsiteX36" fmla="*/ 1270566 w 1305904"/>
                <a:gd name="connsiteY36" fmla="*/ 224590 h 295263"/>
                <a:gd name="connsiteX37" fmla="*/ 1235229 w 1305904"/>
                <a:gd name="connsiteY37" fmla="*/ 259927 h 295263"/>
                <a:gd name="connsiteX38" fmla="*/ 1270566 w 1305904"/>
                <a:gd name="connsiteY38" fmla="*/ 295263 h 295263"/>
                <a:gd name="connsiteX39" fmla="*/ 1270568 w 1305904"/>
                <a:gd name="connsiteY39" fmla="*/ 295263 h 295263"/>
                <a:gd name="connsiteX40" fmla="*/ 1305904 w 1305904"/>
                <a:gd name="connsiteY40" fmla="*/ 259927 h 295263"/>
                <a:gd name="connsiteX41" fmla="*/ 1270568 w 1305904"/>
                <a:gd name="connsiteY41" fmla="*/ 224590 h 295263"/>
                <a:gd name="connsiteX42" fmla="*/ 35338 w 1305904"/>
                <a:gd name="connsiteY42" fmla="*/ 0 h 295263"/>
                <a:gd name="connsiteX43" fmla="*/ 35336 w 1305904"/>
                <a:gd name="connsiteY43" fmla="*/ 0 h 295263"/>
                <a:gd name="connsiteX44" fmla="*/ 0 w 1305904"/>
                <a:gd name="connsiteY44" fmla="*/ 35337 h 295263"/>
                <a:gd name="connsiteX45" fmla="*/ 35336 w 1305904"/>
                <a:gd name="connsiteY45" fmla="*/ 70674 h 295263"/>
                <a:gd name="connsiteX46" fmla="*/ 35338 w 1305904"/>
                <a:gd name="connsiteY46" fmla="*/ 70674 h 295263"/>
                <a:gd name="connsiteX47" fmla="*/ 70675 w 1305904"/>
                <a:gd name="connsiteY47" fmla="*/ 35337 h 295263"/>
                <a:gd name="connsiteX48" fmla="*/ 35338 w 1305904"/>
                <a:gd name="connsiteY48" fmla="*/ 0 h 295263"/>
                <a:gd name="connsiteX49" fmla="*/ 282387 w 1305904"/>
                <a:gd name="connsiteY49" fmla="*/ 0 h 295263"/>
                <a:gd name="connsiteX50" fmla="*/ 282385 w 1305904"/>
                <a:gd name="connsiteY50" fmla="*/ 0 h 295263"/>
                <a:gd name="connsiteX51" fmla="*/ 247048 w 1305904"/>
                <a:gd name="connsiteY51" fmla="*/ 35337 h 295263"/>
                <a:gd name="connsiteX52" fmla="*/ 282385 w 1305904"/>
                <a:gd name="connsiteY52" fmla="*/ 70674 h 295263"/>
                <a:gd name="connsiteX53" fmla="*/ 282387 w 1305904"/>
                <a:gd name="connsiteY53" fmla="*/ 70674 h 295263"/>
                <a:gd name="connsiteX54" fmla="*/ 317723 w 1305904"/>
                <a:gd name="connsiteY54" fmla="*/ 35337 h 295263"/>
                <a:gd name="connsiteX55" fmla="*/ 282387 w 1305904"/>
                <a:gd name="connsiteY55" fmla="*/ 0 h 295263"/>
                <a:gd name="connsiteX56" fmla="*/ 529434 w 1305904"/>
                <a:gd name="connsiteY56" fmla="*/ 0 h 295263"/>
                <a:gd name="connsiteX57" fmla="*/ 529433 w 1305904"/>
                <a:gd name="connsiteY57" fmla="*/ 0 h 295263"/>
                <a:gd name="connsiteX58" fmla="*/ 494097 w 1305904"/>
                <a:gd name="connsiteY58" fmla="*/ 35337 h 295263"/>
                <a:gd name="connsiteX59" fmla="*/ 529433 w 1305904"/>
                <a:gd name="connsiteY59" fmla="*/ 70674 h 295263"/>
                <a:gd name="connsiteX60" fmla="*/ 529434 w 1305904"/>
                <a:gd name="connsiteY60" fmla="*/ 70674 h 295263"/>
                <a:gd name="connsiteX61" fmla="*/ 564771 w 1305904"/>
                <a:gd name="connsiteY61" fmla="*/ 35337 h 295263"/>
                <a:gd name="connsiteX62" fmla="*/ 529434 w 1305904"/>
                <a:gd name="connsiteY62" fmla="*/ 0 h 295263"/>
                <a:gd name="connsiteX63" fmla="*/ 776483 w 1305904"/>
                <a:gd name="connsiteY63" fmla="*/ 0 h 295263"/>
                <a:gd name="connsiteX64" fmla="*/ 776481 w 1305904"/>
                <a:gd name="connsiteY64" fmla="*/ 0 h 295263"/>
                <a:gd name="connsiteX65" fmla="*/ 741144 w 1305904"/>
                <a:gd name="connsiteY65" fmla="*/ 35337 h 295263"/>
                <a:gd name="connsiteX66" fmla="*/ 776481 w 1305904"/>
                <a:gd name="connsiteY66" fmla="*/ 70674 h 295263"/>
                <a:gd name="connsiteX67" fmla="*/ 776483 w 1305904"/>
                <a:gd name="connsiteY67" fmla="*/ 70674 h 295263"/>
                <a:gd name="connsiteX68" fmla="*/ 811819 w 1305904"/>
                <a:gd name="connsiteY68" fmla="*/ 35337 h 295263"/>
                <a:gd name="connsiteX69" fmla="*/ 776483 w 1305904"/>
                <a:gd name="connsiteY69" fmla="*/ 0 h 295263"/>
                <a:gd name="connsiteX70" fmla="*/ 1023519 w 1305904"/>
                <a:gd name="connsiteY70" fmla="*/ 0 h 295263"/>
                <a:gd name="connsiteX71" fmla="*/ 1023517 w 1305904"/>
                <a:gd name="connsiteY71" fmla="*/ 0 h 295263"/>
                <a:gd name="connsiteX72" fmla="*/ 988181 w 1305904"/>
                <a:gd name="connsiteY72" fmla="*/ 35337 h 295263"/>
                <a:gd name="connsiteX73" fmla="*/ 1023517 w 1305904"/>
                <a:gd name="connsiteY73" fmla="*/ 70674 h 295263"/>
                <a:gd name="connsiteX74" fmla="*/ 1023519 w 1305904"/>
                <a:gd name="connsiteY74" fmla="*/ 70674 h 295263"/>
                <a:gd name="connsiteX75" fmla="*/ 1058856 w 1305904"/>
                <a:gd name="connsiteY75" fmla="*/ 35337 h 295263"/>
                <a:gd name="connsiteX76" fmla="*/ 1023519 w 1305904"/>
                <a:gd name="connsiteY76" fmla="*/ 0 h 295263"/>
                <a:gd name="connsiteX77" fmla="*/ 1270568 w 1305904"/>
                <a:gd name="connsiteY77" fmla="*/ 0 h 295263"/>
                <a:gd name="connsiteX78" fmla="*/ 1270566 w 1305904"/>
                <a:gd name="connsiteY78" fmla="*/ 0 h 295263"/>
                <a:gd name="connsiteX79" fmla="*/ 1235229 w 1305904"/>
                <a:gd name="connsiteY79" fmla="*/ 35337 h 295263"/>
                <a:gd name="connsiteX80" fmla="*/ 1270566 w 1305904"/>
                <a:gd name="connsiteY80" fmla="*/ 70674 h 295263"/>
                <a:gd name="connsiteX81" fmla="*/ 1270568 w 1305904"/>
                <a:gd name="connsiteY81" fmla="*/ 70674 h 295263"/>
                <a:gd name="connsiteX82" fmla="*/ 1305904 w 1305904"/>
                <a:gd name="connsiteY82" fmla="*/ 35337 h 295263"/>
                <a:gd name="connsiteX83" fmla="*/ 1270568 w 1305904"/>
                <a:gd name="connsiteY83" fmla="*/ 0 h 295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</a:cxnLst>
              <a:rect l="l" t="t" r="r" b="b"/>
              <a:pathLst>
                <a:path w="1305904" h="295263">
                  <a:moveTo>
                    <a:pt x="35338" y="224590"/>
                  </a:moveTo>
                  <a:lnTo>
                    <a:pt x="35336" y="224590"/>
                  </a:lnTo>
                  <a:cubicBezTo>
                    <a:pt x="15821" y="224590"/>
                    <a:pt x="0" y="240411"/>
                    <a:pt x="0" y="259927"/>
                  </a:cubicBezTo>
                  <a:cubicBezTo>
                    <a:pt x="0" y="279442"/>
                    <a:pt x="15821" y="295263"/>
                    <a:pt x="35336" y="295263"/>
                  </a:cubicBezTo>
                  <a:lnTo>
                    <a:pt x="35338" y="295263"/>
                  </a:lnTo>
                  <a:cubicBezTo>
                    <a:pt x="54853" y="295263"/>
                    <a:pt x="70675" y="279442"/>
                    <a:pt x="70675" y="259927"/>
                  </a:cubicBezTo>
                  <a:cubicBezTo>
                    <a:pt x="70675" y="240411"/>
                    <a:pt x="54853" y="224590"/>
                    <a:pt x="35338" y="224590"/>
                  </a:cubicBezTo>
                  <a:close/>
                  <a:moveTo>
                    <a:pt x="282387" y="224590"/>
                  </a:moveTo>
                  <a:lnTo>
                    <a:pt x="282385" y="224590"/>
                  </a:lnTo>
                  <a:cubicBezTo>
                    <a:pt x="262870" y="224590"/>
                    <a:pt x="247048" y="240411"/>
                    <a:pt x="247048" y="259927"/>
                  </a:cubicBezTo>
                  <a:cubicBezTo>
                    <a:pt x="247048" y="279442"/>
                    <a:pt x="262870" y="295263"/>
                    <a:pt x="282385" y="295263"/>
                  </a:cubicBezTo>
                  <a:lnTo>
                    <a:pt x="282387" y="295263"/>
                  </a:lnTo>
                  <a:cubicBezTo>
                    <a:pt x="301902" y="295263"/>
                    <a:pt x="317723" y="279442"/>
                    <a:pt x="317723" y="259927"/>
                  </a:cubicBezTo>
                  <a:cubicBezTo>
                    <a:pt x="317723" y="240411"/>
                    <a:pt x="301902" y="224590"/>
                    <a:pt x="282387" y="224590"/>
                  </a:cubicBezTo>
                  <a:close/>
                  <a:moveTo>
                    <a:pt x="529434" y="224590"/>
                  </a:moveTo>
                  <a:lnTo>
                    <a:pt x="529433" y="224590"/>
                  </a:lnTo>
                  <a:cubicBezTo>
                    <a:pt x="509917" y="224590"/>
                    <a:pt x="494097" y="240411"/>
                    <a:pt x="494097" y="259927"/>
                  </a:cubicBezTo>
                  <a:cubicBezTo>
                    <a:pt x="494097" y="279442"/>
                    <a:pt x="509917" y="295263"/>
                    <a:pt x="529433" y="295263"/>
                  </a:cubicBezTo>
                  <a:lnTo>
                    <a:pt x="529434" y="295263"/>
                  </a:lnTo>
                  <a:cubicBezTo>
                    <a:pt x="548950" y="295263"/>
                    <a:pt x="564771" y="279442"/>
                    <a:pt x="564771" y="259927"/>
                  </a:cubicBezTo>
                  <a:cubicBezTo>
                    <a:pt x="564771" y="240411"/>
                    <a:pt x="548950" y="224590"/>
                    <a:pt x="529434" y="224590"/>
                  </a:cubicBezTo>
                  <a:close/>
                  <a:moveTo>
                    <a:pt x="776483" y="224590"/>
                  </a:moveTo>
                  <a:lnTo>
                    <a:pt x="776481" y="224590"/>
                  </a:lnTo>
                  <a:cubicBezTo>
                    <a:pt x="756966" y="224590"/>
                    <a:pt x="741144" y="240411"/>
                    <a:pt x="741144" y="259927"/>
                  </a:cubicBezTo>
                  <a:cubicBezTo>
                    <a:pt x="741144" y="279442"/>
                    <a:pt x="756966" y="295263"/>
                    <a:pt x="776481" y="295263"/>
                  </a:cubicBezTo>
                  <a:lnTo>
                    <a:pt x="776483" y="295263"/>
                  </a:lnTo>
                  <a:cubicBezTo>
                    <a:pt x="795998" y="295263"/>
                    <a:pt x="811819" y="279442"/>
                    <a:pt x="811819" y="259927"/>
                  </a:cubicBezTo>
                  <a:cubicBezTo>
                    <a:pt x="811819" y="240411"/>
                    <a:pt x="795998" y="224590"/>
                    <a:pt x="776483" y="224590"/>
                  </a:cubicBezTo>
                  <a:close/>
                  <a:moveTo>
                    <a:pt x="1023519" y="224590"/>
                  </a:moveTo>
                  <a:lnTo>
                    <a:pt x="1023517" y="224590"/>
                  </a:lnTo>
                  <a:cubicBezTo>
                    <a:pt x="1004001" y="224590"/>
                    <a:pt x="988181" y="240411"/>
                    <a:pt x="988181" y="259927"/>
                  </a:cubicBezTo>
                  <a:cubicBezTo>
                    <a:pt x="988181" y="279442"/>
                    <a:pt x="1004001" y="295263"/>
                    <a:pt x="1023517" y="295263"/>
                  </a:cubicBezTo>
                  <a:lnTo>
                    <a:pt x="1023519" y="295263"/>
                  </a:lnTo>
                  <a:cubicBezTo>
                    <a:pt x="1043034" y="295263"/>
                    <a:pt x="1058856" y="279442"/>
                    <a:pt x="1058856" y="259927"/>
                  </a:cubicBezTo>
                  <a:cubicBezTo>
                    <a:pt x="1058856" y="240411"/>
                    <a:pt x="1043034" y="224590"/>
                    <a:pt x="1023519" y="224590"/>
                  </a:cubicBezTo>
                  <a:close/>
                  <a:moveTo>
                    <a:pt x="1270568" y="224590"/>
                  </a:moveTo>
                  <a:lnTo>
                    <a:pt x="1270566" y="224590"/>
                  </a:lnTo>
                  <a:cubicBezTo>
                    <a:pt x="1251050" y="224590"/>
                    <a:pt x="1235229" y="240411"/>
                    <a:pt x="1235229" y="259927"/>
                  </a:cubicBezTo>
                  <a:cubicBezTo>
                    <a:pt x="1235229" y="279442"/>
                    <a:pt x="1251050" y="295263"/>
                    <a:pt x="1270566" y="295263"/>
                  </a:cubicBezTo>
                  <a:lnTo>
                    <a:pt x="1270568" y="295263"/>
                  </a:lnTo>
                  <a:cubicBezTo>
                    <a:pt x="1290083" y="295263"/>
                    <a:pt x="1305904" y="279442"/>
                    <a:pt x="1305904" y="259927"/>
                  </a:cubicBezTo>
                  <a:cubicBezTo>
                    <a:pt x="1305904" y="240411"/>
                    <a:pt x="1290083" y="224590"/>
                    <a:pt x="1270568" y="224590"/>
                  </a:cubicBezTo>
                  <a:close/>
                  <a:moveTo>
                    <a:pt x="35338" y="0"/>
                  </a:moveTo>
                  <a:lnTo>
                    <a:pt x="35336" y="0"/>
                  </a:lnTo>
                  <a:cubicBezTo>
                    <a:pt x="15821" y="0"/>
                    <a:pt x="0" y="15821"/>
                    <a:pt x="0" y="35337"/>
                  </a:cubicBezTo>
                  <a:cubicBezTo>
                    <a:pt x="0" y="54852"/>
                    <a:pt x="15821" y="70674"/>
                    <a:pt x="35336" y="70674"/>
                  </a:cubicBezTo>
                  <a:lnTo>
                    <a:pt x="35338" y="70674"/>
                  </a:lnTo>
                  <a:cubicBezTo>
                    <a:pt x="54853" y="70674"/>
                    <a:pt x="70675" y="54852"/>
                    <a:pt x="70675" y="35337"/>
                  </a:cubicBezTo>
                  <a:cubicBezTo>
                    <a:pt x="70675" y="15821"/>
                    <a:pt x="54853" y="0"/>
                    <a:pt x="35338" y="0"/>
                  </a:cubicBezTo>
                  <a:close/>
                  <a:moveTo>
                    <a:pt x="282387" y="0"/>
                  </a:moveTo>
                  <a:lnTo>
                    <a:pt x="282385" y="0"/>
                  </a:lnTo>
                  <a:cubicBezTo>
                    <a:pt x="262870" y="0"/>
                    <a:pt x="247048" y="15821"/>
                    <a:pt x="247048" y="35337"/>
                  </a:cubicBezTo>
                  <a:cubicBezTo>
                    <a:pt x="247048" y="54852"/>
                    <a:pt x="262870" y="70674"/>
                    <a:pt x="282385" y="70674"/>
                  </a:cubicBezTo>
                  <a:lnTo>
                    <a:pt x="282387" y="70674"/>
                  </a:lnTo>
                  <a:cubicBezTo>
                    <a:pt x="301902" y="70674"/>
                    <a:pt x="317723" y="54852"/>
                    <a:pt x="317723" y="35337"/>
                  </a:cubicBezTo>
                  <a:cubicBezTo>
                    <a:pt x="317723" y="15821"/>
                    <a:pt x="301902" y="0"/>
                    <a:pt x="282387" y="0"/>
                  </a:cubicBezTo>
                  <a:close/>
                  <a:moveTo>
                    <a:pt x="529434" y="0"/>
                  </a:moveTo>
                  <a:lnTo>
                    <a:pt x="529433" y="0"/>
                  </a:lnTo>
                  <a:cubicBezTo>
                    <a:pt x="509917" y="0"/>
                    <a:pt x="494097" y="15821"/>
                    <a:pt x="494097" y="35337"/>
                  </a:cubicBezTo>
                  <a:cubicBezTo>
                    <a:pt x="494097" y="54852"/>
                    <a:pt x="509917" y="70674"/>
                    <a:pt x="529433" y="70674"/>
                  </a:cubicBezTo>
                  <a:lnTo>
                    <a:pt x="529434" y="70674"/>
                  </a:lnTo>
                  <a:cubicBezTo>
                    <a:pt x="548950" y="70674"/>
                    <a:pt x="564771" y="54852"/>
                    <a:pt x="564771" y="35337"/>
                  </a:cubicBezTo>
                  <a:cubicBezTo>
                    <a:pt x="564771" y="15821"/>
                    <a:pt x="548950" y="0"/>
                    <a:pt x="529434" y="0"/>
                  </a:cubicBezTo>
                  <a:close/>
                  <a:moveTo>
                    <a:pt x="776483" y="0"/>
                  </a:moveTo>
                  <a:lnTo>
                    <a:pt x="776481" y="0"/>
                  </a:lnTo>
                  <a:cubicBezTo>
                    <a:pt x="756966" y="0"/>
                    <a:pt x="741144" y="15821"/>
                    <a:pt x="741144" y="35337"/>
                  </a:cubicBezTo>
                  <a:cubicBezTo>
                    <a:pt x="741144" y="54852"/>
                    <a:pt x="756966" y="70674"/>
                    <a:pt x="776481" y="70674"/>
                  </a:cubicBezTo>
                  <a:lnTo>
                    <a:pt x="776483" y="70674"/>
                  </a:lnTo>
                  <a:cubicBezTo>
                    <a:pt x="795998" y="70674"/>
                    <a:pt x="811819" y="54852"/>
                    <a:pt x="811819" y="35337"/>
                  </a:cubicBezTo>
                  <a:cubicBezTo>
                    <a:pt x="811819" y="15821"/>
                    <a:pt x="795998" y="0"/>
                    <a:pt x="776483" y="0"/>
                  </a:cubicBezTo>
                  <a:close/>
                  <a:moveTo>
                    <a:pt x="1023519" y="0"/>
                  </a:moveTo>
                  <a:lnTo>
                    <a:pt x="1023517" y="0"/>
                  </a:lnTo>
                  <a:cubicBezTo>
                    <a:pt x="1004001" y="0"/>
                    <a:pt x="988181" y="15821"/>
                    <a:pt x="988181" y="35337"/>
                  </a:cubicBezTo>
                  <a:cubicBezTo>
                    <a:pt x="988181" y="54852"/>
                    <a:pt x="1004001" y="70674"/>
                    <a:pt x="1023517" y="70674"/>
                  </a:cubicBezTo>
                  <a:lnTo>
                    <a:pt x="1023519" y="70674"/>
                  </a:lnTo>
                  <a:cubicBezTo>
                    <a:pt x="1043034" y="70674"/>
                    <a:pt x="1058856" y="54852"/>
                    <a:pt x="1058856" y="35337"/>
                  </a:cubicBezTo>
                  <a:cubicBezTo>
                    <a:pt x="1058856" y="15821"/>
                    <a:pt x="1043034" y="0"/>
                    <a:pt x="1023519" y="0"/>
                  </a:cubicBezTo>
                  <a:close/>
                  <a:moveTo>
                    <a:pt x="1270568" y="0"/>
                  </a:moveTo>
                  <a:lnTo>
                    <a:pt x="1270566" y="0"/>
                  </a:lnTo>
                  <a:cubicBezTo>
                    <a:pt x="1251050" y="0"/>
                    <a:pt x="1235229" y="15821"/>
                    <a:pt x="1235229" y="35337"/>
                  </a:cubicBezTo>
                  <a:cubicBezTo>
                    <a:pt x="1235229" y="54852"/>
                    <a:pt x="1251050" y="70674"/>
                    <a:pt x="1270566" y="70674"/>
                  </a:cubicBezTo>
                  <a:lnTo>
                    <a:pt x="1270568" y="70674"/>
                  </a:lnTo>
                  <a:cubicBezTo>
                    <a:pt x="1290083" y="70674"/>
                    <a:pt x="1305904" y="54852"/>
                    <a:pt x="1305904" y="35337"/>
                  </a:cubicBezTo>
                  <a:cubicBezTo>
                    <a:pt x="1305904" y="15821"/>
                    <a:pt x="1290083" y="0"/>
                    <a:pt x="1270568" y="0"/>
                  </a:cubicBezTo>
                  <a:close/>
                </a:path>
              </a:pathLst>
            </a:custGeom>
            <a:gradFill flip="none" rotWithShape="1">
              <a:gsLst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  <a:gs pos="20000">
                  <a:schemeClr val="accent1"/>
                </a:gs>
              </a:gsLst>
              <a:lin ang="2700000" scaled="1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9146179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60401" y="3525256"/>
            <a:ext cx="10858500" cy="1260000"/>
          </a:xfrm>
        </p:spPr>
        <p:txBody>
          <a:bodyPr/>
          <a:lstStyle/>
          <a:p>
            <a:r>
              <a:rPr lang="zh-CN" altLang="en-US" dirty="0"/>
              <a:t>季度工作总结</a:t>
            </a:r>
            <a:endParaRPr lang="en-US" dirty="0"/>
          </a:p>
        </p:txBody>
      </p:sp>
      <p:sp>
        <p:nvSpPr>
          <p:cNvPr id="25" name="文本占位符 24"/>
          <p:cNvSpPr>
            <a:spLocks noGrp="1"/>
          </p:cNvSpPr>
          <p:nvPr>
            <p:ph type="body" sz="quarter" idx="1" hasCustomPrompt="1"/>
          </p:nvPr>
        </p:nvSpPr>
        <p:spPr>
          <a:xfrm>
            <a:off x="660401" y="4884540"/>
            <a:ext cx="10858500" cy="601863"/>
          </a:xfrm>
        </p:spPr>
        <p:txBody>
          <a:bodyPr/>
          <a:lstStyle/>
          <a:p>
            <a:r>
              <a:rPr lang="zh-CN" altLang="en-US" dirty="0"/>
              <a:t>对本季度行业整体工作成果的全面概述</a:t>
            </a:r>
            <a:endParaRPr 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B40B630-3893-75FB-A15B-8DE8A5B4CAB9}"/>
              </a:ext>
            </a:extLst>
          </p:cNvPr>
          <p:cNvSpPr txBox="1"/>
          <p:nvPr/>
        </p:nvSpPr>
        <p:spPr>
          <a:xfrm>
            <a:off x="1904336" y="2935709"/>
            <a:ext cx="8370627" cy="1419726"/>
          </a:xfrm>
          <a:prstGeom prst="rect">
            <a:avLst/>
          </a:prstGeom>
          <a:noFill/>
        </p:spPr>
        <p:txBody>
          <a:bodyPr wrap="square" anchor="b">
            <a:normAutofit lnSpcReduction="10000"/>
          </a:bodyPr>
          <a:lstStyle/>
          <a:p>
            <a:pPr algn="ctr"/>
            <a:r>
              <a:rPr lang="en-US" altLang="zh-CN" sz="8800" b="1">
                <a:gradFill flip="none" rotWithShape="1">
                  <a:gsLst>
                    <a:gs pos="0">
                      <a:schemeClr val="accent1">
                        <a:alpha val="50000"/>
                      </a:schemeClr>
                    </a:gs>
                    <a:gs pos="85000">
                      <a:schemeClr val="accent1">
                        <a:lumMod val="40000"/>
                        <a:lumOff val="60000"/>
                        <a:alpha val="0"/>
                      </a:schemeClr>
                    </a:gs>
                  </a:gsLst>
                  <a:lin ang="5400000" scaled="1"/>
                  <a:tileRect/>
                </a:gradFill>
              </a:rPr>
              <a:t>PART 01</a:t>
            </a:r>
            <a:endParaRPr lang="zh-CN" altLang="en-US" sz="8800" b="1" dirty="0">
              <a:gradFill flip="none" rotWithShape="1">
                <a:gsLst>
                  <a:gs pos="0">
                    <a:schemeClr val="accent1">
                      <a:alpha val="50000"/>
                    </a:schemeClr>
                  </a:gs>
                  <a:gs pos="85000">
                    <a:schemeClr val="accent1">
                      <a:lumMod val="40000"/>
                      <a:lumOff val="60000"/>
                      <a:alpha val="0"/>
                    </a:schemeClr>
                  </a:gs>
                </a:gsLst>
                <a:lin ang="5400000" scaled="1"/>
                <a:tileRect/>
              </a:gra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/>
              <a:t>行业整体发展概况</a:t>
            </a:r>
            <a:endParaRPr lang="en-US" dirty="0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6C5C90EE-796B-1F12-DCA5-10EDEFB1E4B1}"/>
              </a:ext>
            </a:extLst>
          </p:cNvPr>
          <p:cNvGrpSpPr/>
          <p:nvPr/>
        </p:nvGrpSpPr>
        <p:grpSpPr>
          <a:xfrm>
            <a:off x="660400" y="1168625"/>
            <a:ext cx="10858500" cy="4750467"/>
            <a:chOff x="660400" y="1168625"/>
            <a:chExt cx="10858500" cy="4750467"/>
          </a:xfrm>
        </p:grpSpPr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09A91679-80C6-3875-0906-7ED0B1FD7419}"/>
                </a:ext>
              </a:extLst>
            </p:cNvPr>
            <p:cNvSpPr txBox="1"/>
            <p:nvPr/>
          </p:nvSpPr>
          <p:spPr>
            <a:xfrm>
              <a:off x="660400" y="1168625"/>
              <a:ext cx="10858500" cy="857205"/>
            </a:xfrm>
            <a:prstGeom prst="rect">
              <a:avLst/>
            </a:prstGeom>
            <a:noFill/>
          </p:spPr>
          <p:txBody>
            <a:bodyPr wrap="square">
              <a:normAutofit/>
            </a:bodyPr>
            <a:lstStyle/>
            <a:p>
              <a:pPr algn="ctr"/>
              <a:r>
                <a:rPr lang="zh-CN" altLang="en-US" sz="2800" b="1"/>
                <a:t>行业规模持续扩大，市场潜力巨大</a:t>
              </a:r>
              <a:endParaRPr lang="zh-CN" altLang="en-US" sz="2800" b="1" dirty="0"/>
            </a:p>
          </p:txBody>
        </p: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0A059A84-7748-B825-A4AB-2D8C3CB41F45}"/>
                </a:ext>
              </a:extLst>
            </p:cNvPr>
            <p:cNvGrpSpPr/>
            <p:nvPr/>
          </p:nvGrpSpPr>
          <p:grpSpPr>
            <a:xfrm>
              <a:off x="5744735" y="2255547"/>
              <a:ext cx="5774165" cy="3663545"/>
              <a:chOff x="932551" y="2530715"/>
              <a:chExt cx="6216579" cy="2412491"/>
            </a:xfrm>
          </p:grpSpPr>
          <p:graphicFrame>
            <p:nvGraphicFramePr>
              <p:cNvPr id="40" name="-3-2">
                <a:extLst>
                  <a:ext uri="{FF2B5EF4-FFF2-40B4-BE49-F238E27FC236}">
                    <a16:creationId xmlns:a16="http://schemas.microsoft.com/office/drawing/2014/main" id="{333C1059-A488-1C83-527E-5213AB0267A9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631878754"/>
                  </p:ext>
                </p:extLst>
              </p:nvPr>
            </p:nvGraphicFramePr>
            <p:xfrm>
              <a:off x="932551" y="2530715"/>
              <a:ext cx="6216579" cy="2412491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2"/>
              </a:graphicData>
            </a:graphic>
          </p:graphicFrame>
          <p:cxnSp>
            <p:nvCxnSpPr>
              <p:cNvPr id="41" name="直接连接符 40">
                <a:extLst>
                  <a:ext uri="{FF2B5EF4-FFF2-40B4-BE49-F238E27FC236}">
                    <a16:creationId xmlns:a16="http://schemas.microsoft.com/office/drawing/2014/main" id="{1AC74F04-7715-CE5B-B72A-2B16AFA5E6F0}"/>
                  </a:ext>
                </a:extLst>
              </p:cNvPr>
              <p:cNvCxnSpPr/>
              <p:nvPr/>
            </p:nvCxnSpPr>
            <p:spPr>
              <a:xfrm>
                <a:off x="1203158" y="3608374"/>
                <a:ext cx="5689169" cy="0"/>
              </a:xfrm>
              <a:prstGeom prst="line">
                <a:avLst/>
              </a:prstGeom>
              <a:ln w="1270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3F4EEAAC-F067-E8D9-D8EE-B285B8D34656}"/>
                  </a:ext>
                </a:extLst>
              </p:cNvPr>
              <p:cNvSpPr txBox="1"/>
              <p:nvPr/>
            </p:nvSpPr>
            <p:spPr>
              <a:xfrm>
                <a:off x="1267928" y="3319295"/>
                <a:ext cx="2131707" cy="257223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b">
                <a:no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zh-CN" altLang="en-US" b="1" dirty="0">
                    <a:solidFill>
                      <a:schemeClr val="accent1"/>
                    </a:solidFill>
                  </a:rPr>
                  <a:t>平均值：</a:t>
                </a:r>
                <a:r>
                  <a:rPr lang="en-US" altLang="zh-CN" b="1" dirty="0">
                    <a:solidFill>
                      <a:schemeClr val="accent1"/>
                    </a:solidFill>
                  </a:rPr>
                  <a:t>70.05</a:t>
                </a:r>
                <a:endParaRPr lang="zh-CN" altLang="en-US" b="1" dirty="0">
                  <a:solidFill>
                    <a:schemeClr val="accent1"/>
                  </a:solidFill>
                </a:endParaRPr>
              </a:p>
            </p:txBody>
          </p:sp>
        </p:grpSp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AF3B6951-4B49-9755-C139-AD3325687C20}"/>
                </a:ext>
              </a:extLst>
            </p:cNvPr>
            <p:cNvGrpSpPr/>
            <p:nvPr/>
          </p:nvGrpSpPr>
          <p:grpSpPr>
            <a:xfrm>
              <a:off x="720560" y="2159291"/>
              <a:ext cx="4525211" cy="3759801"/>
              <a:chOff x="720560" y="2159291"/>
              <a:chExt cx="4525211" cy="3759801"/>
            </a:xfrm>
          </p:grpSpPr>
          <p:sp>
            <p:nvSpPr>
              <p:cNvPr id="9" name="-3-11">
                <a:extLst>
                  <a:ext uri="{FF2B5EF4-FFF2-40B4-BE49-F238E27FC236}">
                    <a16:creationId xmlns:a16="http://schemas.microsoft.com/office/drawing/2014/main" id="{3BF26FBA-0EDF-E4C5-E140-A56DF28864A6}"/>
                  </a:ext>
                </a:extLst>
              </p:cNvPr>
              <p:cNvSpPr/>
              <p:nvPr/>
            </p:nvSpPr>
            <p:spPr>
              <a:xfrm>
                <a:off x="720560" y="2435354"/>
                <a:ext cx="4525211" cy="3483738"/>
              </a:xfrm>
              <a:prstGeom prst="roundRect">
                <a:avLst>
                  <a:gd name="adj" fmla="val 5716"/>
                </a:avLst>
              </a:prstGeom>
              <a:solidFill>
                <a:schemeClr val="bg1"/>
              </a:solidFill>
              <a:ln w="12700" cap="rnd">
                <a:gradFill>
                  <a:gsLst>
                    <a:gs pos="20000">
                      <a:schemeClr val="accent1">
                        <a:alpha val="50000"/>
                      </a:schemeClr>
                    </a:gs>
                    <a:gs pos="100000">
                      <a:schemeClr val="accent1">
                        <a:lumMod val="40000"/>
                        <a:lumOff val="60000"/>
                        <a:alpha val="10000"/>
                      </a:schemeClr>
                    </a:gs>
                  </a:gsLst>
                  <a:lin ang="2700000" scaled="0"/>
                </a:gradFill>
                <a:prstDash val="solid"/>
                <a:round/>
              </a:ln>
              <a:effectLst>
                <a:outerShdw blurRad="254000" dist="127000" dir="2700000" algn="ctr" rotWithShape="0">
                  <a:schemeClr val="accent1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normAutofit/>
              </a:bodyPr>
              <a:lstStyle/>
              <a:p>
                <a:pPr algn="ctr"/>
                <a:endParaRPr lang="zh-CN" altLang="en-US" sz="2000" b="1" dirty="0"/>
              </a:p>
            </p:txBody>
          </p:sp>
          <p:sp>
            <p:nvSpPr>
              <p:cNvPr id="10" name="-3-3">
                <a:extLst>
                  <a:ext uri="{FF2B5EF4-FFF2-40B4-BE49-F238E27FC236}">
                    <a16:creationId xmlns:a16="http://schemas.microsoft.com/office/drawing/2014/main" id="{A7109490-8B88-3A2B-A051-8B497E5F08F7}"/>
                  </a:ext>
                </a:extLst>
              </p:cNvPr>
              <p:cNvSpPr/>
              <p:nvPr/>
            </p:nvSpPr>
            <p:spPr>
              <a:xfrm>
                <a:off x="1003165" y="2159291"/>
                <a:ext cx="3960000" cy="576000"/>
              </a:xfrm>
              <a:prstGeom prst="roundRect">
                <a:avLst/>
              </a:prstGeom>
              <a:gradFill flip="none" rotWithShape="0"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60000">
                    <a:schemeClr val="accent1"/>
                  </a:gs>
                </a:gsLst>
                <a:lin ang="2700000" scaled="0"/>
                <a:tileRect/>
              </a:gradFill>
              <a:ln w="57150" cap="rnd">
                <a:noFill/>
                <a:prstDash val="solid"/>
                <a:round/>
              </a:ln>
              <a:effectLst>
                <a:outerShdw blurRad="254000" dist="127000" dir="2700000" algn="ctr" rotWithShape="0">
                  <a:schemeClr val="accent1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 defTabSz="913765"/>
                <a:r>
                  <a:rPr lang="zh-CN" altLang="en-US" sz="2000" b="1">
                    <a:solidFill>
                      <a:srgbClr val="FFFFFF"/>
                    </a:solidFill>
                    <a:latin typeface="+mj-lt"/>
                    <a:sym typeface="+mn-lt"/>
                  </a:rPr>
                  <a:t>趋势展望</a:t>
                </a:r>
                <a:endParaRPr lang="zh-CN" altLang="en-US" sz="2000" b="1" dirty="0">
                  <a:solidFill>
                    <a:srgbClr val="FFFFFF"/>
                  </a:solidFill>
                  <a:latin typeface="+mj-lt"/>
                  <a:sym typeface="+mn-lt"/>
                </a:endParaRPr>
              </a:p>
            </p:txBody>
          </p:sp>
          <p:sp>
            <p:nvSpPr>
              <p:cNvPr id="39" name="-3-12">
                <a:extLst>
                  <a:ext uri="{FF2B5EF4-FFF2-40B4-BE49-F238E27FC236}">
                    <a16:creationId xmlns:a16="http://schemas.microsoft.com/office/drawing/2014/main" id="{072A2C6B-BC25-91C9-2985-7F5EE80C36AF}"/>
                  </a:ext>
                </a:extLst>
              </p:cNvPr>
              <p:cNvSpPr txBox="1"/>
              <p:nvPr/>
            </p:nvSpPr>
            <p:spPr>
              <a:xfrm>
                <a:off x="1003165" y="3002446"/>
                <a:ext cx="3960001" cy="2686929"/>
              </a:xfrm>
              <a:prstGeom prst="rect">
                <a:avLst/>
              </a:prstGeom>
              <a:noFill/>
            </p:spPr>
            <p:txBody>
              <a:bodyPr wrap="square" anchor="t">
                <a:normAutofit/>
              </a:bodyPr>
              <a:lstStyle/>
              <a:p>
                <a:pPr marL="171450" indent="-17145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1400">
                    <a:latin typeface="+mj-ea"/>
                    <a:ea typeface="+mj-ea"/>
                  </a:rPr>
                  <a:t>在演示中，简洁清晰的逻辑是提升观者理解和参与感的关键。</a:t>
                </a:r>
                <a:endParaRPr lang="en-US" altLang="zh-CN" sz="1400">
                  <a:latin typeface="+mj-ea"/>
                  <a:ea typeface="+mj-ea"/>
                </a:endParaRPr>
              </a:p>
              <a:p>
                <a:pPr marL="171450" indent="-17145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endParaRPr lang="en-US" altLang="zh-CN" sz="1400">
                  <a:latin typeface="+mj-ea"/>
                  <a:ea typeface="+mj-ea"/>
                </a:endParaRPr>
              </a:p>
              <a:p>
                <a:pPr marL="171450" indent="-17145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1400">
                    <a:latin typeface="+mj-ea"/>
                    <a:ea typeface="+mj-ea"/>
                  </a:rPr>
                  <a:t>若信息较少，请提炼核心内容，确保直观易懂；若信息较多，请通过增加分点或段落的方式呈现，帮助观者快速抓住重点，避免因过多冗长文字影响演示效果及阅读体验。</a:t>
                </a:r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0400" y="128587"/>
            <a:ext cx="10858500" cy="900112"/>
          </a:xfrm>
        </p:spPr>
        <p:txBody>
          <a:bodyPr/>
          <a:lstStyle/>
          <a:p>
            <a:r>
              <a:rPr lang="zh-CN" altLang="en-US" dirty="0"/>
              <a:t>行业竞争格局分析</a:t>
            </a:r>
            <a:endParaRPr lang="en-US" dirty="0"/>
          </a:p>
        </p:txBody>
      </p:sp>
      <p:grpSp>
        <p:nvGrpSpPr>
          <p:cNvPr id="48" name="Group 2">
            <a:extLst>
              <a:ext uri="{FF2B5EF4-FFF2-40B4-BE49-F238E27FC236}">
                <a16:creationId xmlns:a16="http://schemas.microsoft.com/office/drawing/2014/main" id="{7E540388-BDC7-11CE-29A4-54E53F8496CC}"/>
              </a:ext>
            </a:extLst>
          </p:cNvPr>
          <p:cNvGrpSpPr/>
          <p:nvPr/>
        </p:nvGrpSpPr>
        <p:grpSpPr>
          <a:xfrm>
            <a:off x="660400" y="1305131"/>
            <a:ext cx="10762244" cy="4654138"/>
            <a:chOff x="660400" y="1305131"/>
            <a:chExt cx="10762244" cy="4654138"/>
          </a:xfrm>
        </p:grpSpPr>
        <p:grpSp>
          <p:nvGrpSpPr>
            <p:cNvPr id="55" name="组合 54">
              <a:extLst>
                <a:ext uri="{FF2B5EF4-FFF2-40B4-BE49-F238E27FC236}">
                  <a16:creationId xmlns:a16="http://schemas.microsoft.com/office/drawing/2014/main" id="{8BBCBF00-F354-7196-F91C-06EBD8C21FC9}"/>
                </a:ext>
              </a:extLst>
            </p:cNvPr>
            <p:cNvGrpSpPr/>
            <p:nvPr/>
          </p:nvGrpSpPr>
          <p:grpSpPr>
            <a:xfrm>
              <a:off x="6382644" y="1305131"/>
              <a:ext cx="5040000" cy="4654138"/>
              <a:chOff x="6478900" y="1388242"/>
              <a:chExt cx="5040000" cy="4654138"/>
            </a:xfrm>
          </p:grpSpPr>
          <p:sp>
            <p:nvSpPr>
              <p:cNvPr id="68" name="矩形: 圆角 67">
                <a:extLst>
                  <a:ext uri="{FF2B5EF4-FFF2-40B4-BE49-F238E27FC236}">
                    <a16:creationId xmlns:a16="http://schemas.microsoft.com/office/drawing/2014/main" id="{07B4CBB6-288E-589F-6E71-1C9CDE88FE99}"/>
                  </a:ext>
                </a:extLst>
              </p:cNvPr>
              <p:cNvSpPr/>
              <p:nvPr/>
            </p:nvSpPr>
            <p:spPr>
              <a:xfrm>
                <a:off x="6478900" y="1650380"/>
                <a:ext cx="5040000" cy="4392000"/>
              </a:xfrm>
              <a:prstGeom prst="roundRect">
                <a:avLst>
                  <a:gd name="adj" fmla="val 3264"/>
                </a:avLst>
              </a:prstGeom>
              <a:solidFill>
                <a:schemeClr val="bg1"/>
              </a:solidFill>
              <a:ln w="12700" cap="rnd">
                <a:gradFill>
                  <a:gsLst>
                    <a:gs pos="20000">
                      <a:schemeClr val="accent1">
                        <a:alpha val="50000"/>
                      </a:schemeClr>
                    </a:gs>
                    <a:gs pos="100000">
                      <a:schemeClr val="accent1">
                        <a:lumMod val="40000"/>
                        <a:lumOff val="60000"/>
                        <a:alpha val="10000"/>
                      </a:schemeClr>
                    </a:gs>
                  </a:gsLst>
                  <a:lin ang="2700000" scaled="0"/>
                </a:gradFill>
                <a:prstDash val="solid"/>
                <a:round/>
              </a:ln>
              <a:effectLst>
                <a:outerShdw blurRad="254000" dist="127000" dir="2700000" algn="ctr" rotWithShape="0">
                  <a:schemeClr val="accent1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20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69" name="NumberMisc">
                <a:extLst>
                  <a:ext uri="{FF2B5EF4-FFF2-40B4-BE49-F238E27FC236}">
                    <a16:creationId xmlns:a16="http://schemas.microsoft.com/office/drawing/2014/main" id="{FF760AE1-1D68-D562-42CD-8845218B5E14}"/>
                  </a:ext>
                </a:extLst>
              </p:cNvPr>
              <p:cNvSpPr txBox="1"/>
              <p:nvPr/>
            </p:nvSpPr>
            <p:spPr>
              <a:xfrm>
                <a:off x="6851029" y="1388242"/>
                <a:ext cx="4295742" cy="576000"/>
              </a:xfrm>
              <a:prstGeom prst="roundRect">
                <a:avLst>
                  <a:gd name="adj" fmla="val 21700"/>
                </a:avLst>
              </a:prstGeom>
              <a:gradFill flip="none" rotWithShape="0"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60000">
                    <a:schemeClr val="accent1"/>
                  </a:gs>
                </a:gsLst>
                <a:lin ang="2700000" scaled="0"/>
                <a:tileRect/>
              </a:gradFill>
              <a:ln w="57150" cap="rnd">
                <a:noFill/>
                <a:prstDash val="solid"/>
                <a:round/>
              </a:ln>
              <a:effectLst>
                <a:outerShdw blurRad="254000" dist="127000" dir="2700000" algn="ctr" rotWithShape="0">
                  <a:schemeClr val="accent1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en-US"/>
                </a:defPPr>
                <a:lvl1pPr marL="0" algn="ctr" defTabSz="913765" rtl="0" eaLnBrk="1" latinLnBrk="0" hangingPunct="1">
                  <a:defRPr sz="1800" b="1" kern="1200">
                    <a:solidFill>
                      <a:srgbClr val="FFFFFF"/>
                    </a:solidFill>
                    <a:latin typeface="+mj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zh-CN" altLang="en-US" sz="2400"/>
                  <a:t>市场份额</a:t>
                </a:r>
                <a:endParaRPr lang="zh-CN" altLang="en-US" sz="2400" dirty="0"/>
              </a:p>
            </p:txBody>
          </p:sp>
          <p:graphicFrame>
            <p:nvGraphicFramePr>
              <p:cNvPr id="70" name="图表 69">
                <a:extLst>
                  <a:ext uri="{FF2B5EF4-FFF2-40B4-BE49-F238E27FC236}">
                    <a16:creationId xmlns:a16="http://schemas.microsoft.com/office/drawing/2014/main" id="{061C822C-82A2-8854-73E3-B0142CF0D933}"/>
                  </a:ext>
                </a:extLst>
              </p:cNvPr>
              <p:cNvGraphicFramePr/>
              <p:nvPr/>
            </p:nvGraphicFramePr>
            <p:xfrm>
              <a:off x="6595813" y="2208896"/>
              <a:ext cx="4806174" cy="3617686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2"/>
              </a:graphicData>
            </a:graphic>
          </p:graphicFrame>
        </p:grp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B0028395-4A47-6612-C3BF-6C1157B8334B}"/>
                </a:ext>
              </a:extLst>
            </p:cNvPr>
            <p:cNvGrpSpPr/>
            <p:nvPr/>
          </p:nvGrpSpPr>
          <p:grpSpPr>
            <a:xfrm>
              <a:off x="672701" y="1305131"/>
              <a:ext cx="5413136" cy="2111409"/>
              <a:chOff x="760333" y="1646185"/>
              <a:chExt cx="5413136" cy="2111409"/>
            </a:xfrm>
          </p:grpSpPr>
          <p:sp>
            <p:nvSpPr>
              <p:cNvPr id="63" name="ComponentBackground1">
                <a:extLst>
                  <a:ext uri="{FF2B5EF4-FFF2-40B4-BE49-F238E27FC236}">
                    <a16:creationId xmlns:a16="http://schemas.microsoft.com/office/drawing/2014/main" id="{4B123B01-0CA8-8971-D26C-9DAFA26BF83C}"/>
                  </a:ext>
                </a:extLst>
              </p:cNvPr>
              <p:cNvSpPr/>
              <p:nvPr/>
            </p:nvSpPr>
            <p:spPr>
              <a:xfrm>
                <a:off x="1070555" y="1957594"/>
                <a:ext cx="5102914" cy="1800000"/>
              </a:xfrm>
              <a:prstGeom prst="roundRect">
                <a:avLst>
                  <a:gd name="adj" fmla="val 6000"/>
                </a:avLst>
              </a:prstGeom>
              <a:solidFill>
                <a:schemeClr val="bg1"/>
              </a:solidFill>
              <a:ln w="12700" cap="rnd">
                <a:gradFill>
                  <a:gsLst>
                    <a:gs pos="20000">
                      <a:schemeClr val="accent1">
                        <a:alpha val="50000"/>
                      </a:schemeClr>
                    </a:gs>
                    <a:gs pos="100000">
                      <a:schemeClr val="accent1">
                        <a:lumMod val="40000"/>
                        <a:lumOff val="60000"/>
                        <a:alpha val="10000"/>
                      </a:schemeClr>
                    </a:gs>
                  </a:gsLst>
                  <a:lin ang="2700000" scaled="0"/>
                </a:gradFill>
                <a:prstDash val="solid"/>
                <a:round/>
              </a:ln>
              <a:effectLst>
                <a:outerShdw blurRad="254000" dist="127000" dir="2700000" algn="ctr" rotWithShape="0">
                  <a:schemeClr val="accent1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20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64" name="IconBackground1">
                <a:extLst>
                  <a:ext uri="{FF2B5EF4-FFF2-40B4-BE49-F238E27FC236}">
                    <a16:creationId xmlns:a16="http://schemas.microsoft.com/office/drawing/2014/main" id="{B0B550F2-50F7-AD63-AD2D-E339005BBB73}"/>
                  </a:ext>
                </a:extLst>
              </p:cNvPr>
              <p:cNvSpPr/>
              <p:nvPr/>
            </p:nvSpPr>
            <p:spPr>
              <a:xfrm>
                <a:off x="760333" y="1646185"/>
                <a:ext cx="620005" cy="620005"/>
              </a:xfrm>
              <a:prstGeom prst="ellipse">
                <a:avLst/>
              </a:prstGeom>
              <a:gradFill flip="none" rotWithShape="0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60000">
                    <a:schemeClr val="accent1"/>
                  </a:gs>
                </a:gsLst>
                <a:lin ang="2700000" scaled="0"/>
                <a:tileRect/>
              </a:gradFill>
              <a:ln w="57150" cap="rnd">
                <a:noFill/>
                <a:prstDash val="solid"/>
                <a:round/>
              </a:ln>
              <a:effectLst>
                <a:outerShdw blurRad="254000" dist="127000" dir="2700000" algn="ctr" rotWithShape="0">
                  <a:schemeClr val="accent1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3765"/>
                <a:endParaRPr lang="zh-CN" altLang="en-US" sz="2000" b="1" dirty="0">
                  <a:solidFill>
                    <a:srgbClr val="FFFFFF"/>
                  </a:solidFill>
                  <a:latin typeface="+mj-lt"/>
                </a:endParaRPr>
              </a:p>
            </p:txBody>
          </p:sp>
          <p:sp>
            <p:nvSpPr>
              <p:cNvPr id="65" name="IconMisc1">
                <a:extLst>
                  <a:ext uri="{FF2B5EF4-FFF2-40B4-BE49-F238E27FC236}">
                    <a16:creationId xmlns:a16="http://schemas.microsoft.com/office/drawing/2014/main" id="{7D54F8AD-DF77-87CD-5266-146EFC0B221B}"/>
                  </a:ext>
                </a:extLst>
              </p:cNvPr>
              <p:cNvSpPr/>
              <p:nvPr/>
            </p:nvSpPr>
            <p:spPr>
              <a:xfrm>
                <a:off x="915120" y="1801207"/>
                <a:ext cx="310429" cy="309960"/>
              </a:xfrm>
              <a:custGeom>
                <a:avLst/>
                <a:gdLst>
                  <a:gd name="T0" fmla="*/ 6542 w 6827"/>
                  <a:gd name="T1" fmla="*/ 0 h 6827"/>
                  <a:gd name="T2" fmla="*/ 284 w 6827"/>
                  <a:gd name="T3" fmla="*/ 0 h 6827"/>
                  <a:gd name="T4" fmla="*/ 0 w 6827"/>
                  <a:gd name="T5" fmla="*/ 284 h 6827"/>
                  <a:gd name="T6" fmla="*/ 284 w 6827"/>
                  <a:gd name="T7" fmla="*/ 569 h 6827"/>
                  <a:gd name="T8" fmla="*/ 284 w 6827"/>
                  <a:gd name="T9" fmla="*/ 4836 h 6827"/>
                  <a:gd name="T10" fmla="*/ 3129 w 6827"/>
                  <a:gd name="T11" fmla="*/ 4836 h 6827"/>
                  <a:gd name="T12" fmla="*/ 3129 w 6827"/>
                  <a:gd name="T13" fmla="*/ 5172 h 6827"/>
                  <a:gd name="T14" fmla="*/ 2560 w 6827"/>
                  <a:gd name="T15" fmla="*/ 5973 h 6827"/>
                  <a:gd name="T16" fmla="*/ 3413 w 6827"/>
                  <a:gd name="T17" fmla="*/ 6827 h 6827"/>
                  <a:gd name="T18" fmla="*/ 4267 w 6827"/>
                  <a:gd name="T19" fmla="*/ 5973 h 6827"/>
                  <a:gd name="T20" fmla="*/ 3698 w 6827"/>
                  <a:gd name="T21" fmla="*/ 5172 h 6827"/>
                  <a:gd name="T22" fmla="*/ 3698 w 6827"/>
                  <a:gd name="T23" fmla="*/ 4836 h 6827"/>
                  <a:gd name="T24" fmla="*/ 6542 w 6827"/>
                  <a:gd name="T25" fmla="*/ 4836 h 6827"/>
                  <a:gd name="T26" fmla="*/ 6542 w 6827"/>
                  <a:gd name="T27" fmla="*/ 569 h 6827"/>
                  <a:gd name="T28" fmla="*/ 6827 w 6827"/>
                  <a:gd name="T29" fmla="*/ 284 h 6827"/>
                  <a:gd name="T30" fmla="*/ 6542 w 6827"/>
                  <a:gd name="T31" fmla="*/ 0 h 6827"/>
                  <a:gd name="T32" fmla="*/ 3413 w 6827"/>
                  <a:gd name="T33" fmla="*/ 6258 h 6827"/>
                  <a:gd name="T34" fmla="*/ 3129 w 6827"/>
                  <a:gd name="T35" fmla="*/ 5973 h 6827"/>
                  <a:gd name="T36" fmla="*/ 3413 w 6827"/>
                  <a:gd name="T37" fmla="*/ 5689 h 6827"/>
                  <a:gd name="T38" fmla="*/ 3698 w 6827"/>
                  <a:gd name="T39" fmla="*/ 5973 h 6827"/>
                  <a:gd name="T40" fmla="*/ 3413 w 6827"/>
                  <a:gd name="T41" fmla="*/ 6258 h 6827"/>
                  <a:gd name="T42" fmla="*/ 5404 w 6827"/>
                  <a:gd name="T43" fmla="*/ 2844 h 6827"/>
                  <a:gd name="T44" fmla="*/ 5120 w 6827"/>
                  <a:gd name="T45" fmla="*/ 3129 h 6827"/>
                  <a:gd name="T46" fmla="*/ 4836 w 6827"/>
                  <a:gd name="T47" fmla="*/ 2844 h 6827"/>
                  <a:gd name="T48" fmla="*/ 4836 w 6827"/>
                  <a:gd name="T49" fmla="*/ 2314 h 6827"/>
                  <a:gd name="T50" fmla="*/ 3596 w 6827"/>
                  <a:gd name="T51" fmla="*/ 3347 h 6827"/>
                  <a:gd name="T52" fmla="*/ 3544 w 6827"/>
                  <a:gd name="T53" fmla="*/ 3377 h 6827"/>
                  <a:gd name="T54" fmla="*/ 3515 w 6827"/>
                  <a:gd name="T55" fmla="*/ 3394 h 6827"/>
                  <a:gd name="T56" fmla="*/ 3414 w 6827"/>
                  <a:gd name="T57" fmla="*/ 3413 h 6827"/>
                  <a:gd name="T58" fmla="*/ 3413 w 6827"/>
                  <a:gd name="T59" fmla="*/ 3413 h 6827"/>
                  <a:gd name="T60" fmla="*/ 3301 w 6827"/>
                  <a:gd name="T61" fmla="*/ 3389 h 6827"/>
                  <a:gd name="T62" fmla="*/ 3268 w 6827"/>
                  <a:gd name="T63" fmla="*/ 3367 h 6827"/>
                  <a:gd name="T64" fmla="*/ 3212 w 6827"/>
                  <a:gd name="T65" fmla="*/ 3330 h 6827"/>
                  <a:gd name="T66" fmla="*/ 2560 w 6827"/>
                  <a:gd name="T67" fmla="*/ 2678 h 6827"/>
                  <a:gd name="T68" fmla="*/ 1908 w 6827"/>
                  <a:gd name="T69" fmla="*/ 3330 h 6827"/>
                  <a:gd name="T70" fmla="*/ 1707 w 6827"/>
                  <a:gd name="T71" fmla="*/ 3413 h 6827"/>
                  <a:gd name="T72" fmla="*/ 1506 w 6827"/>
                  <a:gd name="T73" fmla="*/ 3330 h 6827"/>
                  <a:gd name="T74" fmla="*/ 1506 w 6827"/>
                  <a:gd name="T75" fmla="*/ 2928 h 6827"/>
                  <a:gd name="T76" fmla="*/ 2359 w 6827"/>
                  <a:gd name="T77" fmla="*/ 2074 h 6827"/>
                  <a:gd name="T78" fmla="*/ 2761 w 6827"/>
                  <a:gd name="T79" fmla="*/ 2074 h 6827"/>
                  <a:gd name="T80" fmla="*/ 3431 w 6827"/>
                  <a:gd name="T81" fmla="*/ 2744 h 6827"/>
                  <a:gd name="T82" fmla="*/ 4334 w 6827"/>
                  <a:gd name="T83" fmla="*/ 1991 h 6827"/>
                  <a:gd name="T84" fmla="*/ 3982 w 6827"/>
                  <a:gd name="T85" fmla="*/ 1991 h 6827"/>
                  <a:gd name="T86" fmla="*/ 3698 w 6827"/>
                  <a:gd name="T87" fmla="*/ 1707 h 6827"/>
                  <a:gd name="T88" fmla="*/ 3982 w 6827"/>
                  <a:gd name="T89" fmla="*/ 1422 h 6827"/>
                  <a:gd name="T90" fmla="*/ 5120 w 6827"/>
                  <a:gd name="T91" fmla="*/ 1422 h 6827"/>
                  <a:gd name="T92" fmla="*/ 5132 w 6827"/>
                  <a:gd name="T93" fmla="*/ 1425 h 6827"/>
                  <a:gd name="T94" fmla="*/ 5192 w 6827"/>
                  <a:gd name="T95" fmla="*/ 1437 h 6827"/>
                  <a:gd name="T96" fmla="*/ 5240 w 6827"/>
                  <a:gd name="T97" fmla="*/ 1451 h 6827"/>
                  <a:gd name="T98" fmla="*/ 5282 w 6827"/>
                  <a:gd name="T99" fmla="*/ 1479 h 6827"/>
                  <a:gd name="T100" fmla="*/ 5328 w 6827"/>
                  <a:gd name="T101" fmla="*/ 1516 h 6827"/>
                  <a:gd name="T102" fmla="*/ 5339 w 6827"/>
                  <a:gd name="T103" fmla="*/ 1525 h 6827"/>
                  <a:gd name="T104" fmla="*/ 5357 w 6827"/>
                  <a:gd name="T105" fmla="*/ 1559 h 6827"/>
                  <a:gd name="T106" fmla="*/ 5385 w 6827"/>
                  <a:gd name="T107" fmla="*/ 1611 h 6827"/>
                  <a:gd name="T108" fmla="*/ 5397 w 6827"/>
                  <a:gd name="T109" fmla="*/ 1669 h 6827"/>
                  <a:gd name="T110" fmla="*/ 5404 w 6827"/>
                  <a:gd name="T111" fmla="*/ 1707 h 6827"/>
                  <a:gd name="T112" fmla="*/ 5404 w 6827"/>
                  <a:gd name="T113" fmla="*/ 2844 h 68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6827" h="6827">
                    <a:moveTo>
                      <a:pt x="6542" y="0"/>
                    </a:moveTo>
                    <a:lnTo>
                      <a:pt x="284" y="0"/>
                    </a:lnTo>
                    <a:cubicBezTo>
                      <a:pt x="127" y="0"/>
                      <a:pt x="0" y="127"/>
                      <a:pt x="0" y="284"/>
                    </a:cubicBezTo>
                    <a:cubicBezTo>
                      <a:pt x="0" y="441"/>
                      <a:pt x="127" y="569"/>
                      <a:pt x="284" y="569"/>
                    </a:cubicBezTo>
                    <a:lnTo>
                      <a:pt x="284" y="4836"/>
                    </a:lnTo>
                    <a:lnTo>
                      <a:pt x="3129" y="4836"/>
                    </a:lnTo>
                    <a:lnTo>
                      <a:pt x="3129" y="5172"/>
                    </a:lnTo>
                    <a:cubicBezTo>
                      <a:pt x="2799" y="5290"/>
                      <a:pt x="2560" y="5603"/>
                      <a:pt x="2560" y="5973"/>
                    </a:cubicBezTo>
                    <a:cubicBezTo>
                      <a:pt x="2560" y="6444"/>
                      <a:pt x="2943" y="6827"/>
                      <a:pt x="3413" y="6827"/>
                    </a:cubicBezTo>
                    <a:cubicBezTo>
                      <a:pt x="3884" y="6827"/>
                      <a:pt x="4267" y="6444"/>
                      <a:pt x="4267" y="5973"/>
                    </a:cubicBezTo>
                    <a:cubicBezTo>
                      <a:pt x="4267" y="5603"/>
                      <a:pt x="4028" y="5290"/>
                      <a:pt x="3698" y="5172"/>
                    </a:cubicBezTo>
                    <a:lnTo>
                      <a:pt x="3698" y="4836"/>
                    </a:lnTo>
                    <a:lnTo>
                      <a:pt x="6542" y="4836"/>
                    </a:lnTo>
                    <a:lnTo>
                      <a:pt x="6542" y="569"/>
                    </a:lnTo>
                    <a:cubicBezTo>
                      <a:pt x="6700" y="569"/>
                      <a:pt x="6827" y="441"/>
                      <a:pt x="6827" y="284"/>
                    </a:cubicBezTo>
                    <a:cubicBezTo>
                      <a:pt x="6827" y="127"/>
                      <a:pt x="6700" y="0"/>
                      <a:pt x="6542" y="0"/>
                    </a:cubicBezTo>
                    <a:close/>
                    <a:moveTo>
                      <a:pt x="3413" y="6258"/>
                    </a:moveTo>
                    <a:cubicBezTo>
                      <a:pt x="3256" y="6258"/>
                      <a:pt x="3129" y="6130"/>
                      <a:pt x="3129" y="5973"/>
                    </a:cubicBezTo>
                    <a:cubicBezTo>
                      <a:pt x="3129" y="5817"/>
                      <a:pt x="3256" y="5689"/>
                      <a:pt x="3413" y="5689"/>
                    </a:cubicBezTo>
                    <a:cubicBezTo>
                      <a:pt x="3570" y="5689"/>
                      <a:pt x="3698" y="5817"/>
                      <a:pt x="3698" y="5973"/>
                    </a:cubicBezTo>
                    <a:cubicBezTo>
                      <a:pt x="3698" y="6130"/>
                      <a:pt x="3570" y="6258"/>
                      <a:pt x="3413" y="6258"/>
                    </a:cubicBezTo>
                    <a:close/>
                    <a:moveTo>
                      <a:pt x="5404" y="2844"/>
                    </a:moveTo>
                    <a:cubicBezTo>
                      <a:pt x="5404" y="3001"/>
                      <a:pt x="5277" y="3129"/>
                      <a:pt x="5120" y="3129"/>
                    </a:cubicBezTo>
                    <a:cubicBezTo>
                      <a:pt x="4963" y="3129"/>
                      <a:pt x="4836" y="3001"/>
                      <a:pt x="4836" y="2844"/>
                    </a:cubicBezTo>
                    <a:lnTo>
                      <a:pt x="4836" y="2314"/>
                    </a:lnTo>
                    <a:lnTo>
                      <a:pt x="3596" y="3347"/>
                    </a:lnTo>
                    <a:cubicBezTo>
                      <a:pt x="3580" y="3360"/>
                      <a:pt x="3562" y="3368"/>
                      <a:pt x="3544" y="3377"/>
                    </a:cubicBezTo>
                    <a:cubicBezTo>
                      <a:pt x="3534" y="3382"/>
                      <a:pt x="3525" y="3390"/>
                      <a:pt x="3515" y="3394"/>
                    </a:cubicBezTo>
                    <a:cubicBezTo>
                      <a:pt x="3482" y="3406"/>
                      <a:pt x="3448" y="3413"/>
                      <a:pt x="3414" y="3413"/>
                    </a:cubicBezTo>
                    <a:lnTo>
                      <a:pt x="3413" y="3413"/>
                    </a:lnTo>
                    <a:cubicBezTo>
                      <a:pt x="3375" y="3413"/>
                      <a:pt x="3337" y="3404"/>
                      <a:pt x="3301" y="3389"/>
                    </a:cubicBezTo>
                    <a:cubicBezTo>
                      <a:pt x="3289" y="3383"/>
                      <a:pt x="3279" y="3374"/>
                      <a:pt x="3268" y="3367"/>
                    </a:cubicBezTo>
                    <a:cubicBezTo>
                      <a:pt x="3249" y="3356"/>
                      <a:pt x="3229" y="3346"/>
                      <a:pt x="3212" y="3330"/>
                    </a:cubicBezTo>
                    <a:lnTo>
                      <a:pt x="2560" y="2678"/>
                    </a:lnTo>
                    <a:lnTo>
                      <a:pt x="1908" y="3330"/>
                    </a:lnTo>
                    <a:cubicBezTo>
                      <a:pt x="1852" y="3385"/>
                      <a:pt x="1779" y="3413"/>
                      <a:pt x="1707" y="3413"/>
                    </a:cubicBezTo>
                    <a:cubicBezTo>
                      <a:pt x="1634" y="3413"/>
                      <a:pt x="1561" y="3385"/>
                      <a:pt x="1506" y="3330"/>
                    </a:cubicBezTo>
                    <a:cubicBezTo>
                      <a:pt x="1394" y="3219"/>
                      <a:pt x="1394" y="3039"/>
                      <a:pt x="1506" y="2928"/>
                    </a:cubicBezTo>
                    <a:lnTo>
                      <a:pt x="2359" y="2074"/>
                    </a:lnTo>
                    <a:cubicBezTo>
                      <a:pt x="2470" y="1963"/>
                      <a:pt x="2650" y="1963"/>
                      <a:pt x="2761" y="2074"/>
                    </a:cubicBezTo>
                    <a:lnTo>
                      <a:pt x="3431" y="2744"/>
                    </a:lnTo>
                    <a:lnTo>
                      <a:pt x="4334" y="1991"/>
                    </a:lnTo>
                    <a:lnTo>
                      <a:pt x="3982" y="1991"/>
                    </a:lnTo>
                    <a:cubicBezTo>
                      <a:pt x="3825" y="1991"/>
                      <a:pt x="3698" y="1864"/>
                      <a:pt x="3698" y="1707"/>
                    </a:cubicBezTo>
                    <a:cubicBezTo>
                      <a:pt x="3698" y="1550"/>
                      <a:pt x="3825" y="1422"/>
                      <a:pt x="3982" y="1422"/>
                    </a:cubicBezTo>
                    <a:lnTo>
                      <a:pt x="5120" y="1422"/>
                    </a:lnTo>
                    <a:cubicBezTo>
                      <a:pt x="5124" y="1422"/>
                      <a:pt x="5128" y="1425"/>
                      <a:pt x="5132" y="1425"/>
                    </a:cubicBezTo>
                    <a:cubicBezTo>
                      <a:pt x="5153" y="1426"/>
                      <a:pt x="5172" y="1431"/>
                      <a:pt x="5192" y="1437"/>
                    </a:cubicBezTo>
                    <a:cubicBezTo>
                      <a:pt x="5208" y="1441"/>
                      <a:pt x="5225" y="1444"/>
                      <a:pt x="5240" y="1451"/>
                    </a:cubicBezTo>
                    <a:cubicBezTo>
                      <a:pt x="5255" y="1458"/>
                      <a:pt x="5268" y="1469"/>
                      <a:pt x="5282" y="1479"/>
                    </a:cubicBezTo>
                    <a:cubicBezTo>
                      <a:pt x="5299" y="1491"/>
                      <a:pt x="5315" y="1502"/>
                      <a:pt x="5328" y="1516"/>
                    </a:cubicBezTo>
                    <a:cubicBezTo>
                      <a:pt x="5332" y="1520"/>
                      <a:pt x="5336" y="1521"/>
                      <a:pt x="5339" y="1525"/>
                    </a:cubicBezTo>
                    <a:cubicBezTo>
                      <a:pt x="5347" y="1535"/>
                      <a:pt x="5350" y="1548"/>
                      <a:pt x="5357" y="1559"/>
                    </a:cubicBezTo>
                    <a:cubicBezTo>
                      <a:pt x="5368" y="1576"/>
                      <a:pt x="5378" y="1592"/>
                      <a:pt x="5385" y="1611"/>
                    </a:cubicBezTo>
                    <a:cubicBezTo>
                      <a:pt x="5392" y="1630"/>
                      <a:pt x="5394" y="1649"/>
                      <a:pt x="5397" y="1669"/>
                    </a:cubicBezTo>
                    <a:cubicBezTo>
                      <a:pt x="5399" y="1682"/>
                      <a:pt x="5404" y="1694"/>
                      <a:pt x="5404" y="1707"/>
                    </a:cubicBezTo>
                    <a:lnTo>
                      <a:pt x="5404" y="284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2000"/>
              </a:p>
            </p:txBody>
          </p:sp>
          <p:sp>
            <p:nvSpPr>
              <p:cNvPr id="66" name="Bullet1">
                <a:extLst>
                  <a:ext uri="{FF2B5EF4-FFF2-40B4-BE49-F238E27FC236}">
                    <a16:creationId xmlns:a16="http://schemas.microsoft.com/office/drawing/2014/main" id="{6F57B94B-7636-E990-1E8A-A9BEBCA575A1}"/>
                  </a:ext>
                </a:extLst>
              </p:cNvPr>
              <p:cNvSpPr txBox="1"/>
              <p:nvPr/>
            </p:nvSpPr>
            <p:spPr>
              <a:xfrm>
                <a:off x="1527267" y="1668187"/>
                <a:ext cx="4395896" cy="576000"/>
              </a:xfrm>
              <a:prstGeom prst="roundRect">
                <a:avLst>
                  <a:gd name="adj" fmla="val 21700"/>
                </a:avLst>
              </a:prstGeom>
              <a:gradFill flip="none" rotWithShape="0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60000">
                    <a:schemeClr val="accent1"/>
                  </a:gs>
                </a:gsLst>
                <a:lin ang="2700000" scaled="0"/>
                <a:tileRect/>
              </a:gradFill>
              <a:ln w="57150" cap="rnd">
                <a:noFill/>
                <a:prstDash val="solid"/>
                <a:round/>
              </a:ln>
              <a:effectLst>
                <a:outerShdw blurRad="254000" dist="127000" dir="2700000" algn="ctr" rotWithShape="0">
                  <a:schemeClr val="accent1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en-US"/>
                </a:defPPr>
                <a:lvl1pPr marL="0" algn="ctr" defTabSz="913765" rtl="0" eaLnBrk="1" latinLnBrk="0" hangingPunct="1">
                  <a:defRPr sz="1800" b="1" kern="1200">
                    <a:solidFill>
                      <a:srgbClr val="FFFFFF"/>
                    </a:solidFill>
                    <a:latin typeface="+mj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zh-CN" altLang="en-US" sz="2000"/>
                  <a:t>竞争态势分析</a:t>
                </a:r>
                <a:endParaRPr lang="zh-CN" altLang="en-US" sz="2000" dirty="0"/>
              </a:p>
            </p:txBody>
          </p:sp>
          <p:sp>
            <p:nvSpPr>
              <p:cNvPr id="67" name="Text1">
                <a:extLst>
                  <a:ext uri="{FF2B5EF4-FFF2-40B4-BE49-F238E27FC236}">
                    <a16:creationId xmlns:a16="http://schemas.microsoft.com/office/drawing/2014/main" id="{0FD21921-482E-E81B-2A0D-71833E961F01}"/>
                  </a:ext>
                </a:extLst>
              </p:cNvPr>
              <p:cNvSpPr/>
              <p:nvPr/>
            </p:nvSpPr>
            <p:spPr>
              <a:xfrm>
                <a:off x="1212245" y="2376554"/>
                <a:ext cx="4819206" cy="1296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71450" indent="-17145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  <a:tabLst>
                    <a:tab pos="449263" algn="l"/>
                  </a:tabLst>
                </a:pPr>
                <a:r>
                  <a:rPr kumimoji="1" lang="zh-CN" altLang="en-US" sz="1400">
                    <a:solidFill>
                      <a:schemeClr val="tx1"/>
                    </a:solidFill>
                  </a:rPr>
                  <a:t>为确保演示效果，请将内容调整为简洁明了的表达方式。</a:t>
                </a:r>
                <a:endParaRPr kumimoji="1" lang="en-US" altLang="zh-CN" sz="1400">
                  <a:solidFill>
                    <a:schemeClr val="tx1"/>
                  </a:solidFill>
                </a:endParaRPr>
              </a:p>
              <a:p>
                <a:pPr marL="171450" indent="-17145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  <a:tabLst>
                    <a:tab pos="449263" algn="l"/>
                  </a:tabLst>
                </a:pPr>
                <a:r>
                  <a:rPr kumimoji="1" lang="zh-CN" altLang="en-US" sz="1400">
                    <a:solidFill>
                      <a:schemeClr val="tx1"/>
                    </a:solidFill>
                  </a:rPr>
                  <a:t>若需包含较多信息，可适当延展，但请提炼核心内容，减少冗余，避免对观者造成阅读压力。</a:t>
                </a:r>
              </a:p>
            </p:txBody>
          </p:sp>
        </p:grpSp>
        <p:grpSp>
          <p:nvGrpSpPr>
            <p:cNvPr id="57" name="组合 56">
              <a:extLst>
                <a:ext uri="{FF2B5EF4-FFF2-40B4-BE49-F238E27FC236}">
                  <a16:creationId xmlns:a16="http://schemas.microsoft.com/office/drawing/2014/main" id="{4E9E2F63-860C-DD9D-BE48-DF1B42CBED8E}"/>
                </a:ext>
              </a:extLst>
            </p:cNvPr>
            <p:cNvGrpSpPr/>
            <p:nvPr/>
          </p:nvGrpSpPr>
          <p:grpSpPr>
            <a:xfrm>
              <a:off x="660400" y="3845710"/>
              <a:ext cx="5425438" cy="2113559"/>
              <a:chOff x="748032" y="3933695"/>
              <a:chExt cx="5425438" cy="2113559"/>
            </a:xfrm>
          </p:grpSpPr>
          <p:sp>
            <p:nvSpPr>
              <p:cNvPr id="58" name="ComponentBackground2">
                <a:extLst>
                  <a:ext uri="{FF2B5EF4-FFF2-40B4-BE49-F238E27FC236}">
                    <a16:creationId xmlns:a16="http://schemas.microsoft.com/office/drawing/2014/main" id="{CCD8EC4B-EB3A-9B78-3EFE-3C4E4A1BED62}"/>
                  </a:ext>
                </a:extLst>
              </p:cNvPr>
              <p:cNvSpPr/>
              <p:nvPr/>
            </p:nvSpPr>
            <p:spPr>
              <a:xfrm>
                <a:off x="1070556" y="4247254"/>
                <a:ext cx="5102914" cy="1800000"/>
              </a:xfrm>
              <a:prstGeom prst="roundRect">
                <a:avLst>
                  <a:gd name="adj" fmla="val 6000"/>
                </a:avLst>
              </a:prstGeom>
              <a:solidFill>
                <a:schemeClr val="bg1"/>
              </a:solidFill>
              <a:ln w="12700" cap="rnd">
                <a:gradFill>
                  <a:gsLst>
                    <a:gs pos="20000">
                      <a:schemeClr val="accent1">
                        <a:alpha val="50000"/>
                      </a:schemeClr>
                    </a:gs>
                    <a:gs pos="100000">
                      <a:schemeClr val="accent1">
                        <a:lumMod val="40000"/>
                        <a:lumOff val="60000"/>
                        <a:alpha val="10000"/>
                      </a:schemeClr>
                    </a:gs>
                  </a:gsLst>
                  <a:lin ang="2700000" scaled="0"/>
                </a:gradFill>
                <a:prstDash val="solid"/>
                <a:round/>
              </a:ln>
              <a:effectLst>
                <a:outerShdw blurRad="254000" dist="127000" dir="2700000" algn="ctr" rotWithShape="0">
                  <a:schemeClr val="accent1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20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59" name="IconBackground2">
                <a:extLst>
                  <a:ext uri="{FF2B5EF4-FFF2-40B4-BE49-F238E27FC236}">
                    <a16:creationId xmlns:a16="http://schemas.microsoft.com/office/drawing/2014/main" id="{9332F935-131A-A786-C468-EC100DB7F68A}"/>
                  </a:ext>
                </a:extLst>
              </p:cNvPr>
              <p:cNvSpPr/>
              <p:nvPr/>
            </p:nvSpPr>
            <p:spPr>
              <a:xfrm>
                <a:off x="748032" y="3933695"/>
                <a:ext cx="620005" cy="620005"/>
              </a:xfrm>
              <a:prstGeom prst="ellipse">
                <a:avLst/>
              </a:prstGeom>
              <a:gradFill flip="none" rotWithShape="0"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60000">
                    <a:schemeClr val="accent2"/>
                  </a:gs>
                </a:gsLst>
                <a:lin ang="2700000" scaled="0"/>
                <a:tileRect/>
              </a:gradFill>
              <a:ln w="57150" cap="rnd">
                <a:noFill/>
                <a:prstDash val="solid"/>
                <a:round/>
              </a:ln>
              <a:effectLst>
                <a:outerShdw blurRad="254000" dist="127000" dir="2700000" algn="ctr" rotWithShape="0">
                  <a:schemeClr val="accent2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3765"/>
                <a:endParaRPr lang="zh-CN" altLang="en-US" sz="2000" b="1">
                  <a:solidFill>
                    <a:srgbClr val="FFFFFF"/>
                  </a:solidFill>
                  <a:latin typeface="+mj-lt"/>
                </a:endParaRPr>
              </a:p>
            </p:txBody>
          </p:sp>
          <p:sp>
            <p:nvSpPr>
              <p:cNvPr id="60" name="IconMisc2">
                <a:extLst>
                  <a:ext uri="{FF2B5EF4-FFF2-40B4-BE49-F238E27FC236}">
                    <a16:creationId xmlns:a16="http://schemas.microsoft.com/office/drawing/2014/main" id="{E355D3C0-0502-5192-0288-E4F54CF33C7F}"/>
                  </a:ext>
                </a:extLst>
              </p:cNvPr>
              <p:cNvSpPr/>
              <p:nvPr/>
            </p:nvSpPr>
            <p:spPr>
              <a:xfrm>
                <a:off x="938365" y="4088481"/>
                <a:ext cx="239338" cy="310429"/>
              </a:xfrm>
              <a:custGeom>
                <a:avLst/>
                <a:gdLst>
                  <a:gd name="T0" fmla="*/ 5017 w 5255"/>
                  <a:gd name="T1" fmla="*/ 0 h 6827"/>
                  <a:gd name="T2" fmla="*/ 238 w 5255"/>
                  <a:gd name="T3" fmla="*/ 0 h 6827"/>
                  <a:gd name="T4" fmla="*/ 0 w 5255"/>
                  <a:gd name="T5" fmla="*/ 238 h 6827"/>
                  <a:gd name="T6" fmla="*/ 0 w 5255"/>
                  <a:gd name="T7" fmla="*/ 6589 h 6827"/>
                  <a:gd name="T8" fmla="*/ 238 w 5255"/>
                  <a:gd name="T9" fmla="*/ 6827 h 6827"/>
                  <a:gd name="T10" fmla="*/ 3880 w 5255"/>
                  <a:gd name="T11" fmla="*/ 6827 h 6827"/>
                  <a:gd name="T12" fmla="*/ 4049 w 5255"/>
                  <a:gd name="T13" fmla="*/ 6757 h 6827"/>
                  <a:gd name="T14" fmla="*/ 5185 w 5255"/>
                  <a:gd name="T15" fmla="*/ 5620 h 6827"/>
                  <a:gd name="T16" fmla="*/ 5255 w 5255"/>
                  <a:gd name="T17" fmla="*/ 5452 h 6827"/>
                  <a:gd name="T18" fmla="*/ 5255 w 5255"/>
                  <a:gd name="T19" fmla="*/ 238 h 6827"/>
                  <a:gd name="T20" fmla="*/ 5017 w 5255"/>
                  <a:gd name="T21" fmla="*/ 0 h 6827"/>
                  <a:gd name="T22" fmla="*/ 2143 w 5255"/>
                  <a:gd name="T23" fmla="*/ 4160 h 6827"/>
                  <a:gd name="T24" fmla="*/ 1905 w 5255"/>
                  <a:gd name="T25" fmla="*/ 4398 h 6827"/>
                  <a:gd name="T26" fmla="*/ 1159 w 5255"/>
                  <a:gd name="T27" fmla="*/ 4398 h 6827"/>
                  <a:gd name="T28" fmla="*/ 921 w 5255"/>
                  <a:gd name="T29" fmla="*/ 4160 h 6827"/>
                  <a:gd name="T30" fmla="*/ 921 w 5255"/>
                  <a:gd name="T31" fmla="*/ 3413 h 6827"/>
                  <a:gd name="T32" fmla="*/ 1159 w 5255"/>
                  <a:gd name="T33" fmla="*/ 3175 h 6827"/>
                  <a:gd name="T34" fmla="*/ 1905 w 5255"/>
                  <a:gd name="T35" fmla="*/ 3175 h 6827"/>
                  <a:gd name="T36" fmla="*/ 2143 w 5255"/>
                  <a:gd name="T37" fmla="*/ 3413 h 6827"/>
                  <a:gd name="T38" fmla="*/ 2143 w 5255"/>
                  <a:gd name="T39" fmla="*/ 4160 h 6827"/>
                  <a:gd name="T40" fmla="*/ 2143 w 5255"/>
                  <a:gd name="T41" fmla="*/ 2302 h 6827"/>
                  <a:gd name="T42" fmla="*/ 1905 w 5255"/>
                  <a:gd name="T43" fmla="*/ 2540 h 6827"/>
                  <a:gd name="T44" fmla="*/ 1159 w 5255"/>
                  <a:gd name="T45" fmla="*/ 2540 h 6827"/>
                  <a:gd name="T46" fmla="*/ 921 w 5255"/>
                  <a:gd name="T47" fmla="*/ 2302 h 6827"/>
                  <a:gd name="T48" fmla="*/ 921 w 5255"/>
                  <a:gd name="T49" fmla="*/ 1556 h 6827"/>
                  <a:gd name="T50" fmla="*/ 1159 w 5255"/>
                  <a:gd name="T51" fmla="*/ 1318 h 6827"/>
                  <a:gd name="T52" fmla="*/ 1905 w 5255"/>
                  <a:gd name="T53" fmla="*/ 1318 h 6827"/>
                  <a:gd name="T54" fmla="*/ 2143 w 5255"/>
                  <a:gd name="T55" fmla="*/ 1556 h 6827"/>
                  <a:gd name="T56" fmla="*/ 2143 w 5255"/>
                  <a:gd name="T57" fmla="*/ 2302 h 6827"/>
                  <a:gd name="T58" fmla="*/ 4096 w 5255"/>
                  <a:gd name="T59" fmla="*/ 4017 h 6827"/>
                  <a:gd name="T60" fmla="*/ 2810 w 5255"/>
                  <a:gd name="T61" fmla="*/ 4017 h 6827"/>
                  <a:gd name="T62" fmla="*/ 2572 w 5255"/>
                  <a:gd name="T63" fmla="*/ 3778 h 6827"/>
                  <a:gd name="T64" fmla="*/ 2810 w 5255"/>
                  <a:gd name="T65" fmla="*/ 3540 h 6827"/>
                  <a:gd name="T66" fmla="*/ 4096 w 5255"/>
                  <a:gd name="T67" fmla="*/ 3540 h 6827"/>
                  <a:gd name="T68" fmla="*/ 4334 w 5255"/>
                  <a:gd name="T69" fmla="*/ 3778 h 6827"/>
                  <a:gd name="T70" fmla="*/ 4096 w 5255"/>
                  <a:gd name="T71" fmla="*/ 4017 h 6827"/>
                  <a:gd name="T72" fmla="*/ 4096 w 5255"/>
                  <a:gd name="T73" fmla="*/ 2175 h 6827"/>
                  <a:gd name="T74" fmla="*/ 2810 w 5255"/>
                  <a:gd name="T75" fmla="*/ 2175 h 6827"/>
                  <a:gd name="T76" fmla="*/ 2572 w 5255"/>
                  <a:gd name="T77" fmla="*/ 1937 h 6827"/>
                  <a:gd name="T78" fmla="*/ 2810 w 5255"/>
                  <a:gd name="T79" fmla="*/ 1699 h 6827"/>
                  <a:gd name="T80" fmla="*/ 4096 w 5255"/>
                  <a:gd name="T81" fmla="*/ 1699 h 6827"/>
                  <a:gd name="T82" fmla="*/ 4334 w 5255"/>
                  <a:gd name="T83" fmla="*/ 1937 h 6827"/>
                  <a:gd name="T84" fmla="*/ 4096 w 5255"/>
                  <a:gd name="T85" fmla="*/ 2175 h 68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5255" h="6827">
                    <a:moveTo>
                      <a:pt x="5017" y="0"/>
                    </a:moveTo>
                    <a:lnTo>
                      <a:pt x="238" y="0"/>
                    </a:lnTo>
                    <a:cubicBezTo>
                      <a:pt x="106" y="0"/>
                      <a:pt x="0" y="107"/>
                      <a:pt x="0" y="238"/>
                    </a:cubicBezTo>
                    <a:lnTo>
                      <a:pt x="0" y="6589"/>
                    </a:lnTo>
                    <a:cubicBezTo>
                      <a:pt x="0" y="6720"/>
                      <a:pt x="106" y="6827"/>
                      <a:pt x="238" y="6827"/>
                    </a:cubicBezTo>
                    <a:lnTo>
                      <a:pt x="3880" y="6827"/>
                    </a:lnTo>
                    <a:cubicBezTo>
                      <a:pt x="3944" y="6827"/>
                      <a:pt x="4004" y="6802"/>
                      <a:pt x="4049" y="6757"/>
                    </a:cubicBezTo>
                    <a:lnTo>
                      <a:pt x="5185" y="5620"/>
                    </a:lnTo>
                    <a:cubicBezTo>
                      <a:pt x="5230" y="5576"/>
                      <a:pt x="5255" y="5515"/>
                      <a:pt x="5255" y="5452"/>
                    </a:cubicBezTo>
                    <a:lnTo>
                      <a:pt x="5255" y="238"/>
                    </a:lnTo>
                    <a:cubicBezTo>
                      <a:pt x="5255" y="107"/>
                      <a:pt x="5148" y="0"/>
                      <a:pt x="5017" y="0"/>
                    </a:cubicBezTo>
                    <a:close/>
                    <a:moveTo>
                      <a:pt x="2143" y="4160"/>
                    </a:moveTo>
                    <a:cubicBezTo>
                      <a:pt x="2143" y="4291"/>
                      <a:pt x="2036" y="4398"/>
                      <a:pt x="1905" y="4398"/>
                    </a:cubicBezTo>
                    <a:lnTo>
                      <a:pt x="1159" y="4398"/>
                    </a:lnTo>
                    <a:cubicBezTo>
                      <a:pt x="1027" y="4398"/>
                      <a:pt x="921" y="4291"/>
                      <a:pt x="921" y="4160"/>
                    </a:cubicBezTo>
                    <a:lnTo>
                      <a:pt x="921" y="3413"/>
                    </a:lnTo>
                    <a:cubicBezTo>
                      <a:pt x="921" y="3282"/>
                      <a:pt x="1027" y="3175"/>
                      <a:pt x="1159" y="3175"/>
                    </a:cubicBezTo>
                    <a:lnTo>
                      <a:pt x="1905" y="3175"/>
                    </a:lnTo>
                    <a:cubicBezTo>
                      <a:pt x="2036" y="3175"/>
                      <a:pt x="2143" y="3282"/>
                      <a:pt x="2143" y="3413"/>
                    </a:cubicBezTo>
                    <a:lnTo>
                      <a:pt x="2143" y="4160"/>
                    </a:lnTo>
                    <a:close/>
                    <a:moveTo>
                      <a:pt x="2143" y="2302"/>
                    </a:moveTo>
                    <a:cubicBezTo>
                      <a:pt x="2143" y="2434"/>
                      <a:pt x="2036" y="2540"/>
                      <a:pt x="1905" y="2540"/>
                    </a:cubicBezTo>
                    <a:lnTo>
                      <a:pt x="1159" y="2540"/>
                    </a:lnTo>
                    <a:cubicBezTo>
                      <a:pt x="1027" y="2540"/>
                      <a:pt x="921" y="2434"/>
                      <a:pt x="921" y="2302"/>
                    </a:cubicBezTo>
                    <a:lnTo>
                      <a:pt x="921" y="1556"/>
                    </a:lnTo>
                    <a:cubicBezTo>
                      <a:pt x="921" y="1424"/>
                      <a:pt x="1027" y="1318"/>
                      <a:pt x="1159" y="1318"/>
                    </a:cubicBezTo>
                    <a:lnTo>
                      <a:pt x="1905" y="1318"/>
                    </a:lnTo>
                    <a:cubicBezTo>
                      <a:pt x="2036" y="1318"/>
                      <a:pt x="2143" y="1424"/>
                      <a:pt x="2143" y="1556"/>
                    </a:cubicBezTo>
                    <a:lnTo>
                      <a:pt x="2143" y="2302"/>
                    </a:lnTo>
                    <a:close/>
                    <a:moveTo>
                      <a:pt x="4096" y="4017"/>
                    </a:moveTo>
                    <a:lnTo>
                      <a:pt x="2810" y="4017"/>
                    </a:lnTo>
                    <a:cubicBezTo>
                      <a:pt x="2678" y="4017"/>
                      <a:pt x="2572" y="3910"/>
                      <a:pt x="2572" y="3778"/>
                    </a:cubicBezTo>
                    <a:cubicBezTo>
                      <a:pt x="2572" y="3647"/>
                      <a:pt x="2678" y="3540"/>
                      <a:pt x="2810" y="3540"/>
                    </a:cubicBezTo>
                    <a:lnTo>
                      <a:pt x="4096" y="3540"/>
                    </a:lnTo>
                    <a:cubicBezTo>
                      <a:pt x="4227" y="3540"/>
                      <a:pt x="4334" y="3647"/>
                      <a:pt x="4334" y="3778"/>
                    </a:cubicBezTo>
                    <a:cubicBezTo>
                      <a:pt x="4334" y="3910"/>
                      <a:pt x="4227" y="4017"/>
                      <a:pt x="4096" y="4017"/>
                    </a:cubicBezTo>
                    <a:close/>
                    <a:moveTo>
                      <a:pt x="4096" y="2175"/>
                    </a:moveTo>
                    <a:lnTo>
                      <a:pt x="2810" y="2175"/>
                    </a:lnTo>
                    <a:cubicBezTo>
                      <a:pt x="2678" y="2175"/>
                      <a:pt x="2572" y="2068"/>
                      <a:pt x="2572" y="1937"/>
                    </a:cubicBezTo>
                    <a:cubicBezTo>
                      <a:pt x="2572" y="1805"/>
                      <a:pt x="2678" y="1699"/>
                      <a:pt x="2810" y="1699"/>
                    </a:cubicBezTo>
                    <a:lnTo>
                      <a:pt x="4096" y="1699"/>
                    </a:lnTo>
                    <a:cubicBezTo>
                      <a:pt x="4227" y="1699"/>
                      <a:pt x="4334" y="1805"/>
                      <a:pt x="4334" y="1937"/>
                    </a:cubicBezTo>
                    <a:cubicBezTo>
                      <a:pt x="4334" y="2068"/>
                      <a:pt x="4227" y="2175"/>
                      <a:pt x="4096" y="217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2000"/>
              </a:p>
            </p:txBody>
          </p:sp>
          <p:sp>
            <p:nvSpPr>
              <p:cNvPr id="61" name="Bullet2">
                <a:extLst>
                  <a:ext uri="{FF2B5EF4-FFF2-40B4-BE49-F238E27FC236}">
                    <a16:creationId xmlns:a16="http://schemas.microsoft.com/office/drawing/2014/main" id="{C7C7B87A-36A4-1ADE-5016-1FD59A2C258F}"/>
                  </a:ext>
                </a:extLst>
              </p:cNvPr>
              <p:cNvSpPr txBox="1"/>
              <p:nvPr/>
            </p:nvSpPr>
            <p:spPr>
              <a:xfrm>
                <a:off x="1528641" y="3955697"/>
                <a:ext cx="4395896" cy="576000"/>
              </a:xfrm>
              <a:prstGeom prst="roundRect">
                <a:avLst>
                  <a:gd name="adj" fmla="val 21700"/>
                </a:avLst>
              </a:prstGeom>
              <a:gradFill flip="none" rotWithShape="0"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60000">
                    <a:schemeClr val="accent2"/>
                  </a:gs>
                </a:gsLst>
                <a:lin ang="2700000" scaled="0"/>
                <a:tileRect/>
              </a:gradFill>
              <a:ln w="57150" cap="rnd">
                <a:noFill/>
                <a:prstDash val="solid"/>
                <a:round/>
              </a:ln>
              <a:effectLst>
                <a:outerShdw blurRad="254000" dist="127000" dir="2700000" algn="ctr" rotWithShape="0">
                  <a:schemeClr val="accent2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en-US"/>
                </a:defPPr>
                <a:lvl1pPr marL="0" algn="ctr" defTabSz="913765" rtl="0" eaLnBrk="1" latinLnBrk="0" hangingPunct="1">
                  <a:defRPr sz="1800" b="1" kern="1200">
                    <a:solidFill>
                      <a:srgbClr val="FFFFFF"/>
                    </a:solidFill>
                    <a:latin typeface="+mj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zh-CN" altLang="en-US" sz="2000"/>
                  <a:t>竞争策略对比</a:t>
                </a:r>
                <a:endParaRPr lang="zh-CN" altLang="en-US" sz="2000" dirty="0"/>
              </a:p>
            </p:txBody>
          </p:sp>
          <p:sp>
            <p:nvSpPr>
              <p:cNvPr id="62" name="Text2">
                <a:extLst>
                  <a:ext uri="{FF2B5EF4-FFF2-40B4-BE49-F238E27FC236}">
                    <a16:creationId xmlns:a16="http://schemas.microsoft.com/office/drawing/2014/main" id="{928F3E53-C433-1E3E-3A05-0AD572CAC655}"/>
                  </a:ext>
                </a:extLst>
              </p:cNvPr>
              <p:cNvSpPr/>
              <p:nvPr/>
            </p:nvSpPr>
            <p:spPr>
              <a:xfrm>
                <a:off x="1213619" y="4656259"/>
                <a:ext cx="4819206" cy="1296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71450" indent="-17145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  <a:tabLst>
                    <a:tab pos="449263" algn="l"/>
                  </a:tabLst>
                </a:pPr>
                <a:r>
                  <a:rPr kumimoji="1" lang="zh-CN" altLang="en-US" sz="1400">
                    <a:solidFill>
                      <a:schemeClr val="tx1"/>
                    </a:solidFill>
                  </a:rPr>
                  <a:t>为确保演示效果，请将内容调整为简洁明了的表达方式。</a:t>
                </a:r>
                <a:endParaRPr kumimoji="1" lang="en-US" altLang="zh-CN" sz="1400">
                  <a:solidFill>
                    <a:schemeClr val="tx1"/>
                  </a:solidFill>
                </a:endParaRPr>
              </a:p>
              <a:p>
                <a:pPr marL="171450" indent="-17145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  <a:tabLst>
                    <a:tab pos="449263" algn="l"/>
                  </a:tabLst>
                </a:pPr>
                <a:r>
                  <a:rPr kumimoji="1" lang="zh-CN" altLang="en-US" sz="1400">
                    <a:solidFill>
                      <a:schemeClr val="tx1"/>
                    </a:solidFill>
                  </a:rPr>
                  <a:t>若需包含较多信息，可适当延展，但请提炼核心内容，减少冗余，避免对观者造成阅读压力。</a:t>
                </a:r>
              </a:p>
            </p:txBody>
          </p:sp>
        </p:grp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0400" y="128587"/>
            <a:ext cx="10858500" cy="900112"/>
          </a:xfrm>
        </p:spPr>
        <p:txBody>
          <a:bodyPr/>
          <a:lstStyle/>
          <a:p>
            <a:r>
              <a:rPr lang="zh-CN" altLang="en-US" dirty="0"/>
              <a:t>行业创新成果展示</a:t>
            </a:r>
            <a:endParaRPr lang="en-US" dirty="0"/>
          </a:p>
        </p:txBody>
      </p: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017C0816-0B24-4B68-56A2-C272B9824938}"/>
              </a:ext>
            </a:extLst>
          </p:cNvPr>
          <p:cNvGrpSpPr/>
          <p:nvPr/>
        </p:nvGrpSpPr>
        <p:grpSpPr>
          <a:xfrm>
            <a:off x="0" y="1130300"/>
            <a:ext cx="12192000" cy="5727700"/>
            <a:chOff x="0" y="1130300"/>
            <a:chExt cx="12192000" cy="5727700"/>
          </a:xfrm>
        </p:grpSpPr>
        <p:sp>
          <p:nvSpPr>
            <p:cNvPr id="34" name="任意多边形: 形状 33">
              <a:extLst>
                <a:ext uri="{FF2B5EF4-FFF2-40B4-BE49-F238E27FC236}">
                  <a16:creationId xmlns:a16="http://schemas.microsoft.com/office/drawing/2014/main" id="{F24A2E37-F466-3B31-17E3-72EAE1F5E548}"/>
                </a:ext>
              </a:extLst>
            </p:cNvPr>
            <p:cNvSpPr/>
            <p:nvPr/>
          </p:nvSpPr>
          <p:spPr>
            <a:xfrm>
              <a:off x="0" y="5466554"/>
              <a:ext cx="12192000" cy="1391446"/>
            </a:xfrm>
            <a:custGeom>
              <a:avLst/>
              <a:gdLst>
                <a:gd name="connsiteX0" fmla="*/ 12192000 w 12192000"/>
                <a:gd name="connsiteY0" fmla="*/ 0 h 766563"/>
                <a:gd name="connsiteX1" fmla="*/ 12192000 w 12192000"/>
                <a:gd name="connsiteY1" fmla="*/ 766563 h 766563"/>
                <a:gd name="connsiteX2" fmla="*/ 0 w 12192000"/>
                <a:gd name="connsiteY2" fmla="*/ 766563 h 766563"/>
                <a:gd name="connsiteX3" fmla="*/ 0 w 12192000"/>
                <a:gd name="connsiteY3" fmla="*/ 2534 h 766563"/>
                <a:gd name="connsiteX4" fmla="*/ 291780 w 12192000"/>
                <a:gd name="connsiteY4" fmla="*/ 60750 h 766563"/>
                <a:gd name="connsiteX5" fmla="*/ 6089650 w 12192000"/>
                <a:gd name="connsiteY5" fmla="*/ 517667 h 766563"/>
                <a:gd name="connsiteX6" fmla="*/ 11887521 w 12192000"/>
                <a:gd name="connsiteY6" fmla="*/ 60750 h 766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192000" h="766563">
                  <a:moveTo>
                    <a:pt x="12192000" y="0"/>
                  </a:moveTo>
                  <a:lnTo>
                    <a:pt x="12192000" y="766563"/>
                  </a:lnTo>
                  <a:lnTo>
                    <a:pt x="0" y="766563"/>
                  </a:lnTo>
                  <a:lnTo>
                    <a:pt x="0" y="2534"/>
                  </a:lnTo>
                  <a:lnTo>
                    <a:pt x="291780" y="60750"/>
                  </a:lnTo>
                  <a:cubicBezTo>
                    <a:pt x="1867358" y="346195"/>
                    <a:pt x="3887286" y="517667"/>
                    <a:pt x="6089650" y="517667"/>
                  </a:cubicBezTo>
                  <a:cubicBezTo>
                    <a:pt x="8292014" y="517667"/>
                    <a:pt x="10311943" y="346195"/>
                    <a:pt x="11887521" y="60750"/>
                  </a:cubicBezTo>
                  <a:close/>
                </a:path>
              </a:pathLst>
            </a:custGeom>
            <a:gradFill flip="none" rotWithShape="0">
              <a:gsLst>
                <a:gs pos="0">
                  <a:schemeClr val="accent2">
                    <a:lumMod val="60000"/>
                    <a:lumOff val="40000"/>
                  </a:schemeClr>
                </a:gs>
                <a:gs pos="80000">
                  <a:schemeClr val="accent1"/>
                </a:gs>
              </a:gsLst>
              <a:lin ang="2700000" scaled="0"/>
              <a:tileRect/>
            </a:gradFill>
            <a:ln w="57150" cap="rnd">
              <a:noFill/>
              <a:prstDash val="solid"/>
              <a:round/>
            </a:ln>
            <a:effectLst>
              <a:outerShdw blurRad="254000" dist="127000" dir="2700000" algn="ctr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 defTabSz="913765"/>
              <a:endParaRPr lang="zh-CN" altLang="en-US" sz="2000" b="1">
                <a:solidFill>
                  <a:srgbClr val="FFFFFF"/>
                </a:solidFill>
                <a:latin typeface="+mj-lt"/>
                <a:sym typeface="Arial" panose="020B0604020202020204" pitchFamily="34" charset="0"/>
              </a:endParaRPr>
            </a:p>
          </p:txBody>
        </p:sp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01E67E79-7854-847A-676F-E798044F550A}"/>
                </a:ext>
              </a:extLst>
            </p:cNvPr>
            <p:cNvGrpSpPr/>
            <p:nvPr/>
          </p:nvGrpSpPr>
          <p:grpSpPr>
            <a:xfrm>
              <a:off x="660400" y="1130300"/>
              <a:ext cx="10858500" cy="4608557"/>
              <a:chOff x="660400" y="1483622"/>
              <a:chExt cx="10858500" cy="4608557"/>
            </a:xfrm>
          </p:grpSpPr>
          <p:sp>
            <p:nvSpPr>
              <p:cNvPr id="6" name="Title">
                <a:extLst>
                  <a:ext uri="{FF2B5EF4-FFF2-40B4-BE49-F238E27FC236}">
                    <a16:creationId xmlns:a16="http://schemas.microsoft.com/office/drawing/2014/main" id="{5CFDF9DB-6864-ACDB-9E88-D6847CA7606F}"/>
                  </a:ext>
                </a:extLst>
              </p:cNvPr>
              <p:cNvSpPr txBox="1"/>
              <p:nvPr/>
            </p:nvSpPr>
            <p:spPr>
              <a:xfrm>
                <a:off x="660400" y="1483622"/>
                <a:ext cx="10858500" cy="900112"/>
              </a:xfrm>
              <a:prstGeom prst="rect">
                <a:avLst/>
              </a:prstGeom>
              <a:noFill/>
            </p:spPr>
            <p:txBody>
              <a:bodyPr vert="horz" wrap="square" rtlCol="0" anchor="t" anchorCtr="1">
                <a:normAutofit/>
              </a:bodyPr>
              <a:lstStyle/>
              <a:p>
                <a:pPr algn="ctr"/>
                <a:r>
                  <a:rPr lang="zh-CN" altLang="en-US" sz="2800" b="1" dirty="0"/>
                  <a:t>新技术、新产品及新服务在行业中的应用</a:t>
                </a:r>
                <a:endParaRPr lang="en-US" sz="2000" dirty="0"/>
              </a:p>
            </p:txBody>
          </p:sp>
          <p:grpSp>
            <p:nvGrpSpPr>
              <p:cNvPr id="30" name="组合 29">
                <a:extLst>
                  <a:ext uri="{FF2B5EF4-FFF2-40B4-BE49-F238E27FC236}">
                    <a16:creationId xmlns:a16="http://schemas.microsoft.com/office/drawing/2014/main" id="{58F7DE3E-5849-2F19-8010-23547D47D604}"/>
                  </a:ext>
                </a:extLst>
              </p:cNvPr>
              <p:cNvGrpSpPr/>
              <p:nvPr/>
            </p:nvGrpSpPr>
            <p:grpSpPr>
              <a:xfrm>
                <a:off x="827718" y="2473734"/>
                <a:ext cx="2376000" cy="3618445"/>
                <a:chOff x="995036" y="2473734"/>
                <a:chExt cx="2376000" cy="3618445"/>
              </a:xfrm>
            </p:grpSpPr>
            <p:sp>
              <p:nvSpPr>
                <p:cNvPr id="3" name="Bullet1">
                  <a:extLst>
                    <a:ext uri="{FF2B5EF4-FFF2-40B4-BE49-F238E27FC236}">
                      <a16:creationId xmlns:a16="http://schemas.microsoft.com/office/drawing/2014/main" id="{F6EB8A83-84DD-4C4D-80F5-7CB3E00CF477}"/>
                    </a:ext>
                  </a:extLst>
                </p:cNvPr>
                <p:cNvSpPr txBox="1"/>
                <p:nvPr/>
              </p:nvSpPr>
              <p:spPr>
                <a:xfrm>
                  <a:off x="995036" y="4153413"/>
                  <a:ext cx="2376000" cy="648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b" anchorCtr="0">
                  <a:normAutofit/>
                </a:bodyPr>
                <a:lstStyle/>
                <a:p>
                  <a:pPr>
                    <a:buSzPct val="25000"/>
                  </a:pPr>
                  <a:r>
                    <a:rPr lang="zh-CN" altLang="en-US" sz="2000" b="1" dirty="0"/>
                    <a:t>5G应用突破</a:t>
                  </a:r>
                  <a:endParaRPr lang="en-US" sz="2000" dirty="0"/>
                </a:p>
              </p:txBody>
            </p:sp>
            <p:sp>
              <p:nvSpPr>
                <p:cNvPr id="4" name="Text1">
                  <a:extLst>
                    <a:ext uri="{FF2B5EF4-FFF2-40B4-BE49-F238E27FC236}">
                      <a16:creationId xmlns:a16="http://schemas.microsoft.com/office/drawing/2014/main" id="{722683ED-7194-445B-8836-F3441A62033C}"/>
                    </a:ext>
                  </a:extLst>
                </p:cNvPr>
                <p:cNvSpPr/>
                <p:nvPr/>
              </p:nvSpPr>
              <p:spPr>
                <a:xfrm flipH="1">
                  <a:off x="995036" y="4851729"/>
                  <a:ext cx="2376000" cy="1240450"/>
                </a:xfrm>
                <a:prstGeom prst="rect">
                  <a:avLst/>
                </a:prstGeom>
                <a:ln>
                  <a:noFill/>
                </a:ln>
              </p:spPr>
              <p:txBody>
                <a:bodyPr wrap="square" lIns="91440" tIns="45720" rIns="91440" bIns="45720" anchor="t" anchorCtr="0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sz="1400"/>
                    <a:t>为确保演示效果，请将内容调整为简洁明了的表达方式。若需包含较多信息，可适当延展。</a:t>
                  </a:r>
                  <a:endParaRPr lang="en-US" sz="2000" dirty="0"/>
                </a:p>
              </p:txBody>
            </p:sp>
            <p:sp>
              <p:nvSpPr>
                <p:cNvPr id="7" name="ComponentBackground1">
                  <a:extLst>
                    <a:ext uri="{FF2B5EF4-FFF2-40B4-BE49-F238E27FC236}">
                      <a16:creationId xmlns:a16="http://schemas.microsoft.com/office/drawing/2014/main" id="{47F5F4A8-C9C2-4287-B70A-0382373F9C9F}"/>
                    </a:ext>
                  </a:extLst>
                </p:cNvPr>
                <p:cNvSpPr/>
                <p:nvPr/>
              </p:nvSpPr>
              <p:spPr>
                <a:xfrm>
                  <a:off x="1084751" y="2473734"/>
                  <a:ext cx="1980000" cy="1620000"/>
                </a:xfrm>
                <a:prstGeom prst="roundRect">
                  <a:avLst>
                    <a:gd name="adj" fmla="val 4500"/>
                  </a:avLst>
                </a:prstGeom>
                <a:solidFill>
                  <a:schemeClr val="bg1"/>
                </a:solidFill>
                <a:ln w="12700" cap="rnd">
                  <a:gradFill>
                    <a:gsLst>
                      <a:gs pos="20000">
                        <a:schemeClr val="accent1">
                          <a:alpha val="50000"/>
                        </a:schemeClr>
                      </a:gs>
                      <a:gs pos="100000">
                        <a:schemeClr val="accent1">
                          <a:lumMod val="40000"/>
                          <a:lumOff val="60000"/>
                          <a:alpha val="10000"/>
                        </a:schemeClr>
                      </a:gs>
                    </a:gsLst>
                    <a:lin ang="2700000" scaled="0"/>
                  </a:gradFill>
                  <a:prstDash val="solid"/>
                  <a:round/>
                </a:ln>
                <a:effectLst>
                  <a:outerShdw blurRad="254000" dist="127000" dir="2700000" algn="ctr" rotWithShape="0">
                    <a:schemeClr val="accent1">
                      <a:alpha val="2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normAutofit/>
                </a:bodyPr>
                <a:lstStyle/>
                <a:p>
                  <a:pPr algn="ctr"/>
                  <a:endParaRPr lang="zh-CN" altLang="en-US" sz="2000" b="1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" name="Number1">
                  <a:extLst>
                    <a:ext uri="{FF2B5EF4-FFF2-40B4-BE49-F238E27FC236}">
                      <a16:creationId xmlns:a16="http://schemas.microsoft.com/office/drawing/2014/main" id="{CB215CB1-5ED4-4CD1-AAD5-8729CFE2982C}"/>
                    </a:ext>
                  </a:extLst>
                </p:cNvPr>
                <p:cNvSpPr txBox="1"/>
                <p:nvPr/>
              </p:nvSpPr>
              <p:spPr>
                <a:xfrm>
                  <a:off x="1174751" y="2653734"/>
                  <a:ext cx="1800000" cy="1260000"/>
                </a:xfrm>
                <a:prstGeom prst="roundRect">
                  <a:avLst>
                    <a:gd name="adj" fmla="val 0"/>
                  </a:avLst>
                </a:prstGeom>
                <a:noFill/>
                <a:ln w="57150" cap="rnd">
                  <a:noFill/>
                  <a:prstDash val="solid"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none" lIns="91440" tIns="45720" rIns="91440" bIns="45720" numCol="1" spcCol="0" rtlCol="0" fromWordArt="0" anchor="ctr" anchorCtr="0" forceAA="0" compatLnSpc="1">
                  <a:noAutofit/>
                </a:bodyPr>
                <a:lstStyle>
                  <a:defPPr>
                    <a:defRPr lang="zh-CN"/>
                  </a:defPPr>
                  <a:lvl1pPr algn="ctr" defTabSz="913765">
                    <a:defRPr sz="2000" b="1">
                      <a:solidFill>
                        <a:schemeClr val="bg1"/>
                      </a:solidFill>
                    </a:defRPr>
                  </a:lvl1pPr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r>
                    <a:rPr lang="en-US" altLang="zh-CN" sz="6000" dirty="0">
                      <a:solidFill>
                        <a:schemeClr val="accent1"/>
                      </a:solidFill>
                    </a:rPr>
                    <a:t>68</a:t>
                  </a:r>
                  <a:r>
                    <a:rPr lang="en-US" altLang="zh-CN" sz="4400" dirty="0">
                      <a:solidFill>
                        <a:schemeClr val="accent1"/>
                      </a:solidFill>
                    </a:rPr>
                    <a:t>%</a:t>
                  </a:r>
                  <a:endParaRPr lang="en-US" altLang="zh-CN" sz="6000" dirty="0">
                    <a:solidFill>
                      <a:schemeClr val="accent1"/>
                    </a:solidFill>
                  </a:endParaRPr>
                </a:p>
              </p:txBody>
            </p:sp>
          </p:grpSp>
          <p:grpSp>
            <p:nvGrpSpPr>
              <p:cNvPr id="31" name="组合 30">
                <a:extLst>
                  <a:ext uri="{FF2B5EF4-FFF2-40B4-BE49-F238E27FC236}">
                    <a16:creationId xmlns:a16="http://schemas.microsoft.com/office/drawing/2014/main" id="{9474AFE0-8C3F-2E32-F4CB-A67ED4DBF388}"/>
                  </a:ext>
                </a:extLst>
              </p:cNvPr>
              <p:cNvGrpSpPr/>
              <p:nvPr/>
            </p:nvGrpSpPr>
            <p:grpSpPr>
              <a:xfrm>
                <a:off x="3543673" y="2473734"/>
                <a:ext cx="2376000" cy="3618445"/>
                <a:chOff x="3599445" y="2473734"/>
                <a:chExt cx="2376000" cy="3618445"/>
              </a:xfrm>
            </p:grpSpPr>
            <p:sp>
              <p:nvSpPr>
                <p:cNvPr id="9" name="Bullet2">
                  <a:extLst>
                    <a:ext uri="{FF2B5EF4-FFF2-40B4-BE49-F238E27FC236}">
                      <a16:creationId xmlns:a16="http://schemas.microsoft.com/office/drawing/2014/main" id="{45D2CA74-860F-4A64-A422-DA5B8D3A60F1}"/>
                    </a:ext>
                  </a:extLst>
                </p:cNvPr>
                <p:cNvSpPr txBox="1"/>
                <p:nvPr/>
              </p:nvSpPr>
              <p:spPr>
                <a:xfrm>
                  <a:off x="3599445" y="4153413"/>
                  <a:ext cx="2376000" cy="648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b" anchorCtr="0">
                  <a:normAutofit/>
                </a:bodyPr>
                <a:lstStyle/>
                <a:p>
                  <a:pPr>
                    <a:buSzPct val="25000"/>
                  </a:pPr>
                  <a:r>
                    <a:rPr lang="zh-CN" altLang="en-US" sz="2000" b="1" dirty="0"/>
                    <a:t>AI智能分析</a:t>
                  </a:r>
                  <a:endParaRPr lang="en-US" sz="2000" dirty="0"/>
                </a:p>
              </p:txBody>
            </p:sp>
            <p:sp>
              <p:nvSpPr>
                <p:cNvPr id="10" name="Text2">
                  <a:extLst>
                    <a:ext uri="{FF2B5EF4-FFF2-40B4-BE49-F238E27FC236}">
                      <a16:creationId xmlns:a16="http://schemas.microsoft.com/office/drawing/2014/main" id="{E71C77E9-2A09-4AC8-A3A1-6ADF31CE6FEC}"/>
                    </a:ext>
                  </a:extLst>
                </p:cNvPr>
                <p:cNvSpPr/>
                <p:nvPr/>
              </p:nvSpPr>
              <p:spPr>
                <a:xfrm flipH="1">
                  <a:off x="3599445" y="4851729"/>
                  <a:ext cx="2376000" cy="1240450"/>
                </a:xfrm>
                <a:prstGeom prst="rect">
                  <a:avLst/>
                </a:prstGeom>
                <a:ln>
                  <a:noFill/>
                </a:ln>
              </p:spPr>
              <p:txBody>
                <a:bodyPr wrap="square" lIns="91440" tIns="45720" rIns="91440" bIns="45720" anchor="t" anchorCtr="0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sz="1400"/>
                    <a:t>为确保演示效果，请将内容调整为简洁明了的表达方式。若需包含较多信息，可适当延展。</a:t>
                  </a:r>
                  <a:endParaRPr lang="en-US" sz="2000" dirty="0"/>
                </a:p>
              </p:txBody>
            </p:sp>
            <p:sp>
              <p:nvSpPr>
                <p:cNvPr id="12" name="ComponentBackground2">
                  <a:extLst>
                    <a:ext uri="{FF2B5EF4-FFF2-40B4-BE49-F238E27FC236}">
                      <a16:creationId xmlns:a16="http://schemas.microsoft.com/office/drawing/2014/main" id="{915DE5FB-4819-4DA3-B075-B4E267B5E7B7}"/>
                    </a:ext>
                  </a:extLst>
                </p:cNvPr>
                <p:cNvSpPr/>
                <p:nvPr/>
              </p:nvSpPr>
              <p:spPr>
                <a:xfrm>
                  <a:off x="3689160" y="2473734"/>
                  <a:ext cx="1980000" cy="1620000"/>
                </a:xfrm>
                <a:prstGeom prst="roundRect">
                  <a:avLst>
                    <a:gd name="adj" fmla="val 4500"/>
                  </a:avLst>
                </a:prstGeom>
                <a:gradFill flip="none" rotWithShape="0"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60000">
                      <a:schemeClr val="accent1"/>
                    </a:gs>
                  </a:gsLst>
                  <a:lin ang="2700000" scaled="0"/>
                  <a:tileRect/>
                </a:gradFill>
                <a:ln w="57150" cap="rnd">
                  <a:noFill/>
                  <a:prstDash val="solid"/>
                  <a:round/>
                </a:ln>
                <a:effectLst>
                  <a:outerShdw blurRad="254000" dist="127000" dir="2700000" algn="ctr" rotWithShape="0">
                    <a:schemeClr val="accent1">
                      <a:alpha val="2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/>
                </a:bodyPr>
                <a:lstStyle/>
                <a:p>
                  <a:pPr algn="ctr" defTabSz="913765"/>
                  <a:endParaRPr lang="zh-CN" altLang="en-US" sz="2000" b="1">
                    <a:solidFill>
                      <a:srgbClr val="FFFFFF"/>
                    </a:solidFill>
                    <a:latin typeface="+mj-lt"/>
                  </a:endParaRPr>
                </a:p>
              </p:txBody>
            </p:sp>
            <p:sp>
              <p:nvSpPr>
                <p:cNvPr id="13" name="Number2">
                  <a:extLst>
                    <a:ext uri="{FF2B5EF4-FFF2-40B4-BE49-F238E27FC236}">
                      <a16:creationId xmlns:a16="http://schemas.microsoft.com/office/drawing/2014/main" id="{62EB16C6-1E69-4AAE-BCF4-554A1FF1DDEE}"/>
                    </a:ext>
                  </a:extLst>
                </p:cNvPr>
                <p:cNvSpPr txBox="1"/>
                <p:nvPr/>
              </p:nvSpPr>
              <p:spPr>
                <a:xfrm>
                  <a:off x="3779160" y="2653734"/>
                  <a:ext cx="1800000" cy="1260000"/>
                </a:xfrm>
                <a:prstGeom prst="roundRect">
                  <a:avLst>
                    <a:gd name="adj" fmla="val 0"/>
                  </a:avLst>
                </a:prstGeom>
                <a:noFill/>
                <a:ln w="57150" cap="rnd">
                  <a:noFill/>
                  <a:prstDash val="solid"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none" lIns="91440" tIns="45720" rIns="91440" bIns="45720" numCol="1" spcCol="0" rtlCol="0" fromWordArt="0" anchor="ctr" anchorCtr="0" forceAA="0" compatLnSpc="1">
                  <a:noAutofit/>
                </a:bodyPr>
                <a:lstStyle>
                  <a:defPPr>
                    <a:defRPr lang="zh-CN"/>
                  </a:defPPr>
                  <a:lvl1pPr algn="ctr" defTabSz="913765">
                    <a:defRPr sz="2000" b="1">
                      <a:solidFill>
                        <a:schemeClr val="bg1"/>
                      </a:solidFill>
                    </a:defRPr>
                  </a:lvl1pPr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r>
                    <a:rPr lang="en-US" altLang="zh-CN" sz="6000" dirty="0">
                      <a:solidFill>
                        <a:srgbClr val="FFFFFF"/>
                      </a:solidFill>
                    </a:rPr>
                    <a:t>95</a:t>
                  </a:r>
                  <a:r>
                    <a:rPr lang="en-US" altLang="zh-CN" sz="4400" dirty="0">
                      <a:solidFill>
                        <a:srgbClr val="FFFFFF"/>
                      </a:solidFill>
                    </a:rPr>
                    <a:t>%</a:t>
                  </a:r>
                  <a:endParaRPr lang="en-US" altLang="zh-CN" sz="6000" dirty="0">
                    <a:solidFill>
                      <a:srgbClr val="FFFFFF"/>
                    </a:solidFill>
                  </a:endParaRPr>
                </a:p>
              </p:txBody>
            </p:sp>
          </p:grpSp>
          <p:grpSp>
            <p:nvGrpSpPr>
              <p:cNvPr id="32" name="组合 31">
                <a:extLst>
                  <a:ext uri="{FF2B5EF4-FFF2-40B4-BE49-F238E27FC236}">
                    <a16:creationId xmlns:a16="http://schemas.microsoft.com/office/drawing/2014/main" id="{2B5C69EE-8F18-385E-FF61-9F91B49D03AB}"/>
                  </a:ext>
                </a:extLst>
              </p:cNvPr>
              <p:cNvGrpSpPr/>
              <p:nvPr/>
            </p:nvGrpSpPr>
            <p:grpSpPr>
              <a:xfrm>
                <a:off x="6259628" y="2473734"/>
                <a:ext cx="2376000" cy="3618445"/>
                <a:chOff x="6203854" y="2473734"/>
                <a:chExt cx="2376000" cy="3618445"/>
              </a:xfrm>
            </p:grpSpPr>
            <p:sp>
              <p:nvSpPr>
                <p:cNvPr id="14" name="Bullet3">
                  <a:extLst>
                    <a:ext uri="{FF2B5EF4-FFF2-40B4-BE49-F238E27FC236}">
                      <a16:creationId xmlns:a16="http://schemas.microsoft.com/office/drawing/2014/main" id="{D3A5F13E-3F1F-45E1-BC36-F18901BE306E}"/>
                    </a:ext>
                  </a:extLst>
                </p:cNvPr>
                <p:cNvSpPr txBox="1"/>
                <p:nvPr/>
              </p:nvSpPr>
              <p:spPr>
                <a:xfrm>
                  <a:off x="6203854" y="4153413"/>
                  <a:ext cx="2376000" cy="648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b" anchorCtr="0">
                  <a:normAutofit/>
                </a:bodyPr>
                <a:lstStyle/>
                <a:p>
                  <a:pPr>
                    <a:buSzPct val="25000"/>
                  </a:pPr>
                  <a:r>
                    <a:rPr lang="zh-CN" altLang="en-US" sz="2000" b="1" dirty="0"/>
                    <a:t>绿色环保产品</a:t>
                  </a:r>
                  <a:endParaRPr lang="en-US" sz="2000" dirty="0"/>
                </a:p>
              </p:txBody>
            </p:sp>
            <p:sp>
              <p:nvSpPr>
                <p:cNvPr id="15" name="Text3">
                  <a:extLst>
                    <a:ext uri="{FF2B5EF4-FFF2-40B4-BE49-F238E27FC236}">
                      <a16:creationId xmlns:a16="http://schemas.microsoft.com/office/drawing/2014/main" id="{93E3429A-FED4-4900-91F5-0FAA52AB66E4}"/>
                    </a:ext>
                  </a:extLst>
                </p:cNvPr>
                <p:cNvSpPr/>
                <p:nvPr/>
              </p:nvSpPr>
              <p:spPr>
                <a:xfrm flipH="1">
                  <a:off x="6203854" y="4851729"/>
                  <a:ext cx="2376000" cy="1240450"/>
                </a:xfrm>
                <a:prstGeom prst="rect">
                  <a:avLst/>
                </a:prstGeom>
                <a:ln>
                  <a:noFill/>
                </a:ln>
              </p:spPr>
              <p:txBody>
                <a:bodyPr wrap="square" lIns="91440" tIns="45720" rIns="91440" bIns="45720" anchor="t" anchorCtr="0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sz="1400"/>
                    <a:t>为确保演示效果，请将内容调整为简洁明了的表达方式。若需包含较多信息，可适当延展。</a:t>
                  </a:r>
                  <a:endParaRPr lang="en-US" sz="2000" dirty="0"/>
                </a:p>
              </p:txBody>
            </p:sp>
            <p:sp>
              <p:nvSpPr>
                <p:cNvPr id="17" name="ComponentBackground3">
                  <a:extLst>
                    <a:ext uri="{FF2B5EF4-FFF2-40B4-BE49-F238E27FC236}">
                      <a16:creationId xmlns:a16="http://schemas.microsoft.com/office/drawing/2014/main" id="{F211C287-9735-4B19-B801-74A9A70E60BF}"/>
                    </a:ext>
                  </a:extLst>
                </p:cNvPr>
                <p:cNvSpPr/>
                <p:nvPr/>
              </p:nvSpPr>
              <p:spPr>
                <a:xfrm>
                  <a:off x="6293569" y="2473734"/>
                  <a:ext cx="1980000" cy="1620000"/>
                </a:xfrm>
                <a:prstGeom prst="roundRect">
                  <a:avLst>
                    <a:gd name="adj" fmla="val 4500"/>
                  </a:avLst>
                </a:prstGeom>
                <a:solidFill>
                  <a:schemeClr val="bg1"/>
                </a:solidFill>
                <a:ln w="12700" cap="rnd">
                  <a:gradFill>
                    <a:gsLst>
                      <a:gs pos="20000">
                        <a:schemeClr val="accent1">
                          <a:alpha val="50000"/>
                        </a:schemeClr>
                      </a:gs>
                      <a:gs pos="100000">
                        <a:schemeClr val="accent1">
                          <a:lumMod val="40000"/>
                          <a:lumOff val="60000"/>
                          <a:alpha val="10000"/>
                        </a:schemeClr>
                      </a:gs>
                    </a:gsLst>
                    <a:lin ang="2700000" scaled="0"/>
                  </a:gradFill>
                  <a:prstDash val="solid"/>
                  <a:round/>
                </a:ln>
                <a:effectLst>
                  <a:outerShdw blurRad="254000" dist="127000" dir="2700000" algn="ctr" rotWithShape="0">
                    <a:schemeClr val="accent1">
                      <a:alpha val="2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normAutofit/>
                </a:bodyPr>
                <a:lstStyle/>
                <a:p>
                  <a:pPr algn="ctr"/>
                  <a:endParaRPr lang="zh-CN" altLang="en-US" sz="2000" b="1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8" name="Number3">
                  <a:extLst>
                    <a:ext uri="{FF2B5EF4-FFF2-40B4-BE49-F238E27FC236}">
                      <a16:creationId xmlns:a16="http://schemas.microsoft.com/office/drawing/2014/main" id="{AA214F49-FB70-454B-93B0-D7AEC1D3848B}"/>
                    </a:ext>
                  </a:extLst>
                </p:cNvPr>
                <p:cNvSpPr txBox="1"/>
                <p:nvPr/>
              </p:nvSpPr>
              <p:spPr>
                <a:xfrm>
                  <a:off x="6383569" y="2653734"/>
                  <a:ext cx="1800000" cy="1260000"/>
                </a:xfrm>
                <a:prstGeom prst="roundRect">
                  <a:avLst>
                    <a:gd name="adj" fmla="val 0"/>
                  </a:avLst>
                </a:prstGeom>
                <a:noFill/>
                <a:ln w="57150" cap="rnd">
                  <a:noFill/>
                  <a:prstDash val="solid"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none" lIns="91440" tIns="45720" rIns="91440" bIns="45720" numCol="1" spcCol="0" rtlCol="0" fromWordArt="0" anchor="ctr" anchorCtr="0" forceAA="0" compatLnSpc="1">
                  <a:noAutofit/>
                </a:bodyPr>
                <a:lstStyle>
                  <a:defPPr>
                    <a:defRPr lang="zh-CN"/>
                  </a:defPPr>
                  <a:lvl1pPr algn="ctr" defTabSz="913765">
                    <a:defRPr sz="2000" b="1">
                      <a:solidFill>
                        <a:schemeClr val="bg1"/>
                      </a:solidFill>
                    </a:defRPr>
                  </a:lvl1pPr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r>
                    <a:rPr lang="en-US" altLang="zh-CN" sz="6000" dirty="0">
                      <a:solidFill>
                        <a:schemeClr val="accent1"/>
                      </a:solidFill>
                    </a:rPr>
                    <a:t>35</a:t>
                  </a:r>
                  <a:r>
                    <a:rPr lang="en-US" altLang="zh-CN" sz="4400" dirty="0">
                      <a:solidFill>
                        <a:schemeClr val="accent1"/>
                      </a:solidFill>
                    </a:rPr>
                    <a:t>%</a:t>
                  </a:r>
                  <a:endParaRPr lang="en-US" altLang="zh-CN" sz="6000" dirty="0">
                    <a:solidFill>
                      <a:schemeClr val="accent1"/>
                    </a:solidFill>
                  </a:endParaRPr>
                </a:p>
              </p:txBody>
            </p:sp>
          </p:grpSp>
          <p:grpSp>
            <p:nvGrpSpPr>
              <p:cNvPr id="33" name="组合 32">
                <a:extLst>
                  <a:ext uri="{FF2B5EF4-FFF2-40B4-BE49-F238E27FC236}">
                    <a16:creationId xmlns:a16="http://schemas.microsoft.com/office/drawing/2014/main" id="{3D923D80-BE67-2E1C-F6B9-711A3F281C56}"/>
                  </a:ext>
                </a:extLst>
              </p:cNvPr>
              <p:cNvGrpSpPr/>
              <p:nvPr/>
            </p:nvGrpSpPr>
            <p:grpSpPr>
              <a:xfrm>
                <a:off x="8975582" y="2473734"/>
                <a:ext cx="2376000" cy="3618445"/>
                <a:chOff x="8808264" y="2473734"/>
                <a:chExt cx="2376000" cy="3618445"/>
              </a:xfrm>
            </p:grpSpPr>
            <p:sp>
              <p:nvSpPr>
                <p:cNvPr id="19" name="Bullet4">
                  <a:extLst>
                    <a:ext uri="{FF2B5EF4-FFF2-40B4-BE49-F238E27FC236}">
                      <a16:creationId xmlns:a16="http://schemas.microsoft.com/office/drawing/2014/main" id="{F5DB67A5-EAD9-480B-BCD0-CE3AA8BCECE4}"/>
                    </a:ext>
                  </a:extLst>
                </p:cNvPr>
                <p:cNvSpPr txBox="1"/>
                <p:nvPr/>
              </p:nvSpPr>
              <p:spPr>
                <a:xfrm>
                  <a:off x="8808264" y="4153413"/>
                  <a:ext cx="2376000" cy="648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b" anchorCtr="0">
                  <a:normAutofit/>
                </a:bodyPr>
                <a:lstStyle/>
                <a:p>
                  <a:pPr>
                    <a:buSzPct val="25000"/>
                  </a:pPr>
                  <a:r>
                    <a:rPr lang="zh-CN" altLang="en-US" sz="2000" b="1" dirty="0"/>
                    <a:t>云计算服务升级</a:t>
                  </a:r>
                  <a:endParaRPr lang="en-US" sz="2000" dirty="0"/>
                </a:p>
              </p:txBody>
            </p:sp>
            <p:sp>
              <p:nvSpPr>
                <p:cNvPr id="20" name="Text4">
                  <a:extLst>
                    <a:ext uri="{FF2B5EF4-FFF2-40B4-BE49-F238E27FC236}">
                      <a16:creationId xmlns:a16="http://schemas.microsoft.com/office/drawing/2014/main" id="{3686B4B4-8E76-4F67-A71D-D1F95E27CDF2}"/>
                    </a:ext>
                  </a:extLst>
                </p:cNvPr>
                <p:cNvSpPr/>
                <p:nvPr/>
              </p:nvSpPr>
              <p:spPr>
                <a:xfrm flipH="1">
                  <a:off x="8808264" y="4851729"/>
                  <a:ext cx="2376000" cy="1240450"/>
                </a:xfrm>
                <a:prstGeom prst="rect">
                  <a:avLst/>
                </a:prstGeom>
                <a:ln>
                  <a:noFill/>
                </a:ln>
              </p:spPr>
              <p:txBody>
                <a:bodyPr wrap="square" lIns="91440" tIns="45720" rIns="91440" bIns="45720" anchor="t" anchorCtr="0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sz="1400"/>
                    <a:t>为确保演示效果，请将内容调整为简洁明了的表达方式。若需包含较多信息，可适当延展。</a:t>
                  </a:r>
                  <a:endParaRPr lang="en-US" sz="2000" dirty="0"/>
                </a:p>
              </p:txBody>
            </p:sp>
            <p:sp>
              <p:nvSpPr>
                <p:cNvPr id="22" name="ComponentBackground4">
                  <a:extLst>
                    <a:ext uri="{FF2B5EF4-FFF2-40B4-BE49-F238E27FC236}">
                      <a16:creationId xmlns:a16="http://schemas.microsoft.com/office/drawing/2014/main" id="{C19F5D7F-18B9-4606-98F2-443C78796BC1}"/>
                    </a:ext>
                  </a:extLst>
                </p:cNvPr>
                <p:cNvSpPr/>
                <p:nvPr/>
              </p:nvSpPr>
              <p:spPr>
                <a:xfrm>
                  <a:off x="8897978" y="2473734"/>
                  <a:ext cx="1980000" cy="1620000"/>
                </a:xfrm>
                <a:prstGeom prst="roundRect">
                  <a:avLst>
                    <a:gd name="adj" fmla="val 4500"/>
                  </a:avLst>
                </a:prstGeom>
                <a:solidFill>
                  <a:schemeClr val="bg1"/>
                </a:solidFill>
                <a:ln w="12700" cap="rnd">
                  <a:gradFill>
                    <a:gsLst>
                      <a:gs pos="20000">
                        <a:schemeClr val="accent1">
                          <a:alpha val="50000"/>
                        </a:schemeClr>
                      </a:gs>
                      <a:gs pos="100000">
                        <a:schemeClr val="accent1">
                          <a:lumMod val="40000"/>
                          <a:lumOff val="60000"/>
                          <a:alpha val="10000"/>
                        </a:schemeClr>
                      </a:gs>
                    </a:gsLst>
                    <a:lin ang="2700000" scaled="0"/>
                  </a:gradFill>
                  <a:prstDash val="solid"/>
                  <a:round/>
                </a:ln>
                <a:effectLst>
                  <a:outerShdw blurRad="254000" dist="127000" dir="2700000" algn="ctr" rotWithShape="0">
                    <a:schemeClr val="accent1">
                      <a:alpha val="2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normAutofit/>
                </a:bodyPr>
                <a:lstStyle/>
                <a:p>
                  <a:pPr algn="ctr"/>
                  <a:endParaRPr lang="zh-CN" altLang="en-US" sz="2000" b="1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3" name="Number4">
                  <a:extLst>
                    <a:ext uri="{FF2B5EF4-FFF2-40B4-BE49-F238E27FC236}">
                      <a16:creationId xmlns:a16="http://schemas.microsoft.com/office/drawing/2014/main" id="{0109D2E7-7031-4EE5-81E3-6F2EE7F8C65D}"/>
                    </a:ext>
                  </a:extLst>
                </p:cNvPr>
                <p:cNvSpPr txBox="1"/>
                <p:nvPr/>
              </p:nvSpPr>
              <p:spPr>
                <a:xfrm>
                  <a:off x="8987979" y="2653734"/>
                  <a:ext cx="1800000" cy="1260000"/>
                </a:xfrm>
                <a:prstGeom prst="roundRect">
                  <a:avLst>
                    <a:gd name="adj" fmla="val 0"/>
                  </a:avLst>
                </a:prstGeom>
                <a:noFill/>
                <a:ln w="57150" cap="rnd">
                  <a:noFill/>
                  <a:prstDash val="solid"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none" lIns="91440" tIns="45720" rIns="91440" bIns="45720" numCol="1" spcCol="0" rtlCol="0" fromWordArt="0" anchor="ctr" anchorCtr="0" forceAA="0" compatLnSpc="1">
                  <a:noAutofit/>
                </a:bodyPr>
                <a:lstStyle>
                  <a:defPPr>
                    <a:defRPr lang="zh-CN"/>
                  </a:defPPr>
                  <a:lvl1pPr algn="ctr" defTabSz="913765">
                    <a:defRPr sz="2000" b="1">
                      <a:solidFill>
                        <a:schemeClr val="bg1"/>
                      </a:solidFill>
                    </a:defRPr>
                  </a:lvl1pPr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r>
                    <a:rPr lang="en-US" altLang="zh-CN" sz="6000" dirty="0">
                      <a:solidFill>
                        <a:schemeClr val="accent1"/>
                      </a:solidFill>
                    </a:rPr>
                    <a:t>38</a:t>
                  </a:r>
                  <a:r>
                    <a:rPr lang="en-US" altLang="zh-CN" sz="4400" dirty="0">
                      <a:solidFill>
                        <a:schemeClr val="accent1"/>
                      </a:solidFill>
                    </a:rPr>
                    <a:t>%</a:t>
                  </a:r>
                  <a:endParaRPr lang="en-US" altLang="zh-CN" sz="6000" dirty="0">
                    <a:solidFill>
                      <a:schemeClr val="accent1"/>
                    </a:solidFill>
                  </a:endParaRPr>
                </a:p>
              </p:txBody>
            </p:sp>
          </p:grpSp>
        </p:grp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60401" y="3525256"/>
            <a:ext cx="10858500" cy="1260000"/>
          </a:xfrm>
        </p:spPr>
        <p:txBody>
          <a:bodyPr/>
          <a:lstStyle/>
          <a:p>
            <a:r>
              <a:rPr lang="zh-CN" altLang="en-US" dirty="0"/>
              <a:t>工作亮点与成功经验</a:t>
            </a:r>
            <a:endParaRPr lang="en-US" dirty="0"/>
          </a:p>
        </p:txBody>
      </p:sp>
      <p:sp>
        <p:nvSpPr>
          <p:cNvPr id="25" name="文本占位符 24"/>
          <p:cNvSpPr>
            <a:spLocks noGrp="1"/>
          </p:cNvSpPr>
          <p:nvPr>
            <p:ph type="body" sz="quarter" idx="1" hasCustomPrompt="1"/>
          </p:nvPr>
        </p:nvSpPr>
        <p:spPr>
          <a:xfrm>
            <a:off x="660401" y="4884540"/>
            <a:ext cx="10858500" cy="601863"/>
          </a:xfrm>
        </p:spPr>
        <p:txBody>
          <a:bodyPr/>
          <a:lstStyle/>
          <a:p>
            <a:r>
              <a:rPr lang="zh-CN" altLang="en-US" dirty="0"/>
              <a:t>本季度工作中取得的成绩及成功案例分享</a:t>
            </a:r>
            <a:endParaRPr 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274A67D-CFA9-75AC-4319-1A3CE60671D5}"/>
              </a:ext>
            </a:extLst>
          </p:cNvPr>
          <p:cNvSpPr txBox="1"/>
          <p:nvPr/>
        </p:nvSpPr>
        <p:spPr>
          <a:xfrm>
            <a:off x="1904336" y="2935709"/>
            <a:ext cx="8370627" cy="1419726"/>
          </a:xfrm>
          <a:prstGeom prst="rect">
            <a:avLst/>
          </a:prstGeom>
          <a:noFill/>
        </p:spPr>
        <p:txBody>
          <a:bodyPr wrap="square" anchor="b">
            <a:normAutofit lnSpcReduction="10000"/>
          </a:bodyPr>
          <a:lstStyle/>
          <a:p>
            <a:pPr algn="ctr"/>
            <a:r>
              <a:rPr lang="en-US" altLang="zh-CN" sz="8800" b="1">
                <a:gradFill flip="none" rotWithShape="1">
                  <a:gsLst>
                    <a:gs pos="0">
                      <a:schemeClr val="accent1">
                        <a:alpha val="50000"/>
                      </a:schemeClr>
                    </a:gs>
                    <a:gs pos="85000">
                      <a:schemeClr val="accent1">
                        <a:lumMod val="40000"/>
                        <a:lumOff val="60000"/>
                        <a:alpha val="0"/>
                      </a:schemeClr>
                    </a:gs>
                  </a:gsLst>
                  <a:lin ang="5400000" scaled="1"/>
                  <a:tileRect/>
                </a:gradFill>
              </a:rPr>
              <a:t>PART 02</a:t>
            </a:r>
            <a:endParaRPr lang="zh-CN" altLang="en-US" sz="8800" b="1" dirty="0">
              <a:gradFill flip="none" rotWithShape="1">
                <a:gsLst>
                  <a:gs pos="0">
                    <a:schemeClr val="accent1">
                      <a:alpha val="50000"/>
                    </a:schemeClr>
                  </a:gs>
                  <a:gs pos="85000">
                    <a:schemeClr val="accent1">
                      <a:lumMod val="40000"/>
                      <a:lumOff val="60000"/>
                      <a:alpha val="0"/>
                    </a:schemeClr>
                  </a:gs>
                </a:gsLst>
                <a:lin ang="5400000" scaled="1"/>
                <a:tileRect/>
              </a:gra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/>
              <a:t>成功案例一</a:t>
            </a:r>
            <a:endParaRPr lang="en-US" dirty="0"/>
          </a:p>
        </p:txBody>
      </p: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3ED3E94E-85D7-6CED-1890-28862B1E7A25}"/>
              </a:ext>
            </a:extLst>
          </p:cNvPr>
          <p:cNvGrpSpPr/>
          <p:nvPr/>
        </p:nvGrpSpPr>
        <p:grpSpPr>
          <a:xfrm>
            <a:off x="660400" y="1158040"/>
            <a:ext cx="10965618" cy="5000124"/>
            <a:chOff x="660400" y="1158040"/>
            <a:chExt cx="10965618" cy="5000124"/>
          </a:xfrm>
        </p:grpSpPr>
        <p:grpSp>
          <p:nvGrpSpPr>
            <p:cNvPr id="60" name="组合 59">
              <a:extLst>
                <a:ext uri="{FF2B5EF4-FFF2-40B4-BE49-F238E27FC236}">
                  <a16:creationId xmlns:a16="http://schemas.microsoft.com/office/drawing/2014/main" id="{D0C1E566-4D9F-E27D-659C-D4A4C07B4F87}"/>
                </a:ext>
              </a:extLst>
            </p:cNvPr>
            <p:cNvGrpSpPr/>
            <p:nvPr/>
          </p:nvGrpSpPr>
          <p:grpSpPr>
            <a:xfrm>
              <a:off x="660400" y="1290926"/>
              <a:ext cx="5580000" cy="4663952"/>
              <a:chOff x="660400" y="1290926"/>
              <a:chExt cx="5580000" cy="4663952"/>
            </a:xfrm>
          </p:grpSpPr>
          <p:grpSp>
            <p:nvGrpSpPr>
              <p:cNvPr id="7" name="组合 6">
                <a:extLst>
                  <a:ext uri="{FF2B5EF4-FFF2-40B4-BE49-F238E27FC236}">
                    <a16:creationId xmlns:a16="http://schemas.microsoft.com/office/drawing/2014/main" id="{4F155B1E-774E-FF79-71E5-5BDC92C7C5AA}"/>
                  </a:ext>
                </a:extLst>
              </p:cNvPr>
              <p:cNvGrpSpPr/>
              <p:nvPr/>
            </p:nvGrpSpPr>
            <p:grpSpPr>
              <a:xfrm>
                <a:off x="660400" y="1290926"/>
                <a:ext cx="5580000" cy="1278486"/>
                <a:chOff x="5805413" y="1522855"/>
                <a:chExt cx="5580000" cy="1278486"/>
              </a:xfrm>
            </p:grpSpPr>
            <p:sp>
              <p:nvSpPr>
                <p:cNvPr id="57" name="Number1">
                  <a:extLst>
                    <a:ext uri="{FF2B5EF4-FFF2-40B4-BE49-F238E27FC236}">
                      <a16:creationId xmlns:a16="http://schemas.microsoft.com/office/drawing/2014/main" id="{1B6BB243-E404-6821-71B1-2E9640C1BEBF}"/>
                    </a:ext>
                  </a:extLst>
                </p:cNvPr>
                <p:cNvSpPr txBox="1">
                  <a:spLocks noChangeAspect="1"/>
                </p:cNvSpPr>
                <p:nvPr/>
              </p:nvSpPr>
              <p:spPr>
                <a:xfrm>
                  <a:off x="5853541" y="1711816"/>
                  <a:ext cx="648000" cy="648000"/>
                </a:xfrm>
                <a:prstGeom prst="roundRect">
                  <a:avLst>
                    <a:gd name="adj" fmla="val 50000"/>
                  </a:avLst>
                </a:prstGeom>
                <a:gradFill flip="none" rotWithShape="0"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60000">
                      <a:schemeClr val="accent1"/>
                    </a:gs>
                  </a:gsLst>
                  <a:lin ang="2700000" scaled="0"/>
                  <a:tileRect/>
                </a:gradFill>
                <a:ln w="57150" cap="rnd">
                  <a:noFill/>
                  <a:prstDash val="solid"/>
                  <a:round/>
                </a:ln>
                <a:effectLst>
                  <a:outerShdw blurRad="254000" dist="127000" dir="2700000" algn="ctr" rotWithShape="0">
                    <a:schemeClr val="accent1">
                      <a:alpha val="2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normAutofit/>
                </a:bodyPr>
                <a:lstStyle>
                  <a:defPPr>
                    <a:defRPr lang="en-US"/>
                  </a:defPPr>
                  <a:lvl1pPr algn="ctr" defTabSz="913765">
                    <a:defRPr b="1">
                      <a:solidFill>
                        <a:srgbClr val="FFFFFF"/>
                      </a:solidFill>
                      <a:latin typeface="+mj-lt"/>
                    </a:defRPr>
                  </a:lvl1pPr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r>
                    <a:rPr lang="en-US" altLang="zh-CN" sz="2000"/>
                    <a:t>01</a:t>
                  </a:r>
                  <a:endParaRPr lang="zh-CN" altLang="en-US" sz="2000" dirty="0"/>
                </a:p>
              </p:txBody>
            </p:sp>
            <p:grpSp>
              <p:nvGrpSpPr>
                <p:cNvPr id="53" name="组合 52">
                  <a:extLst>
                    <a:ext uri="{FF2B5EF4-FFF2-40B4-BE49-F238E27FC236}">
                      <a16:creationId xmlns:a16="http://schemas.microsoft.com/office/drawing/2014/main" id="{BBA9F666-56EA-8F29-5577-7E7C9687DAC5}"/>
                    </a:ext>
                  </a:extLst>
                </p:cNvPr>
                <p:cNvGrpSpPr/>
                <p:nvPr/>
              </p:nvGrpSpPr>
              <p:grpSpPr>
                <a:xfrm>
                  <a:off x="6590271" y="1522855"/>
                  <a:ext cx="4650741" cy="1191946"/>
                  <a:chOff x="4519547" y="2817478"/>
                  <a:chExt cx="4650741" cy="1191946"/>
                </a:xfrm>
              </p:grpSpPr>
              <p:sp>
                <p:nvSpPr>
                  <p:cNvPr id="55" name="Bullet1">
                    <a:extLst>
                      <a:ext uri="{FF2B5EF4-FFF2-40B4-BE49-F238E27FC236}">
                        <a16:creationId xmlns:a16="http://schemas.microsoft.com/office/drawing/2014/main" id="{D8991995-2837-D846-6013-1D5D377EC0CA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4519547" y="2817478"/>
                    <a:ext cx="4650741" cy="539999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b" anchorCtr="0">
                    <a:normAutofit/>
                  </a:bodyPr>
                  <a:lstStyle/>
                  <a:p>
                    <a:r>
                      <a:rPr lang="zh-CN" altLang="en-US" sz="2000" b="1" dirty="0"/>
                      <a:t>市场拓展</a:t>
                    </a:r>
                    <a:endParaRPr lang="en-US" sz="2000" dirty="0"/>
                  </a:p>
                </p:txBody>
              </p:sp>
              <p:sp>
                <p:nvSpPr>
                  <p:cNvPr id="56" name="Text1">
                    <a:extLst>
                      <a:ext uri="{FF2B5EF4-FFF2-40B4-BE49-F238E27FC236}">
                        <a16:creationId xmlns:a16="http://schemas.microsoft.com/office/drawing/2014/main" id="{67CCA93E-21C2-E64F-0A39-33C8F5695B27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4519547" y="3361424"/>
                    <a:ext cx="4650741" cy="648000"/>
                  </a:xfrm>
                  <a:prstGeom prst="rect">
                    <a:avLst/>
                  </a:prstGeom>
                  <a:noFill/>
                  <a:ln w="57150" cap="rnd">
                    <a:noFill/>
                    <a:prstDash val="solid"/>
                    <a:round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t" anchorCtr="0" forceAA="0" compatLnSpc="1">
                    <a:normAutofit/>
                  </a:bodyPr>
                  <a:lstStyle/>
                  <a:p>
                    <a:pPr>
                      <a:lnSpc>
                        <a:spcPct val="120000"/>
                      </a:lnSpc>
                    </a:pPr>
                    <a:r>
                      <a:rPr kumimoji="1" lang="zh-CN" altLang="en-US" sz="1400">
                        <a:solidFill>
                          <a:schemeClr val="tx1"/>
                        </a:solidFill>
                      </a:rPr>
                      <a:t>为确保演示效果，请将内容调整为简洁明了的表达方式。若需包含较多信息，可适当延展。</a:t>
                    </a:r>
                    <a:endParaRPr kumimoji="1" lang="zh-CN" altLang="en-US" sz="140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54" name="矩形: 圆角 53">
                  <a:extLst>
                    <a:ext uri="{FF2B5EF4-FFF2-40B4-BE49-F238E27FC236}">
                      <a16:creationId xmlns:a16="http://schemas.microsoft.com/office/drawing/2014/main" id="{E8DFBECE-1557-3627-B89F-76DD353D9418}"/>
                    </a:ext>
                  </a:extLst>
                </p:cNvPr>
                <p:cNvSpPr/>
                <p:nvPr/>
              </p:nvSpPr>
              <p:spPr>
                <a:xfrm>
                  <a:off x="5805413" y="2621341"/>
                  <a:ext cx="5580000" cy="18000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accent1">
                    <a:alpha val="1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0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8" name="组合 7">
                <a:extLst>
                  <a:ext uri="{FF2B5EF4-FFF2-40B4-BE49-F238E27FC236}">
                    <a16:creationId xmlns:a16="http://schemas.microsoft.com/office/drawing/2014/main" id="{8D3030A4-AF76-E11C-4355-805C15B0B27C}"/>
                  </a:ext>
                </a:extLst>
              </p:cNvPr>
              <p:cNvGrpSpPr/>
              <p:nvPr/>
            </p:nvGrpSpPr>
            <p:grpSpPr>
              <a:xfrm>
                <a:off x="660400" y="2983659"/>
                <a:ext cx="5580000" cy="1278486"/>
                <a:chOff x="5805413" y="3000218"/>
                <a:chExt cx="5580000" cy="1278486"/>
              </a:xfrm>
            </p:grpSpPr>
            <p:sp>
              <p:nvSpPr>
                <p:cNvPr id="49" name="Number2">
                  <a:extLst>
                    <a:ext uri="{FF2B5EF4-FFF2-40B4-BE49-F238E27FC236}">
                      <a16:creationId xmlns:a16="http://schemas.microsoft.com/office/drawing/2014/main" id="{272DE5CD-4ACE-159C-18D6-95D4BF8BDD3C}"/>
                    </a:ext>
                  </a:extLst>
                </p:cNvPr>
                <p:cNvSpPr txBox="1">
                  <a:spLocks noChangeAspect="1"/>
                </p:cNvSpPr>
                <p:nvPr/>
              </p:nvSpPr>
              <p:spPr>
                <a:xfrm>
                  <a:off x="5853541" y="3189179"/>
                  <a:ext cx="648000" cy="648000"/>
                </a:xfrm>
                <a:prstGeom prst="roundRect">
                  <a:avLst>
                    <a:gd name="adj" fmla="val 50000"/>
                  </a:avLst>
                </a:prstGeom>
                <a:gradFill flip="none" rotWithShape="0"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60000">
                      <a:schemeClr val="accent1"/>
                    </a:gs>
                  </a:gsLst>
                  <a:lin ang="2700000" scaled="0"/>
                  <a:tileRect/>
                </a:gradFill>
                <a:ln w="57150" cap="rnd">
                  <a:noFill/>
                  <a:prstDash val="solid"/>
                  <a:round/>
                </a:ln>
                <a:effectLst>
                  <a:outerShdw blurRad="254000" dist="127000" dir="2700000" algn="ctr" rotWithShape="0">
                    <a:schemeClr val="accent1">
                      <a:alpha val="2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normAutofit/>
                </a:bodyPr>
                <a:lstStyle>
                  <a:defPPr>
                    <a:defRPr lang="en-US"/>
                  </a:defPPr>
                  <a:lvl1pPr algn="ctr" defTabSz="913765">
                    <a:defRPr b="1">
                      <a:solidFill>
                        <a:srgbClr val="FFFFFF"/>
                      </a:solidFill>
                      <a:latin typeface="+mj-lt"/>
                    </a:defRPr>
                  </a:lvl1pPr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r>
                    <a:rPr lang="en-US" altLang="zh-CN" sz="2000"/>
                    <a:t>02</a:t>
                  </a:r>
                  <a:endParaRPr lang="zh-CN" altLang="en-US" sz="2000" dirty="0"/>
                </a:p>
              </p:txBody>
            </p:sp>
            <p:grpSp>
              <p:nvGrpSpPr>
                <p:cNvPr id="45" name="组合 44">
                  <a:extLst>
                    <a:ext uri="{FF2B5EF4-FFF2-40B4-BE49-F238E27FC236}">
                      <a16:creationId xmlns:a16="http://schemas.microsoft.com/office/drawing/2014/main" id="{001B6110-7FE7-824C-C159-C67AE440AC83}"/>
                    </a:ext>
                  </a:extLst>
                </p:cNvPr>
                <p:cNvGrpSpPr/>
                <p:nvPr/>
              </p:nvGrpSpPr>
              <p:grpSpPr>
                <a:xfrm>
                  <a:off x="6590271" y="3000218"/>
                  <a:ext cx="4650741" cy="1191946"/>
                  <a:chOff x="4519547" y="2817478"/>
                  <a:chExt cx="4650741" cy="1191946"/>
                </a:xfrm>
              </p:grpSpPr>
              <p:sp>
                <p:nvSpPr>
                  <p:cNvPr id="47" name="Bullet2">
                    <a:extLst>
                      <a:ext uri="{FF2B5EF4-FFF2-40B4-BE49-F238E27FC236}">
                        <a16:creationId xmlns:a16="http://schemas.microsoft.com/office/drawing/2014/main" id="{88E9ECDE-7CF1-2C61-E6C2-3E7441794E08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4519547" y="2817478"/>
                    <a:ext cx="4650741" cy="539999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b" anchorCtr="0">
                    <a:normAutofit/>
                  </a:bodyPr>
                  <a:lstStyle/>
                  <a:p>
                    <a:r>
                      <a:rPr lang="zh-CN" altLang="en-US" sz="2000" b="1" dirty="0"/>
                      <a:t>产品创新</a:t>
                    </a:r>
                    <a:endParaRPr lang="en-US" sz="2000" dirty="0"/>
                  </a:p>
                </p:txBody>
              </p:sp>
              <p:sp>
                <p:nvSpPr>
                  <p:cNvPr id="48" name="Text2">
                    <a:extLst>
                      <a:ext uri="{FF2B5EF4-FFF2-40B4-BE49-F238E27FC236}">
                        <a16:creationId xmlns:a16="http://schemas.microsoft.com/office/drawing/2014/main" id="{5613D044-10AC-E626-E24A-072F44CFAFDF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4519547" y="3361424"/>
                    <a:ext cx="4650741" cy="648000"/>
                  </a:xfrm>
                  <a:prstGeom prst="rect">
                    <a:avLst/>
                  </a:prstGeom>
                  <a:noFill/>
                  <a:ln w="57150" cap="rnd">
                    <a:noFill/>
                    <a:prstDash val="solid"/>
                    <a:round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t" anchorCtr="0" forceAA="0" compatLnSpc="1">
                    <a:normAutofit/>
                  </a:bodyPr>
                  <a:lstStyle/>
                  <a:p>
                    <a:pPr>
                      <a:lnSpc>
                        <a:spcPct val="120000"/>
                      </a:lnSpc>
                    </a:pPr>
                    <a:r>
                      <a:rPr kumimoji="1" lang="zh-CN" altLang="en-US" sz="1400">
                        <a:solidFill>
                          <a:schemeClr val="tx1"/>
                        </a:solidFill>
                      </a:rPr>
                      <a:t>为确保演示效果，请将内容调整为简洁明了的表达方式。若需包含较多信息，可适当延展。</a:t>
                    </a:r>
                    <a:endParaRPr kumimoji="1" lang="zh-CN" altLang="en-US" sz="140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46" name="矩形: 圆角 45">
                  <a:extLst>
                    <a:ext uri="{FF2B5EF4-FFF2-40B4-BE49-F238E27FC236}">
                      <a16:creationId xmlns:a16="http://schemas.microsoft.com/office/drawing/2014/main" id="{9B110713-FD09-6624-FF1A-BABF5DB55750}"/>
                    </a:ext>
                  </a:extLst>
                </p:cNvPr>
                <p:cNvSpPr/>
                <p:nvPr/>
              </p:nvSpPr>
              <p:spPr>
                <a:xfrm>
                  <a:off x="5805413" y="4098704"/>
                  <a:ext cx="5580000" cy="18000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accent1">
                    <a:alpha val="1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0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9" name="组合 8">
                <a:extLst>
                  <a:ext uri="{FF2B5EF4-FFF2-40B4-BE49-F238E27FC236}">
                    <a16:creationId xmlns:a16="http://schemas.microsoft.com/office/drawing/2014/main" id="{A5ECF7EC-4CBA-879D-9087-00C6555DCCE0}"/>
                  </a:ext>
                </a:extLst>
              </p:cNvPr>
              <p:cNvGrpSpPr/>
              <p:nvPr/>
            </p:nvGrpSpPr>
            <p:grpSpPr>
              <a:xfrm>
                <a:off x="660400" y="4676392"/>
                <a:ext cx="5580000" cy="1278486"/>
                <a:chOff x="5805413" y="4477581"/>
                <a:chExt cx="5580000" cy="1278486"/>
              </a:xfrm>
            </p:grpSpPr>
            <p:sp>
              <p:nvSpPr>
                <p:cNvPr id="41" name="Number3">
                  <a:extLst>
                    <a:ext uri="{FF2B5EF4-FFF2-40B4-BE49-F238E27FC236}">
                      <a16:creationId xmlns:a16="http://schemas.microsoft.com/office/drawing/2014/main" id="{FFB5EDC4-9234-BB5B-3291-36CB95C2178A}"/>
                    </a:ext>
                  </a:extLst>
                </p:cNvPr>
                <p:cNvSpPr txBox="1">
                  <a:spLocks noChangeAspect="1"/>
                </p:cNvSpPr>
                <p:nvPr/>
              </p:nvSpPr>
              <p:spPr>
                <a:xfrm>
                  <a:off x="5853541" y="4666542"/>
                  <a:ext cx="648000" cy="648000"/>
                </a:xfrm>
                <a:prstGeom prst="roundRect">
                  <a:avLst>
                    <a:gd name="adj" fmla="val 50000"/>
                  </a:avLst>
                </a:prstGeom>
                <a:gradFill flip="none" rotWithShape="0"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60000">
                      <a:schemeClr val="accent1"/>
                    </a:gs>
                  </a:gsLst>
                  <a:lin ang="2700000" scaled="0"/>
                  <a:tileRect/>
                </a:gradFill>
                <a:ln w="57150" cap="rnd">
                  <a:noFill/>
                  <a:prstDash val="solid"/>
                  <a:round/>
                </a:ln>
                <a:effectLst>
                  <a:outerShdw blurRad="254000" dist="127000" dir="2700000" algn="ctr" rotWithShape="0">
                    <a:schemeClr val="accent1">
                      <a:alpha val="2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normAutofit/>
                </a:bodyPr>
                <a:lstStyle>
                  <a:defPPr>
                    <a:defRPr lang="en-US"/>
                  </a:defPPr>
                  <a:lvl1pPr algn="ctr" defTabSz="913765">
                    <a:defRPr b="1">
                      <a:solidFill>
                        <a:srgbClr val="FFFFFF"/>
                      </a:solidFill>
                      <a:latin typeface="+mj-lt"/>
                    </a:defRPr>
                  </a:lvl1pPr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r>
                    <a:rPr lang="en-US" altLang="zh-CN" sz="2000"/>
                    <a:t>03</a:t>
                  </a:r>
                  <a:endParaRPr lang="zh-CN" altLang="en-US" sz="2000" dirty="0"/>
                </a:p>
              </p:txBody>
            </p:sp>
            <p:sp>
              <p:nvSpPr>
                <p:cNvPr id="32" name="矩形: 圆角 31">
                  <a:extLst>
                    <a:ext uri="{FF2B5EF4-FFF2-40B4-BE49-F238E27FC236}">
                      <a16:creationId xmlns:a16="http://schemas.microsoft.com/office/drawing/2014/main" id="{486D28BA-0B13-9F60-69DE-95DF23A5326A}"/>
                    </a:ext>
                  </a:extLst>
                </p:cNvPr>
                <p:cNvSpPr/>
                <p:nvPr/>
              </p:nvSpPr>
              <p:spPr>
                <a:xfrm>
                  <a:off x="5805413" y="5576067"/>
                  <a:ext cx="5580000" cy="18000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accent1">
                    <a:alpha val="1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000" dirty="0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38" name="组合 37">
                  <a:extLst>
                    <a:ext uri="{FF2B5EF4-FFF2-40B4-BE49-F238E27FC236}">
                      <a16:creationId xmlns:a16="http://schemas.microsoft.com/office/drawing/2014/main" id="{8FEC9F0C-FB56-0BED-0AFB-8FA1A729634D}"/>
                    </a:ext>
                  </a:extLst>
                </p:cNvPr>
                <p:cNvGrpSpPr/>
                <p:nvPr/>
              </p:nvGrpSpPr>
              <p:grpSpPr>
                <a:xfrm>
                  <a:off x="6590271" y="4477581"/>
                  <a:ext cx="4650741" cy="1191946"/>
                  <a:chOff x="4519547" y="2817478"/>
                  <a:chExt cx="4650741" cy="1191946"/>
                </a:xfrm>
              </p:grpSpPr>
              <p:sp>
                <p:nvSpPr>
                  <p:cNvPr id="39" name="Bullet3">
                    <a:extLst>
                      <a:ext uri="{FF2B5EF4-FFF2-40B4-BE49-F238E27FC236}">
                        <a16:creationId xmlns:a16="http://schemas.microsoft.com/office/drawing/2014/main" id="{28A3A22C-FB41-4ECF-F6DB-7BB1538BF33C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4519547" y="2817478"/>
                    <a:ext cx="4650741" cy="539999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b" anchorCtr="0">
                    <a:normAutofit/>
                  </a:bodyPr>
                  <a:lstStyle/>
                  <a:p>
                    <a:r>
                      <a:rPr lang="zh-CN" altLang="en-US" sz="2000" b="1" dirty="0"/>
                      <a:t>营销策略</a:t>
                    </a:r>
                    <a:endParaRPr lang="en-US" sz="2000" dirty="0"/>
                  </a:p>
                </p:txBody>
              </p:sp>
              <p:sp>
                <p:nvSpPr>
                  <p:cNvPr id="40" name="Text3">
                    <a:extLst>
                      <a:ext uri="{FF2B5EF4-FFF2-40B4-BE49-F238E27FC236}">
                        <a16:creationId xmlns:a16="http://schemas.microsoft.com/office/drawing/2014/main" id="{C5F6D200-70C9-BA08-C948-BA687735172A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4519547" y="3361424"/>
                    <a:ext cx="4650741" cy="648000"/>
                  </a:xfrm>
                  <a:prstGeom prst="rect">
                    <a:avLst/>
                  </a:prstGeom>
                  <a:noFill/>
                  <a:ln w="57150" cap="rnd">
                    <a:noFill/>
                    <a:prstDash val="solid"/>
                    <a:round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t" anchorCtr="0" forceAA="0" compatLnSpc="1">
                    <a:normAutofit/>
                  </a:bodyPr>
                  <a:lstStyle/>
                  <a:p>
                    <a:pPr>
                      <a:lnSpc>
                        <a:spcPct val="120000"/>
                      </a:lnSpc>
                    </a:pPr>
                    <a:r>
                      <a:rPr kumimoji="1" lang="zh-CN" altLang="en-US" sz="1400">
                        <a:solidFill>
                          <a:schemeClr val="tx1"/>
                        </a:solidFill>
                      </a:rPr>
                      <a:t>为确保演示效果，请将内容调整为简洁明了的表达方式。若需包含较多信息，可适当延展。</a:t>
                    </a:r>
                    <a:endParaRPr kumimoji="1" lang="zh-CN" altLang="en-US" sz="1400" dirty="0" err="1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</p:grpSp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8335B673-8DF7-F7C2-175D-E7FB070AEE9A}"/>
                </a:ext>
              </a:extLst>
            </p:cNvPr>
            <p:cNvGrpSpPr/>
            <p:nvPr/>
          </p:nvGrpSpPr>
          <p:grpSpPr>
            <a:xfrm>
              <a:off x="6625894" y="1158040"/>
              <a:ext cx="5000124" cy="5000124"/>
              <a:chOff x="6625894" y="1158040"/>
              <a:chExt cx="5000124" cy="5000124"/>
            </a:xfrm>
          </p:grpSpPr>
          <p:sp>
            <p:nvSpPr>
              <p:cNvPr id="24" name="PictureMisc">
                <a:extLst>
                  <a:ext uri="{FF2B5EF4-FFF2-40B4-BE49-F238E27FC236}">
                    <a16:creationId xmlns:a16="http://schemas.microsoft.com/office/drawing/2014/main" id="{067774EF-B3F8-F517-13BC-69AC66223A95}"/>
                  </a:ext>
                </a:extLst>
              </p:cNvPr>
              <p:cNvSpPr/>
              <p:nvPr/>
            </p:nvSpPr>
            <p:spPr>
              <a:xfrm>
                <a:off x="6625894" y="1158040"/>
                <a:ext cx="5000124" cy="5000124"/>
              </a:xfrm>
              <a:prstGeom prst="ellipse">
                <a:avLst/>
              </a:prstGeom>
              <a:blipFill>
                <a:blip r:embed="rId2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 l="-33666" r="-16217"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endParaRPr lang="zh-CN" altLang="en-US" sz="2000">
                  <a:cs typeface="+mn-ea"/>
                  <a:sym typeface="+mn-lt"/>
                </a:endParaRPr>
              </a:p>
            </p:txBody>
          </p:sp>
          <p:sp>
            <p:nvSpPr>
              <p:cNvPr id="22" name="椭圆 21">
                <a:extLst>
                  <a:ext uri="{FF2B5EF4-FFF2-40B4-BE49-F238E27FC236}">
                    <a16:creationId xmlns:a16="http://schemas.microsoft.com/office/drawing/2014/main" id="{B84A28A4-0FA4-B146-895A-220B49A11E9C}"/>
                  </a:ext>
                </a:extLst>
              </p:cNvPr>
              <p:cNvSpPr/>
              <p:nvPr/>
            </p:nvSpPr>
            <p:spPr>
              <a:xfrm>
                <a:off x="7052489" y="5269135"/>
                <a:ext cx="536246" cy="536246"/>
              </a:xfrm>
              <a:prstGeom prst="ellipse">
                <a:avLst/>
              </a:prstGeom>
              <a:gradFill flip="none" rotWithShape="0"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60000">
                    <a:schemeClr val="accent2"/>
                  </a:gs>
                </a:gsLst>
                <a:lin ang="2700000" scaled="0"/>
                <a:tileRect/>
              </a:gradFill>
              <a:ln w="57150" cap="rnd">
                <a:noFill/>
                <a:prstDash val="solid"/>
                <a:round/>
              </a:ln>
              <a:effectLst>
                <a:outerShdw blurRad="254000" dist="127000" dir="2700000" algn="ctr" rotWithShape="0">
                  <a:schemeClr val="accent2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lnSpcReduction="10000"/>
              </a:bodyPr>
              <a:lstStyle/>
              <a:p>
                <a:pPr algn="ctr" defTabSz="913765"/>
                <a:endParaRPr lang="zh-CN" altLang="en-US" sz="2000" b="1">
                  <a:solidFill>
                    <a:srgbClr val="FFFFFF"/>
                  </a:solidFill>
                  <a:latin typeface="+mj-lt"/>
                  <a:sym typeface="+mn-lt"/>
                </a:endParaRPr>
              </a:p>
            </p:txBody>
          </p:sp>
          <p:sp>
            <p:nvSpPr>
              <p:cNvPr id="23" name="椭圆 22">
                <a:extLst>
                  <a:ext uri="{FF2B5EF4-FFF2-40B4-BE49-F238E27FC236}">
                    <a16:creationId xmlns:a16="http://schemas.microsoft.com/office/drawing/2014/main" id="{9A1B73DE-E3BC-B065-3173-43E45817C0AE}"/>
                  </a:ext>
                </a:extLst>
              </p:cNvPr>
              <p:cNvSpPr/>
              <p:nvPr/>
            </p:nvSpPr>
            <p:spPr>
              <a:xfrm>
                <a:off x="10209628" y="1206663"/>
                <a:ext cx="821717" cy="821717"/>
              </a:xfrm>
              <a:prstGeom prst="ellipse">
                <a:avLst/>
              </a:prstGeom>
              <a:gradFill flip="none" rotWithShape="0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60000">
                    <a:schemeClr val="accent1"/>
                  </a:gs>
                </a:gsLst>
                <a:lin ang="2700000" scaled="0"/>
                <a:tileRect/>
              </a:gradFill>
              <a:ln w="57150" cap="rnd">
                <a:noFill/>
                <a:prstDash val="solid"/>
                <a:round/>
              </a:ln>
              <a:effectLst>
                <a:outerShdw blurRad="254000" dist="127000" dir="2700000" algn="ctr" rotWithShape="0">
                  <a:schemeClr val="accent1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 defTabSz="913765"/>
                <a:endParaRPr lang="zh-CN" altLang="en-US" sz="2000" b="1">
                  <a:solidFill>
                    <a:srgbClr val="FFFFFF"/>
                  </a:solidFill>
                  <a:latin typeface="+mj-lt"/>
                  <a:sym typeface="+mn-lt"/>
                </a:endParaRPr>
              </a:p>
            </p:txBody>
          </p:sp>
        </p:grp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/>
              <a:t>成功案例二</a:t>
            </a:r>
            <a:endParaRPr lang="en-US" dirty="0"/>
          </a:p>
        </p:txBody>
      </p: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928B0C15-81F6-0067-C647-B09513954B34}"/>
              </a:ext>
            </a:extLst>
          </p:cNvPr>
          <p:cNvGrpSpPr/>
          <p:nvPr/>
        </p:nvGrpSpPr>
        <p:grpSpPr>
          <a:xfrm>
            <a:off x="660400" y="1382199"/>
            <a:ext cx="10858500" cy="4500001"/>
            <a:chOff x="660400" y="1382199"/>
            <a:chExt cx="10858500" cy="4500001"/>
          </a:xfrm>
        </p:grpSpPr>
        <p:grpSp>
          <p:nvGrpSpPr>
            <p:cNvPr id="33" name="组合 32">
              <a:extLst>
                <a:ext uri="{FF2B5EF4-FFF2-40B4-BE49-F238E27FC236}">
                  <a16:creationId xmlns:a16="http://schemas.microsoft.com/office/drawing/2014/main" id="{C947F1A8-4533-4074-4001-6F03A9AED5FB}"/>
                </a:ext>
              </a:extLst>
            </p:cNvPr>
            <p:cNvGrpSpPr/>
            <p:nvPr/>
          </p:nvGrpSpPr>
          <p:grpSpPr>
            <a:xfrm>
              <a:off x="7198900" y="1382200"/>
              <a:ext cx="4320000" cy="4500000"/>
              <a:chOff x="4210389" y="1372052"/>
              <a:chExt cx="4320000" cy="4500000"/>
            </a:xfrm>
          </p:grpSpPr>
          <p:sp>
            <p:nvSpPr>
              <p:cNvPr id="30" name="-4-1">
                <a:extLst>
                  <a:ext uri="{FF2B5EF4-FFF2-40B4-BE49-F238E27FC236}">
                    <a16:creationId xmlns:a16="http://schemas.microsoft.com/office/drawing/2014/main" id="{C91BE87B-E756-0D19-8C92-5A9282D19364}"/>
                  </a:ext>
                </a:extLst>
              </p:cNvPr>
              <p:cNvSpPr>
                <a:spLocks/>
              </p:cNvSpPr>
              <p:nvPr/>
            </p:nvSpPr>
            <p:spPr>
              <a:xfrm rot="10800000" flipH="1" flipV="1">
                <a:off x="4210389" y="1372052"/>
                <a:ext cx="4320000" cy="4500000"/>
              </a:xfrm>
              <a:prstGeom prst="roundRect">
                <a:avLst>
                  <a:gd name="adj" fmla="val 3775"/>
                </a:avLst>
              </a:prstGeom>
              <a:gradFill flip="none" rotWithShape="0"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60000">
                    <a:schemeClr val="accent1"/>
                  </a:gs>
                </a:gsLst>
                <a:lin ang="2700000" scaled="0"/>
                <a:tileRect/>
              </a:gradFill>
              <a:ln w="57150" cap="rnd">
                <a:noFill/>
                <a:prstDash val="solid"/>
                <a:round/>
              </a:ln>
              <a:effectLst>
                <a:outerShdw blurRad="254000" dist="127000" dir="2700000" algn="ctr" rotWithShape="0">
                  <a:schemeClr val="accent1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 defTabSz="913765"/>
                <a:endParaRPr lang="zh-CN" altLang="en-US" sz="2000" b="1" dirty="0">
                  <a:solidFill>
                    <a:srgbClr val="FFFFFF"/>
                  </a:solidFill>
                  <a:latin typeface="+mj-lt"/>
                  <a:sym typeface="+mn-lt"/>
                </a:endParaRPr>
              </a:p>
            </p:txBody>
          </p:sp>
          <p:sp>
            <p:nvSpPr>
              <p:cNvPr id="22" name="Title">
                <a:extLst>
                  <a:ext uri="{FF2B5EF4-FFF2-40B4-BE49-F238E27FC236}">
                    <a16:creationId xmlns:a16="http://schemas.microsoft.com/office/drawing/2014/main" id="{C00819D5-0612-76A3-F26F-F9A5EB165A7A}"/>
                  </a:ext>
                </a:extLst>
              </p:cNvPr>
              <p:cNvSpPr txBox="1"/>
              <p:nvPr/>
            </p:nvSpPr>
            <p:spPr>
              <a:xfrm>
                <a:off x="4480389" y="1735531"/>
                <a:ext cx="3780000" cy="938848"/>
              </a:xfrm>
              <a:prstGeom prst="rect">
                <a:avLst/>
              </a:prstGeom>
              <a:noFill/>
            </p:spPr>
            <p:txBody>
              <a:bodyPr wrap="square" anchor="b" anchorCtr="0">
                <a:normAutofit/>
              </a:bodyPr>
              <a:lstStyle/>
              <a:p>
                <a:pPr marL="0" marR="0" lvl="0" indent="0" defTabSz="913765" rtl="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lang="en-US" altLang="zh-CN" sz="5400" b="1">
                    <a:solidFill>
                      <a:srgbClr val="FFFFFF"/>
                    </a:solidFill>
                  </a:rPr>
                  <a:t>662+</a:t>
                </a:r>
                <a:endParaRPr lang="en-US" sz="5400" b="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23" name="Text1">
                <a:extLst>
                  <a:ext uri="{FF2B5EF4-FFF2-40B4-BE49-F238E27FC236}">
                    <a16:creationId xmlns:a16="http://schemas.microsoft.com/office/drawing/2014/main" id="{09699C56-2623-9B4D-9127-CC3532ABCB8D}"/>
                  </a:ext>
                </a:extLst>
              </p:cNvPr>
              <p:cNvSpPr txBox="1"/>
              <p:nvPr/>
            </p:nvSpPr>
            <p:spPr>
              <a:xfrm>
                <a:off x="4480389" y="3329066"/>
                <a:ext cx="3780000" cy="2387817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rmAutofit/>
              </a:bodyPr>
              <a:lstStyle>
                <a:defPPr>
                  <a:defRPr lang="zh-CN"/>
                </a:defPPr>
                <a:lvl1pPr>
                  <a:lnSpc>
                    <a:spcPts val="1500"/>
                  </a:lnSpc>
                  <a:defRPr sz="900"/>
                </a:lvl1pPr>
              </a:lstStyle>
              <a:p>
                <a:pPr marL="216000" indent="-2160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1400">
                    <a:solidFill>
                      <a:srgbClr val="FFFFFF"/>
                    </a:solidFill>
                  </a:rPr>
                  <a:t>在演示中，简洁清晰的逻辑是提升观者理解和参与感的关键。</a:t>
                </a:r>
                <a:endParaRPr lang="en-US" altLang="zh-CN" sz="1400">
                  <a:solidFill>
                    <a:srgbClr val="FFFFFF"/>
                  </a:solidFill>
                </a:endParaRPr>
              </a:p>
              <a:p>
                <a:pPr marL="216000" indent="-2160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1400">
                    <a:solidFill>
                      <a:srgbClr val="FFFFFF"/>
                    </a:solidFill>
                  </a:rPr>
                  <a:t>若信息较少，请提炼核心内容，确保直观易懂；若信息较多，请通过增加分点或段落的方式呈现，帮助观者快速抓住重点，避免因过多冗长文字影响演示效果及阅读体验。</a:t>
                </a:r>
              </a:p>
            </p:txBody>
          </p:sp>
          <p:sp>
            <p:nvSpPr>
              <p:cNvPr id="24" name="Bullet1">
                <a:extLst>
                  <a:ext uri="{FF2B5EF4-FFF2-40B4-BE49-F238E27FC236}">
                    <a16:creationId xmlns:a16="http://schemas.microsoft.com/office/drawing/2014/main" id="{A0846177-B457-66A1-D833-A3CA3999377E}"/>
                  </a:ext>
                </a:extLst>
              </p:cNvPr>
              <p:cNvSpPr txBox="1"/>
              <p:nvPr/>
            </p:nvSpPr>
            <p:spPr>
              <a:xfrm>
                <a:off x="4480389" y="2708985"/>
                <a:ext cx="3780000" cy="535421"/>
              </a:xfrm>
              <a:prstGeom prst="rect">
                <a:avLst/>
              </a:prstGeom>
              <a:noFill/>
              <a:effectLst/>
            </p:spPr>
            <p:txBody>
              <a:bodyPr wrap="square" rtlCol="0" anchor="b" anchorCtr="0">
                <a:normAutofit/>
              </a:bodyPr>
              <a:lstStyle>
                <a:defPPr>
                  <a:defRPr lang="zh-CN"/>
                </a:defPPr>
                <a:lvl1pPr>
                  <a:defRPr sz="2000" b="1" i="0">
                    <a:gradFill>
                      <a:gsLst>
                        <a:gs pos="0">
                          <a:schemeClr val="accent1">
                            <a:lumMod val="60000"/>
                            <a:lumOff val="40000"/>
                          </a:schemeClr>
                        </a:gs>
                        <a:gs pos="60000">
                          <a:schemeClr val="accent1"/>
                        </a:gs>
                      </a:gsLst>
                      <a:lin ang="2700000" scaled="0"/>
                    </a:gradFill>
                    <a:effectLst>
                      <a:outerShdw blurRad="76200" dist="50800" dir="5400000" algn="ctr" rotWithShape="0">
                        <a:schemeClr val="accent1">
                          <a:alpha val="20000"/>
                        </a:schemeClr>
                      </a:outerShdw>
                    </a:effectLst>
                  </a:defRPr>
                </a:lvl1pPr>
              </a:lstStyle>
              <a:p>
                <a:r>
                  <a:rPr lang="zh-CN" altLang="en-US">
                    <a:solidFill>
                      <a:srgbClr val="FFFFFF"/>
                    </a:solidFill>
                    <a:effectLst/>
                  </a:rPr>
                  <a:t>实施过程及取得的成果</a:t>
                </a:r>
                <a:endParaRPr lang="en-US" sz="2400" dirty="0">
                  <a:solidFill>
                    <a:srgbClr val="FFFFFF"/>
                  </a:solidFill>
                </a:endParaRPr>
              </a:p>
            </p:txBody>
          </p:sp>
        </p:grpSp>
        <p:sp>
          <p:nvSpPr>
            <p:cNvPr id="34" name="PictureMisc">
              <a:extLst>
                <a:ext uri="{FF2B5EF4-FFF2-40B4-BE49-F238E27FC236}">
                  <a16:creationId xmlns:a16="http://schemas.microsoft.com/office/drawing/2014/main" id="{6FA3E539-194D-9048-C939-AE8549E2F434}"/>
                </a:ext>
              </a:extLst>
            </p:cNvPr>
            <p:cNvSpPr/>
            <p:nvPr/>
          </p:nvSpPr>
          <p:spPr>
            <a:xfrm>
              <a:off x="660400" y="1382199"/>
              <a:ext cx="3088556" cy="4499999"/>
            </a:xfrm>
            <a:prstGeom prst="roundRect">
              <a:avLst>
                <a:gd name="adj" fmla="val 5839"/>
              </a:avLst>
            </a:prstGeom>
            <a:blipFill>
              <a:blip r:embed="rId2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 l="-24762" r="-93616"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zh-CN" altLang="en-US" sz="2000">
                <a:cs typeface="+mn-ea"/>
                <a:sym typeface="+mn-lt"/>
              </a:endParaRPr>
            </a:p>
          </p:txBody>
        </p:sp>
        <p:sp>
          <p:nvSpPr>
            <p:cNvPr id="35" name="PictureMisc">
              <a:extLst>
                <a:ext uri="{FF2B5EF4-FFF2-40B4-BE49-F238E27FC236}">
                  <a16:creationId xmlns:a16="http://schemas.microsoft.com/office/drawing/2014/main" id="{DE20EFBD-E3C3-26F7-A3AA-FC67C6F05941}"/>
                </a:ext>
              </a:extLst>
            </p:cNvPr>
            <p:cNvSpPr/>
            <p:nvPr/>
          </p:nvSpPr>
          <p:spPr>
            <a:xfrm>
              <a:off x="3929649" y="1382200"/>
              <a:ext cx="3088556" cy="2160000"/>
            </a:xfrm>
            <a:prstGeom prst="roundRect">
              <a:avLst>
                <a:gd name="adj" fmla="val 5839"/>
              </a:avLst>
            </a:prstGeom>
            <a:blipFill>
              <a:blip r:embed="rId3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 l="-12215" r="-12115"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zh-CN" altLang="en-US" sz="2000">
                <a:cs typeface="+mn-ea"/>
                <a:sym typeface="+mn-lt"/>
              </a:endParaRPr>
            </a:p>
          </p:txBody>
        </p:sp>
        <p:sp>
          <p:nvSpPr>
            <p:cNvPr id="36" name="PictureMisc">
              <a:extLst>
                <a:ext uri="{FF2B5EF4-FFF2-40B4-BE49-F238E27FC236}">
                  <a16:creationId xmlns:a16="http://schemas.microsoft.com/office/drawing/2014/main" id="{B5481CCE-E4F4-467B-ABEA-CBA9708934FD}"/>
                </a:ext>
              </a:extLst>
            </p:cNvPr>
            <p:cNvSpPr/>
            <p:nvPr/>
          </p:nvSpPr>
          <p:spPr>
            <a:xfrm>
              <a:off x="3929649" y="3722200"/>
              <a:ext cx="3088556" cy="2160000"/>
            </a:xfrm>
            <a:prstGeom prst="roundRect">
              <a:avLst>
                <a:gd name="adj" fmla="val 5839"/>
              </a:avLst>
            </a:prstGeom>
            <a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 t="-21621" b="-21368"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zh-CN" altLang="en-US" sz="2000">
                <a:cs typeface="+mn-ea"/>
                <a:sym typeface="+mn-lt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41B035-E1FA-4C8D-B32B-3C19F1873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成功案例三</a:t>
            </a:r>
          </a:p>
        </p:txBody>
      </p: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EC862F0A-BB9A-CFF6-672D-FD27D604C580}"/>
              </a:ext>
            </a:extLst>
          </p:cNvPr>
          <p:cNvGrpSpPr/>
          <p:nvPr/>
        </p:nvGrpSpPr>
        <p:grpSpPr>
          <a:xfrm>
            <a:off x="660400" y="1190616"/>
            <a:ext cx="10858500" cy="4943484"/>
            <a:chOff x="660400" y="1190616"/>
            <a:chExt cx="10858500" cy="4943484"/>
          </a:xfrm>
        </p:grpSpPr>
        <p:sp>
          <p:nvSpPr>
            <p:cNvPr id="51" name="PictureMisc">
              <a:extLst>
                <a:ext uri="{FF2B5EF4-FFF2-40B4-BE49-F238E27FC236}">
                  <a16:creationId xmlns:a16="http://schemas.microsoft.com/office/drawing/2014/main" id="{3A8BC2D5-9111-F75B-4F12-A2B302689C3A}"/>
                </a:ext>
              </a:extLst>
            </p:cNvPr>
            <p:cNvSpPr/>
            <p:nvPr/>
          </p:nvSpPr>
          <p:spPr>
            <a:xfrm>
              <a:off x="660400" y="1579758"/>
              <a:ext cx="10858500" cy="2468709"/>
            </a:xfrm>
            <a:prstGeom prst="roundRect">
              <a:avLst>
                <a:gd name="adj" fmla="val 5839"/>
              </a:avLst>
            </a:prstGeom>
            <a:blipFill>
              <a:blip r:embed="rId2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 t="-103586" b="-89874"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zh-CN" altLang="en-US" sz="2000">
                <a:cs typeface="+mn-ea"/>
                <a:sym typeface="+mn-lt"/>
              </a:endParaRPr>
            </a:p>
          </p:txBody>
        </p:sp>
        <p:sp>
          <p:nvSpPr>
            <p:cNvPr id="24" name="Title">
              <a:extLst>
                <a:ext uri="{FF2B5EF4-FFF2-40B4-BE49-F238E27FC236}">
                  <a16:creationId xmlns:a16="http://schemas.microsoft.com/office/drawing/2014/main" id="{379D69EF-47BE-786F-2493-EAE3AC1BFB01}"/>
                </a:ext>
              </a:extLst>
            </p:cNvPr>
            <p:cNvSpPr>
              <a:spLocks/>
            </p:cNvSpPr>
            <p:nvPr/>
          </p:nvSpPr>
          <p:spPr>
            <a:xfrm>
              <a:off x="2309650" y="1190616"/>
              <a:ext cx="7560000" cy="792000"/>
            </a:xfrm>
            <a:prstGeom prst="roundRect">
              <a:avLst/>
            </a:prstGeom>
            <a:gradFill flip="none" rotWithShape="0">
              <a:gsLst>
                <a:gs pos="0">
                  <a:schemeClr val="accent2">
                    <a:lumMod val="60000"/>
                    <a:lumOff val="40000"/>
                  </a:schemeClr>
                </a:gs>
                <a:gs pos="60000">
                  <a:schemeClr val="accent1"/>
                </a:gs>
              </a:gsLst>
              <a:lin ang="2700000" scaled="0"/>
              <a:tileRect/>
            </a:gradFill>
            <a:ln w="57150" cap="rnd">
              <a:noFill/>
              <a:prstDash val="solid"/>
              <a:round/>
            </a:ln>
            <a:effectLst>
              <a:outerShdw blurRad="254000" dist="127000" dir="2700000" algn="ctr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 defTabSz="913765"/>
              <a:r>
                <a:rPr lang="zh-CN" altLang="en-US" sz="2400" b="1" dirty="0">
                  <a:solidFill>
                    <a:srgbClr val="FFFFFF"/>
                  </a:solidFill>
                  <a:latin typeface="+mj-lt"/>
                  <a:sym typeface="Arial" panose="020B0604020202020204" pitchFamily="34" charset="0"/>
                </a:rPr>
                <a:t>案例背景、实施过程及取得</a:t>
              </a:r>
              <a:r>
                <a:rPr lang="zh-CN" altLang="en-US" sz="2400" b="1">
                  <a:solidFill>
                    <a:srgbClr val="FFFFFF"/>
                  </a:solidFill>
                  <a:latin typeface="+mj-lt"/>
                  <a:sym typeface="Arial" panose="020B0604020202020204" pitchFamily="34" charset="0"/>
                </a:rPr>
                <a:t>的成果</a:t>
              </a:r>
              <a:endParaRPr lang="en-US" sz="2400" b="1" dirty="0">
                <a:solidFill>
                  <a:srgbClr val="FFFFFF"/>
                </a:solidFill>
                <a:latin typeface="+mj-lt"/>
              </a:endParaRPr>
            </a:p>
          </p:txBody>
        </p:sp>
        <p:grpSp>
          <p:nvGrpSpPr>
            <p:cNvPr id="42" name="组合 41">
              <a:extLst>
                <a:ext uri="{FF2B5EF4-FFF2-40B4-BE49-F238E27FC236}">
                  <a16:creationId xmlns:a16="http://schemas.microsoft.com/office/drawing/2014/main" id="{0C459232-A7C5-9E6B-4BA7-F04886D4571E}"/>
                </a:ext>
              </a:extLst>
            </p:cNvPr>
            <p:cNvGrpSpPr/>
            <p:nvPr/>
          </p:nvGrpSpPr>
          <p:grpSpPr>
            <a:xfrm>
              <a:off x="669288" y="4264160"/>
              <a:ext cx="3425337" cy="1869940"/>
              <a:chOff x="669288" y="4264160"/>
              <a:chExt cx="3425337" cy="1869940"/>
            </a:xfrm>
          </p:grpSpPr>
          <p:sp>
            <p:nvSpPr>
              <p:cNvPr id="38" name="ComponentBackground1">
                <a:extLst>
                  <a:ext uri="{FF2B5EF4-FFF2-40B4-BE49-F238E27FC236}">
                    <a16:creationId xmlns:a16="http://schemas.microsoft.com/office/drawing/2014/main" id="{1EEABEAC-2979-B09F-0F05-B161B74FFF9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54625" y="4443090"/>
                <a:ext cx="3240000" cy="1691010"/>
              </a:xfrm>
              <a:prstGeom prst="roundRect">
                <a:avLst>
                  <a:gd name="adj" fmla="val 11376"/>
                </a:avLst>
              </a:prstGeom>
              <a:solidFill>
                <a:schemeClr val="bg1"/>
              </a:solidFill>
              <a:ln w="12700" cap="rnd">
                <a:gradFill>
                  <a:gsLst>
                    <a:gs pos="20000">
                      <a:schemeClr val="accent1">
                        <a:alpha val="50000"/>
                      </a:schemeClr>
                    </a:gs>
                    <a:gs pos="100000">
                      <a:schemeClr val="accent1">
                        <a:lumMod val="40000"/>
                        <a:lumOff val="60000"/>
                        <a:alpha val="10000"/>
                      </a:schemeClr>
                    </a:gs>
                  </a:gsLst>
                  <a:lin ang="2700000" scaled="0"/>
                </a:gradFill>
                <a:prstDash val="solid"/>
                <a:round/>
              </a:ln>
              <a:effectLst>
                <a:outerShdw blurRad="254000" dist="127000" dir="2700000" algn="ctr" rotWithShape="0">
                  <a:schemeClr val="accent1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normAutofit/>
              </a:bodyPr>
              <a:lstStyle/>
              <a:p>
                <a:pPr algn="ctr"/>
                <a:endParaRPr lang="en-US" altLang="zh-CN" sz="2000" b="1" dirty="0">
                  <a:solidFill>
                    <a:schemeClr val="tx1"/>
                  </a:solidFill>
                  <a:sym typeface="Arial" panose="020B0604020202020204" pitchFamily="34" charset="0"/>
                </a:endParaRPr>
              </a:p>
            </p:txBody>
          </p:sp>
          <p:sp>
            <p:nvSpPr>
              <p:cNvPr id="39" name="Number1">
                <a:extLst>
                  <a:ext uri="{FF2B5EF4-FFF2-40B4-BE49-F238E27FC236}">
                    <a16:creationId xmlns:a16="http://schemas.microsoft.com/office/drawing/2014/main" id="{8C4EAABC-71A2-F517-E3C3-9C70E1157BE7}"/>
                  </a:ext>
                </a:extLst>
              </p:cNvPr>
              <p:cNvSpPr/>
              <p:nvPr/>
            </p:nvSpPr>
            <p:spPr>
              <a:xfrm>
                <a:off x="669288" y="4264160"/>
                <a:ext cx="383728" cy="383662"/>
              </a:xfrm>
              <a:custGeom>
                <a:avLst/>
                <a:gdLst>
                  <a:gd name="connsiteX0" fmla="*/ 0 w 1895485"/>
                  <a:gd name="connsiteY0" fmla="*/ 315920 h 1895485"/>
                  <a:gd name="connsiteX1" fmla="*/ 315920 w 1895485"/>
                  <a:gd name="connsiteY1" fmla="*/ 0 h 1895485"/>
                  <a:gd name="connsiteX2" fmla="*/ 1579565 w 1895485"/>
                  <a:gd name="connsiteY2" fmla="*/ 0 h 1895485"/>
                  <a:gd name="connsiteX3" fmla="*/ 1895485 w 1895485"/>
                  <a:gd name="connsiteY3" fmla="*/ 315920 h 1895485"/>
                  <a:gd name="connsiteX4" fmla="*/ 1895485 w 1895485"/>
                  <a:gd name="connsiteY4" fmla="*/ 1579565 h 1895485"/>
                  <a:gd name="connsiteX5" fmla="*/ 1579565 w 1895485"/>
                  <a:gd name="connsiteY5" fmla="*/ 1895485 h 1895485"/>
                  <a:gd name="connsiteX6" fmla="*/ 315920 w 1895485"/>
                  <a:gd name="connsiteY6" fmla="*/ 1895485 h 1895485"/>
                  <a:gd name="connsiteX7" fmla="*/ 0 w 1895485"/>
                  <a:gd name="connsiteY7" fmla="*/ 1579565 h 1895485"/>
                  <a:gd name="connsiteX8" fmla="*/ 0 w 1895485"/>
                  <a:gd name="connsiteY8" fmla="*/ 315920 h 18954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895485" h="1895485">
                    <a:moveTo>
                      <a:pt x="0" y="315920"/>
                    </a:moveTo>
                    <a:cubicBezTo>
                      <a:pt x="0" y="141442"/>
                      <a:pt x="141442" y="0"/>
                      <a:pt x="315920" y="0"/>
                    </a:cubicBezTo>
                    <a:lnTo>
                      <a:pt x="1579565" y="0"/>
                    </a:lnTo>
                    <a:cubicBezTo>
                      <a:pt x="1754043" y="0"/>
                      <a:pt x="1895485" y="141442"/>
                      <a:pt x="1895485" y="315920"/>
                    </a:cubicBezTo>
                    <a:lnTo>
                      <a:pt x="1895485" y="1579565"/>
                    </a:lnTo>
                    <a:cubicBezTo>
                      <a:pt x="1895485" y="1754043"/>
                      <a:pt x="1754043" y="1895485"/>
                      <a:pt x="1579565" y="1895485"/>
                    </a:cubicBezTo>
                    <a:lnTo>
                      <a:pt x="315920" y="1895485"/>
                    </a:lnTo>
                    <a:cubicBezTo>
                      <a:pt x="141442" y="1895485"/>
                      <a:pt x="0" y="1754043"/>
                      <a:pt x="0" y="1579565"/>
                    </a:cubicBezTo>
                    <a:lnTo>
                      <a:pt x="0" y="315920"/>
                    </a:lnTo>
                    <a:close/>
                  </a:path>
                </a:pathLst>
              </a:custGeom>
              <a:gradFill flip="none" rotWithShape="0"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60000">
                    <a:schemeClr val="accent1"/>
                  </a:gs>
                </a:gsLst>
                <a:lin ang="2700000" scaled="0"/>
                <a:tileRect/>
              </a:gradFill>
              <a:ln w="57150" cap="rnd">
                <a:noFill/>
                <a:prstDash val="solid"/>
                <a:round/>
              </a:ln>
              <a:effectLst>
                <a:outerShdw blurRad="254000" dist="127000" dir="2700000" algn="ctr" rotWithShape="0">
                  <a:schemeClr val="accent1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Arial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Arial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Arial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Arial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Arial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Arial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Arial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Arial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Arial"/>
                    <a:ea typeface="+mn-ea"/>
                    <a:cs typeface="+mn-cs"/>
                  </a:defRPr>
                </a:lvl9pPr>
              </a:lstStyle>
              <a:p>
                <a:pPr algn="ctr" defTabSz="913765"/>
                <a:r>
                  <a:rPr lang="en-US" altLang="zh-CN" b="1" dirty="0">
                    <a:latin typeface="+mj-lt"/>
                    <a:sym typeface="Arial" panose="020B0604020202020204" pitchFamily="34" charset="0"/>
                  </a:rPr>
                  <a:t>1</a:t>
                </a:r>
                <a:endParaRPr lang="zh-CN" altLang="en-US" b="1" dirty="0">
                  <a:latin typeface="+mj-lt"/>
                  <a:sym typeface="Arial" panose="020B0604020202020204" pitchFamily="34" charset="0"/>
                </a:endParaRPr>
              </a:p>
            </p:txBody>
          </p:sp>
          <p:sp>
            <p:nvSpPr>
              <p:cNvPr id="40" name="Text1">
                <a:extLst>
                  <a:ext uri="{FF2B5EF4-FFF2-40B4-BE49-F238E27FC236}">
                    <a16:creationId xmlns:a16="http://schemas.microsoft.com/office/drawing/2014/main" id="{B9A4358C-6BD4-3C3C-2A68-4BF9A406DC0B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980625" y="5109713"/>
                <a:ext cx="2988000" cy="943953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rmAutofit/>
              </a:bodyPr>
              <a:lstStyle>
                <a:defPPr>
                  <a:defRPr lang="zh-CN"/>
                </a:defPPr>
                <a:lvl1pPr marL="0" algn="ctr" defTabSz="914400" rtl="0" eaLnBrk="1" latinLnBrk="0" hangingPunct="1">
                  <a:lnSpc>
                    <a:spcPct val="150000"/>
                  </a:lnSpc>
                  <a:defRPr sz="1200" kern="1200">
                    <a:solidFill>
                      <a:schemeClr val="bg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lang="zh-CN" altLang="en-US" sz="1400">
                    <a:solidFill>
                      <a:schemeClr val="tx1"/>
                    </a:solidFill>
                    <a:latin typeface="+mn-ea"/>
                    <a:sym typeface="Arial" panose="020B0604020202020204" pitchFamily="34" charset="0"/>
                  </a:rPr>
                  <a:t>为确保演示效果，请将内容调整为简洁明了的表达方式。若需包含较多信息，可适当延展。</a:t>
                </a:r>
                <a:endParaRPr lang="zh-CN" altLang="en-US" sz="1400" dirty="0">
                  <a:solidFill>
                    <a:schemeClr val="tx1"/>
                  </a:solidFill>
                  <a:latin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41" name="Bullet1">
                <a:extLst>
                  <a:ext uri="{FF2B5EF4-FFF2-40B4-BE49-F238E27FC236}">
                    <a16:creationId xmlns:a16="http://schemas.microsoft.com/office/drawing/2014/main" id="{98765507-9081-3C09-4B31-8D72B4779C73}"/>
                  </a:ext>
                </a:extLst>
              </p:cNvPr>
              <p:cNvSpPr txBox="1"/>
              <p:nvPr/>
            </p:nvSpPr>
            <p:spPr>
              <a:xfrm flipH="1">
                <a:off x="980625" y="4567861"/>
                <a:ext cx="2988000" cy="504000"/>
              </a:xfrm>
              <a:prstGeom prst="rect">
                <a:avLst/>
              </a:prstGeom>
              <a:noFill/>
            </p:spPr>
            <p:txBody>
              <a:bodyPr wrap="square" rtlCol="0" anchor="b" anchorCtr="0">
                <a:normAutofit/>
              </a:bodyPr>
              <a:lstStyle>
                <a:defPPr>
                  <a:defRPr lang="zh-CN"/>
                </a:defPPr>
                <a:lvl1pPr marL="0" algn="ctr" defTabSz="914400" rtl="0" eaLnBrk="1" latinLnBrk="0" hangingPunct="1">
                  <a:lnSpc>
                    <a:spcPct val="150000"/>
                  </a:lnSpc>
                  <a:defRPr sz="1200" kern="1200">
                    <a:solidFill>
                      <a:schemeClr val="bg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00000"/>
                  </a:lnSpc>
                </a:pPr>
                <a:r>
                  <a:rPr lang="zh-CN" altLang="en-US" sz="2000" b="1" dirty="0">
                    <a:solidFill>
                      <a:schemeClr val="tx1"/>
                    </a:solidFill>
                    <a:latin typeface="+mn-ea"/>
                    <a:sym typeface="Arial" panose="020B0604020202020204" pitchFamily="34" charset="0"/>
                  </a:rPr>
                  <a:t>项目提速</a:t>
                </a:r>
                <a:endParaRPr lang="en-US" sz="1600" dirty="0">
                  <a:latin typeface="+mn-ea"/>
                </a:endParaRPr>
              </a:p>
            </p:txBody>
          </p:sp>
        </p:grpSp>
        <p:grpSp>
          <p:nvGrpSpPr>
            <p:cNvPr id="43" name="组合 42">
              <a:extLst>
                <a:ext uri="{FF2B5EF4-FFF2-40B4-BE49-F238E27FC236}">
                  <a16:creationId xmlns:a16="http://schemas.microsoft.com/office/drawing/2014/main" id="{1EAF696D-DA3C-E96D-76FB-6365D228906E}"/>
                </a:ext>
              </a:extLst>
            </p:cNvPr>
            <p:cNvGrpSpPr/>
            <p:nvPr/>
          </p:nvGrpSpPr>
          <p:grpSpPr>
            <a:xfrm>
              <a:off x="4381426" y="4264160"/>
              <a:ext cx="3425337" cy="1869940"/>
              <a:chOff x="4329953" y="4264160"/>
              <a:chExt cx="3425337" cy="1869940"/>
            </a:xfrm>
          </p:grpSpPr>
          <p:sp>
            <p:nvSpPr>
              <p:cNvPr id="33" name="ComponentBackground2">
                <a:extLst>
                  <a:ext uri="{FF2B5EF4-FFF2-40B4-BE49-F238E27FC236}">
                    <a16:creationId xmlns:a16="http://schemas.microsoft.com/office/drawing/2014/main" id="{0F12A89B-9BA7-2E15-FE91-BA82D988876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515290" y="4443090"/>
                <a:ext cx="3240000" cy="1691010"/>
              </a:xfrm>
              <a:prstGeom prst="roundRect">
                <a:avLst>
                  <a:gd name="adj" fmla="val 11376"/>
                </a:avLst>
              </a:prstGeom>
              <a:solidFill>
                <a:schemeClr val="bg1"/>
              </a:solidFill>
              <a:ln w="12700" cap="rnd">
                <a:gradFill>
                  <a:gsLst>
                    <a:gs pos="20000">
                      <a:schemeClr val="accent1">
                        <a:alpha val="50000"/>
                      </a:schemeClr>
                    </a:gs>
                    <a:gs pos="100000">
                      <a:schemeClr val="accent1">
                        <a:lumMod val="40000"/>
                        <a:lumOff val="60000"/>
                        <a:alpha val="10000"/>
                      </a:schemeClr>
                    </a:gs>
                  </a:gsLst>
                  <a:lin ang="2700000" scaled="0"/>
                </a:gradFill>
                <a:prstDash val="solid"/>
                <a:round/>
              </a:ln>
              <a:effectLst>
                <a:outerShdw blurRad="254000" dist="127000" dir="2700000" algn="ctr" rotWithShape="0">
                  <a:schemeClr val="accent1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normAutofit/>
              </a:bodyPr>
              <a:lstStyle/>
              <a:p>
                <a:pPr algn="ctr"/>
                <a:endParaRPr lang="en-US" altLang="zh-CN" sz="2000" b="1" dirty="0">
                  <a:solidFill>
                    <a:schemeClr val="tx1"/>
                  </a:solidFill>
                  <a:sym typeface="Arial" panose="020B0604020202020204" pitchFamily="34" charset="0"/>
                </a:endParaRPr>
              </a:p>
            </p:txBody>
          </p:sp>
          <p:sp>
            <p:nvSpPr>
              <p:cNvPr id="34" name="Number2">
                <a:extLst>
                  <a:ext uri="{FF2B5EF4-FFF2-40B4-BE49-F238E27FC236}">
                    <a16:creationId xmlns:a16="http://schemas.microsoft.com/office/drawing/2014/main" id="{2FE9DC26-8CA3-0535-1583-6E93E82DAE4B}"/>
                  </a:ext>
                </a:extLst>
              </p:cNvPr>
              <p:cNvSpPr/>
              <p:nvPr/>
            </p:nvSpPr>
            <p:spPr>
              <a:xfrm>
                <a:off x="4329953" y="4264160"/>
                <a:ext cx="383728" cy="383662"/>
              </a:xfrm>
              <a:custGeom>
                <a:avLst/>
                <a:gdLst>
                  <a:gd name="connsiteX0" fmla="*/ 0 w 1895485"/>
                  <a:gd name="connsiteY0" fmla="*/ 315920 h 1895485"/>
                  <a:gd name="connsiteX1" fmla="*/ 315920 w 1895485"/>
                  <a:gd name="connsiteY1" fmla="*/ 0 h 1895485"/>
                  <a:gd name="connsiteX2" fmla="*/ 1579565 w 1895485"/>
                  <a:gd name="connsiteY2" fmla="*/ 0 h 1895485"/>
                  <a:gd name="connsiteX3" fmla="*/ 1895485 w 1895485"/>
                  <a:gd name="connsiteY3" fmla="*/ 315920 h 1895485"/>
                  <a:gd name="connsiteX4" fmla="*/ 1895485 w 1895485"/>
                  <a:gd name="connsiteY4" fmla="*/ 1579565 h 1895485"/>
                  <a:gd name="connsiteX5" fmla="*/ 1579565 w 1895485"/>
                  <a:gd name="connsiteY5" fmla="*/ 1895485 h 1895485"/>
                  <a:gd name="connsiteX6" fmla="*/ 315920 w 1895485"/>
                  <a:gd name="connsiteY6" fmla="*/ 1895485 h 1895485"/>
                  <a:gd name="connsiteX7" fmla="*/ 0 w 1895485"/>
                  <a:gd name="connsiteY7" fmla="*/ 1579565 h 1895485"/>
                  <a:gd name="connsiteX8" fmla="*/ 0 w 1895485"/>
                  <a:gd name="connsiteY8" fmla="*/ 315920 h 18954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895485" h="1895485">
                    <a:moveTo>
                      <a:pt x="0" y="315920"/>
                    </a:moveTo>
                    <a:cubicBezTo>
                      <a:pt x="0" y="141442"/>
                      <a:pt x="141442" y="0"/>
                      <a:pt x="315920" y="0"/>
                    </a:cubicBezTo>
                    <a:lnTo>
                      <a:pt x="1579565" y="0"/>
                    </a:lnTo>
                    <a:cubicBezTo>
                      <a:pt x="1754043" y="0"/>
                      <a:pt x="1895485" y="141442"/>
                      <a:pt x="1895485" y="315920"/>
                    </a:cubicBezTo>
                    <a:lnTo>
                      <a:pt x="1895485" y="1579565"/>
                    </a:lnTo>
                    <a:cubicBezTo>
                      <a:pt x="1895485" y="1754043"/>
                      <a:pt x="1754043" y="1895485"/>
                      <a:pt x="1579565" y="1895485"/>
                    </a:cubicBezTo>
                    <a:lnTo>
                      <a:pt x="315920" y="1895485"/>
                    </a:lnTo>
                    <a:cubicBezTo>
                      <a:pt x="141442" y="1895485"/>
                      <a:pt x="0" y="1754043"/>
                      <a:pt x="0" y="1579565"/>
                    </a:cubicBezTo>
                    <a:lnTo>
                      <a:pt x="0" y="315920"/>
                    </a:lnTo>
                    <a:close/>
                  </a:path>
                </a:pathLst>
              </a:custGeom>
              <a:gradFill flip="none" rotWithShape="0"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60000">
                    <a:schemeClr val="accent1"/>
                  </a:gs>
                </a:gsLst>
                <a:lin ang="2700000" scaled="0"/>
                <a:tileRect/>
              </a:gradFill>
              <a:ln w="57150" cap="rnd">
                <a:noFill/>
                <a:prstDash val="solid"/>
                <a:round/>
              </a:ln>
              <a:effectLst>
                <a:outerShdw blurRad="254000" dist="127000" dir="2700000" algn="ctr" rotWithShape="0">
                  <a:schemeClr val="accent1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Arial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Arial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Arial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Arial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Arial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Arial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Arial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Arial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Arial"/>
                    <a:ea typeface="+mn-ea"/>
                    <a:cs typeface="+mn-cs"/>
                  </a:defRPr>
                </a:lvl9pPr>
              </a:lstStyle>
              <a:p>
                <a:pPr algn="ctr" defTabSz="913765"/>
                <a:r>
                  <a:rPr lang="en-US" altLang="zh-CN" b="1" dirty="0">
                    <a:latin typeface="+mj-lt"/>
                    <a:sym typeface="Arial" panose="020B0604020202020204" pitchFamily="34" charset="0"/>
                  </a:rPr>
                  <a:t>2</a:t>
                </a:r>
                <a:endParaRPr lang="zh-CN" altLang="en-US" b="1" dirty="0">
                  <a:latin typeface="+mj-lt"/>
                  <a:sym typeface="Arial" panose="020B0604020202020204" pitchFamily="34" charset="0"/>
                </a:endParaRPr>
              </a:p>
            </p:txBody>
          </p:sp>
          <p:sp>
            <p:nvSpPr>
              <p:cNvPr id="35" name="Text2">
                <a:extLst>
                  <a:ext uri="{FF2B5EF4-FFF2-40B4-BE49-F238E27FC236}">
                    <a16:creationId xmlns:a16="http://schemas.microsoft.com/office/drawing/2014/main" id="{A571192B-860C-6A74-B243-199ED9EEC9FB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4641290" y="5109713"/>
                <a:ext cx="2988000" cy="943953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rmAutofit/>
              </a:bodyPr>
              <a:lstStyle>
                <a:defPPr>
                  <a:defRPr lang="zh-CN"/>
                </a:defPPr>
                <a:lvl1pPr marL="0" algn="ctr" defTabSz="914400" rtl="0" eaLnBrk="1" latinLnBrk="0" hangingPunct="1">
                  <a:lnSpc>
                    <a:spcPct val="150000"/>
                  </a:lnSpc>
                  <a:defRPr sz="1200" kern="1200">
                    <a:solidFill>
                      <a:schemeClr val="bg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lang="zh-CN" altLang="en-US" sz="1400">
                    <a:solidFill>
                      <a:schemeClr val="tx1"/>
                    </a:solidFill>
                    <a:latin typeface="+mn-ea"/>
                    <a:sym typeface="Arial" panose="020B0604020202020204" pitchFamily="34" charset="0"/>
                  </a:rPr>
                  <a:t>为确保演示效果，请将内容调整为简洁明了的表达方式。若需包含较多信息，可适当延展。</a:t>
                </a:r>
                <a:endParaRPr lang="zh-CN" altLang="en-US" sz="1400" dirty="0">
                  <a:solidFill>
                    <a:schemeClr val="tx1"/>
                  </a:solidFill>
                  <a:latin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36" name="Bullet2">
                <a:extLst>
                  <a:ext uri="{FF2B5EF4-FFF2-40B4-BE49-F238E27FC236}">
                    <a16:creationId xmlns:a16="http://schemas.microsoft.com/office/drawing/2014/main" id="{34EF9072-0F6F-4EAC-EC42-70F09EF16906}"/>
                  </a:ext>
                </a:extLst>
              </p:cNvPr>
              <p:cNvSpPr txBox="1"/>
              <p:nvPr/>
            </p:nvSpPr>
            <p:spPr>
              <a:xfrm flipH="1">
                <a:off x="4641290" y="4567861"/>
                <a:ext cx="2988000" cy="504000"/>
              </a:xfrm>
              <a:prstGeom prst="rect">
                <a:avLst/>
              </a:prstGeom>
              <a:noFill/>
            </p:spPr>
            <p:txBody>
              <a:bodyPr wrap="square" rtlCol="0" anchor="b" anchorCtr="0">
                <a:normAutofit/>
              </a:bodyPr>
              <a:lstStyle>
                <a:defPPr>
                  <a:defRPr lang="zh-CN"/>
                </a:defPPr>
                <a:lvl1pPr marL="0" algn="ctr" defTabSz="914400" rtl="0" eaLnBrk="1" latinLnBrk="0" hangingPunct="1">
                  <a:lnSpc>
                    <a:spcPct val="150000"/>
                  </a:lnSpc>
                  <a:defRPr sz="1200" kern="1200">
                    <a:solidFill>
                      <a:schemeClr val="bg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00000"/>
                  </a:lnSpc>
                </a:pPr>
                <a:r>
                  <a:rPr lang="zh-CN" altLang="en-US" sz="2000" b="1" dirty="0">
                    <a:solidFill>
                      <a:schemeClr val="tx1"/>
                    </a:solidFill>
                    <a:latin typeface="+mn-ea"/>
                    <a:sym typeface="Arial" panose="020B0604020202020204" pitchFamily="34" charset="0"/>
                  </a:rPr>
                  <a:t>成本控制</a:t>
                </a:r>
                <a:endParaRPr lang="en-US" sz="1600" dirty="0">
                  <a:latin typeface="+mn-ea"/>
                </a:endParaRPr>
              </a:p>
            </p:txBody>
          </p:sp>
        </p:grpSp>
        <p:grpSp>
          <p:nvGrpSpPr>
            <p:cNvPr id="27" name="组合 26">
              <a:extLst>
                <a:ext uri="{FF2B5EF4-FFF2-40B4-BE49-F238E27FC236}">
                  <a16:creationId xmlns:a16="http://schemas.microsoft.com/office/drawing/2014/main" id="{092998D0-FE70-2E69-7001-4BC4D3803053}"/>
                </a:ext>
              </a:extLst>
            </p:cNvPr>
            <p:cNvGrpSpPr/>
            <p:nvPr/>
          </p:nvGrpSpPr>
          <p:grpSpPr>
            <a:xfrm>
              <a:off x="8093563" y="4264160"/>
              <a:ext cx="3425337" cy="1869940"/>
              <a:chOff x="7990618" y="4264160"/>
              <a:chExt cx="3425337" cy="1869940"/>
            </a:xfrm>
          </p:grpSpPr>
          <p:sp>
            <p:nvSpPr>
              <p:cNvPr id="28" name="ComponentBackground3">
                <a:extLst>
                  <a:ext uri="{FF2B5EF4-FFF2-40B4-BE49-F238E27FC236}">
                    <a16:creationId xmlns:a16="http://schemas.microsoft.com/office/drawing/2014/main" id="{0E469C4C-7959-C9EE-AC2B-1E3456FC2E2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175955" y="4443090"/>
                <a:ext cx="3240000" cy="1691010"/>
              </a:xfrm>
              <a:prstGeom prst="roundRect">
                <a:avLst>
                  <a:gd name="adj" fmla="val 11376"/>
                </a:avLst>
              </a:prstGeom>
              <a:solidFill>
                <a:schemeClr val="bg1"/>
              </a:solidFill>
              <a:ln w="12700" cap="rnd">
                <a:gradFill>
                  <a:gsLst>
                    <a:gs pos="20000">
                      <a:schemeClr val="accent1">
                        <a:alpha val="50000"/>
                      </a:schemeClr>
                    </a:gs>
                    <a:gs pos="100000">
                      <a:schemeClr val="accent1">
                        <a:lumMod val="40000"/>
                        <a:lumOff val="60000"/>
                        <a:alpha val="10000"/>
                      </a:schemeClr>
                    </a:gs>
                  </a:gsLst>
                  <a:lin ang="2700000" scaled="0"/>
                </a:gradFill>
                <a:prstDash val="solid"/>
                <a:round/>
              </a:ln>
              <a:effectLst>
                <a:outerShdw blurRad="254000" dist="127000" dir="2700000" algn="ctr" rotWithShape="0">
                  <a:schemeClr val="accent1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normAutofit/>
              </a:bodyPr>
              <a:lstStyle/>
              <a:p>
                <a:pPr algn="ctr"/>
                <a:endParaRPr lang="en-US" altLang="zh-CN" sz="2000" b="1" dirty="0">
                  <a:solidFill>
                    <a:schemeClr val="tx1"/>
                  </a:solidFill>
                  <a:sym typeface="Arial" panose="020B0604020202020204" pitchFamily="34" charset="0"/>
                </a:endParaRPr>
              </a:p>
            </p:txBody>
          </p:sp>
          <p:sp>
            <p:nvSpPr>
              <p:cNvPr id="29" name="Number3">
                <a:extLst>
                  <a:ext uri="{FF2B5EF4-FFF2-40B4-BE49-F238E27FC236}">
                    <a16:creationId xmlns:a16="http://schemas.microsoft.com/office/drawing/2014/main" id="{94CA6FE2-DC49-78CB-2F1C-29282EC6B66B}"/>
                  </a:ext>
                </a:extLst>
              </p:cNvPr>
              <p:cNvSpPr/>
              <p:nvPr/>
            </p:nvSpPr>
            <p:spPr>
              <a:xfrm>
                <a:off x="7990618" y="4264160"/>
                <a:ext cx="383728" cy="383662"/>
              </a:xfrm>
              <a:custGeom>
                <a:avLst/>
                <a:gdLst>
                  <a:gd name="connsiteX0" fmla="*/ 0 w 1895485"/>
                  <a:gd name="connsiteY0" fmla="*/ 315920 h 1895485"/>
                  <a:gd name="connsiteX1" fmla="*/ 315920 w 1895485"/>
                  <a:gd name="connsiteY1" fmla="*/ 0 h 1895485"/>
                  <a:gd name="connsiteX2" fmla="*/ 1579565 w 1895485"/>
                  <a:gd name="connsiteY2" fmla="*/ 0 h 1895485"/>
                  <a:gd name="connsiteX3" fmla="*/ 1895485 w 1895485"/>
                  <a:gd name="connsiteY3" fmla="*/ 315920 h 1895485"/>
                  <a:gd name="connsiteX4" fmla="*/ 1895485 w 1895485"/>
                  <a:gd name="connsiteY4" fmla="*/ 1579565 h 1895485"/>
                  <a:gd name="connsiteX5" fmla="*/ 1579565 w 1895485"/>
                  <a:gd name="connsiteY5" fmla="*/ 1895485 h 1895485"/>
                  <a:gd name="connsiteX6" fmla="*/ 315920 w 1895485"/>
                  <a:gd name="connsiteY6" fmla="*/ 1895485 h 1895485"/>
                  <a:gd name="connsiteX7" fmla="*/ 0 w 1895485"/>
                  <a:gd name="connsiteY7" fmla="*/ 1579565 h 1895485"/>
                  <a:gd name="connsiteX8" fmla="*/ 0 w 1895485"/>
                  <a:gd name="connsiteY8" fmla="*/ 315920 h 18954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895485" h="1895485">
                    <a:moveTo>
                      <a:pt x="0" y="315920"/>
                    </a:moveTo>
                    <a:cubicBezTo>
                      <a:pt x="0" y="141442"/>
                      <a:pt x="141442" y="0"/>
                      <a:pt x="315920" y="0"/>
                    </a:cubicBezTo>
                    <a:lnTo>
                      <a:pt x="1579565" y="0"/>
                    </a:lnTo>
                    <a:cubicBezTo>
                      <a:pt x="1754043" y="0"/>
                      <a:pt x="1895485" y="141442"/>
                      <a:pt x="1895485" y="315920"/>
                    </a:cubicBezTo>
                    <a:lnTo>
                      <a:pt x="1895485" y="1579565"/>
                    </a:lnTo>
                    <a:cubicBezTo>
                      <a:pt x="1895485" y="1754043"/>
                      <a:pt x="1754043" y="1895485"/>
                      <a:pt x="1579565" y="1895485"/>
                    </a:cubicBezTo>
                    <a:lnTo>
                      <a:pt x="315920" y="1895485"/>
                    </a:lnTo>
                    <a:cubicBezTo>
                      <a:pt x="141442" y="1895485"/>
                      <a:pt x="0" y="1754043"/>
                      <a:pt x="0" y="1579565"/>
                    </a:cubicBezTo>
                    <a:lnTo>
                      <a:pt x="0" y="315920"/>
                    </a:lnTo>
                    <a:close/>
                  </a:path>
                </a:pathLst>
              </a:custGeom>
              <a:gradFill flip="none" rotWithShape="0"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60000">
                    <a:schemeClr val="accent1"/>
                  </a:gs>
                </a:gsLst>
                <a:lin ang="2700000" scaled="0"/>
                <a:tileRect/>
              </a:gradFill>
              <a:ln w="57150" cap="rnd">
                <a:noFill/>
                <a:prstDash val="solid"/>
                <a:round/>
              </a:ln>
              <a:effectLst>
                <a:outerShdw blurRad="254000" dist="127000" dir="2700000" algn="ctr" rotWithShape="0">
                  <a:schemeClr val="accent1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Arial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Arial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Arial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Arial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Arial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Arial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Arial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Arial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Arial"/>
                    <a:ea typeface="+mn-ea"/>
                    <a:cs typeface="+mn-cs"/>
                  </a:defRPr>
                </a:lvl9pPr>
              </a:lstStyle>
              <a:p>
                <a:pPr algn="ctr" defTabSz="913765"/>
                <a:r>
                  <a:rPr lang="en-US" altLang="zh-CN" b="1" dirty="0">
                    <a:latin typeface="+mj-lt"/>
                    <a:sym typeface="Arial" panose="020B0604020202020204" pitchFamily="34" charset="0"/>
                  </a:rPr>
                  <a:t>3</a:t>
                </a:r>
                <a:endParaRPr lang="zh-CN" altLang="en-US" b="1" dirty="0">
                  <a:latin typeface="+mj-lt"/>
                  <a:sym typeface="Arial" panose="020B0604020202020204" pitchFamily="34" charset="0"/>
                </a:endParaRPr>
              </a:p>
            </p:txBody>
          </p:sp>
          <p:sp>
            <p:nvSpPr>
              <p:cNvPr id="30" name="Text3">
                <a:extLst>
                  <a:ext uri="{FF2B5EF4-FFF2-40B4-BE49-F238E27FC236}">
                    <a16:creationId xmlns:a16="http://schemas.microsoft.com/office/drawing/2014/main" id="{F667E965-9CBA-2010-ADF9-A220C61023C7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8301955" y="5109713"/>
                <a:ext cx="2988000" cy="943953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rmAutofit/>
              </a:bodyPr>
              <a:lstStyle>
                <a:defPPr>
                  <a:defRPr lang="zh-CN"/>
                </a:defPPr>
                <a:lvl1pPr marL="0" algn="ctr" defTabSz="914400" rtl="0" eaLnBrk="1" latinLnBrk="0" hangingPunct="1">
                  <a:lnSpc>
                    <a:spcPct val="150000"/>
                  </a:lnSpc>
                  <a:defRPr sz="1200" kern="1200">
                    <a:solidFill>
                      <a:schemeClr val="bg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lang="zh-CN" altLang="en-US" sz="1400">
                    <a:solidFill>
                      <a:schemeClr val="tx1"/>
                    </a:solidFill>
                    <a:latin typeface="+mn-ea"/>
                    <a:sym typeface="Arial" panose="020B0604020202020204" pitchFamily="34" charset="0"/>
                  </a:rPr>
                  <a:t>为确保演示效果，请将内容调整为简洁明了的表达方式。若需包含较多信息，可适当延展。</a:t>
                </a:r>
                <a:endParaRPr lang="zh-CN" altLang="en-US" sz="1400" dirty="0">
                  <a:solidFill>
                    <a:schemeClr val="tx1"/>
                  </a:solidFill>
                  <a:latin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31" name="Bullet3">
                <a:extLst>
                  <a:ext uri="{FF2B5EF4-FFF2-40B4-BE49-F238E27FC236}">
                    <a16:creationId xmlns:a16="http://schemas.microsoft.com/office/drawing/2014/main" id="{0F349B59-8C96-3554-ECE5-A2D70C1D2092}"/>
                  </a:ext>
                </a:extLst>
              </p:cNvPr>
              <p:cNvSpPr txBox="1"/>
              <p:nvPr/>
            </p:nvSpPr>
            <p:spPr>
              <a:xfrm flipH="1">
                <a:off x="8301955" y="4567861"/>
                <a:ext cx="2988000" cy="504000"/>
              </a:xfrm>
              <a:prstGeom prst="rect">
                <a:avLst/>
              </a:prstGeom>
              <a:noFill/>
            </p:spPr>
            <p:txBody>
              <a:bodyPr wrap="square" rtlCol="0" anchor="b" anchorCtr="0">
                <a:normAutofit/>
              </a:bodyPr>
              <a:lstStyle>
                <a:defPPr>
                  <a:defRPr lang="zh-CN"/>
                </a:defPPr>
                <a:lvl1pPr marL="0" algn="ctr" defTabSz="914400" rtl="0" eaLnBrk="1" latinLnBrk="0" hangingPunct="1">
                  <a:lnSpc>
                    <a:spcPct val="150000"/>
                  </a:lnSpc>
                  <a:defRPr sz="1200" kern="1200">
                    <a:solidFill>
                      <a:schemeClr val="bg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00000"/>
                  </a:lnSpc>
                </a:pPr>
                <a:r>
                  <a:rPr lang="zh-CN" altLang="en-US" sz="2000" b="1" dirty="0">
                    <a:solidFill>
                      <a:schemeClr val="tx1"/>
                    </a:solidFill>
                    <a:latin typeface="+mn-ea"/>
                    <a:sym typeface="Arial" panose="020B0604020202020204" pitchFamily="34" charset="0"/>
                  </a:rPr>
                  <a:t>市场拓展</a:t>
                </a:r>
                <a:endParaRPr lang="en-US" sz="1600" dirty="0">
                  <a:latin typeface="+mn-ea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617281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60401" y="3525256"/>
            <a:ext cx="10858500" cy="1260000"/>
          </a:xfrm>
        </p:spPr>
        <p:txBody>
          <a:bodyPr/>
          <a:lstStyle/>
          <a:p>
            <a:r>
              <a:rPr lang="zh-CN" altLang="en-US" dirty="0"/>
              <a:t>存在问题及改进措施</a:t>
            </a:r>
            <a:endParaRPr lang="en-US" dirty="0"/>
          </a:p>
        </p:txBody>
      </p:sp>
      <p:sp>
        <p:nvSpPr>
          <p:cNvPr id="25" name="文本占位符 24"/>
          <p:cNvSpPr>
            <a:spLocks noGrp="1"/>
          </p:cNvSpPr>
          <p:nvPr>
            <p:ph type="body" sz="quarter" idx="1" hasCustomPrompt="1"/>
          </p:nvPr>
        </p:nvSpPr>
        <p:spPr>
          <a:xfrm>
            <a:off x="660401" y="4884540"/>
            <a:ext cx="10858500" cy="601863"/>
          </a:xfrm>
        </p:spPr>
        <p:txBody>
          <a:bodyPr/>
          <a:lstStyle/>
          <a:p>
            <a:r>
              <a:rPr lang="zh-CN" altLang="en-US" dirty="0"/>
              <a:t>分析本季度工作中存在的问题及改进方向</a:t>
            </a:r>
            <a:endParaRPr 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9CEB610-AE0C-7A4F-52BC-ADA1E0E327DF}"/>
              </a:ext>
            </a:extLst>
          </p:cNvPr>
          <p:cNvSpPr txBox="1"/>
          <p:nvPr/>
        </p:nvSpPr>
        <p:spPr>
          <a:xfrm>
            <a:off x="1904336" y="2935709"/>
            <a:ext cx="8370627" cy="1419726"/>
          </a:xfrm>
          <a:prstGeom prst="rect">
            <a:avLst/>
          </a:prstGeom>
          <a:noFill/>
        </p:spPr>
        <p:txBody>
          <a:bodyPr wrap="square" anchor="b">
            <a:normAutofit lnSpcReduction="10000"/>
          </a:bodyPr>
          <a:lstStyle/>
          <a:p>
            <a:pPr algn="ctr"/>
            <a:r>
              <a:rPr lang="en-US" altLang="zh-CN" sz="8800" b="1">
                <a:gradFill flip="none" rotWithShape="1">
                  <a:gsLst>
                    <a:gs pos="0">
                      <a:schemeClr val="accent1">
                        <a:alpha val="50000"/>
                      </a:schemeClr>
                    </a:gs>
                    <a:gs pos="85000">
                      <a:schemeClr val="accent1">
                        <a:lumMod val="40000"/>
                        <a:lumOff val="60000"/>
                        <a:alpha val="0"/>
                      </a:schemeClr>
                    </a:gs>
                  </a:gsLst>
                  <a:lin ang="5400000" scaled="1"/>
                  <a:tileRect/>
                </a:gradFill>
              </a:rPr>
              <a:t>PART 03</a:t>
            </a:r>
            <a:endParaRPr lang="zh-CN" altLang="en-US" sz="8800" b="1" dirty="0">
              <a:gradFill flip="none" rotWithShape="1">
                <a:gsLst>
                  <a:gs pos="0">
                    <a:schemeClr val="accent1">
                      <a:alpha val="50000"/>
                    </a:schemeClr>
                  </a:gs>
                  <a:gs pos="85000">
                    <a:schemeClr val="accent1">
                      <a:lumMod val="40000"/>
                      <a:lumOff val="60000"/>
                      <a:alpha val="0"/>
                    </a:schemeClr>
                  </a:gs>
                </a:gsLst>
                <a:lin ang="5400000" scaled="1"/>
                <a:tileRect/>
              </a:gra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/>
              <a:t>存在问题一</a:t>
            </a:r>
            <a:endParaRPr lang="en-US" dirty="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03734C1C-B888-2F5A-E95B-20D4A0F67CCA}"/>
              </a:ext>
            </a:extLst>
          </p:cNvPr>
          <p:cNvGrpSpPr/>
          <p:nvPr/>
        </p:nvGrpSpPr>
        <p:grpSpPr>
          <a:xfrm>
            <a:off x="1" y="1501347"/>
            <a:ext cx="11518899" cy="4261707"/>
            <a:chOff x="1" y="1557287"/>
            <a:chExt cx="11518899" cy="4261707"/>
          </a:xfrm>
        </p:grpSpPr>
        <p:cxnSp>
          <p:nvCxnSpPr>
            <p:cNvPr id="113" name="ís1íḍe">
              <a:extLst>
                <a:ext uri="{FF2B5EF4-FFF2-40B4-BE49-F238E27FC236}">
                  <a16:creationId xmlns:a16="http://schemas.microsoft.com/office/drawing/2014/main" id="{B15A6026-A52D-4B20-8AB0-3DD947876644}"/>
                </a:ext>
              </a:extLst>
            </p:cNvPr>
            <p:cNvCxnSpPr>
              <a:cxnSpLocks/>
            </p:cNvCxnSpPr>
            <p:nvPr/>
          </p:nvCxnSpPr>
          <p:spPr>
            <a:xfrm>
              <a:off x="5808104" y="2183749"/>
              <a:ext cx="0" cy="3008782"/>
            </a:xfrm>
            <a:prstGeom prst="line">
              <a:avLst/>
            </a:prstGeom>
            <a:ln w="12700" cap="rnd">
              <a:solidFill>
                <a:schemeClr val="accent1">
                  <a:alpha val="50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4" name="îśḻîďé">
              <a:extLst>
                <a:ext uri="{FF2B5EF4-FFF2-40B4-BE49-F238E27FC236}">
                  <a16:creationId xmlns:a16="http://schemas.microsoft.com/office/drawing/2014/main" id="{12C96EB3-CFF7-4A50-A596-0FB1F9FBA36B}"/>
                </a:ext>
              </a:extLst>
            </p:cNvPr>
            <p:cNvSpPr/>
            <p:nvPr/>
          </p:nvSpPr>
          <p:spPr>
            <a:xfrm>
              <a:off x="1" y="1814889"/>
              <a:ext cx="4824661" cy="3746501"/>
            </a:xfrm>
            <a:prstGeom prst="homePlate">
              <a:avLst>
                <a:gd name="adj" fmla="val 28243"/>
              </a:avLst>
            </a:prstGeom>
            <a:solidFill>
              <a:schemeClr val="bg1"/>
            </a:solidFill>
            <a:ln w="12700" cap="rnd">
              <a:gradFill flip="none" rotWithShape="1">
                <a:gsLst>
                  <a:gs pos="20000">
                    <a:schemeClr val="accent1">
                      <a:alpha val="50000"/>
                    </a:schemeClr>
                  </a:gs>
                  <a:gs pos="100000">
                    <a:schemeClr val="accent1">
                      <a:lumMod val="40000"/>
                      <a:lumOff val="60000"/>
                      <a:alpha val="10000"/>
                    </a:schemeClr>
                  </a:gs>
                </a:gsLst>
                <a:lin ang="10800000" scaled="1"/>
                <a:tileRect/>
              </a:gradFill>
              <a:prstDash val="solid"/>
              <a:round/>
            </a:ln>
            <a:effectLst>
              <a:outerShdw blurRad="254000" dist="127000" dir="2700000" algn="ctr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norm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2000" b="1">
                <a:solidFill>
                  <a:schemeClr val="tx1"/>
                </a:solidFill>
              </a:endParaRPr>
            </a:p>
          </p:txBody>
        </p:sp>
        <p:grpSp>
          <p:nvGrpSpPr>
            <p:cNvPr id="115" name="组合 114">
              <a:extLst>
                <a:ext uri="{FF2B5EF4-FFF2-40B4-BE49-F238E27FC236}">
                  <a16:creationId xmlns:a16="http://schemas.microsoft.com/office/drawing/2014/main" id="{E854C949-30D5-84B5-6368-82C6C99DD6BE}"/>
                </a:ext>
              </a:extLst>
            </p:cNvPr>
            <p:cNvGrpSpPr/>
            <p:nvPr/>
          </p:nvGrpSpPr>
          <p:grpSpPr>
            <a:xfrm>
              <a:off x="5475390" y="1557287"/>
              <a:ext cx="6043510" cy="900000"/>
              <a:chOff x="6449087" y="1557287"/>
              <a:chExt cx="6043510" cy="900000"/>
            </a:xfrm>
          </p:grpSpPr>
          <p:sp>
            <p:nvSpPr>
              <p:cNvPr id="132" name="Bullet1">
                <a:extLst>
                  <a:ext uri="{FF2B5EF4-FFF2-40B4-BE49-F238E27FC236}">
                    <a16:creationId xmlns:a16="http://schemas.microsoft.com/office/drawing/2014/main" id="{921D2456-A6A6-43F5-AD86-0A010D24A2F0}"/>
                  </a:ext>
                </a:extLst>
              </p:cNvPr>
              <p:cNvSpPr txBox="1"/>
              <p:nvPr/>
            </p:nvSpPr>
            <p:spPr>
              <a:xfrm>
                <a:off x="7138989" y="1647287"/>
                <a:ext cx="1872000" cy="720000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zh-CN" altLang="en-US" sz="2000" b="1" dirty="0"/>
                  <a:t>市场波动</a:t>
                </a:r>
                <a:endParaRPr lang="en-US" sz="2000" dirty="0"/>
              </a:p>
            </p:txBody>
          </p:sp>
          <p:sp>
            <p:nvSpPr>
              <p:cNvPr id="133" name="Text1">
                <a:extLst>
                  <a:ext uri="{FF2B5EF4-FFF2-40B4-BE49-F238E27FC236}">
                    <a16:creationId xmlns:a16="http://schemas.microsoft.com/office/drawing/2014/main" id="{F8E07573-A8E5-42F7-B445-E2E8E3B47ABD}"/>
                  </a:ext>
                </a:extLst>
              </p:cNvPr>
              <p:cNvSpPr/>
              <p:nvPr/>
            </p:nvSpPr>
            <p:spPr bwMode="auto">
              <a:xfrm>
                <a:off x="9072597" y="1557287"/>
                <a:ext cx="3420000" cy="900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1400"/>
                  <a:t>为确保演示效果，请将内容调整为简洁明了的表达方式。若需包含较多信息，可适当延展。</a:t>
                </a:r>
                <a:endParaRPr lang="zh-CN" altLang="en-US" sz="1400" dirty="0"/>
              </a:p>
            </p:txBody>
          </p:sp>
          <p:sp>
            <p:nvSpPr>
              <p:cNvPr id="134" name="IconBackground1">
                <a:extLst>
                  <a:ext uri="{FF2B5EF4-FFF2-40B4-BE49-F238E27FC236}">
                    <a16:creationId xmlns:a16="http://schemas.microsoft.com/office/drawing/2014/main" id="{2FCFFDF5-FF3F-46A5-B618-B7D509626486}"/>
                  </a:ext>
                </a:extLst>
              </p:cNvPr>
              <p:cNvSpPr/>
              <p:nvPr/>
            </p:nvSpPr>
            <p:spPr>
              <a:xfrm>
                <a:off x="6449087" y="1674572"/>
                <a:ext cx="665430" cy="665430"/>
              </a:xfrm>
              <a:prstGeom prst="ellipse">
                <a:avLst/>
              </a:prstGeom>
              <a:gradFill flip="none" rotWithShape="0"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60000">
                    <a:schemeClr val="accent1"/>
                  </a:gs>
                </a:gsLst>
                <a:lin ang="2700000" scaled="0"/>
                <a:tileRect/>
              </a:gradFill>
              <a:ln w="57150" cap="rnd">
                <a:noFill/>
                <a:prstDash val="solid"/>
                <a:round/>
              </a:ln>
              <a:effectLst>
                <a:outerShdw blurRad="254000" dist="127000" dir="2700000" algn="ctr" rotWithShape="0">
                  <a:schemeClr val="accent1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3765"/>
                <a:endParaRPr lang="zh-CN" altLang="en-US" sz="2000" b="1">
                  <a:solidFill>
                    <a:srgbClr val="FFFFFF"/>
                  </a:solidFill>
                  <a:latin typeface="+mj-lt"/>
                </a:endParaRPr>
              </a:p>
            </p:txBody>
          </p:sp>
          <p:sp>
            <p:nvSpPr>
              <p:cNvPr id="135" name="Icon1">
                <a:extLst>
                  <a:ext uri="{FF2B5EF4-FFF2-40B4-BE49-F238E27FC236}">
                    <a16:creationId xmlns:a16="http://schemas.microsoft.com/office/drawing/2014/main" id="{B0F72C4D-70AF-4CA8-9998-221FCE63AB79}"/>
                  </a:ext>
                </a:extLst>
              </p:cNvPr>
              <p:cNvSpPr/>
              <p:nvPr/>
            </p:nvSpPr>
            <p:spPr>
              <a:xfrm>
                <a:off x="6626897" y="1882039"/>
                <a:ext cx="285746" cy="250497"/>
              </a:xfrm>
              <a:custGeom>
                <a:avLst/>
                <a:gdLst>
                  <a:gd name="connsiteX0" fmla="*/ 121763 h 600884"/>
                  <a:gd name="connsiteY0" fmla="*/ 121763 h 600884"/>
                  <a:gd name="connsiteX1" fmla="*/ 121763 h 600884"/>
                  <a:gd name="connsiteY1" fmla="*/ 121763 h 600884"/>
                  <a:gd name="connsiteX2" fmla="*/ 121763 h 600884"/>
                  <a:gd name="connsiteY2" fmla="*/ 121763 h 600884"/>
                  <a:gd name="connsiteX3" fmla="*/ 121763 h 600884"/>
                  <a:gd name="connsiteY3" fmla="*/ 121763 h 600884"/>
                  <a:gd name="connsiteX4" fmla="*/ 121763 h 600884"/>
                  <a:gd name="connsiteY4" fmla="*/ 121763 h 600884"/>
                  <a:gd name="connsiteX5" fmla="*/ 121763 h 600884"/>
                  <a:gd name="connsiteY5" fmla="*/ 121763 h 600884"/>
                  <a:gd name="connsiteX6" fmla="*/ 121763 h 600884"/>
                  <a:gd name="connsiteY6" fmla="*/ 121763 h 600884"/>
                  <a:gd name="connsiteX7" fmla="*/ 121763 h 600884"/>
                  <a:gd name="connsiteY7" fmla="*/ 121763 h 600884"/>
                  <a:gd name="connsiteX8" fmla="*/ 121763 h 600884"/>
                  <a:gd name="connsiteY8" fmla="*/ 121763 h 600884"/>
                  <a:gd name="connsiteX9" fmla="*/ 121763 h 600884"/>
                  <a:gd name="connsiteY9" fmla="*/ 121763 h 600884"/>
                  <a:gd name="connsiteX10" fmla="*/ 121763 h 600884"/>
                  <a:gd name="connsiteY10" fmla="*/ 121763 h 600884"/>
                  <a:gd name="connsiteX11" fmla="*/ 121763 h 600884"/>
                  <a:gd name="connsiteY11" fmla="*/ 121763 h 600884"/>
                  <a:gd name="connsiteX12" fmla="*/ 121763 h 600884"/>
                  <a:gd name="connsiteY12" fmla="*/ 121763 h 600884"/>
                  <a:gd name="connsiteX13" fmla="*/ 121763 h 600884"/>
                  <a:gd name="connsiteY13" fmla="*/ 121763 h 600884"/>
                  <a:gd name="connsiteX14" fmla="*/ 121763 h 600884"/>
                  <a:gd name="connsiteY14" fmla="*/ 121763 h 600884"/>
                  <a:gd name="connsiteX15" fmla="*/ 121763 h 600884"/>
                  <a:gd name="connsiteY15" fmla="*/ 121763 h 600884"/>
                  <a:gd name="connsiteX16" fmla="*/ 121763 h 600884"/>
                  <a:gd name="connsiteY16" fmla="*/ 121763 h 600884"/>
                  <a:gd name="connsiteX17" fmla="*/ 121763 h 600884"/>
                  <a:gd name="connsiteY17" fmla="*/ 121763 h 600884"/>
                  <a:gd name="connsiteX18" fmla="*/ 121763 h 600884"/>
                  <a:gd name="connsiteY18" fmla="*/ 121763 h 600884"/>
                  <a:gd name="connsiteX19" fmla="*/ 121763 h 600884"/>
                  <a:gd name="connsiteY19" fmla="*/ 121763 h 600884"/>
                  <a:gd name="connsiteX20" fmla="*/ 121763 h 600884"/>
                  <a:gd name="connsiteY20" fmla="*/ 121763 h 600884"/>
                  <a:gd name="connsiteX21" fmla="*/ 121763 h 600884"/>
                  <a:gd name="connsiteY21" fmla="*/ 121763 h 600884"/>
                  <a:gd name="connsiteX22" fmla="*/ 121763 h 600884"/>
                  <a:gd name="connsiteY22" fmla="*/ 121763 h 600884"/>
                  <a:gd name="connsiteX23" fmla="*/ 121763 h 600884"/>
                  <a:gd name="connsiteY23" fmla="*/ 121763 h 600884"/>
                  <a:gd name="connsiteX24" fmla="*/ 121763 h 600884"/>
                  <a:gd name="connsiteY24" fmla="*/ 121763 h 600884"/>
                  <a:gd name="connsiteX25" fmla="*/ 121763 h 600884"/>
                  <a:gd name="connsiteY25" fmla="*/ 121763 h 600884"/>
                  <a:gd name="connsiteX26" fmla="*/ 121763 h 600884"/>
                  <a:gd name="connsiteY26" fmla="*/ 121763 h 600884"/>
                  <a:gd name="connsiteX27" fmla="*/ 121763 h 600884"/>
                  <a:gd name="connsiteY27" fmla="*/ 121763 h 600884"/>
                  <a:gd name="connsiteX28" fmla="*/ 121763 h 600884"/>
                  <a:gd name="connsiteY28" fmla="*/ 121763 h 600884"/>
                  <a:gd name="connsiteX29" fmla="*/ 121763 h 600884"/>
                  <a:gd name="connsiteY29" fmla="*/ 121763 h 600884"/>
                  <a:gd name="connsiteX30" fmla="*/ 121763 h 600884"/>
                  <a:gd name="connsiteY30" fmla="*/ 121763 h 600884"/>
                  <a:gd name="connsiteX31" fmla="*/ 121763 h 600884"/>
                  <a:gd name="connsiteY31" fmla="*/ 121763 h 600884"/>
                  <a:gd name="connsiteX32" fmla="*/ 121763 h 600884"/>
                  <a:gd name="connsiteY32" fmla="*/ 121763 h 600884"/>
                  <a:gd name="connsiteX33" fmla="*/ 121763 h 600884"/>
                  <a:gd name="connsiteY33" fmla="*/ 121763 h 600884"/>
                  <a:gd name="connsiteX34" fmla="*/ 121763 h 600884"/>
                  <a:gd name="connsiteY34" fmla="*/ 121763 h 600884"/>
                  <a:gd name="connsiteX35" fmla="*/ 121763 h 600884"/>
                  <a:gd name="connsiteY35" fmla="*/ 121763 h 600884"/>
                  <a:gd name="connsiteX36" fmla="*/ 121763 h 600884"/>
                  <a:gd name="connsiteY36" fmla="*/ 121763 h 600884"/>
                  <a:gd name="connsiteX37" fmla="*/ 121763 h 600884"/>
                  <a:gd name="connsiteY37" fmla="*/ 121763 h 600884"/>
                  <a:gd name="connsiteX38" fmla="*/ 121763 h 600884"/>
                  <a:gd name="connsiteY38" fmla="*/ 121763 h 600884"/>
                  <a:gd name="connsiteX39" fmla="*/ 121763 h 600884"/>
                  <a:gd name="connsiteY39" fmla="*/ 121763 h 600884"/>
                  <a:gd name="connsiteX40" fmla="*/ 121763 h 600884"/>
                  <a:gd name="connsiteY40" fmla="*/ 121763 h 600884"/>
                  <a:gd name="connsiteX41" fmla="*/ 121763 h 600884"/>
                  <a:gd name="connsiteY41" fmla="*/ 121763 h 600884"/>
                  <a:gd name="connsiteX42" fmla="*/ 121763 h 600884"/>
                  <a:gd name="connsiteY42" fmla="*/ 121763 h 600884"/>
                  <a:gd name="connsiteX43" fmla="*/ 121763 h 600884"/>
                  <a:gd name="connsiteY43" fmla="*/ 121763 h 600884"/>
                  <a:gd name="connsiteX44" fmla="*/ 121763 h 600884"/>
                  <a:gd name="connsiteY44" fmla="*/ 121763 h 600884"/>
                  <a:gd name="connsiteX45" fmla="*/ 121763 h 600884"/>
                  <a:gd name="connsiteY45" fmla="*/ 121763 h 600884"/>
                  <a:gd name="connsiteX46" fmla="*/ 121763 h 600884"/>
                  <a:gd name="connsiteY46" fmla="*/ 121763 h 600884"/>
                  <a:gd name="connsiteX47" fmla="*/ 121763 h 600884"/>
                  <a:gd name="connsiteY47" fmla="*/ 121763 h 6008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605462" h="530775">
                    <a:moveTo>
                      <a:pt x="272016" y="325451"/>
                    </a:moveTo>
                    <a:lnTo>
                      <a:pt x="392662" y="325451"/>
                    </a:lnTo>
                    <a:cubicBezTo>
                      <a:pt x="397559" y="325451"/>
                      <a:pt x="401566" y="329451"/>
                      <a:pt x="401566" y="334339"/>
                    </a:cubicBezTo>
                    <a:lnTo>
                      <a:pt x="401566" y="521887"/>
                    </a:lnTo>
                    <a:cubicBezTo>
                      <a:pt x="401566" y="526775"/>
                      <a:pt x="397559" y="530775"/>
                      <a:pt x="392662" y="530775"/>
                    </a:cubicBezTo>
                    <a:lnTo>
                      <a:pt x="272016" y="530775"/>
                    </a:lnTo>
                    <a:cubicBezTo>
                      <a:pt x="267119" y="530775"/>
                      <a:pt x="263112" y="526775"/>
                      <a:pt x="263112" y="521887"/>
                    </a:cubicBezTo>
                    <a:lnTo>
                      <a:pt x="263112" y="334339"/>
                    </a:lnTo>
                    <a:cubicBezTo>
                      <a:pt x="263112" y="329451"/>
                      <a:pt x="267119" y="325451"/>
                      <a:pt x="272016" y="325451"/>
                    </a:cubicBezTo>
                    <a:close/>
                    <a:moveTo>
                      <a:pt x="146937" y="244079"/>
                    </a:moveTo>
                    <a:lnTo>
                      <a:pt x="158067" y="244079"/>
                    </a:lnTo>
                    <a:lnTo>
                      <a:pt x="185669" y="254302"/>
                    </a:lnTo>
                    <a:lnTo>
                      <a:pt x="185669" y="521885"/>
                    </a:lnTo>
                    <a:cubicBezTo>
                      <a:pt x="185669" y="526775"/>
                      <a:pt x="181662" y="530775"/>
                      <a:pt x="176765" y="530775"/>
                    </a:cubicBezTo>
                    <a:lnTo>
                      <a:pt x="56119" y="530775"/>
                    </a:lnTo>
                    <a:cubicBezTo>
                      <a:pt x="51222" y="530775"/>
                      <a:pt x="47215" y="526775"/>
                      <a:pt x="47215" y="521885"/>
                    </a:cubicBezTo>
                    <a:lnTo>
                      <a:pt x="47215" y="347645"/>
                    </a:lnTo>
                    <a:close/>
                    <a:moveTo>
                      <a:pt x="546259" y="115627"/>
                    </a:moveTo>
                    <a:lnTo>
                      <a:pt x="568070" y="134295"/>
                    </a:lnTo>
                    <a:cubicBezTo>
                      <a:pt x="573857" y="138740"/>
                      <a:pt x="581425" y="141407"/>
                      <a:pt x="588992" y="141407"/>
                    </a:cubicBezTo>
                    <a:cubicBezTo>
                      <a:pt x="593888" y="141407"/>
                      <a:pt x="599230" y="140518"/>
                      <a:pt x="603681" y="137851"/>
                    </a:cubicBezTo>
                    <a:cubicBezTo>
                      <a:pt x="604127" y="137851"/>
                      <a:pt x="604572" y="137407"/>
                      <a:pt x="605462" y="136962"/>
                    </a:cubicBezTo>
                    <a:lnTo>
                      <a:pt x="605462" y="521885"/>
                    </a:lnTo>
                    <a:cubicBezTo>
                      <a:pt x="605462" y="526775"/>
                      <a:pt x="601456" y="530775"/>
                      <a:pt x="596559" y="530775"/>
                    </a:cubicBezTo>
                    <a:lnTo>
                      <a:pt x="475482" y="530775"/>
                    </a:lnTo>
                    <a:cubicBezTo>
                      <a:pt x="470585" y="530775"/>
                      <a:pt x="466579" y="526775"/>
                      <a:pt x="466579" y="521885"/>
                    </a:cubicBezTo>
                    <a:lnTo>
                      <a:pt x="466579" y="202301"/>
                    </a:lnTo>
                    <a:close/>
                    <a:moveTo>
                      <a:pt x="582759" y="49"/>
                    </a:moveTo>
                    <a:cubicBezTo>
                      <a:pt x="586320" y="-395"/>
                      <a:pt x="589882" y="2272"/>
                      <a:pt x="589882" y="5828"/>
                    </a:cubicBezTo>
                    <a:lnTo>
                      <a:pt x="599230" y="109840"/>
                    </a:lnTo>
                    <a:cubicBezTo>
                      <a:pt x="599675" y="112507"/>
                      <a:pt x="597894" y="115174"/>
                      <a:pt x="595669" y="116063"/>
                    </a:cubicBezTo>
                    <a:cubicBezTo>
                      <a:pt x="593443" y="117396"/>
                      <a:pt x="590327" y="117396"/>
                      <a:pt x="588101" y="115618"/>
                    </a:cubicBezTo>
                    <a:lnTo>
                      <a:pt x="545367" y="79614"/>
                    </a:lnTo>
                    <a:lnTo>
                      <a:pt x="362410" y="279193"/>
                    </a:lnTo>
                    <a:cubicBezTo>
                      <a:pt x="357513" y="284527"/>
                      <a:pt x="349946" y="286305"/>
                      <a:pt x="343268" y="283638"/>
                    </a:cubicBezTo>
                    <a:lnTo>
                      <a:pt x="144286" y="210740"/>
                    </a:lnTo>
                    <a:lnTo>
                      <a:pt x="30773" y="328976"/>
                    </a:lnTo>
                    <a:cubicBezTo>
                      <a:pt x="27212" y="332532"/>
                      <a:pt x="22760" y="334310"/>
                      <a:pt x="17864" y="334310"/>
                    </a:cubicBezTo>
                    <a:cubicBezTo>
                      <a:pt x="13412" y="334310"/>
                      <a:pt x="8961" y="332532"/>
                      <a:pt x="5399" y="329421"/>
                    </a:cubicBezTo>
                    <a:cubicBezTo>
                      <a:pt x="-1723" y="322309"/>
                      <a:pt x="-1723" y="311196"/>
                      <a:pt x="4954" y="304084"/>
                    </a:cubicBezTo>
                    <a:lnTo>
                      <a:pt x="126480" y="177848"/>
                    </a:lnTo>
                    <a:cubicBezTo>
                      <a:pt x="131377" y="172514"/>
                      <a:pt x="138944" y="170736"/>
                      <a:pt x="145622" y="173403"/>
                    </a:cubicBezTo>
                    <a:lnTo>
                      <a:pt x="344159" y="246300"/>
                    </a:lnTo>
                    <a:lnTo>
                      <a:pt x="518212" y="56945"/>
                    </a:lnTo>
                    <a:lnTo>
                      <a:pt x="475033" y="20941"/>
                    </a:lnTo>
                    <a:cubicBezTo>
                      <a:pt x="473697" y="20052"/>
                      <a:pt x="472807" y="18274"/>
                      <a:pt x="472807" y="16496"/>
                    </a:cubicBezTo>
                    <a:cubicBezTo>
                      <a:pt x="472807" y="15607"/>
                      <a:pt x="472807" y="14718"/>
                      <a:pt x="473252" y="13829"/>
                    </a:cubicBezTo>
                    <a:cubicBezTo>
                      <a:pt x="473697" y="11162"/>
                      <a:pt x="476368" y="9384"/>
                      <a:pt x="479039" y="9384"/>
                    </a:cubicBezTo>
                    <a:close/>
                  </a:path>
                </a:pathLst>
              </a:custGeom>
              <a:solidFill>
                <a:srgbClr val="FFFFFF"/>
              </a:solidFill>
              <a:ln w="3175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 fontScale="8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4354"/>
                <a:endParaRPr lang="zh-CN" altLang="en-US" sz="1400" b="1" i="1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16" name="组合 115">
              <a:extLst>
                <a:ext uri="{FF2B5EF4-FFF2-40B4-BE49-F238E27FC236}">
                  <a16:creationId xmlns:a16="http://schemas.microsoft.com/office/drawing/2014/main" id="{CF613CF2-AF1F-035D-3828-86D321FA34EB}"/>
                </a:ext>
              </a:extLst>
            </p:cNvPr>
            <p:cNvGrpSpPr/>
            <p:nvPr/>
          </p:nvGrpSpPr>
          <p:grpSpPr>
            <a:xfrm>
              <a:off x="5475390" y="2677027"/>
              <a:ext cx="6043510" cy="900000"/>
              <a:chOff x="6449087" y="2677027"/>
              <a:chExt cx="6043510" cy="900000"/>
            </a:xfrm>
          </p:grpSpPr>
          <p:sp>
            <p:nvSpPr>
              <p:cNvPr id="128" name="Bullet2">
                <a:extLst>
                  <a:ext uri="{FF2B5EF4-FFF2-40B4-BE49-F238E27FC236}">
                    <a16:creationId xmlns:a16="http://schemas.microsoft.com/office/drawing/2014/main" id="{921D2456-A6A6-43F5-AD86-0A010D24A2F0}"/>
                  </a:ext>
                </a:extLst>
              </p:cNvPr>
              <p:cNvSpPr txBox="1"/>
              <p:nvPr/>
            </p:nvSpPr>
            <p:spPr>
              <a:xfrm>
                <a:off x="7138989" y="2767027"/>
                <a:ext cx="1872000" cy="720000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zh-CN" altLang="en-US" sz="2000" b="1" dirty="0"/>
                  <a:t>供应链问题</a:t>
                </a:r>
                <a:endParaRPr lang="en-US" sz="2000" dirty="0"/>
              </a:p>
            </p:txBody>
          </p:sp>
          <p:sp>
            <p:nvSpPr>
              <p:cNvPr id="129" name="Text2">
                <a:extLst>
                  <a:ext uri="{FF2B5EF4-FFF2-40B4-BE49-F238E27FC236}">
                    <a16:creationId xmlns:a16="http://schemas.microsoft.com/office/drawing/2014/main" id="{F8E07573-A8E5-42F7-B445-E2E8E3B47ABD}"/>
                  </a:ext>
                </a:extLst>
              </p:cNvPr>
              <p:cNvSpPr/>
              <p:nvPr/>
            </p:nvSpPr>
            <p:spPr bwMode="auto">
              <a:xfrm>
                <a:off x="9072597" y="2677027"/>
                <a:ext cx="3420000" cy="900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1400"/>
                  <a:t>为确保演示效果，请将内容调整为简洁明了的表达方式。若需包含较多信息，可适当延展。</a:t>
                </a:r>
                <a:endParaRPr lang="zh-CN" altLang="en-US" sz="1400" dirty="0"/>
              </a:p>
            </p:txBody>
          </p:sp>
          <p:sp>
            <p:nvSpPr>
              <p:cNvPr id="130" name="IconBackground2">
                <a:extLst>
                  <a:ext uri="{FF2B5EF4-FFF2-40B4-BE49-F238E27FC236}">
                    <a16:creationId xmlns:a16="http://schemas.microsoft.com/office/drawing/2014/main" id="{F5F1390A-9AB3-4887-A41B-939EA3E353DC}"/>
                  </a:ext>
                </a:extLst>
              </p:cNvPr>
              <p:cNvSpPr/>
              <p:nvPr/>
            </p:nvSpPr>
            <p:spPr>
              <a:xfrm>
                <a:off x="6449087" y="2794312"/>
                <a:ext cx="665430" cy="665430"/>
              </a:xfrm>
              <a:prstGeom prst="ellipse">
                <a:avLst/>
              </a:prstGeom>
              <a:gradFill flip="none" rotWithShape="0"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60000">
                    <a:schemeClr val="accent1"/>
                  </a:gs>
                </a:gsLst>
                <a:lin ang="2700000" scaled="0"/>
                <a:tileRect/>
              </a:gradFill>
              <a:ln w="57150" cap="rnd">
                <a:noFill/>
                <a:prstDash val="solid"/>
                <a:round/>
              </a:ln>
              <a:effectLst>
                <a:outerShdw blurRad="254000" dist="127000" dir="2700000" algn="ctr" rotWithShape="0">
                  <a:schemeClr val="accent1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3765"/>
                <a:endParaRPr lang="zh-CN" altLang="en-US" sz="2000" b="1">
                  <a:solidFill>
                    <a:srgbClr val="FFFFFF"/>
                  </a:solidFill>
                  <a:latin typeface="+mj-lt"/>
                </a:endParaRPr>
              </a:p>
            </p:txBody>
          </p:sp>
          <p:sp>
            <p:nvSpPr>
              <p:cNvPr id="131" name="Icon2">
                <a:extLst>
                  <a:ext uri="{FF2B5EF4-FFF2-40B4-BE49-F238E27FC236}">
                    <a16:creationId xmlns:a16="http://schemas.microsoft.com/office/drawing/2014/main" id="{B71191EE-D655-46A5-90A8-0AD3CF6B651B}"/>
                  </a:ext>
                </a:extLst>
              </p:cNvPr>
              <p:cNvSpPr/>
              <p:nvPr/>
            </p:nvSpPr>
            <p:spPr>
              <a:xfrm>
                <a:off x="6638929" y="3033218"/>
                <a:ext cx="285746" cy="187618"/>
              </a:xfrm>
              <a:custGeom>
                <a:avLst/>
                <a:gdLst>
                  <a:gd name="connsiteX0" fmla="*/ 469664 w 607630"/>
                  <a:gd name="connsiteY0" fmla="*/ 294993 h 398965"/>
                  <a:gd name="connsiteX1" fmla="*/ 446165 w 607630"/>
                  <a:gd name="connsiteY1" fmla="*/ 325755 h 398965"/>
                  <a:gd name="connsiteX2" fmla="*/ 479188 w 607630"/>
                  <a:gd name="connsiteY2" fmla="*/ 358639 h 398965"/>
                  <a:gd name="connsiteX3" fmla="*/ 505713 w 607630"/>
                  <a:gd name="connsiteY3" fmla="*/ 306291 h 398965"/>
                  <a:gd name="connsiteX4" fmla="*/ 469664 w 607630"/>
                  <a:gd name="connsiteY4" fmla="*/ 294993 h 398965"/>
                  <a:gd name="connsiteX5" fmla="*/ 153685 w 607630"/>
                  <a:gd name="connsiteY5" fmla="*/ 294537 h 398965"/>
                  <a:gd name="connsiteX6" fmla="*/ 112760 w 607630"/>
                  <a:gd name="connsiteY6" fmla="*/ 325738 h 398965"/>
                  <a:gd name="connsiteX7" fmla="*/ 145689 w 607630"/>
                  <a:gd name="connsiteY7" fmla="*/ 358628 h 398965"/>
                  <a:gd name="connsiteX8" fmla="*/ 170342 w 607630"/>
                  <a:gd name="connsiteY8" fmla="*/ 303870 h 398965"/>
                  <a:gd name="connsiteX9" fmla="*/ 153685 w 607630"/>
                  <a:gd name="connsiteY9" fmla="*/ 294537 h 398965"/>
                  <a:gd name="connsiteX10" fmla="*/ 6764 w 607630"/>
                  <a:gd name="connsiteY10" fmla="*/ 233290 h 398965"/>
                  <a:gd name="connsiteX11" fmla="*/ 326799 w 607630"/>
                  <a:gd name="connsiteY11" fmla="*/ 233290 h 398965"/>
                  <a:gd name="connsiteX12" fmla="*/ 333563 w 607630"/>
                  <a:gd name="connsiteY12" fmla="*/ 240046 h 398965"/>
                  <a:gd name="connsiteX13" fmla="*/ 333563 w 607630"/>
                  <a:gd name="connsiteY13" fmla="*/ 339871 h 398965"/>
                  <a:gd name="connsiteX14" fmla="*/ 326799 w 607630"/>
                  <a:gd name="connsiteY14" fmla="*/ 346627 h 398965"/>
                  <a:gd name="connsiteX15" fmla="*/ 216175 w 607630"/>
                  <a:gd name="connsiteY15" fmla="*/ 346627 h 398965"/>
                  <a:gd name="connsiteX16" fmla="*/ 75292 w 607630"/>
                  <a:gd name="connsiteY16" fmla="*/ 346627 h 398965"/>
                  <a:gd name="connsiteX17" fmla="*/ 20292 w 607630"/>
                  <a:gd name="connsiteY17" fmla="*/ 346627 h 398965"/>
                  <a:gd name="connsiteX18" fmla="*/ 0 w 607630"/>
                  <a:gd name="connsiteY18" fmla="*/ 326360 h 398965"/>
                  <a:gd name="connsiteX19" fmla="*/ 0 w 607630"/>
                  <a:gd name="connsiteY19" fmla="*/ 240046 h 398965"/>
                  <a:gd name="connsiteX20" fmla="*/ 6764 w 607630"/>
                  <a:gd name="connsiteY20" fmla="*/ 233290 h 398965"/>
                  <a:gd name="connsiteX21" fmla="*/ 449281 w 607630"/>
                  <a:gd name="connsiteY21" fmla="*/ 93080 h 398965"/>
                  <a:gd name="connsiteX22" fmla="*/ 457469 w 607630"/>
                  <a:gd name="connsiteY22" fmla="*/ 149693 h 398965"/>
                  <a:gd name="connsiteX23" fmla="*/ 494587 w 607630"/>
                  <a:gd name="connsiteY23" fmla="*/ 149693 h 398965"/>
                  <a:gd name="connsiteX24" fmla="*/ 487466 w 607630"/>
                  <a:gd name="connsiteY24" fmla="*/ 100012 h 398965"/>
                  <a:gd name="connsiteX25" fmla="*/ 479455 w 607630"/>
                  <a:gd name="connsiteY25" fmla="*/ 93080 h 398965"/>
                  <a:gd name="connsiteX26" fmla="*/ 380832 w 607630"/>
                  <a:gd name="connsiteY26" fmla="*/ 52642 h 398965"/>
                  <a:gd name="connsiteX27" fmla="*/ 479455 w 607630"/>
                  <a:gd name="connsiteY27" fmla="*/ 52642 h 398965"/>
                  <a:gd name="connsiteX28" fmla="*/ 527609 w 607630"/>
                  <a:gd name="connsiteY28" fmla="*/ 94324 h 398965"/>
                  <a:gd name="connsiteX29" fmla="*/ 535531 w 607630"/>
                  <a:gd name="connsiteY29" fmla="*/ 149693 h 398965"/>
                  <a:gd name="connsiteX30" fmla="*/ 547458 w 607630"/>
                  <a:gd name="connsiteY30" fmla="*/ 149693 h 398965"/>
                  <a:gd name="connsiteX31" fmla="*/ 595880 w 607630"/>
                  <a:gd name="connsiteY31" fmla="*/ 193953 h 398965"/>
                  <a:gd name="connsiteX32" fmla="*/ 607540 w 607630"/>
                  <a:gd name="connsiteY32" fmla="*/ 324155 h 398965"/>
                  <a:gd name="connsiteX33" fmla="*/ 587335 w 607630"/>
                  <a:gd name="connsiteY33" fmla="*/ 346640 h 398965"/>
                  <a:gd name="connsiteX34" fmla="*/ 549595 w 607630"/>
                  <a:gd name="connsiteY34" fmla="*/ 346640 h 398965"/>
                  <a:gd name="connsiteX35" fmla="*/ 408692 w 607630"/>
                  <a:gd name="connsiteY35" fmla="*/ 346640 h 398965"/>
                  <a:gd name="connsiteX36" fmla="*/ 380832 w 607630"/>
                  <a:gd name="connsiteY36" fmla="*/ 346640 h 398965"/>
                  <a:gd name="connsiteX37" fmla="*/ 374067 w 607630"/>
                  <a:gd name="connsiteY37" fmla="*/ 339886 h 398965"/>
                  <a:gd name="connsiteX38" fmla="*/ 374067 w 607630"/>
                  <a:gd name="connsiteY38" fmla="*/ 59396 h 398965"/>
                  <a:gd name="connsiteX39" fmla="*/ 380832 w 607630"/>
                  <a:gd name="connsiteY39" fmla="*/ 52642 h 398965"/>
                  <a:gd name="connsiteX40" fmla="*/ 20292 w 607630"/>
                  <a:gd name="connsiteY40" fmla="*/ 0 h 398965"/>
                  <a:gd name="connsiteX41" fmla="*/ 313272 w 607630"/>
                  <a:gd name="connsiteY41" fmla="*/ 0 h 398965"/>
                  <a:gd name="connsiteX42" fmla="*/ 333563 w 607630"/>
                  <a:gd name="connsiteY42" fmla="*/ 20263 h 398965"/>
                  <a:gd name="connsiteX43" fmla="*/ 333563 w 607630"/>
                  <a:gd name="connsiteY43" fmla="*/ 186101 h 398965"/>
                  <a:gd name="connsiteX44" fmla="*/ 326799 w 607630"/>
                  <a:gd name="connsiteY44" fmla="*/ 192856 h 398965"/>
                  <a:gd name="connsiteX45" fmla="*/ 0 w 607630"/>
                  <a:gd name="connsiteY45" fmla="*/ 192856 h 398965"/>
                  <a:gd name="connsiteX46" fmla="*/ 0 w 607630"/>
                  <a:gd name="connsiteY46" fmla="*/ 20263 h 398965"/>
                  <a:gd name="connsiteX47" fmla="*/ 20292 w 607630"/>
                  <a:gd name="connsiteY47" fmla="*/ 0 h 3989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607630" h="398965">
                    <a:moveTo>
                      <a:pt x="469664" y="294993"/>
                    </a:moveTo>
                    <a:cubicBezTo>
                      <a:pt x="456869" y="298404"/>
                      <a:pt x="446165" y="308824"/>
                      <a:pt x="446165" y="325755"/>
                    </a:cubicBezTo>
                    <a:cubicBezTo>
                      <a:pt x="446165" y="343885"/>
                      <a:pt x="460941" y="358639"/>
                      <a:pt x="479188" y="358639"/>
                    </a:cubicBezTo>
                    <a:cubicBezTo>
                      <a:pt x="506158" y="358639"/>
                      <a:pt x="521557" y="327888"/>
                      <a:pt x="505713" y="306291"/>
                    </a:cubicBezTo>
                    <a:cubicBezTo>
                      <a:pt x="497346" y="295182"/>
                      <a:pt x="482459" y="291583"/>
                      <a:pt x="469664" y="294993"/>
                    </a:cubicBezTo>
                    <a:close/>
                    <a:moveTo>
                      <a:pt x="153685" y="294537"/>
                    </a:moveTo>
                    <a:cubicBezTo>
                      <a:pt x="134937" y="290387"/>
                      <a:pt x="112760" y="301537"/>
                      <a:pt x="112760" y="325738"/>
                    </a:cubicBezTo>
                    <a:cubicBezTo>
                      <a:pt x="112760" y="343872"/>
                      <a:pt x="127534" y="358628"/>
                      <a:pt x="145689" y="358628"/>
                    </a:cubicBezTo>
                    <a:cubicBezTo>
                      <a:pt x="173991" y="358628"/>
                      <a:pt x="189209" y="325115"/>
                      <a:pt x="170342" y="303870"/>
                    </a:cubicBezTo>
                    <a:cubicBezTo>
                      <a:pt x="165803" y="299004"/>
                      <a:pt x="159935" y="295920"/>
                      <a:pt x="153685" y="294537"/>
                    </a:cubicBezTo>
                    <a:close/>
                    <a:moveTo>
                      <a:pt x="6764" y="233290"/>
                    </a:moveTo>
                    <a:lnTo>
                      <a:pt x="326799" y="233290"/>
                    </a:lnTo>
                    <a:cubicBezTo>
                      <a:pt x="330537" y="233290"/>
                      <a:pt x="333563" y="236313"/>
                      <a:pt x="333563" y="240046"/>
                    </a:cubicBezTo>
                    <a:lnTo>
                      <a:pt x="333563" y="339871"/>
                    </a:lnTo>
                    <a:cubicBezTo>
                      <a:pt x="333563" y="343605"/>
                      <a:pt x="330537" y="346627"/>
                      <a:pt x="326799" y="346627"/>
                    </a:cubicBezTo>
                    <a:lnTo>
                      <a:pt x="216175" y="346627"/>
                    </a:lnTo>
                    <a:cubicBezTo>
                      <a:pt x="195350" y="416407"/>
                      <a:pt x="96029" y="416407"/>
                      <a:pt x="75292" y="346627"/>
                    </a:cubicBezTo>
                    <a:lnTo>
                      <a:pt x="20292" y="346627"/>
                    </a:lnTo>
                    <a:cubicBezTo>
                      <a:pt x="9078" y="346627"/>
                      <a:pt x="0" y="337560"/>
                      <a:pt x="0" y="326360"/>
                    </a:cubicBezTo>
                    <a:lnTo>
                      <a:pt x="0" y="240046"/>
                    </a:lnTo>
                    <a:cubicBezTo>
                      <a:pt x="0" y="236313"/>
                      <a:pt x="3026" y="233290"/>
                      <a:pt x="6764" y="233290"/>
                    </a:cubicBezTo>
                    <a:close/>
                    <a:moveTo>
                      <a:pt x="449281" y="93080"/>
                    </a:moveTo>
                    <a:lnTo>
                      <a:pt x="457469" y="149693"/>
                    </a:lnTo>
                    <a:lnTo>
                      <a:pt x="494587" y="149693"/>
                    </a:lnTo>
                    <a:lnTo>
                      <a:pt x="487466" y="100012"/>
                    </a:lnTo>
                    <a:cubicBezTo>
                      <a:pt x="486932" y="96102"/>
                      <a:pt x="483460" y="93080"/>
                      <a:pt x="479455" y="93080"/>
                    </a:cubicBezTo>
                    <a:close/>
                    <a:moveTo>
                      <a:pt x="380832" y="52642"/>
                    </a:moveTo>
                    <a:lnTo>
                      <a:pt x="479455" y="52642"/>
                    </a:lnTo>
                    <a:cubicBezTo>
                      <a:pt x="503488" y="52642"/>
                      <a:pt x="524227" y="70506"/>
                      <a:pt x="527609" y="94324"/>
                    </a:cubicBezTo>
                    <a:lnTo>
                      <a:pt x="535531" y="149693"/>
                    </a:lnTo>
                    <a:lnTo>
                      <a:pt x="547458" y="149693"/>
                    </a:lnTo>
                    <a:cubicBezTo>
                      <a:pt x="572826" y="149693"/>
                      <a:pt x="593655" y="168712"/>
                      <a:pt x="595880" y="193953"/>
                    </a:cubicBezTo>
                    <a:lnTo>
                      <a:pt x="607540" y="324155"/>
                    </a:lnTo>
                    <a:cubicBezTo>
                      <a:pt x="608697" y="337220"/>
                      <a:pt x="598639" y="346640"/>
                      <a:pt x="587335" y="346640"/>
                    </a:cubicBezTo>
                    <a:lnTo>
                      <a:pt x="549595" y="346640"/>
                    </a:lnTo>
                    <a:cubicBezTo>
                      <a:pt x="528855" y="416407"/>
                      <a:pt x="429520" y="416407"/>
                      <a:pt x="408692" y="346640"/>
                    </a:cubicBezTo>
                    <a:lnTo>
                      <a:pt x="380832" y="346640"/>
                    </a:lnTo>
                    <a:cubicBezTo>
                      <a:pt x="377094" y="346640"/>
                      <a:pt x="374067" y="343619"/>
                      <a:pt x="374067" y="339886"/>
                    </a:cubicBezTo>
                    <a:lnTo>
                      <a:pt x="374067" y="59396"/>
                    </a:lnTo>
                    <a:cubicBezTo>
                      <a:pt x="374067" y="55663"/>
                      <a:pt x="377094" y="52642"/>
                      <a:pt x="380832" y="52642"/>
                    </a:cubicBezTo>
                    <a:close/>
                    <a:moveTo>
                      <a:pt x="20292" y="0"/>
                    </a:moveTo>
                    <a:lnTo>
                      <a:pt x="313272" y="0"/>
                    </a:lnTo>
                    <a:cubicBezTo>
                      <a:pt x="324485" y="0"/>
                      <a:pt x="333563" y="9065"/>
                      <a:pt x="333563" y="20263"/>
                    </a:cubicBezTo>
                    <a:lnTo>
                      <a:pt x="333563" y="186101"/>
                    </a:lnTo>
                    <a:cubicBezTo>
                      <a:pt x="333563" y="189834"/>
                      <a:pt x="330537" y="192856"/>
                      <a:pt x="326799" y="192856"/>
                    </a:cubicBezTo>
                    <a:lnTo>
                      <a:pt x="0" y="192856"/>
                    </a:lnTo>
                    <a:lnTo>
                      <a:pt x="0" y="20263"/>
                    </a:lnTo>
                    <a:cubicBezTo>
                      <a:pt x="0" y="9065"/>
                      <a:pt x="9078" y="0"/>
                      <a:pt x="2029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175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 fontScale="92500" lnSpcReduction="1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4354"/>
                <a:endParaRPr lang="zh-CN" altLang="en-US" sz="800" b="1" i="1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17" name="组合 116">
              <a:extLst>
                <a:ext uri="{FF2B5EF4-FFF2-40B4-BE49-F238E27FC236}">
                  <a16:creationId xmlns:a16="http://schemas.microsoft.com/office/drawing/2014/main" id="{D99923C5-F07A-6CC3-F614-099556BB2E03}"/>
                </a:ext>
              </a:extLst>
            </p:cNvPr>
            <p:cNvGrpSpPr/>
            <p:nvPr/>
          </p:nvGrpSpPr>
          <p:grpSpPr>
            <a:xfrm>
              <a:off x="5475390" y="3796767"/>
              <a:ext cx="6043510" cy="900000"/>
              <a:chOff x="6449087" y="3796767"/>
              <a:chExt cx="6043510" cy="900000"/>
            </a:xfrm>
          </p:grpSpPr>
          <p:sp>
            <p:nvSpPr>
              <p:cNvPr id="124" name="Bullet3">
                <a:extLst>
                  <a:ext uri="{FF2B5EF4-FFF2-40B4-BE49-F238E27FC236}">
                    <a16:creationId xmlns:a16="http://schemas.microsoft.com/office/drawing/2014/main" id="{921D2456-A6A6-43F5-AD86-0A010D24A2F0}"/>
                  </a:ext>
                </a:extLst>
              </p:cNvPr>
              <p:cNvSpPr txBox="1"/>
              <p:nvPr/>
            </p:nvSpPr>
            <p:spPr>
              <a:xfrm>
                <a:off x="7138989" y="3886767"/>
                <a:ext cx="1872000" cy="720000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zh-CN" altLang="en-US" sz="2000" b="1" dirty="0"/>
                  <a:t>产品质量问题</a:t>
                </a:r>
                <a:endParaRPr lang="en-US" sz="2000" dirty="0"/>
              </a:p>
            </p:txBody>
          </p:sp>
          <p:sp>
            <p:nvSpPr>
              <p:cNvPr id="125" name="Text3">
                <a:extLst>
                  <a:ext uri="{FF2B5EF4-FFF2-40B4-BE49-F238E27FC236}">
                    <a16:creationId xmlns:a16="http://schemas.microsoft.com/office/drawing/2014/main" id="{F8E07573-A8E5-42F7-B445-E2E8E3B47ABD}"/>
                  </a:ext>
                </a:extLst>
              </p:cNvPr>
              <p:cNvSpPr/>
              <p:nvPr/>
            </p:nvSpPr>
            <p:spPr bwMode="auto">
              <a:xfrm>
                <a:off x="9072597" y="3796767"/>
                <a:ext cx="3420000" cy="900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1400"/>
                  <a:t>为确保演示效果，请将内容调整为简洁明了的表达方式。若需包含较多信息，可适当延展。</a:t>
                </a:r>
                <a:endParaRPr lang="zh-CN" altLang="en-US" sz="1400" dirty="0"/>
              </a:p>
            </p:txBody>
          </p:sp>
          <p:sp>
            <p:nvSpPr>
              <p:cNvPr id="126" name="IconBackground3">
                <a:extLst>
                  <a:ext uri="{FF2B5EF4-FFF2-40B4-BE49-F238E27FC236}">
                    <a16:creationId xmlns:a16="http://schemas.microsoft.com/office/drawing/2014/main" id="{BC6AD54A-228E-4FDF-A37C-C00C1FE7FE36}"/>
                  </a:ext>
                </a:extLst>
              </p:cNvPr>
              <p:cNvSpPr/>
              <p:nvPr/>
            </p:nvSpPr>
            <p:spPr>
              <a:xfrm>
                <a:off x="6449087" y="3914052"/>
                <a:ext cx="665430" cy="665430"/>
              </a:xfrm>
              <a:prstGeom prst="ellipse">
                <a:avLst/>
              </a:prstGeom>
              <a:gradFill flip="none" rotWithShape="0"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60000">
                    <a:schemeClr val="accent1"/>
                  </a:gs>
                </a:gsLst>
                <a:lin ang="2700000" scaled="0"/>
                <a:tileRect/>
              </a:gradFill>
              <a:ln w="57150" cap="rnd">
                <a:noFill/>
                <a:prstDash val="solid"/>
                <a:round/>
              </a:ln>
              <a:effectLst>
                <a:outerShdw blurRad="254000" dist="127000" dir="2700000" algn="ctr" rotWithShape="0">
                  <a:schemeClr val="accent1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3765"/>
                <a:endParaRPr lang="zh-CN" altLang="en-US" sz="2000" b="1">
                  <a:solidFill>
                    <a:srgbClr val="FFFFFF"/>
                  </a:solidFill>
                  <a:latin typeface="+mj-lt"/>
                </a:endParaRPr>
              </a:p>
            </p:txBody>
          </p:sp>
          <p:sp>
            <p:nvSpPr>
              <p:cNvPr id="127" name="Icon3">
                <a:extLst>
                  <a:ext uri="{FF2B5EF4-FFF2-40B4-BE49-F238E27FC236}">
                    <a16:creationId xmlns:a16="http://schemas.microsoft.com/office/drawing/2014/main" id="{A6109700-2D82-4D8C-97CC-DBE66640831F}"/>
                  </a:ext>
                </a:extLst>
              </p:cNvPr>
              <p:cNvSpPr/>
              <p:nvPr/>
            </p:nvSpPr>
            <p:spPr>
              <a:xfrm>
                <a:off x="6643440" y="4103894"/>
                <a:ext cx="276723" cy="285746"/>
              </a:xfrm>
              <a:custGeom>
                <a:avLst/>
                <a:gdLst>
                  <a:gd name="T0" fmla="*/ 4573 w 4573"/>
                  <a:gd name="T1" fmla="*/ 166 h 4729"/>
                  <a:gd name="T2" fmla="*/ 4525 w 4573"/>
                  <a:gd name="T3" fmla="*/ 49 h 4729"/>
                  <a:gd name="T4" fmla="*/ 4409 w 4573"/>
                  <a:gd name="T5" fmla="*/ 0 h 4729"/>
                  <a:gd name="T6" fmla="*/ 3685 w 4573"/>
                  <a:gd name="T7" fmla="*/ 0 h 4729"/>
                  <a:gd name="T8" fmla="*/ 3639 w 4573"/>
                  <a:gd name="T9" fmla="*/ 7 h 4729"/>
                  <a:gd name="T10" fmla="*/ 3499 w 4573"/>
                  <a:gd name="T11" fmla="*/ 7 h 4729"/>
                  <a:gd name="T12" fmla="*/ 3416 w 4573"/>
                  <a:gd name="T13" fmla="*/ 13 h 4729"/>
                  <a:gd name="T14" fmla="*/ 1134 w 4573"/>
                  <a:gd name="T15" fmla="*/ 13 h 4729"/>
                  <a:gd name="T16" fmla="*/ 1052 w 4573"/>
                  <a:gd name="T17" fmla="*/ 7 h 4729"/>
                  <a:gd name="T18" fmla="*/ 935 w 4573"/>
                  <a:gd name="T19" fmla="*/ 7 h 4729"/>
                  <a:gd name="T20" fmla="*/ 889 w 4573"/>
                  <a:gd name="T21" fmla="*/ 0 h 4729"/>
                  <a:gd name="T22" fmla="*/ 165 w 4573"/>
                  <a:gd name="T23" fmla="*/ 0 h 4729"/>
                  <a:gd name="T24" fmla="*/ 48 w 4573"/>
                  <a:gd name="T25" fmla="*/ 49 h 4729"/>
                  <a:gd name="T26" fmla="*/ 1 w 4573"/>
                  <a:gd name="T27" fmla="*/ 166 h 4729"/>
                  <a:gd name="T28" fmla="*/ 728 w 4573"/>
                  <a:gd name="T29" fmla="*/ 1635 h 4729"/>
                  <a:gd name="T30" fmla="*/ 728 w 4573"/>
                  <a:gd name="T31" fmla="*/ 1643 h 4729"/>
                  <a:gd name="T32" fmla="*/ 730 w 4573"/>
                  <a:gd name="T33" fmla="*/ 1661 h 4729"/>
                  <a:gd name="T34" fmla="*/ 2104 w 4573"/>
                  <a:gd name="T35" fmla="*/ 3142 h 4729"/>
                  <a:gd name="T36" fmla="*/ 2104 w 4573"/>
                  <a:gd name="T37" fmla="*/ 4386 h 4729"/>
                  <a:gd name="T38" fmla="*/ 1487 w 4573"/>
                  <a:gd name="T39" fmla="*/ 4386 h 4729"/>
                  <a:gd name="T40" fmla="*/ 1405 w 4573"/>
                  <a:gd name="T41" fmla="*/ 4468 h 4729"/>
                  <a:gd name="T42" fmla="*/ 1405 w 4573"/>
                  <a:gd name="T43" fmla="*/ 4647 h 4729"/>
                  <a:gd name="T44" fmla="*/ 1487 w 4573"/>
                  <a:gd name="T45" fmla="*/ 4729 h 4729"/>
                  <a:gd name="T46" fmla="*/ 3064 w 4573"/>
                  <a:gd name="T47" fmla="*/ 4729 h 4729"/>
                  <a:gd name="T48" fmla="*/ 3146 w 4573"/>
                  <a:gd name="T49" fmla="*/ 4647 h 4729"/>
                  <a:gd name="T50" fmla="*/ 3146 w 4573"/>
                  <a:gd name="T51" fmla="*/ 4468 h 4729"/>
                  <a:gd name="T52" fmla="*/ 3064 w 4573"/>
                  <a:gd name="T53" fmla="*/ 4386 h 4729"/>
                  <a:gd name="T54" fmla="*/ 2447 w 4573"/>
                  <a:gd name="T55" fmla="*/ 4386 h 4729"/>
                  <a:gd name="T56" fmla="*/ 2447 w 4573"/>
                  <a:gd name="T57" fmla="*/ 3142 h 4729"/>
                  <a:gd name="T58" fmla="*/ 3818 w 4573"/>
                  <a:gd name="T59" fmla="*/ 1715 h 4729"/>
                  <a:gd name="T60" fmla="*/ 3832 w 4573"/>
                  <a:gd name="T61" fmla="*/ 1668 h 4729"/>
                  <a:gd name="T62" fmla="*/ 3832 w 4573"/>
                  <a:gd name="T63" fmla="*/ 1638 h 4729"/>
                  <a:gd name="T64" fmla="*/ 4573 w 4573"/>
                  <a:gd name="T65" fmla="*/ 166 h 4729"/>
                  <a:gd name="T66" fmla="*/ 725 w 4573"/>
                  <a:gd name="T67" fmla="*/ 1283 h 4729"/>
                  <a:gd name="T68" fmla="*/ 339 w 4573"/>
                  <a:gd name="T69" fmla="*/ 328 h 4729"/>
                  <a:gd name="T70" fmla="*/ 725 w 4573"/>
                  <a:gd name="T71" fmla="*/ 328 h 4729"/>
                  <a:gd name="T72" fmla="*/ 725 w 4573"/>
                  <a:gd name="T73" fmla="*/ 1283 h 4729"/>
                  <a:gd name="T74" fmla="*/ 3849 w 4573"/>
                  <a:gd name="T75" fmla="*/ 1284 h 4729"/>
                  <a:gd name="T76" fmla="*/ 3849 w 4573"/>
                  <a:gd name="T77" fmla="*/ 328 h 4729"/>
                  <a:gd name="T78" fmla="*/ 4234 w 4573"/>
                  <a:gd name="T79" fmla="*/ 328 h 4729"/>
                  <a:gd name="T80" fmla="*/ 3849 w 4573"/>
                  <a:gd name="T81" fmla="*/ 1284 h 47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4573" h="4729">
                    <a:moveTo>
                      <a:pt x="4573" y="166"/>
                    </a:moveTo>
                    <a:cubicBezTo>
                      <a:pt x="4573" y="122"/>
                      <a:pt x="4556" y="80"/>
                      <a:pt x="4525" y="49"/>
                    </a:cubicBezTo>
                    <a:cubicBezTo>
                      <a:pt x="4495" y="18"/>
                      <a:pt x="4453" y="0"/>
                      <a:pt x="4409" y="0"/>
                    </a:cubicBezTo>
                    <a:lnTo>
                      <a:pt x="3685" y="0"/>
                    </a:lnTo>
                    <a:cubicBezTo>
                      <a:pt x="3669" y="0"/>
                      <a:pt x="3653" y="3"/>
                      <a:pt x="3639" y="7"/>
                    </a:cubicBezTo>
                    <a:lnTo>
                      <a:pt x="3499" y="7"/>
                    </a:lnTo>
                    <a:cubicBezTo>
                      <a:pt x="3473" y="7"/>
                      <a:pt x="3447" y="9"/>
                      <a:pt x="3416" y="13"/>
                    </a:cubicBezTo>
                    <a:lnTo>
                      <a:pt x="1134" y="13"/>
                    </a:lnTo>
                    <a:cubicBezTo>
                      <a:pt x="1104" y="9"/>
                      <a:pt x="1078" y="7"/>
                      <a:pt x="1052" y="7"/>
                    </a:cubicBezTo>
                    <a:lnTo>
                      <a:pt x="935" y="7"/>
                    </a:lnTo>
                    <a:cubicBezTo>
                      <a:pt x="920" y="3"/>
                      <a:pt x="905" y="0"/>
                      <a:pt x="889" y="0"/>
                    </a:cubicBezTo>
                    <a:lnTo>
                      <a:pt x="165" y="0"/>
                    </a:lnTo>
                    <a:cubicBezTo>
                      <a:pt x="121" y="0"/>
                      <a:pt x="79" y="18"/>
                      <a:pt x="48" y="49"/>
                    </a:cubicBezTo>
                    <a:cubicBezTo>
                      <a:pt x="17" y="80"/>
                      <a:pt x="0" y="122"/>
                      <a:pt x="1" y="166"/>
                    </a:cubicBezTo>
                    <a:cubicBezTo>
                      <a:pt x="1" y="222"/>
                      <a:pt x="23" y="1470"/>
                      <a:pt x="728" y="1635"/>
                    </a:cubicBezTo>
                    <a:lnTo>
                      <a:pt x="728" y="1643"/>
                    </a:lnTo>
                    <a:cubicBezTo>
                      <a:pt x="728" y="1649"/>
                      <a:pt x="729" y="1655"/>
                      <a:pt x="730" y="1661"/>
                    </a:cubicBezTo>
                    <a:cubicBezTo>
                      <a:pt x="758" y="2422"/>
                      <a:pt x="1352" y="3057"/>
                      <a:pt x="2104" y="3142"/>
                    </a:cubicBezTo>
                    <a:lnTo>
                      <a:pt x="2104" y="4386"/>
                    </a:lnTo>
                    <a:lnTo>
                      <a:pt x="1487" y="4386"/>
                    </a:lnTo>
                    <a:cubicBezTo>
                      <a:pt x="1442" y="4386"/>
                      <a:pt x="1405" y="4423"/>
                      <a:pt x="1405" y="4468"/>
                    </a:cubicBezTo>
                    <a:lnTo>
                      <a:pt x="1405" y="4647"/>
                    </a:lnTo>
                    <a:cubicBezTo>
                      <a:pt x="1405" y="4693"/>
                      <a:pt x="1442" y="4729"/>
                      <a:pt x="1487" y="4729"/>
                    </a:cubicBezTo>
                    <a:lnTo>
                      <a:pt x="3064" y="4729"/>
                    </a:lnTo>
                    <a:cubicBezTo>
                      <a:pt x="3110" y="4729"/>
                      <a:pt x="3146" y="4693"/>
                      <a:pt x="3146" y="4647"/>
                    </a:cubicBezTo>
                    <a:lnTo>
                      <a:pt x="3146" y="4468"/>
                    </a:lnTo>
                    <a:cubicBezTo>
                      <a:pt x="3146" y="4423"/>
                      <a:pt x="3110" y="4386"/>
                      <a:pt x="3064" y="4386"/>
                    </a:cubicBezTo>
                    <a:lnTo>
                      <a:pt x="2447" y="4386"/>
                    </a:lnTo>
                    <a:lnTo>
                      <a:pt x="2447" y="3142"/>
                    </a:lnTo>
                    <a:cubicBezTo>
                      <a:pt x="3190" y="3060"/>
                      <a:pt x="3765" y="2463"/>
                      <a:pt x="3818" y="1715"/>
                    </a:cubicBezTo>
                    <a:cubicBezTo>
                      <a:pt x="3827" y="1702"/>
                      <a:pt x="3832" y="1685"/>
                      <a:pt x="3832" y="1668"/>
                    </a:cubicBezTo>
                    <a:lnTo>
                      <a:pt x="3832" y="1638"/>
                    </a:lnTo>
                    <a:cubicBezTo>
                      <a:pt x="4550" y="1486"/>
                      <a:pt x="4572" y="223"/>
                      <a:pt x="4573" y="166"/>
                    </a:cubicBezTo>
                    <a:close/>
                    <a:moveTo>
                      <a:pt x="725" y="1283"/>
                    </a:moveTo>
                    <a:cubicBezTo>
                      <a:pt x="450" y="1131"/>
                      <a:pt x="365" y="601"/>
                      <a:pt x="339" y="328"/>
                    </a:cubicBezTo>
                    <a:lnTo>
                      <a:pt x="725" y="328"/>
                    </a:lnTo>
                    <a:lnTo>
                      <a:pt x="725" y="1283"/>
                    </a:lnTo>
                    <a:close/>
                    <a:moveTo>
                      <a:pt x="3849" y="1284"/>
                    </a:moveTo>
                    <a:lnTo>
                      <a:pt x="3849" y="328"/>
                    </a:lnTo>
                    <a:lnTo>
                      <a:pt x="4234" y="328"/>
                    </a:lnTo>
                    <a:cubicBezTo>
                      <a:pt x="4209" y="601"/>
                      <a:pt x="4125" y="1131"/>
                      <a:pt x="3849" y="1284"/>
                    </a:cubicBezTo>
                    <a:close/>
                  </a:path>
                </a:pathLst>
              </a:custGeom>
              <a:solidFill>
                <a:srgbClr val="FFFFFF"/>
              </a:solidFill>
              <a:ln w="3175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 fontScale="925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4354"/>
                <a:endParaRPr lang="zh-CN" altLang="en-US" sz="1600" b="1" i="1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18" name="组合 117">
              <a:extLst>
                <a:ext uri="{FF2B5EF4-FFF2-40B4-BE49-F238E27FC236}">
                  <a16:creationId xmlns:a16="http://schemas.microsoft.com/office/drawing/2014/main" id="{0C384A8B-DC2F-4D03-FB7D-68DD6FB6CD86}"/>
                </a:ext>
              </a:extLst>
            </p:cNvPr>
            <p:cNvGrpSpPr/>
            <p:nvPr/>
          </p:nvGrpSpPr>
          <p:grpSpPr>
            <a:xfrm>
              <a:off x="5475390" y="4918994"/>
              <a:ext cx="6043510" cy="900000"/>
              <a:chOff x="6449087" y="4918994"/>
              <a:chExt cx="6043510" cy="900000"/>
            </a:xfrm>
          </p:grpSpPr>
          <p:sp>
            <p:nvSpPr>
              <p:cNvPr id="120" name="IconBackground4">
                <a:extLst>
                  <a:ext uri="{FF2B5EF4-FFF2-40B4-BE49-F238E27FC236}">
                    <a16:creationId xmlns:a16="http://schemas.microsoft.com/office/drawing/2014/main" id="{E5CE4864-D30B-44B3-9AEA-E3DC2DA7001F}"/>
                  </a:ext>
                </a:extLst>
              </p:cNvPr>
              <p:cNvSpPr/>
              <p:nvPr/>
            </p:nvSpPr>
            <p:spPr>
              <a:xfrm>
                <a:off x="6449087" y="5036279"/>
                <a:ext cx="665430" cy="665430"/>
              </a:xfrm>
              <a:prstGeom prst="ellipse">
                <a:avLst/>
              </a:prstGeom>
              <a:gradFill flip="none" rotWithShape="0"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60000">
                    <a:schemeClr val="accent1"/>
                  </a:gs>
                </a:gsLst>
                <a:lin ang="2700000" scaled="0"/>
                <a:tileRect/>
              </a:gradFill>
              <a:ln w="57150" cap="rnd">
                <a:noFill/>
                <a:prstDash val="solid"/>
                <a:round/>
              </a:ln>
              <a:effectLst>
                <a:outerShdw blurRad="254000" dist="127000" dir="2700000" algn="ctr" rotWithShape="0">
                  <a:schemeClr val="accent1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3765"/>
                <a:endParaRPr lang="zh-CN" altLang="en-US" sz="2000" b="1">
                  <a:solidFill>
                    <a:srgbClr val="FFFFFF"/>
                  </a:solidFill>
                  <a:latin typeface="+mj-lt"/>
                </a:endParaRPr>
              </a:p>
            </p:txBody>
          </p:sp>
          <p:sp>
            <p:nvSpPr>
              <p:cNvPr id="121" name="Icon4">
                <a:extLst>
                  <a:ext uri="{FF2B5EF4-FFF2-40B4-BE49-F238E27FC236}">
                    <a16:creationId xmlns:a16="http://schemas.microsoft.com/office/drawing/2014/main" id="{79E86FFF-8771-4F67-BD00-5F1F6596F65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642205" y="5206994"/>
                <a:ext cx="279194" cy="324000"/>
              </a:xfrm>
              <a:custGeom>
                <a:avLst/>
                <a:gdLst>
                  <a:gd name="connsiteX0" fmla="*/ 386309 w 522819"/>
                  <a:gd name="connsiteY0" fmla="*/ 464180 h 606722"/>
                  <a:gd name="connsiteX1" fmla="*/ 472896 w 522819"/>
                  <a:gd name="connsiteY1" fmla="*/ 464180 h 606722"/>
                  <a:gd name="connsiteX2" fmla="*/ 522819 w 522819"/>
                  <a:gd name="connsiteY2" fmla="*/ 514034 h 606722"/>
                  <a:gd name="connsiteX3" fmla="*/ 522819 w 522819"/>
                  <a:gd name="connsiteY3" fmla="*/ 585572 h 606722"/>
                  <a:gd name="connsiteX4" fmla="*/ 501640 w 522819"/>
                  <a:gd name="connsiteY4" fmla="*/ 606722 h 606722"/>
                  <a:gd name="connsiteX5" fmla="*/ 357565 w 522819"/>
                  <a:gd name="connsiteY5" fmla="*/ 606722 h 606722"/>
                  <a:gd name="connsiteX6" fmla="*/ 336385 w 522819"/>
                  <a:gd name="connsiteY6" fmla="*/ 585572 h 606722"/>
                  <a:gd name="connsiteX7" fmla="*/ 336385 w 522819"/>
                  <a:gd name="connsiteY7" fmla="*/ 514034 h 606722"/>
                  <a:gd name="connsiteX8" fmla="*/ 386309 w 522819"/>
                  <a:gd name="connsiteY8" fmla="*/ 464180 h 606722"/>
                  <a:gd name="connsiteX9" fmla="*/ 428896 w 522819"/>
                  <a:gd name="connsiteY9" fmla="*/ 334410 h 606722"/>
                  <a:gd name="connsiteX10" fmla="*/ 493181 w 522819"/>
                  <a:gd name="connsiteY10" fmla="*/ 398590 h 606722"/>
                  <a:gd name="connsiteX11" fmla="*/ 428896 w 522819"/>
                  <a:gd name="connsiteY11" fmla="*/ 462770 h 606722"/>
                  <a:gd name="connsiteX12" fmla="*/ 364611 w 522819"/>
                  <a:gd name="connsiteY12" fmla="*/ 398590 h 606722"/>
                  <a:gd name="connsiteX13" fmla="*/ 428896 w 522819"/>
                  <a:gd name="connsiteY13" fmla="*/ 334410 h 606722"/>
                  <a:gd name="connsiteX14" fmla="*/ 92931 w 522819"/>
                  <a:gd name="connsiteY14" fmla="*/ 314615 h 606722"/>
                  <a:gd name="connsiteX15" fmla="*/ 117765 w 522819"/>
                  <a:gd name="connsiteY15" fmla="*/ 331413 h 606722"/>
                  <a:gd name="connsiteX16" fmla="*/ 261430 w 522819"/>
                  <a:gd name="connsiteY16" fmla="*/ 449535 h 606722"/>
                  <a:gd name="connsiteX17" fmla="*/ 282614 w 522819"/>
                  <a:gd name="connsiteY17" fmla="*/ 470688 h 606722"/>
                  <a:gd name="connsiteX18" fmla="*/ 261430 w 522819"/>
                  <a:gd name="connsiteY18" fmla="*/ 491841 h 606722"/>
                  <a:gd name="connsiteX19" fmla="*/ 76108 w 522819"/>
                  <a:gd name="connsiteY19" fmla="*/ 339502 h 606722"/>
                  <a:gd name="connsiteX20" fmla="*/ 92931 w 522819"/>
                  <a:gd name="connsiteY20" fmla="*/ 314615 h 606722"/>
                  <a:gd name="connsiteX21" fmla="*/ 49937 w 522819"/>
                  <a:gd name="connsiteY21" fmla="*/ 129840 h 606722"/>
                  <a:gd name="connsiteX22" fmla="*/ 136638 w 522819"/>
                  <a:gd name="connsiteY22" fmla="*/ 129840 h 606722"/>
                  <a:gd name="connsiteX23" fmla="*/ 186575 w 522819"/>
                  <a:gd name="connsiteY23" fmla="*/ 179701 h 606722"/>
                  <a:gd name="connsiteX24" fmla="*/ 186575 w 522819"/>
                  <a:gd name="connsiteY24" fmla="*/ 251159 h 606722"/>
                  <a:gd name="connsiteX25" fmla="*/ 165390 w 522819"/>
                  <a:gd name="connsiteY25" fmla="*/ 272312 h 606722"/>
                  <a:gd name="connsiteX26" fmla="*/ 21185 w 522819"/>
                  <a:gd name="connsiteY26" fmla="*/ 272312 h 606722"/>
                  <a:gd name="connsiteX27" fmla="*/ 0 w 522819"/>
                  <a:gd name="connsiteY27" fmla="*/ 251159 h 606722"/>
                  <a:gd name="connsiteX28" fmla="*/ 0 w 522819"/>
                  <a:gd name="connsiteY28" fmla="*/ 179701 h 606722"/>
                  <a:gd name="connsiteX29" fmla="*/ 49937 w 522819"/>
                  <a:gd name="connsiteY29" fmla="*/ 129840 h 606722"/>
                  <a:gd name="connsiteX30" fmla="*/ 261453 w 522819"/>
                  <a:gd name="connsiteY30" fmla="*/ 114810 h 606722"/>
                  <a:gd name="connsiteX31" fmla="*/ 446713 w 522819"/>
                  <a:gd name="connsiteY31" fmla="*/ 267250 h 606722"/>
                  <a:gd name="connsiteX32" fmla="*/ 429984 w 522819"/>
                  <a:gd name="connsiteY32" fmla="*/ 292049 h 606722"/>
                  <a:gd name="connsiteX33" fmla="*/ 425891 w 522819"/>
                  <a:gd name="connsiteY33" fmla="*/ 292494 h 606722"/>
                  <a:gd name="connsiteX34" fmla="*/ 405158 w 522819"/>
                  <a:gd name="connsiteY34" fmla="*/ 275339 h 606722"/>
                  <a:gd name="connsiteX35" fmla="*/ 261453 w 522819"/>
                  <a:gd name="connsiteY35" fmla="*/ 157209 h 606722"/>
                  <a:gd name="connsiteX36" fmla="*/ 240275 w 522819"/>
                  <a:gd name="connsiteY36" fmla="*/ 135965 h 606722"/>
                  <a:gd name="connsiteX37" fmla="*/ 261453 w 522819"/>
                  <a:gd name="connsiteY37" fmla="*/ 114810 h 606722"/>
                  <a:gd name="connsiteX38" fmla="*/ 94029 w 522819"/>
                  <a:gd name="connsiteY38" fmla="*/ 0 h 606722"/>
                  <a:gd name="connsiteX39" fmla="*/ 158279 w 522819"/>
                  <a:gd name="connsiteY39" fmla="*/ 64215 h 606722"/>
                  <a:gd name="connsiteX40" fmla="*/ 94029 w 522819"/>
                  <a:gd name="connsiteY40" fmla="*/ 128430 h 606722"/>
                  <a:gd name="connsiteX41" fmla="*/ 29779 w 522819"/>
                  <a:gd name="connsiteY41" fmla="*/ 64215 h 606722"/>
                  <a:gd name="connsiteX42" fmla="*/ 94029 w 522819"/>
                  <a:gd name="connsiteY42" fmla="*/ 0 h 6067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</a:cxnLst>
                <a:rect l="l" t="t" r="r" b="b"/>
                <a:pathLst>
                  <a:path w="522819" h="606722">
                    <a:moveTo>
                      <a:pt x="386309" y="464180"/>
                    </a:moveTo>
                    <a:lnTo>
                      <a:pt x="472896" y="464180"/>
                    </a:lnTo>
                    <a:cubicBezTo>
                      <a:pt x="500483" y="464180"/>
                      <a:pt x="522819" y="486575"/>
                      <a:pt x="522819" y="514034"/>
                    </a:cubicBezTo>
                    <a:lnTo>
                      <a:pt x="522819" y="585572"/>
                    </a:lnTo>
                    <a:cubicBezTo>
                      <a:pt x="522819" y="597214"/>
                      <a:pt x="513386" y="606722"/>
                      <a:pt x="501640" y="606722"/>
                    </a:cubicBezTo>
                    <a:lnTo>
                      <a:pt x="357565" y="606722"/>
                    </a:lnTo>
                    <a:cubicBezTo>
                      <a:pt x="345818" y="606722"/>
                      <a:pt x="336385" y="597214"/>
                      <a:pt x="336385" y="585572"/>
                    </a:cubicBezTo>
                    <a:lnTo>
                      <a:pt x="336385" y="514034"/>
                    </a:lnTo>
                    <a:cubicBezTo>
                      <a:pt x="336385" y="486575"/>
                      <a:pt x="358722" y="464180"/>
                      <a:pt x="386309" y="464180"/>
                    </a:cubicBezTo>
                    <a:close/>
                    <a:moveTo>
                      <a:pt x="428896" y="334410"/>
                    </a:moveTo>
                    <a:cubicBezTo>
                      <a:pt x="464400" y="334410"/>
                      <a:pt x="493181" y="363144"/>
                      <a:pt x="493181" y="398590"/>
                    </a:cubicBezTo>
                    <a:cubicBezTo>
                      <a:pt x="493181" y="434036"/>
                      <a:pt x="464400" y="462770"/>
                      <a:pt x="428896" y="462770"/>
                    </a:cubicBezTo>
                    <a:cubicBezTo>
                      <a:pt x="393392" y="462770"/>
                      <a:pt x="364611" y="434036"/>
                      <a:pt x="364611" y="398590"/>
                    </a:cubicBezTo>
                    <a:cubicBezTo>
                      <a:pt x="364611" y="363144"/>
                      <a:pt x="393392" y="334410"/>
                      <a:pt x="428896" y="334410"/>
                    </a:cubicBezTo>
                    <a:close/>
                    <a:moveTo>
                      <a:pt x="92931" y="314615"/>
                    </a:moveTo>
                    <a:cubicBezTo>
                      <a:pt x="104413" y="312393"/>
                      <a:pt x="115540" y="319948"/>
                      <a:pt x="117765" y="331413"/>
                    </a:cubicBezTo>
                    <a:cubicBezTo>
                      <a:pt x="131028" y="399851"/>
                      <a:pt x="191466" y="449535"/>
                      <a:pt x="261430" y="449535"/>
                    </a:cubicBezTo>
                    <a:cubicBezTo>
                      <a:pt x="273179" y="449535"/>
                      <a:pt x="282614" y="459045"/>
                      <a:pt x="282614" y="470688"/>
                    </a:cubicBezTo>
                    <a:cubicBezTo>
                      <a:pt x="282614" y="482420"/>
                      <a:pt x="273179" y="491841"/>
                      <a:pt x="261430" y="491841"/>
                    </a:cubicBezTo>
                    <a:cubicBezTo>
                      <a:pt x="171261" y="491841"/>
                      <a:pt x="93287" y="427759"/>
                      <a:pt x="76108" y="339502"/>
                    </a:cubicBezTo>
                    <a:cubicBezTo>
                      <a:pt x="73882" y="327947"/>
                      <a:pt x="81448" y="316926"/>
                      <a:pt x="92931" y="314615"/>
                    </a:cubicBezTo>
                    <a:close/>
                    <a:moveTo>
                      <a:pt x="49937" y="129840"/>
                    </a:moveTo>
                    <a:lnTo>
                      <a:pt x="136638" y="129840"/>
                    </a:lnTo>
                    <a:cubicBezTo>
                      <a:pt x="164144" y="129840"/>
                      <a:pt x="186575" y="152148"/>
                      <a:pt x="186575" y="179701"/>
                    </a:cubicBezTo>
                    <a:lnTo>
                      <a:pt x="186575" y="251159"/>
                    </a:lnTo>
                    <a:cubicBezTo>
                      <a:pt x="186575" y="262802"/>
                      <a:pt x="177051" y="272312"/>
                      <a:pt x="165390" y="272312"/>
                    </a:cubicBezTo>
                    <a:lnTo>
                      <a:pt x="21185" y="272312"/>
                    </a:lnTo>
                    <a:cubicBezTo>
                      <a:pt x="9524" y="272312"/>
                      <a:pt x="0" y="262802"/>
                      <a:pt x="0" y="251159"/>
                    </a:cubicBezTo>
                    <a:lnTo>
                      <a:pt x="0" y="179701"/>
                    </a:lnTo>
                    <a:cubicBezTo>
                      <a:pt x="0" y="152148"/>
                      <a:pt x="22431" y="129840"/>
                      <a:pt x="49937" y="129840"/>
                    </a:cubicBezTo>
                    <a:close/>
                    <a:moveTo>
                      <a:pt x="261453" y="114810"/>
                    </a:moveTo>
                    <a:cubicBezTo>
                      <a:pt x="351680" y="114810"/>
                      <a:pt x="429628" y="178897"/>
                      <a:pt x="446713" y="267250"/>
                    </a:cubicBezTo>
                    <a:cubicBezTo>
                      <a:pt x="448937" y="278716"/>
                      <a:pt x="441463" y="289827"/>
                      <a:pt x="429984" y="292049"/>
                    </a:cubicBezTo>
                    <a:cubicBezTo>
                      <a:pt x="428649" y="292316"/>
                      <a:pt x="427226" y="292494"/>
                      <a:pt x="425891" y="292494"/>
                    </a:cubicBezTo>
                    <a:cubicBezTo>
                      <a:pt x="416014" y="292494"/>
                      <a:pt x="407116" y="285472"/>
                      <a:pt x="405158" y="275339"/>
                    </a:cubicBezTo>
                    <a:cubicBezTo>
                      <a:pt x="391811" y="206896"/>
                      <a:pt x="331392" y="157209"/>
                      <a:pt x="261453" y="157209"/>
                    </a:cubicBezTo>
                    <a:cubicBezTo>
                      <a:pt x="249796" y="157209"/>
                      <a:pt x="240275" y="147698"/>
                      <a:pt x="240275" y="135965"/>
                    </a:cubicBezTo>
                    <a:cubicBezTo>
                      <a:pt x="240275" y="124321"/>
                      <a:pt x="249796" y="114810"/>
                      <a:pt x="261453" y="114810"/>
                    </a:cubicBezTo>
                    <a:close/>
                    <a:moveTo>
                      <a:pt x="94029" y="0"/>
                    </a:moveTo>
                    <a:cubicBezTo>
                      <a:pt x="129513" y="0"/>
                      <a:pt x="158279" y="28750"/>
                      <a:pt x="158279" y="64215"/>
                    </a:cubicBezTo>
                    <a:cubicBezTo>
                      <a:pt x="158279" y="99680"/>
                      <a:pt x="129513" y="128430"/>
                      <a:pt x="94029" y="128430"/>
                    </a:cubicBezTo>
                    <a:cubicBezTo>
                      <a:pt x="58545" y="128430"/>
                      <a:pt x="29779" y="99680"/>
                      <a:pt x="29779" y="64215"/>
                    </a:cubicBezTo>
                    <a:cubicBezTo>
                      <a:pt x="29779" y="28750"/>
                      <a:pt x="58545" y="0"/>
                      <a:pt x="940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175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 fontScale="925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4354"/>
                <a:endParaRPr lang="zh-CN" altLang="en-US" b="1" i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2" name="Bullet4">
                <a:extLst>
                  <a:ext uri="{FF2B5EF4-FFF2-40B4-BE49-F238E27FC236}">
                    <a16:creationId xmlns:a16="http://schemas.microsoft.com/office/drawing/2014/main" id="{921D2456-A6A6-43F5-AD86-0A010D24A2F0}"/>
                  </a:ext>
                </a:extLst>
              </p:cNvPr>
              <p:cNvSpPr txBox="1"/>
              <p:nvPr/>
            </p:nvSpPr>
            <p:spPr>
              <a:xfrm>
                <a:off x="7138989" y="5008994"/>
                <a:ext cx="1872000" cy="720000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zh-CN" altLang="en-US" sz="2000" b="1" dirty="0"/>
                  <a:t>人员流动</a:t>
                </a:r>
                <a:endParaRPr lang="en-US" sz="2000" dirty="0"/>
              </a:p>
            </p:txBody>
          </p:sp>
          <p:sp>
            <p:nvSpPr>
              <p:cNvPr id="123" name="Text4">
                <a:extLst>
                  <a:ext uri="{FF2B5EF4-FFF2-40B4-BE49-F238E27FC236}">
                    <a16:creationId xmlns:a16="http://schemas.microsoft.com/office/drawing/2014/main" id="{F8E07573-A8E5-42F7-B445-E2E8E3B47ABD}"/>
                  </a:ext>
                </a:extLst>
              </p:cNvPr>
              <p:cNvSpPr/>
              <p:nvPr/>
            </p:nvSpPr>
            <p:spPr bwMode="auto">
              <a:xfrm>
                <a:off x="9072597" y="4918994"/>
                <a:ext cx="3420000" cy="900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1400"/>
                  <a:t>为确保演示效果，请将内容调整为简洁明了的表达方式。若需包含较多信息，可适当延展。</a:t>
                </a:r>
                <a:endParaRPr lang="zh-CN" altLang="en-US" sz="1400" dirty="0"/>
              </a:p>
            </p:txBody>
          </p:sp>
        </p:grpSp>
        <p:sp>
          <p:nvSpPr>
            <p:cNvPr id="119" name="Title">
              <a:extLst>
                <a:ext uri="{FF2B5EF4-FFF2-40B4-BE49-F238E27FC236}">
                  <a16:creationId xmlns:a16="http://schemas.microsoft.com/office/drawing/2014/main" id="{0D39CD39-A7C0-B4F6-0EF2-7703F348F6EF}"/>
                </a:ext>
              </a:extLst>
            </p:cNvPr>
            <p:cNvSpPr txBox="1"/>
            <p:nvPr/>
          </p:nvSpPr>
          <p:spPr>
            <a:xfrm>
              <a:off x="660400" y="2788046"/>
              <a:ext cx="3646905" cy="1800187"/>
            </a:xfrm>
            <a:prstGeom prst="rect">
              <a:avLst/>
            </a:prstGeom>
            <a:noFill/>
          </p:spPr>
          <p:txBody>
            <a:bodyPr vert="horz" wrap="square" rtlCol="0" anchor="ctr" anchorCtr="0">
              <a:norm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800" b="1" dirty="0"/>
                <a:t>问题原因</a:t>
              </a:r>
              <a:r>
                <a:rPr lang="zh-CN" altLang="en-US" sz="2800" b="1"/>
                <a:t>、影响</a:t>
              </a:r>
              <a:endParaRPr lang="en-US" altLang="zh-CN" sz="2800" b="1"/>
            </a:p>
            <a:p>
              <a:r>
                <a:rPr lang="zh-CN" altLang="en-US" sz="2800" b="1"/>
                <a:t>及</a:t>
              </a:r>
              <a:r>
                <a:rPr lang="zh-CN" altLang="en-US" sz="2800" b="1" dirty="0"/>
                <a:t>应对措施</a:t>
              </a:r>
              <a:endParaRPr lang="en-US" sz="1600" dirty="0"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/>
              <a:t>存在问题二</a:t>
            </a:r>
            <a:endParaRPr lang="en-US" dirty="0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52559B36-3D3D-3E31-1DFC-2759D0B2BBF0}"/>
              </a:ext>
            </a:extLst>
          </p:cNvPr>
          <p:cNvGrpSpPr/>
          <p:nvPr/>
        </p:nvGrpSpPr>
        <p:grpSpPr>
          <a:xfrm>
            <a:off x="756652" y="1265195"/>
            <a:ext cx="10762248" cy="4734009"/>
            <a:chOff x="756652" y="1265195"/>
            <a:chExt cx="10762248" cy="4734009"/>
          </a:xfrm>
        </p:grpSpPr>
        <p:sp>
          <p:nvSpPr>
            <p:cNvPr id="13" name="PictureMisc">
              <a:extLst>
                <a:ext uri="{FF2B5EF4-FFF2-40B4-BE49-F238E27FC236}">
                  <a16:creationId xmlns:a16="http://schemas.microsoft.com/office/drawing/2014/main" id="{8D7BB566-FB1F-FA2D-8154-4FC326A3005F}"/>
                </a:ext>
              </a:extLst>
            </p:cNvPr>
            <p:cNvSpPr/>
            <p:nvPr/>
          </p:nvSpPr>
          <p:spPr>
            <a:xfrm>
              <a:off x="756653" y="1265195"/>
              <a:ext cx="6712856" cy="4052763"/>
            </a:xfrm>
            <a:prstGeom prst="roundRect">
              <a:avLst>
                <a:gd name="adj" fmla="val 4426"/>
              </a:avLst>
            </a:prstGeom>
            <a:blipFill>
              <a:blip r:embed="rId2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 t="-3991" b="-6520"/>
              </a:stretch>
            </a:blipFill>
            <a:ln w="38100">
              <a:noFill/>
              <a:round/>
              <a:headEnd/>
              <a:tailE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2000" dirty="0">
                <a:solidFill>
                  <a:schemeClr val="lt1"/>
                </a:solidFill>
              </a:endParaRPr>
            </a:p>
          </p:txBody>
        </p:sp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64F02DE-1A40-95A3-5535-D9A2706B4AC3}"/>
                </a:ext>
              </a:extLst>
            </p:cNvPr>
            <p:cNvSpPr/>
            <p:nvPr/>
          </p:nvSpPr>
          <p:spPr>
            <a:xfrm>
              <a:off x="756652" y="4919204"/>
              <a:ext cx="6712856" cy="1080000"/>
            </a:xfrm>
            <a:prstGeom prst="roundRect">
              <a:avLst/>
            </a:prstGeom>
            <a:gradFill flip="none" rotWithShape="0">
              <a:gsLst>
                <a:gs pos="0">
                  <a:schemeClr val="accent2">
                    <a:lumMod val="60000"/>
                    <a:lumOff val="40000"/>
                  </a:schemeClr>
                </a:gs>
                <a:gs pos="80000">
                  <a:schemeClr val="accent1"/>
                </a:gs>
              </a:gsLst>
              <a:lin ang="2700000" scaled="0"/>
              <a:tileRect/>
            </a:gradFill>
            <a:ln w="57150" cap="rnd">
              <a:noFill/>
              <a:prstDash val="solid"/>
              <a:round/>
            </a:ln>
            <a:effectLst>
              <a:outerShdw blurRad="254000" dist="127000" dir="2700000" algn="ctr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3765"/>
              <a:r>
                <a:rPr lang="zh-CN" altLang="en-US" sz="2800" b="1">
                  <a:solidFill>
                    <a:srgbClr val="FFFFFF"/>
                  </a:solidFill>
                  <a:latin typeface="+mj-lt"/>
                </a:rPr>
                <a:t>问题原因、影响及应对措施</a:t>
              </a:r>
            </a:p>
          </p:txBody>
        </p:sp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CFE1DB30-D6AF-3DCB-5BFF-5A6B6303D37D}"/>
                </a:ext>
              </a:extLst>
            </p:cNvPr>
            <p:cNvGrpSpPr/>
            <p:nvPr/>
          </p:nvGrpSpPr>
          <p:grpSpPr>
            <a:xfrm>
              <a:off x="7094133" y="1265195"/>
              <a:ext cx="4424767" cy="2313969"/>
              <a:chOff x="7190384" y="3655103"/>
              <a:chExt cx="4424767" cy="2313969"/>
            </a:xfrm>
          </p:grpSpPr>
          <p:sp>
            <p:nvSpPr>
              <p:cNvPr id="20" name="IconBackground2">
                <a:extLst>
                  <a:ext uri="{FF2B5EF4-FFF2-40B4-BE49-F238E27FC236}">
                    <a16:creationId xmlns:a16="http://schemas.microsoft.com/office/drawing/2014/main" id="{B04B4D53-B7AC-033A-5A23-CF9CFD90677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190384" y="3679167"/>
                <a:ext cx="720004" cy="720000"/>
              </a:xfrm>
              <a:prstGeom prst="ellipse">
                <a:avLst/>
              </a:prstGeom>
              <a:gradFill flip="none" rotWithShape="0"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80000">
                    <a:schemeClr val="accent1"/>
                  </a:gs>
                </a:gsLst>
                <a:lin ang="2700000" scaled="0"/>
                <a:tileRect/>
              </a:gradFill>
              <a:ln w="57150" cap="rnd">
                <a:noFill/>
                <a:prstDash val="solid"/>
                <a:round/>
              </a:ln>
              <a:effectLst>
                <a:outerShdw blurRad="254000" dist="127000" dir="2700000" algn="ctr" rotWithShape="0">
                  <a:schemeClr val="accent1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3765"/>
                <a:r>
                  <a:rPr lang="en-US" altLang="zh-CN" sz="2400" b="1">
                    <a:solidFill>
                      <a:srgbClr val="FFFFFF"/>
                    </a:solidFill>
                    <a:latin typeface="+mj-lt"/>
                  </a:rPr>
                  <a:t>1</a:t>
                </a:r>
                <a:endParaRPr lang="zh-CN" altLang="en-US" sz="2400" b="1" dirty="0">
                  <a:solidFill>
                    <a:srgbClr val="FFFFFF"/>
                  </a:solidFill>
                  <a:latin typeface="+mj-lt"/>
                </a:endParaRPr>
              </a:p>
            </p:txBody>
          </p:sp>
          <p:sp>
            <p:nvSpPr>
              <p:cNvPr id="22" name="Text2">
                <a:extLst>
                  <a:ext uri="{FF2B5EF4-FFF2-40B4-BE49-F238E27FC236}">
                    <a16:creationId xmlns:a16="http://schemas.microsoft.com/office/drawing/2014/main" id="{A40063EA-15E8-6C4F-06E1-1E9E86F58C71}"/>
                  </a:ext>
                </a:extLst>
              </p:cNvPr>
              <p:cNvSpPr txBox="1"/>
              <p:nvPr/>
            </p:nvSpPr>
            <p:spPr>
              <a:xfrm>
                <a:off x="8075311" y="4169072"/>
                <a:ext cx="3539840" cy="1800000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85750" indent="-28575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1400"/>
                  <a:t>为确保演示效果，请将内容调整为简洁明了的表达方式。</a:t>
                </a:r>
                <a:endParaRPr lang="en-US" altLang="zh-CN" sz="1400"/>
              </a:p>
              <a:p>
                <a:pPr marL="285750" indent="-28575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1400"/>
                  <a:t>若需包含较多信息，可适当延展，但请提炼核心内容，减少冗余，避免对观者造成阅读压力。</a:t>
                </a:r>
              </a:p>
            </p:txBody>
          </p:sp>
          <p:sp>
            <p:nvSpPr>
              <p:cNvPr id="23" name="Bullet2">
                <a:extLst>
                  <a:ext uri="{FF2B5EF4-FFF2-40B4-BE49-F238E27FC236}">
                    <a16:creationId xmlns:a16="http://schemas.microsoft.com/office/drawing/2014/main" id="{198754C2-262E-359C-3D3E-CC40D5F65A8F}"/>
                  </a:ext>
                </a:extLst>
              </p:cNvPr>
              <p:cNvSpPr txBox="1"/>
              <p:nvPr/>
            </p:nvSpPr>
            <p:spPr>
              <a:xfrm>
                <a:off x="8075311" y="3655103"/>
                <a:ext cx="3539840" cy="468000"/>
              </a:xfrm>
              <a:prstGeom prst="rect">
                <a:avLst/>
              </a:prstGeom>
              <a:noFill/>
            </p:spPr>
            <p:txBody>
              <a:bodyPr wrap="square" rtlCol="0" anchor="b" anchorCtr="0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zh-CN" altLang="en-US" sz="2000" b="1"/>
                  <a:t>管理体系不完善</a:t>
                </a:r>
              </a:p>
            </p:txBody>
          </p:sp>
        </p:grpSp>
        <p:grpSp>
          <p:nvGrpSpPr>
            <p:cNvPr id="15" name="组合 14">
              <a:extLst>
                <a:ext uri="{FF2B5EF4-FFF2-40B4-BE49-F238E27FC236}">
                  <a16:creationId xmlns:a16="http://schemas.microsoft.com/office/drawing/2014/main" id="{7E8513CC-D3B8-5001-B753-9FB04D98D281}"/>
                </a:ext>
              </a:extLst>
            </p:cNvPr>
            <p:cNvGrpSpPr/>
            <p:nvPr/>
          </p:nvGrpSpPr>
          <p:grpSpPr>
            <a:xfrm>
              <a:off x="7094133" y="3659778"/>
              <a:ext cx="4424767" cy="2339426"/>
              <a:chOff x="7190384" y="5587312"/>
              <a:chExt cx="4424767" cy="2339426"/>
            </a:xfrm>
          </p:grpSpPr>
          <p:sp>
            <p:nvSpPr>
              <p:cNvPr id="16" name="IconBackground3">
                <a:extLst>
                  <a:ext uri="{FF2B5EF4-FFF2-40B4-BE49-F238E27FC236}">
                    <a16:creationId xmlns:a16="http://schemas.microsoft.com/office/drawing/2014/main" id="{21D8B4B9-B439-4581-9867-084FE98013A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190384" y="5587312"/>
                <a:ext cx="720004" cy="720000"/>
              </a:xfrm>
              <a:prstGeom prst="ellipse">
                <a:avLst/>
              </a:prstGeom>
              <a:gradFill flip="none" rotWithShape="0"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80000">
                    <a:schemeClr val="accent1"/>
                  </a:gs>
                </a:gsLst>
                <a:lin ang="2700000" scaled="0"/>
                <a:tileRect/>
              </a:gradFill>
              <a:ln w="57150" cap="rnd">
                <a:noFill/>
                <a:prstDash val="solid"/>
                <a:round/>
              </a:ln>
              <a:effectLst>
                <a:outerShdw blurRad="254000" dist="127000" dir="2700000" algn="ctr" rotWithShape="0">
                  <a:schemeClr val="accent1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3765"/>
                <a:r>
                  <a:rPr lang="en-US" altLang="zh-CN" sz="2400" b="1">
                    <a:solidFill>
                      <a:srgbClr val="FFFFFF"/>
                    </a:solidFill>
                    <a:latin typeface="+mj-lt"/>
                  </a:rPr>
                  <a:t>2</a:t>
                </a:r>
                <a:endParaRPr lang="zh-CN" altLang="en-US" sz="2400" b="1" dirty="0">
                  <a:solidFill>
                    <a:srgbClr val="FFFFFF"/>
                  </a:solidFill>
                  <a:latin typeface="+mj-lt"/>
                </a:endParaRPr>
              </a:p>
            </p:txBody>
          </p:sp>
          <p:sp>
            <p:nvSpPr>
              <p:cNvPr id="18" name="Text3">
                <a:extLst>
                  <a:ext uri="{FF2B5EF4-FFF2-40B4-BE49-F238E27FC236}">
                    <a16:creationId xmlns:a16="http://schemas.microsoft.com/office/drawing/2014/main" id="{5A0DEE20-5BB7-7409-1079-D3ABA1E15826}"/>
                  </a:ext>
                </a:extLst>
              </p:cNvPr>
              <p:cNvSpPr txBox="1"/>
              <p:nvPr/>
            </p:nvSpPr>
            <p:spPr>
              <a:xfrm>
                <a:off x="8075311" y="6126738"/>
                <a:ext cx="3539840" cy="1800000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85750" indent="-28575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1400"/>
                  <a:t>为确保演示效果，请将内容调整为简洁明了的表达方式。</a:t>
                </a:r>
                <a:endParaRPr lang="en-US" altLang="zh-CN" sz="1400"/>
              </a:p>
              <a:p>
                <a:pPr marL="285750" indent="-28575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1400"/>
                  <a:t>若需包含较多信息，可适当延展，但请提炼核心内容，减少冗余，避免对观者造成阅读压力。</a:t>
                </a:r>
              </a:p>
            </p:txBody>
          </p:sp>
          <p:sp>
            <p:nvSpPr>
              <p:cNvPr id="19" name="Bullet3">
                <a:extLst>
                  <a:ext uri="{FF2B5EF4-FFF2-40B4-BE49-F238E27FC236}">
                    <a16:creationId xmlns:a16="http://schemas.microsoft.com/office/drawing/2014/main" id="{E6E27B07-E0EC-AF34-6C64-D024C3771207}"/>
                  </a:ext>
                </a:extLst>
              </p:cNvPr>
              <p:cNvSpPr txBox="1"/>
              <p:nvPr/>
            </p:nvSpPr>
            <p:spPr>
              <a:xfrm>
                <a:off x="8075311" y="5612769"/>
                <a:ext cx="3539840" cy="468000"/>
              </a:xfrm>
              <a:prstGeom prst="rect">
                <a:avLst/>
              </a:prstGeom>
              <a:noFill/>
            </p:spPr>
            <p:txBody>
              <a:bodyPr wrap="square" rtlCol="0" anchor="b" anchorCtr="0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zh-CN" altLang="en-US" sz="2000" b="1"/>
                  <a:t>市场反应迟钝</a:t>
                </a:r>
              </a:p>
            </p:txBody>
          </p:sp>
        </p:grp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/>
              <a:t>存在问题三</a:t>
            </a:r>
            <a:endParaRPr lang="en-US" dirty="0"/>
          </a:p>
        </p:txBody>
      </p:sp>
      <p:grpSp>
        <p:nvGrpSpPr>
          <p:cNvPr id="95" name="组合 94">
            <a:extLst>
              <a:ext uri="{FF2B5EF4-FFF2-40B4-BE49-F238E27FC236}">
                <a16:creationId xmlns:a16="http://schemas.microsoft.com/office/drawing/2014/main" id="{AE8E608E-6B04-B921-A5D2-98BF682C8657}"/>
              </a:ext>
            </a:extLst>
          </p:cNvPr>
          <p:cNvGrpSpPr/>
          <p:nvPr/>
        </p:nvGrpSpPr>
        <p:grpSpPr>
          <a:xfrm>
            <a:off x="0" y="1419562"/>
            <a:ext cx="12192000" cy="5438438"/>
            <a:chOff x="0" y="1419562"/>
            <a:chExt cx="12192000" cy="5438438"/>
          </a:xfrm>
        </p:grpSpPr>
        <p:sp>
          <p:nvSpPr>
            <p:cNvPr id="55" name="任意多边形: 形状 54">
              <a:extLst>
                <a:ext uri="{FF2B5EF4-FFF2-40B4-BE49-F238E27FC236}">
                  <a16:creationId xmlns:a16="http://schemas.microsoft.com/office/drawing/2014/main" id="{83DFB282-C3F0-05BD-774E-58CDF416A9B3}"/>
                </a:ext>
              </a:extLst>
            </p:cNvPr>
            <p:cNvSpPr>
              <a:spLocks noChangeAspect="1"/>
            </p:cNvSpPr>
            <p:nvPr/>
          </p:nvSpPr>
          <p:spPr>
            <a:xfrm rot="2249525">
              <a:off x="3122472" y="3282593"/>
              <a:ext cx="432000" cy="185500"/>
            </a:xfrm>
            <a:custGeom>
              <a:avLst/>
              <a:gdLst>
                <a:gd name="connsiteX0" fmla="*/ 182340 w 406068"/>
                <a:gd name="connsiteY0" fmla="*/ 72783 h 174366"/>
                <a:gd name="connsiteX1" fmla="*/ 192522 w 406068"/>
                <a:gd name="connsiteY1" fmla="*/ 77001 h 174366"/>
                <a:gd name="connsiteX2" fmla="*/ 192690 w 406068"/>
                <a:gd name="connsiteY2" fmla="*/ 77406 h 174366"/>
                <a:gd name="connsiteX3" fmla="*/ 194665 w 406068"/>
                <a:gd name="connsiteY3" fmla="*/ 78219 h 174366"/>
                <a:gd name="connsiteX4" fmla="*/ 198310 w 406068"/>
                <a:gd name="connsiteY4" fmla="*/ 87056 h 174366"/>
                <a:gd name="connsiteX5" fmla="*/ 194654 w 406068"/>
                <a:gd name="connsiteY5" fmla="*/ 95871 h 174366"/>
                <a:gd name="connsiteX6" fmla="*/ 192828 w 406068"/>
                <a:gd name="connsiteY6" fmla="*/ 96628 h 174366"/>
                <a:gd name="connsiteX7" fmla="*/ 192522 w 406068"/>
                <a:gd name="connsiteY7" fmla="*/ 97366 h 174366"/>
                <a:gd name="connsiteX8" fmla="*/ 182340 w 406068"/>
                <a:gd name="connsiteY8" fmla="*/ 101583 h 174366"/>
                <a:gd name="connsiteX9" fmla="*/ 167940 w 406068"/>
                <a:gd name="connsiteY9" fmla="*/ 87183 h 174366"/>
                <a:gd name="connsiteX10" fmla="*/ 182340 w 406068"/>
                <a:gd name="connsiteY10" fmla="*/ 72783 h 174366"/>
                <a:gd name="connsiteX11" fmla="*/ 126360 w 406068"/>
                <a:gd name="connsiteY11" fmla="*/ 72783 h 174366"/>
                <a:gd name="connsiteX12" fmla="*/ 140760 w 406068"/>
                <a:gd name="connsiteY12" fmla="*/ 87183 h 174366"/>
                <a:gd name="connsiteX13" fmla="*/ 126360 w 406068"/>
                <a:gd name="connsiteY13" fmla="*/ 101583 h 174366"/>
                <a:gd name="connsiteX14" fmla="*/ 111960 w 406068"/>
                <a:gd name="connsiteY14" fmla="*/ 87183 h 174366"/>
                <a:gd name="connsiteX15" fmla="*/ 126360 w 406068"/>
                <a:gd name="connsiteY15" fmla="*/ 72783 h 174366"/>
                <a:gd name="connsiteX16" fmla="*/ 70380 w 406068"/>
                <a:gd name="connsiteY16" fmla="*/ 72783 h 174366"/>
                <a:gd name="connsiteX17" fmla="*/ 84780 w 406068"/>
                <a:gd name="connsiteY17" fmla="*/ 87183 h 174366"/>
                <a:gd name="connsiteX18" fmla="*/ 70380 w 406068"/>
                <a:gd name="connsiteY18" fmla="*/ 101583 h 174366"/>
                <a:gd name="connsiteX19" fmla="*/ 55980 w 406068"/>
                <a:gd name="connsiteY19" fmla="*/ 87183 h 174366"/>
                <a:gd name="connsiteX20" fmla="*/ 70380 w 406068"/>
                <a:gd name="connsiteY20" fmla="*/ 72783 h 174366"/>
                <a:gd name="connsiteX21" fmla="*/ 14400 w 406068"/>
                <a:gd name="connsiteY21" fmla="*/ 72783 h 174366"/>
                <a:gd name="connsiteX22" fmla="*/ 28800 w 406068"/>
                <a:gd name="connsiteY22" fmla="*/ 87183 h 174366"/>
                <a:gd name="connsiteX23" fmla="*/ 14400 w 406068"/>
                <a:gd name="connsiteY23" fmla="*/ 101583 h 174366"/>
                <a:gd name="connsiteX24" fmla="*/ 0 w 406068"/>
                <a:gd name="connsiteY24" fmla="*/ 87183 h 174366"/>
                <a:gd name="connsiteX25" fmla="*/ 14400 w 406068"/>
                <a:gd name="connsiteY25" fmla="*/ 72783 h 174366"/>
                <a:gd name="connsiteX26" fmla="*/ 310159 w 406068"/>
                <a:gd name="connsiteY26" fmla="*/ 3588 h 174366"/>
                <a:gd name="connsiteX27" fmla="*/ 327564 w 406068"/>
                <a:gd name="connsiteY27" fmla="*/ 3588 h 174366"/>
                <a:gd name="connsiteX28" fmla="*/ 401343 w 406068"/>
                <a:gd name="connsiteY28" fmla="*/ 77366 h 174366"/>
                <a:gd name="connsiteX29" fmla="*/ 405081 w 406068"/>
                <a:gd name="connsiteY29" fmla="*/ 82420 h 174366"/>
                <a:gd name="connsiteX30" fmla="*/ 405141 w 406068"/>
                <a:gd name="connsiteY30" fmla="*/ 82749 h 174366"/>
                <a:gd name="connsiteX31" fmla="*/ 405919 w 406068"/>
                <a:gd name="connsiteY31" fmla="*/ 86577 h 174366"/>
                <a:gd name="connsiteX32" fmla="*/ 406068 w 406068"/>
                <a:gd name="connsiteY32" fmla="*/ 87146 h 174366"/>
                <a:gd name="connsiteX33" fmla="*/ 405829 w 406068"/>
                <a:gd name="connsiteY33" fmla="*/ 88162 h 174366"/>
                <a:gd name="connsiteX34" fmla="*/ 405320 w 406068"/>
                <a:gd name="connsiteY34" fmla="*/ 90495 h 174366"/>
                <a:gd name="connsiteX35" fmla="*/ 404274 w 406068"/>
                <a:gd name="connsiteY35" fmla="*/ 93097 h 174366"/>
                <a:gd name="connsiteX36" fmla="*/ 403287 w 406068"/>
                <a:gd name="connsiteY36" fmla="*/ 94562 h 174366"/>
                <a:gd name="connsiteX37" fmla="*/ 402360 w 406068"/>
                <a:gd name="connsiteY37" fmla="*/ 95908 h 174366"/>
                <a:gd name="connsiteX38" fmla="*/ 327564 w 406068"/>
                <a:gd name="connsiteY38" fmla="*/ 170733 h 174366"/>
                <a:gd name="connsiteX39" fmla="*/ 310159 w 406068"/>
                <a:gd name="connsiteY39" fmla="*/ 170733 h 174366"/>
                <a:gd name="connsiteX40" fmla="*/ 310159 w 406068"/>
                <a:gd name="connsiteY40" fmla="*/ 153267 h 174366"/>
                <a:gd name="connsiteX41" fmla="*/ 363960 w 406068"/>
                <a:gd name="connsiteY41" fmla="*/ 99437 h 174366"/>
                <a:gd name="connsiteX42" fmla="*/ 243976 w 406068"/>
                <a:gd name="connsiteY42" fmla="*/ 99437 h 174366"/>
                <a:gd name="connsiteX43" fmla="*/ 231446 w 406068"/>
                <a:gd name="connsiteY43" fmla="*/ 86966 h 174366"/>
                <a:gd name="connsiteX44" fmla="*/ 243976 w 406068"/>
                <a:gd name="connsiteY44" fmla="*/ 74496 h 174366"/>
                <a:gd name="connsiteX45" fmla="*/ 363571 w 406068"/>
                <a:gd name="connsiteY45" fmla="*/ 74496 h 174366"/>
                <a:gd name="connsiteX46" fmla="*/ 310159 w 406068"/>
                <a:gd name="connsiteY46" fmla="*/ 21023 h 174366"/>
                <a:gd name="connsiteX47" fmla="*/ 310159 w 406068"/>
                <a:gd name="connsiteY47" fmla="*/ 3588 h 1743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406068" h="174366">
                  <a:moveTo>
                    <a:pt x="182340" y="72783"/>
                  </a:moveTo>
                  <a:cubicBezTo>
                    <a:pt x="186317" y="72783"/>
                    <a:pt x="189917" y="74395"/>
                    <a:pt x="192522" y="77001"/>
                  </a:cubicBezTo>
                  <a:lnTo>
                    <a:pt x="192690" y="77406"/>
                  </a:lnTo>
                  <a:lnTo>
                    <a:pt x="194665" y="78219"/>
                  </a:lnTo>
                  <a:cubicBezTo>
                    <a:pt x="196919" y="80477"/>
                    <a:pt x="198310" y="83602"/>
                    <a:pt x="198310" y="87056"/>
                  </a:cubicBezTo>
                  <a:cubicBezTo>
                    <a:pt x="198310" y="90495"/>
                    <a:pt x="196912" y="93613"/>
                    <a:pt x="194654" y="95871"/>
                  </a:cubicBezTo>
                  <a:lnTo>
                    <a:pt x="192828" y="96628"/>
                  </a:lnTo>
                  <a:lnTo>
                    <a:pt x="192522" y="97366"/>
                  </a:lnTo>
                  <a:cubicBezTo>
                    <a:pt x="189917" y="99971"/>
                    <a:pt x="186317" y="101583"/>
                    <a:pt x="182340" y="101583"/>
                  </a:cubicBezTo>
                  <a:cubicBezTo>
                    <a:pt x="174387" y="101583"/>
                    <a:pt x="167940" y="95136"/>
                    <a:pt x="167940" y="87183"/>
                  </a:cubicBezTo>
                  <a:cubicBezTo>
                    <a:pt x="167940" y="79230"/>
                    <a:pt x="174387" y="72783"/>
                    <a:pt x="182340" y="72783"/>
                  </a:cubicBezTo>
                  <a:close/>
                  <a:moveTo>
                    <a:pt x="126360" y="72783"/>
                  </a:moveTo>
                  <a:cubicBezTo>
                    <a:pt x="134313" y="72783"/>
                    <a:pt x="140760" y="79230"/>
                    <a:pt x="140760" y="87183"/>
                  </a:cubicBezTo>
                  <a:cubicBezTo>
                    <a:pt x="140760" y="95136"/>
                    <a:pt x="134313" y="101583"/>
                    <a:pt x="126360" y="101583"/>
                  </a:cubicBezTo>
                  <a:cubicBezTo>
                    <a:pt x="118407" y="101583"/>
                    <a:pt x="111960" y="95136"/>
                    <a:pt x="111960" y="87183"/>
                  </a:cubicBezTo>
                  <a:cubicBezTo>
                    <a:pt x="111960" y="79230"/>
                    <a:pt x="118407" y="72783"/>
                    <a:pt x="126360" y="72783"/>
                  </a:cubicBezTo>
                  <a:close/>
                  <a:moveTo>
                    <a:pt x="70380" y="72783"/>
                  </a:moveTo>
                  <a:cubicBezTo>
                    <a:pt x="78333" y="72783"/>
                    <a:pt x="84780" y="79230"/>
                    <a:pt x="84780" y="87183"/>
                  </a:cubicBezTo>
                  <a:cubicBezTo>
                    <a:pt x="84780" y="95136"/>
                    <a:pt x="78333" y="101583"/>
                    <a:pt x="70380" y="101583"/>
                  </a:cubicBezTo>
                  <a:cubicBezTo>
                    <a:pt x="62427" y="101583"/>
                    <a:pt x="55980" y="95136"/>
                    <a:pt x="55980" y="87183"/>
                  </a:cubicBezTo>
                  <a:cubicBezTo>
                    <a:pt x="55980" y="79230"/>
                    <a:pt x="62427" y="72783"/>
                    <a:pt x="70380" y="72783"/>
                  </a:cubicBezTo>
                  <a:close/>
                  <a:moveTo>
                    <a:pt x="14400" y="72783"/>
                  </a:moveTo>
                  <a:cubicBezTo>
                    <a:pt x="22353" y="72783"/>
                    <a:pt x="28800" y="79230"/>
                    <a:pt x="28800" y="87183"/>
                  </a:cubicBezTo>
                  <a:cubicBezTo>
                    <a:pt x="28800" y="95136"/>
                    <a:pt x="22353" y="101583"/>
                    <a:pt x="14400" y="101583"/>
                  </a:cubicBezTo>
                  <a:cubicBezTo>
                    <a:pt x="6447" y="101583"/>
                    <a:pt x="0" y="95136"/>
                    <a:pt x="0" y="87183"/>
                  </a:cubicBezTo>
                  <a:cubicBezTo>
                    <a:pt x="0" y="79230"/>
                    <a:pt x="6447" y="72783"/>
                    <a:pt x="14400" y="72783"/>
                  </a:cubicBezTo>
                  <a:close/>
                  <a:moveTo>
                    <a:pt x="310159" y="3588"/>
                  </a:moveTo>
                  <a:cubicBezTo>
                    <a:pt x="314914" y="-1196"/>
                    <a:pt x="322750" y="-1196"/>
                    <a:pt x="327564" y="3588"/>
                  </a:cubicBezTo>
                  <a:lnTo>
                    <a:pt x="401343" y="77366"/>
                  </a:lnTo>
                  <a:cubicBezTo>
                    <a:pt x="403018" y="78682"/>
                    <a:pt x="404334" y="80387"/>
                    <a:pt x="405081" y="82420"/>
                  </a:cubicBezTo>
                  <a:cubicBezTo>
                    <a:pt x="405111" y="82570"/>
                    <a:pt x="405141" y="82660"/>
                    <a:pt x="405141" y="82749"/>
                  </a:cubicBezTo>
                  <a:cubicBezTo>
                    <a:pt x="405679" y="83946"/>
                    <a:pt x="405859" y="85261"/>
                    <a:pt x="405919" y="86577"/>
                  </a:cubicBezTo>
                  <a:cubicBezTo>
                    <a:pt x="405919" y="86757"/>
                    <a:pt x="406068" y="86966"/>
                    <a:pt x="406068" y="87146"/>
                  </a:cubicBezTo>
                  <a:cubicBezTo>
                    <a:pt x="406068" y="87505"/>
                    <a:pt x="405829" y="87804"/>
                    <a:pt x="405829" y="88162"/>
                  </a:cubicBezTo>
                  <a:cubicBezTo>
                    <a:pt x="405769" y="88940"/>
                    <a:pt x="405590" y="89718"/>
                    <a:pt x="405320" y="90495"/>
                  </a:cubicBezTo>
                  <a:cubicBezTo>
                    <a:pt x="405081" y="91422"/>
                    <a:pt x="404693" y="92260"/>
                    <a:pt x="404274" y="93097"/>
                  </a:cubicBezTo>
                  <a:cubicBezTo>
                    <a:pt x="404005" y="93605"/>
                    <a:pt x="403646" y="94084"/>
                    <a:pt x="403287" y="94562"/>
                  </a:cubicBezTo>
                  <a:cubicBezTo>
                    <a:pt x="402958" y="94981"/>
                    <a:pt x="402808" y="95519"/>
                    <a:pt x="402360" y="95908"/>
                  </a:cubicBezTo>
                  <a:lnTo>
                    <a:pt x="327564" y="170733"/>
                  </a:lnTo>
                  <a:cubicBezTo>
                    <a:pt x="322750" y="175577"/>
                    <a:pt x="314914" y="175577"/>
                    <a:pt x="310159" y="170733"/>
                  </a:cubicBezTo>
                  <a:cubicBezTo>
                    <a:pt x="305344" y="165948"/>
                    <a:pt x="305344" y="158112"/>
                    <a:pt x="310159" y="153267"/>
                  </a:cubicBezTo>
                  <a:lnTo>
                    <a:pt x="363960" y="99437"/>
                  </a:lnTo>
                  <a:lnTo>
                    <a:pt x="243976" y="99437"/>
                  </a:lnTo>
                  <a:cubicBezTo>
                    <a:pt x="237098" y="99437"/>
                    <a:pt x="231446" y="93844"/>
                    <a:pt x="231446" y="86966"/>
                  </a:cubicBezTo>
                  <a:cubicBezTo>
                    <a:pt x="231446" y="80088"/>
                    <a:pt x="237068" y="74496"/>
                    <a:pt x="243976" y="74496"/>
                  </a:cubicBezTo>
                  <a:lnTo>
                    <a:pt x="363571" y="74496"/>
                  </a:lnTo>
                  <a:lnTo>
                    <a:pt x="310159" y="21023"/>
                  </a:lnTo>
                  <a:cubicBezTo>
                    <a:pt x="305344" y="16268"/>
                    <a:pt x="305344" y="8403"/>
                    <a:pt x="310159" y="358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200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56" name="任意多边形: 形状 55">
              <a:extLst>
                <a:ext uri="{FF2B5EF4-FFF2-40B4-BE49-F238E27FC236}">
                  <a16:creationId xmlns:a16="http://schemas.microsoft.com/office/drawing/2014/main" id="{38C23941-C4C9-642C-1531-C4E6109DC169}"/>
                </a:ext>
              </a:extLst>
            </p:cNvPr>
            <p:cNvSpPr>
              <a:spLocks noChangeAspect="1"/>
            </p:cNvSpPr>
            <p:nvPr/>
          </p:nvSpPr>
          <p:spPr>
            <a:xfrm rot="18967064">
              <a:off x="5857326" y="3119609"/>
              <a:ext cx="432000" cy="185500"/>
            </a:xfrm>
            <a:custGeom>
              <a:avLst/>
              <a:gdLst>
                <a:gd name="connsiteX0" fmla="*/ 182340 w 406068"/>
                <a:gd name="connsiteY0" fmla="*/ 72783 h 174366"/>
                <a:gd name="connsiteX1" fmla="*/ 192522 w 406068"/>
                <a:gd name="connsiteY1" fmla="*/ 77001 h 174366"/>
                <a:gd name="connsiteX2" fmla="*/ 192690 w 406068"/>
                <a:gd name="connsiteY2" fmla="*/ 77406 h 174366"/>
                <a:gd name="connsiteX3" fmla="*/ 194665 w 406068"/>
                <a:gd name="connsiteY3" fmla="*/ 78219 h 174366"/>
                <a:gd name="connsiteX4" fmla="*/ 198310 w 406068"/>
                <a:gd name="connsiteY4" fmla="*/ 87056 h 174366"/>
                <a:gd name="connsiteX5" fmla="*/ 194654 w 406068"/>
                <a:gd name="connsiteY5" fmla="*/ 95871 h 174366"/>
                <a:gd name="connsiteX6" fmla="*/ 192828 w 406068"/>
                <a:gd name="connsiteY6" fmla="*/ 96628 h 174366"/>
                <a:gd name="connsiteX7" fmla="*/ 192522 w 406068"/>
                <a:gd name="connsiteY7" fmla="*/ 97366 h 174366"/>
                <a:gd name="connsiteX8" fmla="*/ 182340 w 406068"/>
                <a:gd name="connsiteY8" fmla="*/ 101583 h 174366"/>
                <a:gd name="connsiteX9" fmla="*/ 167940 w 406068"/>
                <a:gd name="connsiteY9" fmla="*/ 87183 h 174366"/>
                <a:gd name="connsiteX10" fmla="*/ 182340 w 406068"/>
                <a:gd name="connsiteY10" fmla="*/ 72783 h 174366"/>
                <a:gd name="connsiteX11" fmla="*/ 126360 w 406068"/>
                <a:gd name="connsiteY11" fmla="*/ 72783 h 174366"/>
                <a:gd name="connsiteX12" fmla="*/ 140760 w 406068"/>
                <a:gd name="connsiteY12" fmla="*/ 87183 h 174366"/>
                <a:gd name="connsiteX13" fmla="*/ 126360 w 406068"/>
                <a:gd name="connsiteY13" fmla="*/ 101583 h 174366"/>
                <a:gd name="connsiteX14" fmla="*/ 111960 w 406068"/>
                <a:gd name="connsiteY14" fmla="*/ 87183 h 174366"/>
                <a:gd name="connsiteX15" fmla="*/ 126360 w 406068"/>
                <a:gd name="connsiteY15" fmla="*/ 72783 h 174366"/>
                <a:gd name="connsiteX16" fmla="*/ 70380 w 406068"/>
                <a:gd name="connsiteY16" fmla="*/ 72783 h 174366"/>
                <a:gd name="connsiteX17" fmla="*/ 84780 w 406068"/>
                <a:gd name="connsiteY17" fmla="*/ 87183 h 174366"/>
                <a:gd name="connsiteX18" fmla="*/ 70380 w 406068"/>
                <a:gd name="connsiteY18" fmla="*/ 101583 h 174366"/>
                <a:gd name="connsiteX19" fmla="*/ 55980 w 406068"/>
                <a:gd name="connsiteY19" fmla="*/ 87183 h 174366"/>
                <a:gd name="connsiteX20" fmla="*/ 70380 w 406068"/>
                <a:gd name="connsiteY20" fmla="*/ 72783 h 174366"/>
                <a:gd name="connsiteX21" fmla="*/ 14400 w 406068"/>
                <a:gd name="connsiteY21" fmla="*/ 72783 h 174366"/>
                <a:gd name="connsiteX22" fmla="*/ 28800 w 406068"/>
                <a:gd name="connsiteY22" fmla="*/ 87183 h 174366"/>
                <a:gd name="connsiteX23" fmla="*/ 14400 w 406068"/>
                <a:gd name="connsiteY23" fmla="*/ 101583 h 174366"/>
                <a:gd name="connsiteX24" fmla="*/ 0 w 406068"/>
                <a:gd name="connsiteY24" fmla="*/ 87183 h 174366"/>
                <a:gd name="connsiteX25" fmla="*/ 14400 w 406068"/>
                <a:gd name="connsiteY25" fmla="*/ 72783 h 174366"/>
                <a:gd name="connsiteX26" fmla="*/ 310159 w 406068"/>
                <a:gd name="connsiteY26" fmla="*/ 3588 h 174366"/>
                <a:gd name="connsiteX27" fmla="*/ 327564 w 406068"/>
                <a:gd name="connsiteY27" fmla="*/ 3588 h 174366"/>
                <a:gd name="connsiteX28" fmla="*/ 401343 w 406068"/>
                <a:gd name="connsiteY28" fmla="*/ 77366 h 174366"/>
                <a:gd name="connsiteX29" fmla="*/ 405081 w 406068"/>
                <a:gd name="connsiteY29" fmla="*/ 82420 h 174366"/>
                <a:gd name="connsiteX30" fmla="*/ 405141 w 406068"/>
                <a:gd name="connsiteY30" fmla="*/ 82749 h 174366"/>
                <a:gd name="connsiteX31" fmla="*/ 405919 w 406068"/>
                <a:gd name="connsiteY31" fmla="*/ 86577 h 174366"/>
                <a:gd name="connsiteX32" fmla="*/ 406068 w 406068"/>
                <a:gd name="connsiteY32" fmla="*/ 87146 h 174366"/>
                <a:gd name="connsiteX33" fmla="*/ 405829 w 406068"/>
                <a:gd name="connsiteY33" fmla="*/ 88162 h 174366"/>
                <a:gd name="connsiteX34" fmla="*/ 405320 w 406068"/>
                <a:gd name="connsiteY34" fmla="*/ 90495 h 174366"/>
                <a:gd name="connsiteX35" fmla="*/ 404274 w 406068"/>
                <a:gd name="connsiteY35" fmla="*/ 93097 h 174366"/>
                <a:gd name="connsiteX36" fmla="*/ 403287 w 406068"/>
                <a:gd name="connsiteY36" fmla="*/ 94562 h 174366"/>
                <a:gd name="connsiteX37" fmla="*/ 402360 w 406068"/>
                <a:gd name="connsiteY37" fmla="*/ 95908 h 174366"/>
                <a:gd name="connsiteX38" fmla="*/ 327564 w 406068"/>
                <a:gd name="connsiteY38" fmla="*/ 170733 h 174366"/>
                <a:gd name="connsiteX39" fmla="*/ 310159 w 406068"/>
                <a:gd name="connsiteY39" fmla="*/ 170733 h 174366"/>
                <a:gd name="connsiteX40" fmla="*/ 310159 w 406068"/>
                <a:gd name="connsiteY40" fmla="*/ 153267 h 174366"/>
                <a:gd name="connsiteX41" fmla="*/ 363960 w 406068"/>
                <a:gd name="connsiteY41" fmla="*/ 99437 h 174366"/>
                <a:gd name="connsiteX42" fmla="*/ 243976 w 406068"/>
                <a:gd name="connsiteY42" fmla="*/ 99437 h 174366"/>
                <a:gd name="connsiteX43" fmla="*/ 231446 w 406068"/>
                <a:gd name="connsiteY43" fmla="*/ 86966 h 174366"/>
                <a:gd name="connsiteX44" fmla="*/ 243976 w 406068"/>
                <a:gd name="connsiteY44" fmla="*/ 74496 h 174366"/>
                <a:gd name="connsiteX45" fmla="*/ 363571 w 406068"/>
                <a:gd name="connsiteY45" fmla="*/ 74496 h 174366"/>
                <a:gd name="connsiteX46" fmla="*/ 310159 w 406068"/>
                <a:gd name="connsiteY46" fmla="*/ 21023 h 174366"/>
                <a:gd name="connsiteX47" fmla="*/ 310159 w 406068"/>
                <a:gd name="connsiteY47" fmla="*/ 3588 h 1743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406068" h="174366">
                  <a:moveTo>
                    <a:pt x="182340" y="72783"/>
                  </a:moveTo>
                  <a:cubicBezTo>
                    <a:pt x="186317" y="72783"/>
                    <a:pt x="189917" y="74395"/>
                    <a:pt x="192522" y="77001"/>
                  </a:cubicBezTo>
                  <a:lnTo>
                    <a:pt x="192690" y="77406"/>
                  </a:lnTo>
                  <a:lnTo>
                    <a:pt x="194665" y="78219"/>
                  </a:lnTo>
                  <a:cubicBezTo>
                    <a:pt x="196919" y="80477"/>
                    <a:pt x="198310" y="83602"/>
                    <a:pt x="198310" y="87056"/>
                  </a:cubicBezTo>
                  <a:cubicBezTo>
                    <a:pt x="198310" y="90495"/>
                    <a:pt x="196912" y="93613"/>
                    <a:pt x="194654" y="95871"/>
                  </a:cubicBezTo>
                  <a:lnTo>
                    <a:pt x="192828" y="96628"/>
                  </a:lnTo>
                  <a:lnTo>
                    <a:pt x="192522" y="97366"/>
                  </a:lnTo>
                  <a:cubicBezTo>
                    <a:pt x="189917" y="99971"/>
                    <a:pt x="186317" y="101583"/>
                    <a:pt x="182340" y="101583"/>
                  </a:cubicBezTo>
                  <a:cubicBezTo>
                    <a:pt x="174387" y="101583"/>
                    <a:pt x="167940" y="95136"/>
                    <a:pt x="167940" y="87183"/>
                  </a:cubicBezTo>
                  <a:cubicBezTo>
                    <a:pt x="167940" y="79230"/>
                    <a:pt x="174387" y="72783"/>
                    <a:pt x="182340" y="72783"/>
                  </a:cubicBezTo>
                  <a:close/>
                  <a:moveTo>
                    <a:pt x="126360" y="72783"/>
                  </a:moveTo>
                  <a:cubicBezTo>
                    <a:pt x="134313" y="72783"/>
                    <a:pt x="140760" y="79230"/>
                    <a:pt x="140760" y="87183"/>
                  </a:cubicBezTo>
                  <a:cubicBezTo>
                    <a:pt x="140760" y="95136"/>
                    <a:pt x="134313" y="101583"/>
                    <a:pt x="126360" y="101583"/>
                  </a:cubicBezTo>
                  <a:cubicBezTo>
                    <a:pt x="118407" y="101583"/>
                    <a:pt x="111960" y="95136"/>
                    <a:pt x="111960" y="87183"/>
                  </a:cubicBezTo>
                  <a:cubicBezTo>
                    <a:pt x="111960" y="79230"/>
                    <a:pt x="118407" y="72783"/>
                    <a:pt x="126360" y="72783"/>
                  </a:cubicBezTo>
                  <a:close/>
                  <a:moveTo>
                    <a:pt x="70380" y="72783"/>
                  </a:moveTo>
                  <a:cubicBezTo>
                    <a:pt x="78333" y="72783"/>
                    <a:pt x="84780" y="79230"/>
                    <a:pt x="84780" y="87183"/>
                  </a:cubicBezTo>
                  <a:cubicBezTo>
                    <a:pt x="84780" y="95136"/>
                    <a:pt x="78333" y="101583"/>
                    <a:pt x="70380" y="101583"/>
                  </a:cubicBezTo>
                  <a:cubicBezTo>
                    <a:pt x="62427" y="101583"/>
                    <a:pt x="55980" y="95136"/>
                    <a:pt x="55980" y="87183"/>
                  </a:cubicBezTo>
                  <a:cubicBezTo>
                    <a:pt x="55980" y="79230"/>
                    <a:pt x="62427" y="72783"/>
                    <a:pt x="70380" y="72783"/>
                  </a:cubicBezTo>
                  <a:close/>
                  <a:moveTo>
                    <a:pt x="14400" y="72783"/>
                  </a:moveTo>
                  <a:cubicBezTo>
                    <a:pt x="22353" y="72783"/>
                    <a:pt x="28800" y="79230"/>
                    <a:pt x="28800" y="87183"/>
                  </a:cubicBezTo>
                  <a:cubicBezTo>
                    <a:pt x="28800" y="95136"/>
                    <a:pt x="22353" y="101583"/>
                    <a:pt x="14400" y="101583"/>
                  </a:cubicBezTo>
                  <a:cubicBezTo>
                    <a:pt x="6447" y="101583"/>
                    <a:pt x="0" y="95136"/>
                    <a:pt x="0" y="87183"/>
                  </a:cubicBezTo>
                  <a:cubicBezTo>
                    <a:pt x="0" y="79230"/>
                    <a:pt x="6447" y="72783"/>
                    <a:pt x="14400" y="72783"/>
                  </a:cubicBezTo>
                  <a:close/>
                  <a:moveTo>
                    <a:pt x="310159" y="3588"/>
                  </a:moveTo>
                  <a:cubicBezTo>
                    <a:pt x="314914" y="-1196"/>
                    <a:pt x="322750" y="-1196"/>
                    <a:pt x="327564" y="3588"/>
                  </a:cubicBezTo>
                  <a:lnTo>
                    <a:pt x="401343" y="77366"/>
                  </a:lnTo>
                  <a:cubicBezTo>
                    <a:pt x="403018" y="78682"/>
                    <a:pt x="404334" y="80387"/>
                    <a:pt x="405081" y="82420"/>
                  </a:cubicBezTo>
                  <a:cubicBezTo>
                    <a:pt x="405111" y="82570"/>
                    <a:pt x="405141" y="82660"/>
                    <a:pt x="405141" y="82749"/>
                  </a:cubicBezTo>
                  <a:cubicBezTo>
                    <a:pt x="405679" y="83946"/>
                    <a:pt x="405859" y="85261"/>
                    <a:pt x="405919" y="86577"/>
                  </a:cubicBezTo>
                  <a:cubicBezTo>
                    <a:pt x="405919" y="86757"/>
                    <a:pt x="406068" y="86966"/>
                    <a:pt x="406068" y="87146"/>
                  </a:cubicBezTo>
                  <a:cubicBezTo>
                    <a:pt x="406068" y="87505"/>
                    <a:pt x="405829" y="87804"/>
                    <a:pt x="405829" y="88162"/>
                  </a:cubicBezTo>
                  <a:cubicBezTo>
                    <a:pt x="405769" y="88940"/>
                    <a:pt x="405590" y="89718"/>
                    <a:pt x="405320" y="90495"/>
                  </a:cubicBezTo>
                  <a:cubicBezTo>
                    <a:pt x="405081" y="91422"/>
                    <a:pt x="404693" y="92260"/>
                    <a:pt x="404274" y="93097"/>
                  </a:cubicBezTo>
                  <a:cubicBezTo>
                    <a:pt x="404005" y="93605"/>
                    <a:pt x="403646" y="94084"/>
                    <a:pt x="403287" y="94562"/>
                  </a:cubicBezTo>
                  <a:cubicBezTo>
                    <a:pt x="402958" y="94981"/>
                    <a:pt x="402808" y="95519"/>
                    <a:pt x="402360" y="95908"/>
                  </a:cubicBezTo>
                  <a:lnTo>
                    <a:pt x="327564" y="170733"/>
                  </a:lnTo>
                  <a:cubicBezTo>
                    <a:pt x="322750" y="175577"/>
                    <a:pt x="314914" y="175577"/>
                    <a:pt x="310159" y="170733"/>
                  </a:cubicBezTo>
                  <a:cubicBezTo>
                    <a:pt x="305344" y="165948"/>
                    <a:pt x="305344" y="158112"/>
                    <a:pt x="310159" y="153267"/>
                  </a:cubicBezTo>
                  <a:lnTo>
                    <a:pt x="363960" y="99437"/>
                  </a:lnTo>
                  <a:lnTo>
                    <a:pt x="243976" y="99437"/>
                  </a:lnTo>
                  <a:cubicBezTo>
                    <a:pt x="237098" y="99437"/>
                    <a:pt x="231446" y="93844"/>
                    <a:pt x="231446" y="86966"/>
                  </a:cubicBezTo>
                  <a:cubicBezTo>
                    <a:pt x="231446" y="80088"/>
                    <a:pt x="237068" y="74496"/>
                    <a:pt x="243976" y="74496"/>
                  </a:cubicBezTo>
                  <a:lnTo>
                    <a:pt x="363571" y="74496"/>
                  </a:lnTo>
                  <a:lnTo>
                    <a:pt x="310159" y="21023"/>
                  </a:lnTo>
                  <a:cubicBezTo>
                    <a:pt x="305344" y="16268"/>
                    <a:pt x="305344" y="8403"/>
                    <a:pt x="310159" y="3588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200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57" name="任意多边形: 形状 56">
              <a:extLst>
                <a:ext uri="{FF2B5EF4-FFF2-40B4-BE49-F238E27FC236}">
                  <a16:creationId xmlns:a16="http://schemas.microsoft.com/office/drawing/2014/main" id="{662DE3A4-497D-9111-19BE-68D442C6DA81}"/>
                </a:ext>
              </a:extLst>
            </p:cNvPr>
            <p:cNvSpPr>
              <a:spLocks noChangeAspect="1"/>
            </p:cNvSpPr>
            <p:nvPr/>
          </p:nvSpPr>
          <p:spPr>
            <a:xfrm rot="1266652">
              <a:off x="8624825" y="2574640"/>
              <a:ext cx="432000" cy="185500"/>
            </a:xfrm>
            <a:custGeom>
              <a:avLst/>
              <a:gdLst>
                <a:gd name="connsiteX0" fmla="*/ 182340 w 406068"/>
                <a:gd name="connsiteY0" fmla="*/ 72783 h 174366"/>
                <a:gd name="connsiteX1" fmla="*/ 192522 w 406068"/>
                <a:gd name="connsiteY1" fmla="*/ 77001 h 174366"/>
                <a:gd name="connsiteX2" fmla="*/ 192690 w 406068"/>
                <a:gd name="connsiteY2" fmla="*/ 77406 h 174366"/>
                <a:gd name="connsiteX3" fmla="*/ 194665 w 406068"/>
                <a:gd name="connsiteY3" fmla="*/ 78219 h 174366"/>
                <a:gd name="connsiteX4" fmla="*/ 198310 w 406068"/>
                <a:gd name="connsiteY4" fmla="*/ 87056 h 174366"/>
                <a:gd name="connsiteX5" fmla="*/ 194654 w 406068"/>
                <a:gd name="connsiteY5" fmla="*/ 95871 h 174366"/>
                <a:gd name="connsiteX6" fmla="*/ 192828 w 406068"/>
                <a:gd name="connsiteY6" fmla="*/ 96628 h 174366"/>
                <a:gd name="connsiteX7" fmla="*/ 192522 w 406068"/>
                <a:gd name="connsiteY7" fmla="*/ 97366 h 174366"/>
                <a:gd name="connsiteX8" fmla="*/ 182340 w 406068"/>
                <a:gd name="connsiteY8" fmla="*/ 101583 h 174366"/>
                <a:gd name="connsiteX9" fmla="*/ 167940 w 406068"/>
                <a:gd name="connsiteY9" fmla="*/ 87183 h 174366"/>
                <a:gd name="connsiteX10" fmla="*/ 182340 w 406068"/>
                <a:gd name="connsiteY10" fmla="*/ 72783 h 174366"/>
                <a:gd name="connsiteX11" fmla="*/ 126360 w 406068"/>
                <a:gd name="connsiteY11" fmla="*/ 72783 h 174366"/>
                <a:gd name="connsiteX12" fmla="*/ 140760 w 406068"/>
                <a:gd name="connsiteY12" fmla="*/ 87183 h 174366"/>
                <a:gd name="connsiteX13" fmla="*/ 126360 w 406068"/>
                <a:gd name="connsiteY13" fmla="*/ 101583 h 174366"/>
                <a:gd name="connsiteX14" fmla="*/ 111960 w 406068"/>
                <a:gd name="connsiteY14" fmla="*/ 87183 h 174366"/>
                <a:gd name="connsiteX15" fmla="*/ 126360 w 406068"/>
                <a:gd name="connsiteY15" fmla="*/ 72783 h 174366"/>
                <a:gd name="connsiteX16" fmla="*/ 70380 w 406068"/>
                <a:gd name="connsiteY16" fmla="*/ 72783 h 174366"/>
                <a:gd name="connsiteX17" fmla="*/ 84780 w 406068"/>
                <a:gd name="connsiteY17" fmla="*/ 87183 h 174366"/>
                <a:gd name="connsiteX18" fmla="*/ 70380 w 406068"/>
                <a:gd name="connsiteY18" fmla="*/ 101583 h 174366"/>
                <a:gd name="connsiteX19" fmla="*/ 55980 w 406068"/>
                <a:gd name="connsiteY19" fmla="*/ 87183 h 174366"/>
                <a:gd name="connsiteX20" fmla="*/ 70380 w 406068"/>
                <a:gd name="connsiteY20" fmla="*/ 72783 h 174366"/>
                <a:gd name="connsiteX21" fmla="*/ 14400 w 406068"/>
                <a:gd name="connsiteY21" fmla="*/ 72783 h 174366"/>
                <a:gd name="connsiteX22" fmla="*/ 28800 w 406068"/>
                <a:gd name="connsiteY22" fmla="*/ 87183 h 174366"/>
                <a:gd name="connsiteX23" fmla="*/ 14400 w 406068"/>
                <a:gd name="connsiteY23" fmla="*/ 101583 h 174366"/>
                <a:gd name="connsiteX24" fmla="*/ 0 w 406068"/>
                <a:gd name="connsiteY24" fmla="*/ 87183 h 174366"/>
                <a:gd name="connsiteX25" fmla="*/ 14400 w 406068"/>
                <a:gd name="connsiteY25" fmla="*/ 72783 h 174366"/>
                <a:gd name="connsiteX26" fmla="*/ 310159 w 406068"/>
                <a:gd name="connsiteY26" fmla="*/ 3588 h 174366"/>
                <a:gd name="connsiteX27" fmla="*/ 327564 w 406068"/>
                <a:gd name="connsiteY27" fmla="*/ 3588 h 174366"/>
                <a:gd name="connsiteX28" fmla="*/ 401343 w 406068"/>
                <a:gd name="connsiteY28" fmla="*/ 77366 h 174366"/>
                <a:gd name="connsiteX29" fmla="*/ 405081 w 406068"/>
                <a:gd name="connsiteY29" fmla="*/ 82420 h 174366"/>
                <a:gd name="connsiteX30" fmla="*/ 405141 w 406068"/>
                <a:gd name="connsiteY30" fmla="*/ 82749 h 174366"/>
                <a:gd name="connsiteX31" fmla="*/ 405919 w 406068"/>
                <a:gd name="connsiteY31" fmla="*/ 86577 h 174366"/>
                <a:gd name="connsiteX32" fmla="*/ 406068 w 406068"/>
                <a:gd name="connsiteY32" fmla="*/ 87146 h 174366"/>
                <a:gd name="connsiteX33" fmla="*/ 405829 w 406068"/>
                <a:gd name="connsiteY33" fmla="*/ 88162 h 174366"/>
                <a:gd name="connsiteX34" fmla="*/ 405320 w 406068"/>
                <a:gd name="connsiteY34" fmla="*/ 90495 h 174366"/>
                <a:gd name="connsiteX35" fmla="*/ 404274 w 406068"/>
                <a:gd name="connsiteY35" fmla="*/ 93097 h 174366"/>
                <a:gd name="connsiteX36" fmla="*/ 403287 w 406068"/>
                <a:gd name="connsiteY36" fmla="*/ 94562 h 174366"/>
                <a:gd name="connsiteX37" fmla="*/ 402360 w 406068"/>
                <a:gd name="connsiteY37" fmla="*/ 95908 h 174366"/>
                <a:gd name="connsiteX38" fmla="*/ 327564 w 406068"/>
                <a:gd name="connsiteY38" fmla="*/ 170733 h 174366"/>
                <a:gd name="connsiteX39" fmla="*/ 310159 w 406068"/>
                <a:gd name="connsiteY39" fmla="*/ 170733 h 174366"/>
                <a:gd name="connsiteX40" fmla="*/ 310159 w 406068"/>
                <a:gd name="connsiteY40" fmla="*/ 153267 h 174366"/>
                <a:gd name="connsiteX41" fmla="*/ 363960 w 406068"/>
                <a:gd name="connsiteY41" fmla="*/ 99437 h 174366"/>
                <a:gd name="connsiteX42" fmla="*/ 243976 w 406068"/>
                <a:gd name="connsiteY42" fmla="*/ 99437 h 174366"/>
                <a:gd name="connsiteX43" fmla="*/ 231446 w 406068"/>
                <a:gd name="connsiteY43" fmla="*/ 86966 h 174366"/>
                <a:gd name="connsiteX44" fmla="*/ 243976 w 406068"/>
                <a:gd name="connsiteY44" fmla="*/ 74496 h 174366"/>
                <a:gd name="connsiteX45" fmla="*/ 363571 w 406068"/>
                <a:gd name="connsiteY45" fmla="*/ 74496 h 174366"/>
                <a:gd name="connsiteX46" fmla="*/ 310159 w 406068"/>
                <a:gd name="connsiteY46" fmla="*/ 21023 h 174366"/>
                <a:gd name="connsiteX47" fmla="*/ 310159 w 406068"/>
                <a:gd name="connsiteY47" fmla="*/ 3588 h 1743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406068" h="174366">
                  <a:moveTo>
                    <a:pt x="182340" y="72783"/>
                  </a:moveTo>
                  <a:cubicBezTo>
                    <a:pt x="186317" y="72783"/>
                    <a:pt x="189917" y="74395"/>
                    <a:pt x="192522" y="77001"/>
                  </a:cubicBezTo>
                  <a:lnTo>
                    <a:pt x="192690" y="77406"/>
                  </a:lnTo>
                  <a:lnTo>
                    <a:pt x="194665" y="78219"/>
                  </a:lnTo>
                  <a:cubicBezTo>
                    <a:pt x="196919" y="80477"/>
                    <a:pt x="198310" y="83602"/>
                    <a:pt x="198310" y="87056"/>
                  </a:cubicBezTo>
                  <a:cubicBezTo>
                    <a:pt x="198310" y="90495"/>
                    <a:pt x="196912" y="93613"/>
                    <a:pt x="194654" y="95871"/>
                  </a:cubicBezTo>
                  <a:lnTo>
                    <a:pt x="192828" y="96628"/>
                  </a:lnTo>
                  <a:lnTo>
                    <a:pt x="192522" y="97366"/>
                  </a:lnTo>
                  <a:cubicBezTo>
                    <a:pt x="189917" y="99971"/>
                    <a:pt x="186317" y="101583"/>
                    <a:pt x="182340" y="101583"/>
                  </a:cubicBezTo>
                  <a:cubicBezTo>
                    <a:pt x="174387" y="101583"/>
                    <a:pt x="167940" y="95136"/>
                    <a:pt x="167940" y="87183"/>
                  </a:cubicBezTo>
                  <a:cubicBezTo>
                    <a:pt x="167940" y="79230"/>
                    <a:pt x="174387" y="72783"/>
                    <a:pt x="182340" y="72783"/>
                  </a:cubicBezTo>
                  <a:close/>
                  <a:moveTo>
                    <a:pt x="126360" y="72783"/>
                  </a:moveTo>
                  <a:cubicBezTo>
                    <a:pt x="134313" y="72783"/>
                    <a:pt x="140760" y="79230"/>
                    <a:pt x="140760" y="87183"/>
                  </a:cubicBezTo>
                  <a:cubicBezTo>
                    <a:pt x="140760" y="95136"/>
                    <a:pt x="134313" y="101583"/>
                    <a:pt x="126360" y="101583"/>
                  </a:cubicBezTo>
                  <a:cubicBezTo>
                    <a:pt x="118407" y="101583"/>
                    <a:pt x="111960" y="95136"/>
                    <a:pt x="111960" y="87183"/>
                  </a:cubicBezTo>
                  <a:cubicBezTo>
                    <a:pt x="111960" y="79230"/>
                    <a:pt x="118407" y="72783"/>
                    <a:pt x="126360" y="72783"/>
                  </a:cubicBezTo>
                  <a:close/>
                  <a:moveTo>
                    <a:pt x="70380" y="72783"/>
                  </a:moveTo>
                  <a:cubicBezTo>
                    <a:pt x="78333" y="72783"/>
                    <a:pt x="84780" y="79230"/>
                    <a:pt x="84780" y="87183"/>
                  </a:cubicBezTo>
                  <a:cubicBezTo>
                    <a:pt x="84780" y="95136"/>
                    <a:pt x="78333" y="101583"/>
                    <a:pt x="70380" y="101583"/>
                  </a:cubicBezTo>
                  <a:cubicBezTo>
                    <a:pt x="62427" y="101583"/>
                    <a:pt x="55980" y="95136"/>
                    <a:pt x="55980" y="87183"/>
                  </a:cubicBezTo>
                  <a:cubicBezTo>
                    <a:pt x="55980" y="79230"/>
                    <a:pt x="62427" y="72783"/>
                    <a:pt x="70380" y="72783"/>
                  </a:cubicBezTo>
                  <a:close/>
                  <a:moveTo>
                    <a:pt x="14400" y="72783"/>
                  </a:moveTo>
                  <a:cubicBezTo>
                    <a:pt x="22353" y="72783"/>
                    <a:pt x="28800" y="79230"/>
                    <a:pt x="28800" y="87183"/>
                  </a:cubicBezTo>
                  <a:cubicBezTo>
                    <a:pt x="28800" y="95136"/>
                    <a:pt x="22353" y="101583"/>
                    <a:pt x="14400" y="101583"/>
                  </a:cubicBezTo>
                  <a:cubicBezTo>
                    <a:pt x="6447" y="101583"/>
                    <a:pt x="0" y="95136"/>
                    <a:pt x="0" y="87183"/>
                  </a:cubicBezTo>
                  <a:cubicBezTo>
                    <a:pt x="0" y="79230"/>
                    <a:pt x="6447" y="72783"/>
                    <a:pt x="14400" y="72783"/>
                  </a:cubicBezTo>
                  <a:close/>
                  <a:moveTo>
                    <a:pt x="310159" y="3588"/>
                  </a:moveTo>
                  <a:cubicBezTo>
                    <a:pt x="314914" y="-1196"/>
                    <a:pt x="322750" y="-1196"/>
                    <a:pt x="327564" y="3588"/>
                  </a:cubicBezTo>
                  <a:lnTo>
                    <a:pt x="401343" y="77366"/>
                  </a:lnTo>
                  <a:cubicBezTo>
                    <a:pt x="403018" y="78682"/>
                    <a:pt x="404334" y="80387"/>
                    <a:pt x="405081" y="82420"/>
                  </a:cubicBezTo>
                  <a:cubicBezTo>
                    <a:pt x="405111" y="82570"/>
                    <a:pt x="405141" y="82660"/>
                    <a:pt x="405141" y="82749"/>
                  </a:cubicBezTo>
                  <a:cubicBezTo>
                    <a:pt x="405679" y="83946"/>
                    <a:pt x="405859" y="85261"/>
                    <a:pt x="405919" y="86577"/>
                  </a:cubicBezTo>
                  <a:cubicBezTo>
                    <a:pt x="405919" y="86757"/>
                    <a:pt x="406068" y="86966"/>
                    <a:pt x="406068" y="87146"/>
                  </a:cubicBezTo>
                  <a:cubicBezTo>
                    <a:pt x="406068" y="87505"/>
                    <a:pt x="405829" y="87804"/>
                    <a:pt x="405829" y="88162"/>
                  </a:cubicBezTo>
                  <a:cubicBezTo>
                    <a:pt x="405769" y="88940"/>
                    <a:pt x="405590" y="89718"/>
                    <a:pt x="405320" y="90495"/>
                  </a:cubicBezTo>
                  <a:cubicBezTo>
                    <a:pt x="405081" y="91422"/>
                    <a:pt x="404693" y="92260"/>
                    <a:pt x="404274" y="93097"/>
                  </a:cubicBezTo>
                  <a:cubicBezTo>
                    <a:pt x="404005" y="93605"/>
                    <a:pt x="403646" y="94084"/>
                    <a:pt x="403287" y="94562"/>
                  </a:cubicBezTo>
                  <a:cubicBezTo>
                    <a:pt x="402958" y="94981"/>
                    <a:pt x="402808" y="95519"/>
                    <a:pt x="402360" y="95908"/>
                  </a:cubicBezTo>
                  <a:lnTo>
                    <a:pt x="327564" y="170733"/>
                  </a:lnTo>
                  <a:cubicBezTo>
                    <a:pt x="322750" y="175577"/>
                    <a:pt x="314914" y="175577"/>
                    <a:pt x="310159" y="170733"/>
                  </a:cubicBezTo>
                  <a:cubicBezTo>
                    <a:pt x="305344" y="165948"/>
                    <a:pt x="305344" y="158112"/>
                    <a:pt x="310159" y="153267"/>
                  </a:cubicBezTo>
                  <a:lnTo>
                    <a:pt x="363960" y="99437"/>
                  </a:lnTo>
                  <a:lnTo>
                    <a:pt x="243976" y="99437"/>
                  </a:lnTo>
                  <a:cubicBezTo>
                    <a:pt x="237098" y="99437"/>
                    <a:pt x="231446" y="93844"/>
                    <a:pt x="231446" y="86966"/>
                  </a:cubicBezTo>
                  <a:cubicBezTo>
                    <a:pt x="231446" y="80088"/>
                    <a:pt x="237068" y="74496"/>
                    <a:pt x="243976" y="74496"/>
                  </a:cubicBezTo>
                  <a:lnTo>
                    <a:pt x="363571" y="74496"/>
                  </a:lnTo>
                  <a:lnTo>
                    <a:pt x="310159" y="21023"/>
                  </a:lnTo>
                  <a:cubicBezTo>
                    <a:pt x="305344" y="16268"/>
                    <a:pt x="305344" y="8403"/>
                    <a:pt x="310159" y="358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200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grpSp>
          <p:nvGrpSpPr>
            <p:cNvPr id="94" name="组合 93">
              <a:extLst>
                <a:ext uri="{FF2B5EF4-FFF2-40B4-BE49-F238E27FC236}">
                  <a16:creationId xmlns:a16="http://schemas.microsoft.com/office/drawing/2014/main" id="{011763B6-4A29-BF63-D0F4-D7DC81513CB2}"/>
                </a:ext>
              </a:extLst>
            </p:cNvPr>
            <p:cNvGrpSpPr/>
            <p:nvPr/>
          </p:nvGrpSpPr>
          <p:grpSpPr>
            <a:xfrm>
              <a:off x="660400" y="2100187"/>
              <a:ext cx="2588645" cy="3578717"/>
              <a:chOff x="660400" y="2100187"/>
              <a:chExt cx="2588645" cy="3578717"/>
            </a:xfrm>
          </p:grpSpPr>
          <p:sp>
            <p:nvSpPr>
              <p:cNvPr id="58" name="椭圆 57">
                <a:extLst>
                  <a:ext uri="{FF2B5EF4-FFF2-40B4-BE49-F238E27FC236}">
                    <a16:creationId xmlns:a16="http://schemas.microsoft.com/office/drawing/2014/main" id="{271D8057-FD21-445A-7B41-7A6708968069}"/>
                  </a:ext>
                </a:extLst>
              </p:cNvPr>
              <p:cNvSpPr/>
              <p:nvPr/>
            </p:nvSpPr>
            <p:spPr>
              <a:xfrm>
                <a:off x="1254515" y="2100187"/>
                <a:ext cx="1400414" cy="1400414"/>
              </a:xfrm>
              <a:prstGeom prst="ellipse">
                <a:avLst/>
              </a:prstGeom>
              <a:solidFill>
                <a:schemeClr val="bg1"/>
              </a:solidFill>
              <a:ln w="12700" cap="rnd">
                <a:gradFill>
                  <a:gsLst>
                    <a:gs pos="20000">
                      <a:schemeClr val="accent1">
                        <a:alpha val="50000"/>
                      </a:schemeClr>
                    </a:gs>
                    <a:gs pos="100000">
                      <a:schemeClr val="accent1">
                        <a:lumMod val="40000"/>
                        <a:lumOff val="60000"/>
                        <a:alpha val="10000"/>
                      </a:schemeClr>
                    </a:gs>
                  </a:gsLst>
                  <a:lin ang="2700000" scaled="0"/>
                </a:gradFill>
                <a:prstDash val="solid"/>
                <a:round/>
              </a:ln>
              <a:effectLst>
                <a:outerShdw blurRad="254000" dist="127000" dir="2700000" algn="ctr" rotWithShape="0">
                  <a:schemeClr val="accent1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normAutofit/>
              </a:bodyPr>
              <a:lstStyle/>
              <a:p>
                <a:pPr algn="ctr"/>
                <a:endParaRPr lang="zh-CN" altLang="en-US" sz="2000" b="1" dirty="0">
                  <a:solidFill>
                    <a:schemeClr val="tx1"/>
                  </a:solidFill>
                  <a:sym typeface="Arial" panose="020B0604020202020204" pitchFamily="34" charset="0"/>
                </a:endParaRPr>
              </a:p>
            </p:txBody>
          </p:sp>
          <p:sp>
            <p:nvSpPr>
              <p:cNvPr id="77" name="Number1">
                <a:extLst>
                  <a:ext uri="{FF2B5EF4-FFF2-40B4-BE49-F238E27FC236}">
                    <a16:creationId xmlns:a16="http://schemas.microsoft.com/office/drawing/2014/main" id="{71EE197C-E988-1224-F581-96A731984F7C}"/>
                  </a:ext>
                </a:extLst>
              </p:cNvPr>
              <p:cNvSpPr/>
              <p:nvPr/>
            </p:nvSpPr>
            <p:spPr>
              <a:xfrm>
                <a:off x="1487623" y="2333295"/>
                <a:ext cx="934199" cy="934197"/>
              </a:xfrm>
              <a:prstGeom prst="ellipse">
                <a:avLst/>
              </a:prstGeom>
              <a:gradFill flip="none" rotWithShape="0"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80000">
                    <a:schemeClr val="accent1"/>
                  </a:gs>
                </a:gsLst>
                <a:lin ang="2700000" scaled="0"/>
                <a:tileRect/>
              </a:gradFill>
              <a:ln w="57150" cap="rnd">
                <a:noFill/>
                <a:prstDash val="solid"/>
                <a:round/>
              </a:ln>
              <a:effectLst>
                <a:outerShdw blurRad="254000" dist="127000" dir="2700000" algn="ctr" rotWithShape="0">
                  <a:schemeClr val="accent1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3765"/>
                <a:r>
                  <a:rPr lang="en-US" altLang="zh-CN" sz="2800" b="1" dirty="0">
                    <a:solidFill>
                      <a:srgbClr val="FFFFFF"/>
                    </a:solidFill>
                    <a:latin typeface="+mj-lt"/>
                    <a:sym typeface="Arial" panose="020B0604020202020204" pitchFamily="34" charset="0"/>
                  </a:rPr>
                  <a:t>1</a:t>
                </a:r>
                <a:endParaRPr lang="zh-CN" altLang="en-US" sz="2800" b="1" dirty="0">
                  <a:solidFill>
                    <a:srgbClr val="FFFFFF"/>
                  </a:solidFill>
                  <a:latin typeface="+mj-lt"/>
                  <a:sym typeface="Arial" panose="020B0604020202020204" pitchFamily="34" charset="0"/>
                </a:endParaRPr>
              </a:p>
            </p:txBody>
          </p:sp>
          <p:sp>
            <p:nvSpPr>
              <p:cNvPr id="78" name="Text1">
                <a:extLst>
                  <a:ext uri="{FF2B5EF4-FFF2-40B4-BE49-F238E27FC236}">
                    <a16:creationId xmlns:a16="http://schemas.microsoft.com/office/drawing/2014/main" id="{C33316DE-AD62-97E3-64E8-1E4845FC3796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660401" y="4386925"/>
                <a:ext cx="2588641" cy="1291979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rmAutofit/>
              </a:bodyPr>
              <a:lstStyle>
                <a:defPPr>
                  <a:defRPr lang="zh-CN"/>
                </a:defPPr>
                <a:lvl1pPr marL="0" algn="ctr" defTabSz="914400" rtl="0" eaLnBrk="1" latinLnBrk="0" hangingPunct="1">
                  <a:lnSpc>
                    <a:spcPct val="150000"/>
                  </a:lnSpc>
                  <a:defRPr sz="1200" kern="1200">
                    <a:solidFill>
                      <a:schemeClr val="bg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lang="zh-CN" altLang="en-US" sz="1400">
                    <a:solidFill>
                      <a:schemeClr val="tx1"/>
                    </a:solidFill>
                    <a:latin typeface="+mn-ea"/>
                    <a:sym typeface="Arial" panose="020B0604020202020204" pitchFamily="34" charset="0"/>
                  </a:rPr>
                  <a:t>为确保演示效果，请将内容调整为简洁明了的表达方式。若需包含较多信息，可适当延展。</a:t>
                </a:r>
              </a:p>
            </p:txBody>
          </p:sp>
          <p:sp>
            <p:nvSpPr>
              <p:cNvPr id="79" name="Bullet1">
                <a:extLst>
                  <a:ext uri="{FF2B5EF4-FFF2-40B4-BE49-F238E27FC236}">
                    <a16:creationId xmlns:a16="http://schemas.microsoft.com/office/drawing/2014/main" id="{F5644443-0FEF-C102-9697-CC277F6CFECD}"/>
                  </a:ext>
                </a:extLst>
              </p:cNvPr>
              <p:cNvSpPr txBox="1"/>
              <p:nvPr/>
            </p:nvSpPr>
            <p:spPr>
              <a:xfrm flipH="1">
                <a:off x="660400" y="3639332"/>
                <a:ext cx="2588645" cy="699074"/>
              </a:xfrm>
              <a:prstGeom prst="rect">
                <a:avLst/>
              </a:prstGeom>
              <a:noFill/>
            </p:spPr>
            <p:txBody>
              <a:bodyPr wrap="square" rtlCol="0" anchor="b" anchorCtr="0">
                <a:normAutofit/>
              </a:bodyPr>
              <a:lstStyle>
                <a:defPPr>
                  <a:defRPr lang="zh-CN"/>
                </a:defPPr>
                <a:lvl1pPr marL="0" algn="ctr" defTabSz="914400" rtl="0" eaLnBrk="1" latinLnBrk="0" hangingPunct="1">
                  <a:lnSpc>
                    <a:spcPct val="150000"/>
                  </a:lnSpc>
                  <a:defRPr sz="1200" kern="1200">
                    <a:solidFill>
                      <a:schemeClr val="bg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00000"/>
                  </a:lnSpc>
                </a:pPr>
                <a:r>
                  <a:rPr lang="zh-CN" altLang="en-US" sz="2000" b="1">
                    <a:solidFill>
                      <a:schemeClr val="tx1"/>
                    </a:solidFill>
                    <a:latin typeface="+mn-ea"/>
                    <a:sym typeface="Arial" panose="020B0604020202020204" pitchFamily="34" charset="0"/>
                  </a:rPr>
                  <a:t>产品质量问题</a:t>
                </a:r>
                <a:endParaRPr lang="zh-CN" altLang="en-US" sz="2000" b="1" dirty="0">
                  <a:solidFill>
                    <a:schemeClr val="tx1"/>
                  </a:solidFill>
                  <a:latin typeface="+mn-ea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93" name="组合 92">
              <a:extLst>
                <a:ext uri="{FF2B5EF4-FFF2-40B4-BE49-F238E27FC236}">
                  <a16:creationId xmlns:a16="http://schemas.microsoft.com/office/drawing/2014/main" id="{A606B64D-73B3-75C4-D55E-BB7E6C1812D9}"/>
                </a:ext>
              </a:extLst>
            </p:cNvPr>
            <p:cNvGrpSpPr/>
            <p:nvPr/>
          </p:nvGrpSpPr>
          <p:grpSpPr>
            <a:xfrm>
              <a:off x="3427899" y="1419562"/>
              <a:ext cx="2556000" cy="3502337"/>
              <a:chOff x="3500859" y="1419562"/>
              <a:chExt cx="2556000" cy="3502337"/>
            </a:xfrm>
          </p:grpSpPr>
          <p:sp>
            <p:nvSpPr>
              <p:cNvPr id="59" name="椭圆 58">
                <a:extLst>
                  <a:ext uri="{FF2B5EF4-FFF2-40B4-BE49-F238E27FC236}">
                    <a16:creationId xmlns:a16="http://schemas.microsoft.com/office/drawing/2014/main" id="{B365CC84-27BC-3F3E-9388-ADD32B3A1079}"/>
                  </a:ext>
                </a:extLst>
              </p:cNvPr>
              <p:cNvSpPr/>
              <p:nvPr/>
            </p:nvSpPr>
            <p:spPr>
              <a:xfrm>
                <a:off x="4078652" y="3521485"/>
                <a:ext cx="1400415" cy="1400414"/>
              </a:xfrm>
              <a:prstGeom prst="ellipse">
                <a:avLst/>
              </a:prstGeom>
              <a:solidFill>
                <a:schemeClr val="bg1"/>
              </a:solidFill>
              <a:ln w="12700" cap="rnd">
                <a:gradFill>
                  <a:gsLst>
                    <a:gs pos="20000">
                      <a:schemeClr val="accent1">
                        <a:alpha val="50000"/>
                      </a:schemeClr>
                    </a:gs>
                    <a:gs pos="100000">
                      <a:schemeClr val="accent1">
                        <a:lumMod val="40000"/>
                        <a:lumOff val="60000"/>
                        <a:alpha val="10000"/>
                      </a:schemeClr>
                    </a:gs>
                  </a:gsLst>
                  <a:lin ang="2700000" scaled="0"/>
                </a:gradFill>
                <a:prstDash val="solid"/>
                <a:round/>
              </a:ln>
              <a:effectLst>
                <a:outerShdw blurRad="254000" dist="127000" dir="2700000" algn="ctr" rotWithShape="0">
                  <a:schemeClr val="accent1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normAutofit/>
              </a:bodyPr>
              <a:lstStyle/>
              <a:p>
                <a:pPr algn="ctr"/>
                <a:endParaRPr lang="zh-CN" altLang="en-US" sz="2000" b="1" dirty="0">
                  <a:solidFill>
                    <a:schemeClr val="tx1"/>
                  </a:solidFill>
                  <a:sym typeface="Arial" panose="020B0604020202020204" pitchFamily="34" charset="0"/>
                </a:endParaRPr>
              </a:p>
            </p:txBody>
          </p:sp>
          <p:sp>
            <p:nvSpPr>
              <p:cNvPr id="74" name="Number2">
                <a:extLst>
                  <a:ext uri="{FF2B5EF4-FFF2-40B4-BE49-F238E27FC236}">
                    <a16:creationId xmlns:a16="http://schemas.microsoft.com/office/drawing/2014/main" id="{B48B313A-E2D9-51FB-9A0D-68D3B7D4DF4A}"/>
                  </a:ext>
                </a:extLst>
              </p:cNvPr>
              <p:cNvSpPr/>
              <p:nvPr/>
            </p:nvSpPr>
            <p:spPr>
              <a:xfrm>
                <a:off x="4311760" y="3754594"/>
                <a:ext cx="934199" cy="934197"/>
              </a:xfrm>
              <a:prstGeom prst="ellipse">
                <a:avLst/>
              </a:prstGeom>
              <a:gradFill flip="none" rotWithShape="0"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80000">
                    <a:schemeClr val="accent1"/>
                  </a:gs>
                </a:gsLst>
                <a:lin ang="2700000" scaled="0"/>
                <a:tileRect/>
              </a:gradFill>
              <a:ln w="57150" cap="rnd">
                <a:noFill/>
                <a:prstDash val="solid"/>
                <a:round/>
              </a:ln>
              <a:effectLst>
                <a:outerShdw blurRad="254000" dist="127000" dir="2700000" algn="ctr" rotWithShape="0">
                  <a:schemeClr val="accent1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3765"/>
                <a:r>
                  <a:rPr lang="en-US" altLang="zh-CN" sz="2800" b="1" dirty="0">
                    <a:solidFill>
                      <a:srgbClr val="FFFFFF"/>
                    </a:solidFill>
                    <a:latin typeface="+mj-lt"/>
                    <a:sym typeface="Arial" panose="020B0604020202020204" pitchFamily="34" charset="0"/>
                  </a:rPr>
                  <a:t>2</a:t>
                </a:r>
                <a:endParaRPr lang="zh-CN" altLang="en-US" sz="2800" b="1" dirty="0">
                  <a:solidFill>
                    <a:srgbClr val="FFFFFF"/>
                  </a:solidFill>
                  <a:latin typeface="+mj-lt"/>
                  <a:sym typeface="Arial" panose="020B0604020202020204" pitchFamily="34" charset="0"/>
                </a:endParaRPr>
              </a:p>
            </p:txBody>
          </p:sp>
          <p:sp>
            <p:nvSpPr>
              <p:cNvPr id="75" name="Text2">
                <a:extLst>
                  <a:ext uri="{FF2B5EF4-FFF2-40B4-BE49-F238E27FC236}">
                    <a16:creationId xmlns:a16="http://schemas.microsoft.com/office/drawing/2014/main" id="{3221B20A-0F81-DDD4-C544-1CE3B020810A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3500859" y="2167155"/>
                <a:ext cx="2556000" cy="1291979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rmAutofit/>
              </a:bodyPr>
              <a:lstStyle>
                <a:defPPr>
                  <a:defRPr lang="zh-CN"/>
                </a:defPPr>
                <a:lvl1pPr marL="0" algn="ctr" defTabSz="914400" rtl="0" eaLnBrk="1" latinLnBrk="0" hangingPunct="1">
                  <a:lnSpc>
                    <a:spcPct val="150000"/>
                  </a:lnSpc>
                  <a:defRPr sz="1200" kern="1200">
                    <a:solidFill>
                      <a:schemeClr val="bg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lang="zh-CN" altLang="en-US" sz="1400">
                    <a:solidFill>
                      <a:schemeClr val="tx1"/>
                    </a:solidFill>
                    <a:latin typeface="+mn-ea"/>
                    <a:sym typeface="Arial" panose="020B0604020202020204" pitchFamily="34" charset="0"/>
                  </a:rPr>
                  <a:t>为确保演示效果，请将内容调整为简洁明了的表达方式。若需包含较多信息，可适当延展。</a:t>
                </a:r>
                <a:endParaRPr lang="zh-CN" altLang="en-US" sz="1400" dirty="0">
                  <a:solidFill>
                    <a:schemeClr val="tx1"/>
                  </a:solidFill>
                  <a:latin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76" name="Bullet2">
                <a:extLst>
                  <a:ext uri="{FF2B5EF4-FFF2-40B4-BE49-F238E27FC236}">
                    <a16:creationId xmlns:a16="http://schemas.microsoft.com/office/drawing/2014/main" id="{0F8DFD9C-8C4A-6F1F-703E-50D61AEB7312}"/>
                  </a:ext>
                </a:extLst>
              </p:cNvPr>
              <p:cNvSpPr txBox="1"/>
              <p:nvPr/>
            </p:nvSpPr>
            <p:spPr>
              <a:xfrm flipH="1">
                <a:off x="3500859" y="1419562"/>
                <a:ext cx="2556000" cy="699074"/>
              </a:xfrm>
              <a:prstGeom prst="rect">
                <a:avLst/>
              </a:prstGeom>
              <a:noFill/>
            </p:spPr>
            <p:txBody>
              <a:bodyPr wrap="square" rtlCol="0" anchor="b" anchorCtr="0">
                <a:normAutofit/>
              </a:bodyPr>
              <a:lstStyle>
                <a:defPPr>
                  <a:defRPr lang="zh-CN"/>
                </a:defPPr>
                <a:lvl1pPr marL="0" algn="ctr" defTabSz="914400" rtl="0" eaLnBrk="1" latinLnBrk="0" hangingPunct="1">
                  <a:lnSpc>
                    <a:spcPct val="150000"/>
                  </a:lnSpc>
                  <a:defRPr sz="1200" kern="1200">
                    <a:solidFill>
                      <a:schemeClr val="bg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00000"/>
                  </a:lnSpc>
                </a:pPr>
                <a:r>
                  <a:rPr lang="zh-CN" altLang="en-US" sz="2000" b="1">
                    <a:solidFill>
                      <a:schemeClr val="tx1"/>
                    </a:solidFill>
                    <a:latin typeface="+mn-ea"/>
                    <a:sym typeface="Arial" panose="020B0604020202020204" pitchFamily="34" charset="0"/>
                  </a:rPr>
                  <a:t>市场竞争加剧</a:t>
                </a:r>
                <a:endParaRPr lang="zh-CN" altLang="en-US" sz="2000" b="1" dirty="0">
                  <a:solidFill>
                    <a:schemeClr val="tx1"/>
                  </a:solidFill>
                  <a:latin typeface="+mn-ea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92" name="组合 91">
              <a:extLst>
                <a:ext uri="{FF2B5EF4-FFF2-40B4-BE49-F238E27FC236}">
                  <a16:creationId xmlns:a16="http://schemas.microsoft.com/office/drawing/2014/main" id="{D7748454-C96B-BB1A-5531-751CE5C2EA95}"/>
                </a:ext>
              </a:extLst>
            </p:cNvPr>
            <p:cNvGrpSpPr/>
            <p:nvPr/>
          </p:nvGrpSpPr>
          <p:grpSpPr>
            <a:xfrm>
              <a:off x="6162753" y="1637050"/>
              <a:ext cx="2588645" cy="3630687"/>
              <a:chOff x="5724183" y="1637050"/>
              <a:chExt cx="2588645" cy="3630687"/>
            </a:xfrm>
          </p:grpSpPr>
          <p:sp>
            <p:nvSpPr>
              <p:cNvPr id="60" name="椭圆 59">
                <a:extLst>
                  <a:ext uri="{FF2B5EF4-FFF2-40B4-BE49-F238E27FC236}">
                    <a16:creationId xmlns:a16="http://schemas.microsoft.com/office/drawing/2014/main" id="{34789089-D8E3-E065-3641-A9C131CFF7E6}"/>
                  </a:ext>
                </a:extLst>
              </p:cNvPr>
              <p:cNvSpPr/>
              <p:nvPr/>
            </p:nvSpPr>
            <p:spPr>
              <a:xfrm>
                <a:off x="6318298" y="1637050"/>
                <a:ext cx="1400414" cy="1400414"/>
              </a:xfrm>
              <a:prstGeom prst="ellipse">
                <a:avLst/>
              </a:prstGeom>
              <a:solidFill>
                <a:schemeClr val="bg1"/>
              </a:solidFill>
              <a:ln w="12700" cap="rnd">
                <a:gradFill>
                  <a:gsLst>
                    <a:gs pos="20000">
                      <a:schemeClr val="accent1">
                        <a:alpha val="50000"/>
                      </a:schemeClr>
                    </a:gs>
                    <a:gs pos="100000">
                      <a:schemeClr val="accent1">
                        <a:lumMod val="40000"/>
                        <a:lumOff val="60000"/>
                        <a:alpha val="10000"/>
                      </a:schemeClr>
                    </a:gs>
                  </a:gsLst>
                  <a:lin ang="2700000" scaled="0"/>
                </a:gradFill>
                <a:prstDash val="solid"/>
                <a:round/>
              </a:ln>
              <a:effectLst>
                <a:outerShdw blurRad="254000" dist="127000" dir="2700000" algn="ctr" rotWithShape="0">
                  <a:schemeClr val="accent1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normAutofit/>
              </a:bodyPr>
              <a:lstStyle/>
              <a:p>
                <a:pPr algn="ctr"/>
                <a:endParaRPr lang="zh-CN" altLang="en-US" sz="2000" b="1" dirty="0">
                  <a:solidFill>
                    <a:schemeClr val="tx1"/>
                  </a:solidFill>
                  <a:sym typeface="Arial" panose="020B0604020202020204" pitchFamily="34" charset="0"/>
                </a:endParaRPr>
              </a:p>
            </p:txBody>
          </p:sp>
          <p:sp>
            <p:nvSpPr>
              <p:cNvPr id="71" name="Number3">
                <a:extLst>
                  <a:ext uri="{FF2B5EF4-FFF2-40B4-BE49-F238E27FC236}">
                    <a16:creationId xmlns:a16="http://schemas.microsoft.com/office/drawing/2014/main" id="{8F20508A-8F9C-867D-87D1-E8AADDCD7423}"/>
                  </a:ext>
                </a:extLst>
              </p:cNvPr>
              <p:cNvSpPr/>
              <p:nvPr/>
            </p:nvSpPr>
            <p:spPr>
              <a:xfrm>
                <a:off x="6551406" y="1870158"/>
                <a:ext cx="934199" cy="934197"/>
              </a:xfrm>
              <a:prstGeom prst="ellipse">
                <a:avLst/>
              </a:prstGeom>
              <a:gradFill flip="none" rotWithShape="0"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80000">
                    <a:schemeClr val="accent1"/>
                  </a:gs>
                </a:gsLst>
                <a:lin ang="2700000" scaled="0"/>
                <a:tileRect/>
              </a:gradFill>
              <a:ln w="57150" cap="rnd">
                <a:noFill/>
                <a:prstDash val="solid"/>
                <a:round/>
              </a:ln>
              <a:effectLst>
                <a:outerShdw blurRad="254000" dist="127000" dir="2700000" algn="ctr" rotWithShape="0">
                  <a:schemeClr val="accent1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3765"/>
                <a:r>
                  <a:rPr lang="en-US" altLang="zh-CN" sz="2800" b="1" dirty="0">
                    <a:solidFill>
                      <a:srgbClr val="FFFFFF"/>
                    </a:solidFill>
                    <a:latin typeface="+mj-lt"/>
                    <a:sym typeface="Arial" panose="020B0604020202020204" pitchFamily="34" charset="0"/>
                  </a:rPr>
                  <a:t>3</a:t>
                </a:r>
                <a:endParaRPr lang="zh-CN" altLang="en-US" sz="2800" b="1" dirty="0">
                  <a:solidFill>
                    <a:srgbClr val="FFFFFF"/>
                  </a:solidFill>
                  <a:latin typeface="+mj-lt"/>
                  <a:sym typeface="Arial" panose="020B0604020202020204" pitchFamily="34" charset="0"/>
                </a:endParaRPr>
              </a:p>
            </p:txBody>
          </p:sp>
          <p:sp>
            <p:nvSpPr>
              <p:cNvPr id="72" name="Text3">
                <a:extLst>
                  <a:ext uri="{FF2B5EF4-FFF2-40B4-BE49-F238E27FC236}">
                    <a16:creationId xmlns:a16="http://schemas.microsoft.com/office/drawing/2014/main" id="{53D208E1-EB94-F0E7-34DC-25036E25213B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5724184" y="3975758"/>
                <a:ext cx="2588641" cy="1291979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rmAutofit/>
              </a:bodyPr>
              <a:lstStyle>
                <a:defPPr>
                  <a:defRPr lang="zh-CN"/>
                </a:defPPr>
                <a:lvl1pPr marL="0" algn="ctr" defTabSz="914400" rtl="0" eaLnBrk="1" latinLnBrk="0" hangingPunct="1">
                  <a:lnSpc>
                    <a:spcPct val="150000"/>
                  </a:lnSpc>
                  <a:defRPr sz="1200" kern="1200">
                    <a:solidFill>
                      <a:schemeClr val="bg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lang="zh-CN" altLang="en-US" sz="1400">
                    <a:solidFill>
                      <a:schemeClr val="tx1"/>
                    </a:solidFill>
                    <a:latin typeface="+mn-ea"/>
                    <a:sym typeface="Arial" panose="020B0604020202020204" pitchFamily="34" charset="0"/>
                  </a:rPr>
                  <a:t>为确保演示效果，请将内容调整为简洁明了的表达方式。若需包含较多信息，可适当延展。</a:t>
                </a:r>
                <a:endParaRPr lang="zh-CN" altLang="en-US" sz="1400" dirty="0">
                  <a:solidFill>
                    <a:schemeClr val="tx1"/>
                  </a:solidFill>
                  <a:latin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73" name="Bullet3">
                <a:extLst>
                  <a:ext uri="{FF2B5EF4-FFF2-40B4-BE49-F238E27FC236}">
                    <a16:creationId xmlns:a16="http://schemas.microsoft.com/office/drawing/2014/main" id="{84E1273F-E4CE-86FE-AB9A-DEDC553009E3}"/>
                  </a:ext>
                </a:extLst>
              </p:cNvPr>
              <p:cNvSpPr txBox="1"/>
              <p:nvPr/>
            </p:nvSpPr>
            <p:spPr>
              <a:xfrm flipH="1">
                <a:off x="5724183" y="3228165"/>
                <a:ext cx="2588645" cy="699074"/>
              </a:xfrm>
              <a:prstGeom prst="rect">
                <a:avLst/>
              </a:prstGeom>
              <a:noFill/>
            </p:spPr>
            <p:txBody>
              <a:bodyPr wrap="square" rtlCol="0" anchor="b" anchorCtr="0">
                <a:normAutofit/>
              </a:bodyPr>
              <a:lstStyle>
                <a:defPPr>
                  <a:defRPr lang="zh-CN"/>
                </a:defPPr>
                <a:lvl1pPr marL="0" algn="ctr" defTabSz="914400" rtl="0" eaLnBrk="1" latinLnBrk="0" hangingPunct="1">
                  <a:lnSpc>
                    <a:spcPct val="150000"/>
                  </a:lnSpc>
                  <a:defRPr sz="1200" kern="1200">
                    <a:solidFill>
                      <a:schemeClr val="bg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00000"/>
                  </a:lnSpc>
                </a:pPr>
                <a:r>
                  <a:rPr lang="zh-CN" altLang="en-US" sz="2000" b="1">
                    <a:solidFill>
                      <a:schemeClr val="tx1"/>
                    </a:solidFill>
                    <a:latin typeface="+mn-ea"/>
                    <a:sym typeface="Arial" panose="020B0604020202020204" pitchFamily="34" charset="0"/>
                  </a:rPr>
                  <a:t>供应链不稳定</a:t>
                </a:r>
                <a:endParaRPr lang="zh-CN" altLang="en-US" sz="2000" b="1" dirty="0">
                  <a:solidFill>
                    <a:schemeClr val="tx1"/>
                  </a:solidFill>
                  <a:latin typeface="+mn-ea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91" name="组合 90">
              <a:extLst>
                <a:ext uri="{FF2B5EF4-FFF2-40B4-BE49-F238E27FC236}">
                  <a16:creationId xmlns:a16="http://schemas.microsoft.com/office/drawing/2014/main" id="{69ACEE1A-5038-E8F1-D547-3F1E76E518BA}"/>
                </a:ext>
              </a:extLst>
            </p:cNvPr>
            <p:cNvGrpSpPr/>
            <p:nvPr/>
          </p:nvGrpSpPr>
          <p:grpSpPr>
            <a:xfrm>
              <a:off x="8930255" y="2100187"/>
              <a:ext cx="2588645" cy="3543853"/>
              <a:chOff x="8930254" y="2100187"/>
              <a:chExt cx="2588645" cy="3543853"/>
            </a:xfrm>
          </p:grpSpPr>
          <p:sp>
            <p:nvSpPr>
              <p:cNvPr id="61" name="椭圆 60">
                <a:extLst>
                  <a:ext uri="{FF2B5EF4-FFF2-40B4-BE49-F238E27FC236}">
                    <a16:creationId xmlns:a16="http://schemas.microsoft.com/office/drawing/2014/main" id="{CBC862AE-67E7-7326-B086-63F96CD13CF5}"/>
                  </a:ext>
                </a:extLst>
              </p:cNvPr>
              <p:cNvSpPr/>
              <p:nvPr/>
            </p:nvSpPr>
            <p:spPr>
              <a:xfrm>
                <a:off x="9524369" y="2100187"/>
                <a:ext cx="1400414" cy="1400414"/>
              </a:xfrm>
              <a:prstGeom prst="ellipse">
                <a:avLst/>
              </a:prstGeom>
              <a:solidFill>
                <a:schemeClr val="bg1"/>
              </a:solidFill>
              <a:ln w="12700" cap="rnd">
                <a:gradFill>
                  <a:gsLst>
                    <a:gs pos="20000">
                      <a:schemeClr val="accent1">
                        <a:alpha val="50000"/>
                      </a:schemeClr>
                    </a:gs>
                    <a:gs pos="100000">
                      <a:schemeClr val="accent1">
                        <a:lumMod val="40000"/>
                        <a:lumOff val="60000"/>
                        <a:alpha val="10000"/>
                      </a:schemeClr>
                    </a:gs>
                  </a:gsLst>
                  <a:lin ang="2700000" scaled="0"/>
                </a:gradFill>
                <a:prstDash val="solid"/>
                <a:round/>
              </a:ln>
              <a:effectLst>
                <a:outerShdw blurRad="254000" dist="127000" dir="2700000" algn="ctr" rotWithShape="0">
                  <a:schemeClr val="accent1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normAutofit/>
              </a:bodyPr>
              <a:lstStyle/>
              <a:p>
                <a:pPr algn="ctr"/>
                <a:endParaRPr lang="zh-CN" altLang="en-US" sz="2000" b="1" dirty="0">
                  <a:solidFill>
                    <a:schemeClr val="tx1"/>
                  </a:solidFill>
                  <a:sym typeface="Arial" panose="020B0604020202020204" pitchFamily="34" charset="0"/>
                </a:endParaRPr>
              </a:p>
            </p:txBody>
          </p:sp>
          <p:sp>
            <p:nvSpPr>
              <p:cNvPr id="68" name="Number4">
                <a:extLst>
                  <a:ext uri="{FF2B5EF4-FFF2-40B4-BE49-F238E27FC236}">
                    <a16:creationId xmlns:a16="http://schemas.microsoft.com/office/drawing/2014/main" id="{2613BFCC-4228-E0A9-F263-6C6C2787FFCF}"/>
                  </a:ext>
                </a:extLst>
              </p:cNvPr>
              <p:cNvSpPr/>
              <p:nvPr/>
            </p:nvSpPr>
            <p:spPr>
              <a:xfrm>
                <a:off x="9757477" y="2340654"/>
                <a:ext cx="934199" cy="934197"/>
              </a:xfrm>
              <a:prstGeom prst="ellipse">
                <a:avLst/>
              </a:prstGeom>
              <a:gradFill flip="none" rotWithShape="0"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80000">
                    <a:schemeClr val="accent1"/>
                  </a:gs>
                </a:gsLst>
                <a:lin ang="2700000" scaled="0"/>
                <a:tileRect/>
              </a:gradFill>
              <a:ln w="57150" cap="rnd">
                <a:noFill/>
                <a:prstDash val="solid"/>
                <a:round/>
              </a:ln>
              <a:effectLst>
                <a:outerShdw blurRad="254000" dist="127000" dir="2700000" algn="ctr" rotWithShape="0">
                  <a:schemeClr val="accent1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3765"/>
                <a:r>
                  <a:rPr lang="en-US" altLang="zh-CN" sz="2800" b="1" dirty="0">
                    <a:solidFill>
                      <a:srgbClr val="FFFFFF"/>
                    </a:solidFill>
                    <a:latin typeface="+mj-lt"/>
                    <a:sym typeface="Arial" panose="020B0604020202020204" pitchFamily="34" charset="0"/>
                  </a:rPr>
                  <a:t>4</a:t>
                </a:r>
                <a:endParaRPr lang="zh-CN" altLang="en-US" sz="2800" b="1" dirty="0">
                  <a:solidFill>
                    <a:srgbClr val="FFFFFF"/>
                  </a:solidFill>
                  <a:latin typeface="+mj-lt"/>
                  <a:sym typeface="Arial" panose="020B0604020202020204" pitchFamily="34" charset="0"/>
                </a:endParaRPr>
              </a:p>
            </p:txBody>
          </p:sp>
          <p:sp>
            <p:nvSpPr>
              <p:cNvPr id="69" name="Text4">
                <a:extLst>
                  <a:ext uri="{FF2B5EF4-FFF2-40B4-BE49-F238E27FC236}">
                    <a16:creationId xmlns:a16="http://schemas.microsoft.com/office/drawing/2014/main" id="{8B91904C-C6CD-F191-2A22-616F3302F616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8930255" y="4352061"/>
                <a:ext cx="2588641" cy="1291979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rmAutofit/>
              </a:bodyPr>
              <a:lstStyle>
                <a:defPPr>
                  <a:defRPr lang="zh-CN"/>
                </a:defPPr>
                <a:lvl1pPr marL="0" algn="ctr" defTabSz="914400" rtl="0" eaLnBrk="1" latinLnBrk="0" hangingPunct="1">
                  <a:lnSpc>
                    <a:spcPct val="150000"/>
                  </a:lnSpc>
                  <a:defRPr sz="1200" kern="1200">
                    <a:solidFill>
                      <a:schemeClr val="bg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lang="zh-CN" altLang="en-US" sz="1400">
                    <a:solidFill>
                      <a:schemeClr val="tx1"/>
                    </a:solidFill>
                    <a:latin typeface="+mn-ea"/>
                    <a:sym typeface="Arial" panose="020B0604020202020204" pitchFamily="34" charset="0"/>
                  </a:rPr>
                  <a:t>为确保演示效果，请将内容调整为简洁明了的表达方式。若需包含较多信息，可适当延展。</a:t>
                </a:r>
                <a:endParaRPr lang="zh-CN" altLang="en-US" sz="1400" dirty="0">
                  <a:solidFill>
                    <a:schemeClr val="tx1"/>
                  </a:solidFill>
                  <a:latin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70" name="Bullet4">
                <a:extLst>
                  <a:ext uri="{FF2B5EF4-FFF2-40B4-BE49-F238E27FC236}">
                    <a16:creationId xmlns:a16="http://schemas.microsoft.com/office/drawing/2014/main" id="{31071ED3-D8C0-5AD3-E214-B81A72FCC6BF}"/>
                  </a:ext>
                </a:extLst>
              </p:cNvPr>
              <p:cNvSpPr txBox="1"/>
              <p:nvPr/>
            </p:nvSpPr>
            <p:spPr>
              <a:xfrm flipH="1">
                <a:off x="8930254" y="3604468"/>
                <a:ext cx="2588645" cy="699074"/>
              </a:xfrm>
              <a:prstGeom prst="rect">
                <a:avLst/>
              </a:prstGeom>
              <a:noFill/>
            </p:spPr>
            <p:txBody>
              <a:bodyPr wrap="square" rtlCol="0" anchor="b" anchorCtr="0">
                <a:normAutofit/>
              </a:bodyPr>
              <a:lstStyle>
                <a:defPPr>
                  <a:defRPr lang="zh-CN"/>
                </a:defPPr>
                <a:lvl1pPr marL="0" algn="ctr" defTabSz="914400" rtl="0" eaLnBrk="1" latinLnBrk="0" hangingPunct="1">
                  <a:lnSpc>
                    <a:spcPct val="150000"/>
                  </a:lnSpc>
                  <a:defRPr sz="1200" kern="1200">
                    <a:solidFill>
                      <a:schemeClr val="bg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00000"/>
                  </a:lnSpc>
                </a:pPr>
                <a:r>
                  <a:rPr lang="zh-CN" altLang="en-US" sz="2000" b="1">
                    <a:solidFill>
                      <a:schemeClr val="tx1"/>
                    </a:solidFill>
                    <a:latin typeface="+mn-ea"/>
                    <a:sym typeface="Arial" panose="020B0604020202020204" pitchFamily="34" charset="0"/>
                  </a:rPr>
                  <a:t>内部沟通不畅</a:t>
                </a:r>
                <a:endParaRPr lang="zh-CN" altLang="en-US" sz="2000" b="1" dirty="0">
                  <a:solidFill>
                    <a:schemeClr val="tx1"/>
                  </a:solidFill>
                  <a:latin typeface="+mn-ea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80" name="任意多边形: 形状 79">
              <a:extLst>
                <a:ext uri="{FF2B5EF4-FFF2-40B4-BE49-F238E27FC236}">
                  <a16:creationId xmlns:a16="http://schemas.microsoft.com/office/drawing/2014/main" id="{C20B704F-D395-7BEC-1ED9-8C93B2A09253}"/>
                </a:ext>
              </a:extLst>
            </p:cNvPr>
            <p:cNvSpPr/>
            <p:nvPr/>
          </p:nvSpPr>
          <p:spPr>
            <a:xfrm>
              <a:off x="0" y="5466554"/>
              <a:ext cx="12192000" cy="1391446"/>
            </a:xfrm>
            <a:custGeom>
              <a:avLst/>
              <a:gdLst>
                <a:gd name="connsiteX0" fmla="*/ 12192000 w 12192000"/>
                <a:gd name="connsiteY0" fmla="*/ 0 h 766563"/>
                <a:gd name="connsiteX1" fmla="*/ 12192000 w 12192000"/>
                <a:gd name="connsiteY1" fmla="*/ 766563 h 766563"/>
                <a:gd name="connsiteX2" fmla="*/ 0 w 12192000"/>
                <a:gd name="connsiteY2" fmla="*/ 766563 h 766563"/>
                <a:gd name="connsiteX3" fmla="*/ 0 w 12192000"/>
                <a:gd name="connsiteY3" fmla="*/ 2534 h 766563"/>
                <a:gd name="connsiteX4" fmla="*/ 291780 w 12192000"/>
                <a:gd name="connsiteY4" fmla="*/ 60750 h 766563"/>
                <a:gd name="connsiteX5" fmla="*/ 6089650 w 12192000"/>
                <a:gd name="connsiteY5" fmla="*/ 517667 h 766563"/>
                <a:gd name="connsiteX6" fmla="*/ 11887521 w 12192000"/>
                <a:gd name="connsiteY6" fmla="*/ 60750 h 766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192000" h="766563">
                  <a:moveTo>
                    <a:pt x="12192000" y="0"/>
                  </a:moveTo>
                  <a:lnTo>
                    <a:pt x="12192000" y="766563"/>
                  </a:lnTo>
                  <a:lnTo>
                    <a:pt x="0" y="766563"/>
                  </a:lnTo>
                  <a:lnTo>
                    <a:pt x="0" y="2534"/>
                  </a:lnTo>
                  <a:lnTo>
                    <a:pt x="291780" y="60750"/>
                  </a:lnTo>
                  <a:cubicBezTo>
                    <a:pt x="1867358" y="346195"/>
                    <a:pt x="3887286" y="517667"/>
                    <a:pt x="6089650" y="517667"/>
                  </a:cubicBezTo>
                  <a:cubicBezTo>
                    <a:pt x="8292014" y="517667"/>
                    <a:pt x="10311943" y="346195"/>
                    <a:pt x="11887521" y="60750"/>
                  </a:cubicBezTo>
                  <a:close/>
                </a:path>
              </a:pathLst>
            </a:custGeom>
            <a:gradFill flip="none" rotWithShape="0">
              <a:gsLst>
                <a:gs pos="0">
                  <a:schemeClr val="accent2">
                    <a:lumMod val="60000"/>
                    <a:lumOff val="40000"/>
                  </a:schemeClr>
                </a:gs>
                <a:gs pos="80000">
                  <a:schemeClr val="accent1"/>
                </a:gs>
              </a:gsLst>
              <a:lin ang="2700000" scaled="0"/>
              <a:tileRect/>
            </a:gradFill>
            <a:ln w="57150" cap="rnd">
              <a:noFill/>
              <a:prstDash val="solid"/>
              <a:round/>
            </a:ln>
            <a:effectLst>
              <a:outerShdw blurRad="254000" dist="127000" dir="2700000" algn="ctr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 defTabSz="913765"/>
              <a:endParaRPr lang="zh-CN" altLang="en-US" sz="2000" b="1">
                <a:solidFill>
                  <a:srgbClr val="FFFFFF"/>
                </a:solidFill>
                <a:latin typeface="+mj-lt"/>
                <a:sym typeface="Arial" panose="020B0604020202020204" pitchFamily="34" charset="0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60401" y="3525256"/>
            <a:ext cx="10858500" cy="1260000"/>
          </a:xfrm>
        </p:spPr>
        <p:txBody>
          <a:bodyPr/>
          <a:lstStyle/>
          <a:p>
            <a:r>
              <a:rPr lang="zh-CN" altLang="en-US" dirty="0"/>
              <a:t>下季度工作计划</a:t>
            </a:r>
            <a:endParaRPr lang="en-US" dirty="0"/>
          </a:p>
        </p:txBody>
      </p:sp>
      <p:sp>
        <p:nvSpPr>
          <p:cNvPr id="25" name="文本占位符 24"/>
          <p:cNvSpPr>
            <a:spLocks noGrp="1"/>
          </p:cNvSpPr>
          <p:nvPr>
            <p:ph type="body" sz="quarter" idx="1" hasCustomPrompt="1"/>
          </p:nvPr>
        </p:nvSpPr>
        <p:spPr>
          <a:xfrm>
            <a:off x="660401" y="4884540"/>
            <a:ext cx="10858500" cy="601863"/>
          </a:xfrm>
        </p:spPr>
        <p:txBody>
          <a:bodyPr/>
          <a:lstStyle/>
          <a:p>
            <a:r>
              <a:rPr lang="zh-CN" altLang="en-US" dirty="0"/>
              <a:t>对下季度工作的规划与部署</a:t>
            </a:r>
            <a:endParaRPr 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32FAFD1-BB7C-B13A-31A9-252B54A43A74}"/>
              </a:ext>
            </a:extLst>
          </p:cNvPr>
          <p:cNvSpPr txBox="1"/>
          <p:nvPr/>
        </p:nvSpPr>
        <p:spPr>
          <a:xfrm>
            <a:off x="1904336" y="2935709"/>
            <a:ext cx="8370627" cy="1419726"/>
          </a:xfrm>
          <a:prstGeom prst="rect">
            <a:avLst/>
          </a:prstGeom>
          <a:noFill/>
        </p:spPr>
        <p:txBody>
          <a:bodyPr wrap="square" anchor="b">
            <a:normAutofit lnSpcReduction="10000"/>
          </a:bodyPr>
          <a:lstStyle/>
          <a:p>
            <a:pPr algn="ctr"/>
            <a:r>
              <a:rPr lang="en-US" altLang="zh-CN" sz="8800" b="1">
                <a:gradFill flip="none" rotWithShape="1">
                  <a:gsLst>
                    <a:gs pos="0">
                      <a:schemeClr val="accent1">
                        <a:alpha val="50000"/>
                      </a:schemeClr>
                    </a:gs>
                    <a:gs pos="85000">
                      <a:schemeClr val="accent1">
                        <a:lumMod val="40000"/>
                        <a:lumOff val="60000"/>
                        <a:alpha val="0"/>
                      </a:schemeClr>
                    </a:gs>
                  </a:gsLst>
                  <a:lin ang="5400000" scaled="1"/>
                  <a:tileRect/>
                </a:gradFill>
              </a:rPr>
              <a:t>PART 04</a:t>
            </a:r>
            <a:endParaRPr lang="zh-CN" altLang="en-US" sz="8800" b="1" dirty="0">
              <a:gradFill flip="none" rotWithShape="1">
                <a:gsLst>
                  <a:gs pos="0">
                    <a:schemeClr val="accent1">
                      <a:alpha val="50000"/>
                    </a:schemeClr>
                  </a:gs>
                  <a:gs pos="85000">
                    <a:schemeClr val="accent1">
                      <a:lumMod val="40000"/>
                      <a:lumOff val="60000"/>
                      <a:alpha val="0"/>
                    </a:schemeClr>
                  </a:gs>
                </a:gsLst>
                <a:lin ang="5400000" scaled="1"/>
                <a:tileRect/>
              </a:gra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/>
              <a:t>工作目标</a:t>
            </a:r>
            <a:endParaRPr lang="en-US" dirty="0"/>
          </a:p>
        </p:txBody>
      </p:sp>
      <p:grpSp>
        <p:nvGrpSpPr>
          <p:cNvPr id="36" name="Group 34">
            <a:extLst>
              <a:ext uri="{FF2B5EF4-FFF2-40B4-BE49-F238E27FC236}">
                <a16:creationId xmlns:a16="http://schemas.microsoft.com/office/drawing/2014/main" id="{AF23DCF2-2B14-357B-D5CF-3D989FD8F7B9}"/>
              </a:ext>
            </a:extLst>
          </p:cNvPr>
          <p:cNvGrpSpPr/>
          <p:nvPr/>
        </p:nvGrpSpPr>
        <p:grpSpPr>
          <a:xfrm>
            <a:off x="660400" y="1130300"/>
            <a:ext cx="10858500" cy="4696187"/>
            <a:chOff x="660400" y="1130300"/>
            <a:chExt cx="10858500" cy="4696187"/>
          </a:xfrm>
        </p:grpSpPr>
        <p:sp>
          <p:nvSpPr>
            <p:cNvPr id="37" name="-1">
              <a:extLst>
                <a:ext uri="{FF2B5EF4-FFF2-40B4-BE49-F238E27FC236}">
                  <a16:creationId xmlns:a16="http://schemas.microsoft.com/office/drawing/2014/main" id="{740FE8D4-609B-4738-4E52-029B5E7252E2}"/>
                </a:ext>
              </a:extLst>
            </p:cNvPr>
            <p:cNvSpPr/>
            <p:nvPr/>
          </p:nvSpPr>
          <p:spPr>
            <a:xfrm>
              <a:off x="1538990" y="2471098"/>
              <a:ext cx="2984884" cy="2980570"/>
            </a:xfrm>
            <a:custGeom>
              <a:avLst/>
              <a:gdLst>
                <a:gd name="connsiteX0" fmla="*/ 284011 w 607883"/>
                <a:gd name="connsiteY0" fmla="*/ 173732 h 607004"/>
                <a:gd name="connsiteX1" fmla="*/ 323619 w 607883"/>
                <a:gd name="connsiteY1" fmla="*/ 179065 h 607004"/>
                <a:gd name="connsiteX2" fmla="*/ 231607 w 607883"/>
                <a:gd name="connsiteY2" fmla="*/ 270946 h 607004"/>
                <a:gd name="connsiteX3" fmla="*/ 231607 w 607883"/>
                <a:gd name="connsiteY3" fmla="*/ 375716 h 607004"/>
                <a:gd name="connsiteX4" fmla="*/ 284011 w 607883"/>
                <a:gd name="connsiteY4" fmla="*/ 397381 h 607004"/>
                <a:gd name="connsiteX5" fmla="*/ 336525 w 607883"/>
                <a:gd name="connsiteY5" fmla="*/ 375716 h 607004"/>
                <a:gd name="connsiteX6" fmla="*/ 428536 w 607883"/>
                <a:gd name="connsiteY6" fmla="*/ 283834 h 607004"/>
                <a:gd name="connsiteX7" fmla="*/ 433765 w 607883"/>
                <a:gd name="connsiteY7" fmla="*/ 323275 h 607004"/>
                <a:gd name="connsiteX8" fmla="*/ 284011 w 607883"/>
                <a:gd name="connsiteY8" fmla="*/ 472930 h 607004"/>
                <a:gd name="connsiteX9" fmla="*/ 134145 w 607883"/>
                <a:gd name="connsiteY9" fmla="*/ 323275 h 607004"/>
                <a:gd name="connsiteX10" fmla="*/ 284011 w 607883"/>
                <a:gd name="connsiteY10" fmla="*/ 173732 h 607004"/>
                <a:gd name="connsiteX11" fmla="*/ 284035 w 607883"/>
                <a:gd name="connsiteY11" fmla="*/ 39658 h 607004"/>
                <a:gd name="connsiteX12" fmla="*/ 402633 w 607883"/>
                <a:gd name="connsiteY12" fmla="*/ 65431 h 607004"/>
                <a:gd name="connsiteX13" fmla="*/ 408307 w 607883"/>
                <a:gd name="connsiteY13" fmla="*/ 94426 h 607004"/>
                <a:gd name="connsiteX14" fmla="*/ 369924 w 607883"/>
                <a:gd name="connsiteY14" fmla="*/ 132864 h 607004"/>
                <a:gd name="connsiteX15" fmla="*/ 284035 w 607883"/>
                <a:gd name="connsiteY15" fmla="*/ 114423 h 607004"/>
                <a:gd name="connsiteX16" fmla="*/ 74875 w 607883"/>
                <a:gd name="connsiteY16" fmla="*/ 323275 h 607004"/>
                <a:gd name="connsiteX17" fmla="*/ 284035 w 607883"/>
                <a:gd name="connsiteY17" fmla="*/ 532128 h 607004"/>
                <a:gd name="connsiteX18" fmla="*/ 493195 w 607883"/>
                <a:gd name="connsiteY18" fmla="*/ 323275 h 607004"/>
                <a:gd name="connsiteX19" fmla="*/ 474726 w 607883"/>
                <a:gd name="connsiteY19" fmla="*/ 237624 h 607004"/>
                <a:gd name="connsiteX20" fmla="*/ 513221 w 607883"/>
                <a:gd name="connsiteY20" fmla="*/ 199186 h 607004"/>
                <a:gd name="connsiteX21" fmla="*/ 542258 w 607883"/>
                <a:gd name="connsiteY21" fmla="*/ 204852 h 607004"/>
                <a:gd name="connsiteX22" fmla="*/ 484962 w 607883"/>
                <a:gd name="connsiteY22" fmla="*/ 523907 h 607004"/>
                <a:gd name="connsiteX23" fmla="*/ 284035 w 607883"/>
                <a:gd name="connsiteY23" fmla="*/ 607004 h 607004"/>
                <a:gd name="connsiteX24" fmla="*/ 0 w 607883"/>
                <a:gd name="connsiteY24" fmla="*/ 323275 h 607004"/>
                <a:gd name="connsiteX25" fmla="*/ 284035 w 607883"/>
                <a:gd name="connsiteY25" fmla="*/ 39658 h 607004"/>
                <a:gd name="connsiteX26" fmla="*/ 506905 w 607883"/>
                <a:gd name="connsiteY26" fmla="*/ 0 h 607004"/>
                <a:gd name="connsiteX27" fmla="*/ 509798 w 607883"/>
                <a:gd name="connsiteY27" fmla="*/ 444 h 607004"/>
                <a:gd name="connsiteX28" fmla="*/ 516919 w 607883"/>
                <a:gd name="connsiteY28" fmla="*/ 8222 h 607004"/>
                <a:gd name="connsiteX29" fmla="*/ 531160 w 607883"/>
                <a:gd name="connsiteY29" fmla="*/ 76661 h 607004"/>
                <a:gd name="connsiteX30" fmla="*/ 599696 w 607883"/>
                <a:gd name="connsiteY30" fmla="*/ 90771 h 607004"/>
                <a:gd name="connsiteX31" fmla="*/ 607484 w 607883"/>
                <a:gd name="connsiteY31" fmla="*/ 97881 h 607004"/>
                <a:gd name="connsiteX32" fmla="*/ 604925 w 607883"/>
                <a:gd name="connsiteY32" fmla="*/ 108103 h 607004"/>
                <a:gd name="connsiteX33" fmla="*/ 555192 w 607883"/>
                <a:gd name="connsiteY33" fmla="*/ 157766 h 607004"/>
                <a:gd name="connsiteX34" fmla="*/ 547849 w 607883"/>
                <a:gd name="connsiteY34" fmla="*/ 160766 h 607004"/>
                <a:gd name="connsiteX35" fmla="*/ 545846 w 607883"/>
                <a:gd name="connsiteY35" fmla="*/ 160543 h 607004"/>
                <a:gd name="connsiteX36" fmla="*/ 498784 w 607883"/>
                <a:gd name="connsiteY36" fmla="*/ 150877 h 607004"/>
                <a:gd name="connsiteX37" fmla="*/ 305081 w 607883"/>
                <a:gd name="connsiteY37" fmla="*/ 344307 h 607004"/>
                <a:gd name="connsiteX38" fmla="*/ 263136 w 607883"/>
                <a:gd name="connsiteY38" fmla="*/ 344307 h 607004"/>
                <a:gd name="connsiteX39" fmla="*/ 263136 w 607883"/>
                <a:gd name="connsiteY39" fmla="*/ 302422 h 607004"/>
                <a:gd name="connsiteX40" fmla="*/ 456839 w 607883"/>
                <a:gd name="connsiteY40" fmla="*/ 108992 h 607004"/>
                <a:gd name="connsiteX41" fmla="*/ 447048 w 607883"/>
                <a:gd name="connsiteY41" fmla="*/ 61995 h 607004"/>
                <a:gd name="connsiteX42" fmla="*/ 449941 w 607883"/>
                <a:gd name="connsiteY42" fmla="*/ 52663 h 607004"/>
                <a:gd name="connsiteX43" fmla="*/ 499674 w 607883"/>
                <a:gd name="connsiteY43" fmla="*/ 3000 h 607004"/>
                <a:gd name="connsiteX44" fmla="*/ 506905 w 607883"/>
                <a:gd name="connsiteY44" fmla="*/ 0 h 607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607883" h="607004">
                  <a:moveTo>
                    <a:pt x="284011" y="173732"/>
                  </a:moveTo>
                  <a:cubicBezTo>
                    <a:pt x="297696" y="173732"/>
                    <a:pt x="311047" y="175510"/>
                    <a:pt x="323619" y="179065"/>
                  </a:cubicBezTo>
                  <a:lnTo>
                    <a:pt x="231607" y="270946"/>
                  </a:lnTo>
                  <a:cubicBezTo>
                    <a:pt x="202680" y="299833"/>
                    <a:pt x="202680" y="346829"/>
                    <a:pt x="231607" y="375716"/>
                  </a:cubicBezTo>
                  <a:cubicBezTo>
                    <a:pt x="245626" y="389715"/>
                    <a:pt x="264207" y="397381"/>
                    <a:pt x="284011" y="397381"/>
                  </a:cubicBezTo>
                  <a:cubicBezTo>
                    <a:pt x="303815" y="397381"/>
                    <a:pt x="322506" y="389715"/>
                    <a:pt x="336525" y="375716"/>
                  </a:cubicBezTo>
                  <a:lnTo>
                    <a:pt x="428536" y="283834"/>
                  </a:lnTo>
                  <a:cubicBezTo>
                    <a:pt x="431985" y="296389"/>
                    <a:pt x="433765" y="309610"/>
                    <a:pt x="433765" y="323275"/>
                  </a:cubicBezTo>
                  <a:cubicBezTo>
                    <a:pt x="433765" y="405824"/>
                    <a:pt x="366565" y="472930"/>
                    <a:pt x="284011" y="472930"/>
                  </a:cubicBezTo>
                  <a:cubicBezTo>
                    <a:pt x="201345" y="472930"/>
                    <a:pt x="134145" y="405824"/>
                    <a:pt x="134145" y="323275"/>
                  </a:cubicBezTo>
                  <a:cubicBezTo>
                    <a:pt x="134145" y="240838"/>
                    <a:pt x="201345" y="173732"/>
                    <a:pt x="284011" y="173732"/>
                  </a:cubicBezTo>
                  <a:close/>
                  <a:moveTo>
                    <a:pt x="284035" y="39658"/>
                  </a:moveTo>
                  <a:cubicBezTo>
                    <a:pt x="325644" y="39658"/>
                    <a:pt x="365919" y="48545"/>
                    <a:pt x="402633" y="65431"/>
                  </a:cubicBezTo>
                  <a:cubicBezTo>
                    <a:pt x="403078" y="69431"/>
                    <a:pt x="402967" y="68653"/>
                    <a:pt x="408307" y="94426"/>
                  </a:cubicBezTo>
                  <a:lnTo>
                    <a:pt x="369924" y="132864"/>
                  </a:lnTo>
                  <a:cubicBezTo>
                    <a:pt x="343668" y="121088"/>
                    <a:pt x="314630" y="114423"/>
                    <a:pt x="284035" y="114423"/>
                  </a:cubicBezTo>
                  <a:cubicBezTo>
                    <a:pt x="168663" y="114423"/>
                    <a:pt x="74875" y="208184"/>
                    <a:pt x="74875" y="323275"/>
                  </a:cubicBezTo>
                  <a:cubicBezTo>
                    <a:pt x="74875" y="438478"/>
                    <a:pt x="168663" y="532128"/>
                    <a:pt x="284035" y="532128"/>
                  </a:cubicBezTo>
                  <a:cubicBezTo>
                    <a:pt x="399295" y="532128"/>
                    <a:pt x="493195" y="438478"/>
                    <a:pt x="493195" y="323275"/>
                  </a:cubicBezTo>
                  <a:cubicBezTo>
                    <a:pt x="493195" y="292836"/>
                    <a:pt x="486631" y="263841"/>
                    <a:pt x="474726" y="237624"/>
                  </a:cubicBezTo>
                  <a:lnTo>
                    <a:pt x="513221" y="199186"/>
                  </a:lnTo>
                  <a:cubicBezTo>
                    <a:pt x="538921" y="204518"/>
                    <a:pt x="538587" y="204518"/>
                    <a:pt x="542258" y="204852"/>
                  </a:cubicBezTo>
                  <a:cubicBezTo>
                    <a:pt x="590209" y="309611"/>
                    <a:pt x="571185" y="437811"/>
                    <a:pt x="484962" y="523907"/>
                  </a:cubicBezTo>
                  <a:cubicBezTo>
                    <a:pt x="431337" y="577454"/>
                    <a:pt x="359911" y="607004"/>
                    <a:pt x="284035" y="607004"/>
                  </a:cubicBezTo>
                  <a:cubicBezTo>
                    <a:pt x="127053" y="607004"/>
                    <a:pt x="0" y="480026"/>
                    <a:pt x="0" y="323275"/>
                  </a:cubicBezTo>
                  <a:cubicBezTo>
                    <a:pt x="0" y="166525"/>
                    <a:pt x="127053" y="39658"/>
                    <a:pt x="284035" y="39658"/>
                  </a:cubicBezTo>
                  <a:close/>
                  <a:moveTo>
                    <a:pt x="506905" y="0"/>
                  </a:moveTo>
                  <a:cubicBezTo>
                    <a:pt x="507907" y="0"/>
                    <a:pt x="508908" y="111"/>
                    <a:pt x="509798" y="444"/>
                  </a:cubicBezTo>
                  <a:cubicBezTo>
                    <a:pt x="513470" y="1555"/>
                    <a:pt x="516251" y="4444"/>
                    <a:pt x="516919" y="8222"/>
                  </a:cubicBezTo>
                  <a:lnTo>
                    <a:pt x="531160" y="76661"/>
                  </a:lnTo>
                  <a:lnTo>
                    <a:pt x="599696" y="90771"/>
                  </a:lnTo>
                  <a:cubicBezTo>
                    <a:pt x="603367" y="91549"/>
                    <a:pt x="606371" y="94326"/>
                    <a:pt x="607484" y="97881"/>
                  </a:cubicBezTo>
                  <a:cubicBezTo>
                    <a:pt x="608485" y="101548"/>
                    <a:pt x="607595" y="105436"/>
                    <a:pt x="604925" y="108103"/>
                  </a:cubicBezTo>
                  <a:lnTo>
                    <a:pt x="555192" y="157766"/>
                  </a:lnTo>
                  <a:cubicBezTo>
                    <a:pt x="553189" y="159655"/>
                    <a:pt x="550630" y="160766"/>
                    <a:pt x="547849" y="160766"/>
                  </a:cubicBezTo>
                  <a:cubicBezTo>
                    <a:pt x="547181" y="160766"/>
                    <a:pt x="546514" y="160655"/>
                    <a:pt x="545846" y="160543"/>
                  </a:cubicBezTo>
                  <a:lnTo>
                    <a:pt x="498784" y="150877"/>
                  </a:lnTo>
                  <a:lnTo>
                    <a:pt x="305081" y="344307"/>
                  </a:lnTo>
                  <a:cubicBezTo>
                    <a:pt x="293510" y="355862"/>
                    <a:pt x="274707" y="355862"/>
                    <a:pt x="263136" y="344307"/>
                  </a:cubicBezTo>
                  <a:cubicBezTo>
                    <a:pt x="251565" y="332753"/>
                    <a:pt x="251565" y="313976"/>
                    <a:pt x="263136" y="302422"/>
                  </a:cubicBezTo>
                  <a:lnTo>
                    <a:pt x="456839" y="108992"/>
                  </a:lnTo>
                  <a:lnTo>
                    <a:pt x="447048" y="61995"/>
                  </a:lnTo>
                  <a:cubicBezTo>
                    <a:pt x="446380" y="58662"/>
                    <a:pt x="447493" y="55107"/>
                    <a:pt x="449941" y="52663"/>
                  </a:cubicBezTo>
                  <a:lnTo>
                    <a:pt x="499674" y="3000"/>
                  </a:lnTo>
                  <a:cubicBezTo>
                    <a:pt x="501565" y="1000"/>
                    <a:pt x="504235" y="0"/>
                    <a:pt x="506905" y="0"/>
                  </a:cubicBezTo>
                  <a:close/>
                </a:path>
              </a:pathLst>
            </a:custGeom>
            <a:gradFill flip="none" rotWithShape="0">
              <a:gsLst>
                <a:gs pos="0">
                  <a:schemeClr val="accent2">
                    <a:lumMod val="60000"/>
                    <a:lumOff val="40000"/>
                  </a:schemeClr>
                </a:gs>
                <a:gs pos="80000">
                  <a:schemeClr val="accent1"/>
                </a:gs>
              </a:gsLst>
              <a:lin ang="2700000" scaled="0"/>
              <a:tileRect/>
            </a:gradFill>
            <a:ln w="57150" cap="rnd">
              <a:noFill/>
              <a:prstDash val="solid"/>
              <a:round/>
            </a:ln>
            <a:effectLst>
              <a:outerShdw blurRad="254000" dist="127000" dir="2700000" algn="ctr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3765"/>
              <a:endParaRPr lang="en-US" sz="2000" b="1">
                <a:solidFill>
                  <a:srgbClr val="FFFFFF"/>
                </a:solidFill>
                <a:latin typeface="+mj-lt"/>
              </a:endParaRPr>
            </a:p>
          </p:txBody>
        </p:sp>
        <p:grpSp>
          <p:nvGrpSpPr>
            <p:cNvPr id="38" name="组合 37">
              <a:extLst>
                <a:ext uri="{FF2B5EF4-FFF2-40B4-BE49-F238E27FC236}">
                  <a16:creationId xmlns:a16="http://schemas.microsoft.com/office/drawing/2014/main" id="{5D0D14DE-F3DA-AADD-B02D-58DBEFCE65C0}"/>
                </a:ext>
              </a:extLst>
            </p:cNvPr>
            <p:cNvGrpSpPr/>
            <p:nvPr/>
          </p:nvGrpSpPr>
          <p:grpSpPr>
            <a:xfrm>
              <a:off x="5121156" y="2253810"/>
              <a:ext cx="5801758" cy="1113588"/>
              <a:chOff x="5632267" y="2528799"/>
              <a:chExt cx="5801758" cy="1113588"/>
            </a:xfrm>
          </p:grpSpPr>
          <p:sp>
            <p:nvSpPr>
              <p:cNvPr id="48" name="-2">
                <a:extLst>
                  <a:ext uri="{FF2B5EF4-FFF2-40B4-BE49-F238E27FC236}">
                    <a16:creationId xmlns:a16="http://schemas.microsoft.com/office/drawing/2014/main" id="{D44335BD-02C3-2B02-F8A1-68B2A48FE8CB}"/>
                  </a:ext>
                </a:extLst>
              </p:cNvPr>
              <p:cNvSpPr/>
              <p:nvPr/>
            </p:nvSpPr>
            <p:spPr>
              <a:xfrm flipH="1">
                <a:off x="6394025" y="2994387"/>
                <a:ext cx="5040000" cy="648000"/>
              </a:xfrm>
              <a:prstGeom prst="rect">
                <a:avLst/>
              </a:prstGeom>
            </p:spPr>
            <p:txBody>
              <a:bodyPr wrap="square" anchor="t" anchorCtr="0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1400"/>
                  <a:t>为确保演示效果，请将内容调整为简洁明了的表达方式。若需包含较多信息，可适当延展。</a:t>
                </a:r>
                <a:endParaRPr lang="zh-CN" altLang="en-US" sz="1400" dirty="0"/>
              </a:p>
            </p:txBody>
          </p:sp>
          <p:sp>
            <p:nvSpPr>
              <p:cNvPr id="49" name="-3">
                <a:extLst>
                  <a:ext uri="{FF2B5EF4-FFF2-40B4-BE49-F238E27FC236}">
                    <a16:creationId xmlns:a16="http://schemas.microsoft.com/office/drawing/2014/main" id="{0878AC66-05D3-FD48-82CD-EA83116BBA9A}"/>
                  </a:ext>
                </a:extLst>
              </p:cNvPr>
              <p:cNvSpPr txBox="1"/>
              <p:nvPr/>
            </p:nvSpPr>
            <p:spPr>
              <a:xfrm flipH="1">
                <a:off x="6394025" y="2528799"/>
                <a:ext cx="5040000" cy="432000"/>
              </a:xfrm>
              <a:prstGeom prst="rect">
                <a:avLst/>
              </a:prstGeom>
              <a:noFill/>
              <a:ln w="12700" cap="rnd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b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zh-CN"/>
                </a:defPPr>
                <a:lvl1pPr marL="0" algn="ctr" defTabSz="914354" rtl="0" eaLnBrk="1" latinLnBrk="0" hangingPunct="1">
                  <a:defRPr sz="1400" b="1" kern="1200">
                    <a:solidFill>
                      <a:schemeClr val="tx1">
                        <a:lumMod val="90000"/>
                        <a:lumOff val="10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00000"/>
                  </a:lnSpc>
                </a:pPr>
                <a:r>
                  <a:rPr lang="zh-CN" altLang="en-US" sz="2000">
                    <a:solidFill>
                      <a:schemeClr val="tx1"/>
                    </a:solidFill>
                  </a:rPr>
                  <a:t>提升市场份额</a:t>
                </a:r>
                <a:endParaRPr lang="zh-CN" altLang="en-US" sz="2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0" name="-4">
                <a:extLst>
                  <a:ext uri="{FF2B5EF4-FFF2-40B4-BE49-F238E27FC236}">
                    <a16:creationId xmlns:a16="http://schemas.microsoft.com/office/drawing/2014/main" id="{BEF4F5B3-FFF6-FB34-9E8C-6657D7BDFD6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632267" y="2612340"/>
                <a:ext cx="612002" cy="612000"/>
              </a:xfrm>
              <a:prstGeom prst="ellipse">
                <a:avLst/>
              </a:prstGeom>
              <a:solidFill>
                <a:schemeClr val="bg1"/>
              </a:solidFill>
              <a:ln w="12700" cap="rnd">
                <a:gradFill>
                  <a:gsLst>
                    <a:gs pos="20000">
                      <a:schemeClr val="accent1">
                        <a:alpha val="50000"/>
                      </a:schemeClr>
                    </a:gs>
                    <a:gs pos="100000">
                      <a:schemeClr val="accent1">
                        <a:lumMod val="40000"/>
                        <a:lumOff val="60000"/>
                        <a:alpha val="10000"/>
                      </a:schemeClr>
                    </a:gs>
                  </a:gsLst>
                  <a:lin ang="2700000" scaled="0"/>
                </a:gradFill>
                <a:prstDash val="solid"/>
                <a:round/>
              </a:ln>
              <a:effectLst>
                <a:outerShdw blurRad="254000" dist="127000" dir="2700000" algn="ctr" rotWithShape="0">
                  <a:schemeClr val="accent1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zh-CN" sz="2400" b="1">
                    <a:solidFill>
                      <a:schemeClr val="accent1"/>
                    </a:solidFill>
                  </a:rPr>
                  <a:t>1</a:t>
                </a:r>
                <a:endParaRPr lang="zh-CN" altLang="en-US" sz="2400" b="1" dirty="0">
                  <a:solidFill>
                    <a:schemeClr val="accent1"/>
                  </a:solidFill>
                </a:endParaRPr>
              </a:p>
            </p:txBody>
          </p:sp>
        </p:grpSp>
        <p:grpSp>
          <p:nvGrpSpPr>
            <p:cNvPr id="39" name="组合 38">
              <a:extLst>
                <a:ext uri="{FF2B5EF4-FFF2-40B4-BE49-F238E27FC236}">
                  <a16:creationId xmlns:a16="http://schemas.microsoft.com/office/drawing/2014/main" id="{6B8BC897-0415-E7AF-6A82-E3ADE5744E41}"/>
                </a:ext>
              </a:extLst>
            </p:cNvPr>
            <p:cNvGrpSpPr/>
            <p:nvPr/>
          </p:nvGrpSpPr>
          <p:grpSpPr>
            <a:xfrm>
              <a:off x="5121156" y="3483355"/>
              <a:ext cx="5801758" cy="1113588"/>
              <a:chOff x="5632267" y="3673495"/>
              <a:chExt cx="5801758" cy="1113588"/>
            </a:xfrm>
          </p:grpSpPr>
          <p:sp>
            <p:nvSpPr>
              <p:cNvPr id="45" name="-6">
                <a:extLst>
                  <a:ext uri="{FF2B5EF4-FFF2-40B4-BE49-F238E27FC236}">
                    <a16:creationId xmlns:a16="http://schemas.microsoft.com/office/drawing/2014/main" id="{66713D92-3A81-A659-00F6-41BB38FC20C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632267" y="3757037"/>
                <a:ext cx="612002" cy="612000"/>
              </a:xfrm>
              <a:prstGeom prst="ellipse">
                <a:avLst/>
              </a:prstGeom>
              <a:solidFill>
                <a:schemeClr val="bg1"/>
              </a:solidFill>
              <a:ln w="12700" cap="rnd">
                <a:gradFill>
                  <a:gsLst>
                    <a:gs pos="20000">
                      <a:schemeClr val="accent1">
                        <a:alpha val="50000"/>
                      </a:schemeClr>
                    </a:gs>
                    <a:gs pos="100000">
                      <a:schemeClr val="accent1">
                        <a:lumMod val="40000"/>
                        <a:lumOff val="60000"/>
                        <a:alpha val="10000"/>
                      </a:schemeClr>
                    </a:gs>
                  </a:gsLst>
                  <a:lin ang="2700000" scaled="0"/>
                </a:gradFill>
                <a:prstDash val="solid"/>
                <a:round/>
              </a:ln>
              <a:effectLst>
                <a:outerShdw blurRad="254000" dist="127000" dir="2700000" algn="ctr" rotWithShape="0">
                  <a:schemeClr val="accent1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zh-CN" sz="2400" b="1">
                    <a:solidFill>
                      <a:schemeClr val="accent1"/>
                    </a:solidFill>
                  </a:rPr>
                  <a:t>2</a:t>
                </a:r>
                <a:endParaRPr lang="zh-CN" altLang="en-US" sz="2400" b="1" dirty="0">
                  <a:solidFill>
                    <a:schemeClr val="accent1"/>
                  </a:solidFill>
                </a:endParaRPr>
              </a:p>
            </p:txBody>
          </p:sp>
          <p:sp>
            <p:nvSpPr>
              <p:cNvPr id="46" name="-8">
                <a:extLst>
                  <a:ext uri="{FF2B5EF4-FFF2-40B4-BE49-F238E27FC236}">
                    <a16:creationId xmlns:a16="http://schemas.microsoft.com/office/drawing/2014/main" id="{4F2E5312-8D39-BE77-91AA-907EFCC16EC8}"/>
                  </a:ext>
                </a:extLst>
              </p:cNvPr>
              <p:cNvSpPr/>
              <p:nvPr/>
            </p:nvSpPr>
            <p:spPr>
              <a:xfrm flipH="1">
                <a:off x="6394025" y="4139083"/>
                <a:ext cx="5040000" cy="648000"/>
              </a:xfrm>
              <a:prstGeom prst="rect">
                <a:avLst/>
              </a:prstGeom>
            </p:spPr>
            <p:txBody>
              <a:bodyPr wrap="square" anchor="t" anchorCtr="0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1400"/>
                  <a:t>为确保演示效果，请将内容调整为简洁明了的表达方式。若需包含较多信息，可适当延展。</a:t>
                </a:r>
                <a:endParaRPr lang="zh-CN" altLang="en-US" sz="1400" dirty="0"/>
              </a:p>
            </p:txBody>
          </p:sp>
          <p:sp>
            <p:nvSpPr>
              <p:cNvPr id="47" name="-9">
                <a:extLst>
                  <a:ext uri="{FF2B5EF4-FFF2-40B4-BE49-F238E27FC236}">
                    <a16:creationId xmlns:a16="http://schemas.microsoft.com/office/drawing/2014/main" id="{DDFFAFA8-C204-3D91-C40D-BBAD47E37BCC}"/>
                  </a:ext>
                </a:extLst>
              </p:cNvPr>
              <p:cNvSpPr txBox="1"/>
              <p:nvPr/>
            </p:nvSpPr>
            <p:spPr>
              <a:xfrm flipH="1">
                <a:off x="6394025" y="3673495"/>
                <a:ext cx="5040000" cy="432000"/>
              </a:xfrm>
              <a:prstGeom prst="rect">
                <a:avLst/>
              </a:prstGeom>
              <a:noFill/>
              <a:ln w="12700" cap="rnd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b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zh-CN"/>
                </a:defPPr>
                <a:lvl1pPr marL="0" algn="ctr" defTabSz="914354" rtl="0" eaLnBrk="1" latinLnBrk="0" hangingPunct="1">
                  <a:defRPr sz="1400" b="1" kern="1200">
                    <a:solidFill>
                      <a:schemeClr val="tx1">
                        <a:lumMod val="90000"/>
                        <a:lumOff val="10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00000"/>
                  </a:lnSpc>
                </a:pPr>
                <a:r>
                  <a:rPr lang="zh-CN" altLang="en-US" sz="2000">
                    <a:solidFill>
                      <a:schemeClr val="tx1"/>
                    </a:solidFill>
                  </a:rPr>
                  <a:t>优化产品结构</a:t>
                </a:r>
                <a:endParaRPr lang="zh-CN" altLang="en-US" sz="20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40" name="组合 39">
              <a:extLst>
                <a:ext uri="{FF2B5EF4-FFF2-40B4-BE49-F238E27FC236}">
                  <a16:creationId xmlns:a16="http://schemas.microsoft.com/office/drawing/2014/main" id="{2EF408D2-36C1-36B1-A699-AF878ECF4B68}"/>
                </a:ext>
              </a:extLst>
            </p:cNvPr>
            <p:cNvGrpSpPr/>
            <p:nvPr/>
          </p:nvGrpSpPr>
          <p:grpSpPr>
            <a:xfrm>
              <a:off x="5121156" y="4712900"/>
              <a:ext cx="5801757" cy="1113587"/>
              <a:chOff x="5632267" y="4818191"/>
              <a:chExt cx="5801757" cy="1113587"/>
            </a:xfrm>
          </p:grpSpPr>
          <p:sp>
            <p:nvSpPr>
              <p:cNvPr id="42" name="-10">
                <a:extLst>
                  <a:ext uri="{FF2B5EF4-FFF2-40B4-BE49-F238E27FC236}">
                    <a16:creationId xmlns:a16="http://schemas.microsoft.com/office/drawing/2014/main" id="{84B6D0CE-AF8F-B5D6-383D-E7302D93FB0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632267" y="4901733"/>
                <a:ext cx="612002" cy="612000"/>
              </a:xfrm>
              <a:prstGeom prst="ellipse">
                <a:avLst/>
              </a:prstGeom>
              <a:solidFill>
                <a:schemeClr val="bg1"/>
              </a:solidFill>
              <a:ln w="12700" cap="rnd">
                <a:gradFill>
                  <a:gsLst>
                    <a:gs pos="20000">
                      <a:schemeClr val="accent1">
                        <a:alpha val="50000"/>
                      </a:schemeClr>
                    </a:gs>
                    <a:gs pos="100000">
                      <a:schemeClr val="accent1">
                        <a:lumMod val="40000"/>
                        <a:lumOff val="60000"/>
                        <a:alpha val="10000"/>
                      </a:schemeClr>
                    </a:gs>
                  </a:gsLst>
                  <a:lin ang="2700000" scaled="0"/>
                </a:gradFill>
                <a:prstDash val="solid"/>
                <a:round/>
              </a:ln>
              <a:effectLst>
                <a:outerShdw blurRad="254000" dist="127000" dir="2700000" algn="ctr" rotWithShape="0">
                  <a:schemeClr val="accent1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zh-CN" sz="2400" b="1">
                    <a:solidFill>
                      <a:schemeClr val="accent1"/>
                    </a:solidFill>
                  </a:rPr>
                  <a:t>3</a:t>
                </a:r>
                <a:endParaRPr lang="zh-CN" altLang="en-US" sz="2400" b="1" dirty="0">
                  <a:solidFill>
                    <a:schemeClr val="accent1"/>
                  </a:solidFill>
                </a:endParaRPr>
              </a:p>
            </p:txBody>
          </p:sp>
          <p:sp>
            <p:nvSpPr>
              <p:cNvPr id="43" name="-12">
                <a:extLst>
                  <a:ext uri="{FF2B5EF4-FFF2-40B4-BE49-F238E27FC236}">
                    <a16:creationId xmlns:a16="http://schemas.microsoft.com/office/drawing/2014/main" id="{E4C8DB8A-221C-6F88-ACB8-DE92958C0373}"/>
                  </a:ext>
                </a:extLst>
              </p:cNvPr>
              <p:cNvSpPr/>
              <p:nvPr/>
            </p:nvSpPr>
            <p:spPr>
              <a:xfrm flipH="1">
                <a:off x="6394024" y="5283778"/>
                <a:ext cx="5040000" cy="648000"/>
              </a:xfrm>
              <a:prstGeom prst="rect">
                <a:avLst/>
              </a:prstGeom>
            </p:spPr>
            <p:txBody>
              <a:bodyPr wrap="square" anchor="t" anchorCtr="0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1400"/>
                  <a:t>为确保演示效果，请将内容调整为简洁明了的表达方式。若需包含较多信息，可适当延展。</a:t>
                </a:r>
                <a:endParaRPr lang="zh-CN" altLang="en-US" sz="1400" dirty="0"/>
              </a:p>
            </p:txBody>
          </p:sp>
          <p:sp>
            <p:nvSpPr>
              <p:cNvPr id="44" name="-13">
                <a:extLst>
                  <a:ext uri="{FF2B5EF4-FFF2-40B4-BE49-F238E27FC236}">
                    <a16:creationId xmlns:a16="http://schemas.microsoft.com/office/drawing/2014/main" id="{6197E67A-367A-341A-279D-2AB737BE6457}"/>
                  </a:ext>
                </a:extLst>
              </p:cNvPr>
              <p:cNvSpPr txBox="1"/>
              <p:nvPr/>
            </p:nvSpPr>
            <p:spPr>
              <a:xfrm flipH="1">
                <a:off x="6394024" y="4818191"/>
                <a:ext cx="5040000" cy="432000"/>
              </a:xfrm>
              <a:prstGeom prst="rect">
                <a:avLst/>
              </a:prstGeom>
              <a:noFill/>
              <a:ln w="12700" cap="rnd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b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zh-CN"/>
                </a:defPPr>
                <a:lvl1pPr marL="0" algn="ctr" defTabSz="914354" rtl="0" eaLnBrk="1" latinLnBrk="0" hangingPunct="1">
                  <a:defRPr sz="1400" b="1" kern="1200">
                    <a:solidFill>
                      <a:schemeClr val="tx1">
                        <a:lumMod val="90000"/>
                        <a:lumOff val="10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00000"/>
                  </a:lnSpc>
                </a:pPr>
                <a:r>
                  <a:rPr lang="zh-CN" altLang="en-US" sz="2000">
                    <a:solidFill>
                      <a:schemeClr val="tx1"/>
                    </a:solidFill>
                  </a:rPr>
                  <a:t>增强研发能力</a:t>
                </a:r>
                <a:endParaRPr lang="zh-CN" altLang="en-US" sz="20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1" name="-14">
              <a:extLst>
                <a:ext uri="{FF2B5EF4-FFF2-40B4-BE49-F238E27FC236}">
                  <a16:creationId xmlns:a16="http://schemas.microsoft.com/office/drawing/2014/main" id="{FFC7F5C4-DAE6-02AD-F7EA-8733D3EED1A5}"/>
                </a:ext>
              </a:extLst>
            </p:cNvPr>
            <p:cNvSpPr/>
            <p:nvPr/>
          </p:nvSpPr>
          <p:spPr>
            <a:xfrm>
              <a:off x="660400" y="1130300"/>
              <a:ext cx="10858500" cy="848311"/>
            </a:xfrm>
            <a:prstGeom prst="rect">
              <a:avLst/>
            </a:prstGeom>
          </p:spPr>
          <p:txBody>
            <a:bodyPr wrap="square" anchor="t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0000"/>
                </a:lnSpc>
                <a:buSzPct val="25000"/>
              </a:pPr>
              <a:r>
                <a:rPr lang="zh-CN" altLang="en-US" sz="2800" b="1">
                  <a:solidFill>
                    <a:schemeClr val="tx1"/>
                  </a:solidFill>
                </a:rPr>
                <a:t>下季度行业发展的主要目标</a:t>
              </a:r>
              <a:endParaRPr lang="zh-CN" altLang="en-US" sz="2800" b="1" dirty="0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/>
              <a:t>工作重点</a:t>
            </a:r>
            <a:endParaRPr lang="en-US" dirty="0"/>
          </a:p>
        </p:txBody>
      </p: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7CDA8AD1-F794-CCE0-7B0D-793B4DD62D6A}"/>
              </a:ext>
            </a:extLst>
          </p:cNvPr>
          <p:cNvGrpSpPr/>
          <p:nvPr/>
        </p:nvGrpSpPr>
        <p:grpSpPr>
          <a:xfrm>
            <a:off x="660400" y="938463"/>
            <a:ext cx="10858500" cy="5387474"/>
            <a:chOff x="660400" y="938463"/>
            <a:chExt cx="10858500" cy="5387474"/>
          </a:xfrm>
        </p:grpSpPr>
        <p:sp>
          <p:nvSpPr>
            <p:cNvPr id="35" name="-1">
              <a:extLst>
                <a:ext uri="{FF2B5EF4-FFF2-40B4-BE49-F238E27FC236}">
                  <a16:creationId xmlns:a16="http://schemas.microsoft.com/office/drawing/2014/main" id="{BB504238-B0EA-753F-06C8-A5858F86007C}"/>
                </a:ext>
              </a:extLst>
            </p:cNvPr>
            <p:cNvSpPr>
              <a:spLocks noChangeAspect="1"/>
            </p:cNvSpPr>
            <p:nvPr/>
          </p:nvSpPr>
          <p:spPr>
            <a:xfrm flipV="1">
              <a:off x="3402263" y="938463"/>
              <a:ext cx="5387474" cy="5387474"/>
            </a:xfrm>
            <a:prstGeom prst="ellipse">
              <a:avLst/>
            </a:prstGeom>
            <a:noFill/>
            <a:ln w="12700">
              <a:gradFill flip="none" rotWithShape="1">
                <a:gsLst>
                  <a:gs pos="0">
                    <a:schemeClr val="accent1">
                      <a:alpha val="15000"/>
                    </a:schemeClr>
                  </a:gs>
                  <a:gs pos="30000">
                    <a:schemeClr val="accent1">
                      <a:alpha val="0"/>
                    </a:schemeClr>
                  </a:gs>
                  <a:gs pos="70000">
                    <a:schemeClr val="accent2">
                      <a:alpha val="0"/>
                    </a:schemeClr>
                  </a:gs>
                  <a:gs pos="100000">
                    <a:schemeClr val="accent2">
                      <a:alpha val="15000"/>
                    </a:schemeClr>
                  </a:gs>
                </a:gsLst>
                <a:lin ang="0" scaled="1"/>
                <a:tileRect/>
              </a:gra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dirty="0">
                <a:cs typeface="+mn-ea"/>
                <a:sym typeface="+mn-lt"/>
              </a:endParaRPr>
            </a:p>
          </p:txBody>
        </p:sp>
        <p:sp>
          <p:nvSpPr>
            <p:cNvPr id="36" name="-3">
              <a:extLst>
                <a:ext uri="{FF2B5EF4-FFF2-40B4-BE49-F238E27FC236}">
                  <a16:creationId xmlns:a16="http://schemas.microsoft.com/office/drawing/2014/main" id="{45DA5C0E-A61F-B234-B5B8-D9302B43EA4D}"/>
                </a:ext>
              </a:extLst>
            </p:cNvPr>
            <p:cNvSpPr>
              <a:spLocks noChangeAspect="1"/>
            </p:cNvSpPr>
            <p:nvPr/>
          </p:nvSpPr>
          <p:spPr>
            <a:xfrm flipV="1">
              <a:off x="4010526" y="1546726"/>
              <a:ext cx="4170948" cy="4170948"/>
            </a:xfrm>
            <a:prstGeom prst="donut">
              <a:avLst>
                <a:gd name="adj" fmla="val 9999"/>
              </a:avLst>
            </a:prstGeom>
            <a:gradFill flip="none" rotWithShape="1">
              <a:gsLst>
                <a:gs pos="60000">
                  <a:schemeClr val="accent2">
                    <a:alpha val="0"/>
                  </a:schemeClr>
                </a:gs>
                <a:gs pos="40000">
                  <a:schemeClr val="accent1">
                    <a:alpha val="0"/>
                  </a:schemeClr>
                </a:gs>
                <a:gs pos="0">
                  <a:schemeClr val="accent1">
                    <a:alpha val="20000"/>
                  </a:schemeClr>
                </a:gs>
                <a:gs pos="100000">
                  <a:schemeClr val="accent2">
                    <a:alpha val="20000"/>
                  </a:schemeClr>
                </a:gs>
              </a:gsLst>
              <a:lin ang="0" scaled="1"/>
              <a:tileRect/>
            </a:gradFill>
            <a:ln w="254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dirty="0">
                <a:cs typeface="+mn-ea"/>
                <a:sym typeface="+mn-lt"/>
              </a:endParaRPr>
            </a:p>
          </p:txBody>
        </p:sp>
        <p:sp>
          <p:nvSpPr>
            <p:cNvPr id="37" name="-5">
              <a:extLst>
                <a:ext uri="{FF2B5EF4-FFF2-40B4-BE49-F238E27FC236}">
                  <a16:creationId xmlns:a16="http://schemas.microsoft.com/office/drawing/2014/main" id="{B76CE7E4-27BE-857E-B4E6-3B3366B8AB11}"/>
                </a:ext>
              </a:extLst>
            </p:cNvPr>
            <p:cNvSpPr>
              <a:spLocks noChangeAspect="1"/>
            </p:cNvSpPr>
            <p:nvPr/>
          </p:nvSpPr>
          <p:spPr>
            <a:xfrm rot="10800000" flipH="1" flipV="1">
              <a:off x="4622093" y="2158293"/>
              <a:ext cx="2947814" cy="2947814"/>
            </a:xfrm>
            <a:prstGeom prst="ellipse">
              <a:avLst/>
            </a:prstGeom>
            <a:gradFill flip="none" rotWithShape="0">
              <a:gsLst>
                <a:gs pos="0">
                  <a:schemeClr val="accent2">
                    <a:lumMod val="60000"/>
                    <a:lumOff val="40000"/>
                  </a:schemeClr>
                </a:gs>
                <a:gs pos="80000">
                  <a:schemeClr val="accent1"/>
                </a:gs>
              </a:gsLst>
              <a:lin ang="2700000" scaled="0"/>
              <a:tileRect/>
            </a:gradFill>
            <a:ln w="57150" cap="rnd">
              <a:noFill/>
              <a:prstDash val="solid"/>
              <a:round/>
            </a:ln>
            <a:effectLst>
              <a:outerShdw blurRad="254000" dist="127000" dir="2700000" algn="ctr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 defTabSz="913765"/>
              <a:endParaRPr lang="zh-CN" altLang="en-US" sz="2000" b="1">
                <a:solidFill>
                  <a:srgbClr val="FFFFFF"/>
                </a:solidFill>
                <a:latin typeface="+mj-lt"/>
                <a:sym typeface="+mn-lt"/>
              </a:endParaRPr>
            </a:p>
          </p:txBody>
        </p:sp>
        <p:sp>
          <p:nvSpPr>
            <p:cNvPr id="38" name="-17">
              <a:extLst>
                <a:ext uri="{FF2B5EF4-FFF2-40B4-BE49-F238E27FC236}">
                  <a16:creationId xmlns:a16="http://schemas.microsoft.com/office/drawing/2014/main" id="{86893273-C4A0-5F22-2413-04A7BD8F883D}"/>
                </a:ext>
              </a:extLst>
            </p:cNvPr>
            <p:cNvSpPr/>
            <p:nvPr/>
          </p:nvSpPr>
          <p:spPr>
            <a:xfrm>
              <a:off x="5825073" y="2579797"/>
              <a:ext cx="529152" cy="714354"/>
            </a:xfrm>
            <a:custGeom>
              <a:avLst/>
              <a:gdLst>
                <a:gd name="connsiteX0" fmla="*/ 86973 w 381000"/>
                <a:gd name="connsiteY0" fmla="*/ 38721 h 514350"/>
                <a:gd name="connsiteX1" fmla="*/ 86973 w 381000"/>
                <a:gd name="connsiteY1" fmla="*/ 57771 h 514350"/>
                <a:gd name="connsiteX2" fmla="*/ 123168 w 381000"/>
                <a:gd name="connsiteY2" fmla="*/ 95871 h 514350"/>
                <a:gd name="connsiteX3" fmla="*/ 125073 w 381000"/>
                <a:gd name="connsiteY3" fmla="*/ 95871 h 514350"/>
                <a:gd name="connsiteX4" fmla="*/ 258423 w 381000"/>
                <a:gd name="connsiteY4" fmla="*/ 95871 h 514350"/>
                <a:gd name="connsiteX5" fmla="*/ 296523 w 381000"/>
                <a:gd name="connsiteY5" fmla="*/ 59676 h 514350"/>
                <a:gd name="connsiteX6" fmla="*/ 296523 w 381000"/>
                <a:gd name="connsiteY6" fmla="*/ 57771 h 514350"/>
                <a:gd name="connsiteX7" fmla="*/ 296523 w 381000"/>
                <a:gd name="connsiteY7" fmla="*/ 38721 h 514350"/>
                <a:gd name="connsiteX8" fmla="*/ 353673 w 381000"/>
                <a:gd name="connsiteY8" fmla="*/ 38721 h 514350"/>
                <a:gd name="connsiteX9" fmla="*/ 382248 w 381000"/>
                <a:gd name="connsiteY9" fmla="*/ 67296 h 514350"/>
                <a:gd name="connsiteX10" fmla="*/ 382248 w 381000"/>
                <a:gd name="connsiteY10" fmla="*/ 486396 h 514350"/>
                <a:gd name="connsiteX11" fmla="*/ 353673 w 381000"/>
                <a:gd name="connsiteY11" fmla="*/ 514971 h 514350"/>
                <a:gd name="connsiteX12" fmla="*/ 29823 w 381000"/>
                <a:gd name="connsiteY12" fmla="*/ 514971 h 514350"/>
                <a:gd name="connsiteX13" fmla="*/ 1248 w 381000"/>
                <a:gd name="connsiteY13" fmla="*/ 486396 h 514350"/>
                <a:gd name="connsiteX14" fmla="*/ 1248 w 381000"/>
                <a:gd name="connsiteY14" fmla="*/ 67296 h 514350"/>
                <a:gd name="connsiteX15" fmla="*/ 29823 w 381000"/>
                <a:gd name="connsiteY15" fmla="*/ 38721 h 514350"/>
                <a:gd name="connsiteX16" fmla="*/ 86973 w 381000"/>
                <a:gd name="connsiteY16" fmla="*/ 38721 h 514350"/>
                <a:gd name="connsiteX17" fmla="*/ 191748 w 381000"/>
                <a:gd name="connsiteY17" fmla="*/ 333996 h 514350"/>
                <a:gd name="connsiteX18" fmla="*/ 77448 w 381000"/>
                <a:gd name="connsiteY18" fmla="*/ 333996 h 514350"/>
                <a:gd name="connsiteX19" fmla="*/ 77448 w 381000"/>
                <a:gd name="connsiteY19" fmla="*/ 353046 h 514350"/>
                <a:gd name="connsiteX20" fmla="*/ 191748 w 381000"/>
                <a:gd name="connsiteY20" fmla="*/ 353046 h 514350"/>
                <a:gd name="connsiteX21" fmla="*/ 191748 w 381000"/>
                <a:gd name="connsiteY21" fmla="*/ 333996 h 514350"/>
                <a:gd name="connsiteX22" fmla="*/ 306048 w 381000"/>
                <a:gd name="connsiteY22" fmla="*/ 257796 h 514350"/>
                <a:gd name="connsiteX23" fmla="*/ 77448 w 381000"/>
                <a:gd name="connsiteY23" fmla="*/ 257796 h 514350"/>
                <a:gd name="connsiteX24" fmla="*/ 77448 w 381000"/>
                <a:gd name="connsiteY24" fmla="*/ 276846 h 514350"/>
                <a:gd name="connsiteX25" fmla="*/ 306048 w 381000"/>
                <a:gd name="connsiteY25" fmla="*/ 276846 h 514350"/>
                <a:gd name="connsiteX26" fmla="*/ 306048 w 381000"/>
                <a:gd name="connsiteY26" fmla="*/ 257796 h 514350"/>
                <a:gd name="connsiteX27" fmla="*/ 306048 w 381000"/>
                <a:gd name="connsiteY27" fmla="*/ 181596 h 514350"/>
                <a:gd name="connsiteX28" fmla="*/ 77448 w 381000"/>
                <a:gd name="connsiteY28" fmla="*/ 181596 h 514350"/>
                <a:gd name="connsiteX29" fmla="*/ 77448 w 381000"/>
                <a:gd name="connsiteY29" fmla="*/ 200646 h 514350"/>
                <a:gd name="connsiteX30" fmla="*/ 306048 w 381000"/>
                <a:gd name="connsiteY30" fmla="*/ 200646 h 514350"/>
                <a:gd name="connsiteX31" fmla="*/ 306048 w 381000"/>
                <a:gd name="connsiteY31" fmla="*/ 181596 h 514350"/>
                <a:gd name="connsiteX32" fmla="*/ 248898 w 381000"/>
                <a:gd name="connsiteY32" fmla="*/ 621 h 514350"/>
                <a:gd name="connsiteX33" fmla="*/ 277473 w 381000"/>
                <a:gd name="connsiteY33" fmla="*/ 29196 h 514350"/>
                <a:gd name="connsiteX34" fmla="*/ 277473 w 381000"/>
                <a:gd name="connsiteY34" fmla="*/ 48246 h 514350"/>
                <a:gd name="connsiteX35" fmla="*/ 248898 w 381000"/>
                <a:gd name="connsiteY35" fmla="*/ 76821 h 514350"/>
                <a:gd name="connsiteX36" fmla="*/ 134598 w 381000"/>
                <a:gd name="connsiteY36" fmla="*/ 76821 h 514350"/>
                <a:gd name="connsiteX37" fmla="*/ 106023 w 381000"/>
                <a:gd name="connsiteY37" fmla="*/ 48246 h 514350"/>
                <a:gd name="connsiteX38" fmla="*/ 106023 w 381000"/>
                <a:gd name="connsiteY38" fmla="*/ 29196 h 514350"/>
                <a:gd name="connsiteX39" fmla="*/ 134598 w 381000"/>
                <a:gd name="connsiteY39" fmla="*/ 621 h 514350"/>
                <a:gd name="connsiteX40" fmla="*/ 248898 w 381000"/>
                <a:gd name="connsiteY40" fmla="*/ 621 h 51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81000" h="514350">
                  <a:moveTo>
                    <a:pt x="86973" y="38721"/>
                  </a:moveTo>
                  <a:lnTo>
                    <a:pt x="86973" y="57771"/>
                  </a:lnTo>
                  <a:cubicBezTo>
                    <a:pt x="86973" y="78155"/>
                    <a:pt x="102975" y="94823"/>
                    <a:pt x="123168" y="95871"/>
                  </a:cubicBezTo>
                  <a:lnTo>
                    <a:pt x="125073" y="95871"/>
                  </a:lnTo>
                  <a:lnTo>
                    <a:pt x="258423" y="95871"/>
                  </a:lnTo>
                  <a:cubicBezTo>
                    <a:pt x="278807" y="95871"/>
                    <a:pt x="295475" y="79869"/>
                    <a:pt x="296523" y="59676"/>
                  </a:cubicBezTo>
                  <a:lnTo>
                    <a:pt x="296523" y="57771"/>
                  </a:lnTo>
                  <a:lnTo>
                    <a:pt x="296523" y="38721"/>
                  </a:lnTo>
                  <a:lnTo>
                    <a:pt x="353673" y="38721"/>
                  </a:lnTo>
                  <a:cubicBezTo>
                    <a:pt x="369485" y="38721"/>
                    <a:pt x="382248" y="51485"/>
                    <a:pt x="382248" y="67296"/>
                  </a:cubicBezTo>
                  <a:lnTo>
                    <a:pt x="382248" y="486396"/>
                  </a:lnTo>
                  <a:cubicBezTo>
                    <a:pt x="382248" y="502207"/>
                    <a:pt x="369485" y="514971"/>
                    <a:pt x="353673" y="514971"/>
                  </a:cubicBezTo>
                  <a:lnTo>
                    <a:pt x="29823" y="514971"/>
                  </a:lnTo>
                  <a:cubicBezTo>
                    <a:pt x="14011" y="514971"/>
                    <a:pt x="1248" y="502207"/>
                    <a:pt x="1248" y="486396"/>
                  </a:cubicBezTo>
                  <a:lnTo>
                    <a:pt x="1248" y="67296"/>
                  </a:lnTo>
                  <a:cubicBezTo>
                    <a:pt x="1248" y="51485"/>
                    <a:pt x="14011" y="38721"/>
                    <a:pt x="29823" y="38721"/>
                  </a:cubicBezTo>
                  <a:lnTo>
                    <a:pt x="86973" y="38721"/>
                  </a:lnTo>
                  <a:close/>
                  <a:moveTo>
                    <a:pt x="191748" y="333996"/>
                  </a:moveTo>
                  <a:lnTo>
                    <a:pt x="77448" y="333996"/>
                  </a:lnTo>
                  <a:lnTo>
                    <a:pt x="77448" y="353046"/>
                  </a:lnTo>
                  <a:lnTo>
                    <a:pt x="191748" y="353046"/>
                  </a:lnTo>
                  <a:lnTo>
                    <a:pt x="191748" y="333996"/>
                  </a:lnTo>
                  <a:close/>
                  <a:moveTo>
                    <a:pt x="306048" y="257796"/>
                  </a:moveTo>
                  <a:lnTo>
                    <a:pt x="77448" y="257796"/>
                  </a:lnTo>
                  <a:lnTo>
                    <a:pt x="77448" y="276846"/>
                  </a:lnTo>
                  <a:lnTo>
                    <a:pt x="306048" y="276846"/>
                  </a:lnTo>
                  <a:lnTo>
                    <a:pt x="306048" y="257796"/>
                  </a:lnTo>
                  <a:close/>
                  <a:moveTo>
                    <a:pt x="306048" y="181596"/>
                  </a:moveTo>
                  <a:lnTo>
                    <a:pt x="77448" y="181596"/>
                  </a:lnTo>
                  <a:lnTo>
                    <a:pt x="77448" y="200646"/>
                  </a:lnTo>
                  <a:lnTo>
                    <a:pt x="306048" y="200646"/>
                  </a:lnTo>
                  <a:lnTo>
                    <a:pt x="306048" y="181596"/>
                  </a:lnTo>
                  <a:close/>
                  <a:moveTo>
                    <a:pt x="248898" y="621"/>
                  </a:moveTo>
                  <a:cubicBezTo>
                    <a:pt x="264710" y="621"/>
                    <a:pt x="277473" y="13385"/>
                    <a:pt x="277473" y="29196"/>
                  </a:cubicBezTo>
                  <a:lnTo>
                    <a:pt x="277473" y="48246"/>
                  </a:lnTo>
                  <a:cubicBezTo>
                    <a:pt x="277473" y="64057"/>
                    <a:pt x="264710" y="76821"/>
                    <a:pt x="248898" y="76821"/>
                  </a:cubicBezTo>
                  <a:lnTo>
                    <a:pt x="134598" y="76821"/>
                  </a:lnTo>
                  <a:cubicBezTo>
                    <a:pt x="118786" y="76821"/>
                    <a:pt x="106023" y="64057"/>
                    <a:pt x="106023" y="48246"/>
                  </a:cubicBezTo>
                  <a:lnTo>
                    <a:pt x="106023" y="29196"/>
                  </a:lnTo>
                  <a:cubicBezTo>
                    <a:pt x="106023" y="13385"/>
                    <a:pt x="118786" y="621"/>
                    <a:pt x="134598" y="621"/>
                  </a:cubicBezTo>
                  <a:lnTo>
                    <a:pt x="248898" y="621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lumMod val="20000"/>
                    <a:lumOff val="80000"/>
                    <a:alpha val="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16200000" scaled="1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200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39" name="Title">
              <a:extLst>
                <a:ext uri="{FF2B5EF4-FFF2-40B4-BE49-F238E27FC236}">
                  <a16:creationId xmlns:a16="http://schemas.microsoft.com/office/drawing/2014/main" id="{56403B2B-AAE3-AFB1-5839-D3C2ABBB93C1}"/>
                </a:ext>
              </a:extLst>
            </p:cNvPr>
            <p:cNvSpPr txBox="1">
              <a:spLocks/>
            </p:cNvSpPr>
            <p:nvPr/>
          </p:nvSpPr>
          <p:spPr>
            <a:xfrm>
              <a:off x="4707689" y="3130508"/>
              <a:ext cx="2763922" cy="140620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lIns="91440" tIns="45720" rIns="91440" bIns="4572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3765" rtl="0" eaLnBrk="1" fontAlgn="auto" latinLnBrk="0" hangingPunct="1">
                <a:spcBef>
                  <a:spcPts val="0"/>
                </a:spcBef>
                <a:buClrTx/>
                <a:buSzPct val="25000"/>
                <a:buFontTx/>
                <a:buNone/>
                <a:defRPr/>
              </a:pPr>
              <a:r>
                <a: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cs typeface="+mn-ea"/>
                  <a:sym typeface="+mn-lt"/>
                </a:rPr>
                <a:t>需要重点关注</a:t>
              </a:r>
              <a:endPara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+mn-ea"/>
                <a:sym typeface="+mn-lt"/>
              </a:endParaRPr>
            </a:p>
            <a:p>
              <a:pPr marL="0" marR="0" lvl="0" indent="0" algn="ctr" defTabSz="913765" rtl="0" eaLnBrk="1" fontAlgn="auto" latinLnBrk="0" hangingPunct="1">
                <a:spcBef>
                  <a:spcPts val="0"/>
                </a:spcBef>
                <a:buClrTx/>
                <a:buSzPct val="25000"/>
                <a:buFontTx/>
                <a:buNone/>
                <a:defRPr/>
              </a:pPr>
              <a:r>
                <a: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cs typeface="+mn-ea"/>
                  <a:sym typeface="+mn-lt"/>
                </a:rPr>
                <a:t>的项目及领域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grpSp>
          <p:nvGrpSpPr>
            <p:cNvPr id="40" name="组合 39">
              <a:extLst>
                <a:ext uri="{FF2B5EF4-FFF2-40B4-BE49-F238E27FC236}">
                  <a16:creationId xmlns:a16="http://schemas.microsoft.com/office/drawing/2014/main" id="{3DFB9B9F-CE57-121C-F13B-F129B8C582D1}"/>
                </a:ext>
              </a:extLst>
            </p:cNvPr>
            <p:cNvGrpSpPr/>
            <p:nvPr/>
          </p:nvGrpSpPr>
          <p:grpSpPr>
            <a:xfrm>
              <a:off x="660400" y="1336986"/>
              <a:ext cx="3060001" cy="1528724"/>
              <a:chOff x="660400" y="1336986"/>
              <a:chExt cx="3060001" cy="1528724"/>
            </a:xfrm>
          </p:grpSpPr>
          <p:sp>
            <p:nvSpPr>
              <p:cNvPr id="67" name="Bullet1">
                <a:extLst>
                  <a:ext uri="{FF2B5EF4-FFF2-40B4-BE49-F238E27FC236}">
                    <a16:creationId xmlns:a16="http://schemas.microsoft.com/office/drawing/2014/main" id="{2E3C1A9B-AB97-04B7-4C3D-9284A29A2C2A}"/>
                  </a:ext>
                </a:extLst>
              </p:cNvPr>
              <p:cNvSpPr/>
              <p:nvPr/>
            </p:nvSpPr>
            <p:spPr>
              <a:xfrm>
                <a:off x="660400" y="1336986"/>
                <a:ext cx="2542900" cy="540000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60000">
                    <a:schemeClr val="accent1"/>
                  </a:gs>
                </a:gsLst>
                <a:lin ang="2700000" scaled="0"/>
              </a:gradFill>
              <a:ln w="57150" cap="rnd">
                <a:noFill/>
                <a:prstDash val="solid"/>
                <a:round/>
              </a:ln>
              <a:effectLst>
                <a:outerShdw blurRad="254000" dist="127000" dir="5400000" algn="ctr" rotWithShape="0">
                  <a:schemeClr val="accent1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 defTabSz="913765"/>
                <a:r>
                  <a:rPr lang="zh-CN" altLang="en-US" sz="2000" b="1">
                    <a:solidFill>
                      <a:srgbClr val="FFFFFF"/>
                    </a:solidFill>
                    <a:cs typeface="+mn-ea"/>
                    <a:sym typeface="+mn-lt"/>
                  </a:rPr>
                  <a:t>市场拓展</a:t>
                </a:r>
              </a:p>
            </p:txBody>
          </p:sp>
          <p:sp>
            <p:nvSpPr>
              <p:cNvPr id="68" name="Text1">
                <a:extLst>
                  <a:ext uri="{FF2B5EF4-FFF2-40B4-BE49-F238E27FC236}">
                    <a16:creationId xmlns:a16="http://schemas.microsoft.com/office/drawing/2014/main" id="{F35897B3-C3C2-F3C5-D7F4-12AFA8B1F1FE}"/>
                  </a:ext>
                </a:extLst>
              </p:cNvPr>
              <p:cNvSpPr txBox="1"/>
              <p:nvPr/>
            </p:nvSpPr>
            <p:spPr>
              <a:xfrm>
                <a:off x="660401" y="1965710"/>
                <a:ext cx="3060000" cy="900000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400">
                    <a:cs typeface="+mn-ea"/>
                    <a:sym typeface="+mn-lt"/>
                  </a:rPr>
                  <a:t>为确保演示效果，请将内容调整为简洁明了的表达方式。若需包含较多信息，可适当延展。</a:t>
                </a:r>
                <a:endParaRPr lang="zh-CN" altLang="en-US" sz="1400" dirty="0">
                  <a:cs typeface="+mn-ea"/>
                  <a:sym typeface="+mn-lt"/>
                </a:endParaRPr>
              </a:p>
            </p:txBody>
          </p:sp>
        </p:grpSp>
        <p:grpSp>
          <p:nvGrpSpPr>
            <p:cNvPr id="41" name="组合 40">
              <a:extLst>
                <a:ext uri="{FF2B5EF4-FFF2-40B4-BE49-F238E27FC236}">
                  <a16:creationId xmlns:a16="http://schemas.microsoft.com/office/drawing/2014/main" id="{0BEB764C-17F8-CE3B-4B50-6918A90BBF8E}"/>
                </a:ext>
              </a:extLst>
            </p:cNvPr>
            <p:cNvGrpSpPr/>
            <p:nvPr/>
          </p:nvGrpSpPr>
          <p:grpSpPr>
            <a:xfrm>
              <a:off x="660400" y="2942865"/>
              <a:ext cx="3060001" cy="1528727"/>
              <a:chOff x="660400" y="2942865"/>
              <a:chExt cx="3060001" cy="1528727"/>
            </a:xfrm>
          </p:grpSpPr>
          <p:sp>
            <p:nvSpPr>
              <p:cNvPr id="65" name="Bullet2">
                <a:extLst>
                  <a:ext uri="{FF2B5EF4-FFF2-40B4-BE49-F238E27FC236}">
                    <a16:creationId xmlns:a16="http://schemas.microsoft.com/office/drawing/2014/main" id="{FAF60E49-7DC1-DB8E-7E6E-C1E63E769A7A}"/>
                  </a:ext>
                </a:extLst>
              </p:cNvPr>
              <p:cNvSpPr/>
              <p:nvPr/>
            </p:nvSpPr>
            <p:spPr>
              <a:xfrm>
                <a:off x="660400" y="2942865"/>
                <a:ext cx="2542900" cy="540000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60000">
                    <a:schemeClr val="accent1"/>
                  </a:gs>
                </a:gsLst>
                <a:lin ang="2700000" scaled="0"/>
              </a:gradFill>
              <a:ln w="57150" cap="rnd">
                <a:noFill/>
                <a:prstDash val="solid"/>
                <a:round/>
              </a:ln>
              <a:effectLst>
                <a:outerShdw blurRad="254000" dist="127000" dir="5400000" algn="ctr" rotWithShape="0">
                  <a:schemeClr val="accent1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 defTabSz="913765"/>
                <a:r>
                  <a:rPr lang="zh-CN" altLang="en-US" sz="2000" b="1">
                    <a:solidFill>
                      <a:srgbClr val="FFFFFF"/>
                    </a:solidFill>
                    <a:cs typeface="+mn-ea"/>
                    <a:sym typeface="+mn-lt"/>
                  </a:rPr>
                  <a:t>产品研发</a:t>
                </a:r>
              </a:p>
            </p:txBody>
          </p:sp>
          <p:sp>
            <p:nvSpPr>
              <p:cNvPr id="66" name="Text2">
                <a:extLst>
                  <a:ext uri="{FF2B5EF4-FFF2-40B4-BE49-F238E27FC236}">
                    <a16:creationId xmlns:a16="http://schemas.microsoft.com/office/drawing/2014/main" id="{6E48A897-0005-784B-66CD-4D0C7C5B4130}"/>
                  </a:ext>
                </a:extLst>
              </p:cNvPr>
              <p:cNvSpPr txBox="1"/>
              <p:nvPr/>
            </p:nvSpPr>
            <p:spPr>
              <a:xfrm>
                <a:off x="660401" y="3571592"/>
                <a:ext cx="3060000" cy="900000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400">
                    <a:cs typeface="+mn-ea"/>
                    <a:sym typeface="+mn-lt"/>
                  </a:rPr>
                  <a:t>为确保演示效果，请将内容调整为简洁明了的表达方式。若需包含较多信息，可适当延展。</a:t>
                </a:r>
                <a:endParaRPr lang="zh-CN" altLang="en-US" sz="1400" dirty="0">
                  <a:cs typeface="+mn-ea"/>
                  <a:sym typeface="+mn-lt"/>
                </a:endParaRPr>
              </a:p>
            </p:txBody>
          </p:sp>
        </p:grpSp>
        <p:grpSp>
          <p:nvGrpSpPr>
            <p:cNvPr id="42" name="组合 41">
              <a:extLst>
                <a:ext uri="{FF2B5EF4-FFF2-40B4-BE49-F238E27FC236}">
                  <a16:creationId xmlns:a16="http://schemas.microsoft.com/office/drawing/2014/main" id="{B834D6A6-8D00-5323-E81A-9F51B782B245}"/>
                </a:ext>
              </a:extLst>
            </p:cNvPr>
            <p:cNvGrpSpPr/>
            <p:nvPr/>
          </p:nvGrpSpPr>
          <p:grpSpPr>
            <a:xfrm>
              <a:off x="660400" y="4548745"/>
              <a:ext cx="3060001" cy="1528726"/>
              <a:chOff x="660400" y="4548745"/>
              <a:chExt cx="3060001" cy="1528726"/>
            </a:xfrm>
          </p:grpSpPr>
          <p:sp>
            <p:nvSpPr>
              <p:cNvPr id="63" name="Bullet3">
                <a:extLst>
                  <a:ext uri="{FF2B5EF4-FFF2-40B4-BE49-F238E27FC236}">
                    <a16:creationId xmlns:a16="http://schemas.microsoft.com/office/drawing/2014/main" id="{CE57D870-74D5-8E16-0343-977ADE0FA6BC}"/>
                  </a:ext>
                </a:extLst>
              </p:cNvPr>
              <p:cNvSpPr/>
              <p:nvPr/>
            </p:nvSpPr>
            <p:spPr>
              <a:xfrm>
                <a:off x="660400" y="4548745"/>
                <a:ext cx="2542900" cy="540000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60000">
                    <a:schemeClr val="accent1"/>
                  </a:gs>
                </a:gsLst>
                <a:lin ang="2700000" scaled="0"/>
              </a:gradFill>
              <a:ln w="57150" cap="rnd">
                <a:noFill/>
                <a:prstDash val="solid"/>
                <a:round/>
              </a:ln>
              <a:effectLst>
                <a:outerShdw blurRad="254000" dist="127000" dir="5400000" algn="ctr" rotWithShape="0">
                  <a:schemeClr val="accent1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 defTabSz="913765"/>
                <a:r>
                  <a:rPr lang="zh-CN" altLang="en-US" sz="2000" b="1">
                    <a:solidFill>
                      <a:srgbClr val="FFFFFF"/>
                    </a:solidFill>
                    <a:cs typeface="+mn-ea"/>
                    <a:sym typeface="+mn-lt"/>
                  </a:rPr>
                  <a:t>客户服务</a:t>
                </a:r>
              </a:p>
            </p:txBody>
          </p:sp>
          <p:sp>
            <p:nvSpPr>
              <p:cNvPr id="64" name="Text3">
                <a:extLst>
                  <a:ext uri="{FF2B5EF4-FFF2-40B4-BE49-F238E27FC236}">
                    <a16:creationId xmlns:a16="http://schemas.microsoft.com/office/drawing/2014/main" id="{88F67DFF-B130-EF2D-148C-28458F049B60}"/>
                  </a:ext>
                </a:extLst>
              </p:cNvPr>
              <p:cNvSpPr txBox="1"/>
              <p:nvPr/>
            </p:nvSpPr>
            <p:spPr>
              <a:xfrm>
                <a:off x="660401" y="5177471"/>
                <a:ext cx="3060000" cy="900000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400">
                    <a:cs typeface="+mn-ea"/>
                    <a:sym typeface="+mn-lt"/>
                  </a:rPr>
                  <a:t>为确保演示效果，请将内容调整为简洁明了的表达方式。若需包含较多信息，可适当延展。</a:t>
                </a:r>
                <a:endParaRPr lang="zh-CN" altLang="en-US" sz="1400" dirty="0">
                  <a:cs typeface="+mn-ea"/>
                  <a:sym typeface="+mn-lt"/>
                </a:endParaRPr>
              </a:p>
            </p:txBody>
          </p:sp>
        </p:grpSp>
        <p:grpSp>
          <p:nvGrpSpPr>
            <p:cNvPr id="43" name="组合 42">
              <a:extLst>
                <a:ext uri="{FF2B5EF4-FFF2-40B4-BE49-F238E27FC236}">
                  <a16:creationId xmlns:a16="http://schemas.microsoft.com/office/drawing/2014/main" id="{B9A3D96C-CC6E-9F25-C63E-856AFEDEF302}"/>
                </a:ext>
              </a:extLst>
            </p:cNvPr>
            <p:cNvGrpSpPr/>
            <p:nvPr/>
          </p:nvGrpSpPr>
          <p:grpSpPr>
            <a:xfrm>
              <a:off x="8458900" y="1336986"/>
              <a:ext cx="3060000" cy="1528724"/>
              <a:chOff x="8458900" y="1336986"/>
              <a:chExt cx="3060000" cy="1528724"/>
            </a:xfrm>
          </p:grpSpPr>
          <p:sp>
            <p:nvSpPr>
              <p:cNvPr id="51" name="Bullet4">
                <a:extLst>
                  <a:ext uri="{FF2B5EF4-FFF2-40B4-BE49-F238E27FC236}">
                    <a16:creationId xmlns:a16="http://schemas.microsoft.com/office/drawing/2014/main" id="{691F0BE5-68A7-9E4C-6A0F-606DDFA831AD}"/>
                  </a:ext>
                </a:extLst>
              </p:cNvPr>
              <p:cNvSpPr/>
              <p:nvPr/>
            </p:nvSpPr>
            <p:spPr>
              <a:xfrm>
                <a:off x="8976000" y="1336986"/>
                <a:ext cx="2542900" cy="540000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60000">
                    <a:schemeClr val="accent2"/>
                  </a:gs>
                </a:gsLst>
                <a:lin ang="2700000" scaled="1"/>
                <a:tileRect/>
              </a:gradFill>
              <a:ln>
                <a:gradFill>
                  <a:gsLst>
                    <a:gs pos="0">
                      <a:srgbClr val="FFFFFF">
                        <a:alpha val="70000"/>
                      </a:srgbClr>
                    </a:gs>
                    <a:gs pos="70000">
                      <a:schemeClr val="accent1">
                        <a:lumMod val="20000"/>
                        <a:lumOff val="80000"/>
                        <a:alpha val="20000"/>
                      </a:schemeClr>
                    </a:gs>
                  </a:gsLst>
                  <a:lin ang="5400000" scaled="0"/>
                </a:gradFill>
              </a:ln>
              <a:effectLst>
                <a:outerShdw blurRad="254000" dist="127000" dir="2700000" algn="t" rotWithShape="0">
                  <a:schemeClr val="accent2">
                    <a:alpha val="20000"/>
                  </a:schemeClr>
                </a:outerShdw>
              </a:effectLst>
            </p:spPr>
            <p:txBody>
              <a:bodyPr vert="horz" lIns="91440" tIns="45720" rIns="91440" bIns="45720" rtlCol="0" anchor="ctr">
                <a:noAutofit/>
              </a:bodyPr>
              <a:lstStyle/>
              <a:p>
                <a:pPr algn="ctr">
                  <a:spcBef>
                    <a:spcPts val="1000"/>
                  </a:spcBef>
                </a:pPr>
                <a:r>
                  <a:rPr lang="zh-CN" altLang="en-US" sz="2000" b="1">
                    <a:solidFill>
                      <a:srgbClr val="FFFFFF"/>
                    </a:solidFill>
                    <a:cs typeface="+mn-ea"/>
                    <a:sym typeface="+mn-lt"/>
                  </a:rPr>
                  <a:t>营销推广</a:t>
                </a:r>
              </a:p>
            </p:txBody>
          </p:sp>
          <p:sp>
            <p:nvSpPr>
              <p:cNvPr id="62" name="Text4">
                <a:extLst>
                  <a:ext uri="{FF2B5EF4-FFF2-40B4-BE49-F238E27FC236}">
                    <a16:creationId xmlns:a16="http://schemas.microsoft.com/office/drawing/2014/main" id="{6307AA45-B341-BC3D-B1BB-CBCA81C1204A}"/>
                  </a:ext>
                </a:extLst>
              </p:cNvPr>
              <p:cNvSpPr txBox="1"/>
              <p:nvPr/>
            </p:nvSpPr>
            <p:spPr>
              <a:xfrm>
                <a:off x="8458900" y="1965710"/>
                <a:ext cx="3060000" cy="900000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>
                <a:normAutofit/>
              </a:bodyPr>
              <a:lstStyle/>
              <a:p>
                <a:pPr algn="r">
                  <a:lnSpc>
                    <a:spcPct val="120000"/>
                  </a:lnSpc>
                </a:pPr>
                <a:r>
                  <a:rPr lang="zh-CN" altLang="en-US" sz="1400">
                    <a:cs typeface="+mn-ea"/>
                    <a:sym typeface="+mn-lt"/>
                  </a:rPr>
                  <a:t>为确保演示效果，请将内容调整为简洁明了的表达方式。若需包含较多信息，可适当延展。</a:t>
                </a:r>
                <a:endParaRPr lang="zh-CN" altLang="en-US" sz="1400" dirty="0">
                  <a:cs typeface="+mn-ea"/>
                  <a:sym typeface="+mn-lt"/>
                </a:endParaRPr>
              </a:p>
            </p:txBody>
          </p:sp>
        </p:grpSp>
        <p:grpSp>
          <p:nvGrpSpPr>
            <p:cNvPr id="44" name="组合 43">
              <a:extLst>
                <a:ext uri="{FF2B5EF4-FFF2-40B4-BE49-F238E27FC236}">
                  <a16:creationId xmlns:a16="http://schemas.microsoft.com/office/drawing/2014/main" id="{465DA3CC-116D-9D4A-8CC2-2C2CDE42C7F0}"/>
                </a:ext>
              </a:extLst>
            </p:cNvPr>
            <p:cNvGrpSpPr/>
            <p:nvPr/>
          </p:nvGrpSpPr>
          <p:grpSpPr>
            <a:xfrm>
              <a:off x="8458900" y="2942865"/>
              <a:ext cx="3060000" cy="1528727"/>
              <a:chOff x="8458900" y="2942865"/>
              <a:chExt cx="3060000" cy="1528727"/>
            </a:xfrm>
          </p:grpSpPr>
          <p:sp>
            <p:nvSpPr>
              <p:cNvPr id="49" name="Bullet5">
                <a:extLst>
                  <a:ext uri="{FF2B5EF4-FFF2-40B4-BE49-F238E27FC236}">
                    <a16:creationId xmlns:a16="http://schemas.microsoft.com/office/drawing/2014/main" id="{7446EAEE-C3C5-E100-4B4B-EA569B9EACA5}"/>
                  </a:ext>
                </a:extLst>
              </p:cNvPr>
              <p:cNvSpPr/>
              <p:nvPr/>
            </p:nvSpPr>
            <p:spPr>
              <a:xfrm>
                <a:off x="8976000" y="2942865"/>
                <a:ext cx="2542900" cy="540000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60000">
                    <a:schemeClr val="accent2"/>
                  </a:gs>
                </a:gsLst>
                <a:lin ang="2700000" scaled="1"/>
                <a:tileRect/>
              </a:gradFill>
              <a:ln>
                <a:gradFill>
                  <a:gsLst>
                    <a:gs pos="0">
                      <a:srgbClr val="FFFFFF">
                        <a:alpha val="70000"/>
                      </a:srgbClr>
                    </a:gs>
                    <a:gs pos="70000">
                      <a:schemeClr val="accent1">
                        <a:lumMod val="20000"/>
                        <a:lumOff val="80000"/>
                        <a:alpha val="20000"/>
                      </a:schemeClr>
                    </a:gs>
                  </a:gsLst>
                  <a:lin ang="5400000" scaled="0"/>
                </a:gradFill>
              </a:ln>
              <a:effectLst>
                <a:outerShdw blurRad="254000" dist="127000" dir="2700000" algn="t" rotWithShape="0">
                  <a:schemeClr val="accent2">
                    <a:alpha val="20000"/>
                  </a:schemeClr>
                </a:outerShdw>
              </a:effectLst>
            </p:spPr>
            <p:txBody>
              <a:bodyPr vert="horz" lIns="91440" tIns="45720" rIns="91440" bIns="45720" rtlCol="0" anchor="ctr">
                <a:noAutofit/>
              </a:bodyPr>
              <a:lstStyle/>
              <a:p>
                <a:pPr algn="ctr">
                  <a:spcBef>
                    <a:spcPts val="1000"/>
                  </a:spcBef>
                </a:pPr>
                <a:r>
                  <a:rPr lang="zh-CN" altLang="en-US" sz="2000" b="1">
                    <a:solidFill>
                      <a:srgbClr val="FFFFFF"/>
                    </a:solidFill>
                    <a:cs typeface="+mn-ea"/>
                    <a:sym typeface="+mn-lt"/>
                  </a:rPr>
                  <a:t>内部管理</a:t>
                </a:r>
              </a:p>
            </p:txBody>
          </p:sp>
          <p:sp>
            <p:nvSpPr>
              <p:cNvPr id="50" name="Text5">
                <a:extLst>
                  <a:ext uri="{FF2B5EF4-FFF2-40B4-BE49-F238E27FC236}">
                    <a16:creationId xmlns:a16="http://schemas.microsoft.com/office/drawing/2014/main" id="{BEA6CFCD-2965-0623-2F4F-E0AF13DA22D5}"/>
                  </a:ext>
                </a:extLst>
              </p:cNvPr>
              <p:cNvSpPr txBox="1"/>
              <p:nvPr/>
            </p:nvSpPr>
            <p:spPr>
              <a:xfrm>
                <a:off x="8458900" y="3571592"/>
                <a:ext cx="3060000" cy="900000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>
                <a:normAutofit/>
              </a:bodyPr>
              <a:lstStyle/>
              <a:p>
                <a:pPr algn="r">
                  <a:lnSpc>
                    <a:spcPct val="120000"/>
                  </a:lnSpc>
                </a:pPr>
                <a:r>
                  <a:rPr lang="zh-CN" altLang="en-US" sz="1400">
                    <a:cs typeface="+mn-ea"/>
                    <a:sym typeface="+mn-lt"/>
                  </a:rPr>
                  <a:t>为确保演示效果，请将内容调整为简洁明了的表达方式。若需包含较多信息，可适当延展。</a:t>
                </a:r>
                <a:endParaRPr lang="zh-CN" altLang="en-US" sz="1400" dirty="0">
                  <a:cs typeface="+mn-ea"/>
                  <a:sym typeface="+mn-lt"/>
                </a:endParaRPr>
              </a:p>
            </p:txBody>
          </p:sp>
        </p:grpSp>
        <p:grpSp>
          <p:nvGrpSpPr>
            <p:cNvPr id="45" name="组合 44">
              <a:extLst>
                <a:ext uri="{FF2B5EF4-FFF2-40B4-BE49-F238E27FC236}">
                  <a16:creationId xmlns:a16="http://schemas.microsoft.com/office/drawing/2014/main" id="{60BD2512-33FC-C151-74E4-EC825F2512DB}"/>
                </a:ext>
              </a:extLst>
            </p:cNvPr>
            <p:cNvGrpSpPr/>
            <p:nvPr/>
          </p:nvGrpSpPr>
          <p:grpSpPr>
            <a:xfrm>
              <a:off x="8458900" y="4548745"/>
              <a:ext cx="3060000" cy="1528726"/>
              <a:chOff x="8458900" y="4548745"/>
              <a:chExt cx="3060000" cy="1528726"/>
            </a:xfrm>
          </p:grpSpPr>
          <p:sp>
            <p:nvSpPr>
              <p:cNvPr id="46" name="Bullet6">
                <a:extLst>
                  <a:ext uri="{FF2B5EF4-FFF2-40B4-BE49-F238E27FC236}">
                    <a16:creationId xmlns:a16="http://schemas.microsoft.com/office/drawing/2014/main" id="{B95B3CCF-0B55-CE4D-B9C1-5FF88057AC73}"/>
                  </a:ext>
                </a:extLst>
              </p:cNvPr>
              <p:cNvSpPr/>
              <p:nvPr/>
            </p:nvSpPr>
            <p:spPr>
              <a:xfrm>
                <a:off x="8976000" y="4548745"/>
                <a:ext cx="2542900" cy="540000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60000">
                    <a:schemeClr val="accent2"/>
                  </a:gs>
                </a:gsLst>
                <a:lin ang="2700000" scaled="1"/>
                <a:tileRect/>
              </a:gradFill>
              <a:ln>
                <a:gradFill>
                  <a:gsLst>
                    <a:gs pos="0">
                      <a:srgbClr val="FFFFFF">
                        <a:alpha val="70000"/>
                      </a:srgbClr>
                    </a:gs>
                    <a:gs pos="70000">
                      <a:schemeClr val="accent1">
                        <a:lumMod val="20000"/>
                        <a:lumOff val="80000"/>
                        <a:alpha val="20000"/>
                      </a:schemeClr>
                    </a:gs>
                  </a:gsLst>
                  <a:lin ang="5400000" scaled="0"/>
                </a:gradFill>
              </a:ln>
              <a:effectLst>
                <a:outerShdw blurRad="254000" dist="127000" dir="2700000" algn="t" rotWithShape="0">
                  <a:schemeClr val="accent2">
                    <a:alpha val="20000"/>
                  </a:schemeClr>
                </a:outerShdw>
              </a:effectLst>
            </p:spPr>
            <p:txBody>
              <a:bodyPr vert="horz" lIns="91440" tIns="45720" rIns="91440" bIns="45720" rtlCol="0" anchor="ctr">
                <a:noAutofit/>
              </a:bodyPr>
              <a:lstStyle/>
              <a:p>
                <a:pPr algn="ctr">
                  <a:spcBef>
                    <a:spcPts val="1000"/>
                  </a:spcBef>
                </a:pPr>
                <a:r>
                  <a:rPr lang="zh-CN" altLang="en-US" sz="2000" b="1">
                    <a:solidFill>
                      <a:srgbClr val="FFFFFF"/>
                    </a:solidFill>
                    <a:cs typeface="+mn-ea"/>
                    <a:sym typeface="+mn-lt"/>
                  </a:rPr>
                  <a:t>人才培养</a:t>
                </a:r>
                <a:endParaRPr lang="zh-CN" altLang="en-US" sz="2000" b="1" dirty="0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47" name="Text6">
                <a:extLst>
                  <a:ext uri="{FF2B5EF4-FFF2-40B4-BE49-F238E27FC236}">
                    <a16:creationId xmlns:a16="http://schemas.microsoft.com/office/drawing/2014/main" id="{917F1FC2-3F7E-D578-ED0F-FE01D3196538}"/>
                  </a:ext>
                </a:extLst>
              </p:cNvPr>
              <p:cNvSpPr txBox="1"/>
              <p:nvPr/>
            </p:nvSpPr>
            <p:spPr>
              <a:xfrm>
                <a:off x="8458900" y="5177471"/>
                <a:ext cx="3060000" cy="900000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>
                <a:normAutofit/>
              </a:bodyPr>
              <a:lstStyle/>
              <a:p>
                <a:pPr algn="r">
                  <a:lnSpc>
                    <a:spcPct val="120000"/>
                  </a:lnSpc>
                </a:pPr>
                <a:r>
                  <a:rPr lang="zh-CN" altLang="en-US" sz="1400">
                    <a:cs typeface="+mn-ea"/>
                    <a:sym typeface="+mn-lt"/>
                  </a:rPr>
                  <a:t>为确保演示效果，请将内容调整为简洁明了的表达方式。若需包含较多信息，可适当延展。</a:t>
                </a:r>
                <a:endParaRPr lang="zh-CN" altLang="en-US" sz="1400" dirty="0">
                  <a:cs typeface="+mn-ea"/>
                  <a:sym typeface="+mn-lt"/>
                </a:endParaRPr>
              </a:p>
            </p:txBody>
          </p:sp>
        </p:grp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ctrTitle" hasCustomPrompt="1"/>
          </p:nvPr>
        </p:nvSpPr>
        <p:spPr>
          <a:xfrm>
            <a:off x="660400" y="947609"/>
            <a:ext cx="10858500" cy="2540741"/>
          </a:xfrm>
        </p:spPr>
        <p:txBody>
          <a:bodyPr>
            <a:normAutofit/>
          </a:bodyPr>
          <a:lstStyle/>
          <a:p>
            <a:r>
              <a:rPr lang="zh-CN" altLang="en-US" sz="8000"/>
              <a:t>演示结束 感谢观看</a:t>
            </a:r>
            <a:endParaRPr lang="en-US" sz="800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3031403" y="3650805"/>
            <a:ext cx="2880000" cy="504000"/>
          </a:xfrm>
        </p:spPr>
        <p:txBody>
          <a:bodyPr>
            <a:normAutofit/>
          </a:bodyPr>
          <a:lstStyle/>
          <a:p>
            <a:r>
              <a:rPr lang="zh-CN" altLang="en-US" dirty="0"/>
              <a:t>Presenter name</a:t>
            </a:r>
            <a:endParaRPr 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4" hasCustomPrompt="1"/>
          </p:nvPr>
        </p:nvSpPr>
        <p:spPr>
          <a:xfrm>
            <a:off x="6267897" y="3650805"/>
            <a:ext cx="2880000" cy="504000"/>
          </a:xfrm>
        </p:spPr>
        <p:txBody>
          <a:bodyPr>
            <a:normAutofit/>
          </a:bodyPr>
          <a:lstStyle/>
          <a:p>
            <a:r>
              <a:rPr lang="zh-CN" altLang="en-US" dirty="0"/>
              <a:t>20XX.XX.XX</a:t>
            </a:r>
            <a:endParaRPr lang="en-US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/>
</file>

<file path=ppt/theme/theme1.xml><?xml version="1.0" encoding="utf-8"?>
<a:theme xmlns:thm15="http://schemas.microsoft.com/office/thememl/2012/main" xmlns:a="http://schemas.openxmlformats.org/drawingml/2006/main" name="Raven">
  <a:themeElements>
    <a:clrScheme name="自定义 272">
      <a:dk1>
        <a:srgbClr val="2F2F2F"/>
      </a:dk1>
      <a:lt1>
        <a:srgbClr val="FFFFFF"/>
      </a:lt1>
      <a:dk2>
        <a:srgbClr val="778495"/>
      </a:dk2>
      <a:lt2>
        <a:srgbClr val="F0F0F0"/>
      </a:lt2>
      <a:accent1>
        <a:srgbClr val="C47D48"/>
      </a:accent1>
      <a:accent2>
        <a:srgbClr val="D09326"/>
      </a:accent2>
      <a:accent3>
        <a:srgbClr val="CF692B"/>
      </a:accent3>
      <a:accent4>
        <a:srgbClr val="979797"/>
      </a:accent4>
      <a:accent5>
        <a:srgbClr val="A5A5A5"/>
      </a:accent5>
      <a:accent6>
        <a:srgbClr val="B2B2B2"/>
      </a:accent6>
      <a:hlink>
        <a:srgbClr val="F84D4D"/>
      </a:hlink>
      <a:folHlink>
        <a:srgbClr val="979797"/>
      </a:folHlink>
    </a:clrScheme>
    <a:fontScheme name="Raven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Raven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aven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238</TotalTime>
  <Words>1324</Words>
  <Application>Microsoft Office PowerPoint</Application>
  <PresentationFormat>宽屏</PresentationFormat>
  <Paragraphs>147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0" baseType="lpstr">
      <vt:lpstr>Arial</vt:lpstr>
      <vt:lpstr>Raven</vt:lpstr>
      <vt:lpstr>通用季度总结模板</vt:lpstr>
      <vt:lpstr>PowerPoint 演示文稿</vt:lpstr>
      <vt:lpstr>季度工作总结</vt:lpstr>
      <vt:lpstr>行业整体发展概况</vt:lpstr>
      <vt:lpstr>行业竞争格局分析</vt:lpstr>
      <vt:lpstr>行业创新成果展示</vt:lpstr>
      <vt:lpstr>工作亮点与成功经验</vt:lpstr>
      <vt:lpstr>成功案例一</vt:lpstr>
      <vt:lpstr>成功案例二</vt:lpstr>
      <vt:lpstr>成功案例三</vt:lpstr>
      <vt:lpstr>存在问题及改进措施</vt:lpstr>
      <vt:lpstr>存在问题一</vt:lpstr>
      <vt:lpstr>存在问题二</vt:lpstr>
      <vt:lpstr>存在问题三</vt:lpstr>
      <vt:lpstr>下季度工作计划</vt:lpstr>
      <vt:lpstr>工作目标</vt:lpstr>
      <vt:lpstr>工作重点</vt:lpstr>
      <vt:lpstr>演示结束 感谢观看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Amber Wave Quarterly Summary</dc:title>
  <dc:creator>Raven</dc:creator>
  <cp:lastModifiedBy>Raven</cp:lastModifiedBy>
  <cp:revision>216</cp:revision>
  <dcterms:created xsi:type="dcterms:W3CDTF">2023-06-05T05:58:43Z</dcterms:created>
  <dcterms:modified xsi:type="dcterms:W3CDTF">2026-09-22T07:05:14Z</dcterms:modified>
</cp:coreProperties>
</file>