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01" r:id="rId3"/>
    <p:sldId id="258" r:id="rId4"/>
    <p:sldId id="303" r:id="rId5"/>
    <p:sldId id="304" r:id="rId6"/>
    <p:sldId id="261" r:id="rId7"/>
    <p:sldId id="305" r:id="rId8"/>
    <p:sldId id="263" r:id="rId9"/>
    <p:sldId id="259" r:id="rId10"/>
    <p:sldId id="318" r:id="rId11"/>
    <p:sldId id="307" r:id="rId12"/>
    <p:sldId id="268" r:id="rId13"/>
    <p:sldId id="316" r:id="rId14"/>
    <p:sldId id="323" r:id="rId15"/>
    <p:sldId id="324" r:id="rId16"/>
    <p:sldId id="273" r:id="rId17"/>
    <p:sldId id="325" r:id="rId18"/>
    <p:sldId id="326" r:id="rId19"/>
    <p:sldId id="276" r:id="rId20"/>
    <p:sldId id="327" r:id="rId28"/>
    <p:sldId id="328" r:id="rId29"/>
    <p:sldId id="329" r:id="rId30"/>
    <p:sldId id="330" r:id="rId31"/>
    <p:sldId id="331" r:id="rId32"/>
    <p:sldId id="332" r:id="rId33"/>
    <p:sldId id="333" r:id="rId34"/>
    <p:sldId id="334" r:id="rId35"/>
    <p:sldId id="335" r:id="rId36"/>
    <p:sldId id="336" r:id="rId37"/>
    <p:sldId id="337" r:id="rId38"/>
    <p:sldId id="338" r:id="rId39"/>
    <p:sldId id="339" r:id="rId40"/>
    <p:sldId id="340" r:id="rId41"/>
    <p:sldId id="278" r:id="rId21"/>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varScale="1">
        <p:scale>
          <a:sx n="128" d="100"/>
          <a:sy n="128" d="100"/>
        </p:scale>
        <p:origin x="88" y="724"/>
      </p:cViewPr>
      <p:guideLst>
        <p:guide pos="416"/>
        <p:guide pos="7256"/>
        <p:guide orient="horz" pos="648"/>
        <p:guide orient="horz" pos="712"/>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34.xml"/><Relationship Id="rId22" Type="http://schemas.openxmlformats.org/officeDocument/2006/relationships/notesMaster" Target="notesMasters/notesMaster1.xml"/><Relationship Id="rId23" Type="http://schemas.openxmlformats.org/officeDocument/2006/relationships/tags" Target="tags/tag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gradFill>
              <a:gsLst>
                <a:gs pos="30000">
                  <a:schemeClr val="accent1"/>
                </a:gs>
                <a:gs pos="100000">
                  <a:schemeClr val="accent1">
                    <a:lumMod val="60000"/>
                    <a:lumOff val="40000"/>
                  </a:schemeClr>
                </a:gs>
              </a:gsLst>
              <a:lin ang="5400000" scaled="1"/>
            </a:gradFill>
            <a:ln w="31750">
              <a:noFill/>
            </a:ln>
            <a:effectLst/>
          </c:spPr>
          <c:invertIfNegative val="0"/>
          <c:cat>
            <c:strRef>
              <c:f>Sheet1!$A$2:$A$9</c:f>
              <c:strCache>
                <c:ptCount val="8"/>
                <c:pt idx="0">
                  <c:v>类别1</c:v>
                </c:pt>
                <c:pt idx="1">
                  <c:v>类别2</c:v>
                </c:pt>
                <c:pt idx="2">
                  <c:v>类别3</c:v>
                </c:pt>
                <c:pt idx="3">
                  <c:v>类别4</c:v>
                </c:pt>
                <c:pt idx="4">
                  <c:v>类别5</c:v>
                </c:pt>
                <c:pt idx="5">
                  <c:v>类别6</c:v>
                </c:pt>
                <c:pt idx="6">
                  <c:v>类别7</c:v>
                </c:pt>
                <c:pt idx="7">
                  <c:v>类别8</c:v>
                </c:pt>
              </c:strCache>
            </c:strRef>
          </c:cat>
          <c:val>
            <c:numRef>
              <c:f>Sheet1!$B$2:$B$9</c:f>
              <c:numCache>
                <c:formatCode>General</c:formatCode>
                <c:ptCount val="8"/>
                <c:pt idx="0">
                  <c:v>54</c:v>
                </c:pt>
                <c:pt idx="1">
                  <c:v>56</c:v>
                </c:pt>
                <c:pt idx="2">
                  <c:v>58</c:v>
                </c:pt>
                <c:pt idx="3">
                  <c:v>65</c:v>
                </c:pt>
                <c:pt idx="4">
                  <c:v>74</c:v>
                </c:pt>
                <c:pt idx="5">
                  <c:v>76</c:v>
                </c:pt>
                <c:pt idx="6">
                  <c:v>78</c:v>
                </c:pt>
                <c:pt idx="7">
                  <c:v>85</c:v>
                </c:pt>
              </c:numCache>
            </c:numRef>
          </c:val>
          <c:extLst>
            <c:ext xmlns:c16="http://schemas.microsoft.com/office/drawing/2014/chart" uri="{C3380CC4-5D6E-409C-BE32-E72D297353CC}">
              <c16:uniqueId val="{00000000-880F-4512-8720-50B531FE6E44}"/>
            </c:ext>
          </c:extLst>
        </c:ser>
        <c:dLbls>
          <c:showLegendKey val="0"/>
          <c:showVal val="0"/>
          <c:showCatName val="0"/>
          <c:showSerName val="0"/>
          <c:showPercent val="0"/>
          <c:showBubbleSize val="0"/>
        </c:dLbls>
        <c:gapWidth val="120"/>
        <c:axId val="1124406904"/>
        <c:axId val="1124409424"/>
      </c:barChart>
      <c:catAx>
        <c:axId val="1124406904"/>
        <c:scaling>
          <c:orientation val="minMax"/>
        </c:scaling>
        <c:delete val="0"/>
        <c:axPos val="b"/>
        <c:numFmt formatCode="General" sourceLinked="1"/>
        <c:majorTickMark val="none"/>
        <c:minorTickMark val="none"/>
        <c:tickLblPos val="nextTo"/>
        <c:spPr>
          <a:noFill/>
          <a:ln w="6350" cap="flat" cmpd="sng" algn="ctr">
            <a:solidFill>
              <a:schemeClr val="tx1">
                <a:lumMod val="65000"/>
                <a:lumOff val="35000"/>
                <a:alpha val="40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1124409424"/>
        <c:crosses val="autoZero"/>
        <c:auto val="1"/>
        <c:lblAlgn val="ctr"/>
        <c:lblOffset val="100"/>
        <c:noMultiLvlLbl val="0"/>
      </c:catAx>
      <c:valAx>
        <c:axId val="1124409424"/>
        <c:scaling>
          <c:orientation val="minMax"/>
          <c:max val="100"/>
          <c:min val="40"/>
        </c:scaling>
        <c:delete val="0"/>
        <c:axPos val="l"/>
        <c:majorGridlines>
          <c:spPr>
            <a:ln w="6350" cap="flat" cmpd="sng" algn="ctr">
              <a:solidFill>
                <a:schemeClr val="tx1">
                  <a:lumMod val="50000"/>
                  <a:lumOff val="50000"/>
                  <a:alpha val="4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1124406904"/>
        <c:crosses val="autoZero"/>
        <c:crossBetween val="between"/>
        <c:majorUnit val="20"/>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单击此处添加文本</c:v>
                </c:pt>
              </c:strCache>
            </c:strRef>
          </c:tx>
          <c:spPr>
            <a:gradFill flip="none" rotWithShape="1">
              <a:gsLst>
                <a:gs pos="0">
                  <a:schemeClr val="accent1"/>
                </a:gs>
                <a:gs pos="100000">
                  <a:schemeClr val="accent1">
                    <a:alpha val="0"/>
                    <a:lumMod val="30000"/>
                    <a:lumOff val="70000"/>
                  </a:schemeClr>
                </a:gs>
              </a:gsLst>
              <a:lin ang="5400000" scaled="1"/>
              <a:tileRect/>
            </a:gradFill>
            <a:ln>
              <a:noFill/>
            </a:ln>
            <a:effectLst/>
          </c:spPr>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45000</c:v>
                </c:pt>
                <c:pt idx="1">
                  <c:v>35000</c:v>
                </c:pt>
                <c:pt idx="2">
                  <c:v>50000</c:v>
                </c:pt>
                <c:pt idx="3">
                  <c:v>40000</c:v>
                </c:pt>
              </c:numCache>
            </c:numRef>
          </c:val>
          <c:extLst>
            <c:ext xmlns:c16="http://schemas.microsoft.com/office/drawing/2014/chart" uri="{C3380CC4-5D6E-409C-BE32-E72D297353CC}">
              <c16:uniqueId val="{00000000-0E09-4B98-8988-0EAC2603A01C}"/>
            </c:ext>
          </c:extLst>
        </c:ser>
        <c:dLbls>
          <c:showLegendKey val="0"/>
          <c:showVal val="0"/>
          <c:showCatName val="0"/>
          <c:showSerName val="0"/>
          <c:showPercent val="0"/>
          <c:showBubbleSize val="0"/>
        </c:dLbls>
        <c:axId val="710698112"/>
        <c:axId val="710698832"/>
      </c:areaChart>
      <c:catAx>
        <c:axId val="71069811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crossAx val="710698832"/>
        <c:crosses val="autoZero"/>
        <c:auto val="1"/>
        <c:lblAlgn val="ctr"/>
        <c:lblOffset val="100"/>
        <c:noMultiLvlLbl val="0"/>
      </c:catAx>
      <c:valAx>
        <c:axId val="710698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crossAx val="71069811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29197652852351"/>
          <c:y val="8.2861368548524349E-3"/>
          <c:w val="0.67470112401257221"/>
          <c:h val="0.88863686375872231"/>
        </c:manualLayout>
      </c:layout>
      <c:doughnutChart>
        <c:varyColors val="1"/>
        <c:ser>
          <c:idx val="0"/>
          <c:order val="0"/>
          <c:tx>
            <c:strRef>
              <c:f>Sheet1!$B$1</c:f>
              <c:strCache>
                <c:ptCount val="1"/>
                <c:pt idx="0">
                  <c:v>项目完成率</c:v>
                </c:pt>
              </c:strCache>
            </c:strRef>
          </c:tx>
          <c:spPr>
            <a:solidFill>
              <a:schemeClr val="accent2">
                <a:lumMod val="75000"/>
              </a:schemeClr>
            </a:solidFill>
            <a:ln>
              <a:noFill/>
            </a:ln>
          </c:spPr>
          <c:explosion val="2"/>
          <c:dPt>
            <c:idx val="0"/>
            <c:bubble3D val="0"/>
            <c:spPr>
              <a:solidFill>
                <a:schemeClr val="accent1">
                  <a:lumMod val="50000"/>
                </a:schemeClr>
              </a:solidFill>
              <a:ln w="19050">
                <a:noFill/>
              </a:ln>
              <a:effectLst/>
            </c:spPr>
            <c:extLst>
              <c:ext xmlns:c16="http://schemas.microsoft.com/office/drawing/2014/chart" uri="{C3380CC4-5D6E-409C-BE32-E72D297353CC}">
                <c16:uniqueId val="{00000001-4247-4B99-8729-2EE9E5A776A4}"/>
              </c:ext>
            </c:extLst>
          </c:dPt>
          <c:dPt>
            <c:idx val="1"/>
            <c:bubble3D val="0"/>
            <c:spPr>
              <a:solidFill>
                <a:schemeClr val="accent1">
                  <a:lumMod val="75000"/>
                </a:schemeClr>
              </a:solidFill>
              <a:ln w="19050">
                <a:noFill/>
              </a:ln>
              <a:effectLst/>
            </c:spPr>
            <c:extLst>
              <c:ext xmlns:c16="http://schemas.microsoft.com/office/drawing/2014/chart" uri="{C3380CC4-5D6E-409C-BE32-E72D297353CC}">
                <c16:uniqueId val="{00000003-4247-4B99-8729-2EE9E5A776A4}"/>
              </c:ext>
            </c:extLst>
          </c:dPt>
          <c:dPt>
            <c:idx val="2"/>
            <c:bubble3D val="0"/>
            <c:spPr>
              <a:solidFill>
                <a:schemeClr val="accent1"/>
              </a:solidFill>
              <a:ln w="19050">
                <a:noFill/>
              </a:ln>
              <a:effectLst/>
            </c:spPr>
            <c:extLst>
              <c:ext xmlns:c16="http://schemas.microsoft.com/office/drawing/2014/chart" uri="{C3380CC4-5D6E-409C-BE32-E72D297353CC}">
                <c16:uniqueId val="{00000005-4247-4B99-8729-2EE9E5A776A4}"/>
              </c:ext>
            </c:extLst>
          </c:dPt>
          <c:dPt>
            <c:idx val="3"/>
            <c:bubble3D val="0"/>
            <c:spPr>
              <a:solidFill>
                <a:schemeClr val="accent1">
                  <a:lumMod val="60000"/>
                  <a:lumOff val="40000"/>
                </a:schemeClr>
              </a:solidFill>
              <a:ln w="19050">
                <a:noFill/>
              </a:ln>
              <a:effectLst/>
            </c:spPr>
            <c:extLst>
              <c:ext xmlns:c16="http://schemas.microsoft.com/office/drawing/2014/chart" uri="{C3380CC4-5D6E-409C-BE32-E72D297353CC}">
                <c16:uniqueId val="{00000007-4247-4B99-8729-2EE9E5A776A4}"/>
              </c:ext>
            </c:extLst>
          </c:dPt>
          <c:dLbls>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0000"/>
                      </a:solidFill>
                      <a:latin typeface="+mn-lt"/>
                      <a:ea typeface="+mn-ea"/>
                      <a:cs typeface="+mn-cs"/>
                    </a:defRPr>
                  </a:pPr>
                  <a:endParaRPr lang="zh-CN"/>
                </a:p>
              </c:txPr>
              <c:showLegendKey val="0"/>
              <c:showVal val="1"/>
              <c:showCatName val="0"/>
              <c:showSerName val="0"/>
              <c:showPercent val="0"/>
              <c:showBubbleSize val="0"/>
              <c:extLst>
                <c:ext xmlns:c16="http://schemas.microsoft.com/office/drawing/2014/chart" uri="{C3380CC4-5D6E-409C-BE32-E72D297353CC}">
                  <c16:uniqueId val="{00000007-4247-4B99-8729-2EE9E5A776A4}"/>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F8F8F8"/>
                    </a:solidFill>
                    <a:latin typeface="+mn-lt"/>
                    <a:ea typeface="+mn-ea"/>
                    <a:cs typeface="+mn-cs"/>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第一季度</c:v>
                </c:pt>
                <c:pt idx="1">
                  <c:v>第二季度</c:v>
                </c:pt>
                <c:pt idx="2">
                  <c:v>第三季度</c:v>
                </c:pt>
                <c:pt idx="3">
                  <c:v>第四季度</c:v>
                </c:pt>
              </c:strCache>
            </c:strRef>
          </c:cat>
          <c:val>
            <c:numRef>
              <c:f>Sheet1!$B$2:$B$5</c:f>
              <c:numCache>
                <c:formatCode>0.0%</c:formatCode>
                <c:ptCount val="4"/>
                <c:pt idx="0">
                  <c:v>0.23</c:v>
                </c:pt>
                <c:pt idx="1">
                  <c:v>0.22</c:v>
                </c:pt>
                <c:pt idx="2">
                  <c:v>0.26</c:v>
                </c:pt>
                <c:pt idx="3">
                  <c:v>0.28999999999999998</c:v>
                </c:pt>
              </c:numCache>
            </c:numRef>
          </c:val>
          <c:extLst>
            <c:ext xmlns:c16="http://schemas.microsoft.com/office/drawing/2014/chart" uri="{C3380CC4-5D6E-409C-BE32-E72D297353CC}">
              <c16:uniqueId val="{00000008-4247-4B99-8729-2EE9E5A776A4}"/>
            </c:ext>
          </c:extLst>
        </c:ser>
        <c:dLbls>
          <c:showLegendKey val="0"/>
          <c:showVal val="1"/>
          <c:showCatName val="0"/>
          <c:showSerName val="0"/>
          <c:showPercent val="0"/>
          <c:showBubbleSize val="0"/>
          <c:showLeaderLines val="1"/>
        </c:dLbls>
        <c:firstSliceAng val="0"/>
        <c:holeSize val="4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677850051352272E-2"/>
          <c:y val="3.2463758362572384E-2"/>
          <c:w val="0.90340910647038686"/>
          <c:h val="0.731046175721906"/>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Sheet1!$A$2:$A$8</c:f>
              <c:strCache>
                <c:ptCount val="7"/>
                <c:pt idx="0">
                  <c:v>类别 1</c:v>
                </c:pt>
                <c:pt idx="1">
                  <c:v>类别 2</c:v>
                </c:pt>
                <c:pt idx="2">
                  <c:v>类别 3</c:v>
                </c:pt>
                <c:pt idx="3">
                  <c:v>类别 4</c:v>
                </c:pt>
                <c:pt idx="4">
                  <c:v>类别 5</c:v>
                </c:pt>
                <c:pt idx="5">
                  <c:v>类别 6</c:v>
                </c:pt>
                <c:pt idx="6">
                  <c:v>类别 7</c:v>
                </c:pt>
              </c:strCache>
            </c:strRef>
          </c:cat>
          <c:val>
            <c:numRef>
              <c:f>Sheet1!$B$2:$B$8</c:f>
              <c:numCache>
                <c:formatCode>General</c:formatCode>
                <c:ptCount val="7"/>
                <c:pt idx="0">
                  <c:v>4.3</c:v>
                </c:pt>
                <c:pt idx="1">
                  <c:v>2.5</c:v>
                </c:pt>
                <c:pt idx="2">
                  <c:v>3.5</c:v>
                </c:pt>
                <c:pt idx="3">
                  <c:v>4.5</c:v>
                </c:pt>
                <c:pt idx="4">
                  <c:v>4.5</c:v>
                </c:pt>
                <c:pt idx="5">
                  <c:v>4.5</c:v>
                </c:pt>
                <c:pt idx="6">
                  <c:v>4.5</c:v>
                </c:pt>
              </c:numCache>
            </c:numRef>
          </c:val>
          <c:extLst>
            <c:ext xmlns:c16="http://schemas.microsoft.com/office/drawing/2014/chart" uri="{C3380CC4-5D6E-409C-BE32-E72D297353CC}">
              <c16:uniqueId val="{00000000-0DC3-455F-8F43-8D4B07D441DC}"/>
            </c:ext>
          </c:extLst>
        </c:ser>
        <c:dLbls>
          <c:showLegendKey val="0"/>
          <c:showVal val="0"/>
          <c:showCatName val="0"/>
          <c:showSerName val="0"/>
          <c:showPercent val="0"/>
          <c:showBubbleSize val="0"/>
        </c:dLbls>
        <c:gapWidth val="87"/>
        <c:overlap val="-27"/>
        <c:axId val="77872199"/>
        <c:axId val="77874719"/>
      </c:barChart>
      <c:catAx>
        <c:axId val="778721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zh-CN"/>
          </a:p>
        </c:txPr>
        <c:crossAx val="77874719"/>
        <c:crosses val="autoZero"/>
        <c:auto val="1"/>
        <c:lblAlgn val="ctr"/>
        <c:lblOffset val="100"/>
        <c:noMultiLvlLbl val="0"/>
      </c:catAx>
      <c:valAx>
        <c:axId val="778747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zh-CN"/>
          </a:p>
        </c:txPr>
        <c:crossAx val="77872199"/>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用户活跃度</c:v>
                </c:pt>
              </c:strCache>
            </c:strRef>
          </c:tx>
          <c:spPr>
            <a:ln w="38100" cap="rnd">
              <a:solidFill>
                <a:schemeClr val="accent1">
                  <a:lumMod val="75000"/>
                </a:schemeClr>
              </a:solidFill>
              <a:round/>
            </a:ln>
            <a:effectLst/>
          </c:spPr>
          <c:marker>
            <c:symbol val="none"/>
          </c:marker>
          <c:dPt>
            <c:idx val="1"/>
            <c:marker>
              <c:symbol val="circle"/>
              <c:size val="7"/>
              <c:spPr>
                <a:solidFill>
                  <a:schemeClr val="accent2">
                    <a:lumMod val="50000"/>
                  </a:schemeClr>
                </a:solidFill>
                <a:ln w="101600">
                  <a:solidFill>
                    <a:schemeClr val="accent2">
                      <a:lumMod val="20000"/>
                      <a:lumOff val="80000"/>
                      <a:alpha val="50000"/>
                    </a:schemeClr>
                  </a:solidFill>
                </a:ln>
                <a:effectLst/>
              </c:spPr>
            </c:marker>
            <c:bubble3D val="0"/>
            <c:spPr>
              <a:ln w="38100" cap="rnd">
                <a:solidFill>
                  <a:schemeClr val="accent1">
                    <a:lumMod val="75000"/>
                  </a:schemeClr>
                </a:solidFill>
                <a:round/>
              </a:ln>
              <a:effectLst/>
            </c:spPr>
            <c:extLst>
              <c:ext xmlns:c16="http://schemas.microsoft.com/office/drawing/2014/chart" uri="{C3380CC4-5D6E-409C-BE32-E72D297353CC}">
                <c16:uniqueId val="{00000001-B5D7-45A6-BB73-49D68843E26F}"/>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600</c:v>
                </c:pt>
                <c:pt idx="1">
                  <c:v>1200</c:v>
                </c:pt>
                <c:pt idx="2">
                  <c:v>800</c:v>
                </c:pt>
                <c:pt idx="3">
                  <c:v>1700</c:v>
                </c:pt>
              </c:numCache>
            </c:numRef>
          </c:val>
          <c:smooth val="1"/>
          <c:extLst>
            <c:ext xmlns:c16="http://schemas.microsoft.com/office/drawing/2014/chart" uri="{C3380CC4-5D6E-409C-BE32-E72D297353CC}">
              <c16:uniqueId val="{00000002-B5D7-45A6-BB73-49D68843E26F}"/>
            </c:ext>
          </c:extLst>
        </c:ser>
        <c:ser>
          <c:idx val="1"/>
          <c:order val="1"/>
          <c:tx>
            <c:strRef>
              <c:f>Sheet1!#REF!</c:f>
              <c:strCache>
                <c:ptCount val="1"/>
                <c:pt idx="0">
                  <c:v>#REF!</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Sheet1!#REF!</c:f>
              <c:numCache>
                <c:formatCode>General</c:formatCode>
                <c:ptCount val="1"/>
                <c:pt idx="0">
                  <c:v>1</c:v>
                </c:pt>
              </c:numCache>
            </c:numRef>
          </c:val>
          <c:smooth val="1"/>
          <c:extLst>
            <c:ext xmlns:c16="http://schemas.microsoft.com/office/drawing/2014/chart" uri="{C3380CC4-5D6E-409C-BE32-E72D297353CC}">
              <c16:uniqueId val="{00000003-B5D7-45A6-BB73-49D68843E26F}"/>
            </c:ext>
          </c:extLst>
        </c:ser>
        <c:dLbls>
          <c:dLblPos val="t"/>
          <c:showLegendKey val="0"/>
          <c:showVal val="1"/>
          <c:showCatName val="0"/>
          <c:showSerName val="0"/>
          <c:showPercent val="0"/>
          <c:showBubbleSize val="0"/>
        </c:dLbls>
        <c:smooth val="0"/>
        <c:axId val="2113814592"/>
        <c:axId val="2113811312"/>
      </c:lineChart>
      <c:catAx>
        <c:axId val="2113814592"/>
        <c:scaling>
          <c:orientation val="minMax"/>
        </c:scaling>
        <c:delete val="0"/>
        <c:axPos val="b"/>
        <c:numFmt formatCode="General" sourceLinked="1"/>
        <c:majorTickMark val="out"/>
        <c:minorTickMark val="out"/>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ea"/>
                <a:sym typeface="+mn-lt"/>
              </a:defRPr>
            </a:pPr>
            <a:endParaRPr lang="zh-CN"/>
          </a:p>
        </c:txPr>
        <c:crossAx val="2113811312"/>
        <c:crosses val="autoZero"/>
        <c:auto val="1"/>
        <c:lblAlgn val="ctr"/>
        <c:lblOffset val="100"/>
        <c:tickMarkSkip val="10"/>
        <c:noMultiLvlLbl val="0"/>
      </c:catAx>
      <c:valAx>
        <c:axId val="2113811312"/>
        <c:scaling>
          <c:orientation val="minMax"/>
          <c:max val="2000"/>
          <c:min val="0"/>
        </c:scaling>
        <c:delete val="0"/>
        <c:axPos val="l"/>
        <c:majorGridlines>
          <c:spPr>
            <a:ln w="9525" cap="flat" cmpd="sng" algn="ctr">
              <a:solidFill>
                <a:schemeClr val="tx2">
                  <a:alpha val="15000"/>
                </a:schemeClr>
              </a:solidFill>
              <a:round/>
            </a:ln>
            <a:effectLst/>
          </c:spPr>
        </c:majorGridlines>
        <c:numFmt formatCode="General" sourceLinked="1"/>
        <c:majorTickMark val="out"/>
        <c:minorTickMark val="none"/>
        <c:tickLblPos val="nextTo"/>
        <c:spPr>
          <a:noFill/>
          <a:ln>
            <a:solidFill>
              <a:schemeClr val="tx2">
                <a:alpha val="50000"/>
              </a:schemeClr>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ea"/>
                <a:sym typeface="+mn-lt"/>
              </a:defRPr>
            </a:pPr>
            <a:endParaRPr lang="zh-CN"/>
          </a:p>
        </c:txPr>
        <c:crossAx val="2113814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8F98DC-9740-4125-BB02-03ADB4A723CC}" type="datetimeFigureOut">
              <a:rPr lang="zh-CN" altLang="en-US" smtClean="0"/>
              <a:t>2025/7/29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36AC5-F4B9-4815-B413-28ABD5EDBFC3}" type="slidenum">
              <a:rPr lang="zh-CN" altLang="en-US" smtClean="0"/>
              <a:t>‹#›</a:t>
            </a:fld>
            <a:endParaRPr lang="zh-CN" altLang="en-US"/>
          </a:p>
        </p:txBody>
      </p:sp>
    </p:spTree>
    <p:extLst>
      <p:ext uri="{BB962C8B-B14F-4D97-AF65-F5344CB8AC3E}">
        <p14:creationId xmlns:p14="http://schemas.microsoft.com/office/powerpoint/2010/main" val="517355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cad5fe1a-d543-43c9-9ba3-58d8c0a8caca.source.3.zh-Hans</a:t>
            </a:r>
          </a:p>
        </p:txBody>
      </p:sp>
      <p:sp>
        <p:nvSpPr>
          <p:cNvPr id="4" name="Slide Number Placeholder 3"/>
          <p:cNvSpPr>
            <a:spLocks noGrp="1"/>
          </p:cNvSpPr>
          <p:nvPr>
            <p:ph type="sldNum" sz="quarter" idx="5"/>
          </p:nvPr>
        </p:nvSpPr>
        <p:spPr/>
        <p:txBody>
          <a:bodyPr/>
          <a:lstStyle/>
          <a:p>
            <a:fld id="{25A9E9A8-E558-4DB4-9604-C5AD73AFD3FE}" type="slidenum">
              <a:rPr lang="en-US" smtClean="0"/>
              <a:t>2</a:t>
            </a:fld>
            <a:endParaRPr lang="en-US"/>
          </a:p>
        </p:txBody>
      </p:sp>
    </p:spTree>
    <p:extLst>
      <p:ext uri="{BB962C8B-B14F-4D97-AF65-F5344CB8AC3E}">
        <p14:creationId xmlns:p14="http://schemas.microsoft.com/office/powerpoint/2010/main" val="1844740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matchingName="Title Slide" type="title" preserve="1" userDrawn="1">
  <p:cSld name="Title Slide">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4BFADB07-F746-AD63-E715-6834BEAEECC5}"/>
              </a:ext>
            </a:extLst>
          </p:cNvPr>
          <p:cNvGrpSpPr/>
          <p:nvPr userDrawn="1"/>
        </p:nvGrpSpPr>
        <p:grpSpPr>
          <a:xfrm>
            <a:off x="0" y="0"/>
            <a:ext cx="12192000" cy="6858001"/>
            <a:chOff x="0" y="0"/>
            <a:chExt cx="12192000" cy="6858001"/>
          </a:xfrm>
        </p:grpSpPr>
        <p:grpSp>
          <p:nvGrpSpPr>
            <p:cNvPr id="29" name="组合 28">
              <a:extLst>
                <a:ext uri="{FF2B5EF4-FFF2-40B4-BE49-F238E27FC236}">
                  <a16:creationId xmlns:a16="http://schemas.microsoft.com/office/drawing/2014/main" id="{E69A0A30-94D8-F061-60B5-44AF7709236F}"/>
                </a:ext>
              </a:extLst>
            </p:cNvPr>
            <p:cNvGrpSpPr/>
            <p:nvPr userDrawn="1"/>
          </p:nvGrpSpPr>
          <p:grpSpPr>
            <a:xfrm>
              <a:off x="0" y="0"/>
              <a:ext cx="12192000" cy="6858001"/>
              <a:chOff x="0" y="0"/>
              <a:chExt cx="12192000" cy="6858001"/>
            </a:xfrm>
          </p:grpSpPr>
          <p:sp>
            <p:nvSpPr>
              <p:cNvPr id="18" name="矩形 17">
                <a:extLst>
                  <a:ext uri="{FF2B5EF4-FFF2-40B4-BE49-F238E27FC236}">
                    <a16:creationId xmlns:a16="http://schemas.microsoft.com/office/drawing/2014/main" id="{FC476B53-65E3-D6D5-97DE-6A92E0FEC3A5}"/>
                  </a:ext>
                </a:extLst>
              </p:cNvPr>
              <p:cNvSpPr/>
              <p:nvPr userDrawn="1"/>
            </p:nvSpPr>
            <p:spPr>
              <a:xfrm>
                <a:off x="0" y="0"/>
                <a:ext cx="12192000" cy="6858000"/>
              </a:xfrm>
              <a:prstGeom prst="rect">
                <a:avLst/>
              </a:pr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127E72E7-F04B-023A-6D13-E4DEFF54489F}"/>
                  </a:ext>
                </a:extLst>
              </p:cNvPr>
              <p:cNvSpPr/>
              <p:nvPr userDrawn="1"/>
            </p:nvSpPr>
            <p:spPr>
              <a:xfrm>
                <a:off x="0" y="1"/>
                <a:ext cx="12192000" cy="6858000"/>
              </a:xfrm>
              <a:prstGeom prst="rect">
                <a:avLst/>
              </a:prstGeom>
              <a:gradFill flip="none" rotWithShape="1">
                <a:gsLst>
                  <a:gs pos="23000">
                    <a:srgbClr val="000000">
                      <a:alpha val="4706"/>
                    </a:srgbClr>
                  </a:gs>
                  <a:gs pos="100000">
                    <a:srgbClr val="000000"/>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a:extLst>
                  <a:ext uri="{FF2B5EF4-FFF2-40B4-BE49-F238E27FC236}">
                    <a16:creationId xmlns:a16="http://schemas.microsoft.com/office/drawing/2014/main" id="{44380DC6-3C49-B35B-4CA6-A9D3D4B63BC9}"/>
                  </a:ext>
                </a:extLst>
              </p:cNvPr>
              <p:cNvCxnSpPr/>
              <p:nvPr userDrawn="1"/>
            </p:nvCxnSpPr>
            <p:spPr>
              <a:xfrm>
                <a:off x="774700" y="4146550"/>
                <a:ext cx="4851400" cy="0"/>
              </a:xfrm>
              <a:prstGeom prst="line">
                <a:avLst/>
              </a:prstGeom>
              <a:ln>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596F2D11-BB96-2F33-656A-F5ECC3A87898}"/>
                  </a:ext>
                </a:extLst>
              </p:cNvPr>
              <p:cNvCxnSpPr>
                <a:cxnSpLocks/>
              </p:cNvCxnSpPr>
              <p:nvPr userDrawn="1"/>
            </p:nvCxnSpPr>
            <p:spPr>
              <a:xfrm flipV="1">
                <a:off x="5626100" y="3596547"/>
                <a:ext cx="550003" cy="550003"/>
              </a:xfrm>
              <a:prstGeom prst="line">
                <a:avLst/>
              </a:prstGeom>
              <a:ln>
                <a:solidFill>
                  <a:schemeClr val="tx1"/>
                </a:solidFill>
                <a:tailEnd type="ova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B16B93F6-EEE4-1F63-4EC0-C7B0D621EBBF}"/>
                </a:ext>
              </a:extLst>
            </p:cNvPr>
            <p:cNvCxnSpPr>
              <a:cxnSpLocks/>
            </p:cNvCxnSpPr>
            <p:nvPr userDrawn="1"/>
          </p:nvCxnSpPr>
          <p:spPr>
            <a:xfrm>
              <a:off x="660400" y="967740"/>
              <a:ext cx="7503160" cy="0"/>
            </a:xfrm>
            <a:prstGeom prst="line">
              <a:avLst/>
            </a:prstGeom>
            <a:ln>
              <a:gradFill flip="none" rotWithShape="1">
                <a:gsLst>
                  <a:gs pos="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2" name="143576a8-e35e-490e-8d51-64d7a09370c7"/>
          <p:cNvSpPr>
            <a:spLocks noGrp="1"/>
          </p:cNvSpPr>
          <p:nvPr>
            <p:ph type="ctrTitle" hasCustomPrompt="1"/>
          </p:nvPr>
        </p:nvSpPr>
        <p:spPr>
          <a:xfrm>
            <a:off x="660400" y="1130300"/>
            <a:ext cx="6115050" cy="2912715"/>
          </a:xfrm>
          <a:prstGeom prst="rect">
            <a:avLst/>
          </a:prstGeom>
        </p:spPr>
        <p:txBody>
          <a:bodyPr wrap="square" anchor="b">
            <a:normAutofit/>
          </a:bodyPr>
          <a:lstStyle>
            <a:lvl1pPr algn="l">
              <a:lnSpc>
                <a:spcPct val="100000"/>
              </a:lnSpc>
              <a:defRPr sz="6600">
                <a:ln w="19050">
                  <a:noFill/>
                </a:ln>
                <a:solidFill>
                  <a:schemeClr val="tx1"/>
                </a:solidFill>
              </a:defRPr>
            </a:lvl1pPr>
          </a:lstStyle>
          <a:p>
            <a:pPr lvl="0"/>
            <a:r>
              <a:rPr lang="zh-CN" altLang="en-US" dirty="0"/>
              <a:t>Click to add title</a:t>
            </a:r>
            <a:endParaRPr lang="en-US" dirty="0"/>
          </a:p>
        </p:txBody>
      </p:sp>
      <p:sp>
        <p:nvSpPr>
          <p:cNvPr id="3" name="副标题 2"/>
          <p:cNvSpPr>
            <a:spLocks noGrp="1"/>
          </p:cNvSpPr>
          <p:nvPr>
            <p:ph type="subTitle" sz="quarter" idx="1" hasCustomPrompt="1"/>
          </p:nvPr>
        </p:nvSpPr>
        <p:spPr>
          <a:xfrm>
            <a:off x="660401" y="4265047"/>
            <a:ext cx="6115050" cy="524662"/>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200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p:ph type="body" sz="quarter" idx="13" hasCustomPrompt="1"/>
          </p:nvPr>
        </p:nvSpPr>
        <p:spPr>
          <a:xfrm>
            <a:off x="660401" y="5457240"/>
            <a:ext cx="5635054" cy="276999"/>
          </a:xfrm>
          <a:prstGeom prst="rect">
            <a:avLst/>
          </a:prstGeom>
        </p:spPr>
        <p:txBody>
          <a:bodyPr wrap="square" lIns="90000">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660400" y="5155160"/>
            <a:ext cx="5635054" cy="276999"/>
          </a:xfrm>
          <a:prstGeom prst="rect">
            <a:avLst/>
          </a:prstGeom>
        </p:spPr>
        <p:txBody>
          <a:bodyPr wrap="none">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F369BDA-CCD5-B335-A7DF-98BBB62E72DB}"/>
              </a:ext>
            </a:extLst>
          </p:cNvPr>
          <p:cNvSpPr/>
          <p:nvPr userDrawn="1"/>
        </p:nvSpPr>
        <p:spPr>
          <a:xfrm>
            <a:off x="-6350" y="1710267"/>
            <a:ext cx="12192000" cy="5135360"/>
          </a:xfrm>
          <a:prstGeom prst="rect">
            <a:avLst/>
          </a:pr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3EFA5392-EAA2-6571-1A0C-CFD3396013AF}"/>
              </a:ext>
            </a:extLst>
          </p:cNvPr>
          <p:cNvGrpSpPr/>
          <p:nvPr userDrawn="1"/>
        </p:nvGrpSpPr>
        <p:grpSpPr>
          <a:xfrm>
            <a:off x="-1" y="0"/>
            <a:ext cx="12191997" cy="6235700"/>
            <a:chOff x="-1" y="0"/>
            <a:chExt cx="12191997" cy="6235700"/>
          </a:xfrm>
        </p:grpSpPr>
        <p:sp>
          <p:nvSpPr>
            <p:cNvPr id="7" name="矩形 6"/>
            <p:cNvSpPr>
              <a:spLocks/>
            </p:cNvSpPr>
            <p:nvPr/>
          </p:nvSpPr>
          <p:spPr>
            <a:xfrm>
              <a:off x="-1" y="0"/>
              <a:ext cx="12191997" cy="1710267"/>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
          <p:nvSpPr>
            <p:cNvPr id="8" name="矩形: 圆角 7"/>
            <p:cNvSpPr>
              <a:spLocks/>
            </p:cNvSpPr>
            <p:nvPr/>
          </p:nvSpPr>
          <p:spPr>
            <a:xfrm>
              <a:off x="414022" y="436880"/>
              <a:ext cx="11351258" cy="5798820"/>
            </a:xfrm>
            <a:prstGeom prst="roundRect">
              <a:avLst>
                <a:gd name="adj" fmla="val 2446"/>
              </a:avLst>
            </a:prstGeom>
            <a:solidFill>
              <a:srgbClr val="FFFFFF">
                <a:alpha val="95000"/>
              </a:srgb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en-US" altLang="zh-CN" sz="2000" b="1" dirty="0">
                <a:solidFill>
                  <a:schemeClr val="bg1"/>
                </a:solidFill>
              </a:endParaRPr>
            </a:p>
            <a:p>
              <a:pPr algn="ctr" defTabSz="913765"/>
              <a:endParaRPr lang="zh-CN" altLang="en-US" sz="2000" b="1" dirty="0">
                <a:solidFill>
                  <a:schemeClr val="bg1"/>
                </a:solidFill>
              </a:endParaRPr>
            </a:p>
          </p:txBody>
        </p:sp>
        <p:cxnSp>
          <p:nvCxnSpPr>
            <p:cNvPr id="10" name="直接连接符 9"/>
            <p:cNvCxnSpPr>
              <a:cxnSpLocks/>
            </p:cNvCxnSpPr>
            <p:nvPr/>
          </p:nvCxnSpPr>
          <p:spPr>
            <a:xfrm>
              <a:off x="2846319" y="1605285"/>
              <a:ext cx="0" cy="4071937"/>
            </a:xfrm>
            <a:prstGeom prst="line">
              <a:avLst/>
            </a:prstGeom>
            <a:solidFill>
              <a:srgbClr val="FFCC00"/>
            </a:solidFill>
            <a:ln w="3175" cap="flat" cmpd="sng" algn="ctr">
              <a:solidFill>
                <a:schemeClr val="tx2">
                  <a:alpha val="50000"/>
                </a:schemeClr>
              </a:solidFill>
              <a:prstDash val="solid"/>
              <a:round/>
              <a:headEnd type="none" w="med" len="med"/>
              <a:tailEnd type="none" w="med" len="med"/>
            </a:ln>
            <a:effectLst/>
          </p:spPr>
        </p:cxnSp>
        <p:sp>
          <p:nvSpPr>
            <p:cNvPr id="13" name="任意多边形: 形状 12"/>
            <p:cNvSpPr>
              <a:spLocks noChangeAspect="1"/>
            </p:cNvSpPr>
            <p:nvPr/>
          </p:nvSpPr>
          <p:spPr bwMode="auto">
            <a:xfrm>
              <a:off x="1851756" y="4761555"/>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alpha val="15000"/>
              </a:schemeClr>
            </a:solidFill>
            <a:ln>
              <a:noFill/>
            </a:ln>
          </p:spPr>
          <p:txBody>
            <a:bodyPr/>
            <a:lstStyle/>
            <a:p>
              <a:endParaRPr lang="zh-CN" altLang="en-US">
                <a:solidFill>
                  <a:schemeClr val="bg1"/>
                </a:solidFill>
                <a:cs typeface="+mn-ea"/>
                <a:sym typeface="+mn-lt"/>
              </a:endParaRPr>
            </a:p>
          </p:txBody>
        </p:sp>
      </p:grpSp>
      <p:sp>
        <p:nvSpPr>
          <p:cNvPr id="2" name="75c54685-e53e-4803-b7c3-92f8a00828b0"/>
          <p:cNvSpPr>
            <a:spLocks noGrp="1"/>
          </p:cNvSpPr>
          <p:nvPr>
            <p:ph type="title" hasCustomPrompt="1"/>
          </p:nvPr>
        </p:nvSpPr>
        <p:spPr>
          <a:xfrm>
            <a:off x="800100" y="1130300"/>
            <a:ext cx="1922161" cy="1339501"/>
          </a:xfrm>
          <a:prstGeom prst="rect">
            <a:avLst/>
          </a:prstGeom>
          <a:noFill/>
        </p:spPr>
        <p:txBody>
          <a:bodyPr anchor="t" anchorCtr="0">
            <a:normAutofit/>
          </a:bodyPr>
          <a:lstStyle>
            <a:lvl1pPr algn="r">
              <a:defRPr sz="3600">
                <a:solidFill>
                  <a:schemeClr val="bg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2970377" y="1130300"/>
            <a:ext cx="8231021" cy="4546922"/>
          </a:xfrm>
        </p:spPr>
        <p:txBody>
          <a:bodyPr numCol="1"/>
          <a:lstStyle>
            <a:lvl1pPr marL="342900" indent="-342900">
              <a:lnSpc>
                <a:spcPct val="100000"/>
              </a:lnSpc>
              <a:buFont typeface="+mj-lt"/>
              <a:buAutoNum type="arabicPeriod"/>
              <a:defRPr>
                <a:solidFill>
                  <a:schemeClr val="bg1"/>
                </a:solidFill>
              </a:defRPr>
            </a:lvl1pPr>
            <a:lvl2pPr marL="800100" indent="-342900">
              <a:lnSpc>
                <a:spcPct val="100000"/>
              </a:lnSpc>
              <a:buFont typeface="+mj-ea"/>
              <a:buAutoNum type="circleNumDbPlain"/>
              <a:defRPr>
                <a:solidFill>
                  <a:schemeClr val="bg1"/>
                </a:solidFill>
              </a:defRPr>
            </a:lvl2pPr>
            <a:lvl3pPr marL="1257300" indent="-342900">
              <a:lnSpc>
                <a:spcPct val="100000"/>
              </a:lnSpc>
              <a:buFont typeface="+mj-lt"/>
              <a:buAutoNum type="alphaLcParenR"/>
              <a:defRPr>
                <a:solidFill>
                  <a:schemeClr val="bg1"/>
                </a:solidFill>
              </a:defRPr>
            </a:lvl3pPr>
            <a:lvl4pPr>
              <a:lnSpc>
                <a:spcPct val="100000"/>
              </a:lnSpc>
              <a:defRPr>
                <a:solidFill>
                  <a:schemeClr val="bg1"/>
                </a:solidFill>
              </a:defRPr>
            </a:lvl4pPr>
            <a:lvl5pPr>
              <a:lnSpc>
                <a:spcPct val="100000"/>
              </a:lnSpc>
              <a:defRPr>
                <a:solidFill>
                  <a:schemeClr val="bg1"/>
                </a:solidFill>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lvl1pPr>
              <a:defRPr>
                <a:solidFill>
                  <a:srgbClr val="FFFFFF"/>
                </a:solidFill>
              </a:defRPr>
            </a:lvl1pPr>
          </a:lstStyle>
          <a:p>
            <a:endParaRPr lang="en-US" dirty="0"/>
          </a:p>
        </p:txBody>
      </p:sp>
      <p:sp>
        <p:nvSpPr>
          <p:cNvPr id="5" name="页脚占位符 4"/>
          <p:cNvSpPr>
            <a:spLocks noGrp="1"/>
          </p:cNvSpPr>
          <p:nvPr>
            <p:ph type="ftr" sz="quarter" idx="11"/>
          </p:nvPr>
        </p:nvSpPr>
        <p:spPr/>
        <p:txBody>
          <a:bodyPr/>
          <a:lstStyle>
            <a:lvl1pPr>
              <a:defRPr>
                <a:solidFill>
                  <a:srgbClr val="FFFFFF"/>
                </a:solidFill>
              </a:defRPr>
            </a:lvl1pPr>
          </a:lstStyle>
          <a:p>
            <a:endParaRPr lang="en-US" dirty="0"/>
          </a:p>
        </p:txBody>
      </p:sp>
      <p:sp>
        <p:nvSpPr>
          <p:cNvPr id="6" name="灯片编号占位符 5"/>
          <p:cNvSpPr>
            <a:spLocks noGrp="1"/>
          </p:cNvSpPr>
          <p:nvPr>
            <p:ph type="sldNum" sz="quarter" idx="12"/>
          </p:nvPr>
        </p:nvSpPr>
        <p:spPr/>
        <p:txBody>
          <a:bodyPr/>
          <a:lstStyle>
            <a:lvl1pPr>
              <a:defRPr>
                <a:solidFill>
                  <a:srgbClr val="FFFFFF"/>
                </a:solidFill>
              </a:defRPr>
            </a:lvl1p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038F3F9-8B58-7DE1-C067-0A2634B32ADF}"/>
              </a:ext>
            </a:extLst>
          </p:cNvPr>
          <p:cNvGrpSpPr/>
          <p:nvPr userDrawn="1"/>
        </p:nvGrpSpPr>
        <p:grpSpPr>
          <a:xfrm>
            <a:off x="0" y="0"/>
            <a:ext cx="12192000" cy="6858000"/>
            <a:chOff x="0" y="0"/>
            <a:chExt cx="12192000" cy="6858000"/>
          </a:xfrm>
        </p:grpSpPr>
        <p:sp>
          <p:nvSpPr>
            <p:cNvPr id="18" name="等腰三角形 17">
              <a:extLst>
                <a:ext uri="{FF2B5EF4-FFF2-40B4-BE49-F238E27FC236}">
                  <a16:creationId xmlns:a16="http://schemas.microsoft.com/office/drawing/2014/main" id="{4F9CB14F-D880-B08C-3E4E-64634FAC228A}"/>
                </a:ext>
              </a:extLst>
            </p:cNvPr>
            <p:cNvSpPr/>
            <p:nvPr userDrawn="1"/>
          </p:nvSpPr>
          <p:spPr>
            <a:xfrm flipV="1">
              <a:off x="5690870" y="4277360"/>
              <a:ext cx="797560" cy="345440"/>
            </a:xfrm>
            <a:prstGeom prst="triangle">
              <a:avLst/>
            </a:prstGeom>
            <a:gradFill flip="none" rotWithShape="1">
              <a:gsLst>
                <a:gs pos="0">
                  <a:schemeClr val="accent1"/>
                </a:gs>
                <a:gs pos="100000">
                  <a:schemeClr val="accent1">
                    <a:lumMod val="60000"/>
                    <a:lumOff val="40000"/>
                    <a:alpha val="32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469EF91A-E06C-BA75-FC45-A3C4883B377D}"/>
                </a:ext>
              </a:extLst>
            </p:cNvPr>
            <p:cNvCxnSpPr>
              <a:cxnSpLocks/>
            </p:cNvCxnSpPr>
            <p:nvPr userDrawn="1"/>
          </p:nvCxnSpPr>
          <p:spPr>
            <a:xfrm>
              <a:off x="1069340" y="3540760"/>
              <a:ext cx="10040620" cy="0"/>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grpSp>
      <p:sp>
        <p:nvSpPr>
          <p:cNvPr id="5" name="143576a8-e35e-490e-8d51-64d7a09370c7"/>
          <p:cNvSpPr>
            <a:spLocks noGrp="1"/>
          </p:cNvSpPr>
          <p:nvPr>
            <p:ph type="title" hasCustomPrompt="1"/>
          </p:nvPr>
        </p:nvSpPr>
        <p:spPr>
          <a:xfrm>
            <a:off x="1257300" y="2260600"/>
            <a:ext cx="9664700" cy="1239291"/>
          </a:xfrm>
          <a:prstGeom prst="rect">
            <a:avLst/>
          </a:prstGeom>
        </p:spPr>
        <p:txBody>
          <a:bodyPr>
            <a:normAutofit/>
          </a:bodyPr>
          <a:lstStyle>
            <a:lvl1pPr algn="ctr">
              <a:lnSpc>
                <a:spcPct val="100000"/>
              </a:lnSpc>
              <a:defRPr sz="4800"/>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1257300" y="3596411"/>
            <a:ext cx="9664700" cy="503149"/>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2025/7/29</a:t>
            </a:fld>
            <a:endParaRPr lang="en-US" altLang="zh-CN"/>
          </a:p>
        </p:txBody>
      </p:sp>
      <p:sp>
        <p:nvSpPr>
          <p:cNvPr id="6" name="页脚占位符 5"/>
          <p:cNvSpPr>
            <a:spLocks noGrp="1"/>
          </p:cNvSpPr>
          <p:nvPr>
            <p:ph type="ftr" sz="quarter" idx="11"/>
          </p:nvPr>
        </p:nvSpPr>
        <p:spPr/>
        <p:txBody>
          <a:bodyPr/>
          <a:lstStyle/>
          <a:p>
            <a:endParaRPr lang="zh-CN" altLang="en-US"/>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matchingName="Closing" preserve="1" userDrawn="1">
  <p:cSld name="Closin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9FE11C15-E720-718F-B0AC-9AB4AE254B02}"/>
              </a:ext>
            </a:extLst>
          </p:cNvPr>
          <p:cNvGrpSpPr/>
          <p:nvPr userDrawn="1"/>
        </p:nvGrpSpPr>
        <p:grpSpPr>
          <a:xfrm>
            <a:off x="0" y="0"/>
            <a:ext cx="12192000" cy="6858001"/>
            <a:chOff x="0" y="0"/>
            <a:chExt cx="12192000" cy="6858001"/>
          </a:xfrm>
        </p:grpSpPr>
        <p:grpSp>
          <p:nvGrpSpPr>
            <p:cNvPr id="3" name="组合 2">
              <a:extLst>
                <a:ext uri="{FF2B5EF4-FFF2-40B4-BE49-F238E27FC236}">
                  <a16:creationId xmlns:a16="http://schemas.microsoft.com/office/drawing/2014/main" id="{5C3009C3-CEB2-3ACC-99CD-8E2FDB1FD3B9}"/>
                </a:ext>
              </a:extLst>
            </p:cNvPr>
            <p:cNvGrpSpPr/>
            <p:nvPr userDrawn="1"/>
          </p:nvGrpSpPr>
          <p:grpSpPr>
            <a:xfrm>
              <a:off x="0" y="0"/>
              <a:ext cx="12192000" cy="6858001"/>
              <a:chOff x="0" y="0"/>
              <a:chExt cx="12192000" cy="6858001"/>
            </a:xfrm>
          </p:grpSpPr>
          <p:sp>
            <p:nvSpPr>
              <p:cNvPr id="11" name="矩形 10">
                <a:extLst>
                  <a:ext uri="{FF2B5EF4-FFF2-40B4-BE49-F238E27FC236}">
                    <a16:creationId xmlns:a16="http://schemas.microsoft.com/office/drawing/2014/main" id="{58F3A680-1B98-55C8-606D-28C26AB7FC75}"/>
                  </a:ext>
                </a:extLst>
              </p:cNvPr>
              <p:cNvSpPr/>
              <p:nvPr userDrawn="1"/>
            </p:nvSpPr>
            <p:spPr>
              <a:xfrm>
                <a:off x="0" y="0"/>
                <a:ext cx="12192000" cy="6858000"/>
              </a:xfrm>
              <a:prstGeom prst="rect">
                <a:avLst/>
              </a:pr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A3FFB8C7-6348-A069-F2E3-72E8FE756426}"/>
                  </a:ext>
                </a:extLst>
              </p:cNvPr>
              <p:cNvSpPr/>
              <p:nvPr userDrawn="1"/>
            </p:nvSpPr>
            <p:spPr>
              <a:xfrm>
                <a:off x="0" y="1"/>
                <a:ext cx="12192000" cy="6858000"/>
              </a:xfrm>
              <a:prstGeom prst="rect">
                <a:avLst/>
              </a:prstGeom>
              <a:gradFill flip="none" rotWithShape="1">
                <a:gsLst>
                  <a:gs pos="23000">
                    <a:schemeClr val="bg1">
                      <a:alpha val="5000"/>
                    </a:schemeClr>
                  </a:gs>
                  <a:gs pos="100000">
                    <a:srgbClr val="000000"/>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944572BD-9445-D71A-209D-B37232843F12}"/>
                  </a:ext>
                </a:extLst>
              </p:cNvPr>
              <p:cNvCxnSpPr/>
              <p:nvPr userDrawn="1"/>
            </p:nvCxnSpPr>
            <p:spPr>
              <a:xfrm>
                <a:off x="774700" y="4146550"/>
                <a:ext cx="4851400" cy="0"/>
              </a:xfrm>
              <a:prstGeom prst="line">
                <a:avLst/>
              </a:prstGeom>
              <a:ln>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2CF38AE9-521F-3AB9-5A65-AB25BD618025}"/>
                  </a:ext>
                </a:extLst>
              </p:cNvPr>
              <p:cNvCxnSpPr>
                <a:cxnSpLocks/>
              </p:cNvCxnSpPr>
              <p:nvPr userDrawn="1"/>
            </p:nvCxnSpPr>
            <p:spPr>
              <a:xfrm flipV="1">
                <a:off x="5626100" y="3596547"/>
                <a:ext cx="550003" cy="550003"/>
              </a:xfrm>
              <a:prstGeom prst="line">
                <a:avLst/>
              </a:prstGeom>
              <a:ln>
                <a:solidFill>
                  <a:schemeClr val="tx1"/>
                </a:solidFill>
                <a:tailEnd type="oval"/>
              </a:ln>
            </p:spPr>
            <p:style>
              <a:lnRef idx="1">
                <a:schemeClr val="accent1"/>
              </a:lnRef>
              <a:fillRef idx="0">
                <a:schemeClr val="accent1"/>
              </a:fillRef>
              <a:effectRef idx="0">
                <a:schemeClr val="accent1"/>
              </a:effectRef>
              <a:fontRef idx="minor">
                <a:schemeClr val="tx1"/>
              </a:fontRef>
            </p:style>
          </p:cxnSp>
        </p:grpSp>
        <p:cxnSp>
          <p:nvCxnSpPr>
            <p:cNvPr id="5" name="直接连接符 4">
              <a:extLst>
                <a:ext uri="{FF2B5EF4-FFF2-40B4-BE49-F238E27FC236}">
                  <a16:creationId xmlns:a16="http://schemas.microsoft.com/office/drawing/2014/main" id="{5AAB87F3-9C5B-9B9E-BB29-8CC6303FBFD0}"/>
                </a:ext>
              </a:extLst>
            </p:cNvPr>
            <p:cNvCxnSpPr>
              <a:cxnSpLocks/>
            </p:cNvCxnSpPr>
            <p:nvPr userDrawn="1"/>
          </p:nvCxnSpPr>
          <p:spPr>
            <a:xfrm>
              <a:off x="660400" y="967740"/>
              <a:ext cx="7503160" cy="0"/>
            </a:xfrm>
            <a:prstGeom prst="line">
              <a:avLst/>
            </a:prstGeom>
            <a:ln>
              <a:gradFill flip="none" rotWithShape="1">
                <a:gsLst>
                  <a:gs pos="0">
                    <a:schemeClr val="accent1"/>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2" name="143576a8-e35e-490e-8d51-64d7a09370c7"/>
          <p:cNvSpPr>
            <a:spLocks noGrp="1"/>
          </p:cNvSpPr>
          <p:nvPr>
            <p:ph type="ctrTitle" hasCustomPrompt="1"/>
          </p:nvPr>
        </p:nvSpPr>
        <p:spPr>
          <a:xfrm>
            <a:off x="660400" y="1130298"/>
            <a:ext cx="5100320" cy="2745158"/>
          </a:xfrm>
          <a:prstGeom prst="rect">
            <a:avLst/>
          </a:prstGeom>
        </p:spPr>
        <p:txBody>
          <a:bodyPr wrap="square" anchor="b">
            <a:normAutofit/>
          </a:bodyPr>
          <a:lstStyle>
            <a:lvl1pPr algn="l">
              <a:lnSpc>
                <a:spcPct val="100000"/>
              </a:lnSpc>
              <a:defRPr sz="6000">
                <a:ln w="19050">
                  <a:noFill/>
                </a:ln>
                <a:solidFill>
                  <a:schemeClr val="tx1"/>
                </a:solidFill>
              </a:defRPr>
            </a:lvl1pPr>
          </a:lstStyle>
          <a:p>
            <a:pPr lvl="0"/>
            <a:r>
              <a:rPr lang="zh-CN" altLang="en-US" dirty="0"/>
              <a:t>Click to add title</a:t>
            </a:r>
            <a:endParaRPr lang="en-US" dirty="0"/>
          </a:p>
        </p:txBody>
      </p:sp>
      <p:sp>
        <p:nvSpPr>
          <p:cNvPr id="4" name="文本占位符 3"/>
          <p:cNvSpPr>
            <a:spLocks noGrp="1"/>
          </p:cNvSpPr>
          <p:nvPr>
            <p:ph type="body" sz="quarter" idx="13" hasCustomPrompt="1"/>
          </p:nvPr>
        </p:nvSpPr>
        <p:spPr>
          <a:xfrm>
            <a:off x="660401" y="4719725"/>
            <a:ext cx="3530600" cy="276999"/>
          </a:xfrm>
          <a:prstGeom prst="rect">
            <a:avLst/>
          </a:prstGeom>
        </p:spPr>
        <p:txBody>
          <a:bodyPr wrap="square" lIns="90000">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660400" y="4417645"/>
            <a:ext cx="3530600" cy="276999"/>
          </a:xfrm>
          <a:prstGeom prst="rect">
            <a:avLst/>
          </a:prstGeom>
        </p:spPr>
        <p:txBody>
          <a:bodyPr wrap="none">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rgbClr val="000000"/>
        </a:solidFill>
        <a:effectLst/>
      </p:bgPr>
    </p:bg>
    <p:spTree>
      <p:nvGrpSpPr>
        <p:cNvPr id="1" name=""/>
        <p:cNvGrpSpPr/>
        <p:nvPr/>
      </p:nvGrpSpPr>
      <p:grpSpPr>
        <a:xfrm>
          <a:off x="0" y="0"/>
          <a:ext cx="0" cy="0"/>
          <a:chOff x="0" y="0"/>
          <a:chExt cx="0" cy="0"/>
        </a:xfrm>
      </p:grpSpPr>
      <p:grpSp>
        <p:nvGrpSpPr>
          <p:cNvPr id="21" name="组合 20">
            <a:extLst>
              <a:ext uri="{FF2B5EF4-FFF2-40B4-BE49-F238E27FC236}">
                <a16:creationId xmlns:a16="http://schemas.microsoft.com/office/drawing/2014/main" id="{F36E4A68-A76E-3FD4-8F3E-803C298CA2C8}"/>
              </a:ext>
            </a:extLst>
          </p:cNvPr>
          <p:cNvGrpSpPr/>
          <p:nvPr userDrawn="1"/>
        </p:nvGrpSpPr>
        <p:grpSpPr>
          <a:xfrm>
            <a:off x="0" y="655320"/>
            <a:ext cx="12192000" cy="6202680"/>
            <a:chOff x="0" y="655320"/>
            <a:chExt cx="12192000" cy="6202680"/>
          </a:xfrm>
        </p:grpSpPr>
        <p:grpSp>
          <p:nvGrpSpPr>
            <p:cNvPr id="20" name="组合 19">
              <a:extLst>
                <a:ext uri="{FF2B5EF4-FFF2-40B4-BE49-F238E27FC236}">
                  <a16:creationId xmlns:a16="http://schemas.microsoft.com/office/drawing/2014/main" id="{EEC66503-D80D-B79B-4807-3B48E18BB55B}"/>
                </a:ext>
              </a:extLst>
            </p:cNvPr>
            <p:cNvGrpSpPr/>
            <p:nvPr userDrawn="1"/>
          </p:nvGrpSpPr>
          <p:grpSpPr>
            <a:xfrm>
              <a:off x="334010" y="655320"/>
              <a:ext cx="11184890" cy="421640"/>
              <a:chOff x="334010" y="655320"/>
              <a:chExt cx="11184890" cy="421640"/>
            </a:xfrm>
          </p:grpSpPr>
          <p:cxnSp>
            <p:nvCxnSpPr>
              <p:cNvPr id="11" name="直接连接符 10">
                <a:extLst>
                  <a:ext uri="{FF2B5EF4-FFF2-40B4-BE49-F238E27FC236}">
                    <a16:creationId xmlns:a16="http://schemas.microsoft.com/office/drawing/2014/main" id="{4C9CD7C5-F475-5399-6FA7-2DF64954CB79}"/>
                  </a:ext>
                </a:extLst>
              </p:cNvPr>
              <p:cNvCxnSpPr>
                <a:cxnSpLocks/>
              </p:cNvCxnSpPr>
              <p:nvPr userDrawn="1"/>
            </p:nvCxnSpPr>
            <p:spPr>
              <a:xfrm>
                <a:off x="762000" y="1076960"/>
                <a:ext cx="10756900" cy="0"/>
              </a:xfrm>
              <a:prstGeom prst="line">
                <a:avLst/>
              </a:prstGeom>
              <a:ln w="12700">
                <a:gradFill flip="none" rotWithShape="1">
                  <a:gsLst>
                    <a:gs pos="0">
                      <a:schemeClr val="accent1">
                        <a:lumMod val="5000"/>
                        <a:lumOff val="95000"/>
                        <a:alpha val="0"/>
                      </a:schemeClr>
                    </a:gs>
                    <a:gs pos="100000">
                      <a:schemeClr val="accent1"/>
                    </a:gs>
                  </a:gsLst>
                  <a:lin ang="10800000" scaled="1"/>
                  <a:tileRect/>
                </a:gradFill>
                <a:headEnd type="ova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96683849-1228-CC66-5ECF-A450EA6B606F}"/>
                  </a:ext>
                </a:extLst>
              </p:cNvPr>
              <p:cNvCxnSpPr>
                <a:cxnSpLocks/>
              </p:cNvCxnSpPr>
              <p:nvPr userDrawn="1"/>
            </p:nvCxnSpPr>
            <p:spPr>
              <a:xfrm flipH="1" flipV="1">
                <a:off x="334010" y="655320"/>
                <a:ext cx="421640" cy="421640"/>
              </a:xfrm>
              <a:prstGeom prst="line">
                <a:avLst/>
              </a:prstGeom>
              <a:ln w="12700">
                <a:tailEnd type="ova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68CF00E0-10A5-7B5E-6C49-22C2A0664C22}"/>
                </a:ext>
              </a:extLst>
            </p:cNvPr>
            <p:cNvGrpSpPr/>
            <p:nvPr userDrawn="1"/>
          </p:nvGrpSpPr>
          <p:grpSpPr>
            <a:xfrm>
              <a:off x="0" y="6684010"/>
              <a:ext cx="12192000" cy="173990"/>
              <a:chOff x="0" y="6527800"/>
              <a:chExt cx="12192000" cy="330200"/>
            </a:xfrm>
          </p:grpSpPr>
          <p:sp>
            <p:nvSpPr>
              <p:cNvPr id="18" name="任意多边形: 形状 17">
                <a:extLst>
                  <a:ext uri="{FF2B5EF4-FFF2-40B4-BE49-F238E27FC236}">
                    <a16:creationId xmlns:a16="http://schemas.microsoft.com/office/drawing/2014/main" id="{C0426318-AA70-8DEE-E920-BDE2C999C75C}"/>
                  </a:ext>
                </a:extLst>
              </p:cNvPr>
              <p:cNvSpPr/>
              <p:nvPr userDrawn="1"/>
            </p:nvSpPr>
            <p:spPr>
              <a:xfrm flipH="1">
                <a:off x="3042920" y="6684010"/>
                <a:ext cx="9149080" cy="173990"/>
              </a:xfrm>
              <a:custGeom>
                <a:avLst/>
                <a:gdLst>
                  <a:gd name="connsiteX0" fmla="*/ 9149080 w 9149080"/>
                  <a:gd name="connsiteY0" fmla="*/ 0 h 173990"/>
                  <a:gd name="connsiteX1" fmla="*/ 0 w 9149080"/>
                  <a:gd name="connsiteY1" fmla="*/ 0 h 173990"/>
                  <a:gd name="connsiteX2" fmla="*/ 0 w 9149080"/>
                  <a:gd name="connsiteY2" fmla="*/ 173990 h 173990"/>
                  <a:gd name="connsiteX3" fmla="*/ 9105583 w 9149080"/>
                  <a:gd name="connsiteY3" fmla="*/ 173990 h 173990"/>
                </a:gdLst>
                <a:ahLst/>
                <a:cxnLst>
                  <a:cxn ang="0">
                    <a:pos x="connsiteX0" y="connsiteY0"/>
                  </a:cxn>
                  <a:cxn ang="0">
                    <a:pos x="connsiteX1" y="connsiteY1"/>
                  </a:cxn>
                  <a:cxn ang="0">
                    <a:pos x="connsiteX2" y="connsiteY2"/>
                  </a:cxn>
                  <a:cxn ang="0">
                    <a:pos x="connsiteX3" y="connsiteY3"/>
                  </a:cxn>
                </a:cxnLst>
                <a:rect l="l" t="t" r="r" b="b"/>
                <a:pathLst>
                  <a:path w="9149080" h="173990">
                    <a:moveTo>
                      <a:pt x="9149080" y="0"/>
                    </a:moveTo>
                    <a:lnTo>
                      <a:pt x="0" y="0"/>
                    </a:lnTo>
                    <a:lnTo>
                      <a:pt x="0" y="173990"/>
                    </a:lnTo>
                    <a:lnTo>
                      <a:pt x="9105583" y="17399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任意多边形: 形状 18">
                <a:extLst>
                  <a:ext uri="{FF2B5EF4-FFF2-40B4-BE49-F238E27FC236}">
                    <a16:creationId xmlns:a16="http://schemas.microsoft.com/office/drawing/2014/main" id="{3FA5BEFA-C978-2547-6DDB-F30224DA2395}"/>
                  </a:ext>
                </a:extLst>
              </p:cNvPr>
              <p:cNvSpPr/>
              <p:nvPr userDrawn="1"/>
            </p:nvSpPr>
            <p:spPr>
              <a:xfrm flipH="1">
                <a:off x="0" y="6527800"/>
                <a:ext cx="3251200" cy="330200"/>
              </a:xfrm>
              <a:custGeom>
                <a:avLst/>
                <a:gdLst>
                  <a:gd name="connsiteX0" fmla="*/ 3251200 w 3251200"/>
                  <a:gd name="connsiteY0" fmla="*/ 0 h 330200"/>
                  <a:gd name="connsiteX1" fmla="*/ 82550 w 3251200"/>
                  <a:gd name="connsiteY1" fmla="*/ 0 h 330200"/>
                  <a:gd name="connsiteX2" fmla="*/ 0 w 3251200"/>
                  <a:gd name="connsiteY2" fmla="*/ 330200 h 330200"/>
                  <a:gd name="connsiteX3" fmla="*/ 3251200 w 3251200"/>
                  <a:gd name="connsiteY3" fmla="*/ 330200 h 330200"/>
                </a:gdLst>
                <a:ahLst/>
                <a:cxnLst>
                  <a:cxn ang="0">
                    <a:pos x="connsiteX0" y="connsiteY0"/>
                  </a:cxn>
                  <a:cxn ang="0">
                    <a:pos x="connsiteX1" y="connsiteY1"/>
                  </a:cxn>
                  <a:cxn ang="0">
                    <a:pos x="connsiteX2" y="connsiteY2"/>
                  </a:cxn>
                  <a:cxn ang="0">
                    <a:pos x="connsiteX3" y="connsiteY3"/>
                  </a:cxn>
                </a:cxnLst>
                <a:rect l="l" t="t" r="r" b="b"/>
                <a:pathLst>
                  <a:path w="3251200" h="330200">
                    <a:moveTo>
                      <a:pt x="3251200" y="0"/>
                    </a:moveTo>
                    <a:lnTo>
                      <a:pt x="82550" y="0"/>
                    </a:lnTo>
                    <a:lnTo>
                      <a:pt x="0" y="330200"/>
                    </a:lnTo>
                    <a:lnTo>
                      <a:pt x="3251200" y="330200"/>
                    </a:lnTo>
                    <a:close/>
                  </a:path>
                </a:pathLst>
              </a:custGeom>
              <a:gradFill flip="none" rotWithShape="1">
                <a:gsLst>
                  <a:gs pos="0">
                    <a:schemeClr val="accent1"/>
                  </a:gs>
                  <a:gs pos="100000">
                    <a:schemeClr val="accent1">
                      <a:lumMod val="60000"/>
                      <a:lumOff val="4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2" name="ff287809-c396-402c-a019-e4928cb7d394"/>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jpeg"/></Relationships>
</file>

<file path=ppt/slides/_rels/slide19.xml.rels><?xml version='1.0' encoding='UTF-8' standalone='yes'?>
<Relationships xmlns="http://schemas.openxmlformats.org/package/2006/relationships"><Relationship Id="rId1" Type="http://schemas.openxmlformats.org/officeDocument/2006/relationships/themeOverride" Target="../theme/themeOverride7.xml"/><Relationship Id="rId2"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chart" Target="../charts/char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themeOverride" Target="../theme/themeOverride8.xml"/><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0400" y="1130300"/>
            <a:ext cx="6115050" cy="2912715"/>
          </a:xfrm>
        </p:spPr>
        <p:txBody>
          <a:bodyPr/>
          <a:lstStyle/>
          <a:p>
            <a:r>
              <a:rPr lang="zh-CN" altLang="en-US" sz="7200" dirty="0">
                <a:gradFill flip="none" rotWithShape="1">
                  <a:gsLst>
                    <a:gs pos="0">
                      <a:schemeClr val="accent1">
                        <a:lumMod val="20000"/>
                        <a:lumOff val="80000"/>
                      </a:schemeClr>
                    </a:gs>
                    <a:gs pos="100000">
                      <a:schemeClr val="accent1"/>
                    </a:gs>
                  </a:gsLst>
                  <a:lin ang="0" scaled="1"/>
                  <a:tileRect/>
                </a:gradFill>
              </a:rPr>
              <a:t>通用科技行业</a:t>
            </a:r>
            <a:br>
              <a:rPr lang="en-US" altLang="zh-CN" sz="7200" dirty="0">
                <a:gradFill flip="none" rotWithShape="1">
                  <a:gsLst>
                    <a:gs pos="0">
                      <a:schemeClr val="accent1">
                        <a:lumMod val="20000"/>
                        <a:lumOff val="80000"/>
                      </a:schemeClr>
                    </a:gs>
                    <a:gs pos="100000">
                      <a:schemeClr val="accent1"/>
                    </a:gs>
                  </a:gsLst>
                  <a:lin ang="0" scaled="1"/>
                  <a:tileRect/>
                </a:gradFill>
              </a:rPr>
            </a:br>
            <a:r>
              <a:rPr lang="zh-CN" altLang="en-US" dirty="0"/>
              <a:t>产品发布会</a:t>
            </a:r>
            <a:endParaRPr lang="en-US" dirty="0"/>
          </a:p>
        </p:txBody>
      </p:sp>
      <p:sp>
        <p:nvSpPr>
          <p:cNvPr id="3" name="副标题 2"/>
          <p:cNvSpPr>
            <a:spLocks noGrp="1"/>
          </p:cNvSpPr>
          <p:nvPr>
            <p:ph type="subTitle" sz="quarter" idx="1" hasCustomPrompt="1"/>
          </p:nvPr>
        </p:nvSpPr>
        <p:spPr>
          <a:xfrm>
            <a:off x="660401" y="4265047"/>
            <a:ext cx="6115050" cy="524662"/>
          </a:xfrm>
        </p:spPr>
        <p:txBody>
          <a:bodyPr/>
          <a:lstStyle/>
          <a:p>
            <a:r>
              <a:rPr lang="zh-CN" altLang="en-US" dirty="0"/>
              <a:t>聚焦创新成果，共鉴前沿科技魅力</a:t>
            </a:r>
            <a:endParaRPr lang="en-US" dirty="0"/>
          </a:p>
        </p:txBody>
      </p:sp>
      <p:sp>
        <p:nvSpPr>
          <p:cNvPr id="4" name="文本占位符 3"/>
          <p:cNvSpPr>
            <a:spLocks noGrp="1"/>
          </p:cNvSpPr>
          <p:nvPr>
            <p:ph type="body" sz="quarter" idx="13" hasCustomPrompt="1"/>
          </p:nvPr>
        </p:nvSpPr>
        <p:spPr>
          <a:xfrm>
            <a:off x="660401" y="5457240"/>
            <a:ext cx="5635054" cy="276999"/>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660400" y="5155160"/>
            <a:ext cx="5635054" cy="276999"/>
          </a:xfrm>
        </p:spPr>
        <p:txBody>
          <a:bodyPr/>
          <a:lstStyle/>
          <a:p>
            <a:r>
              <a:rPr lang="zh-CN" altLang="en-US" dirty="0"/>
              <a:t>20XX.XX.XX</a:t>
            </a:r>
            <a:endParaRPr lang="en-US" dirty="0"/>
          </a:p>
        </p:txBody>
      </p:sp>
      <p:sp>
        <p:nvSpPr>
          <p:cNvPr id="5" name="文本框 4">
            <a:extLst>
              <a:ext uri="{FF2B5EF4-FFF2-40B4-BE49-F238E27FC236}">
                <a16:creationId xmlns:a16="http://schemas.microsoft.com/office/drawing/2014/main" id="{D60D2BE4-DE14-B6D1-C253-462708E44ADD}"/>
              </a:ext>
            </a:extLst>
          </p:cNvPr>
          <p:cNvSpPr txBox="1"/>
          <p:nvPr/>
        </p:nvSpPr>
        <p:spPr>
          <a:xfrm>
            <a:off x="654050" y="635112"/>
            <a:ext cx="1558971" cy="323850"/>
          </a:xfrm>
          <a:prstGeom prst="rect">
            <a:avLst/>
          </a:prstGeom>
          <a:noFill/>
          <a:ln>
            <a:noFill/>
          </a:ln>
        </p:spPr>
        <p:txBody>
          <a:bodyPr wrap="square" rtlCol="0" anchor="ctr">
            <a:normAutofit/>
          </a:bodyPr>
          <a:lstStyle/>
          <a:p>
            <a:r>
              <a:rPr lang="en-US" altLang="zh-CN" sz="1200" dirty="0">
                <a:solidFill>
                  <a:schemeClr val="tx1">
                    <a:alpha val="50000"/>
                  </a:schemeClr>
                </a:solidFill>
              </a:rPr>
              <a:t>technology industry</a:t>
            </a:r>
            <a:endParaRPr lang="zh-CN" altLang="en-US" sz="1200" dirty="0">
              <a:solidFill>
                <a:schemeClr val="tx1">
                  <a:alpha val="50000"/>
                </a:schemeClr>
              </a:solidFill>
            </a:endParaRPr>
          </a:p>
        </p:txBody>
      </p:sp>
      <p:sp>
        <p:nvSpPr>
          <p:cNvPr id="6" name="文本框 5">
            <a:extLst>
              <a:ext uri="{FF2B5EF4-FFF2-40B4-BE49-F238E27FC236}">
                <a16:creationId xmlns:a16="http://schemas.microsoft.com/office/drawing/2014/main" id="{2A990C3F-AAFB-D07B-F86B-12E1693AE27D}"/>
              </a:ext>
            </a:extLst>
          </p:cNvPr>
          <p:cNvSpPr txBox="1"/>
          <p:nvPr/>
        </p:nvSpPr>
        <p:spPr>
          <a:xfrm>
            <a:off x="2718063" y="635112"/>
            <a:ext cx="1558971" cy="323850"/>
          </a:xfrm>
          <a:prstGeom prst="rect">
            <a:avLst/>
          </a:prstGeom>
          <a:noFill/>
          <a:ln>
            <a:noFill/>
          </a:ln>
        </p:spPr>
        <p:txBody>
          <a:bodyPr wrap="square" rtlCol="0" anchor="ctr">
            <a:normAutofit/>
          </a:bodyPr>
          <a:lstStyle/>
          <a:p>
            <a:r>
              <a:rPr lang="en-US" altLang="zh-CN" sz="1200" dirty="0">
                <a:solidFill>
                  <a:schemeClr val="tx1">
                    <a:alpha val="50000"/>
                  </a:schemeClr>
                </a:solidFill>
              </a:rPr>
              <a:t>product release</a:t>
            </a:r>
            <a:endParaRPr lang="zh-CN" altLang="en-US" sz="1200" dirty="0">
              <a:solidFill>
                <a:schemeClr val="tx1">
                  <a:alpha val="50000"/>
                </a:schemeClr>
              </a:solidFill>
            </a:endParaRPr>
          </a:p>
        </p:txBody>
      </p:sp>
      <p:sp>
        <p:nvSpPr>
          <p:cNvPr id="8" name="文本框 7">
            <a:extLst>
              <a:ext uri="{FF2B5EF4-FFF2-40B4-BE49-F238E27FC236}">
                <a16:creationId xmlns:a16="http://schemas.microsoft.com/office/drawing/2014/main" id="{81F571A0-2FE6-2E6D-3D47-EC72190CC831}"/>
              </a:ext>
            </a:extLst>
          </p:cNvPr>
          <p:cNvSpPr txBox="1"/>
          <p:nvPr/>
        </p:nvSpPr>
        <p:spPr>
          <a:xfrm>
            <a:off x="4714658" y="635112"/>
            <a:ext cx="2011650" cy="323850"/>
          </a:xfrm>
          <a:prstGeom prst="rect">
            <a:avLst/>
          </a:prstGeom>
          <a:noFill/>
          <a:ln>
            <a:noFill/>
          </a:ln>
        </p:spPr>
        <p:txBody>
          <a:bodyPr wrap="square" rtlCol="0" anchor="ctr">
            <a:normAutofit/>
          </a:bodyPr>
          <a:lstStyle/>
          <a:p>
            <a:r>
              <a:rPr lang="en-US" altLang="zh-CN" sz="1200" dirty="0">
                <a:solidFill>
                  <a:schemeClr val="tx1">
                    <a:alpha val="50000"/>
                  </a:schemeClr>
                </a:solidFill>
              </a:rPr>
              <a:t>innovation achievements</a:t>
            </a:r>
            <a:endParaRPr lang="zh-CN" altLang="en-US" sz="1200" dirty="0">
              <a:solidFill>
                <a:schemeClr val="tx1">
                  <a:alpha val="50000"/>
                </a:schemeClr>
              </a:solidFill>
            </a:endParaRPr>
          </a:p>
        </p:txBody>
      </p:sp>
      <p:sp>
        <p:nvSpPr>
          <p:cNvPr id="9" name="文本框 8">
            <a:extLst>
              <a:ext uri="{FF2B5EF4-FFF2-40B4-BE49-F238E27FC236}">
                <a16:creationId xmlns:a16="http://schemas.microsoft.com/office/drawing/2014/main" id="{95CC8300-18EB-4A85-D9B7-6BB1BDAA0A23}"/>
              </a:ext>
            </a:extLst>
          </p:cNvPr>
          <p:cNvSpPr txBox="1"/>
          <p:nvPr/>
        </p:nvSpPr>
        <p:spPr>
          <a:xfrm>
            <a:off x="7303249" y="635112"/>
            <a:ext cx="946931" cy="323850"/>
          </a:xfrm>
          <a:prstGeom prst="rect">
            <a:avLst/>
          </a:prstGeom>
          <a:noFill/>
          <a:ln>
            <a:noFill/>
          </a:ln>
        </p:spPr>
        <p:txBody>
          <a:bodyPr wrap="square" rtlCol="0" anchor="ctr">
            <a:normAutofit/>
          </a:bodyPr>
          <a:lstStyle/>
          <a:p>
            <a:pPr algn="r"/>
            <a:r>
              <a:rPr lang="en-US" altLang="zh-CN" sz="1200" dirty="0">
                <a:solidFill>
                  <a:schemeClr val="tx1">
                    <a:alpha val="50000"/>
                  </a:schemeClr>
                </a:solidFill>
              </a:rPr>
              <a:t>forefront</a:t>
            </a:r>
            <a:endParaRPr lang="zh-CN" altLang="en-US" sz="1200" dirty="0">
              <a:solidFill>
                <a:schemeClr val="tx1">
                  <a:alpha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îślîďe"/>
        <p:cNvGrpSpPr/>
        <p:nvPr/>
      </p:nvGrpSpPr>
      <p:grpSpPr>
        <a:xfrm>
          <a:off x="0" y="0"/>
          <a:ext cx="0" cy="0"/>
          <a:chOff x="0" y="0"/>
          <a:chExt cx="0" cy="0"/>
        </a:xfrm>
      </p:grpSpPr>
      <p:grpSp>
        <p:nvGrpSpPr>
          <p:cNvPr id="10" name="组合 9">
            <a:extLst>
              <a:ext uri="{FF2B5EF4-FFF2-40B4-BE49-F238E27FC236}">
                <a16:creationId xmlns:a16="http://schemas.microsoft.com/office/drawing/2014/main" id="{D4F3D1E4-9440-5EC7-C9C7-5A0869E98650}"/>
              </a:ext>
            </a:extLst>
          </p:cNvPr>
          <p:cNvGrpSpPr/>
          <p:nvPr/>
        </p:nvGrpSpPr>
        <p:grpSpPr>
          <a:xfrm>
            <a:off x="0" y="0"/>
            <a:ext cx="12192000" cy="2894672"/>
            <a:chOff x="0" y="0"/>
            <a:chExt cx="12192000" cy="2894672"/>
          </a:xfrm>
        </p:grpSpPr>
        <p:sp>
          <p:nvSpPr>
            <p:cNvPr id="5" name="PictureMisc">
              <a:extLst>
                <a:ext uri="{FF2B5EF4-FFF2-40B4-BE49-F238E27FC236}">
                  <a16:creationId xmlns:a16="http://schemas.microsoft.com/office/drawing/2014/main" id="{BB538B00-AE14-47C3-B7A6-E2E555DE6809}"/>
                </a:ext>
              </a:extLst>
            </p:cNvPr>
            <p:cNvSpPr/>
            <p:nvPr/>
          </p:nvSpPr>
          <p:spPr>
            <a:xfrm>
              <a:off x="0" y="0"/>
              <a:ext cx="12192000" cy="2894672"/>
            </a:xfrm>
            <a:prstGeom prst="rect">
              <a:avLst/>
            </a:prstGeom>
            <a:blipFill>
              <a:blip r:embed="rId3" cstate="email">
                <a:extLst>
                  <a:ext uri="{28A0092B-C50C-407E-A947-70E740481C1C}">
                    <a14:useLocalDpi xmlns:a14="http://schemas.microsoft.com/office/drawing/2010/main"/>
                  </a:ext>
                </a:extLst>
              </a:blip>
              <a:srcRect/>
              <a:stretch>
                <a:fillRect/>
              </a:stretch>
            </a:blip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 name="Title">
              <a:extLst>
                <a:ext uri="{FF2B5EF4-FFF2-40B4-BE49-F238E27FC236}">
                  <a16:creationId xmlns:a16="http://schemas.microsoft.com/office/drawing/2014/main" id="{C16665C3-A2E4-4EF0-AA35-40809118727F}"/>
                </a:ext>
              </a:extLst>
            </p:cNvPr>
            <p:cNvSpPr/>
            <p:nvPr/>
          </p:nvSpPr>
          <p:spPr>
            <a:xfrm>
              <a:off x="0" y="0"/>
              <a:ext cx="12190414" cy="2894672"/>
            </a:xfrm>
            <a:prstGeom prst="rect">
              <a:avLst/>
            </a:prstGeom>
            <a:gradFill flip="none" rotWithShape="1">
              <a:gsLst>
                <a:gs pos="9000">
                  <a:schemeClr val="accent3">
                    <a:alpha val="90000"/>
                  </a:schemeClr>
                </a:gs>
                <a:gs pos="98000">
                  <a:schemeClr val="bg1">
                    <a:alpha val="0"/>
                  </a:schemeClr>
                </a:gs>
              </a:gsLst>
              <a:lin ang="16200000" scaled="1"/>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1">
              <a:normAutofit/>
            </a:bodyPr>
            <a:lstStyle/>
            <a:p>
              <a:pPr algn="ctr"/>
              <a:endParaRPr sz="4800" b="1" dirty="0">
                <a:solidFill>
                  <a:schemeClr val="tx1"/>
                </a:solidFill>
              </a:endParaRPr>
            </a:p>
          </p:txBody>
        </p:sp>
        <p:sp>
          <p:nvSpPr>
            <p:cNvPr id="9" name="Title">
              <a:extLst>
                <a:ext uri="{FF2B5EF4-FFF2-40B4-BE49-F238E27FC236}">
                  <a16:creationId xmlns:a16="http://schemas.microsoft.com/office/drawing/2014/main" id="{48BBC333-6D0C-C51E-4A29-E823483EACB3}"/>
                </a:ext>
              </a:extLst>
            </p:cNvPr>
            <p:cNvSpPr/>
            <p:nvPr/>
          </p:nvSpPr>
          <p:spPr>
            <a:xfrm>
              <a:off x="0" y="1885950"/>
              <a:ext cx="12190414" cy="1008722"/>
            </a:xfrm>
            <a:prstGeom prst="rect">
              <a:avLst/>
            </a:prstGeom>
            <a:no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chorCtr="1">
              <a:normAutofit/>
            </a:bodyPr>
            <a:lstStyle/>
            <a:p>
              <a:pPr algn="ctr"/>
              <a:r>
                <a:rPr lang="zh-CN" altLang="en-US" sz="4800" b="1" dirty="0">
                  <a:solidFill>
                    <a:schemeClr val="tx1"/>
                  </a:solidFill>
                </a:rPr>
                <a:t>目录</a:t>
              </a:r>
              <a:endParaRPr sz="4800" b="1" dirty="0">
                <a:solidFill>
                  <a:schemeClr val="tx1"/>
                </a:solidFill>
              </a:endParaRPr>
            </a:p>
          </p:txBody>
        </p:sp>
      </p:grpSp>
      <p:grpSp>
        <p:nvGrpSpPr>
          <p:cNvPr id="38" name="组合 37">
            <a:extLst>
              <a:ext uri="{FF2B5EF4-FFF2-40B4-BE49-F238E27FC236}">
                <a16:creationId xmlns:a16="http://schemas.microsoft.com/office/drawing/2014/main" id="{6C972557-4344-8FD1-A5A9-D01665E13D3B}"/>
              </a:ext>
            </a:extLst>
          </p:cNvPr>
          <p:cNvGrpSpPr/>
          <p:nvPr/>
        </p:nvGrpSpPr>
        <p:grpSpPr>
          <a:xfrm>
            <a:off x="772885" y="3948788"/>
            <a:ext cx="10633529" cy="1916588"/>
            <a:chOff x="885371" y="3392357"/>
            <a:chExt cx="14091558" cy="2539863"/>
          </a:xfrm>
        </p:grpSpPr>
        <p:cxnSp>
          <p:nvCxnSpPr>
            <p:cNvPr id="16" name="íśḻîḑe">
              <a:extLst>
                <a:ext uri="{FF2B5EF4-FFF2-40B4-BE49-F238E27FC236}">
                  <a16:creationId xmlns:a16="http://schemas.microsoft.com/office/drawing/2014/main" id="{18CA05F1-7D8F-40BE-BD15-D1F220BD2742}"/>
                </a:ext>
              </a:extLst>
            </p:cNvPr>
            <p:cNvCxnSpPr>
              <a:cxnSpLocks/>
            </p:cNvCxnSpPr>
            <p:nvPr/>
          </p:nvCxnSpPr>
          <p:spPr>
            <a:xfrm>
              <a:off x="4326962" y="3392357"/>
              <a:ext cx="0" cy="2370268"/>
            </a:xfrm>
            <a:prstGeom prst="line">
              <a:avLst/>
            </a:prstGeom>
            <a:ln w="12700" cap="rnd">
              <a:solidFill>
                <a:schemeClr val="accent1">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7" name="iṥḻiḋê">
              <a:extLst>
                <a:ext uri="{FF2B5EF4-FFF2-40B4-BE49-F238E27FC236}">
                  <a16:creationId xmlns:a16="http://schemas.microsoft.com/office/drawing/2014/main" id="{13CA7F7D-AF08-49E1-BB3D-BE722BF8A472}"/>
                </a:ext>
              </a:extLst>
            </p:cNvPr>
            <p:cNvCxnSpPr>
              <a:cxnSpLocks/>
            </p:cNvCxnSpPr>
            <p:nvPr/>
          </p:nvCxnSpPr>
          <p:spPr>
            <a:xfrm>
              <a:off x="7931150" y="3392357"/>
              <a:ext cx="0" cy="2370268"/>
            </a:xfrm>
            <a:prstGeom prst="line">
              <a:avLst/>
            </a:prstGeom>
            <a:ln w="12700" cap="rnd">
              <a:solidFill>
                <a:schemeClr val="accent1">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35" name="组合 34">
              <a:extLst>
                <a:ext uri="{FF2B5EF4-FFF2-40B4-BE49-F238E27FC236}">
                  <a16:creationId xmlns:a16="http://schemas.microsoft.com/office/drawing/2014/main" id="{1508497E-50AB-048B-33EB-106CF3230ACF}"/>
                </a:ext>
              </a:extLst>
            </p:cNvPr>
            <p:cNvGrpSpPr/>
            <p:nvPr/>
          </p:nvGrpSpPr>
          <p:grpSpPr>
            <a:xfrm>
              <a:off x="885371" y="3463619"/>
              <a:ext cx="3278994" cy="2468601"/>
              <a:chOff x="1101271" y="3463619"/>
              <a:chExt cx="3278994" cy="2468601"/>
            </a:xfrm>
          </p:grpSpPr>
          <p:sp>
            <p:nvSpPr>
              <p:cNvPr id="22" name="Bullet1">
                <a:extLst>
                  <a:ext uri="{FF2B5EF4-FFF2-40B4-BE49-F238E27FC236}">
                    <a16:creationId xmlns:a16="http://schemas.microsoft.com/office/drawing/2014/main" id="{FE245A45-BB26-4835-92F4-5F2C490EAE93}"/>
                  </a:ext>
                </a:extLst>
              </p:cNvPr>
              <p:cNvSpPr/>
              <p:nvPr/>
            </p:nvSpPr>
            <p:spPr>
              <a:xfrm>
                <a:off x="1101271" y="4205414"/>
                <a:ext cx="3278994" cy="589547"/>
              </a:xfrm>
              <a:prstGeom prst="rect">
                <a:avLst/>
              </a:prstGeom>
            </p:spPr>
            <p:txBody>
              <a:bodyPr wrap="square" lIns="91440" tIns="45720" rIns="91440" bIns="45720" anchor="b" anchorCtr="0">
                <a:normAutofit lnSpcReduction="10000"/>
              </a:bodyPr>
              <a:lstStyle/>
              <a:p>
                <a:pPr algn="ctr">
                  <a:spcBef>
                    <a:spcPts val="375"/>
                  </a:spcBef>
                  <a:defRPr/>
                </a:pPr>
                <a:r>
                  <a:rPr lang="zh-CN" altLang="en-US" sz="2400" b="1" kern="100" dirty="0"/>
                  <a:t>行业背景分析</a:t>
                </a:r>
              </a:p>
            </p:txBody>
          </p:sp>
          <p:sp>
            <p:nvSpPr>
              <p:cNvPr id="23" name="Text1">
                <a:extLst>
                  <a:ext uri="{FF2B5EF4-FFF2-40B4-BE49-F238E27FC236}">
                    <a16:creationId xmlns:a16="http://schemas.microsoft.com/office/drawing/2014/main" id="{A756B114-96BF-40C4-A2B9-E4F5597FF582}"/>
                  </a:ext>
                </a:extLst>
              </p:cNvPr>
              <p:cNvSpPr/>
              <p:nvPr/>
            </p:nvSpPr>
            <p:spPr bwMode="auto">
              <a:xfrm>
                <a:off x="1101271" y="4867152"/>
                <a:ext cx="3278994" cy="1065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20000"/>
                  </a:lnSpc>
                </a:pPr>
                <a:r>
                  <a:rPr lang="zh-CN" altLang="en-US" sz="1200" dirty="0">
                    <a:solidFill>
                      <a:schemeClr val="tx1">
                        <a:alpha val="50000"/>
                      </a:schemeClr>
                    </a:solidFill>
                  </a:rPr>
                  <a:t>确保内容简洁明了，提炼重点，避免信息过载，提升阅读效率。</a:t>
                </a:r>
                <a:endParaRPr lang="en-US" altLang="zh-CN" sz="1200" dirty="0">
                  <a:solidFill>
                    <a:schemeClr val="tx1">
                      <a:alpha val="50000"/>
                    </a:schemeClr>
                  </a:solidFill>
                </a:endParaRPr>
              </a:p>
            </p:txBody>
          </p:sp>
          <p:sp>
            <p:nvSpPr>
              <p:cNvPr id="29" name="Number1">
                <a:extLst>
                  <a:ext uri="{FF2B5EF4-FFF2-40B4-BE49-F238E27FC236}">
                    <a16:creationId xmlns:a16="http://schemas.microsoft.com/office/drawing/2014/main" id="{243DA3F7-DE97-42E5-0F20-8B1A5AAC9352}"/>
                  </a:ext>
                </a:extLst>
              </p:cNvPr>
              <p:cNvSpPr/>
              <p:nvPr/>
            </p:nvSpPr>
            <p:spPr>
              <a:xfrm>
                <a:off x="2448668" y="3463619"/>
                <a:ext cx="584200" cy="584200"/>
              </a:xfrm>
              <a:prstGeom prst="roundRect">
                <a:avLst/>
              </a:prstGeom>
              <a:gradFill flip="none" rotWithShape="1">
                <a:gsLst>
                  <a:gs pos="100000">
                    <a:schemeClr val="accent3">
                      <a:alpha val="90000"/>
                    </a:schemeClr>
                  </a:gs>
                  <a:gs pos="0">
                    <a:schemeClr val="accent2"/>
                  </a:gs>
                </a:gsLst>
                <a:lin ang="2700000" scaled="1"/>
                <a:tileRect/>
              </a:gradFill>
              <a:ln>
                <a:noFill/>
              </a:ln>
              <a:effectLst>
                <a:reflection blurRad="50800" stA="64000" endPos="5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p>
                <a:pPr algn="ctr"/>
                <a:r>
                  <a:rPr lang="en-US" altLang="zh-CN" b="1" dirty="0"/>
                  <a:t>1</a:t>
                </a:r>
                <a:endParaRPr lang="zh-CN" altLang="en-US" b="1" dirty="0"/>
              </a:p>
            </p:txBody>
          </p:sp>
        </p:grpSp>
        <p:grpSp>
          <p:nvGrpSpPr>
            <p:cNvPr id="36" name="组合 35">
              <a:extLst>
                <a:ext uri="{FF2B5EF4-FFF2-40B4-BE49-F238E27FC236}">
                  <a16:creationId xmlns:a16="http://schemas.microsoft.com/office/drawing/2014/main" id="{FCAD26AE-F367-8D9E-4788-6591F358D672}"/>
                </a:ext>
              </a:extLst>
            </p:cNvPr>
            <p:cNvGrpSpPr/>
            <p:nvPr/>
          </p:nvGrpSpPr>
          <p:grpSpPr>
            <a:xfrm>
              <a:off x="4489559" y="3463619"/>
              <a:ext cx="3278994" cy="2438144"/>
              <a:chOff x="3743046" y="3463619"/>
              <a:chExt cx="3278994" cy="2438144"/>
            </a:xfrm>
          </p:grpSpPr>
          <p:sp>
            <p:nvSpPr>
              <p:cNvPr id="25" name="Text2">
                <a:extLst>
                  <a:ext uri="{FF2B5EF4-FFF2-40B4-BE49-F238E27FC236}">
                    <a16:creationId xmlns:a16="http://schemas.microsoft.com/office/drawing/2014/main" id="{A756B114-96BF-40C4-A2B9-E4F5597FF582}"/>
                  </a:ext>
                </a:extLst>
              </p:cNvPr>
              <p:cNvSpPr/>
              <p:nvPr/>
            </p:nvSpPr>
            <p:spPr bwMode="auto">
              <a:xfrm>
                <a:off x="3743046" y="4836694"/>
                <a:ext cx="3278994" cy="106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20000"/>
                  </a:lnSpc>
                </a:pPr>
                <a:r>
                  <a:rPr lang="zh-CN" altLang="en-US" sz="1200" dirty="0">
                    <a:solidFill>
                      <a:schemeClr val="tx1">
                        <a:alpha val="50000"/>
                      </a:schemeClr>
                    </a:solidFill>
                  </a:rPr>
                  <a:t>确保内容简洁明了，提炼重点，避免信息过载，提升阅读效率。</a:t>
                </a:r>
                <a:endParaRPr lang="en-US" altLang="zh-CN" sz="1200" dirty="0">
                  <a:solidFill>
                    <a:schemeClr val="tx1">
                      <a:alpha val="50000"/>
                    </a:schemeClr>
                  </a:solidFill>
                </a:endParaRPr>
              </a:p>
            </p:txBody>
          </p:sp>
          <p:sp>
            <p:nvSpPr>
              <p:cNvPr id="20" name="Bullet2">
                <a:extLst>
                  <a:ext uri="{FF2B5EF4-FFF2-40B4-BE49-F238E27FC236}">
                    <a16:creationId xmlns:a16="http://schemas.microsoft.com/office/drawing/2014/main" id="{1632355E-3F61-438A-8F72-39EC1691B9B9}"/>
                  </a:ext>
                </a:extLst>
              </p:cNvPr>
              <p:cNvSpPr/>
              <p:nvPr/>
            </p:nvSpPr>
            <p:spPr>
              <a:xfrm>
                <a:off x="3743046" y="4174957"/>
                <a:ext cx="3278994" cy="589547"/>
              </a:xfrm>
              <a:prstGeom prst="rect">
                <a:avLst/>
              </a:prstGeom>
            </p:spPr>
            <p:txBody>
              <a:bodyPr wrap="square" lIns="91440" tIns="45720" rIns="91440" bIns="45720" anchor="b" anchorCtr="0">
                <a:normAutofit lnSpcReduction="10000"/>
              </a:bodyPr>
              <a:lstStyle/>
              <a:p>
                <a:pPr algn="ctr">
                  <a:spcBef>
                    <a:spcPts val="375"/>
                  </a:spcBef>
                  <a:defRPr/>
                </a:pPr>
                <a:r>
                  <a:rPr lang="zh-CN" altLang="en-US" sz="2400" b="1" kern="100" dirty="0"/>
                  <a:t>产品展示</a:t>
                </a:r>
              </a:p>
            </p:txBody>
          </p:sp>
          <p:sp>
            <p:nvSpPr>
              <p:cNvPr id="30" name="Number2">
                <a:extLst>
                  <a:ext uri="{FF2B5EF4-FFF2-40B4-BE49-F238E27FC236}">
                    <a16:creationId xmlns:a16="http://schemas.microsoft.com/office/drawing/2014/main" id="{C815DB50-C077-A6D1-A7D3-293496796A76}"/>
                  </a:ext>
                </a:extLst>
              </p:cNvPr>
              <p:cNvSpPr/>
              <p:nvPr/>
            </p:nvSpPr>
            <p:spPr>
              <a:xfrm>
                <a:off x="5090443" y="3463619"/>
                <a:ext cx="584200" cy="584200"/>
              </a:xfrm>
              <a:prstGeom prst="roundRect">
                <a:avLst/>
              </a:prstGeom>
              <a:gradFill flip="none" rotWithShape="1">
                <a:gsLst>
                  <a:gs pos="100000">
                    <a:schemeClr val="accent3">
                      <a:alpha val="90000"/>
                    </a:schemeClr>
                  </a:gs>
                  <a:gs pos="0">
                    <a:schemeClr val="accent2"/>
                  </a:gs>
                </a:gsLst>
                <a:lin ang="2700000" scaled="1"/>
                <a:tileRect/>
              </a:gradFill>
              <a:ln>
                <a:noFill/>
              </a:ln>
              <a:effectLst>
                <a:reflection blurRad="50800" stA="64000" endPos="5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p>
                <a:pPr algn="ctr"/>
                <a:r>
                  <a:rPr lang="en-US" altLang="zh-CN" b="1" dirty="0"/>
                  <a:t>2</a:t>
                </a:r>
                <a:endParaRPr lang="zh-CN" altLang="en-US" b="1" dirty="0"/>
              </a:p>
            </p:txBody>
          </p:sp>
        </p:grpSp>
        <p:grpSp>
          <p:nvGrpSpPr>
            <p:cNvPr id="37" name="组合 36">
              <a:extLst>
                <a:ext uri="{FF2B5EF4-FFF2-40B4-BE49-F238E27FC236}">
                  <a16:creationId xmlns:a16="http://schemas.microsoft.com/office/drawing/2014/main" id="{5EA93659-ABD6-86B8-95AD-834B1E1C847C}"/>
                </a:ext>
              </a:extLst>
            </p:cNvPr>
            <p:cNvGrpSpPr/>
            <p:nvPr/>
          </p:nvGrpSpPr>
          <p:grpSpPr>
            <a:xfrm>
              <a:off x="8093747" y="3463619"/>
              <a:ext cx="3278994" cy="2438144"/>
              <a:chOff x="6192460" y="3463619"/>
              <a:chExt cx="3278994" cy="2438144"/>
            </a:xfrm>
          </p:grpSpPr>
          <p:sp>
            <p:nvSpPr>
              <p:cNvPr id="26" name="Text3">
                <a:extLst>
                  <a:ext uri="{FF2B5EF4-FFF2-40B4-BE49-F238E27FC236}">
                    <a16:creationId xmlns:a16="http://schemas.microsoft.com/office/drawing/2014/main" id="{A756B114-96BF-40C4-A2B9-E4F5597FF582}"/>
                  </a:ext>
                </a:extLst>
              </p:cNvPr>
              <p:cNvSpPr/>
              <p:nvPr/>
            </p:nvSpPr>
            <p:spPr bwMode="auto">
              <a:xfrm>
                <a:off x="6192460" y="4836694"/>
                <a:ext cx="3278994" cy="106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20000"/>
                  </a:lnSpc>
                </a:pPr>
                <a:r>
                  <a:rPr lang="zh-CN" altLang="en-US" sz="1200" dirty="0">
                    <a:solidFill>
                      <a:schemeClr val="tx1">
                        <a:alpha val="50000"/>
                      </a:schemeClr>
                    </a:solidFill>
                  </a:rPr>
                  <a:t>确保内容简洁明了，提炼重点，避免信息过载，提升阅读效率。</a:t>
                </a:r>
                <a:endParaRPr lang="en-US" altLang="zh-CN" sz="1200" dirty="0">
                  <a:solidFill>
                    <a:schemeClr val="tx1">
                      <a:alpha val="50000"/>
                    </a:schemeClr>
                  </a:solidFill>
                </a:endParaRPr>
              </a:p>
            </p:txBody>
          </p:sp>
          <p:sp>
            <p:nvSpPr>
              <p:cNvPr id="18" name="Bullet3">
                <a:extLst>
                  <a:ext uri="{FF2B5EF4-FFF2-40B4-BE49-F238E27FC236}">
                    <a16:creationId xmlns:a16="http://schemas.microsoft.com/office/drawing/2014/main" id="{9A628B8A-0276-4C38-9FDF-AF567E214329}"/>
                  </a:ext>
                </a:extLst>
              </p:cNvPr>
              <p:cNvSpPr/>
              <p:nvPr/>
            </p:nvSpPr>
            <p:spPr>
              <a:xfrm>
                <a:off x="6192460" y="4174957"/>
                <a:ext cx="3278994" cy="589547"/>
              </a:xfrm>
              <a:prstGeom prst="rect">
                <a:avLst/>
              </a:prstGeom>
            </p:spPr>
            <p:txBody>
              <a:bodyPr wrap="square" lIns="91440" tIns="45720" rIns="91440" bIns="45720" anchor="b" anchorCtr="0">
                <a:normAutofit lnSpcReduction="10000"/>
              </a:bodyPr>
              <a:lstStyle/>
              <a:p>
                <a:pPr algn="ctr">
                  <a:spcBef>
                    <a:spcPts val="375"/>
                  </a:spcBef>
                  <a:defRPr/>
                </a:pPr>
                <a:r>
                  <a:rPr lang="zh-CN" altLang="en-US" sz="2400" b="1" kern="100" dirty="0"/>
                  <a:t>技术创新与应用</a:t>
                </a:r>
              </a:p>
            </p:txBody>
          </p:sp>
          <p:sp>
            <p:nvSpPr>
              <p:cNvPr id="31" name="Number3">
                <a:extLst>
                  <a:ext uri="{FF2B5EF4-FFF2-40B4-BE49-F238E27FC236}">
                    <a16:creationId xmlns:a16="http://schemas.microsoft.com/office/drawing/2014/main" id="{644B5890-DDBB-A6C7-7951-8CEC3388C942}"/>
                  </a:ext>
                </a:extLst>
              </p:cNvPr>
              <p:cNvSpPr/>
              <p:nvPr/>
            </p:nvSpPr>
            <p:spPr>
              <a:xfrm>
                <a:off x="7539857" y="3463619"/>
                <a:ext cx="584200" cy="584200"/>
              </a:xfrm>
              <a:prstGeom prst="roundRect">
                <a:avLst/>
              </a:prstGeom>
              <a:gradFill flip="none" rotWithShape="1">
                <a:gsLst>
                  <a:gs pos="100000">
                    <a:schemeClr val="accent3">
                      <a:alpha val="90000"/>
                    </a:schemeClr>
                  </a:gs>
                  <a:gs pos="0">
                    <a:schemeClr val="accent2"/>
                  </a:gs>
                </a:gsLst>
                <a:lin ang="2700000" scaled="1"/>
                <a:tileRect/>
              </a:gradFill>
              <a:ln>
                <a:noFill/>
              </a:ln>
              <a:effectLst>
                <a:reflection blurRad="50800" stA="64000" endPos="5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p>
                <a:pPr algn="ctr"/>
                <a:r>
                  <a:rPr lang="en-US" altLang="zh-CN" b="1" dirty="0"/>
                  <a:t>3</a:t>
                </a:r>
                <a:endParaRPr lang="zh-CN" altLang="en-US" b="1" dirty="0"/>
              </a:p>
            </p:txBody>
          </p:sp>
        </p:grpSp>
        <p:grpSp>
          <p:nvGrpSpPr>
            <p:cNvPr id="11" name="组合 10">
              <a:extLst>
                <a:ext uri="{FF2B5EF4-FFF2-40B4-BE49-F238E27FC236}">
                  <a16:creationId xmlns:a16="http://schemas.microsoft.com/office/drawing/2014/main" id="{26A6C626-2433-CB5A-B7A6-8C5180CD727F}"/>
                </a:ext>
              </a:extLst>
            </p:cNvPr>
            <p:cNvGrpSpPr/>
            <p:nvPr/>
          </p:nvGrpSpPr>
          <p:grpSpPr>
            <a:xfrm>
              <a:off x="11697935" y="3463619"/>
              <a:ext cx="3278994" cy="2438144"/>
              <a:chOff x="6192460" y="3463619"/>
              <a:chExt cx="3278994" cy="2438144"/>
            </a:xfrm>
          </p:grpSpPr>
          <p:sp>
            <p:nvSpPr>
              <p:cNvPr id="12" name="Text3">
                <a:extLst>
                  <a:ext uri="{FF2B5EF4-FFF2-40B4-BE49-F238E27FC236}">
                    <a16:creationId xmlns:a16="http://schemas.microsoft.com/office/drawing/2014/main" id="{C353CAFA-D9B4-2B7C-555B-268804743773}"/>
                  </a:ext>
                </a:extLst>
              </p:cNvPr>
              <p:cNvSpPr/>
              <p:nvPr/>
            </p:nvSpPr>
            <p:spPr bwMode="auto">
              <a:xfrm>
                <a:off x="6192460" y="4836694"/>
                <a:ext cx="3278994" cy="106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20000"/>
                  </a:lnSpc>
                </a:pPr>
                <a:r>
                  <a:rPr lang="zh-CN" altLang="en-US" sz="1200" dirty="0">
                    <a:solidFill>
                      <a:schemeClr val="tx1">
                        <a:alpha val="50000"/>
                      </a:schemeClr>
                    </a:solidFill>
                  </a:rPr>
                  <a:t>确保内容简洁明了，提炼重点，避免信息过载，提升阅读效率。</a:t>
                </a:r>
                <a:endParaRPr lang="en-US" altLang="zh-CN" sz="1200" dirty="0">
                  <a:solidFill>
                    <a:schemeClr val="tx1">
                      <a:alpha val="50000"/>
                    </a:schemeClr>
                  </a:solidFill>
                </a:endParaRPr>
              </a:p>
            </p:txBody>
          </p:sp>
          <p:sp>
            <p:nvSpPr>
              <p:cNvPr id="15" name="Bullet3">
                <a:extLst>
                  <a:ext uri="{FF2B5EF4-FFF2-40B4-BE49-F238E27FC236}">
                    <a16:creationId xmlns:a16="http://schemas.microsoft.com/office/drawing/2014/main" id="{44C98531-FB9E-A134-D374-1CC3CDD4D717}"/>
                  </a:ext>
                </a:extLst>
              </p:cNvPr>
              <p:cNvSpPr/>
              <p:nvPr/>
            </p:nvSpPr>
            <p:spPr>
              <a:xfrm>
                <a:off x="6192460" y="4174957"/>
                <a:ext cx="3278994" cy="589547"/>
              </a:xfrm>
              <a:prstGeom prst="rect">
                <a:avLst/>
              </a:prstGeom>
            </p:spPr>
            <p:txBody>
              <a:bodyPr wrap="square" lIns="91440" tIns="45720" rIns="91440" bIns="45720" anchor="b" anchorCtr="0">
                <a:normAutofit lnSpcReduction="10000"/>
              </a:bodyPr>
              <a:lstStyle/>
              <a:p>
                <a:pPr algn="ctr">
                  <a:spcBef>
                    <a:spcPts val="375"/>
                  </a:spcBef>
                  <a:defRPr/>
                </a:pPr>
                <a:r>
                  <a:rPr lang="zh-CN" altLang="en-US" sz="2400" b="1" kern="100" dirty="0"/>
                  <a:t>生态合作与投资</a:t>
                </a:r>
              </a:p>
            </p:txBody>
          </p:sp>
          <p:sp>
            <p:nvSpPr>
              <p:cNvPr id="19" name="Number3">
                <a:extLst>
                  <a:ext uri="{FF2B5EF4-FFF2-40B4-BE49-F238E27FC236}">
                    <a16:creationId xmlns:a16="http://schemas.microsoft.com/office/drawing/2014/main" id="{EF052497-4B1F-A2C0-29CB-D1E0DCE30B76}"/>
                  </a:ext>
                </a:extLst>
              </p:cNvPr>
              <p:cNvSpPr/>
              <p:nvPr/>
            </p:nvSpPr>
            <p:spPr>
              <a:xfrm>
                <a:off x="7539857" y="3463619"/>
                <a:ext cx="584200" cy="584200"/>
              </a:xfrm>
              <a:prstGeom prst="roundRect">
                <a:avLst/>
              </a:prstGeom>
              <a:gradFill flip="none" rotWithShape="1">
                <a:gsLst>
                  <a:gs pos="100000">
                    <a:schemeClr val="accent3">
                      <a:alpha val="90000"/>
                    </a:schemeClr>
                  </a:gs>
                  <a:gs pos="0">
                    <a:schemeClr val="accent2"/>
                  </a:gs>
                </a:gsLst>
                <a:lin ang="2700000" scaled="1"/>
                <a:tileRect/>
              </a:gradFill>
              <a:ln>
                <a:noFill/>
              </a:ln>
              <a:effectLst>
                <a:reflection blurRad="50800" stA="64000" endPos="5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p>
                <a:pPr algn="ctr"/>
                <a:r>
                  <a:rPr lang="en-US" altLang="zh-CN" b="1" dirty="0"/>
                  <a:t>4</a:t>
                </a:r>
                <a:endParaRPr lang="zh-CN" altLang="en-US" b="1" dirty="0"/>
              </a:p>
            </p:txBody>
          </p:sp>
        </p:grpSp>
        <p:cxnSp>
          <p:nvCxnSpPr>
            <p:cNvPr id="34" name="iṥḻiḋê">
              <a:extLst>
                <a:ext uri="{FF2B5EF4-FFF2-40B4-BE49-F238E27FC236}">
                  <a16:creationId xmlns:a16="http://schemas.microsoft.com/office/drawing/2014/main" id="{BB2DF216-4BD0-6CA4-78FE-CAB7591A968F}"/>
                </a:ext>
              </a:extLst>
            </p:cNvPr>
            <p:cNvCxnSpPr>
              <a:cxnSpLocks/>
            </p:cNvCxnSpPr>
            <p:nvPr/>
          </p:nvCxnSpPr>
          <p:spPr>
            <a:xfrm>
              <a:off x="11535338" y="3392357"/>
              <a:ext cx="0" cy="2370268"/>
            </a:xfrm>
            <a:prstGeom prst="line">
              <a:avLst/>
            </a:prstGeom>
            <a:ln w="12700" cap="rnd">
              <a:solidFill>
                <a:schemeClr val="accent1">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1455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行业背景分析</a:t>
            </a:r>
            <a:endParaRPr lang="en-US" dirty="0"/>
          </a:p>
        </p:txBody>
      </p:sp>
      <p:sp>
        <p:nvSpPr>
          <p:cNvPr id="25" name="文本占位符 24"/>
          <p:cNvSpPr>
            <a:spLocks noGrp="1"/>
          </p:cNvSpPr>
          <p:nvPr>
            <p:ph type="body" sz="quarter" idx="1" hasCustomPrompt="1"/>
          </p:nvPr>
        </p:nvSpPr>
        <p:spPr/>
        <p:txBody>
          <a:bodyPr/>
          <a:lstStyle/>
          <a:p>
            <a:r>
              <a:rPr lang="zh-CN" altLang="en-US" dirty="0"/>
              <a:t>深入解读电子科技行业现状与发展趋势</a:t>
            </a:r>
            <a:endParaRPr lang="en-US" dirty="0"/>
          </a:p>
        </p:txBody>
      </p:sp>
      <p:sp>
        <p:nvSpPr>
          <p:cNvPr id="2" name="文本框 1">
            <a:extLst>
              <a:ext uri="{FF2B5EF4-FFF2-40B4-BE49-F238E27FC236}">
                <a16:creationId xmlns:a16="http://schemas.microsoft.com/office/drawing/2014/main" id="{79E6D1AA-5C54-B70F-D23E-85F606228964}"/>
              </a:ext>
            </a:extLst>
          </p:cNvPr>
          <p:cNvSpPr txBox="1"/>
          <p:nvPr/>
        </p:nvSpPr>
        <p:spPr>
          <a:xfrm>
            <a:off x="4645660" y="813668"/>
            <a:ext cx="2887980" cy="1969860"/>
          </a:xfrm>
          <a:prstGeom prst="rect">
            <a:avLst/>
          </a:prstGeom>
          <a:noFill/>
        </p:spPr>
        <p:txBody>
          <a:bodyPr wrap="square" rtlCol="0" anchor="ctr">
            <a:normAutofit fontScale="92500" lnSpcReduction="10000"/>
          </a:bodyPr>
          <a:lstStyle/>
          <a:p>
            <a:pPr algn="ctr"/>
            <a:r>
              <a:rPr lang="en-US" altLang="zh-CN" sz="13800" b="1" dirty="0">
                <a:gradFill flip="none" rotWithShape="1">
                  <a:gsLst>
                    <a:gs pos="0">
                      <a:schemeClr val="accent1"/>
                    </a:gs>
                    <a:gs pos="73000">
                      <a:schemeClr val="accent1">
                        <a:lumMod val="20000"/>
                        <a:lumOff val="80000"/>
                        <a:alpha val="0"/>
                      </a:schemeClr>
                    </a:gs>
                  </a:gsLst>
                  <a:lin ang="5400000" scaled="1"/>
                  <a:tileRect/>
                </a:gradFill>
              </a:rPr>
              <a:t>01</a:t>
            </a:r>
            <a:endParaRPr lang="zh-CN" altLang="en-US" sz="13800" b="1" dirty="0">
              <a:gradFill flip="none" rotWithShape="1">
                <a:gsLst>
                  <a:gs pos="0">
                    <a:schemeClr val="accent1"/>
                  </a:gs>
                  <a:gs pos="73000">
                    <a:schemeClr val="accent1">
                      <a:lumMod val="20000"/>
                      <a:lumOff val="80000"/>
                      <a:alpha val="0"/>
                    </a:schemeClr>
                  </a:gs>
                </a:gsLst>
                <a:lin ang="5400000" scaled="1"/>
                <a:tileRect/>
              </a:gra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 name="Group 31">
            <a:extLst>
              <a:ext uri="{FF2B5EF4-FFF2-40B4-BE49-F238E27FC236}">
                <a16:creationId xmlns:a16="http://schemas.microsoft.com/office/drawing/2014/main" id="{F430FF03-2CF4-46A2-2BE2-56BBA05E8965}"/>
              </a:ext>
            </a:extLst>
          </p:cNvPr>
          <p:cNvGrpSpPr/>
          <p:nvPr/>
        </p:nvGrpSpPr>
        <p:grpSpPr>
          <a:xfrm>
            <a:off x="0" y="1339851"/>
            <a:ext cx="12192000" cy="5518149"/>
            <a:chOff x="0" y="1339851"/>
            <a:chExt cx="12192000" cy="5518149"/>
          </a:xfrm>
        </p:grpSpPr>
        <p:sp>
          <p:nvSpPr>
            <p:cNvPr id="130" name="任意多边形: 形状 129">
              <a:extLst>
                <a:ext uri="{FF2B5EF4-FFF2-40B4-BE49-F238E27FC236}">
                  <a16:creationId xmlns:a16="http://schemas.microsoft.com/office/drawing/2014/main" id="{5D733208-B2FD-4793-9C90-1272D8517303}"/>
                </a:ext>
              </a:extLst>
            </p:cNvPr>
            <p:cNvSpPr/>
            <p:nvPr/>
          </p:nvSpPr>
          <p:spPr>
            <a:xfrm rot="4165713" flipH="1">
              <a:off x="-79207" y="4075761"/>
              <a:ext cx="3769168" cy="151294"/>
            </a:xfrm>
            <a:custGeom>
              <a:avLst/>
              <a:gdLst>
                <a:gd name="connsiteX0" fmla="*/ 4195073 w 4195073"/>
                <a:gd name="connsiteY0" fmla="*/ 0 h 212450"/>
                <a:gd name="connsiteX1" fmla="*/ 3886739 w 4195073"/>
                <a:gd name="connsiteY1" fmla="*/ 212450 h 212450"/>
                <a:gd name="connsiteX2" fmla="*/ 3886739 w 4195073"/>
                <a:gd name="connsiteY2" fmla="*/ 99664 h 212450"/>
                <a:gd name="connsiteX3" fmla="*/ 0 w 4195073"/>
                <a:gd name="connsiteY3" fmla="*/ 99664 h 212450"/>
                <a:gd name="connsiteX4" fmla="*/ 0 w 4195073"/>
                <a:gd name="connsiteY4" fmla="*/ 0 h 21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5073" h="212450">
                  <a:moveTo>
                    <a:pt x="4195073" y="0"/>
                  </a:moveTo>
                  <a:lnTo>
                    <a:pt x="3886739" y="212450"/>
                  </a:lnTo>
                  <a:lnTo>
                    <a:pt x="3886739" y="99664"/>
                  </a:lnTo>
                  <a:lnTo>
                    <a:pt x="0" y="99664"/>
                  </a:lnTo>
                  <a:lnTo>
                    <a:pt x="0" y="0"/>
                  </a:lnTo>
                  <a:close/>
                </a:path>
              </a:pathLst>
            </a:custGeom>
            <a:gradFill flip="none" rotWithShape="1">
              <a:gsLst>
                <a:gs pos="100000">
                  <a:schemeClr val="accent2"/>
                </a:gs>
                <a:gs pos="0">
                  <a:schemeClr val="accent1"/>
                </a:gs>
              </a:gsLst>
              <a:lin ang="0" scaled="1"/>
              <a:tileRect/>
            </a:gradFill>
            <a:ln>
              <a:noFill/>
            </a:ln>
          </p:spPr>
          <p:style>
            <a:lnRef idx="1">
              <a:schemeClr val="accent6"/>
            </a:lnRef>
            <a:fillRef idx="3">
              <a:schemeClr val="accent6"/>
            </a:fillRef>
            <a:effectRef idx="2">
              <a:schemeClr val="accent6"/>
            </a:effectRef>
            <a:fontRef idx="minor">
              <a:schemeClr val="lt1"/>
            </a:fontRef>
          </p:style>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a:latin typeface="Arial" panose="020B0604020202020204" pitchFamily="34" charset="0"/>
                <a:ea typeface="微软雅黑" panose="020B0503020204020204" pitchFamily="34" charset="-122"/>
                <a:sym typeface="Arial" panose="020B0604020202020204" pitchFamily="34" charset="0"/>
              </a:endParaRPr>
            </a:p>
          </p:txBody>
        </p:sp>
        <p:sp>
          <p:nvSpPr>
            <p:cNvPr id="131" name="Title">
              <a:extLst>
                <a:ext uri="{FF2B5EF4-FFF2-40B4-BE49-F238E27FC236}">
                  <a16:creationId xmlns:a16="http://schemas.microsoft.com/office/drawing/2014/main" id="{40487D98-EE0A-84F7-5F70-EFE6828CB65B}"/>
                </a:ext>
              </a:extLst>
            </p:cNvPr>
            <p:cNvSpPr>
              <a:spLocks noChangeAspect="1"/>
            </p:cNvSpPr>
            <p:nvPr/>
          </p:nvSpPr>
          <p:spPr>
            <a:xfrm>
              <a:off x="666750" y="1339851"/>
              <a:ext cx="10858500" cy="6480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SzPct val="25000"/>
              </a:pPr>
              <a:r>
                <a:rPr lang="zh-CN" altLang="en-US" sz="24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算法、模型与优化方法</a:t>
              </a:r>
              <a:endParaRPr lang="en-US" altLang="zh-CN" sz="24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2" name="组合 131">
              <a:extLst>
                <a:ext uri="{FF2B5EF4-FFF2-40B4-BE49-F238E27FC236}">
                  <a16:creationId xmlns:a16="http://schemas.microsoft.com/office/drawing/2014/main" id="{9B8B6B5E-A42B-E01B-D1A1-090504FEC180}"/>
                </a:ext>
              </a:extLst>
            </p:cNvPr>
            <p:cNvGrpSpPr/>
            <p:nvPr/>
          </p:nvGrpSpPr>
          <p:grpSpPr>
            <a:xfrm>
              <a:off x="1447743" y="2019477"/>
              <a:ext cx="10071156" cy="834287"/>
              <a:chOff x="1447743" y="2019477"/>
              <a:chExt cx="10071156" cy="834287"/>
            </a:xfrm>
          </p:grpSpPr>
          <p:sp>
            <p:nvSpPr>
              <p:cNvPr id="150" name="Bullet1">
                <a:extLst>
                  <a:ext uri="{FF2B5EF4-FFF2-40B4-BE49-F238E27FC236}">
                    <a16:creationId xmlns:a16="http://schemas.microsoft.com/office/drawing/2014/main" id="{9196CF93-FFCE-50E3-29ED-05BF8CD714BC}"/>
                  </a:ext>
                </a:extLst>
              </p:cNvPr>
              <p:cNvSpPr/>
              <p:nvPr/>
            </p:nvSpPr>
            <p:spPr>
              <a:xfrm>
                <a:off x="1447743" y="2096219"/>
                <a:ext cx="4676742" cy="647387"/>
              </a:xfrm>
              <a:prstGeom prst="roundRect">
                <a:avLst>
                  <a:gd name="adj" fmla="val 500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000" b="1" dirty="0">
                    <a:sym typeface="Arial" panose="020B0604020202020204" pitchFamily="34" charset="0"/>
                  </a:rPr>
                  <a:t>政策支持力度</a:t>
                </a:r>
              </a:p>
            </p:txBody>
          </p:sp>
          <p:sp>
            <p:nvSpPr>
              <p:cNvPr id="151" name="Icon1">
                <a:extLst>
                  <a:ext uri="{FF2B5EF4-FFF2-40B4-BE49-F238E27FC236}">
                    <a16:creationId xmlns:a16="http://schemas.microsoft.com/office/drawing/2014/main" id="{158B3815-5D5B-0E9F-266D-D0262846108E}"/>
                  </a:ext>
                </a:extLst>
              </p:cNvPr>
              <p:cNvSpPr/>
              <p:nvPr/>
            </p:nvSpPr>
            <p:spPr>
              <a:xfrm>
                <a:off x="6676945" y="2289804"/>
                <a:ext cx="265481" cy="29068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3727" h="606298">
                    <a:moveTo>
                      <a:pt x="302931" y="329453"/>
                    </a:moveTo>
                    <a:lnTo>
                      <a:pt x="286359" y="374544"/>
                    </a:lnTo>
                    <a:lnTo>
                      <a:pt x="318743" y="374544"/>
                    </a:lnTo>
                    <a:close/>
                    <a:moveTo>
                      <a:pt x="369128" y="304066"/>
                    </a:moveTo>
                    <a:lnTo>
                      <a:pt x="391497" y="304066"/>
                    </a:lnTo>
                    <a:lnTo>
                      <a:pt x="391497" y="418876"/>
                    </a:lnTo>
                    <a:lnTo>
                      <a:pt x="369128" y="418876"/>
                    </a:lnTo>
                    <a:close/>
                    <a:moveTo>
                      <a:pt x="293063" y="304066"/>
                    </a:moveTo>
                    <a:lnTo>
                      <a:pt x="312798" y="304066"/>
                    </a:lnTo>
                    <a:lnTo>
                      <a:pt x="356568" y="418876"/>
                    </a:lnTo>
                    <a:lnTo>
                      <a:pt x="333544" y="418876"/>
                    </a:lnTo>
                    <a:lnTo>
                      <a:pt x="322791" y="390205"/>
                    </a:lnTo>
                    <a:lnTo>
                      <a:pt x="282690" y="390205"/>
                    </a:lnTo>
                    <a:lnTo>
                      <a:pt x="272190" y="418876"/>
                    </a:lnTo>
                    <a:lnTo>
                      <a:pt x="249167" y="418876"/>
                    </a:lnTo>
                    <a:close/>
                    <a:moveTo>
                      <a:pt x="148808" y="264876"/>
                    </a:moveTo>
                    <a:lnTo>
                      <a:pt x="148808" y="471523"/>
                    </a:lnTo>
                    <a:lnTo>
                      <a:pt x="503112" y="471523"/>
                    </a:lnTo>
                    <a:lnTo>
                      <a:pt x="503112" y="264876"/>
                    </a:lnTo>
                    <a:close/>
                    <a:moveTo>
                      <a:pt x="0" y="0"/>
                    </a:moveTo>
                    <a:lnTo>
                      <a:pt x="332413" y="0"/>
                    </a:lnTo>
                    <a:lnTo>
                      <a:pt x="472490" y="131112"/>
                    </a:lnTo>
                    <a:lnTo>
                      <a:pt x="472490" y="214351"/>
                    </a:lnTo>
                    <a:lnTo>
                      <a:pt x="553727" y="214351"/>
                    </a:lnTo>
                    <a:lnTo>
                      <a:pt x="553727" y="522048"/>
                    </a:lnTo>
                    <a:lnTo>
                      <a:pt x="472490" y="522048"/>
                    </a:lnTo>
                    <a:lnTo>
                      <a:pt x="472490" y="606298"/>
                    </a:lnTo>
                    <a:lnTo>
                      <a:pt x="0" y="606298"/>
                    </a:ln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ym typeface="Arial" panose="020B0604020202020204" pitchFamily="34" charset="0"/>
                </a:endParaRPr>
              </a:p>
            </p:txBody>
          </p:sp>
          <p:sp>
            <p:nvSpPr>
              <p:cNvPr id="152" name="Text1">
                <a:extLst>
                  <a:ext uri="{FF2B5EF4-FFF2-40B4-BE49-F238E27FC236}">
                    <a16:creationId xmlns:a16="http://schemas.microsoft.com/office/drawing/2014/main" id="{E550CFD7-05E3-A7D0-0329-85DDA3F1F390}"/>
                  </a:ext>
                </a:extLst>
              </p:cNvPr>
              <p:cNvSpPr txBox="1"/>
              <p:nvPr/>
            </p:nvSpPr>
            <p:spPr>
              <a:xfrm>
                <a:off x="7251436" y="2019477"/>
                <a:ext cx="4267463" cy="834287"/>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latin typeface="Arial" panose="020B0604020202020204" pitchFamily="34" charset="0"/>
                    <a:ea typeface="微软雅黑" panose="020B0503020204020204" pitchFamily="34" charset="-122"/>
                    <a:sym typeface="Arial" panose="020B0604020202020204" pitchFamily="34" charset="0"/>
                  </a:rPr>
                  <a:t>国家对通用科技行业给予多项优惠政策，包括税收减免、研发补贴等。</a:t>
                </a:r>
              </a:p>
            </p:txBody>
          </p:sp>
        </p:grpSp>
        <p:grpSp>
          <p:nvGrpSpPr>
            <p:cNvPr id="133" name="组合 132">
              <a:extLst>
                <a:ext uri="{FF2B5EF4-FFF2-40B4-BE49-F238E27FC236}">
                  <a16:creationId xmlns:a16="http://schemas.microsoft.com/office/drawing/2014/main" id="{7744D6DB-8194-0647-38E1-EF0BBF266FE6}"/>
                </a:ext>
              </a:extLst>
            </p:cNvPr>
            <p:cNvGrpSpPr/>
            <p:nvPr/>
          </p:nvGrpSpPr>
          <p:grpSpPr>
            <a:xfrm>
              <a:off x="1740039" y="2824234"/>
              <a:ext cx="9778860" cy="834287"/>
              <a:chOff x="1740039" y="2824234"/>
              <a:chExt cx="9778860" cy="834287"/>
            </a:xfrm>
          </p:grpSpPr>
          <p:sp>
            <p:nvSpPr>
              <p:cNvPr id="147" name="Bullet2">
                <a:extLst>
                  <a:ext uri="{FF2B5EF4-FFF2-40B4-BE49-F238E27FC236}">
                    <a16:creationId xmlns:a16="http://schemas.microsoft.com/office/drawing/2014/main" id="{9C33F669-5CEC-E598-BD5A-C0CF0AAF5449}"/>
                  </a:ext>
                </a:extLst>
              </p:cNvPr>
              <p:cNvSpPr/>
              <p:nvPr/>
            </p:nvSpPr>
            <p:spPr>
              <a:xfrm>
                <a:off x="1740039" y="2905154"/>
                <a:ext cx="4092149" cy="647387"/>
              </a:xfrm>
              <a:prstGeom prst="roundRect">
                <a:avLst>
                  <a:gd name="adj" fmla="val 50000"/>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dirty="0">
                    <a:solidFill>
                      <a:schemeClr val="lt1"/>
                    </a:solidFill>
                    <a:sym typeface="Arial" panose="020B0604020202020204" pitchFamily="34" charset="0"/>
                  </a:rPr>
                  <a:t>标准规范建设</a:t>
                </a:r>
              </a:p>
            </p:txBody>
          </p:sp>
          <p:sp>
            <p:nvSpPr>
              <p:cNvPr id="148" name="Icon2">
                <a:extLst>
                  <a:ext uri="{FF2B5EF4-FFF2-40B4-BE49-F238E27FC236}">
                    <a16:creationId xmlns:a16="http://schemas.microsoft.com/office/drawing/2014/main" id="{80D9B2FB-E2FF-97F4-3D6C-F65BD8511A7F}"/>
                  </a:ext>
                </a:extLst>
              </p:cNvPr>
              <p:cNvSpPr/>
              <p:nvPr/>
            </p:nvSpPr>
            <p:spPr>
              <a:xfrm>
                <a:off x="6346174" y="3114205"/>
                <a:ext cx="290687" cy="252135"/>
              </a:xfrm>
              <a:custGeom>
                <a:avLst/>
                <a:gdLst>
                  <a:gd name="connsiteX0" fmla="*/ 303820 w 607639"/>
                  <a:gd name="connsiteY0" fmla="*/ 112552 h 527053"/>
                  <a:gd name="connsiteX1" fmla="*/ 347324 w 607639"/>
                  <a:gd name="connsiteY1" fmla="*/ 155985 h 527053"/>
                  <a:gd name="connsiteX2" fmla="*/ 303820 w 607639"/>
                  <a:gd name="connsiteY2" fmla="*/ 199418 h 527053"/>
                  <a:gd name="connsiteX3" fmla="*/ 260316 w 607639"/>
                  <a:gd name="connsiteY3" fmla="*/ 155985 h 527053"/>
                  <a:gd name="connsiteX4" fmla="*/ 303820 w 607639"/>
                  <a:gd name="connsiteY4" fmla="*/ 112552 h 527053"/>
                  <a:gd name="connsiteX5" fmla="*/ 303775 w 607639"/>
                  <a:gd name="connsiteY5" fmla="*/ 72970 h 527053"/>
                  <a:gd name="connsiteX6" fmla="*/ 220644 w 607639"/>
                  <a:gd name="connsiteY6" fmla="*/ 155983 h 527053"/>
                  <a:gd name="connsiteX7" fmla="*/ 303775 w 607639"/>
                  <a:gd name="connsiteY7" fmla="*/ 238996 h 527053"/>
                  <a:gd name="connsiteX8" fmla="*/ 386906 w 607639"/>
                  <a:gd name="connsiteY8" fmla="*/ 155983 h 527053"/>
                  <a:gd name="connsiteX9" fmla="*/ 303775 w 607639"/>
                  <a:gd name="connsiteY9" fmla="*/ 72970 h 527053"/>
                  <a:gd name="connsiteX10" fmla="*/ 303775 w 607639"/>
                  <a:gd name="connsiteY10" fmla="*/ 0 h 527053"/>
                  <a:gd name="connsiteX11" fmla="*/ 459979 w 607639"/>
                  <a:gd name="connsiteY11" fmla="*/ 155983 h 527053"/>
                  <a:gd name="connsiteX12" fmla="*/ 426246 w 607639"/>
                  <a:gd name="connsiteY12" fmla="*/ 252594 h 527053"/>
                  <a:gd name="connsiteX13" fmla="*/ 500922 w 607639"/>
                  <a:gd name="connsiteY13" fmla="*/ 294812 h 527053"/>
                  <a:gd name="connsiteX14" fmla="*/ 517388 w 607639"/>
                  <a:gd name="connsiteY14" fmla="*/ 292057 h 527053"/>
                  <a:gd name="connsiteX15" fmla="*/ 567943 w 607639"/>
                  <a:gd name="connsiteY15" fmla="*/ 342451 h 527053"/>
                  <a:gd name="connsiteX16" fmla="*/ 537236 w 607639"/>
                  <a:gd name="connsiteY16" fmla="*/ 388935 h 527053"/>
                  <a:gd name="connsiteX17" fmla="*/ 537236 w 607639"/>
                  <a:gd name="connsiteY17" fmla="*/ 419420 h 527053"/>
                  <a:gd name="connsiteX18" fmla="*/ 607639 w 607639"/>
                  <a:gd name="connsiteY18" fmla="*/ 507322 h 527053"/>
                  <a:gd name="connsiteX19" fmla="*/ 607639 w 607639"/>
                  <a:gd name="connsiteY19" fmla="*/ 527053 h 527053"/>
                  <a:gd name="connsiteX20" fmla="*/ 427136 w 607639"/>
                  <a:gd name="connsiteY20" fmla="*/ 527053 h 527053"/>
                  <a:gd name="connsiteX21" fmla="*/ 427136 w 607639"/>
                  <a:gd name="connsiteY21" fmla="*/ 507322 h 527053"/>
                  <a:gd name="connsiteX22" fmla="*/ 497540 w 607639"/>
                  <a:gd name="connsiteY22" fmla="*/ 419420 h 527053"/>
                  <a:gd name="connsiteX23" fmla="*/ 497540 w 607639"/>
                  <a:gd name="connsiteY23" fmla="*/ 388935 h 527053"/>
                  <a:gd name="connsiteX24" fmla="*/ 466833 w 607639"/>
                  <a:gd name="connsiteY24" fmla="*/ 342451 h 527053"/>
                  <a:gd name="connsiteX25" fmla="*/ 470660 w 607639"/>
                  <a:gd name="connsiteY25" fmla="*/ 323253 h 527053"/>
                  <a:gd name="connsiteX26" fmla="*/ 396608 w 607639"/>
                  <a:gd name="connsiteY26" fmla="*/ 281302 h 527053"/>
                  <a:gd name="connsiteX27" fmla="*/ 323623 w 607639"/>
                  <a:gd name="connsiteY27" fmla="*/ 310632 h 527053"/>
                  <a:gd name="connsiteX28" fmla="*/ 323623 w 607639"/>
                  <a:gd name="connsiteY28" fmla="*/ 419420 h 527053"/>
                  <a:gd name="connsiteX29" fmla="*/ 394026 w 607639"/>
                  <a:gd name="connsiteY29" fmla="*/ 507322 h 527053"/>
                  <a:gd name="connsiteX30" fmla="*/ 394026 w 607639"/>
                  <a:gd name="connsiteY30" fmla="*/ 527053 h 527053"/>
                  <a:gd name="connsiteX31" fmla="*/ 213613 w 607639"/>
                  <a:gd name="connsiteY31" fmla="*/ 527053 h 527053"/>
                  <a:gd name="connsiteX32" fmla="*/ 213613 w 607639"/>
                  <a:gd name="connsiteY32" fmla="*/ 507322 h 527053"/>
                  <a:gd name="connsiteX33" fmla="*/ 284016 w 607639"/>
                  <a:gd name="connsiteY33" fmla="*/ 419420 h 527053"/>
                  <a:gd name="connsiteX34" fmla="*/ 284016 w 607639"/>
                  <a:gd name="connsiteY34" fmla="*/ 310632 h 527053"/>
                  <a:gd name="connsiteX35" fmla="*/ 211032 w 607639"/>
                  <a:gd name="connsiteY35" fmla="*/ 281302 h 527053"/>
                  <a:gd name="connsiteX36" fmla="*/ 136890 w 607639"/>
                  <a:gd name="connsiteY36" fmla="*/ 323253 h 527053"/>
                  <a:gd name="connsiteX37" fmla="*/ 140717 w 607639"/>
                  <a:gd name="connsiteY37" fmla="*/ 342451 h 527053"/>
                  <a:gd name="connsiteX38" fmla="*/ 110011 w 607639"/>
                  <a:gd name="connsiteY38" fmla="*/ 388935 h 527053"/>
                  <a:gd name="connsiteX39" fmla="*/ 110011 w 607639"/>
                  <a:gd name="connsiteY39" fmla="*/ 419420 h 527053"/>
                  <a:gd name="connsiteX40" fmla="*/ 180414 w 607639"/>
                  <a:gd name="connsiteY40" fmla="*/ 507322 h 527053"/>
                  <a:gd name="connsiteX41" fmla="*/ 180414 w 607639"/>
                  <a:gd name="connsiteY41" fmla="*/ 527053 h 527053"/>
                  <a:gd name="connsiteX42" fmla="*/ 0 w 607639"/>
                  <a:gd name="connsiteY42" fmla="*/ 527053 h 527053"/>
                  <a:gd name="connsiteX43" fmla="*/ 0 w 607639"/>
                  <a:gd name="connsiteY43" fmla="*/ 507322 h 527053"/>
                  <a:gd name="connsiteX44" fmla="*/ 70403 w 607639"/>
                  <a:gd name="connsiteY44" fmla="*/ 419420 h 527053"/>
                  <a:gd name="connsiteX45" fmla="*/ 70403 w 607639"/>
                  <a:gd name="connsiteY45" fmla="*/ 388935 h 527053"/>
                  <a:gd name="connsiteX46" fmla="*/ 39696 w 607639"/>
                  <a:gd name="connsiteY46" fmla="*/ 342451 h 527053"/>
                  <a:gd name="connsiteX47" fmla="*/ 90251 w 607639"/>
                  <a:gd name="connsiteY47" fmla="*/ 292057 h 527053"/>
                  <a:gd name="connsiteX48" fmla="*/ 106717 w 607639"/>
                  <a:gd name="connsiteY48" fmla="*/ 294812 h 527053"/>
                  <a:gd name="connsiteX49" fmla="*/ 181304 w 607639"/>
                  <a:gd name="connsiteY49" fmla="*/ 252594 h 527053"/>
                  <a:gd name="connsiteX50" fmla="*/ 147660 w 607639"/>
                  <a:gd name="connsiteY50" fmla="*/ 155983 h 527053"/>
                  <a:gd name="connsiteX51" fmla="*/ 303775 w 607639"/>
                  <a:gd name="connsiteY51" fmla="*/ 0 h 52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527053">
                    <a:moveTo>
                      <a:pt x="303820" y="112552"/>
                    </a:moveTo>
                    <a:cubicBezTo>
                      <a:pt x="327847" y="112552"/>
                      <a:pt x="347324" y="131998"/>
                      <a:pt x="347324" y="155985"/>
                    </a:cubicBezTo>
                    <a:cubicBezTo>
                      <a:pt x="347324" y="179972"/>
                      <a:pt x="327847" y="199418"/>
                      <a:pt x="303820" y="199418"/>
                    </a:cubicBezTo>
                    <a:cubicBezTo>
                      <a:pt x="279793" y="199418"/>
                      <a:pt x="260316" y="179972"/>
                      <a:pt x="260316" y="155985"/>
                    </a:cubicBezTo>
                    <a:cubicBezTo>
                      <a:pt x="260316" y="131998"/>
                      <a:pt x="279793" y="112552"/>
                      <a:pt x="303820" y="112552"/>
                    </a:cubicBezTo>
                    <a:close/>
                    <a:moveTo>
                      <a:pt x="303775" y="72970"/>
                    </a:moveTo>
                    <a:cubicBezTo>
                      <a:pt x="257937" y="72970"/>
                      <a:pt x="220644" y="110210"/>
                      <a:pt x="220644" y="155983"/>
                    </a:cubicBezTo>
                    <a:cubicBezTo>
                      <a:pt x="220644" y="201756"/>
                      <a:pt x="257937" y="238996"/>
                      <a:pt x="303775" y="238996"/>
                    </a:cubicBezTo>
                    <a:cubicBezTo>
                      <a:pt x="349613" y="238996"/>
                      <a:pt x="386906" y="201756"/>
                      <a:pt x="386906" y="155983"/>
                    </a:cubicBezTo>
                    <a:cubicBezTo>
                      <a:pt x="386906" y="110210"/>
                      <a:pt x="349613" y="72970"/>
                      <a:pt x="303775" y="72970"/>
                    </a:cubicBezTo>
                    <a:close/>
                    <a:moveTo>
                      <a:pt x="303775" y="0"/>
                    </a:moveTo>
                    <a:cubicBezTo>
                      <a:pt x="389932" y="0"/>
                      <a:pt x="459979" y="69948"/>
                      <a:pt x="459979" y="155983"/>
                    </a:cubicBezTo>
                    <a:cubicBezTo>
                      <a:pt x="459979" y="192423"/>
                      <a:pt x="447341" y="226020"/>
                      <a:pt x="426246" y="252594"/>
                    </a:cubicBezTo>
                    <a:lnTo>
                      <a:pt x="500922" y="294812"/>
                    </a:lnTo>
                    <a:cubicBezTo>
                      <a:pt x="506084" y="293034"/>
                      <a:pt x="511602" y="292057"/>
                      <a:pt x="517388" y="292057"/>
                    </a:cubicBezTo>
                    <a:cubicBezTo>
                      <a:pt x="545246" y="292057"/>
                      <a:pt x="567943" y="314632"/>
                      <a:pt x="567943" y="342451"/>
                    </a:cubicBezTo>
                    <a:cubicBezTo>
                      <a:pt x="567943" y="363249"/>
                      <a:pt x="555215" y="381202"/>
                      <a:pt x="537236" y="388935"/>
                    </a:cubicBezTo>
                    <a:lnTo>
                      <a:pt x="537236" y="419420"/>
                    </a:lnTo>
                    <a:cubicBezTo>
                      <a:pt x="577466" y="428486"/>
                      <a:pt x="607639" y="464393"/>
                      <a:pt x="607639" y="507322"/>
                    </a:cubicBezTo>
                    <a:lnTo>
                      <a:pt x="607639" y="527053"/>
                    </a:lnTo>
                    <a:lnTo>
                      <a:pt x="427136" y="527053"/>
                    </a:lnTo>
                    <a:lnTo>
                      <a:pt x="427136" y="507322"/>
                    </a:lnTo>
                    <a:cubicBezTo>
                      <a:pt x="427136" y="464393"/>
                      <a:pt x="457309" y="428486"/>
                      <a:pt x="497540" y="419420"/>
                    </a:cubicBezTo>
                    <a:lnTo>
                      <a:pt x="497540" y="388935"/>
                    </a:lnTo>
                    <a:cubicBezTo>
                      <a:pt x="479560" y="381202"/>
                      <a:pt x="466833" y="363249"/>
                      <a:pt x="466833" y="342451"/>
                    </a:cubicBezTo>
                    <a:cubicBezTo>
                      <a:pt x="466833" y="335696"/>
                      <a:pt x="468257" y="329208"/>
                      <a:pt x="470660" y="323253"/>
                    </a:cubicBezTo>
                    <a:lnTo>
                      <a:pt x="396608" y="281302"/>
                    </a:lnTo>
                    <a:cubicBezTo>
                      <a:pt x="375691" y="296767"/>
                      <a:pt x="350681" y="307166"/>
                      <a:pt x="323623" y="310632"/>
                    </a:cubicBezTo>
                    <a:lnTo>
                      <a:pt x="323623" y="419420"/>
                    </a:lnTo>
                    <a:cubicBezTo>
                      <a:pt x="363854" y="428486"/>
                      <a:pt x="394026" y="464393"/>
                      <a:pt x="394026" y="507322"/>
                    </a:cubicBezTo>
                    <a:lnTo>
                      <a:pt x="394026" y="527053"/>
                    </a:lnTo>
                    <a:lnTo>
                      <a:pt x="213613" y="527053"/>
                    </a:lnTo>
                    <a:lnTo>
                      <a:pt x="213613" y="507322"/>
                    </a:lnTo>
                    <a:cubicBezTo>
                      <a:pt x="213613" y="464393"/>
                      <a:pt x="243786" y="428486"/>
                      <a:pt x="284016" y="419420"/>
                    </a:cubicBezTo>
                    <a:lnTo>
                      <a:pt x="284016" y="310632"/>
                    </a:lnTo>
                    <a:cubicBezTo>
                      <a:pt x="256869" y="307166"/>
                      <a:pt x="231948" y="296767"/>
                      <a:pt x="211032" y="281302"/>
                    </a:cubicBezTo>
                    <a:lnTo>
                      <a:pt x="136890" y="323253"/>
                    </a:lnTo>
                    <a:cubicBezTo>
                      <a:pt x="139382" y="329208"/>
                      <a:pt x="140717" y="335696"/>
                      <a:pt x="140717" y="342451"/>
                    </a:cubicBezTo>
                    <a:cubicBezTo>
                      <a:pt x="140717" y="363249"/>
                      <a:pt x="128079" y="381202"/>
                      <a:pt x="110011" y="388935"/>
                    </a:cubicBezTo>
                    <a:lnTo>
                      <a:pt x="110011" y="419420"/>
                    </a:lnTo>
                    <a:cubicBezTo>
                      <a:pt x="150241" y="428486"/>
                      <a:pt x="180414" y="464393"/>
                      <a:pt x="180414" y="507322"/>
                    </a:cubicBezTo>
                    <a:lnTo>
                      <a:pt x="180414" y="527053"/>
                    </a:lnTo>
                    <a:lnTo>
                      <a:pt x="0" y="527053"/>
                    </a:lnTo>
                    <a:lnTo>
                      <a:pt x="0" y="507322"/>
                    </a:lnTo>
                    <a:cubicBezTo>
                      <a:pt x="0" y="464393"/>
                      <a:pt x="30173" y="428486"/>
                      <a:pt x="70403" y="419420"/>
                    </a:cubicBezTo>
                    <a:lnTo>
                      <a:pt x="70403" y="388935"/>
                    </a:lnTo>
                    <a:cubicBezTo>
                      <a:pt x="52335" y="381202"/>
                      <a:pt x="39696" y="363249"/>
                      <a:pt x="39696" y="342451"/>
                    </a:cubicBezTo>
                    <a:cubicBezTo>
                      <a:pt x="39696" y="314632"/>
                      <a:pt x="62393" y="292057"/>
                      <a:pt x="90251" y="292057"/>
                    </a:cubicBezTo>
                    <a:cubicBezTo>
                      <a:pt x="96037" y="292057"/>
                      <a:pt x="101555" y="293034"/>
                      <a:pt x="106717" y="294812"/>
                    </a:cubicBezTo>
                    <a:lnTo>
                      <a:pt x="181304" y="252594"/>
                    </a:lnTo>
                    <a:cubicBezTo>
                      <a:pt x="160299" y="226020"/>
                      <a:pt x="147660" y="192423"/>
                      <a:pt x="147660" y="155983"/>
                    </a:cubicBezTo>
                    <a:cubicBezTo>
                      <a:pt x="147660" y="69948"/>
                      <a:pt x="217707" y="0"/>
                      <a:pt x="303775"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ym typeface="Arial" panose="020B0604020202020204" pitchFamily="34" charset="0"/>
                </a:endParaRPr>
              </a:p>
            </p:txBody>
          </p:sp>
          <p:sp>
            <p:nvSpPr>
              <p:cNvPr id="149" name="Text2">
                <a:extLst>
                  <a:ext uri="{FF2B5EF4-FFF2-40B4-BE49-F238E27FC236}">
                    <a16:creationId xmlns:a16="http://schemas.microsoft.com/office/drawing/2014/main" id="{97ADD5FC-1EFF-4051-B216-9DBB81DC56DA}"/>
                  </a:ext>
                </a:extLst>
              </p:cNvPr>
              <p:cNvSpPr txBox="1"/>
              <p:nvPr/>
            </p:nvSpPr>
            <p:spPr>
              <a:xfrm>
                <a:off x="6870700" y="2824234"/>
                <a:ext cx="4648199" cy="834287"/>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latin typeface="Arial" panose="020B0604020202020204" pitchFamily="34" charset="0"/>
                    <a:ea typeface="微软雅黑" panose="020B0503020204020204" pitchFamily="34" charset="-122"/>
                    <a:sym typeface="Arial" panose="020B0604020202020204" pitchFamily="34" charset="0"/>
                  </a:rPr>
                  <a:t>推动行业标准化建设，制定统一的技术规范和产品质量标准。</a:t>
                </a:r>
              </a:p>
            </p:txBody>
          </p:sp>
        </p:grpSp>
        <p:grpSp>
          <p:nvGrpSpPr>
            <p:cNvPr id="134" name="组合 133">
              <a:extLst>
                <a:ext uri="{FF2B5EF4-FFF2-40B4-BE49-F238E27FC236}">
                  <a16:creationId xmlns:a16="http://schemas.microsoft.com/office/drawing/2014/main" id="{CEF106A6-2086-D517-C708-4F12888E6915}"/>
                </a:ext>
              </a:extLst>
            </p:cNvPr>
            <p:cNvGrpSpPr/>
            <p:nvPr/>
          </p:nvGrpSpPr>
          <p:grpSpPr>
            <a:xfrm>
              <a:off x="2032336" y="3628991"/>
              <a:ext cx="9486564" cy="834287"/>
              <a:chOff x="2032336" y="3628991"/>
              <a:chExt cx="9486564" cy="834287"/>
            </a:xfrm>
          </p:grpSpPr>
          <p:sp>
            <p:nvSpPr>
              <p:cNvPr id="144" name="Bullet3">
                <a:extLst>
                  <a:ext uri="{FF2B5EF4-FFF2-40B4-BE49-F238E27FC236}">
                    <a16:creationId xmlns:a16="http://schemas.microsoft.com/office/drawing/2014/main" id="{12A8BBDC-F3AF-4674-3C71-8836A595E371}"/>
                  </a:ext>
                </a:extLst>
              </p:cNvPr>
              <p:cNvSpPr/>
              <p:nvPr/>
            </p:nvSpPr>
            <p:spPr>
              <a:xfrm>
                <a:off x="2032336" y="3714089"/>
                <a:ext cx="3507557" cy="647387"/>
              </a:xfrm>
              <a:prstGeom prst="roundRect">
                <a:avLst>
                  <a:gd name="adj" fmla="val 500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000" b="1" dirty="0">
                    <a:sym typeface="Arial" panose="020B0604020202020204" pitchFamily="34" charset="0"/>
                  </a:rPr>
                  <a:t>产业发展规划</a:t>
                </a:r>
              </a:p>
            </p:txBody>
          </p:sp>
          <p:sp>
            <p:nvSpPr>
              <p:cNvPr id="145" name="Icon3">
                <a:extLst>
                  <a:ext uri="{FF2B5EF4-FFF2-40B4-BE49-F238E27FC236}">
                    <a16:creationId xmlns:a16="http://schemas.microsoft.com/office/drawing/2014/main" id="{559E060E-0C2D-5641-A205-FC9482FC903E}"/>
                  </a:ext>
                </a:extLst>
              </p:cNvPr>
              <p:cNvSpPr>
                <a:spLocks/>
              </p:cNvSpPr>
              <p:nvPr/>
            </p:nvSpPr>
            <p:spPr>
              <a:xfrm>
                <a:off x="6028006" y="3901119"/>
                <a:ext cx="290687" cy="288560"/>
              </a:xfrm>
              <a:custGeom>
                <a:avLst/>
                <a:gdLst>
                  <a:gd name="connsiteX0" fmla="*/ 339837 w 607639"/>
                  <a:gd name="connsiteY0" fmla="*/ 482173 h 603193"/>
                  <a:gd name="connsiteX1" fmla="*/ 379436 w 607639"/>
                  <a:gd name="connsiteY1" fmla="*/ 482173 h 603193"/>
                  <a:gd name="connsiteX2" fmla="*/ 379436 w 607639"/>
                  <a:gd name="connsiteY2" fmla="*/ 504298 h 603193"/>
                  <a:gd name="connsiteX3" fmla="*/ 411114 w 607639"/>
                  <a:gd name="connsiteY3" fmla="*/ 551746 h 603193"/>
                  <a:gd name="connsiteX4" fmla="*/ 359592 w 607639"/>
                  <a:gd name="connsiteY4" fmla="*/ 603193 h 603193"/>
                  <a:gd name="connsiteX5" fmla="*/ 308159 w 607639"/>
                  <a:gd name="connsiteY5" fmla="*/ 551746 h 603193"/>
                  <a:gd name="connsiteX6" fmla="*/ 339837 w 607639"/>
                  <a:gd name="connsiteY6" fmla="*/ 504298 h 603193"/>
                  <a:gd name="connsiteX7" fmla="*/ 228203 w 607639"/>
                  <a:gd name="connsiteY7" fmla="*/ 482173 h 603193"/>
                  <a:gd name="connsiteX8" fmla="*/ 267802 w 607639"/>
                  <a:gd name="connsiteY8" fmla="*/ 482173 h 603193"/>
                  <a:gd name="connsiteX9" fmla="*/ 267802 w 607639"/>
                  <a:gd name="connsiteY9" fmla="*/ 504298 h 603193"/>
                  <a:gd name="connsiteX10" fmla="*/ 299480 w 607639"/>
                  <a:gd name="connsiteY10" fmla="*/ 551746 h 603193"/>
                  <a:gd name="connsiteX11" fmla="*/ 247958 w 607639"/>
                  <a:gd name="connsiteY11" fmla="*/ 603193 h 603193"/>
                  <a:gd name="connsiteX12" fmla="*/ 196525 w 607639"/>
                  <a:gd name="connsiteY12" fmla="*/ 551746 h 603193"/>
                  <a:gd name="connsiteX13" fmla="*/ 228203 w 607639"/>
                  <a:gd name="connsiteY13" fmla="*/ 504298 h 603193"/>
                  <a:gd name="connsiteX14" fmla="*/ 51454 w 607639"/>
                  <a:gd name="connsiteY14" fmla="*/ 379360 h 603193"/>
                  <a:gd name="connsiteX15" fmla="*/ 98991 w 607639"/>
                  <a:gd name="connsiteY15" fmla="*/ 410995 h 603193"/>
                  <a:gd name="connsiteX16" fmla="*/ 116618 w 607639"/>
                  <a:gd name="connsiteY16" fmla="*/ 410995 h 603193"/>
                  <a:gd name="connsiteX17" fmla="*/ 116618 w 607639"/>
                  <a:gd name="connsiteY17" fmla="*/ 391179 h 603193"/>
                  <a:gd name="connsiteX18" fmla="*/ 156232 w 607639"/>
                  <a:gd name="connsiteY18" fmla="*/ 391179 h 603193"/>
                  <a:gd name="connsiteX19" fmla="*/ 156232 w 607639"/>
                  <a:gd name="connsiteY19" fmla="*/ 450539 h 603193"/>
                  <a:gd name="connsiteX20" fmla="*/ 98991 w 607639"/>
                  <a:gd name="connsiteY20" fmla="*/ 450539 h 603193"/>
                  <a:gd name="connsiteX21" fmla="*/ 51454 w 607639"/>
                  <a:gd name="connsiteY21" fmla="*/ 482174 h 603193"/>
                  <a:gd name="connsiteX22" fmla="*/ 0 w 607639"/>
                  <a:gd name="connsiteY22" fmla="*/ 430723 h 603193"/>
                  <a:gd name="connsiteX23" fmla="*/ 51454 w 607639"/>
                  <a:gd name="connsiteY23" fmla="*/ 379360 h 603193"/>
                  <a:gd name="connsiteX24" fmla="*/ 556096 w 607639"/>
                  <a:gd name="connsiteY24" fmla="*/ 379289 h 603193"/>
                  <a:gd name="connsiteX25" fmla="*/ 607639 w 607639"/>
                  <a:gd name="connsiteY25" fmla="*/ 430687 h 603193"/>
                  <a:gd name="connsiteX26" fmla="*/ 556096 w 607639"/>
                  <a:gd name="connsiteY26" fmla="*/ 482173 h 603193"/>
                  <a:gd name="connsiteX27" fmla="*/ 508648 w 607639"/>
                  <a:gd name="connsiteY27" fmla="*/ 450516 h 603193"/>
                  <a:gd name="connsiteX28" fmla="*/ 451407 w 607639"/>
                  <a:gd name="connsiteY28" fmla="*/ 450516 h 603193"/>
                  <a:gd name="connsiteX29" fmla="*/ 451407 w 607639"/>
                  <a:gd name="connsiteY29" fmla="*/ 391116 h 603193"/>
                  <a:gd name="connsiteX30" fmla="*/ 491021 w 607639"/>
                  <a:gd name="connsiteY30" fmla="*/ 391116 h 603193"/>
                  <a:gd name="connsiteX31" fmla="*/ 491021 w 607639"/>
                  <a:gd name="connsiteY31" fmla="*/ 410946 h 603193"/>
                  <a:gd name="connsiteX32" fmla="*/ 508648 w 607639"/>
                  <a:gd name="connsiteY32" fmla="*/ 410946 h 603193"/>
                  <a:gd name="connsiteX33" fmla="*/ 556096 w 607639"/>
                  <a:gd name="connsiteY33" fmla="*/ 379289 h 603193"/>
                  <a:gd name="connsiteX34" fmla="*/ 341951 w 607639"/>
                  <a:gd name="connsiteY34" fmla="*/ 147199 h 603193"/>
                  <a:gd name="connsiteX35" fmla="*/ 399723 w 607639"/>
                  <a:gd name="connsiteY35" fmla="*/ 201229 h 603193"/>
                  <a:gd name="connsiteX36" fmla="*/ 438000 w 607639"/>
                  <a:gd name="connsiteY36" fmla="*/ 258902 h 603193"/>
                  <a:gd name="connsiteX37" fmla="*/ 430701 w 607639"/>
                  <a:gd name="connsiteY37" fmla="*/ 288228 h 603193"/>
                  <a:gd name="connsiteX38" fmla="*/ 438000 w 607639"/>
                  <a:gd name="connsiteY38" fmla="*/ 317553 h 603193"/>
                  <a:gd name="connsiteX39" fmla="*/ 399723 w 607639"/>
                  <a:gd name="connsiteY39" fmla="*/ 375226 h 603193"/>
                  <a:gd name="connsiteX40" fmla="*/ 379427 w 607639"/>
                  <a:gd name="connsiteY40" fmla="*/ 415393 h 603193"/>
                  <a:gd name="connsiteX41" fmla="*/ 379427 w 607639"/>
                  <a:gd name="connsiteY41" fmla="*/ 442586 h 603193"/>
                  <a:gd name="connsiteX42" fmla="*/ 339814 w 607639"/>
                  <a:gd name="connsiteY42" fmla="*/ 442586 h 603193"/>
                  <a:gd name="connsiteX43" fmla="*/ 339814 w 607639"/>
                  <a:gd name="connsiteY43" fmla="*/ 429167 h 603193"/>
                  <a:gd name="connsiteX44" fmla="*/ 323613 w 607639"/>
                  <a:gd name="connsiteY44" fmla="*/ 426235 h 603193"/>
                  <a:gd name="connsiteX45" fmla="*/ 323613 w 607639"/>
                  <a:gd name="connsiteY45" fmla="*/ 150220 h 603193"/>
                  <a:gd name="connsiteX46" fmla="*/ 341951 w 607639"/>
                  <a:gd name="connsiteY46" fmla="*/ 147199 h 603193"/>
                  <a:gd name="connsiteX47" fmla="*/ 265688 w 607639"/>
                  <a:gd name="connsiteY47" fmla="*/ 147199 h 603193"/>
                  <a:gd name="connsiteX48" fmla="*/ 284026 w 607639"/>
                  <a:gd name="connsiteY48" fmla="*/ 150220 h 603193"/>
                  <a:gd name="connsiteX49" fmla="*/ 284026 w 607639"/>
                  <a:gd name="connsiteY49" fmla="*/ 426235 h 603193"/>
                  <a:gd name="connsiteX50" fmla="*/ 267825 w 607639"/>
                  <a:gd name="connsiteY50" fmla="*/ 429167 h 603193"/>
                  <a:gd name="connsiteX51" fmla="*/ 267825 w 607639"/>
                  <a:gd name="connsiteY51" fmla="*/ 442586 h 603193"/>
                  <a:gd name="connsiteX52" fmla="*/ 228212 w 607639"/>
                  <a:gd name="connsiteY52" fmla="*/ 442586 h 603193"/>
                  <a:gd name="connsiteX53" fmla="*/ 228212 w 607639"/>
                  <a:gd name="connsiteY53" fmla="*/ 415393 h 603193"/>
                  <a:gd name="connsiteX54" fmla="*/ 207916 w 607639"/>
                  <a:gd name="connsiteY54" fmla="*/ 375226 h 603193"/>
                  <a:gd name="connsiteX55" fmla="*/ 169639 w 607639"/>
                  <a:gd name="connsiteY55" fmla="*/ 317553 h 603193"/>
                  <a:gd name="connsiteX56" fmla="*/ 176938 w 607639"/>
                  <a:gd name="connsiteY56" fmla="*/ 288228 h 603193"/>
                  <a:gd name="connsiteX57" fmla="*/ 169639 w 607639"/>
                  <a:gd name="connsiteY57" fmla="*/ 258902 h 603193"/>
                  <a:gd name="connsiteX58" fmla="*/ 207916 w 607639"/>
                  <a:gd name="connsiteY58" fmla="*/ 201229 h 603193"/>
                  <a:gd name="connsiteX59" fmla="*/ 265688 w 607639"/>
                  <a:gd name="connsiteY59" fmla="*/ 147199 h 603193"/>
                  <a:gd name="connsiteX60" fmla="*/ 332933 w 607639"/>
                  <a:gd name="connsiteY60" fmla="*/ 0 h 603193"/>
                  <a:gd name="connsiteX61" fmla="*/ 432530 w 607639"/>
                  <a:gd name="connsiteY61" fmla="*/ 39021 h 603193"/>
                  <a:gd name="connsiteX62" fmla="*/ 474007 w 607639"/>
                  <a:gd name="connsiteY62" fmla="*/ 116974 h 603193"/>
                  <a:gd name="connsiteX63" fmla="*/ 528122 w 607639"/>
                  <a:gd name="connsiteY63" fmla="*/ 144707 h 603193"/>
                  <a:gd name="connsiteX64" fmla="*/ 558384 w 607639"/>
                  <a:gd name="connsiteY64" fmla="*/ 215372 h 603193"/>
                  <a:gd name="connsiteX65" fmla="*/ 491007 w 607639"/>
                  <a:gd name="connsiteY65" fmla="*/ 309147 h 603193"/>
                  <a:gd name="connsiteX66" fmla="*/ 477211 w 607639"/>
                  <a:gd name="connsiteY66" fmla="*/ 309147 h 603193"/>
                  <a:gd name="connsiteX67" fmla="*/ 473206 w 607639"/>
                  <a:gd name="connsiteY67" fmla="*/ 288259 h 603193"/>
                  <a:gd name="connsiteX68" fmla="*/ 477567 w 607639"/>
                  <a:gd name="connsiteY68" fmla="*/ 258926 h 603193"/>
                  <a:gd name="connsiteX69" fmla="*/ 435023 w 607639"/>
                  <a:gd name="connsiteY69" fmla="*/ 175995 h 603193"/>
                  <a:gd name="connsiteX70" fmla="*/ 341923 w 607639"/>
                  <a:gd name="connsiteY70" fmla="*/ 107641 h 603193"/>
                  <a:gd name="connsiteX71" fmla="*/ 303739 w 607639"/>
                  <a:gd name="connsiteY71" fmla="*/ 115463 h 603193"/>
                  <a:gd name="connsiteX72" fmla="*/ 265645 w 607639"/>
                  <a:gd name="connsiteY72" fmla="*/ 107641 h 603193"/>
                  <a:gd name="connsiteX73" fmla="*/ 172546 w 607639"/>
                  <a:gd name="connsiteY73" fmla="*/ 175995 h 603193"/>
                  <a:gd name="connsiteX74" fmla="*/ 130001 w 607639"/>
                  <a:gd name="connsiteY74" fmla="*/ 258926 h 603193"/>
                  <a:gd name="connsiteX75" fmla="*/ 134273 w 607639"/>
                  <a:gd name="connsiteY75" fmla="*/ 288259 h 603193"/>
                  <a:gd name="connsiteX76" fmla="*/ 130357 w 607639"/>
                  <a:gd name="connsiteY76" fmla="*/ 309147 h 603193"/>
                  <a:gd name="connsiteX77" fmla="*/ 116561 w 607639"/>
                  <a:gd name="connsiteY77" fmla="*/ 309147 h 603193"/>
                  <a:gd name="connsiteX78" fmla="*/ 49184 w 607639"/>
                  <a:gd name="connsiteY78" fmla="*/ 215372 h 603193"/>
                  <a:gd name="connsiteX79" fmla="*/ 103210 w 607639"/>
                  <a:gd name="connsiteY79" fmla="*/ 127374 h 603193"/>
                  <a:gd name="connsiteX80" fmla="*/ 136676 w 607639"/>
                  <a:gd name="connsiteY80" fmla="*/ 76264 h 603193"/>
                  <a:gd name="connsiteX81" fmla="*/ 205656 w 607639"/>
                  <a:gd name="connsiteY81" fmla="*/ 51643 h 603193"/>
                  <a:gd name="connsiteX82" fmla="*/ 220697 w 607639"/>
                  <a:gd name="connsiteY82" fmla="*/ 52710 h 603193"/>
                  <a:gd name="connsiteX83" fmla="*/ 332933 w 607639"/>
                  <a:gd name="connsiteY83" fmla="*/ 0 h 60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639" h="603193">
                    <a:moveTo>
                      <a:pt x="339837" y="482173"/>
                    </a:moveTo>
                    <a:lnTo>
                      <a:pt x="379436" y="482173"/>
                    </a:lnTo>
                    <a:lnTo>
                      <a:pt x="379436" y="504298"/>
                    </a:lnTo>
                    <a:cubicBezTo>
                      <a:pt x="398033" y="512117"/>
                      <a:pt x="411114" y="530421"/>
                      <a:pt x="411114" y="551746"/>
                    </a:cubicBezTo>
                    <a:cubicBezTo>
                      <a:pt x="411114" y="580091"/>
                      <a:pt x="387978" y="603193"/>
                      <a:pt x="359592" y="603193"/>
                    </a:cubicBezTo>
                    <a:cubicBezTo>
                      <a:pt x="331206" y="603193"/>
                      <a:pt x="308159" y="580091"/>
                      <a:pt x="308159" y="551746"/>
                    </a:cubicBezTo>
                    <a:cubicBezTo>
                      <a:pt x="308159" y="530421"/>
                      <a:pt x="321240" y="512117"/>
                      <a:pt x="339837" y="504298"/>
                    </a:cubicBezTo>
                    <a:close/>
                    <a:moveTo>
                      <a:pt x="228203" y="482173"/>
                    </a:moveTo>
                    <a:lnTo>
                      <a:pt x="267802" y="482173"/>
                    </a:lnTo>
                    <a:lnTo>
                      <a:pt x="267802" y="504298"/>
                    </a:lnTo>
                    <a:cubicBezTo>
                      <a:pt x="286399" y="512117"/>
                      <a:pt x="299480" y="530421"/>
                      <a:pt x="299480" y="551746"/>
                    </a:cubicBezTo>
                    <a:cubicBezTo>
                      <a:pt x="299480" y="580091"/>
                      <a:pt x="276344" y="603193"/>
                      <a:pt x="247958" y="603193"/>
                    </a:cubicBezTo>
                    <a:cubicBezTo>
                      <a:pt x="219572" y="603193"/>
                      <a:pt x="196525" y="580091"/>
                      <a:pt x="196525" y="551746"/>
                    </a:cubicBezTo>
                    <a:cubicBezTo>
                      <a:pt x="196525" y="530421"/>
                      <a:pt x="209606" y="512117"/>
                      <a:pt x="228203" y="504298"/>
                    </a:cubicBezTo>
                    <a:close/>
                    <a:moveTo>
                      <a:pt x="51454" y="379360"/>
                    </a:moveTo>
                    <a:cubicBezTo>
                      <a:pt x="72819" y="379360"/>
                      <a:pt x="91247" y="392423"/>
                      <a:pt x="98991" y="410995"/>
                    </a:cubicBezTo>
                    <a:lnTo>
                      <a:pt x="116618" y="410995"/>
                    </a:lnTo>
                    <a:lnTo>
                      <a:pt x="116618" y="391179"/>
                    </a:lnTo>
                    <a:lnTo>
                      <a:pt x="156232" y="391179"/>
                    </a:lnTo>
                    <a:lnTo>
                      <a:pt x="156232" y="450539"/>
                    </a:lnTo>
                    <a:lnTo>
                      <a:pt x="98991" y="450539"/>
                    </a:lnTo>
                    <a:cubicBezTo>
                      <a:pt x="91247" y="469111"/>
                      <a:pt x="72819" y="482174"/>
                      <a:pt x="51454" y="482174"/>
                    </a:cubicBezTo>
                    <a:cubicBezTo>
                      <a:pt x="23056" y="482174"/>
                      <a:pt x="0" y="459070"/>
                      <a:pt x="0" y="430723"/>
                    </a:cubicBezTo>
                    <a:cubicBezTo>
                      <a:pt x="0" y="402464"/>
                      <a:pt x="23056" y="379360"/>
                      <a:pt x="51454" y="379360"/>
                    </a:cubicBezTo>
                    <a:close/>
                    <a:moveTo>
                      <a:pt x="556096" y="379289"/>
                    </a:moveTo>
                    <a:cubicBezTo>
                      <a:pt x="584494" y="379289"/>
                      <a:pt x="607639" y="402409"/>
                      <a:pt x="607639" y="430687"/>
                    </a:cubicBezTo>
                    <a:cubicBezTo>
                      <a:pt x="607639" y="459053"/>
                      <a:pt x="584494" y="482173"/>
                      <a:pt x="556096" y="482173"/>
                    </a:cubicBezTo>
                    <a:cubicBezTo>
                      <a:pt x="534731" y="482173"/>
                      <a:pt x="516392" y="469101"/>
                      <a:pt x="508648" y="450516"/>
                    </a:cubicBezTo>
                    <a:lnTo>
                      <a:pt x="451407" y="450516"/>
                    </a:lnTo>
                    <a:lnTo>
                      <a:pt x="451407" y="391116"/>
                    </a:lnTo>
                    <a:lnTo>
                      <a:pt x="491021" y="391116"/>
                    </a:lnTo>
                    <a:lnTo>
                      <a:pt x="491021" y="410946"/>
                    </a:lnTo>
                    <a:lnTo>
                      <a:pt x="508648" y="410946"/>
                    </a:lnTo>
                    <a:cubicBezTo>
                      <a:pt x="516392" y="392361"/>
                      <a:pt x="534731" y="379289"/>
                      <a:pt x="556096" y="379289"/>
                    </a:cubicBezTo>
                    <a:close/>
                    <a:moveTo>
                      <a:pt x="341951" y="147199"/>
                    </a:moveTo>
                    <a:cubicBezTo>
                      <a:pt x="372572" y="147199"/>
                      <a:pt x="397764" y="171193"/>
                      <a:pt x="399723" y="201229"/>
                    </a:cubicBezTo>
                    <a:cubicBezTo>
                      <a:pt x="422244" y="210915"/>
                      <a:pt x="438000" y="233309"/>
                      <a:pt x="438000" y="258902"/>
                    </a:cubicBezTo>
                    <a:cubicBezTo>
                      <a:pt x="438000" y="269477"/>
                      <a:pt x="435329" y="279430"/>
                      <a:pt x="430701" y="288228"/>
                    </a:cubicBezTo>
                    <a:cubicBezTo>
                      <a:pt x="435419" y="297203"/>
                      <a:pt x="438000" y="307156"/>
                      <a:pt x="438000" y="317553"/>
                    </a:cubicBezTo>
                    <a:cubicBezTo>
                      <a:pt x="438000" y="343413"/>
                      <a:pt x="422155" y="365718"/>
                      <a:pt x="399723" y="375226"/>
                    </a:cubicBezTo>
                    <a:cubicBezTo>
                      <a:pt x="398654" y="391311"/>
                      <a:pt x="390999" y="405618"/>
                      <a:pt x="379427" y="415393"/>
                    </a:cubicBezTo>
                    <a:lnTo>
                      <a:pt x="379427" y="442586"/>
                    </a:lnTo>
                    <a:lnTo>
                      <a:pt x="339814" y="442586"/>
                    </a:lnTo>
                    <a:lnTo>
                      <a:pt x="339814" y="429167"/>
                    </a:lnTo>
                    <a:cubicBezTo>
                      <a:pt x="334117" y="428990"/>
                      <a:pt x="328687" y="427923"/>
                      <a:pt x="323613" y="426235"/>
                    </a:cubicBezTo>
                    <a:lnTo>
                      <a:pt x="323613" y="150220"/>
                    </a:lnTo>
                    <a:cubicBezTo>
                      <a:pt x="329399" y="148265"/>
                      <a:pt x="335541" y="147199"/>
                      <a:pt x="341951" y="147199"/>
                    </a:cubicBezTo>
                    <a:close/>
                    <a:moveTo>
                      <a:pt x="265688" y="147199"/>
                    </a:moveTo>
                    <a:cubicBezTo>
                      <a:pt x="272098" y="147199"/>
                      <a:pt x="278240" y="148265"/>
                      <a:pt x="284026" y="150220"/>
                    </a:cubicBezTo>
                    <a:lnTo>
                      <a:pt x="284026" y="426235"/>
                    </a:lnTo>
                    <a:cubicBezTo>
                      <a:pt x="278863" y="427923"/>
                      <a:pt x="273433" y="428990"/>
                      <a:pt x="267825" y="429167"/>
                    </a:cubicBezTo>
                    <a:lnTo>
                      <a:pt x="267825" y="442586"/>
                    </a:lnTo>
                    <a:lnTo>
                      <a:pt x="228212" y="442586"/>
                    </a:lnTo>
                    <a:lnTo>
                      <a:pt x="228212" y="415393"/>
                    </a:lnTo>
                    <a:cubicBezTo>
                      <a:pt x="216640" y="405618"/>
                      <a:pt x="208985" y="391311"/>
                      <a:pt x="207916" y="375226"/>
                    </a:cubicBezTo>
                    <a:cubicBezTo>
                      <a:pt x="185395" y="365718"/>
                      <a:pt x="169639" y="343413"/>
                      <a:pt x="169639" y="317553"/>
                    </a:cubicBezTo>
                    <a:cubicBezTo>
                      <a:pt x="169639" y="307156"/>
                      <a:pt x="172220" y="297203"/>
                      <a:pt x="176938" y="288228"/>
                    </a:cubicBezTo>
                    <a:cubicBezTo>
                      <a:pt x="172310" y="279430"/>
                      <a:pt x="169639" y="269477"/>
                      <a:pt x="169639" y="258902"/>
                    </a:cubicBezTo>
                    <a:cubicBezTo>
                      <a:pt x="169639" y="233309"/>
                      <a:pt x="185395" y="210915"/>
                      <a:pt x="207916" y="201229"/>
                    </a:cubicBezTo>
                    <a:cubicBezTo>
                      <a:pt x="209875" y="171193"/>
                      <a:pt x="235067" y="147199"/>
                      <a:pt x="265688" y="147199"/>
                    </a:cubicBezTo>
                    <a:close/>
                    <a:moveTo>
                      <a:pt x="332933" y="0"/>
                    </a:moveTo>
                    <a:cubicBezTo>
                      <a:pt x="370316" y="0"/>
                      <a:pt x="405740" y="13866"/>
                      <a:pt x="432530" y="39021"/>
                    </a:cubicBezTo>
                    <a:cubicBezTo>
                      <a:pt x="455049" y="60265"/>
                      <a:pt x="469379" y="87464"/>
                      <a:pt x="474007" y="116974"/>
                    </a:cubicBezTo>
                    <a:cubicBezTo>
                      <a:pt x="494389" y="120619"/>
                      <a:pt x="513169" y="130219"/>
                      <a:pt x="528122" y="144707"/>
                    </a:cubicBezTo>
                    <a:cubicBezTo>
                      <a:pt x="547614" y="163551"/>
                      <a:pt x="558384" y="188706"/>
                      <a:pt x="558384" y="215372"/>
                    </a:cubicBezTo>
                    <a:cubicBezTo>
                      <a:pt x="558384" y="258215"/>
                      <a:pt x="530347" y="294925"/>
                      <a:pt x="491007" y="309147"/>
                    </a:cubicBezTo>
                    <a:lnTo>
                      <a:pt x="477211" y="309147"/>
                    </a:lnTo>
                    <a:cubicBezTo>
                      <a:pt x="476232" y="299192"/>
                      <a:pt x="476054" y="297770"/>
                      <a:pt x="473206" y="288259"/>
                    </a:cubicBezTo>
                    <a:cubicBezTo>
                      <a:pt x="476054" y="278748"/>
                      <a:pt x="477567" y="268882"/>
                      <a:pt x="477567" y="258926"/>
                    </a:cubicBezTo>
                    <a:cubicBezTo>
                      <a:pt x="477567" y="225594"/>
                      <a:pt x="461368" y="194928"/>
                      <a:pt x="435023" y="175995"/>
                    </a:cubicBezTo>
                    <a:cubicBezTo>
                      <a:pt x="422473" y="136263"/>
                      <a:pt x="385268" y="107641"/>
                      <a:pt x="341923" y="107641"/>
                    </a:cubicBezTo>
                    <a:cubicBezTo>
                      <a:pt x="328661" y="107641"/>
                      <a:pt x="315755" y="110308"/>
                      <a:pt x="303739" y="115463"/>
                    </a:cubicBezTo>
                    <a:cubicBezTo>
                      <a:pt x="291813" y="110308"/>
                      <a:pt x="278818" y="107641"/>
                      <a:pt x="265645" y="107641"/>
                    </a:cubicBezTo>
                    <a:cubicBezTo>
                      <a:pt x="222300" y="107641"/>
                      <a:pt x="185006" y="136263"/>
                      <a:pt x="172546" y="175995"/>
                    </a:cubicBezTo>
                    <a:cubicBezTo>
                      <a:pt x="146200" y="194928"/>
                      <a:pt x="130001" y="225594"/>
                      <a:pt x="130001" y="258926"/>
                    </a:cubicBezTo>
                    <a:cubicBezTo>
                      <a:pt x="130001" y="268882"/>
                      <a:pt x="131425" y="278748"/>
                      <a:pt x="134273" y="288259"/>
                    </a:cubicBezTo>
                    <a:cubicBezTo>
                      <a:pt x="131425" y="297770"/>
                      <a:pt x="131336" y="299192"/>
                      <a:pt x="130357" y="309147"/>
                    </a:cubicBezTo>
                    <a:lnTo>
                      <a:pt x="116561" y="309147"/>
                    </a:lnTo>
                    <a:cubicBezTo>
                      <a:pt x="77221" y="294925"/>
                      <a:pt x="49184" y="258215"/>
                      <a:pt x="49184" y="215372"/>
                    </a:cubicBezTo>
                    <a:cubicBezTo>
                      <a:pt x="49184" y="178306"/>
                      <a:pt x="70100" y="144796"/>
                      <a:pt x="103210" y="127374"/>
                    </a:cubicBezTo>
                    <a:cubicBezTo>
                      <a:pt x="108729" y="107641"/>
                      <a:pt x="120388" y="89775"/>
                      <a:pt x="136676" y="76264"/>
                    </a:cubicBezTo>
                    <a:cubicBezTo>
                      <a:pt x="155901" y="60354"/>
                      <a:pt x="180378" y="51643"/>
                      <a:pt x="205656" y="51643"/>
                    </a:cubicBezTo>
                    <a:cubicBezTo>
                      <a:pt x="210729" y="51643"/>
                      <a:pt x="215713" y="51998"/>
                      <a:pt x="220697" y="52710"/>
                    </a:cubicBezTo>
                    <a:cubicBezTo>
                      <a:pt x="247666" y="19466"/>
                      <a:pt x="288698" y="0"/>
                      <a:pt x="332933"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ym typeface="Arial" panose="020B0604020202020204" pitchFamily="34" charset="0"/>
                </a:endParaRPr>
              </a:p>
            </p:txBody>
          </p:sp>
          <p:sp>
            <p:nvSpPr>
              <p:cNvPr id="146" name="Text3">
                <a:extLst>
                  <a:ext uri="{FF2B5EF4-FFF2-40B4-BE49-F238E27FC236}">
                    <a16:creationId xmlns:a16="http://schemas.microsoft.com/office/drawing/2014/main" id="{40638B08-F7A6-4A76-F733-0811B691A932}"/>
                  </a:ext>
                </a:extLst>
              </p:cNvPr>
              <p:cNvSpPr txBox="1"/>
              <p:nvPr/>
            </p:nvSpPr>
            <p:spPr>
              <a:xfrm>
                <a:off x="6492358" y="3628991"/>
                <a:ext cx="5026542" cy="834287"/>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latin typeface="Arial" panose="020B0604020202020204" pitchFamily="34" charset="0"/>
                    <a:ea typeface="微软雅黑" panose="020B0503020204020204" pitchFamily="34" charset="-122"/>
                    <a:sym typeface="Arial" panose="020B0604020202020204" pitchFamily="34" charset="0"/>
                  </a:rPr>
                  <a:t>国家明确通用科技行业的发展目标和路径，引导产业转型升级。</a:t>
                </a:r>
              </a:p>
            </p:txBody>
          </p:sp>
        </p:grpSp>
        <p:grpSp>
          <p:nvGrpSpPr>
            <p:cNvPr id="135" name="组合 134">
              <a:extLst>
                <a:ext uri="{FF2B5EF4-FFF2-40B4-BE49-F238E27FC236}">
                  <a16:creationId xmlns:a16="http://schemas.microsoft.com/office/drawing/2014/main" id="{1B3C25F4-7FD6-5C93-4781-2D763DFE641E}"/>
                </a:ext>
              </a:extLst>
            </p:cNvPr>
            <p:cNvGrpSpPr/>
            <p:nvPr/>
          </p:nvGrpSpPr>
          <p:grpSpPr>
            <a:xfrm>
              <a:off x="2324632" y="4433748"/>
              <a:ext cx="9194268" cy="834287"/>
              <a:chOff x="2324632" y="4433748"/>
              <a:chExt cx="9194268" cy="834287"/>
            </a:xfrm>
          </p:grpSpPr>
          <p:sp>
            <p:nvSpPr>
              <p:cNvPr id="141" name="Bullet4">
                <a:extLst>
                  <a:ext uri="{FF2B5EF4-FFF2-40B4-BE49-F238E27FC236}">
                    <a16:creationId xmlns:a16="http://schemas.microsoft.com/office/drawing/2014/main" id="{023BD135-940A-6F14-E492-FD03FDC39F35}"/>
                  </a:ext>
                </a:extLst>
              </p:cNvPr>
              <p:cNvSpPr/>
              <p:nvPr/>
            </p:nvSpPr>
            <p:spPr>
              <a:xfrm>
                <a:off x="2324632" y="4523025"/>
                <a:ext cx="2922964" cy="647387"/>
              </a:xfrm>
              <a:prstGeom prst="roundRect">
                <a:avLst>
                  <a:gd name="adj" fmla="val 50000"/>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dirty="0">
                    <a:solidFill>
                      <a:schemeClr val="lt1"/>
                    </a:solidFill>
                    <a:sym typeface="Arial" panose="020B0604020202020204" pitchFamily="34" charset="0"/>
                  </a:rPr>
                  <a:t>专利保护政策</a:t>
                </a:r>
              </a:p>
            </p:txBody>
          </p:sp>
          <p:sp>
            <p:nvSpPr>
              <p:cNvPr id="142" name="Icon4">
                <a:extLst>
                  <a:ext uri="{FF2B5EF4-FFF2-40B4-BE49-F238E27FC236}">
                    <a16:creationId xmlns:a16="http://schemas.microsoft.com/office/drawing/2014/main" id="{CC81D0C6-095B-D53A-6127-9454586C7A27}"/>
                  </a:ext>
                </a:extLst>
              </p:cNvPr>
              <p:cNvSpPr>
                <a:spLocks/>
              </p:cNvSpPr>
              <p:nvPr/>
            </p:nvSpPr>
            <p:spPr>
              <a:xfrm>
                <a:off x="5726739" y="4705182"/>
                <a:ext cx="256882" cy="290687"/>
              </a:xfrm>
              <a:custGeom>
                <a:avLst/>
                <a:gdLst>
                  <a:gd name="connsiteX0" fmla="*/ 147370 w 536165"/>
                  <a:gd name="connsiteY0" fmla="*/ 417465 h 606722"/>
                  <a:gd name="connsiteX1" fmla="*/ 260679 w 536165"/>
                  <a:gd name="connsiteY1" fmla="*/ 417465 h 606722"/>
                  <a:gd name="connsiteX2" fmla="*/ 256229 w 536165"/>
                  <a:gd name="connsiteY2" fmla="*/ 567094 h 606722"/>
                  <a:gd name="connsiteX3" fmla="*/ 279905 w 536165"/>
                  <a:gd name="connsiteY3" fmla="*/ 567094 h 606722"/>
                  <a:gd name="connsiteX4" fmla="*/ 275455 w 536165"/>
                  <a:gd name="connsiteY4" fmla="*/ 417465 h 606722"/>
                  <a:gd name="connsiteX5" fmla="*/ 388853 w 536165"/>
                  <a:gd name="connsiteY5" fmla="*/ 417465 h 606722"/>
                  <a:gd name="connsiteX6" fmla="*/ 384314 w 536165"/>
                  <a:gd name="connsiteY6" fmla="*/ 567094 h 606722"/>
                  <a:gd name="connsiteX7" fmla="*/ 398199 w 536165"/>
                  <a:gd name="connsiteY7" fmla="*/ 567094 h 606722"/>
                  <a:gd name="connsiteX8" fmla="*/ 398199 w 536165"/>
                  <a:gd name="connsiteY8" fmla="*/ 606722 h 606722"/>
                  <a:gd name="connsiteX9" fmla="*/ 383157 w 536165"/>
                  <a:gd name="connsiteY9" fmla="*/ 606722 h 606722"/>
                  <a:gd name="connsiteX10" fmla="*/ 281152 w 536165"/>
                  <a:gd name="connsiteY10" fmla="*/ 606722 h 606722"/>
                  <a:gd name="connsiteX11" fmla="*/ 255072 w 536165"/>
                  <a:gd name="connsiteY11" fmla="*/ 606722 h 606722"/>
                  <a:gd name="connsiteX12" fmla="*/ 152978 w 536165"/>
                  <a:gd name="connsiteY12" fmla="*/ 606722 h 606722"/>
                  <a:gd name="connsiteX13" fmla="*/ 138024 w 536165"/>
                  <a:gd name="connsiteY13" fmla="*/ 606722 h 606722"/>
                  <a:gd name="connsiteX14" fmla="*/ 138024 w 536165"/>
                  <a:gd name="connsiteY14" fmla="*/ 567094 h 606722"/>
                  <a:gd name="connsiteX15" fmla="*/ 151821 w 536165"/>
                  <a:gd name="connsiteY15" fmla="*/ 567094 h 606722"/>
                  <a:gd name="connsiteX16" fmla="*/ 529838 w 536165"/>
                  <a:gd name="connsiteY16" fmla="*/ 296657 h 606722"/>
                  <a:gd name="connsiteX17" fmla="*/ 521472 w 536165"/>
                  <a:gd name="connsiteY17" fmla="*/ 406413 h 606722"/>
                  <a:gd name="connsiteX18" fmla="*/ 531084 w 536165"/>
                  <a:gd name="connsiteY18" fmla="*/ 421876 h 606722"/>
                  <a:gd name="connsiteX19" fmla="*/ 531885 w 536165"/>
                  <a:gd name="connsiteY19" fmla="*/ 468445 h 606722"/>
                  <a:gd name="connsiteX20" fmla="*/ 511237 w 536165"/>
                  <a:gd name="connsiteY20" fmla="*/ 495017 h 606722"/>
                  <a:gd name="connsiteX21" fmla="*/ 487741 w 536165"/>
                  <a:gd name="connsiteY21" fmla="*/ 463201 h 606722"/>
                  <a:gd name="connsiteX22" fmla="*/ 495039 w 536165"/>
                  <a:gd name="connsiteY22" fmla="*/ 453959 h 606722"/>
                  <a:gd name="connsiteX23" fmla="*/ 494772 w 536165"/>
                  <a:gd name="connsiteY23" fmla="*/ 437606 h 606722"/>
                  <a:gd name="connsiteX24" fmla="*/ 483024 w 536165"/>
                  <a:gd name="connsiteY24" fmla="*/ 426231 h 606722"/>
                  <a:gd name="connsiteX25" fmla="*/ 466648 w 536165"/>
                  <a:gd name="connsiteY25" fmla="*/ 426497 h 606722"/>
                  <a:gd name="connsiteX26" fmla="*/ 455256 w 536165"/>
                  <a:gd name="connsiteY26" fmla="*/ 438228 h 606722"/>
                  <a:gd name="connsiteX27" fmla="*/ 454277 w 536165"/>
                  <a:gd name="connsiteY27" fmla="*/ 449871 h 606722"/>
                  <a:gd name="connsiteX28" fmla="*/ 415295 w 536165"/>
                  <a:gd name="connsiteY28" fmla="*/ 457158 h 606722"/>
                  <a:gd name="connsiteX29" fmla="*/ 418410 w 536165"/>
                  <a:gd name="connsiteY29" fmla="*/ 423654 h 606722"/>
                  <a:gd name="connsiteX30" fmla="*/ 434697 w 536165"/>
                  <a:gd name="connsiteY30" fmla="*/ 400458 h 606722"/>
                  <a:gd name="connsiteX31" fmla="*/ 418944 w 536165"/>
                  <a:gd name="connsiteY31" fmla="*/ 325362 h 606722"/>
                  <a:gd name="connsiteX32" fmla="*/ 6287 w 536165"/>
                  <a:gd name="connsiteY32" fmla="*/ 296657 h 606722"/>
                  <a:gd name="connsiteX33" fmla="*/ 117297 w 536165"/>
                  <a:gd name="connsiteY33" fmla="*/ 325362 h 606722"/>
                  <a:gd name="connsiteX34" fmla="*/ 101451 w 536165"/>
                  <a:gd name="connsiteY34" fmla="*/ 400547 h 606722"/>
                  <a:gd name="connsiteX35" fmla="*/ 117742 w 536165"/>
                  <a:gd name="connsiteY35" fmla="*/ 423654 h 606722"/>
                  <a:gd name="connsiteX36" fmla="*/ 120857 w 536165"/>
                  <a:gd name="connsiteY36" fmla="*/ 457158 h 606722"/>
                  <a:gd name="connsiteX37" fmla="*/ 81955 w 536165"/>
                  <a:gd name="connsiteY37" fmla="*/ 449959 h 606722"/>
                  <a:gd name="connsiteX38" fmla="*/ 80887 w 536165"/>
                  <a:gd name="connsiteY38" fmla="*/ 438228 h 606722"/>
                  <a:gd name="connsiteX39" fmla="*/ 53112 w 536165"/>
                  <a:gd name="connsiteY39" fmla="*/ 426231 h 606722"/>
                  <a:gd name="connsiteX40" fmla="*/ 41095 w 536165"/>
                  <a:gd name="connsiteY40" fmla="*/ 453959 h 606722"/>
                  <a:gd name="connsiteX41" fmla="*/ 48394 w 536165"/>
                  <a:gd name="connsiteY41" fmla="*/ 463201 h 606722"/>
                  <a:gd name="connsiteX42" fmla="*/ 24893 w 536165"/>
                  <a:gd name="connsiteY42" fmla="*/ 495017 h 606722"/>
                  <a:gd name="connsiteX43" fmla="*/ 4240 w 536165"/>
                  <a:gd name="connsiteY43" fmla="*/ 468445 h 606722"/>
                  <a:gd name="connsiteX44" fmla="*/ 14744 w 536165"/>
                  <a:gd name="connsiteY44" fmla="*/ 406413 h 606722"/>
                  <a:gd name="connsiteX45" fmla="*/ 148094 w 536165"/>
                  <a:gd name="connsiteY45" fmla="*/ 107330 h 606722"/>
                  <a:gd name="connsiteX46" fmla="*/ 149696 w 536165"/>
                  <a:gd name="connsiteY46" fmla="*/ 107330 h 606722"/>
                  <a:gd name="connsiteX47" fmla="*/ 268067 w 536165"/>
                  <a:gd name="connsiteY47" fmla="*/ 202433 h 606722"/>
                  <a:gd name="connsiteX48" fmla="*/ 386439 w 536165"/>
                  <a:gd name="connsiteY48" fmla="*/ 107330 h 606722"/>
                  <a:gd name="connsiteX49" fmla="*/ 388130 w 536165"/>
                  <a:gd name="connsiteY49" fmla="*/ 107330 h 606722"/>
                  <a:gd name="connsiteX50" fmla="*/ 518160 w 536165"/>
                  <a:gd name="connsiteY50" fmla="*/ 258784 h 606722"/>
                  <a:gd name="connsiteX51" fmla="*/ 394449 w 536165"/>
                  <a:gd name="connsiteY51" fmla="*/ 290782 h 606722"/>
                  <a:gd name="connsiteX52" fmla="*/ 376292 w 536165"/>
                  <a:gd name="connsiteY52" fmla="*/ 273628 h 606722"/>
                  <a:gd name="connsiteX53" fmla="*/ 359916 w 536165"/>
                  <a:gd name="connsiteY53" fmla="*/ 379219 h 606722"/>
                  <a:gd name="connsiteX54" fmla="*/ 176218 w 536165"/>
                  <a:gd name="connsiteY54" fmla="*/ 379219 h 606722"/>
                  <a:gd name="connsiteX55" fmla="*/ 159842 w 536165"/>
                  <a:gd name="connsiteY55" fmla="*/ 273628 h 606722"/>
                  <a:gd name="connsiteX56" fmla="*/ 141775 w 536165"/>
                  <a:gd name="connsiteY56" fmla="*/ 290782 h 606722"/>
                  <a:gd name="connsiteX57" fmla="*/ 18063 w 536165"/>
                  <a:gd name="connsiteY57" fmla="*/ 258784 h 606722"/>
                  <a:gd name="connsiteX58" fmla="*/ 268077 w 536165"/>
                  <a:gd name="connsiteY58" fmla="*/ 0 h 606722"/>
                  <a:gd name="connsiteX59" fmla="*/ 349651 w 536165"/>
                  <a:gd name="connsiteY59" fmla="*/ 81468 h 606722"/>
                  <a:gd name="connsiteX60" fmla="*/ 268077 w 536165"/>
                  <a:gd name="connsiteY60" fmla="*/ 162936 h 606722"/>
                  <a:gd name="connsiteX61" fmla="*/ 186503 w 536165"/>
                  <a:gd name="connsiteY61" fmla="*/ 81468 h 606722"/>
                  <a:gd name="connsiteX62" fmla="*/ 268077 w 536165"/>
                  <a:gd name="connsiteY6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36165" h="606722">
                    <a:moveTo>
                      <a:pt x="147370" y="417465"/>
                    </a:moveTo>
                    <a:lnTo>
                      <a:pt x="260679" y="417465"/>
                    </a:lnTo>
                    <a:lnTo>
                      <a:pt x="256229" y="567094"/>
                    </a:lnTo>
                    <a:lnTo>
                      <a:pt x="279905" y="567094"/>
                    </a:lnTo>
                    <a:lnTo>
                      <a:pt x="275455" y="417465"/>
                    </a:lnTo>
                    <a:lnTo>
                      <a:pt x="388853" y="417465"/>
                    </a:lnTo>
                    <a:lnTo>
                      <a:pt x="384314" y="567094"/>
                    </a:lnTo>
                    <a:lnTo>
                      <a:pt x="398199" y="567094"/>
                    </a:lnTo>
                    <a:lnTo>
                      <a:pt x="398199" y="606722"/>
                    </a:lnTo>
                    <a:lnTo>
                      <a:pt x="383157" y="606722"/>
                    </a:lnTo>
                    <a:lnTo>
                      <a:pt x="281152" y="606722"/>
                    </a:lnTo>
                    <a:lnTo>
                      <a:pt x="255072" y="606722"/>
                    </a:lnTo>
                    <a:lnTo>
                      <a:pt x="152978" y="606722"/>
                    </a:lnTo>
                    <a:lnTo>
                      <a:pt x="138024" y="606722"/>
                    </a:lnTo>
                    <a:lnTo>
                      <a:pt x="138024" y="567094"/>
                    </a:lnTo>
                    <a:lnTo>
                      <a:pt x="151821" y="567094"/>
                    </a:lnTo>
                    <a:close/>
                    <a:moveTo>
                      <a:pt x="529838" y="296657"/>
                    </a:moveTo>
                    <a:lnTo>
                      <a:pt x="521472" y="406413"/>
                    </a:lnTo>
                    <a:cubicBezTo>
                      <a:pt x="525388" y="410945"/>
                      <a:pt x="528681" y="416188"/>
                      <a:pt x="531084" y="421876"/>
                    </a:cubicBezTo>
                    <a:cubicBezTo>
                      <a:pt x="537581" y="436807"/>
                      <a:pt x="537848" y="453337"/>
                      <a:pt x="531885" y="468445"/>
                    </a:cubicBezTo>
                    <a:cubicBezTo>
                      <a:pt x="527702" y="479020"/>
                      <a:pt x="520582" y="488174"/>
                      <a:pt x="511237" y="495017"/>
                    </a:cubicBezTo>
                    <a:lnTo>
                      <a:pt x="487741" y="463201"/>
                    </a:lnTo>
                    <a:cubicBezTo>
                      <a:pt x="491123" y="460713"/>
                      <a:pt x="493526" y="457602"/>
                      <a:pt x="495039" y="453959"/>
                    </a:cubicBezTo>
                    <a:cubicBezTo>
                      <a:pt x="497086" y="448626"/>
                      <a:pt x="496997" y="442850"/>
                      <a:pt x="494772" y="437606"/>
                    </a:cubicBezTo>
                    <a:cubicBezTo>
                      <a:pt x="492458" y="432363"/>
                      <a:pt x="488275" y="428364"/>
                      <a:pt x="483024" y="426231"/>
                    </a:cubicBezTo>
                    <a:cubicBezTo>
                      <a:pt x="477684" y="424187"/>
                      <a:pt x="471899" y="424276"/>
                      <a:pt x="466648" y="426497"/>
                    </a:cubicBezTo>
                    <a:cubicBezTo>
                      <a:pt x="461397" y="428808"/>
                      <a:pt x="457392" y="432896"/>
                      <a:pt x="455256" y="438228"/>
                    </a:cubicBezTo>
                    <a:cubicBezTo>
                      <a:pt x="453832" y="441872"/>
                      <a:pt x="453476" y="445782"/>
                      <a:pt x="454277" y="449871"/>
                    </a:cubicBezTo>
                    <a:lnTo>
                      <a:pt x="415295" y="457158"/>
                    </a:lnTo>
                    <a:cubicBezTo>
                      <a:pt x="413159" y="445782"/>
                      <a:pt x="414227" y="434229"/>
                      <a:pt x="418410" y="423654"/>
                    </a:cubicBezTo>
                    <a:cubicBezTo>
                      <a:pt x="422059" y="414589"/>
                      <a:pt x="427577" y="406768"/>
                      <a:pt x="434697" y="400458"/>
                    </a:cubicBezTo>
                    <a:lnTo>
                      <a:pt x="418944" y="325362"/>
                    </a:lnTo>
                    <a:close/>
                    <a:moveTo>
                      <a:pt x="6287" y="296657"/>
                    </a:moveTo>
                    <a:lnTo>
                      <a:pt x="117297" y="325362"/>
                    </a:lnTo>
                    <a:lnTo>
                      <a:pt x="101451" y="400547"/>
                    </a:lnTo>
                    <a:cubicBezTo>
                      <a:pt x="108394" y="406679"/>
                      <a:pt x="114092" y="414500"/>
                      <a:pt x="117742" y="423654"/>
                    </a:cubicBezTo>
                    <a:cubicBezTo>
                      <a:pt x="121926" y="434229"/>
                      <a:pt x="122994" y="445782"/>
                      <a:pt x="120857" y="457158"/>
                    </a:cubicBezTo>
                    <a:lnTo>
                      <a:pt x="81955" y="449959"/>
                    </a:lnTo>
                    <a:cubicBezTo>
                      <a:pt x="82667" y="445871"/>
                      <a:pt x="82311" y="441872"/>
                      <a:pt x="80887" y="438228"/>
                    </a:cubicBezTo>
                    <a:cubicBezTo>
                      <a:pt x="76525" y="427297"/>
                      <a:pt x="64151" y="421876"/>
                      <a:pt x="53112" y="426231"/>
                    </a:cubicBezTo>
                    <a:cubicBezTo>
                      <a:pt x="42163" y="430586"/>
                      <a:pt x="36822" y="443027"/>
                      <a:pt x="41095" y="453959"/>
                    </a:cubicBezTo>
                    <a:cubicBezTo>
                      <a:pt x="42608" y="457602"/>
                      <a:pt x="45011" y="460713"/>
                      <a:pt x="48394" y="463201"/>
                    </a:cubicBezTo>
                    <a:lnTo>
                      <a:pt x="24893" y="495017"/>
                    </a:lnTo>
                    <a:cubicBezTo>
                      <a:pt x="15635" y="488174"/>
                      <a:pt x="8424" y="479020"/>
                      <a:pt x="4240" y="468445"/>
                    </a:cubicBezTo>
                    <a:cubicBezTo>
                      <a:pt x="-4306" y="446760"/>
                      <a:pt x="501" y="423032"/>
                      <a:pt x="14744" y="406413"/>
                    </a:cubicBezTo>
                    <a:close/>
                    <a:moveTo>
                      <a:pt x="148094" y="107330"/>
                    </a:moveTo>
                    <a:lnTo>
                      <a:pt x="149696" y="107330"/>
                    </a:lnTo>
                    <a:cubicBezTo>
                      <a:pt x="161622" y="161637"/>
                      <a:pt x="210127" y="202433"/>
                      <a:pt x="268067" y="202433"/>
                    </a:cubicBezTo>
                    <a:cubicBezTo>
                      <a:pt x="326007" y="202433"/>
                      <a:pt x="374512" y="161637"/>
                      <a:pt x="386439" y="107330"/>
                    </a:cubicBezTo>
                    <a:lnTo>
                      <a:pt x="388130" y="107330"/>
                    </a:lnTo>
                    <a:lnTo>
                      <a:pt x="518160" y="258784"/>
                    </a:lnTo>
                    <a:lnTo>
                      <a:pt x="394449" y="290782"/>
                    </a:lnTo>
                    <a:lnTo>
                      <a:pt x="376292" y="273628"/>
                    </a:lnTo>
                    <a:lnTo>
                      <a:pt x="359916" y="379219"/>
                    </a:lnTo>
                    <a:lnTo>
                      <a:pt x="176218" y="379219"/>
                    </a:lnTo>
                    <a:lnTo>
                      <a:pt x="159842" y="273628"/>
                    </a:lnTo>
                    <a:lnTo>
                      <a:pt x="141775" y="290782"/>
                    </a:lnTo>
                    <a:lnTo>
                      <a:pt x="18063" y="258784"/>
                    </a:lnTo>
                    <a:close/>
                    <a:moveTo>
                      <a:pt x="268077" y="0"/>
                    </a:moveTo>
                    <a:cubicBezTo>
                      <a:pt x="313129" y="0"/>
                      <a:pt x="349651" y="36474"/>
                      <a:pt x="349651" y="81468"/>
                    </a:cubicBezTo>
                    <a:cubicBezTo>
                      <a:pt x="349651" y="126462"/>
                      <a:pt x="313129" y="162936"/>
                      <a:pt x="268077" y="162936"/>
                    </a:cubicBezTo>
                    <a:cubicBezTo>
                      <a:pt x="223025" y="162936"/>
                      <a:pt x="186503" y="126462"/>
                      <a:pt x="186503" y="81468"/>
                    </a:cubicBezTo>
                    <a:cubicBezTo>
                      <a:pt x="186503" y="36474"/>
                      <a:pt x="223025" y="0"/>
                      <a:pt x="268077"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ym typeface="Arial" panose="020B0604020202020204" pitchFamily="34" charset="0"/>
                </a:endParaRPr>
              </a:p>
            </p:txBody>
          </p:sp>
          <p:sp>
            <p:nvSpPr>
              <p:cNvPr id="143" name="Text4">
                <a:extLst>
                  <a:ext uri="{FF2B5EF4-FFF2-40B4-BE49-F238E27FC236}">
                    <a16:creationId xmlns:a16="http://schemas.microsoft.com/office/drawing/2014/main" id="{EE53307D-3B12-2D6D-25E6-AB2AE3B6AA37}"/>
                  </a:ext>
                </a:extLst>
              </p:cNvPr>
              <p:cNvSpPr txBox="1"/>
              <p:nvPr/>
            </p:nvSpPr>
            <p:spPr>
              <a:xfrm>
                <a:off x="6308070" y="4433748"/>
                <a:ext cx="5210830" cy="834287"/>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latin typeface="Arial" panose="020B0604020202020204" pitchFamily="34" charset="0"/>
                    <a:ea typeface="微软雅黑" panose="020B0503020204020204" pitchFamily="34" charset="-122"/>
                    <a:sym typeface="Arial" panose="020B0604020202020204" pitchFamily="34" charset="0"/>
                  </a:rPr>
                  <a:t>加强专利保护，鼓励创新，为通用科技行业发展提供有力保障。</a:t>
                </a:r>
              </a:p>
            </p:txBody>
          </p:sp>
        </p:grpSp>
        <p:grpSp>
          <p:nvGrpSpPr>
            <p:cNvPr id="136" name="组合 135">
              <a:extLst>
                <a:ext uri="{FF2B5EF4-FFF2-40B4-BE49-F238E27FC236}">
                  <a16:creationId xmlns:a16="http://schemas.microsoft.com/office/drawing/2014/main" id="{00EA54DB-22B3-47B0-DEBE-CFEC54004043}"/>
                </a:ext>
              </a:extLst>
            </p:cNvPr>
            <p:cNvGrpSpPr/>
            <p:nvPr/>
          </p:nvGrpSpPr>
          <p:grpSpPr>
            <a:xfrm>
              <a:off x="2616929" y="5238506"/>
              <a:ext cx="8901971" cy="834287"/>
              <a:chOff x="2616929" y="5238506"/>
              <a:chExt cx="8901971" cy="834287"/>
            </a:xfrm>
          </p:grpSpPr>
          <p:sp>
            <p:nvSpPr>
              <p:cNvPr id="138" name="Bullet5">
                <a:extLst>
                  <a:ext uri="{FF2B5EF4-FFF2-40B4-BE49-F238E27FC236}">
                    <a16:creationId xmlns:a16="http://schemas.microsoft.com/office/drawing/2014/main" id="{BFF2682A-B774-F839-390D-30AB2C66C646}"/>
                  </a:ext>
                </a:extLst>
              </p:cNvPr>
              <p:cNvSpPr/>
              <p:nvPr/>
            </p:nvSpPr>
            <p:spPr>
              <a:xfrm>
                <a:off x="2616929" y="5331958"/>
                <a:ext cx="2338371" cy="647387"/>
              </a:xfrm>
              <a:prstGeom prst="roundRect">
                <a:avLst>
                  <a:gd name="adj" fmla="val 500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000" b="1" dirty="0">
                    <a:sym typeface="Arial" panose="020B0604020202020204" pitchFamily="34" charset="0"/>
                  </a:rPr>
                  <a:t>市场准入管理</a:t>
                </a:r>
              </a:p>
            </p:txBody>
          </p:sp>
          <p:sp>
            <p:nvSpPr>
              <p:cNvPr id="139" name="Icon5">
                <a:extLst>
                  <a:ext uri="{FF2B5EF4-FFF2-40B4-BE49-F238E27FC236}">
                    <a16:creationId xmlns:a16="http://schemas.microsoft.com/office/drawing/2014/main" id="{61FE722D-38B9-3C05-408A-30A4F02BCC43}"/>
                  </a:ext>
                </a:extLst>
              </p:cNvPr>
              <p:cNvSpPr>
                <a:spLocks/>
              </p:cNvSpPr>
              <p:nvPr/>
            </p:nvSpPr>
            <p:spPr>
              <a:xfrm>
                <a:off x="5394549" y="5510307"/>
                <a:ext cx="290687" cy="290687"/>
              </a:xfrm>
              <a:custGeom>
                <a:avLst/>
                <a:gdLst>
                  <a:gd name="connsiteX0" fmla="*/ 4668774 w 6502431"/>
                  <a:gd name="connsiteY0" fmla="*/ 3901440 h 6502431"/>
                  <a:gd name="connsiteX1" fmla="*/ 4714304 w 6502431"/>
                  <a:gd name="connsiteY1" fmla="*/ 3251168 h 6502431"/>
                  <a:gd name="connsiteX2" fmla="*/ 4668774 w 6502431"/>
                  <a:gd name="connsiteY2" fmla="*/ 2600897 h 6502431"/>
                  <a:gd name="connsiteX3" fmla="*/ 5767674 w 6502431"/>
                  <a:gd name="connsiteY3" fmla="*/ 2600897 h 6502431"/>
                  <a:gd name="connsiteX4" fmla="*/ 5852255 w 6502431"/>
                  <a:gd name="connsiteY4" fmla="*/ 3251168 h 6502431"/>
                  <a:gd name="connsiteX5" fmla="*/ 5767674 w 6502431"/>
                  <a:gd name="connsiteY5" fmla="*/ 3901440 h 6502431"/>
                  <a:gd name="connsiteX6" fmla="*/ 4093274 w 6502431"/>
                  <a:gd name="connsiteY6" fmla="*/ 5709095 h 6502431"/>
                  <a:gd name="connsiteX7" fmla="*/ 4541997 w 6502431"/>
                  <a:gd name="connsiteY7" fmla="*/ 4551617 h 6502431"/>
                  <a:gd name="connsiteX8" fmla="*/ 5501069 w 6502431"/>
                  <a:gd name="connsiteY8" fmla="*/ 4551617 h 6502431"/>
                  <a:gd name="connsiteX9" fmla="*/ 4093274 w 6502431"/>
                  <a:gd name="connsiteY9" fmla="*/ 5709095 h 6502431"/>
                  <a:gd name="connsiteX10" fmla="*/ 4012025 w 6502431"/>
                  <a:gd name="connsiteY10" fmla="*/ 3901440 h 6502431"/>
                  <a:gd name="connsiteX11" fmla="*/ 2490407 w 6502431"/>
                  <a:gd name="connsiteY11" fmla="*/ 3901440 h 6502431"/>
                  <a:gd name="connsiteX12" fmla="*/ 2438400 w 6502431"/>
                  <a:gd name="connsiteY12" fmla="*/ 3251168 h 6502431"/>
                  <a:gd name="connsiteX13" fmla="*/ 2490407 w 6502431"/>
                  <a:gd name="connsiteY13" fmla="*/ 2600897 h 6502431"/>
                  <a:gd name="connsiteX14" fmla="*/ 4012025 w 6502431"/>
                  <a:gd name="connsiteY14" fmla="*/ 2600897 h 6502431"/>
                  <a:gd name="connsiteX15" fmla="*/ 4064032 w 6502431"/>
                  <a:gd name="connsiteY15" fmla="*/ 3251168 h 6502431"/>
                  <a:gd name="connsiteX16" fmla="*/ 4012025 w 6502431"/>
                  <a:gd name="connsiteY16" fmla="*/ 3901440 h 6502431"/>
                  <a:gd name="connsiteX17" fmla="*/ 3251264 w 6502431"/>
                  <a:gd name="connsiteY17" fmla="*/ 5839111 h 6502431"/>
                  <a:gd name="connsiteX18" fmla="*/ 2630234 w 6502431"/>
                  <a:gd name="connsiteY18" fmla="*/ 4551617 h 6502431"/>
                  <a:gd name="connsiteX19" fmla="*/ 3872198 w 6502431"/>
                  <a:gd name="connsiteY19" fmla="*/ 4551617 h 6502431"/>
                  <a:gd name="connsiteX20" fmla="*/ 3251264 w 6502431"/>
                  <a:gd name="connsiteY20" fmla="*/ 5839111 h 6502431"/>
                  <a:gd name="connsiteX21" fmla="*/ 1950720 w 6502431"/>
                  <a:gd name="connsiteY21" fmla="*/ 1950720 h 6502431"/>
                  <a:gd name="connsiteX22" fmla="*/ 1001363 w 6502431"/>
                  <a:gd name="connsiteY22" fmla="*/ 1950720 h 6502431"/>
                  <a:gd name="connsiteX23" fmla="*/ 2405920 w 6502431"/>
                  <a:gd name="connsiteY23" fmla="*/ 793242 h 6502431"/>
                  <a:gd name="connsiteX24" fmla="*/ 1950720 w 6502431"/>
                  <a:gd name="connsiteY24" fmla="*/ 1950720 h 6502431"/>
                  <a:gd name="connsiteX25" fmla="*/ 1001363 w 6502431"/>
                  <a:gd name="connsiteY25" fmla="*/ 4551712 h 6502431"/>
                  <a:gd name="connsiteX26" fmla="*/ 1950720 w 6502431"/>
                  <a:gd name="connsiteY26" fmla="*/ 4551712 h 6502431"/>
                  <a:gd name="connsiteX27" fmla="*/ 2405920 w 6502431"/>
                  <a:gd name="connsiteY27" fmla="*/ 5709190 h 6502431"/>
                  <a:gd name="connsiteX28" fmla="*/ 1001363 w 6502431"/>
                  <a:gd name="connsiteY28" fmla="*/ 4551712 h 6502431"/>
                  <a:gd name="connsiteX29" fmla="*/ 734759 w 6502431"/>
                  <a:gd name="connsiteY29" fmla="*/ 3901440 h 6502431"/>
                  <a:gd name="connsiteX30" fmla="*/ 650177 w 6502431"/>
                  <a:gd name="connsiteY30" fmla="*/ 3251168 h 6502431"/>
                  <a:gd name="connsiteX31" fmla="*/ 734759 w 6502431"/>
                  <a:gd name="connsiteY31" fmla="*/ 2600897 h 6502431"/>
                  <a:gd name="connsiteX32" fmla="*/ 1833658 w 6502431"/>
                  <a:gd name="connsiteY32" fmla="*/ 2600897 h 6502431"/>
                  <a:gd name="connsiteX33" fmla="*/ 1788128 w 6502431"/>
                  <a:gd name="connsiteY33" fmla="*/ 3251168 h 6502431"/>
                  <a:gd name="connsiteX34" fmla="*/ 1833658 w 6502431"/>
                  <a:gd name="connsiteY34" fmla="*/ 3901440 h 6502431"/>
                  <a:gd name="connsiteX35" fmla="*/ 3251168 w 6502431"/>
                  <a:gd name="connsiteY35" fmla="*/ 659987 h 6502431"/>
                  <a:gd name="connsiteX36" fmla="*/ 3872103 w 6502431"/>
                  <a:gd name="connsiteY36" fmla="*/ 1950720 h 6502431"/>
                  <a:gd name="connsiteX37" fmla="*/ 2630138 w 6502431"/>
                  <a:gd name="connsiteY37" fmla="*/ 1950720 h 6502431"/>
                  <a:gd name="connsiteX38" fmla="*/ 3251168 w 6502431"/>
                  <a:gd name="connsiteY38" fmla="*/ 659987 h 6502431"/>
                  <a:gd name="connsiteX39" fmla="*/ 5500974 w 6502431"/>
                  <a:gd name="connsiteY39" fmla="*/ 1950720 h 6502431"/>
                  <a:gd name="connsiteX40" fmla="*/ 4541901 w 6502431"/>
                  <a:gd name="connsiteY40" fmla="*/ 1950720 h 6502431"/>
                  <a:gd name="connsiteX41" fmla="*/ 4093178 w 6502431"/>
                  <a:gd name="connsiteY41" fmla="*/ 793242 h 6502431"/>
                  <a:gd name="connsiteX42" fmla="*/ 5500974 w 6502431"/>
                  <a:gd name="connsiteY42" fmla="*/ 1950720 h 6502431"/>
                  <a:gd name="connsiteX43" fmla="*/ 3251168 w 6502431"/>
                  <a:gd name="connsiteY43" fmla="*/ 0 h 6502431"/>
                  <a:gd name="connsiteX44" fmla="*/ 0 w 6502431"/>
                  <a:gd name="connsiteY44" fmla="*/ 3251168 h 6502431"/>
                  <a:gd name="connsiteX45" fmla="*/ 3251168 w 6502431"/>
                  <a:gd name="connsiteY45" fmla="*/ 6502432 h 6502431"/>
                  <a:gd name="connsiteX46" fmla="*/ 6502432 w 6502431"/>
                  <a:gd name="connsiteY46" fmla="*/ 3251168 h 6502431"/>
                  <a:gd name="connsiteX47" fmla="*/ 3251168 w 6502431"/>
                  <a:gd name="connsiteY47" fmla="*/ 0 h 6502431"/>
                  <a:gd name="connsiteX48" fmla="*/ 3251168 w 6502431"/>
                  <a:gd name="connsiteY48" fmla="*/ 0 h 650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502431" h="6502431">
                    <a:moveTo>
                      <a:pt x="4668774" y="3901440"/>
                    </a:moveTo>
                    <a:cubicBezTo>
                      <a:pt x="4694778" y="3686842"/>
                      <a:pt x="4714304" y="3472244"/>
                      <a:pt x="4714304" y="3251168"/>
                    </a:cubicBezTo>
                    <a:cubicBezTo>
                      <a:pt x="4714304" y="3030093"/>
                      <a:pt x="4694778" y="2815495"/>
                      <a:pt x="4668774" y="2600897"/>
                    </a:cubicBezTo>
                    <a:lnTo>
                      <a:pt x="5767674" y="2600897"/>
                    </a:lnTo>
                    <a:cubicBezTo>
                      <a:pt x="5819775" y="2808923"/>
                      <a:pt x="5852255" y="3026855"/>
                      <a:pt x="5852255" y="3251168"/>
                    </a:cubicBezTo>
                    <a:cubicBezTo>
                      <a:pt x="5852255" y="3475482"/>
                      <a:pt x="5819775" y="3693319"/>
                      <a:pt x="5767674" y="3901440"/>
                    </a:cubicBezTo>
                    <a:moveTo>
                      <a:pt x="4093274" y="5709095"/>
                    </a:moveTo>
                    <a:cubicBezTo>
                      <a:pt x="4288346" y="5348192"/>
                      <a:pt x="4437888" y="4958049"/>
                      <a:pt x="4541997" y="4551617"/>
                    </a:cubicBezTo>
                    <a:lnTo>
                      <a:pt x="5501069" y="4551617"/>
                    </a:lnTo>
                    <a:cubicBezTo>
                      <a:pt x="5189030" y="5088065"/>
                      <a:pt x="4691539" y="5504212"/>
                      <a:pt x="4093274" y="5709095"/>
                    </a:cubicBezTo>
                    <a:moveTo>
                      <a:pt x="4012025" y="3901440"/>
                    </a:moveTo>
                    <a:lnTo>
                      <a:pt x="2490407" y="3901440"/>
                    </a:lnTo>
                    <a:cubicBezTo>
                      <a:pt x="2457926" y="3686842"/>
                      <a:pt x="2438400" y="3472244"/>
                      <a:pt x="2438400" y="3251168"/>
                    </a:cubicBezTo>
                    <a:cubicBezTo>
                      <a:pt x="2438400" y="3030093"/>
                      <a:pt x="2457926" y="2812256"/>
                      <a:pt x="2490407" y="2600897"/>
                    </a:cubicBezTo>
                    <a:lnTo>
                      <a:pt x="4012025" y="2600897"/>
                    </a:lnTo>
                    <a:cubicBezTo>
                      <a:pt x="4041267" y="2812256"/>
                      <a:pt x="4064032" y="3029998"/>
                      <a:pt x="4064032" y="3251168"/>
                    </a:cubicBezTo>
                    <a:cubicBezTo>
                      <a:pt x="4064032" y="3472339"/>
                      <a:pt x="4041267" y="3686842"/>
                      <a:pt x="4012025" y="3901440"/>
                    </a:cubicBezTo>
                    <a:moveTo>
                      <a:pt x="3251264" y="5839111"/>
                    </a:moveTo>
                    <a:cubicBezTo>
                      <a:pt x="2981420" y="5448967"/>
                      <a:pt x="2763584" y="5016532"/>
                      <a:pt x="2630234" y="4551617"/>
                    </a:cubicBezTo>
                    <a:lnTo>
                      <a:pt x="3872198" y="4551617"/>
                    </a:lnTo>
                    <a:cubicBezTo>
                      <a:pt x="3738944" y="5016532"/>
                      <a:pt x="3521107" y="5448967"/>
                      <a:pt x="3251264" y="5839111"/>
                    </a:cubicBezTo>
                    <a:moveTo>
                      <a:pt x="1950720" y="1950720"/>
                    </a:moveTo>
                    <a:lnTo>
                      <a:pt x="1001363" y="1950720"/>
                    </a:lnTo>
                    <a:cubicBezTo>
                      <a:pt x="1310259" y="1411034"/>
                      <a:pt x="1810893" y="994886"/>
                      <a:pt x="2405920" y="793242"/>
                    </a:cubicBezTo>
                    <a:cubicBezTo>
                      <a:pt x="2210848" y="1154144"/>
                      <a:pt x="2064544" y="1544288"/>
                      <a:pt x="1950720" y="1950720"/>
                    </a:cubicBezTo>
                    <a:moveTo>
                      <a:pt x="1001363" y="4551712"/>
                    </a:moveTo>
                    <a:lnTo>
                      <a:pt x="1950720" y="4551712"/>
                    </a:lnTo>
                    <a:cubicBezTo>
                      <a:pt x="2064544" y="4958144"/>
                      <a:pt x="2210753" y="5348192"/>
                      <a:pt x="2405920" y="5709190"/>
                    </a:cubicBezTo>
                    <a:cubicBezTo>
                      <a:pt x="1810988" y="5504403"/>
                      <a:pt x="1310259" y="5088160"/>
                      <a:pt x="1001363" y="4551712"/>
                    </a:cubicBezTo>
                    <a:moveTo>
                      <a:pt x="734759" y="3901440"/>
                    </a:moveTo>
                    <a:cubicBezTo>
                      <a:pt x="682752" y="3693319"/>
                      <a:pt x="650177" y="3475578"/>
                      <a:pt x="650177" y="3251168"/>
                    </a:cubicBezTo>
                    <a:cubicBezTo>
                      <a:pt x="650177" y="3026759"/>
                      <a:pt x="682657" y="2809018"/>
                      <a:pt x="734759" y="2600897"/>
                    </a:cubicBezTo>
                    <a:lnTo>
                      <a:pt x="1833658" y="2600897"/>
                    </a:lnTo>
                    <a:cubicBezTo>
                      <a:pt x="1807655" y="2815495"/>
                      <a:pt x="1788128" y="3029998"/>
                      <a:pt x="1788128" y="3251168"/>
                    </a:cubicBezTo>
                    <a:cubicBezTo>
                      <a:pt x="1788128" y="3472339"/>
                      <a:pt x="1807655" y="3686842"/>
                      <a:pt x="1833658" y="3901440"/>
                    </a:cubicBezTo>
                    <a:moveTo>
                      <a:pt x="3251168" y="659987"/>
                    </a:moveTo>
                    <a:cubicBezTo>
                      <a:pt x="3521012" y="1050131"/>
                      <a:pt x="3738848" y="1485805"/>
                      <a:pt x="3872103" y="1950720"/>
                    </a:cubicBezTo>
                    <a:lnTo>
                      <a:pt x="2630138" y="1950720"/>
                    </a:lnTo>
                    <a:cubicBezTo>
                      <a:pt x="2763488" y="1485805"/>
                      <a:pt x="2981325" y="1050131"/>
                      <a:pt x="3251168" y="659987"/>
                    </a:cubicBezTo>
                    <a:moveTo>
                      <a:pt x="5500974" y="1950720"/>
                    </a:moveTo>
                    <a:lnTo>
                      <a:pt x="4541901" y="1950720"/>
                    </a:lnTo>
                    <a:cubicBezTo>
                      <a:pt x="4437888" y="1544288"/>
                      <a:pt x="4288346" y="1154144"/>
                      <a:pt x="4093178" y="793242"/>
                    </a:cubicBezTo>
                    <a:cubicBezTo>
                      <a:pt x="4691444" y="998030"/>
                      <a:pt x="5188839" y="1410938"/>
                      <a:pt x="5500974" y="1950720"/>
                    </a:cubicBezTo>
                    <a:moveTo>
                      <a:pt x="3251168" y="0"/>
                    </a:moveTo>
                    <a:cubicBezTo>
                      <a:pt x="1453229" y="0"/>
                      <a:pt x="0" y="1463040"/>
                      <a:pt x="0" y="3251168"/>
                    </a:cubicBezTo>
                    <a:cubicBezTo>
                      <a:pt x="0" y="5039297"/>
                      <a:pt x="1456563" y="6502432"/>
                      <a:pt x="3251168" y="6502432"/>
                    </a:cubicBezTo>
                    <a:cubicBezTo>
                      <a:pt x="5045774" y="6502432"/>
                      <a:pt x="6502432" y="5045869"/>
                      <a:pt x="6502432" y="3251168"/>
                    </a:cubicBezTo>
                    <a:cubicBezTo>
                      <a:pt x="6502432" y="1456468"/>
                      <a:pt x="5045869" y="0"/>
                      <a:pt x="3251168" y="0"/>
                    </a:cubicBezTo>
                    <a:lnTo>
                      <a:pt x="3251168" y="0"/>
                    </a:ln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ym typeface="Arial" panose="020B0604020202020204" pitchFamily="34" charset="0"/>
                </a:endParaRPr>
              </a:p>
            </p:txBody>
          </p:sp>
          <p:sp>
            <p:nvSpPr>
              <p:cNvPr id="140" name="Text5">
                <a:extLst>
                  <a:ext uri="{FF2B5EF4-FFF2-40B4-BE49-F238E27FC236}">
                    <a16:creationId xmlns:a16="http://schemas.microsoft.com/office/drawing/2014/main" id="{B6E7EE01-63DF-BA8E-9071-7E34D0C58BCB}"/>
                  </a:ext>
                </a:extLst>
              </p:cNvPr>
              <p:cNvSpPr txBox="1"/>
              <p:nvPr/>
            </p:nvSpPr>
            <p:spPr>
              <a:xfrm>
                <a:off x="5883931" y="5238506"/>
                <a:ext cx="5634969" cy="834287"/>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latin typeface="Arial" panose="020B0604020202020204" pitchFamily="34" charset="0"/>
                    <a:ea typeface="微软雅黑" panose="020B0503020204020204" pitchFamily="34" charset="-122"/>
                    <a:sym typeface="Arial" panose="020B0604020202020204" pitchFamily="34" charset="0"/>
                  </a:rPr>
                  <a:t>规范市场秩序，严格市场准入，保障消费者权益。</a:t>
                </a:r>
              </a:p>
            </p:txBody>
          </p:sp>
        </p:grpSp>
        <p:sp>
          <p:nvSpPr>
            <p:cNvPr id="137" name="矩形: 圆顶角 136">
              <a:extLst>
                <a:ext uri="{FF2B5EF4-FFF2-40B4-BE49-F238E27FC236}">
                  <a16:creationId xmlns:a16="http://schemas.microsoft.com/office/drawing/2014/main" id="{95E8813F-D5C4-45DA-B36D-1B36379D7843}"/>
                </a:ext>
              </a:extLst>
            </p:cNvPr>
            <p:cNvSpPr/>
            <p:nvPr/>
          </p:nvSpPr>
          <p:spPr>
            <a:xfrm>
              <a:off x="0" y="6602189"/>
              <a:ext cx="12192000" cy="255811"/>
            </a:xfrm>
            <a:prstGeom prst="round2SameRect">
              <a:avLst>
                <a:gd name="adj1" fmla="val 50000"/>
                <a:gd name="adj2" fmla="val 0"/>
              </a:avLst>
            </a:prstGeom>
            <a:gradFill flip="none" rotWithShape="1">
              <a:gsLst>
                <a:gs pos="74000">
                  <a:schemeClr val="accent1"/>
                </a:gs>
                <a:gs pos="0">
                  <a:schemeClr val="accent2"/>
                </a:gs>
              </a:gsLst>
              <a:lin ang="2400000" scaled="0"/>
              <a:tileRect/>
            </a:gradFill>
            <a:ln>
              <a:noFill/>
            </a:ln>
            <a:effectLst>
              <a:glow rad="114300">
                <a:schemeClr val="accent2">
                  <a:alpha val="18000"/>
                </a:schemeClr>
              </a:glow>
              <a:reflection blurRad="76200" stA="54000" endPos="50000" dir="5400000" sy="-100000" algn="bl" rotWithShape="0"/>
              <a:softEdge rad="0"/>
            </a:effectLst>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49600" b="1">
                <a:solidFill>
                  <a:schemeClr val="tx1"/>
                </a:solidFill>
                <a:sym typeface="Arial" panose="020B0604020202020204" pitchFamily="34" charset="0"/>
              </a:endParaRPr>
            </a:p>
          </p:txBody>
        </p:sp>
      </p:grpSp>
      <p:sp>
        <p:nvSpPr>
          <p:cNvPr id="2" name="标题 1">
            <a:extLst>
              <a:ext uri="{FF2B5EF4-FFF2-40B4-BE49-F238E27FC236}">
                <a16:creationId xmlns:a16="http://schemas.microsoft.com/office/drawing/2014/main" id="{8B1F5871-10F8-8B32-5B8E-83C0D45AD689}"/>
              </a:ext>
            </a:extLst>
          </p:cNvPr>
          <p:cNvSpPr>
            <a:spLocks noGrp="1"/>
          </p:cNvSpPr>
          <p:nvPr>
            <p:ph type="title"/>
          </p:nvPr>
        </p:nvSpPr>
        <p:spPr/>
        <p:txBody>
          <a:bodyPr/>
          <a:lstStyle/>
          <a:p>
            <a:r>
              <a:rPr lang="zh-CN" altLang="en-US" dirty="0"/>
              <a:t>行业政策与法规</a:t>
            </a:r>
          </a:p>
        </p:txBody>
      </p:sp>
    </p:spTree>
    <p:extLst>
      <p:ext uri="{BB962C8B-B14F-4D97-AF65-F5344CB8AC3E}">
        <p14:creationId xmlns:p14="http://schemas.microsoft.com/office/powerpoint/2010/main" val="44832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市场规模与增长潜力</a:t>
            </a:r>
            <a:endParaRPr lang="en-US" dirty="0"/>
          </a:p>
        </p:txBody>
      </p:sp>
      <p:grpSp>
        <p:nvGrpSpPr>
          <p:cNvPr id="647" name="67f3f5b0-1645-4fd2-b14f-101da0c66408.source.5.zh-Hans">
            <a:extLst>
              <a:ext uri="{FF2B5EF4-FFF2-40B4-BE49-F238E27FC236}">
                <a16:creationId xmlns:a16="http://schemas.microsoft.com/office/drawing/2014/main" id="{B109FFA2-3C1C-6520-42FE-E0A2EF50A773}"/>
              </a:ext>
            </a:extLst>
          </p:cNvPr>
          <p:cNvGrpSpPr/>
          <p:nvPr/>
        </p:nvGrpSpPr>
        <p:grpSpPr>
          <a:xfrm>
            <a:off x="660399" y="1130300"/>
            <a:ext cx="10858501" cy="5727700"/>
            <a:chOff x="660399" y="1130300"/>
            <a:chExt cx="10858501" cy="5727700"/>
          </a:xfrm>
        </p:grpSpPr>
        <p:sp>
          <p:nvSpPr>
            <p:cNvPr id="648" name="Title">
              <a:extLst>
                <a:ext uri="{FF2B5EF4-FFF2-40B4-BE49-F238E27FC236}">
                  <a16:creationId xmlns:a16="http://schemas.microsoft.com/office/drawing/2014/main" id="{A491B7E2-8FD1-A0D6-B342-B05E3031BA0E}"/>
                </a:ext>
              </a:extLst>
            </p:cNvPr>
            <p:cNvSpPr txBox="1"/>
            <p:nvPr/>
          </p:nvSpPr>
          <p:spPr>
            <a:xfrm>
              <a:off x="660400" y="1130300"/>
              <a:ext cx="10858500" cy="461665"/>
            </a:xfrm>
            <a:prstGeom prst="rect">
              <a:avLst/>
            </a:prstGeom>
            <a:noFill/>
          </p:spPr>
          <p:txBody>
            <a:bodyPr vert="horz"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cs typeface="+mn-ea"/>
                  <a:sym typeface="+mn-lt"/>
                </a:rPr>
                <a:t>图像识别、目标检测与图像处理</a:t>
              </a:r>
              <a:endParaRPr lang="en-US" dirty="0"/>
            </a:p>
          </p:txBody>
        </p:sp>
        <p:sp>
          <p:nvSpPr>
            <p:cNvPr id="649" name="六边形 59">
              <a:extLst>
                <a:ext uri="{FF2B5EF4-FFF2-40B4-BE49-F238E27FC236}">
                  <a16:creationId xmlns:a16="http://schemas.microsoft.com/office/drawing/2014/main" id="{5EB60386-E945-F539-7D0E-5F21012663BF}"/>
                </a:ext>
              </a:extLst>
            </p:cNvPr>
            <p:cNvSpPr/>
            <p:nvPr/>
          </p:nvSpPr>
          <p:spPr>
            <a:xfrm>
              <a:off x="660403"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50" name="六边形 60">
              <a:extLst>
                <a:ext uri="{FF2B5EF4-FFF2-40B4-BE49-F238E27FC236}">
                  <a16:creationId xmlns:a16="http://schemas.microsoft.com/office/drawing/2014/main" id="{5DA12F24-8032-9436-8E96-042CD3DA46BB}"/>
                </a:ext>
              </a:extLst>
            </p:cNvPr>
            <p:cNvSpPr/>
            <p:nvPr/>
          </p:nvSpPr>
          <p:spPr>
            <a:xfrm>
              <a:off x="660403"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51" name="Line1">
              <a:extLst>
                <a:ext uri="{FF2B5EF4-FFF2-40B4-BE49-F238E27FC236}">
                  <a16:creationId xmlns:a16="http://schemas.microsoft.com/office/drawing/2014/main" id="{63CD9021-41CC-C0EA-22AD-3A29BDCAC922}"/>
                </a:ext>
              </a:extLst>
            </p:cNvPr>
            <p:cNvCxnSpPr>
              <a:cxnSpLocks/>
            </p:cNvCxnSpPr>
            <p:nvPr/>
          </p:nvCxnSpPr>
          <p:spPr>
            <a:xfrm>
              <a:off x="660399"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52" name="六边形 59">
              <a:extLst>
                <a:ext uri="{FF2B5EF4-FFF2-40B4-BE49-F238E27FC236}">
                  <a16:creationId xmlns:a16="http://schemas.microsoft.com/office/drawing/2014/main" id="{3B79A0AF-207F-3F42-B473-1FFBA7ECDC63}"/>
                </a:ext>
              </a:extLst>
            </p:cNvPr>
            <p:cNvSpPr/>
            <p:nvPr/>
          </p:nvSpPr>
          <p:spPr>
            <a:xfrm>
              <a:off x="2852611"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53" name="六边形 60">
              <a:extLst>
                <a:ext uri="{FF2B5EF4-FFF2-40B4-BE49-F238E27FC236}">
                  <a16:creationId xmlns:a16="http://schemas.microsoft.com/office/drawing/2014/main" id="{EE89A989-67AB-7854-64BA-19047FAF99FB}"/>
                </a:ext>
              </a:extLst>
            </p:cNvPr>
            <p:cNvSpPr/>
            <p:nvPr/>
          </p:nvSpPr>
          <p:spPr>
            <a:xfrm>
              <a:off x="2852611"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54" name="Line2">
              <a:extLst>
                <a:ext uri="{FF2B5EF4-FFF2-40B4-BE49-F238E27FC236}">
                  <a16:creationId xmlns:a16="http://schemas.microsoft.com/office/drawing/2014/main" id="{800DC0A2-AF51-16D0-4A76-F6914B698EBF}"/>
                </a:ext>
              </a:extLst>
            </p:cNvPr>
            <p:cNvCxnSpPr>
              <a:cxnSpLocks/>
            </p:cNvCxnSpPr>
            <p:nvPr/>
          </p:nvCxnSpPr>
          <p:spPr>
            <a:xfrm>
              <a:off x="2852607"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55" name="六边形 59">
              <a:extLst>
                <a:ext uri="{FF2B5EF4-FFF2-40B4-BE49-F238E27FC236}">
                  <a16:creationId xmlns:a16="http://schemas.microsoft.com/office/drawing/2014/main" id="{D39E7C4D-6394-C20C-C142-21A398F7998D}"/>
                </a:ext>
              </a:extLst>
            </p:cNvPr>
            <p:cNvSpPr/>
            <p:nvPr/>
          </p:nvSpPr>
          <p:spPr>
            <a:xfrm>
              <a:off x="5044819"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56" name="六边形 60">
              <a:extLst>
                <a:ext uri="{FF2B5EF4-FFF2-40B4-BE49-F238E27FC236}">
                  <a16:creationId xmlns:a16="http://schemas.microsoft.com/office/drawing/2014/main" id="{E08548E8-C6ED-686C-8660-4826ADB0E771}"/>
                </a:ext>
              </a:extLst>
            </p:cNvPr>
            <p:cNvSpPr/>
            <p:nvPr/>
          </p:nvSpPr>
          <p:spPr>
            <a:xfrm>
              <a:off x="5044819"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57" name="Line3">
              <a:extLst>
                <a:ext uri="{FF2B5EF4-FFF2-40B4-BE49-F238E27FC236}">
                  <a16:creationId xmlns:a16="http://schemas.microsoft.com/office/drawing/2014/main" id="{56BA90A0-7824-B6B2-9ED1-099BF2812F56}"/>
                </a:ext>
              </a:extLst>
            </p:cNvPr>
            <p:cNvCxnSpPr>
              <a:cxnSpLocks/>
            </p:cNvCxnSpPr>
            <p:nvPr/>
          </p:nvCxnSpPr>
          <p:spPr>
            <a:xfrm>
              <a:off x="5044815"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58" name="六边形 59">
              <a:extLst>
                <a:ext uri="{FF2B5EF4-FFF2-40B4-BE49-F238E27FC236}">
                  <a16:creationId xmlns:a16="http://schemas.microsoft.com/office/drawing/2014/main" id="{6F26D45D-F792-03D3-AE1E-455692B321AE}"/>
                </a:ext>
              </a:extLst>
            </p:cNvPr>
            <p:cNvSpPr/>
            <p:nvPr/>
          </p:nvSpPr>
          <p:spPr>
            <a:xfrm>
              <a:off x="7237027"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59" name="六边形 60">
              <a:extLst>
                <a:ext uri="{FF2B5EF4-FFF2-40B4-BE49-F238E27FC236}">
                  <a16:creationId xmlns:a16="http://schemas.microsoft.com/office/drawing/2014/main" id="{BAB760F4-ED8A-BC84-3A17-77AD57D1AC3C}"/>
                </a:ext>
              </a:extLst>
            </p:cNvPr>
            <p:cNvSpPr/>
            <p:nvPr/>
          </p:nvSpPr>
          <p:spPr>
            <a:xfrm>
              <a:off x="7237027"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60" name="Line4">
              <a:extLst>
                <a:ext uri="{FF2B5EF4-FFF2-40B4-BE49-F238E27FC236}">
                  <a16:creationId xmlns:a16="http://schemas.microsoft.com/office/drawing/2014/main" id="{D46D84F8-FBF6-BC9A-08A0-4D608A0A6457}"/>
                </a:ext>
              </a:extLst>
            </p:cNvPr>
            <p:cNvCxnSpPr>
              <a:cxnSpLocks/>
            </p:cNvCxnSpPr>
            <p:nvPr/>
          </p:nvCxnSpPr>
          <p:spPr>
            <a:xfrm>
              <a:off x="7237023"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61" name="六边形 59">
              <a:extLst>
                <a:ext uri="{FF2B5EF4-FFF2-40B4-BE49-F238E27FC236}">
                  <a16:creationId xmlns:a16="http://schemas.microsoft.com/office/drawing/2014/main" id="{2B7BFF71-06DB-CDB2-4C5C-E3FA6DB799D4}"/>
                </a:ext>
              </a:extLst>
            </p:cNvPr>
            <p:cNvSpPr/>
            <p:nvPr/>
          </p:nvSpPr>
          <p:spPr>
            <a:xfrm>
              <a:off x="9429237" y="2076678"/>
              <a:ext cx="2075056" cy="2400651"/>
            </a:xfrm>
            <a:custGeom>
              <a:avLst/>
              <a:gdLst>
                <a:gd name="connsiteX0" fmla="*/ 1181475 w 2266353"/>
                <a:gd name="connsiteY0" fmla="*/ 11393 h 2621964"/>
                <a:gd name="connsiteX1" fmla="*/ 2206652 w 2266353"/>
                <a:gd name="connsiteY1" fmla="*/ 523982 h 2621964"/>
                <a:gd name="connsiteX2" fmla="*/ 2266353 w 2266353"/>
                <a:gd name="connsiteY2" fmla="*/ 620580 h 2621964"/>
                <a:gd name="connsiteX3" fmla="*/ 2266353 w 2266353"/>
                <a:gd name="connsiteY3" fmla="*/ 2001385 h 2621964"/>
                <a:gd name="connsiteX4" fmla="*/ 2206652 w 2266353"/>
                <a:gd name="connsiteY4" fmla="*/ 2097984 h 2621964"/>
                <a:gd name="connsiteX5" fmla="*/ 1181475 w 2266353"/>
                <a:gd name="connsiteY5" fmla="*/ 2610572 h 2621964"/>
                <a:gd name="connsiteX6" fmla="*/ 1084876 w 2266353"/>
                <a:gd name="connsiteY6" fmla="*/ 2610572 h 2621964"/>
                <a:gd name="connsiteX7" fmla="*/ 59701 w 2266353"/>
                <a:gd name="connsiteY7" fmla="*/ 2097984 h 2621964"/>
                <a:gd name="connsiteX8" fmla="*/ 0 w 2266353"/>
                <a:gd name="connsiteY8" fmla="*/ 2001386 h 2621964"/>
                <a:gd name="connsiteX9" fmla="*/ 0 w 2266353"/>
                <a:gd name="connsiteY9" fmla="*/ 620580 h 2621964"/>
                <a:gd name="connsiteX10" fmla="*/ 59701 w 2266353"/>
                <a:gd name="connsiteY10" fmla="*/ 523982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2"/>
                  </a:lnTo>
                  <a:cubicBezTo>
                    <a:pt x="2243249" y="542280"/>
                    <a:pt x="2266353" y="579663"/>
                    <a:pt x="2266353" y="620580"/>
                  </a:cubicBezTo>
                  <a:lnTo>
                    <a:pt x="2266353" y="2001385"/>
                  </a:lnTo>
                  <a:cubicBezTo>
                    <a:pt x="2266353" y="2042302"/>
                    <a:pt x="2243249" y="2079685"/>
                    <a:pt x="2206652" y="2097984"/>
                  </a:cubicBezTo>
                  <a:lnTo>
                    <a:pt x="1181475" y="2610572"/>
                  </a:lnTo>
                  <a:cubicBezTo>
                    <a:pt x="1151095" y="2625762"/>
                    <a:pt x="1115257" y="2625762"/>
                    <a:pt x="1084876" y="2610572"/>
                  </a:cubicBezTo>
                  <a:lnTo>
                    <a:pt x="59701" y="2097984"/>
                  </a:lnTo>
                  <a:cubicBezTo>
                    <a:pt x="23104" y="2079685"/>
                    <a:pt x="0" y="2042302"/>
                    <a:pt x="0" y="2001386"/>
                  </a:cubicBezTo>
                  <a:lnTo>
                    <a:pt x="0" y="620580"/>
                  </a:lnTo>
                  <a:cubicBezTo>
                    <a:pt x="0" y="579663"/>
                    <a:pt x="23104" y="542280"/>
                    <a:pt x="59701" y="523982"/>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53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662" name="六边形 60">
              <a:extLst>
                <a:ext uri="{FF2B5EF4-FFF2-40B4-BE49-F238E27FC236}">
                  <a16:creationId xmlns:a16="http://schemas.microsoft.com/office/drawing/2014/main" id="{4CBEC67A-485D-02A8-034E-CB7624B3A7C7}"/>
                </a:ext>
              </a:extLst>
            </p:cNvPr>
            <p:cNvSpPr/>
            <p:nvPr/>
          </p:nvSpPr>
          <p:spPr>
            <a:xfrm>
              <a:off x="9429237" y="1869077"/>
              <a:ext cx="2075056" cy="2400651"/>
            </a:xfrm>
            <a:custGeom>
              <a:avLst/>
              <a:gdLst>
                <a:gd name="connsiteX0" fmla="*/ 1181475 w 2266353"/>
                <a:gd name="connsiteY0" fmla="*/ 11393 h 2621964"/>
                <a:gd name="connsiteX1" fmla="*/ 2206652 w 2266353"/>
                <a:gd name="connsiteY1" fmla="*/ 523981 h 2621964"/>
                <a:gd name="connsiteX2" fmla="*/ 2266353 w 2266353"/>
                <a:gd name="connsiteY2" fmla="*/ 620580 h 2621964"/>
                <a:gd name="connsiteX3" fmla="*/ 2266353 w 2266353"/>
                <a:gd name="connsiteY3" fmla="*/ 2001385 h 2621964"/>
                <a:gd name="connsiteX4" fmla="*/ 2206652 w 2266353"/>
                <a:gd name="connsiteY4" fmla="*/ 2097983 h 2621964"/>
                <a:gd name="connsiteX5" fmla="*/ 1181475 w 2266353"/>
                <a:gd name="connsiteY5" fmla="*/ 2610572 h 2621964"/>
                <a:gd name="connsiteX6" fmla="*/ 1084876 w 2266353"/>
                <a:gd name="connsiteY6" fmla="*/ 2610572 h 2621964"/>
                <a:gd name="connsiteX7" fmla="*/ 59701 w 2266353"/>
                <a:gd name="connsiteY7" fmla="*/ 2097983 h 2621964"/>
                <a:gd name="connsiteX8" fmla="*/ 0 w 2266353"/>
                <a:gd name="connsiteY8" fmla="*/ 2001385 h 2621964"/>
                <a:gd name="connsiteX9" fmla="*/ 0 w 2266353"/>
                <a:gd name="connsiteY9" fmla="*/ 620580 h 2621964"/>
                <a:gd name="connsiteX10" fmla="*/ 59701 w 2266353"/>
                <a:gd name="connsiteY10" fmla="*/ 523981 h 2621964"/>
                <a:gd name="connsiteX11" fmla="*/ 1084876 w 2266353"/>
                <a:gd name="connsiteY11" fmla="*/ 11393 h 2621964"/>
                <a:gd name="connsiteX12" fmla="*/ 1181475 w 2266353"/>
                <a:gd name="connsiteY12" fmla="*/ 11393 h 2621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353" h="2621964">
                  <a:moveTo>
                    <a:pt x="1181475" y="11393"/>
                  </a:moveTo>
                  <a:lnTo>
                    <a:pt x="2206652" y="523981"/>
                  </a:lnTo>
                  <a:cubicBezTo>
                    <a:pt x="2243249" y="542280"/>
                    <a:pt x="2266353" y="579663"/>
                    <a:pt x="2266353" y="620580"/>
                  </a:cubicBezTo>
                  <a:lnTo>
                    <a:pt x="2266353" y="2001385"/>
                  </a:lnTo>
                  <a:cubicBezTo>
                    <a:pt x="2266353" y="2042302"/>
                    <a:pt x="2243249" y="2079685"/>
                    <a:pt x="2206652" y="2097983"/>
                  </a:cubicBezTo>
                  <a:lnTo>
                    <a:pt x="1181475" y="2610572"/>
                  </a:lnTo>
                  <a:cubicBezTo>
                    <a:pt x="1151095" y="2625762"/>
                    <a:pt x="1115257" y="2625762"/>
                    <a:pt x="1084876" y="2610572"/>
                  </a:cubicBezTo>
                  <a:lnTo>
                    <a:pt x="59701" y="2097983"/>
                  </a:lnTo>
                  <a:cubicBezTo>
                    <a:pt x="23104" y="2079685"/>
                    <a:pt x="0" y="2042302"/>
                    <a:pt x="0" y="2001385"/>
                  </a:cubicBezTo>
                  <a:lnTo>
                    <a:pt x="0" y="620580"/>
                  </a:lnTo>
                  <a:cubicBezTo>
                    <a:pt x="0" y="579663"/>
                    <a:pt x="23104" y="542280"/>
                    <a:pt x="59701" y="523981"/>
                  </a:cubicBezTo>
                  <a:lnTo>
                    <a:pt x="1084876" y="11393"/>
                  </a:lnTo>
                  <a:cubicBezTo>
                    <a:pt x="1115257" y="-3797"/>
                    <a:pt x="1151095" y="-3797"/>
                    <a:pt x="1181475" y="11393"/>
                  </a:cubicBezTo>
                </a:path>
              </a:pathLst>
            </a:custGeom>
            <a:noFill/>
            <a:ln w="6350">
              <a:gradFill flip="none" rotWithShape="1">
                <a:gsLst>
                  <a:gs pos="0">
                    <a:schemeClr val="accent1">
                      <a:lumMod val="60000"/>
                      <a:lumOff val="40000"/>
                      <a:alpha val="17000"/>
                    </a:schemeClr>
                  </a:gs>
                  <a:gs pos="35000">
                    <a:schemeClr val="accent1">
                      <a:lumMod val="60000"/>
                      <a:lumOff val="4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cxnSp>
          <p:nvCxnSpPr>
            <p:cNvPr id="663" name="Line4">
              <a:extLst>
                <a:ext uri="{FF2B5EF4-FFF2-40B4-BE49-F238E27FC236}">
                  <a16:creationId xmlns:a16="http://schemas.microsoft.com/office/drawing/2014/main" id="{648DF41F-9994-1F37-DAEA-7E244ADA8A26}"/>
                </a:ext>
              </a:extLst>
            </p:cNvPr>
            <p:cNvCxnSpPr>
              <a:cxnSpLocks/>
            </p:cNvCxnSpPr>
            <p:nvPr/>
          </p:nvCxnSpPr>
          <p:spPr>
            <a:xfrm>
              <a:off x="9429233" y="6858000"/>
              <a:ext cx="208966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64" name="组合 663">
              <a:extLst>
                <a:ext uri="{FF2B5EF4-FFF2-40B4-BE49-F238E27FC236}">
                  <a16:creationId xmlns:a16="http://schemas.microsoft.com/office/drawing/2014/main" id="{A2C7B07C-8AFE-3C53-9D99-BCF5BE52FCEF}"/>
                </a:ext>
              </a:extLst>
            </p:cNvPr>
            <p:cNvGrpSpPr/>
            <p:nvPr/>
          </p:nvGrpSpPr>
          <p:grpSpPr>
            <a:xfrm>
              <a:off x="660399" y="2284279"/>
              <a:ext cx="2089667" cy="4573718"/>
              <a:chOff x="660399" y="2284279"/>
              <a:chExt cx="2089667" cy="4573718"/>
            </a:xfrm>
          </p:grpSpPr>
          <p:sp>
            <p:nvSpPr>
              <p:cNvPr id="693" name="ComponentBackground1">
                <a:extLst>
                  <a:ext uri="{FF2B5EF4-FFF2-40B4-BE49-F238E27FC236}">
                    <a16:creationId xmlns:a16="http://schemas.microsoft.com/office/drawing/2014/main" id="{6535F460-BA68-C962-B8A4-B84FC770852E}"/>
                  </a:ext>
                </a:extLst>
              </p:cNvPr>
              <p:cNvSpPr/>
              <p:nvPr/>
            </p:nvSpPr>
            <p:spPr>
              <a:xfrm>
                <a:off x="660399" y="4042550"/>
                <a:ext cx="2089665" cy="2815447"/>
              </a:xfrm>
              <a:prstGeom prst="rect">
                <a:avLst/>
              </a:prstGeom>
              <a:gradFill flip="none" rotWithShape="1">
                <a:gsLst>
                  <a:gs pos="0">
                    <a:schemeClr val="accent1"/>
                  </a:gs>
                  <a:gs pos="100000">
                    <a:schemeClr val="accent1">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94" name="IconBackground1">
                <a:extLst>
                  <a:ext uri="{FF2B5EF4-FFF2-40B4-BE49-F238E27FC236}">
                    <a16:creationId xmlns:a16="http://schemas.microsoft.com/office/drawing/2014/main" id="{BC6BAD73-C025-EECF-4E55-EE867EA42E8D}"/>
                  </a:ext>
                </a:extLst>
              </p:cNvPr>
              <p:cNvSpPr/>
              <p:nvPr/>
            </p:nvSpPr>
            <p:spPr>
              <a:xfrm>
                <a:off x="660404"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95" name="Number1">
                <a:extLst>
                  <a:ext uri="{FF2B5EF4-FFF2-40B4-BE49-F238E27FC236}">
                    <a16:creationId xmlns:a16="http://schemas.microsoft.com/office/drawing/2014/main" id="{BC99BFCF-B9F0-E41C-0351-506F4F4730C8}"/>
                  </a:ext>
                </a:extLst>
              </p:cNvPr>
              <p:cNvSpPr txBox="1"/>
              <p:nvPr/>
            </p:nvSpPr>
            <p:spPr>
              <a:xfrm>
                <a:off x="1108704"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1"/>
                    </a:solidFill>
                    <a:cs typeface="+mn-ea"/>
                    <a:sym typeface="+mn-lt"/>
                  </a:rPr>
                  <a:t>01</a:t>
                </a:r>
                <a:endParaRPr lang="zh-CN" altLang="en-US" sz="2000" b="1" dirty="0">
                  <a:solidFill>
                    <a:schemeClr val="accent1"/>
                  </a:solidFill>
                  <a:cs typeface="+mn-ea"/>
                  <a:sym typeface="+mn-lt"/>
                </a:endParaRPr>
              </a:p>
            </p:txBody>
          </p:sp>
          <p:sp>
            <p:nvSpPr>
              <p:cNvPr id="696" name="Icon1">
                <a:extLst>
                  <a:ext uri="{FF2B5EF4-FFF2-40B4-BE49-F238E27FC236}">
                    <a16:creationId xmlns:a16="http://schemas.microsoft.com/office/drawing/2014/main" id="{22B4C7AA-6883-D442-FAA2-757C82AACF77}"/>
                  </a:ext>
                </a:extLst>
              </p:cNvPr>
              <p:cNvSpPr/>
              <p:nvPr/>
            </p:nvSpPr>
            <p:spPr>
              <a:xfrm>
                <a:off x="1427050" y="2702631"/>
                <a:ext cx="541759" cy="507764"/>
              </a:xfrm>
              <a:custGeom>
                <a:avLst/>
                <a:gdLst>
                  <a:gd name="connsiteX0" fmla="*/ 415181 w 582517"/>
                  <a:gd name="connsiteY0" fmla="*/ 91409 h 545965"/>
                  <a:gd name="connsiteX1" fmla="*/ 428621 w 582517"/>
                  <a:gd name="connsiteY1" fmla="*/ 97708 h 545965"/>
                  <a:gd name="connsiteX2" fmla="*/ 427285 w 582517"/>
                  <a:gd name="connsiteY2" fmla="*/ 124992 h 545965"/>
                  <a:gd name="connsiteX3" fmla="*/ 314338 w 582517"/>
                  <a:gd name="connsiteY3" fmla="*/ 227639 h 545965"/>
                  <a:gd name="connsiteX4" fmla="*/ 293688 w 582517"/>
                  <a:gd name="connsiteY4" fmla="*/ 231105 h 545965"/>
                  <a:gd name="connsiteX5" fmla="*/ 219191 w 582517"/>
                  <a:gd name="connsiteY5" fmla="*/ 199200 h 545965"/>
                  <a:gd name="connsiteX6" fmla="*/ 181096 w 582517"/>
                  <a:gd name="connsiteY6" fmla="*/ 242925 h 545965"/>
                  <a:gd name="connsiteX7" fmla="*/ 166499 w 582517"/>
                  <a:gd name="connsiteY7" fmla="*/ 249590 h 545965"/>
                  <a:gd name="connsiteX8" fmla="*/ 153772 w 582517"/>
                  <a:gd name="connsiteY8" fmla="*/ 244791 h 545965"/>
                  <a:gd name="connsiteX9" fmla="*/ 151902 w 582517"/>
                  <a:gd name="connsiteY9" fmla="*/ 217596 h 545965"/>
                  <a:gd name="connsiteX10" fmla="*/ 199164 w 582517"/>
                  <a:gd name="connsiteY10" fmla="*/ 163207 h 545965"/>
                  <a:gd name="connsiteX11" fmla="*/ 221416 w 582517"/>
                  <a:gd name="connsiteY11" fmla="*/ 158141 h 545965"/>
                  <a:gd name="connsiteX12" fmla="*/ 297515 w 582517"/>
                  <a:gd name="connsiteY12" fmla="*/ 190757 h 545965"/>
                  <a:gd name="connsiteX13" fmla="*/ 401207 w 582517"/>
                  <a:gd name="connsiteY13" fmla="*/ 96375 h 545965"/>
                  <a:gd name="connsiteX14" fmla="*/ 415181 w 582517"/>
                  <a:gd name="connsiteY14" fmla="*/ 91409 h 545965"/>
                  <a:gd name="connsiteX15" fmla="*/ 114011 w 582517"/>
                  <a:gd name="connsiteY15" fmla="*/ 57947 h 545965"/>
                  <a:gd name="connsiteX16" fmla="*/ 114011 w 582517"/>
                  <a:gd name="connsiteY16" fmla="*/ 299601 h 545965"/>
                  <a:gd name="connsiteX17" fmla="*/ 468506 w 582517"/>
                  <a:gd name="connsiteY17" fmla="*/ 299601 h 545965"/>
                  <a:gd name="connsiteX18" fmla="*/ 468506 w 582517"/>
                  <a:gd name="connsiteY18" fmla="*/ 57947 h 545965"/>
                  <a:gd name="connsiteX19" fmla="*/ 29015 w 582517"/>
                  <a:gd name="connsiteY19" fmla="*/ 0 h 545965"/>
                  <a:gd name="connsiteX20" fmla="*/ 55982 w 582517"/>
                  <a:gd name="connsiteY20" fmla="*/ 0 h 545965"/>
                  <a:gd name="connsiteX21" fmla="*/ 526535 w 582517"/>
                  <a:gd name="connsiteY21" fmla="*/ 0 h 545965"/>
                  <a:gd name="connsiteX22" fmla="*/ 553502 w 582517"/>
                  <a:gd name="connsiteY22" fmla="*/ 0 h 545965"/>
                  <a:gd name="connsiteX23" fmla="*/ 582517 w 582517"/>
                  <a:gd name="connsiteY23" fmla="*/ 28973 h 545965"/>
                  <a:gd name="connsiteX24" fmla="*/ 553502 w 582517"/>
                  <a:gd name="connsiteY24" fmla="*/ 57947 h 545965"/>
                  <a:gd name="connsiteX25" fmla="*/ 526535 w 582517"/>
                  <a:gd name="connsiteY25" fmla="*/ 57947 h 545965"/>
                  <a:gd name="connsiteX26" fmla="*/ 526535 w 582517"/>
                  <a:gd name="connsiteY26" fmla="*/ 299601 h 545965"/>
                  <a:gd name="connsiteX27" fmla="*/ 553502 w 582517"/>
                  <a:gd name="connsiteY27" fmla="*/ 299601 h 545965"/>
                  <a:gd name="connsiteX28" fmla="*/ 582517 w 582517"/>
                  <a:gd name="connsiteY28" fmla="*/ 328574 h 545965"/>
                  <a:gd name="connsiteX29" fmla="*/ 553502 w 582517"/>
                  <a:gd name="connsiteY29" fmla="*/ 357637 h 545965"/>
                  <a:gd name="connsiteX30" fmla="*/ 526535 w 582517"/>
                  <a:gd name="connsiteY30" fmla="*/ 357637 h 545965"/>
                  <a:gd name="connsiteX31" fmla="*/ 339631 w 582517"/>
                  <a:gd name="connsiteY31" fmla="*/ 357637 h 545965"/>
                  <a:gd name="connsiteX32" fmla="*/ 339631 w 582517"/>
                  <a:gd name="connsiteY32" fmla="*/ 445091 h 545965"/>
                  <a:gd name="connsiteX33" fmla="*/ 430235 w 582517"/>
                  <a:gd name="connsiteY33" fmla="*/ 493884 h 545965"/>
                  <a:gd name="connsiteX34" fmla="*/ 291303 w 582517"/>
                  <a:gd name="connsiteY34" fmla="*/ 545965 h 545965"/>
                  <a:gd name="connsiteX35" fmla="*/ 152282 w 582517"/>
                  <a:gd name="connsiteY35" fmla="*/ 493884 h 545965"/>
                  <a:gd name="connsiteX36" fmla="*/ 242886 w 582517"/>
                  <a:gd name="connsiteY36" fmla="*/ 445091 h 545965"/>
                  <a:gd name="connsiteX37" fmla="*/ 242886 w 582517"/>
                  <a:gd name="connsiteY37" fmla="*/ 357637 h 545965"/>
                  <a:gd name="connsiteX38" fmla="*/ 55982 w 582517"/>
                  <a:gd name="connsiteY38" fmla="*/ 357637 h 545965"/>
                  <a:gd name="connsiteX39" fmla="*/ 29015 w 582517"/>
                  <a:gd name="connsiteY39" fmla="*/ 357637 h 545965"/>
                  <a:gd name="connsiteX40" fmla="*/ 0 w 582517"/>
                  <a:gd name="connsiteY40" fmla="*/ 328574 h 545965"/>
                  <a:gd name="connsiteX41" fmla="*/ 29015 w 582517"/>
                  <a:gd name="connsiteY41" fmla="*/ 299601 h 545965"/>
                  <a:gd name="connsiteX42" fmla="*/ 55982 w 582517"/>
                  <a:gd name="connsiteY42" fmla="*/ 299601 h 545965"/>
                  <a:gd name="connsiteX43" fmla="*/ 55982 w 582517"/>
                  <a:gd name="connsiteY43" fmla="*/ 57947 h 545965"/>
                  <a:gd name="connsiteX44" fmla="*/ 29015 w 582517"/>
                  <a:gd name="connsiteY44" fmla="*/ 57947 h 545965"/>
                  <a:gd name="connsiteX45" fmla="*/ 0 w 582517"/>
                  <a:gd name="connsiteY45" fmla="*/ 28973 h 545965"/>
                  <a:gd name="connsiteX46" fmla="*/ 29015 w 582517"/>
                  <a:gd name="connsiteY46" fmla="*/ 0 h 545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82517" h="545965">
                    <a:moveTo>
                      <a:pt x="415181" y="91409"/>
                    </a:moveTo>
                    <a:cubicBezTo>
                      <a:pt x="420143" y="91642"/>
                      <a:pt x="425016" y="93753"/>
                      <a:pt x="428621" y="97708"/>
                    </a:cubicBezTo>
                    <a:cubicBezTo>
                      <a:pt x="435741" y="105618"/>
                      <a:pt x="435207" y="117793"/>
                      <a:pt x="427285" y="124992"/>
                    </a:cubicBezTo>
                    <a:lnTo>
                      <a:pt x="314338" y="227639"/>
                    </a:lnTo>
                    <a:cubicBezTo>
                      <a:pt x="308730" y="232793"/>
                      <a:pt x="300631" y="234126"/>
                      <a:pt x="293688" y="231105"/>
                    </a:cubicBezTo>
                    <a:lnTo>
                      <a:pt x="219191" y="199200"/>
                    </a:lnTo>
                    <a:lnTo>
                      <a:pt x="181096" y="242925"/>
                    </a:lnTo>
                    <a:cubicBezTo>
                      <a:pt x="177269" y="247279"/>
                      <a:pt x="171929" y="249590"/>
                      <a:pt x="166499" y="249590"/>
                    </a:cubicBezTo>
                    <a:cubicBezTo>
                      <a:pt x="161960" y="249590"/>
                      <a:pt x="157510" y="247990"/>
                      <a:pt x="153772" y="244791"/>
                    </a:cubicBezTo>
                    <a:cubicBezTo>
                      <a:pt x="145761" y="237859"/>
                      <a:pt x="144871" y="225595"/>
                      <a:pt x="151902" y="217596"/>
                    </a:cubicBezTo>
                    <a:lnTo>
                      <a:pt x="199164" y="163207"/>
                    </a:lnTo>
                    <a:cubicBezTo>
                      <a:pt x="204772" y="156897"/>
                      <a:pt x="213761" y="154853"/>
                      <a:pt x="221416" y="158141"/>
                    </a:cubicBezTo>
                    <a:lnTo>
                      <a:pt x="297515" y="190757"/>
                    </a:lnTo>
                    <a:lnTo>
                      <a:pt x="401207" y="96375"/>
                    </a:lnTo>
                    <a:cubicBezTo>
                      <a:pt x="405168" y="92820"/>
                      <a:pt x="410219" y="91176"/>
                      <a:pt x="415181" y="91409"/>
                    </a:cubicBezTo>
                    <a:close/>
                    <a:moveTo>
                      <a:pt x="114011" y="57947"/>
                    </a:moveTo>
                    <a:lnTo>
                      <a:pt x="114011" y="299601"/>
                    </a:lnTo>
                    <a:lnTo>
                      <a:pt x="468506" y="299601"/>
                    </a:lnTo>
                    <a:lnTo>
                      <a:pt x="468506" y="57947"/>
                    </a:lnTo>
                    <a:close/>
                    <a:moveTo>
                      <a:pt x="29015" y="0"/>
                    </a:moveTo>
                    <a:lnTo>
                      <a:pt x="55982" y="0"/>
                    </a:lnTo>
                    <a:lnTo>
                      <a:pt x="526535" y="0"/>
                    </a:lnTo>
                    <a:lnTo>
                      <a:pt x="553502" y="0"/>
                    </a:lnTo>
                    <a:cubicBezTo>
                      <a:pt x="569523" y="0"/>
                      <a:pt x="582517" y="12976"/>
                      <a:pt x="582517" y="28973"/>
                    </a:cubicBezTo>
                    <a:cubicBezTo>
                      <a:pt x="582517" y="44971"/>
                      <a:pt x="569523" y="57947"/>
                      <a:pt x="553502" y="57947"/>
                    </a:cubicBezTo>
                    <a:lnTo>
                      <a:pt x="526535" y="57947"/>
                    </a:lnTo>
                    <a:lnTo>
                      <a:pt x="526535" y="299601"/>
                    </a:lnTo>
                    <a:lnTo>
                      <a:pt x="553502" y="299601"/>
                    </a:lnTo>
                    <a:cubicBezTo>
                      <a:pt x="569523" y="299601"/>
                      <a:pt x="582517" y="312577"/>
                      <a:pt x="582517" y="328574"/>
                    </a:cubicBezTo>
                    <a:cubicBezTo>
                      <a:pt x="582517" y="344572"/>
                      <a:pt x="569523" y="357637"/>
                      <a:pt x="553502" y="357637"/>
                    </a:cubicBezTo>
                    <a:lnTo>
                      <a:pt x="526535" y="357637"/>
                    </a:lnTo>
                    <a:lnTo>
                      <a:pt x="339631" y="357637"/>
                    </a:lnTo>
                    <a:lnTo>
                      <a:pt x="339631" y="445091"/>
                    </a:lnTo>
                    <a:cubicBezTo>
                      <a:pt x="392498" y="452468"/>
                      <a:pt x="430235" y="471487"/>
                      <a:pt x="430235" y="493884"/>
                    </a:cubicBezTo>
                    <a:cubicBezTo>
                      <a:pt x="430235" y="522680"/>
                      <a:pt x="368023" y="545965"/>
                      <a:pt x="291303" y="545965"/>
                    </a:cubicBezTo>
                    <a:cubicBezTo>
                      <a:pt x="214494" y="545965"/>
                      <a:pt x="152282" y="522680"/>
                      <a:pt x="152282" y="493884"/>
                    </a:cubicBezTo>
                    <a:cubicBezTo>
                      <a:pt x="152282" y="471487"/>
                      <a:pt x="190019" y="452468"/>
                      <a:pt x="242886" y="445091"/>
                    </a:cubicBezTo>
                    <a:lnTo>
                      <a:pt x="242886" y="357637"/>
                    </a:lnTo>
                    <a:lnTo>
                      <a:pt x="55982" y="357637"/>
                    </a:lnTo>
                    <a:lnTo>
                      <a:pt x="29015" y="357637"/>
                    </a:lnTo>
                    <a:cubicBezTo>
                      <a:pt x="12994" y="357637"/>
                      <a:pt x="0" y="344572"/>
                      <a:pt x="0" y="328574"/>
                    </a:cubicBezTo>
                    <a:cubicBezTo>
                      <a:pt x="0" y="312577"/>
                      <a:pt x="12994" y="299601"/>
                      <a:pt x="29015" y="299601"/>
                    </a:cubicBezTo>
                    <a:lnTo>
                      <a:pt x="55982" y="299601"/>
                    </a:lnTo>
                    <a:lnTo>
                      <a:pt x="55982" y="57947"/>
                    </a:lnTo>
                    <a:lnTo>
                      <a:pt x="29015" y="57947"/>
                    </a:lnTo>
                    <a:cubicBezTo>
                      <a:pt x="12994" y="57947"/>
                      <a:pt x="0" y="44971"/>
                      <a:pt x="0" y="28973"/>
                    </a:cubicBezTo>
                    <a:cubicBezTo>
                      <a:pt x="0" y="12976"/>
                      <a:pt x="12994" y="0"/>
                      <a:pt x="29015"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lt1"/>
                  </a:solidFill>
                  <a:sym typeface="+mn-lt"/>
                </a:endParaRPr>
              </a:p>
            </p:txBody>
          </p:sp>
          <p:sp>
            <p:nvSpPr>
              <p:cNvPr id="697" name="Bullet1">
                <a:extLst>
                  <a:ext uri="{FF2B5EF4-FFF2-40B4-BE49-F238E27FC236}">
                    <a16:creationId xmlns:a16="http://schemas.microsoft.com/office/drawing/2014/main" id="{F45380EE-F409-F82A-E3B6-202DCB6A0178}"/>
                  </a:ext>
                </a:extLst>
              </p:cNvPr>
              <p:cNvSpPr txBox="1"/>
              <p:nvPr/>
            </p:nvSpPr>
            <p:spPr>
              <a:xfrm flipH="1">
                <a:off x="771896"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全球市场规模</a:t>
                </a:r>
              </a:p>
            </p:txBody>
          </p:sp>
          <p:sp>
            <p:nvSpPr>
              <p:cNvPr id="698" name="Text1">
                <a:extLst>
                  <a:ext uri="{FF2B5EF4-FFF2-40B4-BE49-F238E27FC236}">
                    <a16:creationId xmlns:a16="http://schemas.microsoft.com/office/drawing/2014/main" id="{ECD5B9A0-A514-B7C6-0402-136CD28F7C9F}"/>
                  </a:ext>
                </a:extLst>
              </p:cNvPr>
              <p:cNvSpPr txBox="1"/>
              <p:nvPr/>
            </p:nvSpPr>
            <p:spPr>
              <a:xfrm flipH="1">
                <a:off x="771896"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全球通用科技行业市场规模持续扩大，预计未来五年将保持稳定增长。</a:t>
                </a:r>
              </a:p>
            </p:txBody>
          </p:sp>
        </p:grpSp>
        <p:grpSp>
          <p:nvGrpSpPr>
            <p:cNvPr id="665" name="组合 664">
              <a:extLst>
                <a:ext uri="{FF2B5EF4-FFF2-40B4-BE49-F238E27FC236}">
                  <a16:creationId xmlns:a16="http://schemas.microsoft.com/office/drawing/2014/main" id="{02D69EB3-D79A-93AF-CA3B-328BD5C4881B}"/>
                </a:ext>
              </a:extLst>
            </p:cNvPr>
            <p:cNvGrpSpPr/>
            <p:nvPr/>
          </p:nvGrpSpPr>
          <p:grpSpPr>
            <a:xfrm>
              <a:off x="2852607" y="2284279"/>
              <a:ext cx="2089667" cy="4573718"/>
              <a:chOff x="2852607" y="2284279"/>
              <a:chExt cx="2089667" cy="4573718"/>
            </a:xfrm>
          </p:grpSpPr>
          <p:sp>
            <p:nvSpPr>
              <p:cNvPr id="687" name="ComponentBackground2">
                <a:extLst>
                  <a:ext uri="{FF2B5EF4-FFF2-40B4-BE49-F238E27FC236}">
                    <a16:creationId xmlns:a16="http://schemas.microsoft.com/office/drawing/2014/main" id="{0AFD36D3-9418-DA7B-E93E-CA1A6FA54202}"/>
                  </a:ext>
                </a:extLst>
              </p:cNvPr>
              <p:cNvSpPr/>
              <p:nvPr/>
            </p:nvSpPr>
            <p:spPr>
              <a:xfrm>
                <a:off x="2852607" y="4042550"/>
                <a:ext cx="2089665" cy="2815447"/>
              </a:xfrm>
              <a:prstGeom prst="rect">
                <a:avLst/>
              </a:prstGeom>
              <a:gradFill flip="none" rotWithShape="1">
                <a:gsLst>
                  <a:gs pos="0">
                    <a:schemeClr val="accent2">
                      <a:alpha val="20000"/>
                    </a:schemeClr>
                  </a:gs>
                  <a:gs pos="100000">
                    <a:schemeClr val="accent2">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88" name="IconBackground2">
                <a:extLst>
                  <a:ext uri="{FF2B5EF4-FFF2-40B4-BE49-F238E27FC236}">
                    <a16:creationId xmlns:a16="http://schemas.microsoft.com/office/drawing/2014/main" id="{5E0DF87B-8DB9-1647-E212-A664ACC77AC0}"/>
                  </a:ext>
                </a:extLst>
              </p:cNvPr>
              <p:cNvSpPr/>
              <p:nvPr/>
            </p:nvSpPr>
            <p:spPr>
              <a:xfrm>
                <a:off x="2852612"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89" name="Number2">
                <a:extLst>
                  <a:ext uri="{FF2B5EF4-FFF2-40B4-BE49-F238E27FC236}">
                    <a16:creationId xmlns:a16="http://schemas.microsoft.com/office/drawing/2014/main" id="{52FE000F-4F68-1707-9DDE-08126AF6900F}"/>
                  </a:ext>
                </a:extLst>
              </p:cNvPr>
              <p:cNvSpPr txBox="1"/>
              <p:nvPr/>
            </p:nvSpPr>
            <p:spPr>
              <a:xfrm>
                <a:off x="3300912"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2"/>
                    </a:solidFill>
                    <a:cs typeface="+mn-ea"/>
                    <a:sym typeface="+mn-lt"/>
                  </a:rPr>
                  <a:t>02</a:t>
                </a:r>
                <a:endParaRPr lang="zh-CN" altLang="en-US" sz="2000" b="1" dirty="0">
                  <a:solidFill>
                    <a:schemeClr val="accent2"/>
                  </a:solidFill>
                  <a:cs typeface="+mn-ea"/>
                  <a:sym typeface="+mn-lt"/>
                </a:endParaRPr>
              </a:p>
            </p:txBody>
          </p:sp>
          <p:sp>
            <p:nvSpPr>
              <p:cNvPr id="690" name="Icon2">
                <a:extLst>
                  <a:ext uri="{FF2B5EF4-FFF2-40B4-BE49-F238E27FC236}">
                    <a16:creationId xmlns:a16="http://schemas.microsoft.com/office/drawing/2014/main" id="{E8176B3C-3981-499E-DB7B-9E93856BB7C8}"/>
                  </a:ext>
                </a:extLst>
              </p:cNvPr>
              <p:cNvSpPr/>
              <p:nvPr/>
            </p:nvSpPr>
            <p:spPr>
              <a:xfrm>
                <a:off x="3613831" y="2680626"/>
                <a:ext cx="552612" cy="551777"/>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3413 w 6827"/>
                  <a:gd name="T11" fmla="*/ 5689 h 6827"/>
                  <a:gd name="T12" fmla="*/ 1792 w 6827"/>
                  <a:gd name="T13" fmla="*/ 5039 h 6827"/>
                  <a:gd name="T14" fmla="*/ 1791 w 6827"/>
                  <a:gd name="T15" fmla="*/ 5038 h 6827"/>
                  <a:gd name="T16" fmla="*/ 1790 w 6827"/>
                  <a:gd name="T17" fmla="*/ 5037 h 6827"/>
                  <a:gd name="T18" fmla="*/ 1755 w 6827"/>
                  <a:gd name="T19" fmla="*/ 4984 h 6827"/>
                  <a:gd name="T20" fmla="*/ 1729 w 6827"/>
                  <a:gd name="T21" fmla="*/ 4944 h 6827"/>
                  <a:gd name="T22" fmla="*/ 1715 w 6827"/>
                  <a:gd name="T23" fmla="*/ 4881 h 6827"/>
                  <a:gd name="T24" fmla="*/ 1707 w 6827"/>
                  <a:gd name="T25" fmla="*/ 4837 h 6827"/>
                  <a:gd name="T26" fmla="*/ 1717 w 6827"/>
                  <a:gd name="T27" fmla="*/ 4780 h 6827"/>
                  <a:gd name="T28" fmla="*/ 1727 w 6827"/>
                  <a:gd name="T29" fmla="*/ 4730 h 6827"/>
                  <a:gd name="T30" fmla="*/ 1755 w 6827"/>
                  <a:gd name="T31" fmla="*/ 4688 h 6827"/>
                  <a:gd name="T32" fmla="*/ 1788 w 6827"/>
                  <a:gd name="T33" fmla="*/ 4636 h 6827"/>
                  <a:gd name="T34" fmla="*/ 1789 w 6827"/>
                  <a:gd name="T35" fmla="*/ 4636 h 6827"/>
                  <a:gd name="T36" fmla="*/ 1790 w 6827"/>
                  <a:gd name="T37" fmla="*/ 4634 h 6827"/>
                  <a:gd name="T38" fmla="*/ 3212 w 6827"/>
                  <a:gd name="T39" fmla="*/ 3212 h 6827"/>
                  <a:gd name="T40" fmla="*/ 3614 w 6827"/>
                  <a:gd name="T41" fmla="*/ 3212 h 6827"/>
                  <a:gd name="T42" fmla="*/ 3614 w 6827"/>
                  <a:gd name="T43" fmla="*/ 3614 h 6827"/>
                  <a:gd name="T44" fmla="*/ 2415 w 6827"/>
                  <a:gd name="T45" fmla="*/ 4813 h 6827"/>
                  <a:gd name="T46" fmla="*/ 3413 w 6827"/>
                  <a:gd name="T47" fmla="*/ 5120 h 6827"/>
                  <a:gd name="T48" fmla="*/ 5120 w 6827"/>
                  <a:gd name="T49" fmla="*/ 3413 h 6827"/>
                  <a:gd name="T50" fmla="*/ 3413 w 6827"/>
                  <a:gd name="T51" fmla="*/ 1707 h 6827"/>
                  <a:gd name="T52" fmla="*/ 1707 w 6827"/>
                  <a:gd name="T53" fmla="*/ 3413 h 6827"/>
                  <a:gd name="T54" fmla="*/ 1777 w 6827"/>
                  <a:gd name="T55" fmla="*/ 3902 h 6827"/>
                  <a:gd name="T56" fmla="*/ 1586 w 6827"/>
                  <a:gd name="T57" fmla="*/ 4256 h 6827"/>
                  <a:gd name="T58" fmla="*/ 1232 w 6827"/>
                  <a:gd name="T59" fmla="*/ 4065 h 6827"/>
                  <a:gd name="T60" fmla="*/ 1138 w 6827"/>
                  <a:gd name="T61" fmla="*/ 3413 h 6827"/>
                  <a:gd name="T62" fmla="*/ 3413 w 6827"/>
                  <a:gd name="T63" fmla="*/ 1138 h 6827"/>
                  <a:gd name="T64" fmla="*/ 5689 w 6827"/>
                  <a:gd name="T65" fmla="*/ 3413 h 6827"/>
                  <a:gd name="T66" fmla="*/ 3413 w 6827"/>
                  <a:gd name="T67" fmla="*/ 5689 h 6827"/>
                  <a:gd name="T68" fmla="*/ 3413 w 6827"/>
                  <a:gd name="T69" fmla="*/ 2844 h 6827"/>
                  <a:gd name="T70" fmla="*/ 2989 w 6827"/>
                  <a:gd name="T71" fmla="*/ 3034 h 6827"/>
                  <a:gd name="T72" fmla="*/ 2588 w 6827"/>
                  <a:gd name="T73" fmla="*/ 3056 h 6827"/>
                  <a:gd name="T74" fmla="*/ 2565 w 6827"/>
                  <a:gd name="T75" fmla="*/ 2655 h 6827"/>
                  <a:gd name="T76" fmla="*/ 3413 w 6827"/>
                  <a:gd name="T77" fmla="*/ 2276 h 6827"/>
                  <a:gd name="T78" fmla="*/ 4551 w 6827"/>
                  <a:gd name="T79" fmla="*/ 3413 h 6827"/>
                  <a:gd name="T80" fmla="*/ 4172 w 6827"/>
                  <a:gd name="T81" fmla="*/ 4261 h 6827"/>
                  <a:gd name="T82" fmla="*/ 3982 w 6827"/>
                  <a:gd name="T83" fmla="*/ 4334 h 6827"/>
                  <a:gd name="T84" fmla="*/ 3770 w 6827"/>
                  <a:gd name="T85" fmla="*/ 4239 h 6827"/>
                  <a:gd name="T86" fmla="*/ 3793 w 6827"/>
                  <a:gd name="T87" fmla="*/ 3837 h 6827"/>
                  <a:gd name="T88" fmla="*/ 3982 w 6827"/>
                  <a:gd name="T89" fmla="*/ 3413 h 6827"/>
                  <a:gd name="T90" fmla="*/ 3413 w 6827"/>
                  <a:gd name="T91" fmla="*/ 2844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827" h="6827">
                    <a:moveTo>
                      <a:pt x="3413" y="0"/>
                    </a:moveTo>
                    <a:cubicBezTo>
                      <a:pt x="1531" y="0"/>
                      <a:pt x="0" y="1531"/>
                      <a:pt x="0" y="3413"/>
                    </a:cubicBezTo>
                    <a:cubicBezTo>
                      <a:pt x="0" y="5296"/>
                      <a:pt x="1531" y="6827"/>
                      <a:pt x="3413" y="6827"/>
                    </a:cubicBezTo>
                    <a:cubicBezTo>
                      <a:pt x="5296" y="6827"/>
                      <a:pt x="6827" y="5296"/>
                      <a:pt x="6827" y="3413"/>
                    </a:cubicBezTo>
                    <a:cubicBezTo>
                      <a:pt x="6827" y="1531"/>
                      <a:pt x="5296" y="0"/>
                      <a:pt x="3413" y="0"/>
                    </a:cubicBezTo>
                    <a:close/>
                    <a:moveTo>
                      <a:pt x="3413" y="5689"/>
                    </a:moveTo>
                    <a:cubicBezTo>
                      <a:pt x="2805" y="5689"/>
                      <a:pt x="2214" y="5452"/>
                      <a:pt x="1792" y="5039"/>
                    </a:cubicBezTo>
                    <a:cubicBezTo>
                      <a:pt x="1792" y="5038"/>
                      <a:pt x="1792" y="5038"/>
                      <a:pt x="1791" y="5038"/>
                    </a:cubicBezTo>
                    <a:cubicBezTo>
                      <a:pt x="1791" y="5037"/>
                      <a:pt x="1790" y="5037"/>
                      <a:pt x="1790" y="5037"/>
                    </a:cubicBezTo>
                    <a:cubicBezTo>
                      <a:pt x="1774" y="5021"/>
                      <a:pt x="1766" y="5002"/>
                      <a:pt x="1755" y="4984"/>
                    </a:cubicBezTo>
                    <a:cubicBezTo>
                      <a:pt x="1746" y="4970"/>
                      <a:pt x="1735" y="4958"/>
                      <a:pt x="1729" y="4944"/>
                    </a:cubicBezTo>
                    <a:cubicBezTo>
                      <a:pt x="1720" y="4924"/>
                      <a:pt x="1719" y="4902"/>
                      <a:pt x="1715" y="4881"/>
                    </a:cubicBezTo>
                    <a:cubicBezTo>
                      <a:pt x="1713" y="4866"/>
                      <a:pt x="1707" y="4852"/>
                      <a:pt x="1707" y="4837"/>
                    </a:cubicBezTo>
                    <a:cubicBezTo>
                      <a:pt x="1707" y="4818"/>
                      <a:pt x="1714" y="4799"/>
                      <a:pt x="1717" y="4780"/>
                    </a:cubicBezTo>
                    <a:cubicBezTo>
                      <a:pt x="1721" y="4763"/>
                      <a:pt x="1721" y="4746"/>
                      <a:pt x="1727" y="4730"/>
                    </a:cubicBezTo>
                    <a:cubicBezTo>
                      <a:pt x="1733" y="4715"/>
                      <a:pt x="1746" y="4702"/>
                      <a:pt x="1755" y="4688"/>
                    </a:cubicBezTo>
                    <a:cubicBezTo>
                      <a:pt x="1766" y="4670"/>
                      <a:pt x="1773" y="4652"/>
                      <a:pt x="1788" y="4636"/>
                    </a:cubicBezTo>
                    <a:cubicBezTo>
                      <a:pt x="1788" y="4636"/>
                      <a:pt x="1789" y="4636"/>
                      <a:pt x="1789" y="4636"/>
                    </a:cubicBezTo>
                    <a:cubicBezTo>
                      <a:pt x="1790" y="4635"/>
                      <a:pt x="1790" y="4635"/>
                      <a:pt x="1790" y="4634"/>
                    </a:cubicBezTo>
                    <a:lnTo>
                      <a:pt x="3212" y="3212"/>
                    </a:lnTo>
                    <a:cubicBezTo>
                      <a:pt x="3323" y="3101"/>
                      <a:pt x="3503" y="3101"/>
                      <a:pt x="3614" y="3212"/>
                    </a:cubicBezTo>
                    <a:cubicBezTo>
                      <a:pt x="3726" y="3323"/>
                      <a:pt x="3726" y="3503"/>
                      <a:pt x="3614" y="3614"/>
                    </a:cubicBezTo>
                    <a:lnTo>
                      <a:pt x="2415" y="4813"/>
                    </a:lnTo>
                    <a:cubicBezTo>
                      <a:pt x="2703" y="5008"/>
                      <a:pt x="3059" y="5120"/>
                      <a:pt x="3413" y="5120"/>
                    </a:cubicBezTo>
                    <a:cubicBezTo>
                      <a:pt x="4355" y="5120"/>
                      <a:pt x="5120" y="4355"/>
                      <a:pt x="5120" y="3413"/>
                    </a:cubicBezTo>
                    <a:cubicBezTo>
                      <a:pt x="5120" y="2472"/>
                      <a:pt x="4355" y="1707"/>
                      <a:pt x="3413" y="1707"/>
                    </a:cubicBezTo>
                    <a:cubicBezTo>
                      <a:pt x="2472" y="1707"/>
                      <a:pt x="1707" y="2472"/>
                      <a:pt x="1707" y="3413"/>
                    </a:cubicBezTo>
                    <a:cubicBezTo>
                      <a:pt x="1707" y="3580"/>
                      <a:pt x="1731" y="3744"/>
                      <a:pt x="1777" y="3902"/>
                    </a:cubicBezTo>
                    <a:cubicBezTo>
                      <a:pt x="1822" y="4053"/>
                      <a:pt x="1737" y="4211"/>
                      <a:pt x="1586" y="4256"/>
                    </a:cubicBezTo>
                    <a:cubicBezTo>
                      <a:pt x="1434" y="4301"/>
                      <a:pt x="1277" y="4215"/>
                      <a:pt x="1232" y="4065"/>
                    </a:cubicBezTo>
                    <a:cubicBezTo>
                      <a:pt x="1170" y="3854"/>
                      <a:pt x="1138" y="3635"/>
                      <a:pt x="1138" y="3413"/>
                    </a:cubicBezTo>
                    <a:cubicBezTo>
                      <a:pt x="1138" y="2159"/>
                      <a:pt x="2159" y="1138"/>
                      <a:pt x="3413" y="1138"/>
                    </a:cubicBezTo>
                    <a:cubicBezTo>
                      <a:pt x="4668" y="1138"/>
                      <a:pt x="5689" y="2159"/>
                      <a:pt x="5689" y="3413"/>
                    </a:cubicBezTo>
                    <a:cubicBezTo>
                      <a:pt x="5689" y="4668"/>
                      <a:pt x="4668" y="5689"/>
                      <a:pt x="3413" y="5689"/>
                    </a:cubicBezTo>
                    <a:close/>
                    <a:moveTo>
                      <a:pt x="3413" y="2844"/>
                    </a:moveTo>
                    <a:cubicBezTo>
                      <a:pt x="3252" y="2844"/>
                      <a:pt x="3097" y="2914"/>
                      <a:pt x="2989" y="3034"/>
                    </a:cubicBezTo>
                    <a:cubicBezTo>
                      <a:pt x="2884" y="3152"/>
                      <a:pt x="2704" y="3161"/>
                      <a:pt x="2588" y="3056"/>
                    </a:cubicBezTo>
                    <a:cubicBezTo>
                      <a:pt x="2471" y="2951"/>
                      <a:pt x="2460" y="2772"/>
                      <a:pt x="2565" y="2655"/>
                    </a:cubicBezTo>
                    <a:cubicBezTo>
                      <a:pt x="2781" y="2414"/>
                      <a:pt x="3090" y="2276"/>
                      <a:pt x="3413" y="2276"/>
                    </a:cubicBezTo>
                    <a:cubicBezTo>
                      <a:pt x="4041" y="2276"/>
                      <a:pt x="4551" y="2786"/>
                      <a:pt x="4551" y="3413"/>
                    </a:cubicBezTo>
                    <a:cubicBezTo>
                      <a:pt x="4551" y="3736"/>
                      <a:pt x="4413" y="4046"/>
                      <a:pt x="4172" y="4261"/>
                    </a:cubicBezTo>
                    <a:cubicBezTo>
                      <a:pt x="4118" y="4310"/>
                      <a:pt x="4050" y="4334"/>
                      <a:pt x="3982" y="4334"/>
                    </a:cubicBezTo>
                    <a:cubicBezTo>
                      <a:pt x="3904" y="4334"/>
                      <a:pt x="3826" y="4302"/>
                      <a:pt x="3770" y="4239"/>
                    </a:cubicBezTo>
                    <a:cubicBezTo>
                      <a:pt x="3666" y="4122"/>
                      <a:pt x="3676" y="3942"/>
                      <a:pt x="3793" y="3837"/>
                    </a:cubicBezTo>
                    <a:cubicBezTo>
                      <a:pt x="3913" y="3730"/>
                      <a:pt x="3982" y="3575"/>
                      <a:pt x="3982" y="3413"/>
                    </a:cubicBezTo>
                    <a:cubicBezTo>
                      <a:pt x="3982" y="3100"/>
                      <a:pt x="3727" y="2844"/>
                      <a:pt x="3413" y="2844"/>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chemeClr val="lt1"/>
                  </a:solidFill>
                  <a:sym typeface="+mn-lt"/>
                </a:endParaRPr>
              </a:p>
            </p:txBody>
          </p:sp>
          <p:sp>
            <p:nvSpPr>
              <p:cNvPr id="691" name="Bullet2">
                <a:extLst>
                  <a:ext uri="{FF2B5EF4-FFF2-40B4-BE49-F238E27FC236}">
                    <a16:creationId xmlns:a16="http://schemas.microsoft.com/office/drawing/2014/main" id="{CB7E0A6A-1313-1F5D-4855-CD46C23CA29C}"/>
                  </a:ext>
                </a:extLst>
              </p:cNvPr>
              <p:cNvSpPr txBox="1"/>
              <p:nvPr/>
            </p:nvSpPr>
            <p:spPr>
              <a:xfrm flipH="1">
                <a:off x="2956802"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区域分布特点</a:t>
                </a:r>
              </a:p>
            </p:txBody>
          </p:sp>
          <p:sp>
            <p:nvSpPr>
              <p:cNvPr id="692" name="Text2">
                <a:extLst>
                  <a:ext uri="{FF2B5EF4-FFF2-40B4-BE49-F238E27FC236}">
                    <a16:creationId xmlns:a16="http://schemas.microsoft.com/office/drawing/2014/main" id="{B7AA6FD9-2171-7005-4984-EF31C45EB877}"/>
                  </a:ext>
                </a:extLst>
              </p:cNvPr>
              <p:cNvSpPr txBox="1"/>
              <p:nvPr/>
            </p:nvSpPr>
            <p:spPr>
              <a:xfrm flipH="1">
                <a:off x="2956802"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亚太地区市场规模领先，北美和欧洲市场增长迅速，未来发展潜力巨大。</a:t>
                </a:r>
              </a:p>
            </p:txBody>
          </p:sp>
        </p:grpSp>
        <p:grpSp>
          <p:nvGrpSpPr>
            <p:cNvPr id="666" name="组合 665">
              <a:extLst>
                <a:ext uri="{FF2B5EF4-FFF2-40B4-BE49-F238E27FC236}">
                  <a16:creationId xmlns:a16="http://schemas.microsoft.com/office/drawing/2014/main" id="{F71985E0-800C-4CC4-B878-17AC1912AEAA}"/>
                </a:ext>
              </a:extLst>
            </p:cNvPr>
            <p:cNvGrpSpPr/>
            <p:nvPr/>
          </p:nvGrpSpPr>
          <p:grpSpPr>
            <a:xfrm>
              <a:off x="5044815" y="2284279"/>
              <a:ext cx="2089667" cy="4573718"/>
              <a:chOff x="5044815" y="2284279"/>
              <a:chExt cx="2089667" cy="4573718"/>
            </a:xfrm>
          </p:grpSpPr>
          <p:sp>
            <p:nvSpPr>
              <p:cNvPr id="681" name="ComponentBackground3">
                <a:extLst>
                  <a:ext uri="{FF2B5EF4-FFF2-40B4-BE49-F238E27FC236}">
                    <a16:creationId xmlns:a16="http://schemas.microsoft.com/office/drawing/2014/main" id="{659CB724-7A71-A572-B4A5-51F72FDC8C8A}"/>
                  </a:ext>
                </a:extLst>
              </p:cNvPr>
              <p:cNvSpPr/>
              <p:nvPr/>
            </p:nvSpPr>
            <p:spPr>
              <a:xfrm>
                <a:off x="5044815" y="4042550"/>
                <a:ext cx="2089665" cy="2815447"/>
              </a:xfrm>
              <a:prstGeom prst="rect">
                <a:avLst/>
              </a:prstGeom>
              <a:gradFill flip="none" rotWithShape="1">
                <a:gsLst>
                  <a:gs pos="0">
                    <a:schemeClr val="accent1"/>
                  </a:gs>
                  <a:gs pos="100000">
                    <a:schemeClr val="accent1">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82" name="IconBackground3">
                <a:extLst>
                  <a:ext uri="{FF2B5EF4-FFF2-40B4-BE49-F238E27FC236}">
                    <a16:creationId xmlns:a16="http://schemas.microsoft.com/office/drawing/2014/main" id="{45E4F2F1-9A0D-39E9-C680-D073B4B65FBA}"/>
                  </a:ext>
                </a:extLst>
              </p:cNvPr>
              <p:cNvSpPr/>
              <p:nvPr/>
            </p:nvSpPr>
            <p:spPr>
              <a:xfrm>
                <a:off x="5044820"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83" name="Number3">
                <a:extLst>
                  <a:ext uri="{FF2B5EF4-FFF2-40B4-BE49-F238E27FC236}">
                    <a16:creationId xmlns:a16="http://schemas.microsoft.com/office/drawing/2014/main" id="{930C61E1-125D-A6FB-4191-32B585C6CB0A}"/>
                  </a:ext>
                </a:extLst>
              </p:cNvPr>
              <p:cNvSpPr txBox="1"/>
              <p:nvPr/>
            </p:nvSpPr>
            <p:spPr>
              <a:xfrm>
                <a:off x="5493120"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1"/>
                    </a:solidFill>
                    <a:cs typeface="+mn-ea"/>
                    <a:sym typeface="+mn-lt"/>
                  </a:rPr>
                  <a:t>03</a:t>
                </a:r>
                <a:endParaRPr lang="zh-CN" altLang="en-US" sz="2000" b="1" dirty="0">
                  <a:solidFill>
                    <a:schemeClr val="accent1"/>
                  </a:solidFill>
                  <a:cs typeface="+mn-ea"/>
                  <a:sym typeface="+mn-lt"/>
                </a:endParaRPr>
              </a:p>
            </p:txBody>
          </p:sp>
          <p:sp>
            <p:nvSpPr>
              <p:cNvPr id="684" name="Icon3">
                <a:extLst>
                  <a:ext uri="{FF2B5EF4-FFF2-40B4-BE49-F238E27FC236}">
                    <a16:creationId xmlns:a16="http://schemas.microsoft.com/office/drawing/2014/main" id="{44C729D8-CF2C-298A-1983-69BF744CC151}"/>
                  </a:ext>
                </a:extLst>
              </p:cNvPr>
              <p:cNvSpPr/>
              <p:nvPr/>
            </p:nvSpPr>
            <p:spPr>
              <a:xfrm>
                <a:off x="5858412" y="2685143"/>
                <a:ext cx="447866" cy="542743"/>
              </a:xfrm>
              <a:custGeom>
                <a:avLst/>
                <a:gdLst>
                  <a:gd name="connsiteX0" fmla="*/ 0 w 500661"/>
                  <a:gd name="connsiteY0" fmla="*/ 462063 h 606722"/>
                  <a:gd name="connsiteX1" fmla="*/ 500661 w 500661"/>
                  <a:gd name="connsiteY1" fmla="*/ 462063 h 606722"/>
                  <a:gd name="connsiteX2" fmla="*/ 500661 w 500661"/>
                  <a:gd name="connsiteY2" fmla="*/ 526751 h 606722"/>
                  <a:gd name="connsiteX3" fmla="*/ 302355 w 500661"/>
                  <a:gd name="connsiteY3" fmla="*/ 526751 h 606722"/>
                  <a:gd name="connsiteX4" fmla="*/ 302355 w 500661"/>
                  <a:gd name="connsiteY4" fmla="*/ 567092 h 606722"/>
                  <a:gd name="connsiteX5" fmla="*/ 352821 w 500661"/>
                  <a:gd name="connsiteY5" fmla="*/ 567092 h 606722"/>
                  <a:gd name="connsiteX6" fmla="*/ 352821 w 500661"/>
                  <a:gd name="connsiteY6" fmla="*/ 606722 h 606722"/>
                  <a:gd name="connsiteX7" fmla="*/ 147840 w 500661"/>
                  <a:gd name="connsiteY7" fmla="*/ 606722 h 606722"/>
                  <a:gd name="connsiteX8" fmla="*/ 147840 w 500661"/>
                  <a:gd name="connsiteY8" fmla="*/ 567092 h 606722"/>
                  <a:gd name="connsiteX9" fmla="*/ 198306 w 500661"/>
                  <a:gd name="connsiteY9" fmla="*/ 567092 h 606722"/>
                  <a:gd name="connsiteX10" fmla="*/ 198306 w 500661"/>
                  <a:gd name="connsiteY10" fmla="*/ 526751 h 606722"/>
                  <a:gd name="connsiteX11" fmla="*/ 0 w 500661"/>
                  <a:gd name="connsiteY11" fmla="*/ 526751 h 606722"/>
                  <a:gd name="connsiteX12" fmla="*/ 329684 w 500661"/>
                  <a:gd name="connsiteY12" fmla="*/ 197123 h 606722"/>
                  <a:gd name="connsiteX13" fmla="*/ 305290 w 500661"/>
                  <a:gd name="connsiteY13" fmla="*/ 221558 h 606722"/>
                  <a:gd name="connsiteX14" fmla="*/ 329684 w 500661"/>
                  <a:gd name="connsiteY14" fmla="*/ 245993 h 606722"/>
                  <a:gd name="connsiteX15" fmla="*/ 354167 w 500661"/>
                  <a:gd name="connsiteY15" fmla="*/ 221558 h 606722"/>
                  <a:gd name="connsiteX16" fmla="*/ 329684 w 500661"/>
                  <a:gd name="connsiteY16" fmla="*/ 197123 h 606722"/>
                  <a:gd name="connsiteX17" fmla="*/ 170906 w 500661"/>
                  <a:gd name="connsiteY17" fmla="*/ 197123 h 606722"/>
                  <a:gd name="connsiteX18" fmla="*/ 146512 w 500661"/>
                  <a:gd name="connsiteY18" fmla="*/ 221558 h 606722"/>
                  <a:gd name="connsiteX19" fmla="*/ 170906 w 500661"/>
                  <a:gd name="connsiteY19" fmla="*/ 245993 h 606722"/>
                  <a:gd name="connsiteX20" fmla="*/ 195389 w 500661"/>
                  <a:gd name="connsiteY20" fmla="*/ 221558 h 606722"/>
                  <a:gd name="connsiteX21" fmla="*/ 170906 w 500661"/>
                  <a:gd name="connsiteY21" fmla="*/ 197123 h 606722"/>
                  <a:gd name="connsiteX22" fmla="*/ 443509 w 500661"/>
                  <a:gd name="connsiteY22" fmla="*/ 176978 h 606722"/>
                  <a:gd name="connsiteX23" fmla="*/ 500661 w 500661"/>
                  <a:gd name="connsiteY23" fmla="*/ 176978 h 606722"/>
                  <a:gd name="connsiteX24" fmla="*/ 500661 w 500661"/>
                  <a:gd name="connsiteY24" fmla="*/ 422405 h 606722"/>
                  <a:gd name="connsiteX25" fmla="*/ 288612 w 500661"/>
                  <a:gd name="connsiteY25" fmla="*/ 422405 h 606722"/>
                  <a:gd name="connsiteX26" fmla="*/ 394726 w 500661"/>
                  <a:gd name="connsiteY26" fmla="*/ 340389 h 606722"/>
                  <a:gd name="connsiteX27" fmla="*/ 443509 w 500661"/>
                  <a:gd name="connsiteY27" fmla="*/ 176978 h 606722"/>
                  <a:gd name="connsiteX28" fmla="*/ 0 w 500661"/>
                  <a:gd name="connsiteY28" fmla="*/ 176978 h 606722"/>
                  <a:gd name="connsiteX29" fmla="*/ 57133 w 500661"/>
                  <a:gd name="connsiteY29" fmla="*/ 176978 h 606722"/>
                  <a:gd name="connsiteX30" fmla="*/ 105900 w 500661"/>
                  <a:gd name="connsiteY30" fmla="*/ 340389 h 606722"/>
                  <a:gd name="connsiteX31" fmla="*/ 211978 w 500661"/>
                  <a:gd name="connsiteY31" fmla="*/ 422405 h 606722"/>
                  <a:gd name="connsiteX32" fmla="*/ 0 w 500661"/>
                  <a:gd name="connsiteY32" fmla="*/ 422405 h 606722"/>
                  <a:gd name="connsiteX33" fmla="*/ 346778 w 500661"/>
                  <a:gd name="connsiteY33" fmla="*/ 30696 h 606722"/>
                  <a:gd name="connsiteX34" fmla="*/ 368590 w 500661"/>
                  <a:gd name="connsiteY34" fmla="*/ 53265 h 606722"/>
                  <a:gd name="connsiteX35" fmla="*/ 378294 w 500661"/>
                  <a:gd name="connsiteY35" fmla="*/ 67749 h 606722"/>
                  <a:gd name="connsiteX36" fmla="*/ 344018 w 500661"/>
                  <a:gd name="connsiteY36" fmla="*/ 141055 h 606722"/>
                  <a:gd name="connsiteX37" fmla="*/ 379985 w 500661"/>
                  <a:gd name="connsiteY37" fmla="*/ 157848 h 606722"/>
                  <a:gd name="connsiteX38" fmla="*/ 398236 w 500661"/>
                  <a:gd name="connsiteY38" fmla="*/ 118841 h 606722"/>
                  <a:gd name="connsiteX39" fmla="*/ 403845 w 500661"/>
                  <a:gd name="connsiteY39" fmla="*/ 171354 h 606722"/>
                  <a:gd name="connsiteX40" fmla="*/ 270124 w 500661"/>
                  <a:gd name="connsiteY40" fmla="*/ 385852 h 606722"/>
                  <a:gd name="connsiteX41" fmla="*/ 270124 w 500661"/>
                  <a:gd name="connsiteY41" fmla="*/ 337159 h 606722"/>
                  <a:gd name="connsiteX42" fmla="*/ 292203 w 500661"/>
                  <a:gd name="connsiteY42" fmla="*/ 337159 h 606722"/>
                  <a:gd name="connsiteX43" fmla="*/ 292203 w 500661"/>
                  <a:gd name="connsiteY43" fmla="*/ 297530 h 606722"/>
                  <a:gd name="connsiteX44" fmla="*/ 270124 w 500661"/>
                  <a:gd name="connsiteY44" fmla="*/ 297530 h 606722"/>
                  <a:gd name="connsiteX45" fmla="*/ 270124 w 500661"/>
                  <a:gd name="connsiteY45" fmla="*/ 136345 h 606722"/>
                  <a:gd name="connsiteX46" fmla="*/ 314104 w 500661"/>
                  <a:gd name="connsiteY46" fmla="*/ 117330 h 606722"/>
                  <a:gd name="connsiteX47" fmla="*/ 153901 w 500661"/>
                  <a:gd name="connsiteY47" fmla="*/ 30696 h 606722"/>
                  <a:gd name="connsiteX48" fmla="*/ 186486 w 500661"/>
                  <a:gd name="connsiteY48" fmla="*/ 117330 h 606722"/>
                  <a:gd name="connsiteX49" fmla="*/ 230466 w 500661"/>
                  <a:gd name="connsiteY49" fmla="*/ 136345 h 606722"/>
                  <a:gd name="connsiteX50" fmla="*/ 230466 w 500661"/>
                  <a:gd name="connsiteY50" fmla="*/ 297530 h 606722"/>
                  <a:gd name="connsiteX51" fmla="*/ 208476 w 500661"/>
                  <a:gd name="connsiteY51" fmla="*/ 297530 h 606722"/>
                  <a:gd name="connsiteX52" fmla="*/ 208476 w 500661"/>
                  <a:gd name="connsiteY52" fmla="*/ 337159 h 606722"/>
                  <a:gd name="connsiteX53" fmla="*/ 230466 w 500661"/>
                  <a:gd name="connsiteY53" fmla="*/ 337159 h 606722"/>
                  <a:gd name="connsiteX54" fmla="*/ 230466 w 500661"/>
                  <a:gd name="connsiteY54" fmla="*/ 385852 h 606722"/>
                  <a:gd name="connsiteX55" fmla="*/ 96745 w 500661"/>
                  <a:gd name="connsiteY55" fmla="*/ 171354 h 606722"/>
                  <a:gd name="connsiteX56" fmla="*/ 101909 w 500661"/>
                  <a:gd name="connsiteY56" fmla="*/ 121151 h 606722"/>
                  <a:gd name="connsiteX57" fmla="*/ 119002 w 500661"/>
                  <a:gd name="connsiteY57" fmla="*/ 157848 h 606722"/>
                  <a:gd name="connsiteX58" fmla="*/ 154970 w 500661"/>
                  <a:gd name="connsiteY58" fmla="*/ 141055 h 606722"/>
                  <a:gd name="connsiteX59" fmla="*/ 121406 w 500661"/>
                  <a:gd name="connsiteY59" fmla="*/ 69348 h 606722"/>
                  <a:gd name="connsiteX60" fmla="*/ 132089 w 500661"/>
                  <a:gd name="connsiteY60" fmla="*/ 53265 h 606722"/>
                  <a:gd name="connsiteX61" fmla="*/ 153901 w 500661"/>
                  <a:gd name="connsiteY61" fmla="*/ 30696 h 606722"/>
                  <a:gd name="connsiteX62" fmla="*/ 270124 w 500661"/>
                  <a:gd name="connsiteY62" fmla="*/ 0 h 606722"/>
                  <a:gd name="connsiteX63" fmla="*/ 312040 w 500661"/>
                  <a:gd name="connsiteY63" fmla="*/ 10221 h 606722"/>
                  <a:gd name="connsiteX64" fmla="*/ 282939 w 500661"/>
                  <a:gd name="connsiteY64" fmla="*/ 87635 h 606722"/>
                  <a:gd name="connsiteX65" fmla="*/ 270124 w 500661"/>
                  <a:gd name="connsiteY65" fmla="*/ 93146 h 606722"/>
                  <a:gd name="connsiteX66" fmla="*/ 230466 w 500661"/>
                  <a:gd name="connsiteY66" fmla="*/ 0 h 606722"/>
                  <a:gd name="connsiteX67" fmla="*/ 230466 w 500661"/>
                  <a:gd name="connsiteY67" fmla="*/ 93146 h 606722"/>
                  <a:gd name="connsiteX68" fmla="*/ 217734 w 500661"/>
                  <a:gd name="connsiteY68" fmla="*/ 87635 h 606722"/>
                  <a:gd name="connsiteX69" fmla="*/ 188621 w 500661"/>
                  <a:gd name="connsiteY69" fmla="*/ 10221 h 606722"/>
                  <a:gd name="connsiteX70" fmla="*/ 230466 w 500661"/>
                  <a:gd name="connsiteY70"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00661" h="606722">
                    <a:moveTo>
                      <a:pt x="0" y="462063"/>
                    </a:moveTo>
                    <a:lnTo>
                      <a:pt x="500661" y="462063"/>
                    </a:lnTo>
                    <a:lnTo>
                      <a:pt x="500661" y="526751"/>
                    </a:lnTo>
                    <a:lnTo>
                      <a:pt x="302355" y="526751"/>
                    </a:lnTo>
                    <a:lnTo>
                      <a:pt x="302355" y="567092"/>
                    </a:lnTo>
                    <a:lnTo>
                      <a:pt x="352821" y="567092"/>
                    </a:lnTo>
                    <a:lnTo>
                      <a:pt x="352821" y="606722"/>
                    </a:lnTo>
                    <a:lnTo>
                      <a:pt x="147840" y="606722"/>
                    </a:lnTo>
                    <a:lnTo>
                      <a:pt x="147840" y="567092"/>
                    </a:lnTo>
                    <a:lnTo>
                      <a:pt x="198306" y="567092"/>
                    </a:lnTo>
                    <a:lnTo>
                      <a:pt x="198306" y="526751"/>
                    </a:lnTo>
                    <a:lnTo>
                      <a:pt x="0" y="526751"/>
                    </a:lnTo>
                    <a:close/>
                    <a:moveTo>
                      <a:pt x="329684" y="197123"/>
                    </a:moveTo>
                    <a:cubicBezTo>
                      <a:pt x="316241" y="197123"/>
                      <a:pt x="305290" y="208052"/>
                      <a:pt x="305290" y="221558"/>
                    </a:cubicBezTo>
                    <a:cubicBezTo>
                      <a:pt x="305290" y="235064"/>
                      <a:pt x="316241" y="245993"/>
                      <a:pt x="329684" y="245993"/>
                    </a:cubicBezTo>
                    <a:cubicBezTo>
                      <a:pt x="343217" y="245993"/>
                      <a:pt x="354167" y="235064"/>
                      <a:pt x="354167" y="221558"/>
                    </a:cubicBezTo>
                    <a:cubicBezTo>
                      <a:pt x="354167" y="208052"/>
                      <a:pt x="343217" y="197123"/>
                      <a:pt x="329684" y="197123"/>
                    </a:cubicBezTo>
                    <a:close/>
                    <a:moveTo>
                      <a:pt x="170906" y="197123"/>
                    </a:moveTo>
                    <a:cubicBezTo>
                      <a:pt x="157463" y="197123"/>
                      <a:pt x="146512" y="208052"/>
                      <a:pt x="146512" y="221558"/>
                    </a:cubicBezTo>
                    <a:cubicBezTo>
                      <a:pt x="146512" y="235064"/>
                      <a:pt x="157463" y="245993"/>
                      <a:pt x="170906" y="245993"/>
                    </a:cubicBezTo>
                    <a:cubicBezTo>
                      <a:pt x="184438" y="245993"/>
                      <a:pt x="195389" y="235064"/>
                      <a:pt x="195389" y="221558"/>
                    </a:cubicBezTo>
                    <a:cubicBezTo>
                      <a:pt x="195389" y="208052"/>
                      <a:pt x="184438" y="197123"/>
                      <a:pt x="170906" y="197123"/>
                    </a:cubicBezTo>
                    <a:close/>
                    <a:moveTo>
                      <a:pt x="443509" y="176978"/>
                    </a:moveTo>
                    <a:lnTo>
                      <a:pt x="500661" y="176978"/>
                    </a:lnTo>
                    <a:lnTo>
                      <a:pt x="500661" y="422405"/>
                    </a:lnTo>
                    <a:lnTo>
                      <a:pt x="288612" y="422405"/>
                    </a:lnTo>
                    <a:cubicBezTo>
                      <a:pt x="329651" y="411653"/>
                      <a:pt x="366506" y="383485"/>
                      <a:pt x="394726" y="340389"/>
                    </a:cubicBezTo>
                    <a:cubicBezTo>
                      <a:pt x="424815" y="294627"/>
                      <a:pt x="442441" y="235358"/>
                      <a:pt x="443509" y="176978"/>
                    </a:cubicBezTo>
                    <a:close/>
                    <a:moveTo>
                      <a:pt x="0" y="176978"/>
                    </a:moveTo>
                    <a:lnTo>
                      <a:pt x="57133" y="176978"/>
                    </a:lnTo>
                    <a:cubicBezTo>
                      <a:pt x="58201" y="235358"/>
                      <a:pt x="75821" y="294627"/>
                      <a:pt x="105900" y="340389"/>
                    </a:cubicBezTo>
                    <a:cubicBezTo>
                      <a:pt x="134110" y="383485"/>
                      <a:pt x="170864" y="411653"/>
                      <a:pt x="211978" y="422405"/>
                    </a:cubicBezTo>
                    <a:lnTo>
                      <a:pt x="0" y="422405"/>
                    </a:lnTo>
                    <a:close/>
                    <a:moveTo>
                      <a:pt x="346778" y="30696"/>
                    </a:moveTo>
                    <a:cubicBezTo>
                      <a:pt x="354790" y="37271"/>
                      <a:pt x="362091" y="44824"/>
                      <a:pt x="368590" y="53265"/>
                    </a:cubicBezTo>
                    <a:cubicBezTo>
                      <a:pt x="372062" y="57886"/>
                      <a:pt x="375267" y="62773"/>
                      <a:pt x="378294" y="67749"/>
                    </a:cubicBezTo>
                    <a:lnTo>
                      <a:pt x="344018" y="141055"/>
                    </a:lnTo>
                    <a:lnTo>
                      <a:pt x="379985" y="157848"/>
                    </a:lnTo>
                    <a:lnTo>
                      <a:pt x="398236" y="118841"/>
                    </a:lnTo>
                    <a:cubicBezTo>
                      <a:pt x="401975" y="135190"/>
                      <a:pt x="403845" y="152784"/>
                      <a:pt x="403845" y="171354"/>
                    </a:cubicBezTo>
                    <a:cubicBezTo>
                      <a:pt x="403845" y="268118"/>
                      <a:pt x="350962" y="371191"/>
                      <a:pt x="270124" y="385852"/>
                    </a:cubicBezTo>
                    <a:lnTo>
                      <a:pt x="270124" y="337159"/>
                    </a:lnTo>
                    <a:lnTo>
                      <a:pt x="292203" y="337159"/>
                    </a:lnTo>
                    <a:lnTo>
                      <a:pt x="292203" y="297530"/>
                    </a:lnTo>
                    <a:lnTo>
                      <a:pt x="270124" y="297530"/>
                    </a:lnTo>
                    <a:lnTo>
                      <a:pt x="270124" y="136345"/>
                    </a:lnTo>
                    <a:lnTo>
                      <a:pt x="314104" y="117330"/>
                    </a:lnTo>
                    <a:close/>
                    <a:moveTo>
                      <a:pt x="153901" y="30696"/>
                    </a:moveTo>
                    <a:lnTo>
                      <a:pt x="186486" y="117330"/>
                    </a:lnTo>
                    <a:lnTo>
                      <a:pt x="230466" y="136345"/>
                    </a:lnTo>
                    <a:lnTo>
                      <a:pt x="230466" y="297530"/>
                    </a:lnTo>
                    <a:lnTo>
                      <a:pt x="208476" y="297530"/>
                    </a:lnTo>
                    <a:lnTo>
                      <a:pt x="208476" y="337159"/>
                    </a:lnTo>
                    <a:lnTo>
                      <a:pt x="230466" y="337159"/>
                    </a:lnTo>
                    <a:lnTo>
                      <a:pt x="230466" y="385852"/>
                    </a:lnTo>
                    <a:cubicBezTo>
                      <a:pt x="149717" y="371191"/>
                      <a:pt x="96745" y="268118"/>
                      <a:pt x="96745" y="171354"/>
                    </a:cubicBezTo>
                    <a:cubicBezTo>
                      <a:pt x="96745" y="153672"/>
                      <a:pt x="98526" y="136878"/>
                      <a:pt x="101909" y="121151"/>
                    </a:cubicBezTo>
                    <a:lnTo>
                      <a:pt x="119002" y="157848"/>
                    </a:lnTo>
                    <a:lnTo>
                      <a:pt x="154970" y="141055"/>
                    </a:lnTo>
                    <a:lnTo>
                      <a:pt x="121406" y="69348"/>
                    </a:lnTo>
                    <a:cubicBezTo>
                      <a:pt x="124700" y="63750"/>
                      <a:pt x="128172" y="58330"/>
                      <a:pt x="132089" y="53265"/>
                    </a:cubicBezTo>
                    <a:cubicBezTo>
                      <a:pt x="138588" y="44824"/>
                      <a:pt x="145889" y="37271"/>
                      <a:pt x="153901" y="30696"/>
                    </a:cubicBezTo>
                    <a:close/>
                    <a:moveTo>
                      <a:pt x="270124" y="0"/>
                    </a:moveTo>
                    <a:cubicBezTo>
                      <a:pt x="285164" y="1600"/>
                      <a:pt x="299136" y="4977"/>
                      <a:pt x="312040" y="10221"/>
                    </a:cubicBezTo>
                    <a:lnTo>
                      <a:pt x="282939" y="87635"/>
                    </a:lnTo>
                    <a:lnTo>
                      <a:pt x="270124" y="93146"/>
                    </a:lnTo>
                    <a:close/>
                    <a:moveTo>
                      <a:pt x="230466" y="0"/>
                    </a:moveTo>
                    <a:lnTo>
                      <a:pt x="230466" y="93146"/>
                    </a:lnTo>
                    <a:lnTo>
                      <a:pt x="217734" y="87635"/>
                    </a:lnTo>
                    <a:lnTo>
                      <a:pt x="188621" y="10221"/>
                    </a:lnTo>
                    <a:cubicBezTo>
                      <a:pt x="201531" y="4977"/>
                      <a:pt x="215509" y="1600"/>
                      <a:pt x="230466"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lt1"/>
                  </a:solidFill>
                  <a:sym typeface="+mn-lt"/>
                </a:endParaRPr>
              </a:p>
            </p:txBody>
          </p:sp>
          <p:sp>
            <p:nvSpPr>
              <p:cNvPr id="685" name="Bullet3">
                <a:extLst>
                  <a:ext uri="{FF2B5EF4-FFF2-40B4-BE49-F238E27FC236}">
                    <a16:creationId xmlns:a16="http://schemas.microsoft.com/office/drawing/2014/main" id="{FB03285E-24F8-6F36-8263-99EE111875C4}"/>
                  </a:ext>
                </a:extLst>
              </p:cNvPr>
              <p:cNvSpPr txBox="1"/>
              <p:nvPr/>
            </p:nvSpPr>
            <p:spPr>
              <a:xfrm flipH="1">
                <a:off x="5156312"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行业细分领域</a:t>
                </a:r>
              </a:p>
            </p:txBody>
          </p:sp>
          <p:sp>
            <p:nvSpPr>
              <p:cNvPr id="686" name="Text3">
                <a:extLst>
                  <a:ext uri="{FF2B5EF4-FFF2-40B4-BE49-F238E27FC236}">
                    <a16:creationId xmlns:a16="http://schemas.microsoft.com/office/drawing/2014/main" id="{546F9B96-982A-B612-25B9-19B68F85436F}"/>
                  </a:ext>
                </a:extLst>
              </p:cNvPr>
              <p:cNvSpPr txBox="1"/>
              <p:nvPr/>
            </p:nvSpPr>
            <p:spPr>
              <a:xfrm flipH="1">
                <a:off x="5156312"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智能制造、人工智能、物联网等领域市场规模逐年攀升，成为行业增长的主要动力。</a:t>
                </a:r>
              </a:p>
            </p:txBody>
          </p:sp>
        </p:grpSp>
        <p:grpSp>
          <p:nvGrpSpPr>
            <p:cNvPr id="667" name="组合 666">
              <a:extLst>
                <a:ext uri="{FF2B5EF4-FFF2-40B4-BE49-F238E27FC236}">
                  <a16:creationId xmlns:a16="http://schemas.microsoft.com/office/drawing/2014/main" id="{9E595D4E-4EF8-04F4-382C-3C010AA206C9}"/>
                </a:ext>
              </a:extLst>
            </p:cNvPr>
            <p:cNvGrpSpPr/>
            <p:nvPr/>
          </p:nvGrpSpPr>
          <p:grpSpPr>
            <a:xfrm>
              <a:off x="7237023" y="2284279"/>
              <a:ext cx="2089667" cy="4573718"/>
              <a:chOff x="7237023" y="2284279"/>
              <a:chExt cx="2089667" cy="4573718"/>
            </a:xfrm>
          </p:grpSpPr>
          <p:sp>
            <p:nvSpPr>
              <p:cNvPr id="675" name="ComponentBackground4">
                <a:extLst>
                  <a:ext uri="{FF2B5EF4-FFF2-40B4-BE49-F238E27FC236}">
                    <a16:creationId xmlns:a16="http://schemas.microsoft.com/office/drawing/2014/main" id="{232B1E5E-10CE-9BAC-CBE5-61ECBB1D606F}"/>
                  </a:ext>
                </a:extLst>
              </p:cNvPr>
              <p:cNvSpPr/>
              <p:nvPr/>
            </p:nvSpPr>
            <p:spPr>
              <a:xfrm>
                <a:off x="7237023" y="4042550"/>
                <a:ext cx="2089665" cy="2815447"/>
              </a:xfrm>
              <a:prstGeom prst="rect">
                <a:avLst/>
              </a:prstGeom>
              <a:gradFill flip="none" rotWithShape="1">
                <a:gsLst>
                  <a:gs pos="0">
                    <a:schemeClr val="accent2">
                      <a:alpha val="20000"/>
                    </a:schemeClr>
                  </a:gs>
                  <a:gs pos="100000">
                    <a:schemeClr val="accent2">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76" name="IconBackground4">
                <a:extLst>
                  <a:ext uri="{FF2B5EF4-FFF2-40B4-BE49-F238E27FC236}">
                    <a16:creationId xmlns:a16="http://schemas.microsoft.com/office/drawing/2014/main" id="{B14D25AC-96E3-8921-16C4-F98E91891DCC}"/>
                  </a:ext>
                </a:extLst>
              </p:cNvPr>
              <p:cNvSpPr/>
              <p:nvPr/>
            </p:nvSpPr>
            <p:spPr>
              <a:xfrm>
                <a:off x="7237028"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77" name="Number4">
                <a:extLst>
                  <a:ext uri="{FF2B5EF4-FFF2-40B4-BE49-F238E27FC236}">
                    <a16:creationId xmlns:a16="http://schemas.microsoft.com/office/drawing/2014/main" id="{4DF18CD4-64CF-E4BF-E683-97188149AFF5}"/>
                  </a:ext>
                </a:extLst>
              </p:cNvPr>
              <p:cNvSpPr txBox="1"/>
              <p:nvPr/>
            </p:nvSpPr>
            <p:spPr>
              <a:xfrm>
                <a:off x="7685328"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2"/>
                    </a:solidFill>
                    <a:cs typeface="+mn-ea"/>
                    <a:sym typeface="+mn-lt"/>
                  </a:rPr>
                  <a:t>04</a:t>
                </a:r>
                <a:endParaRPr lang="zh-CN" altLang="en-US" sz="2000" b="1" dirty="0">
                  <a:solidFill>
                    <a:schemeClr val="accent2"/>
                  </a:solidFill>
                  <a:cs typeface="+mn-ea"/>
                  <a:sym typeface="+mn-lt"/>
                </a:endParaRPr>
              </a:p>
            </p:txBody>
          </p:sp>
          <p:sp>
            <p:nvSpPr>
              <p:cNvPr id="678" name="Icon4">
                <a:extLst>
                  <a:ext uri="{FF2B5EF4-FFF2-40B4-BE49-F238E27FC236}">
                    <a16:creationId xmlns:a16="http://schemas.microsoft.com/office/drawing/2014/main" id="{B366B64A-77AE-7867-3692-AE3F0D12CFE1}"/>
                  </a:ext>
                </a:extLst>
              </p:cNvPr>
              <p:cNvSpPr/>
              <p:nvPr/>
            </p:nvSpPr>
            <p:spPr>
              <a:xfrm>
                <a:off x="7973873" y="2780212"/>
                <a:ext cx="601362" cy="352603"/>
              </a:xfrm>
              <a:custGeom>
                <a:avLst/>
                <a:gdLst>
                  <a:gd name="T0" fmla="*/ 263525 w 607614"/>
                  <a:gd name="T1" fmla="*/ 263525 w 607614"/>
                  <a:gd name="T2" fmla="*/ 485433 h 606761"/>
                  <a:gd name="T3" fmla="*/ 485433 h 606761"/>
                  <a:gd name="T4" fmla="*/ 485433 h 606761"/>
                  <a:gd name="T5" fmla="*/ 485433 h 606761"/>
                  <a:gd name="T6" fmla="*/ 485433 h 606761"/>
                  <a:gd name="T7" fmla="*/ 485433 h 606761"/>
                  <a:gd name="T8" fmla="*/ 485433 h 606761"/>
                  <a:gd name="T9" fmla="*/ 485433 h 606761"/>
                  <a:gd name="T10" fmla="*/ 485433 h 606761"/>
                  <a:gd name="T11" fmla="*/ 485433 h 606761"/>
                  <a:gd name="T12" fmla="*/ 485433 h 606761"/>
                  <a:gd name="T13" fmla="*/ 485433 h 606761"/>
                  <a:gd name="T14" fmla="*/ 485433 h 606761"/>
                  <a:gd name="T15" fmla="*/ 485433 h 606761"/>
                  <a:gd name="T16" fmla="*/ 485433 h 606761"/>
                  <a:gd name="T17" fmla="*/ 485433 h 606761"/>
                  <a:gd name="T18" fmla="*/ 485433 h 606761"/>
                  <a:gd name="T19" fmla="*/ 485433 h 606761"/>
                  <a:gd name="T20" fmla="*/ 485433 h 606761"/>
                  <a:gd name="T21" fmla="*/ 485433 h 606761"/>
                  <a:gd name="T22" fmla="*/ 485433 h 606761"/>
                  <a:gd name="T23" fmla="*/ 485433 h 606761"/>
                  <a:gd name="T24" fmla="*/ 485433 h 606761"/>
                  <a:gd name="T25" fmla="*/ 485433 h 606761"/>
                  <a:gd name="T26" fmla="*/ 485433 h 606761"/>
                  <a:gd name="T27" fmla="*/ 485433 h 606761"/>
                  <a:gd name="T28" fmla="*/ 485433 h 606761"/>
                  <a:gd name="T29" fmla="*/ 485433 h 606761"/>
                  <a:gd name="T30" fmla="*/ 485433 h 606761"/>
                  <a:gd name="T31" fmla="*/ 485433 h 606761"/>
                  <a:gd name="T32" fmla="*/ 485433 h 606761"/>
                  <a:gd name="T33" fmla="*/ 485433 h 606761"/>
                  <a:gd name="T34" fmla="*/ 485433 h 606761"/>
                  <a:gd name="T35" fmla="*/ 485433 h 606761"/>
                  <a:gd name="T36" fmla="*/ 485433 h 606761"/>
                  <a:gd name="T37" fmla="*/ 485433 h 606761"/>
                  <a:gd name="T38" fmla="*/ 485433 h 606761"/>
                  <a:gd name="T39" fmla="*/ 485433 h 606761"/>
                  <a:gd name="T40" fmla="*/ 485433 h 606761"/>
                  <a:gd name="T41" fmla="*/ 485433 h 606761"/>
                  <a:gd name="T42" fmla="*/ 485433 h 606761"/>
                  <a:gd name="T43" fmla="*/ 485433 h 606761"/>
                  <a:gd name="T44" fmla="*/ 485433 h 606761"/>
                  <a:gd name="T45" fmla="*/ 485433 h 606761"/>
                  <a:gd name="T46" fmla="*/ 485433 h 606761"/>
                  <a:gd name="T47" fmla="*/ 485433 h 606761"/>
                  <a:gd name="T48" fmla="*/ 485433 h 606761"/>
                  <a:gd name="T49" fmla="*/ 485433 h 606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27" h="4009">
                    <a:moveTo>
                      <a:pt x="6028" y="0"/>
                    </a:moveTo>
                    <a:cubicBezTo>
                      <a:pt x="5587" y="0"/>
                      <a:pt x="5229" y="358"/>
                      <a:pt x="5229" y="799"/>
                    </a:cubicBezTo>
                    <a:cubicBezTo>
                      <a:pt x="5229" y="985"/>
                      <a:pt x="5293" y="1157"/>
                      <a:pt x="5401" y="1293"/>
                    </a:cubicBezTo>
                    <a:lnTo>
                      <a:pt x="4559" y="2460"/>
                    </a:lnTo>
                    <a:cubicBezTo>
                      <a:pt x="4387" y="2396"/>
                      <a:pt x="4191" y="2393"/>
                      <a:pt x="4010" y="2460"/>
                    </a:cubicBezTo>
                    <a:lnTo>
                      <a:pt x="3169" y="1293"/>
                    </a:lnTo>
                    <a:cubicBezTo>
                      <a:pt x="3276" y="1157"/>
                      <a:pt x="3341" y="985"/>
                      <a:pt x="3341" y="799"/>
                    </a:cubicBezTo>
                    <a:cubicBezTo>
                      <a:pt x="3341" y="358"/>
                      <a:pt x="2982" y="0"/>
                      <a:pt x="2542" y="0"/>
                    </a:cubicBezTo>
                    <a:cubicBezTo>
                      <a:pt x="2101" y="0"/>
                      <a:pt x="1743" y="358"/>
                      <a:pt x="1743" y="799"/>
                    </a:cubicBezTo>
                    <a:cubicBezTo>
                      <a:pt x="1743" y="985"/>
                      <a:pt x="1807" y="1157"/>
                      <a:pt x="1915" y="1293"/>
                    </a:cubicBezTo>
                    <a:lnTo>
                      <a:pt x="1073" y="2460"/>
                    </a:lnTo>
                    <a:cubicBezTo>
                      <a:pt x="554" y="2269"/>
                      <a:pt x="0" y="2656"/>
                      <a:pt x="0" y="3210"/>
                    </a:cubicBezTo>
                    <a:cubicBezTo>
                      <a:pt x="0" y="3650"/>
                      <a:pt x="358" y="4009"/>
                      <a:pt x="799" y="4009"/>
                    </a:cubicBezTo>
                    <a:cubicBezTo>
                      <a:pt x="1239" y="4009"/>
                      <a:pt x="1598" y="3650"/>
                      <a:pt x="1598" y="3210"/>
                    </a:cubicBezTo>
                    <a:cubicBezTo>
                      <a:pt x="1598" y="3023"/>
                      <a:pt x="1533" y="2852"/>
                      <a:pt x="1426" y="2716"/>
                    </a:cubicBezTo>
                    <a:lnTo>
                      <a:pt x="2267" y="1549"/>
                    </a:lnTo>
                    <a:cubicBezTo>
                      <a:pt x="2439" y="1612"/>
                      <a:pt x="2635" y="1615"/>
                      <a:pt x="2816" y="1549"/>
                    </a:cubicBezTo>
                    <a:lnTo>
                      <a:pt x="3658" y="2716"/>
                    </a:lnTo>
                    <a:cubicBezTo>
                      <a:pt x="3550" y="2852"/>
                      <a:pt x="3486" y="3023"/>
                      <a:pt x="3486" y="3210"/>
                    </a:cubicBezTo>
                    <a:cubicBezTo>
                      <a:pt x="3486" y="3650"/>
                      <a:pt x="3844" y="4009"/>
                      <a:pt x="4285" y="4009"/>
                    </a:cubicBezTo>
                    <a:cubicBezTo>
                      <a:pt x="4725" y="4009"/>
                      <a:pt x="5084" y="3650"/>
                      <a:pt x="5084" y="3210"/>
                    </a:cubicBezTo>
                    <a:cubicBezTo>
                      <a:pt x="5084" y="3023"/>
                      <a:pt x="5019" y="2852"/>
                      <a:pt x="4912" y="2716"/>
                    </a:cubicBezTo>
                    <a:lnTo>
                      <a:pt x="5753" y="1549"/>
                    </a:lnTo>
                    <a:cubicBezTo>
                      <a:pt x="6273" y="1740"/>
                      <a:pt x="6827" y="1353"/>
                      <a:pt x="6827" y="799"/>
                    </a:cubicBezTo>
                    <a:cubicBezTo>
                      <a:pt x="6827" y="358"/>
                      <a:pt x="6468" y="0"/>
                      <a:pt x="6028"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fontScale="92500"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chemeClr val="lt1"/>
                  </a:solidFill>
                  <a:sym typeface="+mn-lt"/>
                </a:endParaRPr>
              </a:p>
            </p:txBody>
          </p:sp>
          <p:sp>
            <p:nvSpPr>
              <p:cNvPr id="679" name="Bullet4">
                <a:extLst>
                  <a:ext uri="{FF2B5EF4-FFF2-40B4-BE49-F238E27FC236}">
                    <a16:creationId xmlns:a16="http://schemas.microsoft.com/office/drawing/2014/main" id="{1522B393-1258-C00E-BAF5-BA04D2C7DF2E}"/>
                  </a:ext>
                </a:extLst>
              </p:cNvPr>
              <p:cNvSpPr txBox="1"/>
              <p:nvPr/>
            </p:nvSpPr>
            <p:spPr>
              <a:xfrm flipH="1">
                <a:off x="7341218"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增长驱动因素</a:t>
                </a:r>
              </a:p>
            </p:txBody>
          </p:sp>
          <p:sp>
            <p:nvSpPr>
              <p:cNvPr id="680" name="Text4">
                <a:extLst>
                  <a:ext uri="{FF2B5EF4-FFF2-40B4-BE49-F238E27FC236}">
                    <a16:creationId xmlns:a16="http://schemas.microsoft.com/office/drawing/2014/main" id="{A210124F-9225-041B-4020-A954BFB61450}"/>
                  </a:ext>
                </a:extLst>
              </p:cNvPr>
              <p:cNvSpPr txBox="1"/>
              <p:nvPr/>
            </p:nvSpPr>
            <p:spPr>
              <a:xfrm flipH="1">
                <a:off x="7341218"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技术创新、政策支持、市场需求等因素共同推动通用科技行业市场规模持续扩大。</a:t>
                </a:r>
              </a:p>
            </p:txBody>
          </p:sp>
        </p:grpSp>
        <p:grpSp>
          <p:nvGrpSpPr>
            <p:cNvPr id="668" name="组合 667">
              <a:extLst>
                <a:ext uri="{FF2B5EF4-FFF2-40B4-BE49-F238E27FC236}">
                  <a16:creationId xmlns:a16="http://schemas.microsoft.com/office/drawing/2014/main" id="{FA9D24D7-1CBD-FC25-74A4-508EAE9E59E4}"/>
                </a:ext>
              </a:extLst>
            </p:cNvPr>
            <p:cNvGrpSpPr/>
            <p:nvPr/>
          </p:nvGrpSpPr>
          <p:grpSpPr>
            <a:xfrm>
              <a:off x="9429233" y="2284279"/>
              <a:ext cx="2089667" cy="4573718"/>
              <a:chOff x="9429233" y="2284279"/>
              <a:chExt cx="2089667" cy="4573718"/>
            </a:xfrm>
          </p:grpSpPr>
          <p:sp>
            <p:nvSpPr>
              <p:cNvPr id="669" name="ComponentBackground5">
                <a:extLst>
                  <a:ext uri="{FF2B5EF4-FFF2-40B4-BE49-F238E27FC236}">
                    <a16:creationId xmlns:a16="http://schemas.microsoft.com/office/drawing/2014/main" id="{B8876B7C-E0B7-38AA-1C53-B08D5B223371}"/>
                  </a:ext>
                </a:extLst>
              </p:cNvPr>
              <p:cNvSpPr/>
              <p:nvPr/>
            </p:nvSpPr>
            <p:spPr>
              <a:xfrm>
                <a:off x="9429233" y="4042550"/>
                <a:ext cx="2089665" cy="2815447"/>
              </a:xfrm>
              <a:prstGeom prst="rect">
                <a:avLst/>
              </a:prstGeom>
              <a:gradFill flip="none" rotWithShape="1">
                <a:gsLst>
                  <a:gs pos="0">
                    <a:schemeClr val="accent1"/>
                  </a:gs>
                  <a:gs pos="100000">
                    <a:schemeClr val="accent1">
                      <a:alpha val="0"/>
                    </a:schemeClr>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70" name="IconBackground5">
                <a:extLst>
                  <a:ext uri="{FF2B5EF4-FFF2-40B4-BE49-F238E27FC236}">
                    <a16:creationId xmlns:a16="http://schemas.microsoft.com/office/drawing/2014/main" id="{4857DFFF-9017-AEB2-A6EC-F12D90EFCF96}"/>
                  </a:ext>
                </a:extLst>
              </p:cNvPr>
              <p:cNvSpPr/>
              <p:nvPr/>
            </p:nvSpPr>
            <p:spPr>
              <a:xfrm>
                <a:off x="9429238" y="2284279"/>
                <a:ext cx="2089662" cy="2400652"/>
              </a:xfrm>
              <a:custGeom>
                <a:avLst/>
                <a:gdLst>
                  <a:gd name="connsiteX0" fmla="*/ 1189452 w 2282306"/>
                  <a:gd name="connsiteY0" fmla="*/ 11393 h 2621965"/>
                  <a:gd name="connsiteX1" fmla="*/ 2222605 w 2282306"/>
                  <a:gd name="connsiteY1" fmla="*/ 527970 h 2621965"/>
                  <a:gd name="connsiteX2" fmla="*/ 2282306 w 2282306"/>
                  <a:gd name="connsiteY2" fmla="*/ 624568 h 2621965"/>
                  <a:gd name="connsiteX3" fmla="*/ 2282306 w 2282306"/>
                  <a:gd name="connsiteY3" fmla="*/ 1997397 h 2621965"/>
                  <a:gd name="connsiteX4" fmla="*/ 2222605 w 2282306"/>
                  <a:gd name="connsiteY4" fmla="*/ 2093995 h 2621965"/>
                  <a:gd name="connsiteX5" fmla="*/ 1189452 w 2282306"/>
                  <a:gd name="connsiteY5" fmla="*/ 2610572 h 2621965"/>
                  <a:gd name="connsiteX6" fmla="*/ 1092854 w 2282306"/>
                  <a:gd name="connsiteY6" fmla="*/ 2610572 h 2621965"/>
                  <a:gd name="connsiteX7" fmla="*/ 59701 w 2282306"/>
                  <a:gd name="connsiteY7" fmla="*/ 2093995 h 2621965"/>
                  <a:gd name="connsiteX8" fmla="*/ 0 w 2282306"/>
                  <a:gd name="connsiteY8" fmla="*/ 1997397 h 2621965"/>
                  <a:gd name="connsiteX9" fmla="*/ 0 w 2282306"/>
                  <a:gd name="connsiteY9" fmla="*/ 624568 h 2621965"/>
                  <a:gd name="connsiteX10" fmla="*/ 59701 w 2282306"/>
                  <a:gd name="connsiteY10" fmla="*/ 527970 h 2621965"/>
                  <a:gd name="connsiteX11" fmla="*/ 1092854 w 2282306"/>
                  <a:gd name="connsiteY11" fmla="*/ 11393 h 2621965"/>
                  <a:gd name="connsiteX12" fmla="*/ 1189452 w 2282306"/>
                  <a:gd name="connsiteY12" fmla="*/ 11393 h 262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2306" h="2621965">
                    <a:moveTo>
                      <a:pt x="1189452" y="11393"/>
                    </a:moveTo>
                    <a:lnTo>
                      <a:pt x="2222605" y="527970"/>
                    </a:lnTo>
                    <a:cubicBezTo>
                      <a:pt x="2259202" y="546268"/>
                      <a:pt x="2282306" y="583651"/>
                      <a:pt x="2282306" y="624568"/>
                    </a:cubicBezTo>
                    <a:lnTo>
                      <a:pt x="2282306" y="1997397"/>
                    </a:lnTo>
                    <a:cubicBezTo>
                      <a:pt x="2282306" y="2038314"/>
                      <a:pt x="2259202" y="2075697"/>
                      <a:pt x="2222605" y="2093995"/>
                    </a:cubicBezTo>
                    <a:lnTo>
                      <a:pt x="1189452" y="2610572"/>
                    </a:lnTo>
                    <a:cubicBezTo>
                      <a:pt x="1159072" y="2625763"/>
                      <a:pt x="1123234" y="2625763"/>
                      <a:pt x="1092854" y="2610572"/>
                    </a:cubicBezTo>
                    <a:lnTo>
                      <a:pt x="59701" y="2093995"/>
                    </a:lnTo>
                    <a:cubicBezTo>
                      <a:pt x="23104" y="2075697"/>
                      <a:pt x="0" y="2038314"/>
                      <a:pt x="0" y="1997397"/>
                    </a:cubicBezTo>
                    <a:lnTo>
                      <a:pt x="0" y="624568"/>
                    </a:lnTo>
                    <a:cubicBezTo>
                      <a:pt x="0" y="583651"/>
                      <a:pt x="23104" y="546268"/>
                      <a:pt x="59701" y="527970"/>
                    </a:cubicBezTo>
                    <a:lnTo>
                      <a:pt x="1092854" y="11393"/>
                    </a:lnTo>
                    <a:cubicBezTo>
                      <a:pt x="1123234" y="-3797"/>
                      <a:pt x="1159072" y="-3797"/>
                      <a:pt x="1189452" y="11393"/>
                    </a:cubicBezTo>
                  </a:path>
                </a:pathLst>
              </a:custGeom>
              <a:gradFill>
                <a:gsLst>
                  <a:gs pos="0">
                    <a:schemeClr val="accent1">
                      <a:alpha val="20000"/>
                    </a:schemeClr>
                  </a:gs>
                  <a:gs pos="100000">
                    <a:schemeClr val="accent1">
                      <a:alpha val="0"/>
                    </a:schemeClr>
                  </a:gs>
                </a:gsLst>
                <a:lin ang="5400000" scaled="1"/>
              </a:gradFill>
              <a:ln>
                <a:gradFill>
                  <a:gsLst>
                    <a:gs pos="0">
                      <a:schemeClr val="accent2">
                        <a:alpha val="8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ym typeface="+mn-lt"/>
                </a:endParaRPr>
              </a:p>
            </p:txBody>
          </p:sp>
          <p:sp>
            <p:nvSpPr>
              <p:cNvPr id="671" name="Number5">
                <a:extLst>
                  <a:ext uri="{FF2B5EF4-FFF2-40B4-BE49-F238E27FC236}">
                    <a16:creationId xmlns:a16="http://schemas.microsoft.com/office/drawing/2014/main" id="{58CBB53F-0217-B9C2-195A-ADAFABFB2262}"/>
                  </a:ext>
                </a:extLst>
              </p:cNvPr>
              <p:cNvSpPr txBox="1"/>
              <p:nvPr/>
            </p:nvSpPr>
            <p:spPr>
              <a:xfrm>
                <a:off x="9877538" y="3741158"/>
                <a:ext cx="1193059" cy="366338"/>
              </a:xfrm>
              <a:prstGeom prst="rect">
                <a:avLst/>
              </a:prstGeom>
              <a:noFill/>
            </p:spPr>
            <p:txBody>
              <a:bodyPr wrap="none" rtlCol="0">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accent1"/>
                    </a:solidFill>
                    <a:cs typeface="+mn-ea"/>
                    <a:sym typeface="+mn-lt"/>
                  </a:rPr>
                  <a:t>05</a:t>
                </a:r>
                <a:endParaRPr lang="zh-CN" altLang="en-US" sz="2000" b="1" dirty="0">
                  <a:solidFill>
                    <a:schemeClr val="accent1"/>
                  </a:solidFill>
                  <a:cs typeface="+mn-ea"/>
                  <a:sym typeface="+mn-lt"/>
                </a:endParaRPr>
              </a:p>
            </p:txBody>
          </p:sp>
          <p:sp>
            <p:nvSpPr>
              <p:cNvPr id="672" name="Bullet5">
                <a:extLst>
                  <a:ext uri="{FF2B5EF4-FFF2-40B4-BE49-F238E27FC236}">
                    <a16:creationId xmlns:a16="http://schemas.microsoft.com/office/drawing/2014/main" id="{0EA301C3-EE71-0E75-F055-2788885696BE}"/>
                  </a:ext>
                </a:extLst>
              </p:cNvPr>
              <p:cNvSpPr txBox="1"/>
              <p:nvPr/>
            </p:nvSpPr>
            <p:spPr>
              <a:xfrm flipH="1">
                <a:off x="9533428" y="4531979"/>
                <a:ext cx="1866670" cy="605308"/>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2000" b="1" dirty="0">
                    <a:solidFill>
                      <a:schemeClr val="tx1"/>
                    </a:solidFill>
                    <a:latin typeface="+mn-lt"/>
                    <a:ea typeface="+mn-ea"/>
                    <a:cs typeface="+mn-ea"/>
                    <a:sym typeface="+mn-lt"/>
                  </a:rPr>
                  <a:t>未来增长预测</a:t>
                </a:r>
              </a:p>
            </p:txBody>
          </p:sp>
          <p:sp>
            <p:nvSpPr>
              <p:cNvPr id="673" name="Text5">
                <a:extLst>
                  <a:ext uri="{FF2B5EF4-FFF2-40B4-BE49-F238E27FC236}">
                    <a16:creationId xmlns:a16="http://schemas.microsoft.com/office/drawing/2014/main" id="{62FE7056-F77B-2A95-8EFB-0C9D7F95EA80}"/>
                  </a:ext>
                </a:extLst>
              </p:cNvPr>
              <p:cNvSpPr txBox="1"/>
              <p:nvPr/>
            </p:nvSpPr>
            <p:spPr>
              <a:xfrm flipH="1">
                <a:off x="9533428" y="5137285"/>
                <a:ext cx="1866670" cy="1278029"/>
              </a:xfrm>
              <a:prstGeom prst="rect">
                <a:avLst/>
              </a:prstGeom>
              <a:noFill/>
            </p:spPr>
            <p:txBody>
              <a:bodyPr wrap="square"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cs typeface="+mn-ea"/>
                    <a:sym typeface="+mn-lt"/>
                  </a:rPr>
                  <a:t>预计未来十年，通用科技行业市场规模将实现显著增长，年复合增长率超过</a:t>
                </a:r>
                <a:r>
                  <a:rPr lang="en-US" altLang="zh-CN" sz="1400" dirty="0">
                    <a:cs typeface="+mn-ea"/>
                    <a:sym typeface="+mn-lt"/>
                  </a:rPr>
                  <a:t>10%</a:t>
                </a:r>
                <a:r>
                  <a:rPr lang="zh-CN" altLang="en-US" sz="1400" dirty="0">
                    <a:cs typeface="+mn-ea"/>
                    <a:sym typeface="+mn-lt"/>
                  </a:rPr>
                  <a:t>。</a:t>
                </a:r>
              </a:p>
            </p:txBody>
          </p:sp>
          <p:sp>
            <p:nvSpPr>
              <p:cNvPr id="674" name="Icon5">
                <a:extLst>
                  <a:ext uri="{FF2B5EF4-FFF2-40B4-BE49-F238E27FC236}">
                    <a16:creationId xmlns:a16="http://schemas.microsoft.com/office/drawing/2014/main" id="{0A71DB1F-1B1F-DC9B-177A-82F1A941F42D}"/>
                  </a:ext>
                </a:extLst>
              </p:cNvPr>
              <p:cNvSpPr/>
              <p:nvPr/>
            </p:nvSpPr>
            <p:spPr>
              <a:xfrm>
                <a:off x="10210065" y="2700262"/>
                <a:ext cx="513396" cy="512500"/>
              </a:xfrm>
              <a:custGeom>
                <a:avLst/>
                <a:gdLst>
                  <a:gd name="connsiteX0" fmla="*/ 0 w 607357"/>
                  <a:gd name="connsiteY0" fmla="*/ 555773 h 606298"/>
                  <a:gd name="connsiteX1" fmla="*/ 607356 w 607357"/>
                  <a:gd name="connsiteY1" fmla="*/ 555773 h 606298"/>
                  <a:gd name="connsiteX2" fmla="*/ 607356 w 607357"/>
                  <a:gd name="connsiteY2" fmla="*/ 606298 h 606298"/>
                  <a:gd name="connsiteX3" fmla="*/ 0 w 607357"/>
                  <a:gd name="connsiteY3" fmla="*/ 606298 h 606298"/>
                  <a:gd name="connsiteX4" fmla="*/ 75929 w 607357"/>
                  <a:gd name="connsiteY4" fmla="*/ 353674 h 606298"/>
                  <a:gd name="connsiteX5" fmla="*/ 151858 w 607357"/>
                  <a:gd name="connsiteY5" fmla="*/ 429462 h 606298"/>
                  <a:gd name="connsiteX6" fmla="*/ 75929 w 607357"/>
                  <a:gd name="connsiteY6" fmla="*/ 505250 h 606298"/>
                  <a:gd name="connsiteX7" fmla="*/ 0 w 607357"/>
                  <a:gd name="connsiteY7" fmla="*/ 429462 h 606298"/>
                  <a:gd name="connsiteX8" fmla="*/ 75929 w 607357"/>
                  <a:gd name="connsiteY8" fmla="*/ 353674 h 606298"/>
                  <a:gd name="connsiteX9" fmla="*/ 206739 w 607357"/>
                  <a:gd name="connsiteY9" fmla="*/ 54194 h 606298"/>
                  <a:gd name="connsiteX10" fmla="*/ 391741 w 607357"/>
                  <a:gd name="connsiteY10" fmla="*/ 356481 h 606298"/>
                  <a:gd name="connsiteX11" fmla="*/ 461972 w 607357"/>
                  <a:gd name="connsiteY11" fmla="*/ 181273 h 606298"/>
                  <a:gd name="connsiteX12" fmla="*/ 508918 w 607357"/>
                  <a:gd name="connsiteY12" fmla="*/ 200095 h 606298"/>
                  <a:gd name="connsiteX13" fmla="*/ 401232 w 607357"/>
                  <a:gd name="connsiteY13" fmla="*/ 468907 h 606298"/>
                  <a:gd name="connsiteX14" fmla="*/ 215090 w 607357"/>
                  <a:gd name="connsiteY14" fmla="*/ 164725 h 606298"/>
                  <a:gd name="connsiteX15" fmla="*/ 147264 w 607357"/>
                  <a:gd name="connsiteY15" fmla="*/ 325279 h 606298"/>
                  <a:gd name="connsiteX16" fmla="*/ 100697 w 607357"/>
                  <a:gd name="connsiteY16" fmla="*/ 305573 h 606298"/>
                  <a:gd name="connsiteX17" fmla="*/ 531428 w 607357"/>
                  <a:gd name="connsiteY17" fmla="*/ 0 h 606298"/>
                  <a:gd name="connsiteX18" fmla="*/ 607357 w 607357"/>
                  <a:gd name="connsiteY18" fmla="*/ 75788 h 606298"/>
                  <a:gd name="connsiteX19" fmla="*/ 531428 w 607357"/>
                  <a:gd name="connsiteY19" fmla="*/ 151576 h 606298"/>
                  <a:gd name="connsiteX20" fmla="*/ 455499 w 607357"/>
                  <a:gd name="connsiteY20" fmla="*/ 75788 h 606298"/>
                  <a:gd name="connsiteX21" fmla="*/ 531428 w 607357"/>
                  <a:gd name="connsiteY21" fmla="*/ 0 h 60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357" h="606298">
                    <a:moveTo>
                      <a:pt x="0" y="555773"/>
                    </a:moveTo>
                    <a:lnTo>
                      <a:pt x="607356" y="555773"/>
                    </a:lnTo>
                    <a:lnTo>
                      <a:pt x="607356" y="606298"/>
                    </a:lnTo>
                    <a:lnTo>
                      <a:pt x="0" y="606298"/>
                    </a:lnTo>
                    <a:close/>
                    <a:moveTo>
                      <a:pt x="75929" y="353674"/>
                    </a:moveTo>
                    <a:cubicBezTo>
                      <a:pt x="117863" y="353674"/>
                      <a:pt x="151858" y="387605"/>
                      <a:pt x="151858" y="429462"/>
                    </a:cubicBezTo>
                    <a:cubicBezTo>
                      <a:pt x="151858" y="471319"/>
                      <a:pt x="117863" y="505250"/>
                      <a:pt x="75929" y="505250"/>
                    </a:cubicBezTo>
                    <a:cubicBezTo>
                      <a:pt x="33995" y="505250"/>
                      <a:pt x="0" y="471319"/>
                      <a:pt x="0" y="429462"/>
                    </a:cubicBezTo>
                    <a:cubicBezTo>
                      <a:pt x="0" y="387605"/>
                      <a:pt x="33995" y="353674"/>
                      <a:pt x="75929" y="353674"/>
                    </a:cubicBezTo>
                    <a:close/>
                    <a:moveTo>
                      <a:pt x="206739" y="54194"/>
                    </a:moveTo>
                    <a:lnTo>
                      <a:pt x="391741" y="356481"/>
                    </a:lnTo>
                    <a:lnTo>
                      <a:pt x="461972" y="181273"/>
                    </a:lnTo>
                    <a:cubicBezTo>
                      <a:pt x="475891" y="190494"/>
                      <a:pt x="491835" y="196937"/>
                      <a:pt x="508918" y="200095"/>
                    </a:cubicBezTo>
                    <a:lnTo>
                      <a:pt x="401232" y="468907"/>
                    </a:lnTo>
                    <a:lnTo>
                      <a:pt x="215090" y="164725"/>
                    </a:lnTo>
                    <a:lnTo>
                      <a:pt x="147264" y="325279"/>
                    </a:lnTo>
                    <a:cubicBezTo>
                      <a:pt x="133471" y="315805"/>
                      <a:pt x="117654" y="308984"/>
                      <a:pt x="100697" y="305573"/>
                    </a:cubicBezTo>
                    <a:close/>
                    <a:moveTo>
                      <a:pt x="531428" y="0"/>
                    </a:moveTo>
                    <a:cubicBezTo>
                      <a:pt x="573362" y="0"/>
                      <a:pt x="607357" y="33931"/>
                      <a:pt x="607357" y="75788"/>
                    </a:cubicBezTo>
                    <a:cubicBezTo>
                      <a:pt x="607357" y="117645"/>
                      <a:pt x="573362" y="151576"/>
                      <a:pt x="531428" y="151576"/>
                    </a:cubicBezTo>
                    <a:cubicBezTo>
                      <a:pt x="489494" y="151576"/>
                      <a:pt x="455499" y="117645"/>
                      <a:pt x="455499" y="75788"/>
                    </a:cubicBezTo>
                    <a:cubicBezTo>
                      <a:pt x="455499" y="33931"/>
                      <a:pt x="489494" y="0"/>
                      <a:pt x="531428" y="0"/>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chemeClr val="lt1"/>
                  </a:solidFill>
                  <a:sym typeface="+mn-lt"/>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技术发展趋势</a:t>
            </a:r>
            <a:endParaRPr lang="en-US" dirty="0"/>
          </a:p>
        </p:txBody>
      </p:sp>
      <p:grpSp>
        <p:nvGrpSpPr>
          <p:cNvPr id="45" name="b0baf496-814a-4eaf-ab53-765ba9af72c4.source.2.zh-Hans">
            <a:extLst>
              <a:ext uri="{FF2B5EF4-FFF2-40B4-BE49-F238E27FC236}">
                <a16:creationId xmlns:a16="http://schemas.microsoft.com/office/drawing/2014/main" id="{4C025781-7C58-18EE-8115-788572417693}"/>
              </a:ext>
            </a:extLst>
          </p:cNvPr>
          <p:cNvGrpSpPr/>
          <p:nvPr/>
        </p:nvGrpSpPr>
        <p:grpSpPr>
          <a:xfrm>
            <a:off x="0" y="1130300"/>
            <a:ext cx="12192000" cy="5727701"/>
            <a:chOff x="0" y="1130300"/>
            <a:chExt cx="12192000" cy="5727701"/>
          </a:xfrm>
        </p:grpSpPr>
        <p:sp>
          <p:nvSpPr>
            <p:cNvPr id="46" name="任意多边形: 形状 45">
              <a:extLst>
                <a:ext uri="{FF2B5EF4-FFF2-40B4-BE49-F238E27FC236}">
                  <a16:creationId xmlns:a16="http://schemas.microsoft.com/office/drawing/2014/main" id="{DA7E5474-2A73-FE30-9ABB-17E401BBB031}"/>
                </a:ext>
              </a:extLst>
            </p:cNvPr>
            <p:cNvSpPr/>
            <p:nvPr/>
          </p:nvSpPr>
          <p:spPr>
            <a:xfrm>
              <a:off x="0" y="6595533"/>
              <a:ext cx="12192000" cy="262468"/>
            </a:xfrm>
            <a:custGeom>
              <a:avLst/>
              <a:gdLst>
                <a:gd name="connsiteX0" fmla="*/ 0 w 12192000"/>
                <a:gd name="connsiteY0" fmla="*/ 0 h 3101009"/>
                <a:gd name="connsiteX1" fmla="*/ 12192000 w 12192000"/>
                <a:gd name="connsiteY1" fmla="*/ 0 h 3101009"/>
                <a:gd name="connsiteX2" fmla="*/ 12192000 w 12192000"/>
                <a:gd name="connsiteY2" fmla="*/ 3101009 h 3101009"/>
                <a:gd name="connsiteX3" fmla="*/ 0 w 12192000"/>
                <a:gd name="connsiteY3" fmla="*/ 3101009 h 3101009"/>
              </a:gdLst>
              <a:ahLst/>
              <a:cxnLst>
                <a:cxn ang="0">
                  <a:pos x="connsiteX0" y="connsiteY0"/>
                </a:cxn>
                <a:cxn ang="0">
                  <a:pos x="connsiteX1" y="connsiteY1"/>
                </a:cxn>
                <a:cxn ang="0">
                  <a:pos x="connsiteX2" y="connsiteY2"/>
                </a:cxn>
                <a:cxn ang="0">
                  <a:pos x="connsiteX3" y="connsiteY3"/>
                </a:cxn>
              </a:cxnLst>
              <a:rect l="l" t="t" r="r" b="b"/>
              <a:pathLst>
                <a:path w="12192000" h="3101009">
                  <a:moveTo>
                    <a:pt x="0" y="0"/>
                  </a:moveTo>
                  <a:lnTo>
                    <a:pt x="12192000" y="0"/>
                  </a:lnTo>
                  <a:lnTo>
                    <a:pt x="12192000" y="3101009"/>
                  </a:lnTo>
                  <a:lnTo>
                    <a:pt x="0" y="3101009"/>
                  </a:lnTo>
                  <a:close/>
                </a:path>
              </a:pathLst>
            </a:custGeom>
            <a:solidFill>
              <a:schemeClr val="accent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latin typeface="Arial" panose="020B0604020202020204" pitchFamily="34" charset="0"/>
                <a:ea typeface="微软雅黑" panose="020B0503020204020204" pitchFamily="34" charset="-122"/>
                <a:sym typeface="Arial" panose="020B0604020202020204" pitchFamily="34" charset="0"/>
              </a:endParaRPr>
            </a:p>
          </p:txBody>
        </p:sp>
        <p:sp>
          <p:nvSpPr>
            <p:cNvPr id="47" name="Title">
              <a:extLst>
                <a:ext uri="{FF2B5EF4-FFF2-40B4-BE49-F238E27FC236}">
                  <a16:creationId xmlns:a16="http://schemas.microsoft.com/office/drawing/2014/main" id="{B8C16215-E58F-3E2C-58EA-C3C4490979E9}"/>
                </a:ext>
              </a:extLst>
            </p:cNvPr>
            <p:cNvSpPr txBox="1"/>
            <p:nvPr/>
          </p:nvSpPr>
          <p:spPr>
            <a:xfrm>
              <a:off x="660400" y="1130300"/>
              <a:ext cx="10858500" cy="527112"/>
            </a:xfrm>
            <a:prstGeom prst="rect">
              <a:avLst/>
            </a:prstGeom>
            <a:noFill/>
          </p:spPr>
          <p:txBody>
            <a:bodyPr vert="horz" wrap="square" rtlCol="0" anchor="t"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latin typeface="Arial" panose="020B0604020202020204" pitchFamily="34" charset="0"/>
                  <a:ea typeface="微软雅黑" panose="020B0503020204020204" pitchFamily="34" charset="-122"/>
                  <a:sym typeface="Arial" panose="020B0604020202020204" pitchFamily="34" charset="0"/>
                </a:rPr>
                <a:t>关键技术突破与未来发展方向</a:t>
              </a:r>
              <a:endParaRPr lang="en-US" dirty="0"/>
            </a:p>
          </p:txBody>
        </p:sp>
        <p:grpSp>
          <p:nvGrpSpPr>
            <p:cNvPr id="48" name="组合 47">
              <a:extLst>
                <a:ext uri="{FF2B5EF4-FFF2-40B4-BE49-F238E27FC236}">
                  <a16:creationId xmlns:a16="http://schemas.microsoft.com/office/drawing/2014/main" id="{195EF780-1ECD-477B-4A3F-87494720C4A7}"/>
                </a:ext>
              </a:extLst>
            </p:cNvPr>
            <p:cNvGrpSpPr/>
            <p:nvPr/>
          </p:nvGrpSpPr>
          <p:grpSpPr>
            <a:xfrm>
              <a:off x="2158213" y="2279387"/>
              <a:ext cx="3315216" cy="3551822"/>
              <a:chOff x="393043" y="2426160"/>
              <a:chExt cx="3315216" cy="3551822"/>
            </a:xfrm>
          </p:grpSpPr>
          <p:sp>
            <p:nvSpPr>
              <p:cNvPr id="58" name="ComponentBackground1">
                <a:extLst>
                  <a:ext uri="{FF2B5EF4-FFF2-40B4-BE49-F238E27FC236}">
                    <a16:creationId xmlns:a16="http://schemas.microsoft.com/office/drawing/2014/main" id="{586883D8-DAD4-19A6-33D9-EF7734E37535}"/>
                  </a:ext>
                </a:extLst>
              </p:cNvPr>
              <p:cNvSpPr/>
              <p:nvPr/>
            </p:nvSpPr>
            <p:spPr>
              <a:xfrm>
                <a:off x="393043" y="2876973"/>
                <a:ext cx="3315216" cy="3101009"/>
              </a:xfrm>
              <a:prstGeom prst="roundRect">
                <a:avLst>
                  <a:gd name="adj" fmla="val 12433"/>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2000" b="1">
                  <a:solidFill>
                    <a:schemeClr val="tx1"/>
                  </a:solidFill>
                  <a:sym typeface="Arial" panose="020B0604020202020204" pitchFamily="34" charset="0"/>
                </a:endParaRPr>
              </a:p>
            </p:txBody>
          </p:sp>
          <p:sp>
            <p:nvSpPr>
              <p:cNvPr id="59" name="wireless-signal-interface-status-symbol-of-bars-group_39538">
                <a:extLst>
                  <a:ext uri="{FF2B5EF4-FFF2-40B4-BE49-F238E27FC236}">
                    <a16:creationId xmlns:a16="http://schemas.microsoft.com/office/drawing/2014/main" id="{2352412A-D19E-9FC0-7005-48874C5C2256}"/>
                  </a:ext>
                </a:extLst>
              </p:cNvPr>
              <p:cNvSpPr/>
              <p:nvPr/>
            </p:nvSpPr>
            <p:spPr>
              <a:xfrm>
                <a:off x="1744614" y="5210925"/>
                <a:ext cx="577420" cy="609685"/>
              </a:xfrm>
              <a:custGeom>
                <a:avLst/>
                <a:gdLst>
                  <a:gd name="connsiteX0" fmla="*/ 602275 w 602487"/>
                  <a:gd name="connsiteY0" fmla="*/ 602275 w 602487"/>
                  <a:gd name="connsiteX1" fmla="*/ 602275 w 602487"/>
                  <a:gd name="connsiteY1" fmla="*/ 602275 w 602487"/>
                  <a:gd name="connsiteX2" fmla="*/ 602275 w 602487"/>
                  <a:gd name="connsiteY2" fmla="*/ 602275 w 602487"/>
                  <a:gd name="connsiteX3" fmla="*/ 602275 w 602487"/>
                  <a:gd name="connsiteY3" fmla="*/ 602275 w 602487"/>
                  <a:gd name="connsiteX4" fmla="*/ 602275 w 602487"/>
                  <a:gd name="connsiteY4" fmla="*/ 602275 w 602487"/>
                  <a:gd name="connsiteX5" fmla="*/ 602275 w 602487"/>
                  <a:gd name="connsiteY5" fmla="*/ 602275 w 602487"/>
                  <a:gd name="connsiteX6" fmla="*/ 602275 w 602487"/>
                  <a:gd name="connsiteY6" fmla="*/ 602275 w 602487"/>
                  <a:gd name="connsiteX7" fmla="*/ 602275 w 602487"/>
                  <a:gd name="connsiteY7" fmla="*/ 602275 w 602487"/>
                  <a:gd name="connsiteX8" fmla="*/ 602275 w 602487"/>
                  <a:gd name="connsiteY8" fmla="*/ 602275 w 602487"/>
                  <a:gd name="connsiteX9" fmla="*/ 602275 w 602487"/>
                  <a:gd name="connsiteY9" fmla="*/ 602275 w 602487"/>
                  <a:gd name="connsiteX10" fmla="*/ 602275 w 602487"/>
                  <a:gd name="connsiteY10" fmla="*/ 602275 w 602487"/>
                  <a:gd name="connsiteX11" fmla="*/ 602275 w 602487"/>
                  <a:gd name="connsiteY11" fmla="*/ 602275 w 602487"/>
                  <a:gd name="connsiteX12" fmla="*/ 602275 w 602487"/>
                  <a:gd name="connsiteY12" fmla="*/ 602275 w 602487"/>
                  <a:gd name="connsiteX13" fmla="*/ 602275 w 602487"/>
                  <a:gd name="connsiteY13" fmla="*/ 602275 w 602487"/>
                  <a:gd name="connsiteX14" fmla="*/ 602275 w 602487"/>
                  <a:gd name="connsiteY14" fmla="*/ 602275 w 602487"/>
                  <a:gd name="connsiteX15" fmla="*/ 602275 w 602487"/>
                  <a:gd name="connsiteY15" fmla="*/ 602275 w 602487"/>
                  <a:gd name="connsiteX16" fmla="*/ 602275 w 602487"/>
                  <a:gd name="connsiteY16" fmla="*/ 602275 w 602487"/>
                  <a:gd name="connsiteX17" fmla="*/ 602275 w 602487"/>
                  <a:gd name="connsiteY17" fmla="*/ 602275 w 602487"/>
                  <a:gd name="connsiteX18" fmla="*/ 602275 w 602487"/>
                  <a:gd name="connsiteY18" fmla="*/ 602275 w 602487"/>
                  <a:gd name="connsiteX19" fmla="*/ 602275 w 602487"/>
                  <a:gd name="connsiteY19" fmla="*/ 602275 w 602487"/>
                  <a:gd name="connsiteX20" fmla="*/ 602275 w 602487"/>
                  <a:gd name="connsiteY20" fmla="*/ 602275 w 602487"/>
                  <a:gd name="connsiteX21" fmla="*/ 602275 w 602487"/>
                  <a:gd name="connsiteY21" fmla="*/ 602275 w 602487"/>
                  <a:gd name="connsiteX22" fmla="*/ 602275 w 602487"/>
                  <a:gd name="connsiteY22" fmla="*/ 602275 w 602487"/>
                  <a:gd name="connsiteX23" fmla="*/ 602275 w 602487"/>
                  <a:gd name="connsiteY23" fmla="*/ 602275 w 602487"/>
                  <a:gd name="connsiteX24" fmla="*/ 602275 w 602487"/>
                  <a:gd name="connsiteY24" fmla="*/ 602275 w 602487"/>
                  <a:gd name="connsiteX25" fmla="*/ 602275 w 602487"/>
                  <a:gd name="connsiteY25" fmla="*/ 602275 w 602487"/>
                  <a:gd name="connsiteX26" fmla="*/ 602275 w 602487"/>
                  <a:gd name="connsiteY26" fmla="*/ 602275 w 602487"/>
                  <a:gd name="connsiteX27" fmla="*/ 602275 w 602487"/>
                  <a:gd name="connsiteY27" fmla="*/ 602275 w 602487"/>
                  <a:gd name="connsiteX28" fmla="*/ 602275 w 602487"/>
                  <a:gd name="connsiteY28" fmla="*/ 602275 w 602487"/>
                  <a:gd name="connsiteX29" fmla="*/ 602275 w 602487"/>
                  <a:gd name="connsiteY29" fmla="*/ 602275 w 602487"/>
                  <a:gd name="connsiteX30" fmla="*/ 602275 w 602487"/>
                  <a:gd name="connsiteY30" fmla="*/ 602275 w 602487"/>
                  <a:gd name="connsiteX31" fmla="*/ 602275 w 602487"/>
                  <a:gd name="connsiteY31" fmla="*/ 602275 w 602487"/>
                  <a:gd name="connsiteX32" fmla="*/ 602275 w 602487"/>
                  <a:gd name="connsiteY32" fmla="*/ 602275 w 602487"/>
                  <a:gd name="connsiteX33" fmla="*/ 602275 w 602487"/>
                  <a:gd name="connsiteY33" fmla="*/ 602275 w 602487"/>
                  <a:gd name="connsiteX34" fmla="*/ 602275 w 602487"/>
                  <a:gd name="connsiteY34" fmla="*/ 602275 w 602487"/>
                  <a:gd name="connsiteX35" fmla="*/ 602275 w 602487"/>
                  <a:gd name="connsiteY35" fmla="*/ 602275 w 602487"/>
                  <a:gd name="connsiteX36" fmla="*/ 602275 w 602487"/>
                  <a:gd name="connsiteY36" fmla="*/ 602275 w 602487"/>
                  <a:gd name="connsiteX37" fmla="*/ 602275 w 602487"/>
                  <a:gd name="connsiteY37" fmla="*/ 602275 w 602487"/>
                  <a:gd name="connsiteX38" fmla="*/ 602275 w 602487"/>
                  <a:gd name="connsiteY38" fmla="*/ 602275 w 602487"/>
                  <a:gd name="connsiteX39" fmla="*/ 602275 w 602487"/>
                  <a:gd name="connsiteY39" fmla="*/ 602275 w 602487"/>
                  <a:gd name="connsiteX40" fmla="*/ 602275 w 602487"/>
                  <a:gd name="connsiteY40" fmla="*/ 602275 w 602487"/>
                  <a:gd name="connsiteX41" fmla="*/ 602275 w 602487"/>
                  <a:gd name="connsiteY41" fmla="*/ 602275 w 602487"/>
                  <a:gd name="connsiteX42" fmla="*/ 602275 w 602487"/>
                  <a:gd name="connsiteY42" fmla="*/ 602275 w 602487"/>
                  <a:gd name="connsiteX43" fmla="*/ 602275 w 602487"/>
                  <a:gd name="connsiteY43" fmla="*/ 602275 w 602487"/>
                  <a:gd name="connsiteX44" fmla="*/ 602275 w 602487"/>
                  <a:gd name="connsiteY44" fmla="*/ 602275 w 602487"/>
                  <a:gd name="connsiteX45" fmla="*/ 602275 w 602487"/>
                  <a:gd name="connsiteY45" fmla="*/ 602275 w 602487"/>
                  <a:gd name="connsiteX46" fmla="*/ 602275 w 602487"/>
                  <a:gd name="connsiteY46" fmla="*/ 602275 w 602487"/>
                  <a:gd name="connsiteX47" fmla="*/ 602275 w 602487"/>
                  <a:gd name="connsiteY47" fmla="*/ 602275 w 602487"/>
                  <a:gd name="connsiteX48" fmla="*/ 602275 w 602487"/>
                  <a:gd name="connsiteY48" fmla="*/ 602275 w 602487"/>
                  <a:gd name="connsiteX49" fmla="*/ 602275 w 602487"/>
                  <a:gd name="connsiteY49" fmla="*/ 602275 w 602487"/>
                  <a:gd name="connsiteX50" fmla="*/ 602275 w 602487"/>
                  <a:gd name="connsiteY50" fmla="*/ 602275 w 602487"/>
                  <a:gd name="connsiteX51" fmla="*/ 602275 w 602487"/>
                  <a:gd name="connsiteY51" fmla="*/ 602275 w 602487"/>
                  <a:gd name="connsiteX52" fmla="*/ 602275 w 602487"/>
                  <a:gd name="connsiteY52" fmla="*/ 602275 w 602487"/>
                  <a:gd name="connsiteX53" fmla="*/ 602275 w 602487"/>
                  <a:gd name="connsiteY53" fmla="*/ 602275 w 602487"/>
                  <a:gd name="connsiteX54" fmla="*/ 602275 w 602487"/>
                  <a:gd name="connsiteY54" fmla="*/ 602275 w 602487"/>
                  <a:gd name="connsiteX55" fmla="*/ 602275 w 602487"/>
                  <a:gd name="connsiteY55" fmla="*/ 602275 w 602487"/>
                  <a:gd name="connsiteX56" fmla="*/ 602275 w 602487"/>
                  <a:gd name="connsiteY56" fmla="*/ 602275 w 602487"/>
                  <a:gd name="connsiteX57" fmla="*/ 602275 w 602487"/>
                  <a:gd name="connsiteY57" fmla="*/ 602275 w 602487"/>
                  <a:gd name="connsiteX58" fmla="*/ 602275 w 602487"/>
                  <a:gd name="connsiteY58" fmla="*/ 602275 w 602487"/>
                  <a:gd name="connsiteX59" fmla="*/ 602275 w 602487"/>
                  <a:gd name="connsiteY59" fmla="*/ 602275 w 602487"/>
                  <a:gd name="connsiteX60" fmla="*/ 602275 w 602487"/>
                  <a:gd name="connsiteY60" fmla="*/ 602275 w 602487"/>
                  <a:gd name="connsiteX61" fmla="*/ 602275 w 602487"/>
                  <a:gd name="connsiteY61" fmla="*/ 602275 w 602487"/>
                  <a:gd name="connsiteX62" fmla="*/ 602275 w 602487"/>
                  <a:gd name="connsiteY62" fmla="*/ 602275 w 602487"/>
                  <a:gd name="connsiteX63" fmla="*/ 602275 w 602487"/>
                  <a:gd name="connsiteY63" fmla="*/ 602275 w 602487"/>
                  <a:gd name="connsiteX64" fmla="*/ 602275 w 602487"/>
                  <a:gd name="connsiteY64" fmla="*/ 602275 w 602487"/>
                  <a:gd name="connsiteX65" fmla="*/ 602275 w 602487"/>
                  <a:gd name="connsiteY65" fmla="*/ 602275 w 602487"/>
                  <a:gd name="connsiteX66" fmla="*/ 602275 w 602487"/>
                  <a:gd name="connsiteY66" fmla="*/ 602275 w 602487"/>
                  <a:gd name="connsiteX67" fmla="*/ 602275 w 602487"/>
                  <a:gd name="connsiteY67" fmla="*/ 602275 w 602487"/>
                  <a:gd name="connsiteX68" fmla="*/ 602275 w 602487"/>
                  <a:gd name="connsiteY68" fmla="*/ 602275 w 602487"/>
                  <a:gd name="connsiteX69" fmla="*/ 602275 w 602487"/>
                  <a:gd name="connsiteY69" fmla="*/ 602275 w 602487"/>
                  <a:gd name="connsiteX70" fmla="*/ 602275 w 602487"/>
                  <a:gd name="connsiteY70" fmla="*/ 602275 w 602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74614" h="606722">
                    <a:moveTo>
                      <a:pt x="251213" y="267231"/>
                    </a:moveTo>
                    <a:lnTo>
                      <a:pt x="323543" y="267231"/>
                    </a:lnTo>
                    <a:lnTo>
                      <a:pt x="323543" y="339490"/>
                    </a:lnTo>
                    <a:lnTo>
                      <a:pt x="251213" y="339490"/>
                    </a:lnTo>
                    <a:close/>
                    <a:moveTo>
                      <a:pt x="376502" y="0"/>
                    </a:moveTo>
                    <a:cubicBezTo>
                      <a:pt x="436576" y="0"/>
                      <a:pt x="485437" y="48790"/>
                      <a:pt x="485437" y="108778"/>
                    </a:cubicBezTo>
                    <a:cubicBezTo>
                      <a:pt x="485437" y="112155"/>
                      <a:pt x="485348" y="115444"/>
                      <a:pt x="484992" y="118643"/>
                    </a:cubicBezTo>
                    <a:cubicBezTo>
                      <a:pt x="506797" y="124331"/>
                      <a:pt x="526643" y="136062"/>
                      <a:pt x="542307" y="152858"/>
                    </a:cubicBezTo>
                    <a:cubicBezTo>
                      <a:pt x="563133" y="175165"/>
                      <a:pt x="574614" y="204226"/>
                      <a:pt x="574614" y="234797"/>
                    </a:cubicBezTo>
                    <a:cubicBezTo>
                      <a:pt x="574614" y="260214"/>
                      <a:pt x="566693" y="283854"/>
                      <a:pt x="553076" y="303317"/>
                    </a:cubicBezTo>
                    <a:cubicBezTo>
                      <a:pt x="567049" y="323313"/>
                      <a:pt x="574614" y="347130"/>
                      <a:pt x="574614" y="371925"/>
                    </a:cubicBezTo>
                    <a:cubicBezTo>
                      <a:pt x="574614" y="427558"/>
                      <a:pt x="536522" y="474482"/>
                      <a:pt x="484992" y="487991"/>
                    </a:cubicBezTo>
                    <a:cubicBezTo>
                      <a:pt x="485348" y="491279"/>
                      <a:pt x="485437" y="494567"/>
                      <a:pt x="485437" y="497855"/>
                    </a:cubicBezTo>
                    <a:cubicBezTo>
                      <a:pt x="485437" y="557843"/>
                      <a:pt x="436576" y="606722"/>
                      <a:pt x="376502" y="606722"/>
                    </a:cubicBezTo>
                    <a:cubicBezTo>
                      <a:pt x="350158" y="606722"/>
                      <a:pt x="326039" y="597302"/>
                      <a:pt x="307171" y="581749"/>
                    </a:cubicBezTo>
                    <a:lnTo>
                      <a:pt x="307171" y="379035"/>
                    </a:lnTo>
                    <a:lnTo>
                      <a:pt x="323547" y="379035"/>
                    </a:lnTo>
                    <a:lnTo>
                      <a:pt x="323547" y="406496"/>
                    </a:lnTo>
                    <a:lnTo>
                      <a:pt x="363152" y="406496"/>
                    </a:lnTo>
                    <a:lnTo>
                      <a:pt x="363152" y="379035"/>
                    </a:lnTo>
                    <a:lnTo>
                      <a:pt x="390652" y="379035"/>
                    </a:lnTo>
                    <a:lnTo>
                      <a:pt x="390652" y="339487"/>
                    </a:lnTo>
                    <a:lnTo>
                      <a:pt x="363152" y="339487"/>
                    </a:lnTo>
                    <a:lnTo>
                      <a:pt x="363152" y="323135"/>
                    </a:lnTo>
                    <a:lnTo>
                      <a:pt x="390652" y="323135"/>
                    </a:lnTo>
                    <a:lnTo>
                      <a:pt x="390652" y="283587"/>
                    </a:lnTo>
                    <a:lnTo>
                      <a:pt x="363152" y="283587"/>
                    </a:lnTo>
                    <a:lnTo>
                      <a:pt x="363152" y="267235"/>
                    </a:lnTo>
                    <a:lnTo>
                      <a:pt x="390652" y="267235"/>
                    </a:lnTo>
                    <a:lnTo>
                      <a:pt x="390652" y="227688"/>
                    </a:lnTo>
                    <a:lnTo>
                      <a:pt x="363152" y="227688"/>
                    </a:lnTo>
                    <a:lnTo>
                      <a:pt x="363152" y="200138"/>
                    </a:lnTo>
                    <a:lnTo>
                      <a:pt x="323547" y="200138"/>
                    </a:lnTo>
                    <a:lnTo>
                      <a:pt x="323547" y="227688"/>
                    </a:lnTo>
                    <a:lnTo>
                      <a:pt x="307171" y="227688"/>
                    </a:lnTo>
                    <a:lnTo>
                      <a:pt x="307171" y="24973"/>
                    </a:lnTo>
                    <a:cubicBezTo>
                      <a:pt x="326039" y="9421"/>
                      <a:pt x="350158" y="0"/>
                      <a:pt x="376502" y="0"/>
                    </a:cubicBezTo>
                    <a:close/>
                    <a:moveTo>
                      <a:pt x="198240" y="0"/>
                    </a:moveTo>
                    <a:cubicBezTo>
                      <a:pt x="224500" y="0"/>
                      <a:pt x="248712" y="9421"/>
                      <a:pt x="267584" y="24973"/>
                    </a:cubicBezTo>
                    <a:lnTo>
                      <a:pt x="267584" y="227688"/>
                    </a:lnTo>
                    <a:lnTo>
                      <a:pt x="251205" y="227688"/>
                    </a:lnTo>
                    <a:lnTo>
                      <a:pt x="251205" y="200138"/>
                    </a:lnTo>
                    <a:lnTo>
                      <a:pt x="211593" y="200138"/>
                    </a:lnTo>
                    <a:lnTo>
                      <a:pt x="211593" y="227688"/>
                    </a:lnTo>
                    <a:lnTo>
                      <a:pt x="183997" y="227688"/>
                    </a:lnTo>
                    <a:lnTo>
                      <a:pt x="183997" y="267235"/>
                    </a:lnTo>
                    <a:lnTo>
                      <a:pt x="211593" y="267235"/>
                    </a:lnTo>
                    <a:lnTo>
                      <a:pt x="211593" y="283587"/>
                    </a:lnTo>
                    <a:lnTo>
                      <a:pt x="183997" y="283587"/>
                    </a:lnTo>
                    <a:lnTo>
                      <a:pt x="183997" y="323135"/>
                    </a:lnTo>
                    <a:lnTo>
                      <a:pt x="211593" y="323135"/>
                    </a:lnTo>
                    <a:lnTo>
                      <a:pt x="211593" y="339487"/>
                    </a:lnTo>
                    <a:lnTo>
                      <a:pt x="183997" y="339487"/>
                    </a:lnTo>
                    <a:lnTo>
                      <a:pt x="183997" y="379035"/>
                    </a:lnTo>
                    <a:lnTo>
                      <a:pt x="211593" y="379035"/>
                    </a:lnTo>
                    <a:lnTo>
                      <a:pt x="211593" y="406585"/>
                    </a:lnTo>
                    <a:lnTo>
                      <a:pt x="251205" y="406585"/>
                    </a:lnTo>
                    <a:lnTo>
                      <a:pt x="251205" y="379035"/>
                    </a:lnTo>
                    <a:lnTo>
                      <a:pt x="267584" y="379035"/>
                    </a:lnTo>
                    <a:lnTo>
                      <a:pt x="267584" y="406585"/>
                    </a:lnTo>
                    <a:lnTo>
                      <a:pt x="267584" y="581749"/>
                    </a:lnTo>
                    <a:cubicBezTo>
                      <a:pt x="248712" y="597302"/>
                      <a:pt x="224500" y="606722"/>
                      <a:pt x="198240" y="606722"/>
                    </a:cubicBezTo>
                    <a:cubicBezTo>
                      <a:pt x="138065" y="606722"/>
                      <a:pt x="89195" y="557843"/>
                      <a:pt x="89195" y="497855"/>
                    </a:cubicBezTo>
                    <a:cubicBezTo>
                      <a:pt x="89195" y="494567"/>
                      <a:pt x="89373" y="491279"/>
                      <a:pt x="89640" y="487991"/>
                    </a:cubicBezTo>
                    <a:cubicBezTo>
                      <a:pt x="38188" y="474482"/>
                      <a:pt x="0" y="427558"/>
                      <a:pt x="0" y="371925"/>
                    </a:cubicBezTo>
                    <a:cubicBezTo>
                      <a:pt x="0" y="347130"/>
                      <a:pt x="7566" y="323313"/>
                      <a:pt x="21631" y="303317"/>
                    </a:cubicBezTo>
                    <a:cubicBezTo>
                      <a:pt x="8012" y="283854"/>
                      <a:pt x="0" y="260214"/>
                      <a:pt x="0" y="234797"/>
                    </a:cubicBezTo>
                    <a:cubicBezTo>
                      <a:pt x="0" y="204226"/>
                      <a:pt x="11483" y="175165"/>
                      <a:pt x="32402" y="152858"/>
                    </a:cubicBezTo>
                    <a:cubicBezTo>
                      <a:pt x="48069" y="136062"/>
                      <a:pt x="67920" y="124331"/>
                      <a:pt x="89640" y="118643"/>
                    </a:cubicBezTo>
                    <a:cubicBezTo>
                      <a:pt x="89373" y="115444"/>
                      <a:pt x="89195" y="112155"/>
                      <a:pt x="89195" y="108778"/>
                    </a:cubicBezTo>
                    <a:cubicBezTo>
                      <a:pt x="89195" y="48790"/>
                      <a:pt x="138065" y="0"/>
                      <a:pt x="198240" y="0"/>
                    </a:cubicBezTo>
                    <a:close/>
                  </a:path>
                </a:pathLst>
              </a:custGeom>
              <a:gradFill>
                <a:gsLst>
                  <a:gs pos="0">
                    <a:schemeClr val="accent1"/>
                  </a:gs>
                  <a:gs pos="100000">
                    <a:schemeClr val="accent1">
                      <a:alpha val="45000"/>
                    </a:schemeClr>
                  </a:gs>
                </a:gsLst>
                <a:lin ang="4800000" scaled="0"/>
              </a:gradFill>
              <a:ln w="3175">
                <a:solidFill>
                  <a:schemeClr val="accent1">
                    <a:alpha val="4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a:latin typeface="Arial" panose="020B0604020202020204" pitchFamily="34" charset="0"/>
                  <a:ea typeface="微软雅黑" panose="020B0503020204020204" pitchFamily="34" charset="-122"/>
                  <a:sym typeface="Arial" panose="020B0604020202020204" pitchFamily="34" charset="0"/>
                </a:endParaRPr>
              </a:p>
            </p:txBody>
          </p:sp>
          <p:sp>
            <p:nvSpPr>
              <p:cNvPr id="60" name="Bullet1">
                <a:extLst>
                  <a:ext uri="{FF2B5EF4-FFF2-40B4-BE49-F238E27FC236}">
                    <a16:creationId xmlns:a16="http://schemas.microsoft.com/office/drawing/2014/main" id="{D7694234-C4ED-934E-A220-B95EE379C6B5}"/>
                  </a:ext>
                </a:extLst>
              </p:cNvPr>
              <p:cNvSpPr txBox="1"/>
              <p:nvPr/>
            </p:nvSpPr>
            <p:spPr>
              <a:xfrm>
                <a:off x="501072" y="3323167"/>
                <a:ext cx="3104190" cy="719667"/>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人工智能崛起</a:t>
                </a:r>
                <a:endParaRPr lang="en-US" sz="2400" dirty="0"/>
              </a:p>
            </p:txBody>
          </p:sp>
          <p:sp>
            <p:nvSpPr>
              <p:cNvPr id="61" name="Text1">
                <a:extLst>
                  <a:ext uri="{FF2B5EF4-FFF2-40B4-BE49-F238E27FC236}">
                    <a16:creationId xmlns:a16="http://schemas.microsoft.com/office/drawing/2014/main" id="{C418A9FE-D5C7-9F86-C834-A14847660E3A}"/>
                  </a:ext>
                </a:extLst>
              </p:cNvPr>
              <p:cNvSpPr txBox="1"/>
              <p:nvPr/>
            </p:nvSpPr>
            <p:spPr>
              <a:xfrm>
                <a:off x="501072" y="4042835"/>
                <a:ext cx="3104190" cy="1072787"/>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人工智能技术正快速融入通用科技，通过深度学习、自然语言处理等技术，实现智能化的产品和服务。</a:t>
                </a:r>
                <a:endParaRPr lang="en-US" sz="2000" dirty="0"/>
              </a:p>
            </p:txBody>
          </p:sp>
          <p:grpSp>
            <p:nvGrpSpPr>
              <p:cNvPr id="62" name="组合 61">
                <a:extLst>
                  <a:ext uri="{FF2B5EF4-FFF2-40B4-BE49-F238E27FC236}">
                    <a16:creationId xmlns:a16="http://schemas.microsoft.com/office/drawing/2014/main" id="{6CCD5BA0-2D49-A2E1-B916-78092EA06FD1}"/>
                  </a:ext>
                </a:extLst>
              </p:cNvPr>
              <p:cNvGrpSpPr/>
              <p:nvPr/>
            </p:nvGrpSpPr>
            <p:grpSpPr>
              <a:xfrm>
                <a:off x="1602149" y="2426160"/>
                <a:ext cx="897013" cy="897013"/>
                <a:chOff x="1602149" y="2426160"/>
                <a:chExt cx="897013" cy="897013"/>
              </a:xfrm>
            </p:grpSpPr>
            <p:sp>
              <p:nvSpPr>
                <p:cNvPr id="63" name="任意多边形: 形状 62">
                  <a:extLst>
                    <a:ext uri="{FF2B5EF4-FFF2-40B4-BE49-F238E27FC236}">
                      <a16:creationId xmlns:a16="http://schemas.microsoft.com/office/drawing/2014/main" id="{ACAC3CA2-7157-CE0F-BD5E-9AFE3912CE7E}"/>
                    </a:ext>
                  </a:extLst>
                </p:cNvPr>
                <p:cNvSpPr/>
                <p:nvPr/>
              </p:nvSpPr>
              <p:spPr>
                <a:xfrm rot="20990719">
                  <a:off x="1602149" y="2426160"/>
                  <a:ext cx="897013" cy="897013"/>
                </a:xfrm>
                <a:custGeom>
                  <a:avLst/>
                  <a:gdLst>
                    <a:gd name="connsiteX0" fmla="*/ 616817 w 616816"/>
                    <a:gd name="connsiteY0" fmla="*/ 308408 h 616816"/>
                    <a:gd name="connsiteX1" fmla="*/ 308408 w 616816"/>
                    <a:gd name="connsiteY1" fmla="*/ 616817 h 616816"/>
                    <a:gd name="connsiteX2" fmla="*/ 0 w 616816"/>
                    <a:gd name="connsiteY2" fmla="*/ 308408 h 616816"/>
                    <a:gd name="connsiteX3" fmla="*/ 308408 w 616816"/>
                    <a:gd name="connsiteY3" fmla="*/ 0 h 616816"/>
                    <a:gd name="connsiteX4" fmla="*/ 616817 w 616816"/>
                    <a:gd name="connsiteY4" fmla="*/ 308408 h 61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816" h="616816">
                      <a:moveTo>
                        <a:pt x="616817" y="308408"/>
                      </a:moveTo>
                      <a:cubicBezTo>
                        <a:pt x="616817" y="478738"/>
                        <a:pt x="478738" y="616817"/>
                        <a:pt x="308408" y="616817"/>
                      </a:cubicBezTo>
                      <a:cubicBezTo>
                        <a:pt x="138079" y="616817"/>
                        <a:pt x="0" y="478738"/>
                        <a:pt x="0" y="308408"/>
                      </a:cubicBezTo>
                      <a:cubicBezTo>
                        <a:pt x="0" y="138079"/>
                        <a:pt x="138079" y="0"/>
                        <a:pt x="308408" y="0"/>
                      </a:cubicBezTo>
                      <a:cubicBezTo>
                        <a:pt x="478738" y="0"/>
                        <a:pt x="616817" y="138079"/>
                        <a:pt x="616817" y="308408"/>
                      </a:cubicBezTo>
                      <a:close/>
                    </a:path>
                  </a:pathLst>
                </a:custGeom>
                <a:noFill/>
                <a:ln w="38099" cap="flat">
                  <a:gradFill>
                    <a:gsLst>
                      <a:gs pos="0">
                        <a:schemeClr val="accent1"/>
                      </a:gs>
                      <a:gs pos="100000">
                        <a:schemeClr val="accent1">
                          <a:lumMod val="50000"/>
                        </a:schemeClr>
                      </a:gs>
                    </a:gsLst>
                    <a:lin ang="5400000" scaled="1"/>
                  </a:gradFill>
                  <a:custDash>
                    <a:ds d="299085" sp="149543"/>
                  </a:custDash>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atin typeface="Arial" panose="020B0604020202020204" pitchFamily="34" charset="0"/>
                    <a:ea typeface="微软雅黑" panose="020B0503020204020204" pitchFamily="34" charset="-122"/>
                    <a:sym typeface="Arial" panose="020B0604020202020204" pitchFamily="34" charset="0"/>
                  </a:endParaRPr>
                </a:p>
              </p:txBody>
            </p:sp>
            <p:sp>
              <p:nvSpPr>
                <p:cNvPr id="64" name="任意多边形: 形状 63">
                  <a:extLst>
                    <a:ext uri="{FF2B5EF4-FFF2-40B4-BE49-F238E27FC236}">
                      <a16:creationId xmlns:a16="http://schemas.microsoft.com/office/drawing/2014/main" id="{15CE0A61-DB2A-9352-FD5D-D2A51D2CCF14}"/>
                    </a:ext>
                  </a:extLst>
                </p:cNvPr>
                <p:cNvSpPr/>
                <p:nvPr/>
              </p:nvSpPr>
              <p:spPr>
                <a:xfrm rot="20928483">
                  <a:off x="1724860" y="2548865"/>
                  <a:ext cx="651603" cy="651603"/>
                </a:xfrm>
                <a:custGeom>
                  <a:avLst/>
                  <a:gdLst>
                    <a:gd name="connsiteX0" fmla="*/ 448064 w 448064"/>
                    <a:gd name="connsiteY0" fmla="*/ 224032 h 448064"/>
                    <a:gd name="connsiteX1" fmla="*/ 224032 w 448064"/>
                    <a:gd name="connsiteY1" fmla="*/ 448064 h 448064"/>
                    <a:gd name="connsiteX2" fmla="*/ 0 w 448064"/>
                    <a:gd name="connsiteY2" fmla="*/ 224032 h 448064"/>
                    <a:gd name="connsiteX3" fmla="*/ 224032 w 448064"/>
                    <a:gd name="connsiteY3" fmla="*/ 0 h 448064"/>
                    <a:gd name="connsiteX4" fmla="*/ 448064 w 448064"/>
                    <a:gd name="connsiteY4" fmla="*/ 224032 h 448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064" h="448064">
                      <a:moveTo>
                        <a:pt x="448064" y="224032"/>
                      </a:moveTo>
                      <a:cubicBezTo>
                        <a:pt x="448064" y="347762"/>
                        <a:pt x="347762" y="448064"/>
                        <a:pt x="224032" y="448064"/>
                      </a:cubicBezTo>
                      <a:cubicBezTo>
                        <a:pt x="100303" y="448064"/>
                        <a:pt x="0" y="347762"/>
                        <a:pt x="0" y="224032"/>
                      </a:cubicBezTo>
                      <a:cubicBezTo>
                        <a:pt x="0" y="100303"/>
                        <a:pt x="100303" y="0"/>
                        <a:pt x="224032" y="0"/>
                      </a:cubicBezTo>
                      <a:cubicBezTo>
                        <a:pt x="347762" y="0"/>
                        <a:pt x="448064" y="100303"/>
                        <a:pt x="448064" y="224032"/>
                      </a:cubicBezTo>
                      <a:close/>
                    </a:path>
                  </a:pathLst>
                </a:custGeom>
                <a:noFill/>
                <a:ln w="57151" cap="flat">
                  <a:gradFill>
                    <a:gsLst>
                      <a:gs pos="95200">
                        <a:schemeClr val="accent1">
                          <a:lumMod val="50000"/>
                        </a:schemeClr>
                      </a:gs>
                      <a:gs pos="0">
                        <a:schemeClr val="accent1"/>
                      </a:gs>
                    </a:gsLst>
                    <a:lin ang="16200000" scaled="1"/>
                  </a:gra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atin typeface="Arial" panose="020B0604020202020204" pitchFamily="34" charset="0"/>
                    <a:ea typeface="微软雅黑" panose="020B0503020204020204" pitchFamily="34" charset="-122"/>
                    <a:sym typeface="Arial" panose="020B0604020202020204" pitchFamily="34" charset="0"/>
                  </a:endParaRPr>
                </a:p>
              </p:txBody>
            </p:sp>
            <p:sp>
              <p:nvSpPr>
                <p:cNvPr id="65" name="Number1">
                  <a:extLst>
                    <a:ext uri="{FF2B5EF4-FFF2-40B4-BE49-F238E27FC236}">
                      <a16:creationId xmlns:a16="http://schemas.microsoft.com/office/drawing/2014/main" id="{DA74AE5F-444F-3C49-AFE0-E55C37A59D2C}"/>
                    </a:ext>
                  </a:extLst>
                </p:cNvPr>
                <p:cNvSpPr txBox="1"/>
                <p:nvPr/>
              </p:nvSpPr>
              <p:spPr>
                <a:xfrm>
                  <a:off x="1785818" y="2613823"/>
                  <a:ext cx="529689" cy="521691"/>
                </a:xfrm>
                <a:prstGeom prst="ellipse">
                  <a:avLst/>
                </a:prstGeom>
                <a:gradFill flip="none" rotWithShape="1">
                  <a:gsLst>
                    <a:gs pos="0">
                      <a:schemeClr val="accent1">
                        <a:lumMod val="75000"/>
                      </a:schemeClr>
                    </a:gs>
                    <a:gs pos="89000">
                      <a:schemeClr val="accent1"/>
                    </a:gs>
                  </a:gsLst>
                  <a:lin ang="13500000" scaled="1"/>
                  <a:tileRect/>
                </a:gradFill>
                <a:ln w="12700">
                  <a:solidFill>
                    <a:schemeClr val="accent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dirty="0">
                      <a:latin typeface="Arial" panose="020B0604020202020204" pitchFamily="34" charset="0"/>
                      <a:ea typeface="微软雅黑" panose="020B0503020204020204" pitchFamily="34" charset="-122"/>
                      <a:sym typeface="Arial" panose="020B0604020202020204" pitchFamily="34" charset="0"/>
                    </a:rPr>
                    <a:t>1</a:t>
                  </a:r>
                  <a:endParaRPr lang="zh-CN" altLang="en-US" sz="1600" dirty="0">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9" name="组合 48">
              <a:extLst>
                <a:ext uri="{FF2B5EF4-FFF2-40B4-BE49-F238E27FC236}">
                  <a16:creationId xmlns:a16="http://schemas.microsoft.com/office/drawing/2014/main" id="{D2C5DB30-4503-9FEC-FCE2-D241399F9FB7}"/>
                </a:ext>
              </a:extLst>
            </p:cNvPr>
            <p:cNvGrpSpPr/>
            <p:nvPr/>
          </p:nvGrpSpPr>
          <p:grpSpPr>
            <a:xfrm>
              <a:off x="6705871" y="2279387"/>
              <a:ext cx="3315216" cy="3551822"/>
              <a:chOff x="3085709" y="2426160"/>
              <a:chExt cx="3315216" cy="3551822"/>
            </a:xfrm>
          </p:grpSpPr>
          <p:sp>
            <p:nvSpPr>
              <p:cNvPr id="50" name="ComponentBackground2">
                <a:extLst>
                  <a:ext uri="{FF2B5EF4-FFF2-40B4-BE49-F238E27FC236}">
                    <a16:creationId xmlns:a16="http://schemas.microsoft.com/office/drawing/2014/main" id="{B942B761-F636-C238-B78F-4BF175C3AEFA}"/>
                  </a:ext>
                </a:extLst>
              </p:cNvPr>
              <p:cNvSpPr/>
              <p:nvPr/>
            </p:nvSpPr>
            <p:spPr>
              <a:xfrm>
                <a:off x="3085709" y="2876973"/>
                <a:ext cx="3315216" cy="3101009"/>
              </a:xfrm>
              <a:prstGeom prst="roundRect">
                <a:avLst>
                  <a:gd name="adj" fmla="val 12433"/>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2000" b="1">
                  <a:solidFill>
                    <a:schemeClr val="tx1"/>
                  </a:solidFill>
                  <a:sym typeface="Arial" panose="020B0604020202020204" pitchFamily="34" charset="0"/>
                </a:endParaRPr>
              </a:p>
            </p:txBody>
          </p:sp>
          <p:sp>
            <p:nvSpPr>
              <p:cNvPr id="51" name="wireless-signal-interface-status-symbol-of-bars-group_39538">
                <a:extLst>
                  <a:ext uri="{FF2B5EF4-FFF2-40B4-BE49-F238E27FC236}">
                    <a16:creationId xmlns:a16="http://schemas.microsoft.com/office/drawing/2014/main" id="{0FDBDDE2-8BB8-1DC6-A515-FD19985DAEC0}"/>
                  </a:ext>
                </a:extLst>
              </p:cNvPr>
              <p:cNvSpPr/>
              <p:nvPr/>
            </p:nvSpPr>
            <p:spPr>
              <a:xfrm>
                <a:off x="4412537" y="5210925"/>
                <a:ext cx="599946" cy="609685"/>
              </a:xfrm>
              <a:custGeom>
                <a:avLst/>
                <a:gdLst>
                  <a:gd name="T0" fmla="*/ 6660 w 12832"/>
                  <a:gd name="T1" fmla="*/ 36 h 13039"/>
                  <a:gd name="T2" fmla="*/ 3922 w 12832"/>
                  <a:gd name="T3" fmla="*/ 536 h 13039"/>
                  <a:gd name="T4" fmla="*/ 1653 w 12832"/>
                  <a:gd name="T5" fmla="*/ 2149 h 13039"/>
                  <a:gd name="T6" fmla="*/ 4360 w 12832"/>
                  <a:gd name="T7" fmla="*/ 1573 h 13039"/>
                  <a:gd name="T8" fmla="*/ 6660 w 12832"/>
                  <a:gd name="T9" fmla="*/ 36 h 13039"/>
                  <a:gd name="T10" fmla="*/ 5530 w 12832"/>
                  <a:gd name="T11" fmla="*/ 4347 h 13039"/>
                  <a:gd name="T12" fmla="*/ 9798 w 12832"/>
                  <a:gd name="T13" fmla="*/ 1003 h 13039"/>
                  <a:gd name="T14" fmla="*/ 8140 w 12832"/>
                  <a:gd name="T15" fmla="*/ 271 h 13039"/>
                  <a:gd name="T16" fmla="*/ 7665 w 12832"/>
                  <a:gd name="T17" fmla="*/ 801 h 13039"/>
                  <a:gd name="T18" fmla="*/ 4845 w 12832"/>
                  <a:gd name="T19" fmla="*/ 2724 h 13039"/>
                  <a:gd name="T20" fmla="*/ 1500 w 12832"/>
                  <a:gd name="T21" fmla="*/ 3402 h 13039"/>
                  <a:gd name="T22" fmla="*/ 790 w 12832"/>
                  <a:gd name="T23" fmla="*/ 3373 h 13039"/>
                  <a:gd name="T24" fmla="*/ 157 w 12832"/>
                  <a:gd name="T25" fmla="*/ 5072 h 13039"/>
                  <a:gd name="T26" fmla="*/ 5530 w 12832"/>
                  <a:gd name="T27" fmla="*/ 4347 h 13039"/>
                  <a:gd name="T28" fmla="*/ 6701 w 12832"/>
                  <a:gd name="T29" fmla="*/ 7121 h 13039"/>
                  <a:gd name="T30" fmla="*/ 11921 w 12832"/>
                  <a:gd name="T31" fmla="*/ 3179 h 13039"/>
                  <a:gd name="T32" fmla="*/ 10793 w 12832"/>
                  <a:gd name="T33" fmla="*/ 1767 h 13039"/>
                  <a:gd name="T34" fmla="*/ 9824 w 12832"/>
                  <a:gd name="T35" fmla="*/ 2901 h 13039"/>
                  <a:gd name="T36" fmla="*/ 6016 w 12832"/>
                  <a:gd name="T37" fmla="*/ 5498 h 13039"/>
                  <a:gd name="T38" fmla="*/ 1499 w 12832"/>
                  <a:gd name="T39" fmla="*/ 6414 h 13039"/>
                  <a:gd name="T40" fmla="*/ 11 w 12832"/>
                  <a:gd name="T41" fmla="*/ 6318 h 13039"/>
                  <a:gd name="T42" fmla="*/ 235 w 12832"/>
                  <a:gd name="T43" fmla="*/ 8110 h 13039"/>
                  <a:gd name="T44" fmla="*/ 6701 w 12832"/>
                  <a:gd name="T45" fmla="*/ 7121 h 13039"/>
                  <a:gd name="T46" fmla="*/ 12493 w 12832"/>
                  <a:gd name="T47" fmla="*/ 4447 h 13039"/>
                  <a:gd name="T48" fmla="*/ 11982 w 12832"/>
                  <a:gd name="T49" fmla="*/ 5001 h 13039"/>
                  <a:gd name="T50" fmla="*/ 7187 w 12832"/>
                  <a:gd name="T51" fmla="*/ 8272 h 13039"/>
                  <a:gd name="T52" fmla="*/ 1498 w 12832"/>
                  <a:gd name="T53" fmla="*/ 9426 h 13039"/>
                  <a:gd name="T54" fmla="*/ 745 w 12832"/>
                  <a:gd name="T55" fmla="*/ 9406 h 13039"/>
                  <a:gd name="T56" fmla="*/ 2112 w 12832"/>
                  <a:gd name="T57" fmla="*/ 11173 h 13039"/>
                  <a:gd name="T58" fmla="*/ 7872 w 12832"/>
                  <a:gd name="T59" fmla="*/ 9895 h 13039"/>
                  <a:gd name="T60" fmla="*/ 12806 w 12832"/>
                  <a:gd name="T61" fmla="*/ 6660 h 13039"/>
                  <a:gd name="T62" fmla="*/ 12493 w 12832"/>
                  <a:gd name="T63" fmla="*/ 4447 h 13039"/>
                  <a:gd name="T64" fmla="*/ 3827 w 12832"/>
                  <a:gd name="T65" fmla="*/ 12285 h 13039"/>
                  <a:gd name="T66" fmla="*/ 8898 w 12832"/>
                  <a:gd name="T67" fmla="*/ 12326 h 13039"/>
                  <a:gd name="T68" fmla="*/ 12406 w 12832"/>
                  <a:gd name="T69" fmla="*/ 8664 h 13039"/>
                  <a:gd name="T70" fmla="*/ 8358 w 12832"/>
                  <a:gd name="T71" fmla="*/ 11046 h 13039"/>
                  <a:gd name="T72" fmla="*/ 3827 w 12832"/>
                  <a:gd name="T73" fmla="*/ 12285 h 13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832" h="13039">
                    <a:moveTo>
                      <a:pt x="6660" y="36"/>
                    </a:moveTo>
                    <a:cubicBezTo>
                      <a:pt x="5750" y="0"/>
                      <a:pt x="4817" y="158"/>
                      <a:pt x="3922" y="536"/>
                    </a:cubicBezTo>
                    <a:cubicBezTo>
                      <a:pt x="3027" y="914"/>
                      <a:pt x="2263" y="1472"/>
                      <a:pt x="1653" y="2149"/>
                    </a:cubicBezTo>
                    <a:cubicBezTo>
                      <a:pt x="2559" y="2132"/>
                      <a:pt x="3476" y="1946"/>
                      <a:pt x="4360" y="1573"/>
                    </a:cubicBezTo>
                    <a:cubicBezTo>
                      <a:pt x="5243" y="1200"/>
                      <a:pt x="6016" y="673"/>
                      <a:pt x="6660" y="36"/>
                    </a:cubicBezTo>
                    <a:close/>
                    <a:moveTo>
                      <a:pt x="5530" y="4347"/>
                    </a:moveTo>
                    <a:cubicBezTo>
                      <a:pt x="7288" y="3605"/>
                      <a:pt x="8734" y="2432"/>
                      <a:pt x="9798" y="1003"/>
                    </a:cubicBezTo>
                    <a:cubicBezTo>
                      <a:pt x="9283" y="682"/>
                      <a:pt x="8724" y="435"/>
                      <a:pt x="8140" y="271"/>
                    </a:cubicBezTo>
                    <a:cubicBezTo>
                      <a:pt x="7989" y="454"/>
                      <a:pt x="7831" y="631"/>
                      <a:pt x="7665" y="801"/>
                    </a:cubicBezTo>
                    <a:cubicBezTo>
                      <a:pt x="6863" y="1626"/>
                      <a:pt x="5914" y="2273"/>
                      <a:pt x="4845" y="2724"/>
                    </a:cubicBezTo>
                    <a:cubicBezTo>
                      <a:pt x="3777" y="3175"/>
                      <a:pt x="2651" y="3403"/>
                      <a:pt x="1500" y="3402"/>
                    </a:cubicBezTo>
                    <a:cubicBezTo>
                      <a:pt x="1263" y="3402"/>
                      <a:pt x="1026" y="3392"/>
                      <a:pt x="790" y="3373"/>
                    </a:cubicBezTo>
                    <a:cubicBezTo>
                      <a:pt x="500" y="3906"/>
                      <a:pt x="287" y="4478"/>
                      <a:pt x="157" y="5072"/>
                    </a:cubicBezTo>
                    <a:cubicBezTo>
                      <a:pt x="1924" y="5306"/>
                      <a:pt x="3773" y="5088"/>
                      <a:pt x="5530" y="4347"/>
                    </a:cubicBezTo>
                    <a:close/>
                    <a:moveTo>
                      <a:pt x="6701" y="7121"/>
                    </a:moveTo>
                    <a:cubicBezTo>
                      <a:pt x="8814" y="6229"/>
                      <a:pt x="10579" y="4854"/>
                      <a:pt x="11921" y="3179"/>
                    </a:cubicBezTo>
                    <a:cubicBezTo>
                      <a:pt x="11608" y="2647"/>
                      <a:pt x="11227" y="2175"/>
                      <a:pt x="10793" y="1767"/>
                    </a:cubicBezTo>
                    <a:cubicBezTo>
                      <a:pt x="10494" y="2166"/>
                      <a:pt x="10171" y="2544"/>
                      <a:pt x="9824" y="2901"/>
                    </a:cubicBezTo>
                    <a:cubicBezTo>
                      <a:pt x="8741" y="4015"/>
                      <a:pt x="7460" y="4889"/>
                      <a:pt x="6016" y="5498"/>
                    </a:cubicBezTo>
                    <a:cubicBezTo>
                      <a:pt x="4573" y="6107"/>
                      <a:pt x="3053" y="6416"/>
                      <a:pt x="1499" y="6414"/>
                    </a:cubicBezTo>
                    <a:cubicBezTo>
                      <a:pt x="1002" y="6414"/>
                      <a:pt x="505" y="6382"/>
                      <a:pt x="11" y="6318"/>
                    </a:cubicBezTo>
                    <a:cubicBezTo>
                      <a:pt x="0" y="6923"/>
                      <a:pt x="76" y="7527"/>
                      <a:pt x="235" y="8110"/>
                    </a:cubicBezTo>
                    <a:cubicBezTo>
                      <a:pt x="2372" y="8318"/>
                      <a:pt x="4588" y="8013"/>
                      <a:pt x="6701" y="7121"/>
                    </a:cubicBezTo>
                    <a:close/>
                    <a:moveTo>
                      <a:pt x="12493" y="4447"/>
                    </a:moveTo>
                    <a:cubicBezTo>
                      <a:pt x="12328" y="4636"/>
                      <a:pt x="12157" y="4821"/>
                      <a:pt x="11982" y="5001"/>
                    </a:cubicBezTo>
                    <a:cubicBezTo>
                      <a:pt x="10618" y="6405"/>
                      <a:pt x="9005" y="7505"/>
                      <a:pt x="7187" y="8272"/>
                    </a:cubicBezTo>
                    <a:cubicBezTo>
                      <a:pt x="5369" y="9039"/>
                      <a:pt x="3455" y="9428"/>
                      <a:pt x="1498" y="9426"/>
                    </a:cubicBezTo>
                    <a:cubicBezTo>
                      <a:pt x="1247" y="9426"/>
                      <a:pt x="996" y="9419"/>
                      <a:pt x="745" y="9406"/>
                    </a:cubicBezTo>
                    <a:cubicBezTo>
                      <a:pt x="1102" y="10087"/>
                      <a:pt x="1568" y="10680"/>
                      <a:pt x="2112" y="11173"/>
                    </a:cubicBezTo>
                    <a:cubicBezTo>
                      <a:pt x="4042" y="11104"/>
                      <a:pt x="5990" y="10689"/>
                      <a:pt x="7872" y="9895"/>
                    </a:cubicBezTo>
                    <a:cubicBezTo>
                      <a:pt x="9754" y="9101"/>
                      <a:pt x="11410" y="7994"/>
                      <a:pt x="12806" y="6660"/>
                    </a:cubicBezTo>
                    <a:cubicBezTo>
                      <a:pt x="12832" y="5926"/>
                      <a:pt x="12733" y="5178"/>
                      <a:pt x="12493" y="4447"/>
                    </a:cubicBezTo>
                    <a:close/>
                    <a:moveTo>
                      <a:pt x="3827" y="12285"/>
                    </a:moveTo>
                    <a:cubicBezTo>
                      <a:pt x="5383" y="12971"/>
                      <a:pt x="7207" y="13039"/>
                      <a:pt x="8898" y="12326"/>
                    </a:cubicBezTo>
                    <a:cubicBezTo>
                      <a:pt x="10588" y="11612"/>
                      <a:pt x="11812" y="10258"/>
                      <a:pt x="12406" y="8664"/>
                    </a:cubicBezTo>
                    <a:cubicBezTo>
                      <a:pt x="11177" y="9630"/>
                      <a:pt x="9823" y="10428"/>
                      <a:pt x="8358" y="11046"/>
                    </a:cubicBezTo>
                    <a:cubicBezTo>
                      <a:pt x="6893" y="11665"/>
                      <a:pt x="5376" y="12078"/>
                      <a:pt x="3827" y="12285"/>
                    </a:cubicBezTo>
                    <a:close/>
                  </a:path>
                </a:pathLst>
              </a:custGeom>
              <a:gradFill>
                <a:gsLst>
                  <a:gs pos="0">
                    <a:schemeClr val="accent1"/>
                  </a:gs>
                  <a:gs pos="100000">
                    <a:schemeClr val="accent1">
                      <a:alpha val="45000"/>
                    </a:schemeClr>
                  </a:gs>
                </a:gsLst>
                <a:lin ang="4800000" scaled="0"/>
              </a:gradFill>
              <a:ln w="3175">
                <a:solidFill>
                  <a:schemeClr val="accent1">
                    <a:alpha val="4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a:latin typeface="Arial" panose="020B0604020202020204" pitchFamily="34" charset="0"/>
                  <a:ea typeface="微软雅黑" panose="020B0503020204020204" pitchFamily="34" charset="-122"/>
                  <a:sym typeface="Arial" panose="020B0604020202020204" pitchFamily="34" charset="0"/>
                </a:endParaRPr>
              </a:p>
            </p:txBody>
          </p:sp>
          <p:sp>
            <p:nvSpPr>
              <p:cNvPr id="52" name="Bullet2">
                <a:extLst>
                  <a:ext uri="{FF2B5EF4-FFF2-40B4-BE49-F238E27FC236}">
                    <a16:creationId xmlns:a16="http://schemas.microsoft.com/office/drawing/2014/main" id="{77F75CF1-76DE-166A-5ECA-9E06E26E6953}"/>
                  </a:ext>
                </a:extLst>
              </p:cNvPr>
              <p:cNvSpPr txBox="1"/>
              <p:nvPr/>
            </p:nvSpPr>
            <p:spPr>
              <a:xfrm>
                <a:off x="3183312" y="3323167"/>
                <a:ext cx="3104190" cy="719667"/>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物联网拓展</a:t>
                </a:r>
                <a:endParaRPr lang="en-US" sz="2400" dirty="0"/>
              </a:p>
            </p:txBody>
          </p:sp>
          <p:sp>
            <p:nvSpPr>
              <p:cNvPr id="53" name="Text2">
                <a:extLst>
                  <a:ext uri="{FF2B5EF4-FFF2-40B4-BE49-F238E27FC236}">
                    <a16:creationId xmlns:a16="http://schemas.microsoft.com/office/drawing/2014/main" id="{32B25182-7BC4-CFB8-F1B6-D1879484B46B}"/>
                  </a:ext>
                </a:extLst>
              </p:cNvPr>
              <p:cNvSpPr txBox="1"/>
              <p:nvPr/>
            </p:nvSpPr>
            <p:spPr>
              <a:xfrm>
                <a:off x="3183312" y="4042835"/>
                <a:ext cx="3104190" cy="1072787"/>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物联网技术不断进步，实现设备与设备、人与设备之间的互联互通，推动智慧城市建设与智能家居普及。</a:t>
                </a:r>
                <a:endParaRPr lang="en-US" sz="2000" dirty="0"/>
              </a:p>
            </p:txBody>
          </p:sp>
          <p:grpSp>
            <p:nvGrpSpPr>
              <p:cNvPr id="54" name="组合 53">
                <a:extLst>
                  <a:ext uri="{FF2B5EF4-FFF2-40B4-BE49-F238E27FC236}">
                    <a16:creationId xmlns:a16="http://schemas.microsoft.com/office/drawing/2014/main" id="{9F80BEAF-1A0A-64D7-DA3F-81D39BD087C1}"/>
                  </a:ext>
                </a:extLst>
              </p:cNvPr>
              <p:cNvGrpSpPr/>
              <p:nvPr/>
            </p:nvGrpSpPr>
            <p:grpSpPr>
              <a:xfrm>
                <a:off x="4284389" y="2426160"/>
                <a:ext cx="897013" cy="897013"/>
                <a:chOff x="1602149" y="2426160"/>
                <a:chExt cx="897013" cy="897013"/>
              </a:xfrm>
            </p:grpSpPr>
            <p:sp>
              <p:nvSpPr>
                <p:cNvPr id="55" name="任意多边形: 形状 54">
                  <a:extLst>
                    <a:ext uri="{FF2B5EF4-FFF2-40B4-BE49-F238E27FC236}">
                      <a16:creationId xmlns:a16="http://schemas.microsoft.com/office/drawing/2014/main" id="{2CFAA87E-1B41-6CA4-2A18-63B4DD7F898F}"/>
                    </a:ext>
                  </a:extLst>
                </p:cNvPr>
                <p:cNvSpPr/>
                <p:nvPr/>
              </p:nvSpPr>
              <p:spPr>
                <a:xfrm rot="20990719">
                  <a:off x="1602149" y="2426160"/>
                  <a:ext cx="897013" cy="897013"/>
                </a:xfrm>
                <a:custGeom>
                  <a:avLst/>
                  <a:gdLst>
                    <a:gd name="connsiteX0" fmla="*/ 616817 w 616816"/>
                    <a:gd name="connsiteY0" fmla="*/ 308408 h 616816"/>
                    <a:gd name="connsiteX1" fmla="*/ 308408 w 616816"/>
                    <a:gd name="connsiteY1" fmla="*/ 616817 h 616816"/>
                    <a:gd name="connsiteX2" fmla="*/ 0 w 616816"/>
                    <a:gd name="connsiteY2" fmla="*/ 308408 h 616816"/>
                    <a:gd name="connsiteX3" fmla="*/ 308408 w 616816"/>
                    <a:gd name="connsiteY3" fmla="*/ 0 h 616816"/>
                    <a:gd name="connsiteX4" fmla="*/ 616817 w 616816"/>
                    <a:gd name="connsiteY4" fmla="*/ 308408 h 61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816" h="616816">
                      <a:moveTo>
                        <a:pt x="616817" y="308408"/>
                      </a:moveTo>
                      <a:cubicBezTo>
                        <a:pt x="616817" y="478738"/>
                        <a:pt x="478738" y="616817"/>
                        <a:pt x="308408" y="616817"/>
                      </a:cubicBezTo>
                      <a:cubicBezTo>
                        <a:pt x="138079" y="616817"/>
                        <a:pt x="0" y="478738"/>
                        <a:pt x="0" y="308408"/>
                      </a:cubicBezTo>
                      <a:cubicBezTo>
                        <a:pt x="0" y="138079"/>
                        <a:pt x="138079" y="0"/>
                        <a:pt x="308408" y="0"/>
                      </a:cubicBezTo>
                      <a:cubicBezTo>
                        <a:pt x="478738" y="0"/>
                        <a:pt x="616817" y="138079"/>
                        <a:pt x="616817" y="308408"/>
                      </a:cubicBezTo>
                      <a:close/>
                    </a:path>
                  </a:pathLst>
                </a:custGeom>
                <a:noFill/>
                <a:ln w="38099" cap="flat">
                  <a:gradFill>
                    <a:gsLst>
                      <a:gs pos="0">
                        <a:schemeClr val="accent1"/>
                      </a:gs>
                      <a:gs pos="100000">
                        <a:schemeClr val="accent1">
                          <a:lumMod val="50000"/>
                        </a:schemeClr>
                      </a:gs>
                    </a:gsLst>
                    <a:lin ang="5400000" scaled="1"/>
                  </a:gradFill>
                  <a:custDash>
                    <a:ds d="299085" sp="149543"/>
                  </a:custDash>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atin typeface="Arial" panose="020B0604020202020204" pitchFamily="34" charset="0"/>
                    <a:ea typeface="微软雅黑" panose="020B0503020204020204" pitchFamily="34" charset="-122"/>
                    <a:sym typeface="Arial" panose="020B0604020202020204" pitchFamily="34" charset="0"/>
                  </a:endParaRPr>
                </a:p>
              </p:txBody>
            </p:sp>
            <p:sp>
              <p:nvSpPr>
                <p:cNvPr id="56" name="任意多边形: 形状 55">
                  <a:extLst>
                    <a:ext uri="{FF2B5EF4-FFF2-40B4-BE49-F238E27FC236}">
                      <a16:creationId xmlns:a16="http://schemas.microsoft.com/office/drawing/2014/main" id="{C1EA9FCB-7347-6A31-6C2F-EB072B2C15C4}"/>
                    </a:ext>
                  </a:extLst>
                </p:cNvPr>
                <p:cNvSpPr/>
                <p:nvPr/>
              </p:nvSpPr>
              <p:spPr>
                <a:xfrm rot="20928483">
                  <a:off x="1724860" y="2548865"/>
                  <a:ext cx="651603" cy="651603"/>
                </a:xfrm>
                <a:custGeom>
                  <a:avLst/>
                  <a:gdLst>
                    <a:gd name="connsiteX0" fmla="*/ 448064 w 448064"/>
                    <a:gd name="connsiteY0" fmla="*/ 224032 h 448064"/>
                    <a:gd name="connsiteX1" fmla="*/ 224032 w 448064"/>
                    <a:gd name="connsiteY1" fmla="*/ 448064 h 448064"/>
                    <a:gd name="connsiteX2" fmla="*/ 0 w 448064"/>
                    <a:gd name="connsiteY2" fmla="*/ 224032 h 448064"/>
                    <a:gd name="connsiteX3" fmla="*/ 224032 w 448064"/>
                    <a:gd name="connsiteY3" fmla="*/ 0 h 448064"/>
                    <a:gd name="connsiteX4" fmla="*/ 448064 w 448064"/>
                    <a:gd name="connsiteY4" fmla="*/ 224032 h 448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064" h="448064">
                      <a:moveTo>
                        <a:pt x="448064" y="224032"/>
                      </a:moveTo>
                      <a:cubicBezTo>
                        <a:pt x="448064" y="347762"/>
                        <a:pt x="347762" y="448064"/>
                        <a:pt x="224032" y="448064"/>
                      </a:cubicBezTo>
                      <a:cubicBezTo>
                        <a:pt x="100303" y="448064"/>
                        <a:pt x="0" y="347762"/>
                        <a:pt x="0" y="224032"/>
                      </a:cubicBezTo>
                      <a:cubicBezTo>
                        <a:pt x="0" y="100303"/>
                        <a:pt x="100303" y="0"/>
                        <a:pt x="224032" y="0"/>
                      </a:cubicBezTo>
                      <a:cubicBezTo>
                        <a:pt x="347762" y="0"/>
                        <a:pt x="448064" y="100303"/>
                        <a:pt x="448064" y="224032"/>
                      </a:cubicBezTo>
                      <a:close/>
                    </a:path>
                  </a:pathLst>
                </a:custGeom>
                <a:noFill/>
                <a:ln w="57151" cap="flat">
                  <a:gradFill>
                    <a:gsLst>
                      <a:gs pos="95200">
                        <a:schemeClr val="accent1">
                          <a:lumMod val="50000"/>
                        </a:schemeClr>
                      </a:gs>
                      <a:gs pos="0">
                        <a:schemeClr val="accent1"/>
                      </a:gs>
                    </a:gsLst>
                    <a:lin ang="16200000" scaled="1"/>
                  </a:gra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atin typeface="Arial" panose="020B0604020202020204" pitchFamily="34" charset="0"/>
                    <a:ea typeface="微软雅黑" panose="020B0503020204020204" pitchFamily="34" charset="-122"/>
                    <a:sym typeface="Arial" panose="020B0604020202020204" pitchFamily="34" charset="0"/>
                  </a:endParaRPr>
                </a:p>
              </p:txBody>
            </p:sp>
            <p:sp>
              <p:nvSpPr>
                <p:cNvPr id="57" name="Number2">
                  <a:extLst>
                    <a:ext uri="{FF2B5EF4-FFF2-40B4-BE49-F238E27FC236}">
                      <a16:creationId xmlns:a16="http://schemas.microsoft.com/office/drawing/2014/main" id="{BCFC6849-DB87-EB79-2AAE-34E0AF033841}"/>
                    </a:ext>
                  </a:extLst>
                </p:cNvPr>
                <p:cNvSpPr txBox="1"/>
                <p:nvPr/>
              </p:nvSpPr>
              <p:spPr>
                <a:xfrm>
                  <a:off x="1785818" y="2613823"/>
                  <a:ext cx="529689" cy="521691"/>
                </a:xfrm>
                <a:prstGeom prst="ellipse">
                  <a:avLst/>
                </a:prstGeom>
                <a:gradFill flip="none" rotWithShape="1">
                  <a:gsLst>
                    <a:gs pos="0">
                      <a:schemeClr val="accent1">
                        <a:lumMod val="75000"/>
                      </a:schemeClr>
                    </a:gs>
                    <a:gs pos="89000">
                      <a:schemeClr val="accent1"/>
                    </a:gs>
                  </a:gsLst>
                  <a:lin ang="13500000" scaled="1"/>
                  <a:tileRect/>
                </a:gradFill>
                <a:ln w="12700">
                  <a:solidFill>
                    <a:schemeClr val="accent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dirty="0">
                      <a:latin typeface="Arial" panose="020B0604020202020204" pitchFamily="34" charset="0"/>
                      <a:ea typeface="微软雅黑" panose="020B0503020204020204" pitchFamily="34" charset="-122"/>
                      <a:sym typeface="Arial" panose="020B0604020202020204" pitchFamily="34" charset="0"/>
                    </a:rPr>
                    <a:t>2</a:t>
                  </a:r>
                  <a:endParaRPr lang="zh-CN" altLang="en-US" sz="1600" dirty="0">
                    <a:latin typeface="Arial" panose="020B0604020202020204" pitchFamily="34" charset="0"/>
                    <a:ea typeface="微软雅黑" panose="020B0503020204020204" pitchFamily="34" charset="-122"/>
                    <a:sym typeface="Arial" panose="020B0604020202020204" pitchFamily="34" charset="0"/>
                  </a:endParaRPr>
                </a:p>
              </p:txBody>
            </p:sp>
          </p:gr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CB7A76-A593-D939-80C7-780D4B6A67C4}"/>
              </a:ext>
            </a:extLst>
          </p:cNvPr>
          <p:cNvSpPr>
            <a:spLocks noGrp="1"/>
          </p:cNvSpPr>
          <p:nvPr>
            <p:ph type="title"/>
          </p:nvPr>
        </p:nvSpPr>
        <p:spPr/>
        <p:txBody>
          <a:bodyPr/>
          <a:lstStyle/>
          <a:p>
            <a:r>
              <a:rPr lang="zh-CN" altLang="en-US" dirty="0"/>
              <a:t>行业竞争格局</a:t>
            </a:r>
          </a:p>
        </p:txBody>
      </p:sp>
      <p:grpSp>
        <p:nvGrpSpPr>
          <p:cNvPr id="127" name="组合 126">
            <a:extLst>
              <a:ext uri="{FF2B5EF4-FFF2-40B4-BE49-F238E27FC236}">
                <a16:creationId xmlns:a16="http://schemas.microsoft.com/office/drawing/2014/main" id="{C6B63EF5-157B-6F00-F95D-CED5AF1D72A7}"/>
              </a:ext>
            </a:extLst>
          </p:cNvPr>
          <p:cNvGrpSpPr/>
          <p:nvPr/>
        </p:nvGrpSpPr>
        <p:grpSpPr>
          <a:xfrm>
            <a:off x="660400" y="1123952"/>
            <a:ext cx="10858500" cy="5010148"/>
            <a:chOff x="660400" y="1123952"/>
            <a:chExt cx="10858500" cy="5010148"/>
          </a:xfrm>
        </p:grpSpPr>
        <p:cxnSp>
          <p:nvCxnSpPr>
            <p:cNvPr id="23" name="íş1idé">
              <a:extLst>
                <a:ext uri="{FF2B5EF4-FFF2-40B4-BE49-F238E27FC236}">
                  <a16:creationId xmlns:a16="http://schemas.microsoft.com/office/drawing/2014/main" id="{B739A26E-41F5-6C4B-1334-486B7652519F}"/>
                </a:ext>
              </a:extLst>
            </p:cNvPr>
            <p:cNvCxnSpPr>
              <a:cxnSpLocks/>
            </p:cNvCxnSpPr>
            <p:nvPr/>
          </p:nvCxnSpPr>
          <p:spPr>
            <a:xfrm>
              <a:off x="767552" y="3319805"/>
              <a:ext cx="10716388" cy="0"/>
            </a:xfrm>
            <a:prstGeom prst="line">
              <a:avLst/>
            </a:prstGeom>
            <a:ln w="3175" cap="rnd">
              <a:gradFill>
                <a:gsLst>
                  <a:gs pos="0">
                    <a:schemeClr val="accent1"/>
                  </a:gs>
                  <a:gs pos="100000">
                    <a:schemeClr val="accent2"/>
                  </a:gs>
                </a:gsLst>
                <a:lin ang="10800000" scaled="0"/>
              </a:gra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4" name="Title">
              <a:extLst>
                <a:ext uri="{FF2B5EF4-FFF2-40B4-BE49-F238E27FC236}">
                  <a16:creationId xmlns:a16="http://schemas.microsoft.com/office/drawing/2014/main" id="{29E61C49-D98E-C2C7-5022-5E98BDEB5049}"/>
                </a:ext>
              </a:extLst>
            </p:cNvPr>
            <p:cNvSpPr txBox="1"/>
            <p:nvPr/>
          </p:nvSpPr>
          <p:spPr>
            <a:xfrm>
              <a:off x="660400" y="1123952"/>
              <a:ext cx="10858500" cy="646792"/>
            </a:xfrm>
            <a:prstGeom prst="rect">
              <a:avLst/>
            </a:prstGeom>
            <a:noFill/>
          </p:spPr>
          <p:txBody>
            <a:bodyPr wrap="square" lIns="90000" tIns="46800" rIns="90000" bIns="46800" anchor="ctr" anchorCtr="0">
              <a:normAutofit/>
            </a:bodyPr>
            <a:lstStyle/>
            <a:p>
              <a:pPr algn="ctr"/>
              <a:r>
                <a:rPr lang="zh-CN" altLang="en-US" sz="2400" b="1" dirty="0"/>
                <a:t>主要竞争对手分析及市场份额</a:t>
              </a:r>
            </a:p>
          </p:txBody>
        </p:sp>
        <p:grpSp>
          <p:nvGrpSpPr>
            <p:cNvPr id="102" name="Group 50">
              <a:extLst>
                <a:ext uri="{FF2B5EF4-FFF2-40B4-BE49-F238E27FC236}">
                  <a16:creationId xmlns:a16="http://schemas.microsoft.com/office/drawing/2014/main" id="{232BC046-7BE3-2229-B732-A1D3B922809A}"/>
                </a:ext>
              </a:extLst>
            </p:cNvPr>
            <p:cNvGrpSpPr/>
            <p:nvPr/>
          </p:nvGrpSpPr>
          <p:grpSpPr>
            <a:xfrm>
              <a:off x="673099" y="3616182"/>
              <a:ext cx="10845799" cy="2517918"/>
              <a:chOff x="673099" y="3906468"/>
              <a:chExt cx="10845799" cy="2517918"/>
            </a:xfrm>
          </p:grpSpPr>
          <p:grpSp>
            <p:nvGrpSpPr>
              <p:cNvPr id="103" name="组合 102">
                <a:extLst>
                  <a:ext uri="{FF2B5EF4-FFF2-40B4-BE49-F238E27FC236}">
                    <a16:creationId xmlns:a16="http://schemas.microsoft.com/office/drawing/2014/main" id="{761C8FC3-3014-43A0-69B0-171DD4C7862A}"/>
                  </a:ext>
                </a:extLst>
              </p:cNvPr>
              <p:cNvGrpSpPr/>
              <p:nvPr/>
            </p:nvGrpSpPr>
            <p:grpSpPr>
              <a:xfrm>
                <a:off x="673099" y="3906468"/>
                <a:ext cx="2031844" cy="2517918"/>
                <a:chOff x="673099" y="3514582"/>
                <a:chExt cx="2031844" cy="2517918"/>
              </a:xfrm>
            </p:grpSpPr>
            <p:sp>
              <p:nvSpPr>
                <p:cNvPr id="124" name="Icon1">
                  <a:extLst>
                    <a:ext uri="{FF2B5EF4-FFF2-40B4-BE49-F238E27FC236}">
                      <a16:creationId xmlns:a16="http://schemas.microsoft.com/office/drawing/2014/main" id="{8484EB05-5155-DED0-5948-A3AFBC025F90}"/>
                    </a:ext>
                  </a:extLst>
                </p:cNvPr>
                <p:cNvSpPr/>
                <p:nvPr/>
              </p:nvSpPr>
              <p:spPr bwMode="auto">
                <a:xfrm>
                  <a:off x="1405725" y="3514582"/>
                  <a:ext cx="566592" cy="528327"/>
                </a:xfrm>
                <a:custGeom>
                  <a:avLst/>
                  <a:gdLst>
                    <a:gd name="T0" fmla="*/ 3958 w 4630"/>
                    <a:gd name="T1" fmla="*/ 1193 h 4324"/>
                    <a:gd name="T2" fmla="*/ 3772 w 4630"/>
                    <a:gd name="T3" fmla="*/ 1223 h 4324"/>
                    <a:gd name="T4" fmla="*/ 3358 w 4630"/>
                    <a:gd name="T5" fmla="*/ 1778 h 4324"/>
                    <a:gd name="T6" fmla="*/ 3055 w 4630"/>
                    <a:gd name="T7" fmla="*/ 1876 h 4324"/>
                    <a:gd name="T8" fmla="*/ 2515 w 4630"/>
                    <a:gd name="T9" fmla="*/ 1484 h 4324"/>
                    <a:gd name="T10" fmla="*/ 2515 w 4630"/>
                    <a:gd name="T11" fmla="*/ 1166 h 4324"/>
                    <a:gd name="T12" fmla="*/ 2915 w 4630"/>
                    <a:gd name="T13" fmla="*/ 600 h 4324"/>
                    <a:gd name="T14" fmla="*/ 2315 w 4630"/>
                    <a:gd name="T15" fmla="*/ 0 h 4324"/>
                    <a:gd name="T16" fmla="*/ 1715 w 4630"/>
                    <a:gd name="T17" fmla="*/ 600 h 4324"/>
                    <a:gd name="T18" fmla="*/ 2115 w 4630"/>
                    <a:gd name="T19" fmla="*/ 1166 h 4324"/>
                    <a:gd name="T20" fmla="*/ 2115 w 4630"/>
                    <a:gd name="T21" fmla="*/ 1484 h 4324"/>
                    <a:gd name="T22" fmla="*/ 1575 w 4630"/>
                    <a:gd name="T23" fmla="*/ 1877 h 4324"/>
                    <a:gd name="T24" fmla="*/ 1273 w 4630"/>
                    <a:gd name="T25" fmla="*/ 1778 h 4324"/>
                    <a:gd name="T26" fmla="*/ 858 w 4630"/>
                    <a:gd name="T27" fmla="*/ 1223 h 4324"/>
                    <a:gd name="T28" fmla="*/ 673 w 4630"/>
                    <a:gd name="T29" fmla="*/ 1193 h 4324"/>
                    <a:gd name="T30" fmla="*/ 102 w 4630"/>
                    <a:gd name="T31" fmla="*/ 1608 h 4324"/>
                    <a:gd name="T32" fmla="*/ 488 w 4630"/>
                    <a:gd name="T33" fmla="*/ 2364 h 4324"/>
                    <a:gd name="T34" fmla="*/ 673 w 4630"/>
                    <a:gd name="T35" fmla="*/ 2394 h 4324"/>
                    <a:gd name="T36" fmla="*/ 1149 w 4630"/>
                    <a:gd name="T37" fmla="*/ 2159 h 4324"/>
                    <a:gd name="T38" fmla="*/ 1452 w 4630"/>
                    <a:gd name="T39" fmla="*/ 2258 h 4324"/>
                    <a:gd name="T40" fmla="*/ 1449 w 4630"/>
                    <a:gd name="T41" fmla="*/ 2327 h 4324"/>
                    <a:gd name="T42" fmla="*/ 1658 w 4630"/>
                    <a:gd name="T43" fmla="*/ 2891 h 4324"/>
                    <a:gd name="T44" fmla="*/ 1471 w 4630"/>
                    <a:gd name="T45" fmla="*/ 3149 h 4324"/>
                    <a:gd name="T46" fmla="*/ 1301 w 4630"/>
                    <a:gd name="T47" fmla="*/ 3124 h 4324"/>
                    <a:gd name="T48" fmla="*/ 815 w 4630"/>
                    <a:gd name="T49" fmla="*/ 3371 h 4324"/>
                    <a:gd name="T50" fmla="*/ 948 w 4630"/>
                    <a:gd name="T51" fmla="*/ 4209 h 4324"/>
                    <a:gd name="T52" fmla="*/ 1300 w 4630"/>
                    <a:gd name="T53" fmla="*/ 4324 h 4324"/>
                    <a:gd name="T54" fmla="*/ 1786 w 4630"/>
                    <a:gd name="T55" fmla="*/ 4077 h 4324"/>
                    <a:gd name="T56" fmla="*/ 1795 w 4630"/>
                    <a:gd name="T57" fmla="*/ 3384 h 4324"/>
                    <a:gd name="T58" fmla="*/ 1981 w 4630"/>
                    <a:gd name="T59" fmla="*/ 3127 h 4324"/>
                    <a:gd name="T60" fmla="*/ 2315 w 4630"/>
                    <a:gd name="T61" fmla="*/ 3194 h 4324"/>
                    <a:gd name="T62" fmla="*/ 2647 w 4630"/>
                    <a:gd name="T63" fmla="*/ 3127 h 4324"/>
                    <a:gd name="T64" fmla="*/ 2836 w 4630"/>
                    <a:gd name="T65" fmla="*/ 3385 h 4324"/>
                    <a:gd name="T66" fmla="*/ 2845 w 4630"/>
                    <a:gd name="T67" fmla="*/ 4077 h 4324"/>
                    <a:gd name="T68" fmla="*/ 3331 w 4630"/>
                    <a:gd name="T69" fmla="*/ 4324 h 4324"/>
                    <a:gd name="T70" fmla="*/ 3331 w 4630"/>
                    <a:gd name="T71" fmla="*/ 4324 h 4324"/>
                    <a:gd name="T72" fmla="*/ 3683 w 4630"/>
                    <a:gd name="T73" fmla="*/ 4209 h 4324"/>
                    <a:gd name="T74" fmla="*/ 3816 w 4630"/>
                    <a:gd name="T75" fmla="*/ 3371 h 4324"/>
                    <a:gd name="T76" fmla="*/ 3330 w 4630"/>
                    <a:gd name="T77" fmla="*/ 3124 h 4324"/>
                    <a:gd name="T78" fmla="*/ 3159 w 4630"/>
                    <a:gd name="T79" fmla="*/ 3149 h 4324"/>
                    <a:gd name="T80" fmla="*/ 2971 w 4630"/>
                    <a:gd name="T81" fmla="*/ 2893 h 4324"/>
                    <a:gd name="T82" fmla="*/ 3182 w 4630"/>
                    <a:gd name="T83" fmla="*/ 2327 h 4324"/>
                    <a:gd name="T84" fmla="*/ 3179 w 4630"/>
                    <a:gd name="T85" fmla="*/ 2257 h 4324"/>
                    <a:gd name="T86" fmla="*/ 3481 w 4630"/>
                    <a:gd name="T87" fmla="*/ 2159 h 4324"/>
                    <a:gd name="T88" fmla="*/ 3957 w 4630"/>
                    <a:gd name="T89" fmla="*/ 2394 h 4324"/>
                    <a:gd name="T90" fmla="*/ 3957 w 4630"/>
                    <a:gd name="T91" fmla="*/ 2394 h 4324"/>
                    <a:gd name="T92" fmla="*/ 4143 w 4630"/>
                    <a:gd name="T93" fmla="*/ 2364 h 4324"/>
                    <a:gd name="T94" fmla="*/ 4528 w 4630"/>
                    <a:gd name="T95" fmla="*/ 1608 h 4324"/>
                    <a:gd name="T96" fmla="*/ 3958 w 4630"/>
                    <a:gd name="T97" fmla="*/ 1193 h 4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30" h="4324">
                      <a:moveTo>
                        <a:pt x="3958" y="1193"/>
                      </a:moveTo>
                      <a:cubicBezTo>
                        <a:pt x="3895" y="1193"/>
                        <a:pt x="3832" y="1203"/>
                        <a:pt x="3772" y="1223"/>
                      </a:cubicBezTo>
                      <a:cubicBezTo>
                        <a:pt x="3524" y="1304"/>
                        <a:pt x="3364" y="1531"/>
                        <a:pt x="3358" y="1778"/>
                      </a:cubicBezTo>
                      <a:lnTo>
                        <a:pt x="3055" y="1876"/>
                      </a:lnTo>
                      <a:cubicBezTo>
                        <a:pt x="2936" y="1682"/>
                        <a:pt x="2743" y="1538"/>
                        <a:pt x="2515" y="1484"/>
                      </a:cubicBezTo>
                      <a:lnTo>
                        <a:pt x="2515" y="1166"/>
                      </a:lnTo>
                      <a:cubicBezTo>
                        <a:pt x="2748" y="1083"/>
                        <a:pt x="2915" y="861"/>
                        <a:pt x="2915" y="600"/>
                      </a:cubicBezTo>
                      <a:cubicBezTo>
                        <a:pt x="2915" y="270"/>
                        <a:pt x="2646" y="0"/>
                        <a:pt x="2315" y="0"/>
                      </a:cubicBezTo>
                      <a:cubicBezTo>
                        <a:pt x="1984" y="0"/>
                        <a:pt x="1715" y="270"/>
                        <a:pt x="1715" y="600"/>
                      </a:cubicBezTo>
                      <a:cubicBezTo>
                        <a:pt x="1715" y="861"/>
                        <a:pt x="1882" y="1083"/>
                        <a:pt x="2115" y="1166"/>
                      </a:cubicBezTo>
                      <a:lnTo>
                        <a:pt x="2115" y="1484"/>
                      </a:lnTo>
                      <a:cubicBezTo>
                        <a:pt x="1887" y="1538"/>
                        <a:pt x="1694" y="1682"/>
                        <a:pt x="1575" y="1877"/>
                      </a:cubicBezTo>
                      <a:lnTo>
                        <a:pt x="1273" y="1778"/>
                      </a:lnTo>
                      <a:cubicBezTo>
                        <a:pt x="1266" y="1531"/>
                        <a:pt x="1107" y="1304"/>
                        <a:pt x="858" y="1223"/>
                      </a:cubicBezTo>
                      <a:cubicBezTo>
                        <a:pt x="798" y="1203"/>
                        <a:pt x="736" y="1193"/>
                        <a:pt x="673" y="1193"/>
                      </a:cubicBezTo>
                      <a:cubicBezTo>
                        <a:pt x="412" y="1193"/>
                        <a:pt x="183" y="1360"/>
                        <a:pt x="102" y="1608"/>
                      </a:cubicBezTo>
                      <a:cubicBezTo>
                        <a:pt x="0" y="1923"/>
                        <a:pt x="173" y="2262"/>
                        <a:pt x="488" y="2364"/>
                      </a:cubicBezTo>
                      <a:cubicBezTo>
                        <a:pt x="548" y="2384"/>
                        <a:pt x="610" y="2394"/>
                        <a:pt x="673" y="2394"/>
                      </a:cubicBezTo>
                      <a:cubicBezTo>
                        <a:pt x="864" y="2394"/>
                        <a:pt x="1038" y="2304"/>
                        <a:pt x="1149" y="2159"/>
                      </a:cubicBezTo>
                      <a:lnTo>
                        <a:pt x="1452" y="2258"/>
                      </a:lnTo>
                      <a:cubicBezTo>
                        <a:pt x="1450" y="2281"/>
                        <a:pt x="1449" y="2304"/>
                        <a:pt x="1449" y="2327"/>
                      </a:cubicBezTo>
                      <a:cubicBezTo>
                        <a:pt x="1449" y="2542"/>
                        <a:pt x="1528" y="2740"/>
                        <a:pt x="1658" y="2891"/>
                      </a:cubicBezTo>
                      <a:lnTo>
                        <a:pt x="1471" y="3149"/>
                      </a:lnTo>
                      <a:cubicBezTo>
                        <a:pt x="1416" y="3132"/>
                        <a:pt x="1359" y="3124"/>
                        <a:pt x="1301" y="3124"/>
                      </a:cubicBezTo>
                      <a:cubicBezTo>
                        <a:pt x="1109" y="3124"/>
                        <a:pt x="927" y="3216"/>
                        <a:pt x="815" y="3371"/>
                      </a:cubicBezTo>
                      <a:cubicBezTo>
                        <a:pt x="620" y="3639"/>
                        <a:pt x="680" y="4015"/>
                        <a:pt x="948" y="4209"/>
                      </a:cubicBezTo>
                      <a:cubicBezTo>
                        <a:pt x="1051" y="4284"/>
                        <a:pt x="1173" y="4324"/>
                        <a:pt x="1300" y="4324"/>
                      </a:cubicBezTo>
                      <a:cubicBezTo>
                        <a:pt x="1492" y="4324"/>
                        <a:pt x="1673" y="4232"/>
                        <a:pt x="1786" y="4077"/>
                      </a:cubicBezTo>
                      <a:cubicBezTo>
                        <a:pt x="1939" y="3866"/>
                        <a:pt x="1934" y="3588"/>
                        <a:pt x="1795" y="3384"/>
                      </a:cubicBezTo>
                      <a:lnTo>
                        <a:pt x="1981" y="3127"/>
                      </a:lnTo>
                      <a:cubicBezTo>
                        <a:pt x="2084" y="3170"/>
                        <a:pt x="2197" y="3194"/>
                        <a:pt x="2315" y="3194"/>
                      </a:cubicBezTo>
                      <a:cubicBezTo>
                        <a:pt x="2433" y="3194"/>
                        <a:pt x="2545" y="3170"/>
                        <a:pt x="2647" y="3127"/>
                      </a:cubicBezTo>
                      <a:lnTo>
                        <a:pt x="2836" y="3385"/>
                      </a:lnTo>
                      <a:cubicBezTo>
                        <a:pt x="2696" y="3588"/>
                        <a:pt x="2692" y="3866"/>
                        <a:pt x="2845" y="4077"/>
                      </a:cubicBezTo>
                      <a:cubicBezTo>
                        <a:pt x="2957" y="4232"/>
                        <a:pt x="3139" y="4324"/>
                        <a:pt x="3331" y="4324"/>
                      </a:cubicBezTo>
                      <a:lnTo>
                        <a:pt x="3331" y="4324"/>
                      </a:lnTo>
                      <a:cubicBezTo>
                        <a:pt x="3458" y="4324"/>
                        <a:pt x="3580" y="4284"/>
                        <a:pt x="3683" y="4209"/>
                      </a:cubicBezTo>
                      <a:cubicBezTo>
                        <a:pt x="3951" y="4015"/>
                        <a:pt x="4010" y="3639"/>
                        <a:pt x="3816" y="3371"/>
                      </a:cubicBezTo>
                      <a:cubicBezTo>
                        <a:pt x="3703" y="3216"/>
                        <a:pt x="3522" y="3124"/>
                        <a:pt x="3330" y="3124"/>
                      </a:cubicBezTo>
                      <a:cubicBezTo>
                        <a:pt x="3271" y="3124"/>
                        <a:pt x="3214" y="3133"/>
                        <a:pt x="3159" y="3149"/>
                      </a:cubicBezTo>
                      <a:lnTo>
                        <a:pt x="2971" y="2893"/>
                      </a:lnTo>
                      <a:cubicBezTo>
                        <a:pt x="3102" y="2741"/>
                        <a:pt x="3182" y="2543"/>
                        <a:pt x="3182" y="2327"/>
                      </a:cubicBezTo>
                      <a:cubicBezTo>
                        <a:pt x="3182" y="2303"/>
                        <a:pt x="3181" y="2280"/>
                        <a:pt x="3179" y="2257"/>
                      </a:cubicBezTo>
                      <a:lnTo>
                        <a:pt x="3481" y="2159"/>
                      </a:lnTo>
                      <a:cubicBezTo>
                        <a:pt x="3592" y="2304"/>
                        <a:pt x="3766" y="2394"/>
                        <a:pt x="3957" y="2394"/>
                      </a:cubicBezTo>
                      <a:lnTo>
                        <a:pt x="3957" y="2394"/>
                      </a:lnTo>
                      <a:cubicBezTo>
                        <a:pt x="4020" y="2394"/>
                        <a:pt x="4083" y="2384"/>
                        <a:pt x="4143" y="2364"/>
                      </a:cubicBezTo>
                      <a:cubicBezTo>
                        <a:pt x="4458" y="2262"/>
                        <a:pt x="4630" y="1923"/>
                        <a:pt x="4528" y="1608"/>
                      </a:cubicBezTo>
                      <a:cubicBezTo>
                        <a:pt x="4447" y="1360"/>
                        <a:pt x="4218" y="1193"/>
                        <a:pt x="3958" y="1193"/>
                      </a:cubicBezTo>
                      <a:close/>
                    </a:path>
                  </a:pathLst>
                </a:custGeom>
                <a:gradFill flip="none" rotWithShape="1">
                  <a:gsLst>
                    <a:gs pos="100000">
                      <a:schemeClr val="accent3">
                        <a:alpha val="90000"/>
                      </a:schemeClr>
                    </a:gs>
                    <a:gs pos="0">
                      <a:schemeClr val="accent2"/>
                    </a:gs>
                  </a:gsLst>
                  <a:lin ang="2700000" scaled="1"/>
                  <a:tileRect/>
                </a:gradFill>
                <a:ln>
                  <a:noFill/>
                </a:ln>
                <a:effectLst>
                  <a:reflection blurRad="50800" stA="64000" endPos="5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b="1"/>
                </a:p>
              </p:txBody>
            </p:sp>
            <p:sp>
              <p:nvSpPr>
                <p:cNvPr id="125" name="Bullet1">
                  <a:extLst>
                    <a:ext uri="{FF2B5EF4-FFF2-40B4-BE49-F238E27FC236}">
                      <a16:creationId xmlns:a16="http://schemas.microsoft.com/office/drawing/2014/main" id="{5B0EC8DE-9B82-4281-53E3-4910217DB875}"/>
                    </a:ext>
                  </a:extLst>
                </p:cNvPr>
                <p:cNvSpPr txBox="1"/>
                <p:nvPr/>
              </p:nvSpPr>
              <p:spPr>
                <a:xfrm>
                  <a:off x="673099" y="4124775"/>
                  <a:ext cx="2031844" cy="624918"/>
                </a:xfrm>
                <a:prstGeom prst="rect">
                  <a:avLst/>
                </a:prstGeom>
                <a:noFill/>
                <a:ln>
                  <a:noFill/>
                </a:ln>
              </p:spPr>
              <p:txBody>
                <a:bodyPr wrap="square" lIns="91440" tIns="45720" rIns="91440" bIns="45720" anchor="b"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rPr>
                    <a:t>国内外巨头竞争</a:t>
                  </a:r>
                </a:p>
              </p:txBody>
            </p:sp>
            <p:sp>
              <p:nvSpPr>
                <p:cNvPr id="126" name="Text1">
                  <a:extLst>
                    <a:ext uri="{FF2B5EF4-FFF2-40B4-BE49-F238E27FC236}">
                      <a16:creationId xmlns:a16="http://schemas.microsoft.com/office/drawing/2014/main" id="{229C5713-A943-0973-0519-CB5D12A2161D}"/>
                    </a:ext>
                  </a:extLst>
                </p:cNvPr>
                <p:cNvSpPr txBox="1"/>
                <p:nvPr/>
              </p:nvSpPr>
              <p:spPr>
                <a:xfrm>
                  <a:off x="673099" y="4749692"/>
                  <a:ext cx="2031844" cy="128280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zh-CN" altLang="en-US" sz="1400" dirty="0"/>
                    <a:t>国内外科技巨头如谷歌、苹果等在通用科技领域占据重要市场份额，竞争激烈。</a:t>
                  </a:r>
                </a:p>
              </p:txBody>
            </p:sp>
          </p:grpSp>
          <p:grpSp>
            <p:nvGrpSpPr>
              <p:cNvPr id="104" name="组合 103">
                <a:extLst>
                  <a:ext uri="{FF2B5EF4-FFF2-40B4-BE49-F238E27FC236}">
                    <a16:creationId xmlns:a16="http://schemas.microsoft.com/office/drawing/2014/main" id="{2594CA95-DD68-EB1B-6A7F-6F8441C824F0}"/>
                  </a:ext>
                </a:extLst>
              </p:cNvPr>
              <p:cNvGrpSpPr/>
              <p:nvPr/>
            </p:nvGrpSpPr>
            <p:grpSpPr>
              <a:xfrm>
                <a:off x="2876587" y="3918980"/>
                <a:ext cx="2031844" cy="2505406"/>
                <a:chOff x="2876588" y="3527094"/>
                <a:chExt cx="2031844" cy="2505406"/>
              </a:xfrm>
            </p:grpSpPr>
            <p:sp>
              <p:nvSpPr>
                <p:cNvPr id="121" name="Bullet2">
                  <a:extLst>
                    <a:ext uri="{FF2B5EF4-FFF2-40B4-BE49-F238E27FC236}">
                      <a16:creationId xmlns:a16="http://schemas.microsoft.com/office/drawing/2014/main" id="{9C91DFBC-CA40-8D62-20AC-C4280696C60D}"/>
                    </a:ext>
                  </a:extLst>
                </p:cNvPr>
                <p:cNvSpPr txBox="1"/>
                <p:nvPr/>
              </p:nvSpPr>
              <p:spPr>
                <a:xfrm>
                  <a:off x="2876588" y="4124775"/>
                  <a:ext cx="2031844" cy="624918"/>
                </a:xfrm>
                <a:prstGeom prst="rect">
                  <a:avLst/>
                </a:prstGeom>
                <a:noFill/>
                <a:ln>
                  <a:noFill/>
                </a:ln>
              </p:spPr>
              <p:txBody>
                <a:bodyPr wrap="square" lIns="91440" tIns="45720" rIns="91440" bIns="45720" anchor="b"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rPr>
                    <a:t>本土品牌崛起</a:t>
                  </a:r>
                </a:p>
              </p:txBody>
            </p:sp>
            <p:sp>
              <p:nvSpPr>
                <p:cNvPr id="122" name="Text2">
                  <a:extLst>
                    <a:ext uri="{FF2B5EF4-FFF2-40B4-BE49-F238E27FC236}">
                      <a16:creationId xmlns:a16="http://schemas.microsoft.com/office/drawing/2014/main" id="{9A0D2505-A2D7-1580-7CE6-212785B5CE70}"/>
                    </a:ext>
                  </a:extLst>
                </p:cNvPr>
                <p:cNvSpPr txBox="1"/>
                <p:nvPr/>
              </p:nvSpPr>
              <p:spPr>
                <a:xfrm>
                  <a:off x="2876588" y="4749692"/>
                  <a:ext cx="2031844" cy="128280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zh-CN" altLang="en-US" sz="1400" dirty="0"/>
                    <a:t>我国本土品牌如华为、小米等在智能设备、互联网服务等方面快速崛起，市场份额逐年增长。</a:t>
                  </a:r>
                </a:p>
              </p:txBody>
            </p:sp>
            <p:sp>
              <p:nvSpPr>
                <p:cNvPr id="123" name="Icon2">
                  <a:extLst>
                    <a:ext uri="{FF2B5EF4-FFF2-40B4-BE49-F238E27FC236}">
                      <a16:creationId xmlns:a16="http://schemas.microsoft.com/office/drawing/2014/main" id="{802A2F8A-7E7C-13EC-9138-E0C858F80C81}"/>
                    </a:ext>
                  </a:extLst>
                </p:cNvPr>
                <p:cNvSpPr/>
                <p:nvPr/>
              </p:nvSpPr>
              <p:spPr bwMode="auto">
                <a:xfrm>
                  <a:off x="3667611" y="3527094"/>
                  <a:ext cx="507010" cy="503300"/>
                </a:xfrm>
                <a:custGeom>
                  <a:avLst/>
                  <a:gdLst>
                    <a:gd name="connsiteX0" fmla="*/ 339837 w 607639"/>
                    <a:gd name="connsiteY0" fmla="*/ 482173 h 603193"/>
                    <a:gd name="connsiteX1" fmla="*/ 379436 w 607639"/>
                    <a:gd name="connsiteY1" fmla="*/ 482173 h 603193"/>
                    <a:gd name="connsiteX2" fmla="*/ 379436 w 607639"/>
                    <a:gd name="connsiteY2" fmla="*/ 504298 h 603193"/>
                    <a:gd name="connsiteX3" fmla="*/ 411114 w 607639"/>
                    <a:gd name="connsiteY3" fmla="*/ 551746 h 603193"/>
                    <a:gd name="connsiteX4" fmla="*/ 359592 w 607639"/>
                    <a:gd name="connsiteY4" fmla="*/ 603193 h 603193"/>
                    <a:gd name="connsiteX5" fmla="*/ 308159 w 607639"/>
                    <a:gd name="connsiteY5" fmla="*/ 551746 h 603193"/>
                    <a:gd name="connsiteX6" fmla="*/ 339837 w 607639"/>
                    <a:gd name="connsiteY6" fmla="*/ 504298 h 603193"/>
                    <a:gd name="connsiteX7" fmla="*/ 228203 w 607639"/>
                    <a:gd name="connsiteY7" fmla="*/ 482173 h 603193"/>
                    <a:gd name="connsiteX8" fmla="*/ 267802 w 607639"/>
                    <a:gd name="connsiteY8" fmla="*/ 482173 h 603193"/>
                    <a:gd name="connsiteX9" fmla="*/ 267802 w 607639"/>
                    <a:gd name="connsiteY9" fmla="*/ 504298 h 603193"/>
                    <a:gd name="connsiteX10" fmla="*/ 299480 w 607639"/>
                    <a:gd name="connsiteY10" fmla="*/ 551746 h 603193"/>
                    <a:gd name="connsiteX11" fmla="*/ 247958 w 607639"/>
                    <a:gd name="connsiteY11" fmla="*/ 603193 h 603193"/>
                    <a:gd name="connsiteX12" fmla="*/ 196525 w 607639"/>
                    <a:gd name="connsiteY12" fmla="*/ 551746 h 603193"/>
                    <a:gd name="connsiteX13" fmla="*/ 228203 w 607639"/>
                    <a:gd name="connsiteY13" fmla="*/ 504298 h 603193"/>
                    <a:gd name="connsiteX14" fmla="*/ 51454 w 607639"/>
                    <a:gd name="connsiteY14" fmla="*/ 379360 h 603193"/>
                    <a:gd name="connsiteX15" fmla="*/ 98991 w 607639"/>
                    <a:gd name="connsiteY15" fmla="*/ 410995 h 603193"/>
                    <a:gd name="connsiteX16" fmla="*/ 116618 w 607639"/>
                    <a:gd name="connsiteY16" fmla="*/ 410995 h 603193"/>
                    <a:gd name="connsiteX17" fmla="*/ 116618 w 607639"/>
                    <a:gd name="connsiteY17" fmla="*/ 391179 h 603193"/>
                    <a:gd name="connsiteX18" fmla="*/ 156232 w 607639"/>
                    <a:gd name="connsiteY18" fmla="*/ 391179 h 603193"/>
                    <a:gd name="connsiteX19" fmla="*/ 156232 w 607639"/>
                    <a:gd name="connsiteY19" fmla="*/ 450539 h 603193"/>
                    <a:gd name="connsiteX20" fmla="*/ 98991 w 607639"/>
                    <a:gd name="connsiteY20" fmla="*/ 450539 h 603193"/>
                    <a:gd name="connsiteX21" fmla="*/ 51454 w 607639"/>
                    <a:gd name="connsiteY21" fmla="*/ 482174 h 603193"/>
                    <a:gd name="connsiteX22" fmla="*/ 0 w 607639"/>
                    <a:gd name="connsiteY22" fmla="*/ 430723 h 603193"/>
                    <a:gd name="connsiteX23" fmla="*/ 51454 w 607639"/>
                    <a:gd name="connsiteY23" fmla="*/ 379360 h 603193"/>
                    <a:gd name="connsiteX24" fmla="*/ 556096 w 607639"/>
                    <a:gd name="connsiteY24" fmla="*/ 379289 h 603193"/>
                    <a:gd name="connsiteX25" fmla="*/ 607639 w 607639"/>
                    <a:gd name="connsiteY25" fmla="*/ 430687 h 603193"/>
                    <a:gd name="connsiteX26" fmla="*/ 556096 w 607639"/>
                    <a:gd name="connsiteY26" fmla="*/ 482173 h 603193"/>
                    <a:gd name="connsiteX27" fmla="*/ 508648 w 607639"/>
                    <a:gd name="connsiteY27" fmla="*/ 450516 h 603193"/>
                    <a:gd name="connsiteX28" fmla="*/ 451407 w 607639"/>
                    <a:gd name="connsiteY28" fmla="*/ 450516 h 603193"/>
                    <a:gd name="connsiteX29" fmla="*/ 451407 w 607639"/>
                    <a:gd name="connsiteY29" fmla="*/ 391116 h 603193"/>
                    <a:gd name="connsiteX30" fmla="*/ 491021 w 607639"/>
                    <a:gd name="connsiteY30" fmla="*/ 391116 h 603193"/>
                    <a:gd name="connsiteX31" fmla="*/ 491021 w 607639"/>
                    <a:gd name="connsiteY31" fmla="*/ 410946 h 603193"/>
                    <a:gd name="connsiteX32" fmla="*/ 508648 w 607639"/>
                    <a:gd name="connsiteY32" fmla="*/ 410946 h 603193"/>
                    <a:gd name="connsiteX33" fmla="*/ 556096 w 607639"/>
                    <a:gd name="connsiteY33" fmla="*/ 379289 h 603193"/>
                    <a:gd name="connsiteX34" fmla="*/ 341951 w 607639"/>
                    <a:gd name="connsiteY34" fmla="*/ 147199 h 603193"/>
                    <a:gd name="connsiteX35" fmla="*/ 399723 w 607639"/>
                    <a:gd name="connsiteY35" fmla="*/ 201229 h 603193"/>
                    <a:gd name="connsiteX36" fmla="*/ 438000 w 607639"/>
                    <a:gd name="connsiteY36" fmla="*/ 258902 h 603193"/>
                    <a:gd name="connsiteX37" fmla="*/ 430701 w 607639"/>
                    <a:gd name="connsiteY37" fmla="*/ 288228 h 603193"/>
                    <a:gd name="connsiteX38" fmla="*/ 438000 w 607639"/>
                    <a:gd name="connsiteY38" fmla="*/ 317553 h 603193"/>
                    <a:gd name="connsiteX39" fmla="*/ 399723 w 607639"/>
                    <a:gd name="connsiteY39" fmla="*/ 375226 h 603193"/>
                    <a:gd name="connsiteX40" fmla="*/ 379427 w 607639"/>
                    <a:gd name="connsiteY40" fmla="*/ 415393 h 603193"/>
                    <a:gd name="connsiteX41" fmla="*/ 379427 w 607639"/>
                    <a:gd name="connsiteY41" fmla="*/ 442586 h 603193"/>
                    <a:gd name="connsiteX42" fmla="*/ 339814 w 607639"/>
                    <a:gd name="connsiteY42" fmla="*/ 442586 h 603193"/>
                    <a:gd name="connsiteX43" fmla="*/ 339814 w 607639"/>
                    <a:gd name="connsiteY43" fmla="*/ 429167 h 603193"/>
                    <a:gd name="connsiteX44" fmla="*/ 323613 w 607639"/>
                    <a:gd name="connsiteY44" fmla="*/ 426235 h 603193"/>
                    <a:gd name="connsiteX45" fmla="*/ 323613 w 607639"/>
                    <a:gd name="connsiteY45" fmla="*/ 150220 h 603193"/>
                    <a:gd name="connsiteX46" fmla="*/ 341951 w 607639"/>
                    <a:gd name="connsiteY46" fmla="*/ 147199 h 603193"/>
                    <a:gd name="connsiteX47" fmla="*/ 265688 w 607639"/>
                    <a:gd name="connsiteY47" fmla="*/ 147199 h 603193"/>
                    <a:gd name="connsiteX48" fmla="*/ 284026 w 607639"/>
                    <a:gd name="connsiteY48" fmla="*/ 150220 h 603193"/>
                    <a:gd name="connsiteX49" fmla="*/ 284026 w 607639"/>
                    <a:gd name="connsiteY49" fmla="*/ 426235 h 603193"/>
                    <a:gd name="connsiteX50" fmla="*/ 267825 w 607639"/>
                    <a:gd name="connsiteY50" fmla="*/ 429167 h 603193"/>
                    <a:gd name="connsiteX51" fmla="*/ 267825 w 607639"/>
                    <a:gd name="connsiteY51" fmla="*/ 442586 h 603193"/>
                    <a:gd name="connsiteX52" fmla="*/ 228212 w 607639"/>
                    <a:gd name="connsiteY52" fmla="*/ 442586 h 603193"/>
                    <a:gd name="connsiteX53" fmla="*/ 228212 w 607639"/>
                    <a:gd name="connsiteY53" fmla="*/ 415393 h 603193"/>
                    <a:gd name="connsiteX54" fmla="*/ 207916 w 607639"/>
                    <a:gd name="connsiteY54" fmla="*/ 375226 h 603193"/>
                    <a:gd name="connsiteX55" fmla="*/ 169639 w 607639"/>
                    <a:gd name="connsiteY55" fmla="*/ 317553 h 603193"/>
                    <a:gd name="connsiteX56" fmla="*/ 176938 w 607639"/>
                    <a:gd name="connsiteY56" fmla="*/ 288228 h 603193"/>
                    <a:gd name="connsiteX57" fmla="*/ 169639 w 607639"/>
                    <a:gd name="connsiteY57" fmla="*/ 258902 h 603193"/>
                    <a:gd name="connsiteX58" fmla="*/ 207916 w 607639"/>
                    <a:gd name="connsiteY58" fmla="*/ 201229 h 603193"/>
                    <a:gd name="connsiteX59" fmla="*/ 265688 w 607639"/>
                    <a:gd name="connsiteY59" fmla="*/ 147199 h 603193"/>
                    <a:gd name="connsiteX60" fmla="*/ 332933 w 607639"/>
                    <a:gd name="connsiteY60" fmla="*/ 0 h 603193"/>
                    <a:gd name="connsiteX61" fmla="*/ 432530 w 607639"/>
                    <a:gd name="connsiteY61" fmla="*/ 39021 h 603193"/>
                    <a:gd name="connsiteX62" fmla="*/ 474007 w 607639"/>
                    <a:gd name="connsiteY62" fmla="*/ 116974 h 603193"/>
                    <a:gd name="connsiteX63" fmla="*/ 528122 w 607639"/>
                    <a:gd name="connsiteY63" fmla="*/ 144707 h 603193"/>
                    <a:gd name="connsiteX64" fmla="*/ 558384 w 607639"/>
                    <a:gd name="connsiteY64" fmla="*/ 215372 h 603193"/>
                    <a:gd name="connsiteX65" fmla="*/ 491007 w 607639"/>
                    <a:gd name="connsiteY65" fmla="*/ 309147 h 603193"/>
                    <a:gd name="connsiteX66" fmla="*/ 477211 w 607639"/>
                    <a:gd name="connsiteY66" fmla="*/ 309147 h 603193"/>
                    <a:gd name="connsiteX67" fmla="*/ 473206 w 607639"/>
                    <a:gd name="connsiteY67" fmla="*/ 288259 h 603193"/>
                    <a:gd name="connsiteX68" fmla="*/ 477567 w 607639"/>
                    <a:gd name="connsiteY68" fmla="*/ 258926 h 603193"/>
                    <a:gd name="connsiteX69" fmla="*/ 435023 w 607639"/>
                    <a:gd name="connsiteY69" fmla="*/ 175995 h 603193"/>
                    <a:gd name="connsiteX70" fmla="*/ 341923 w 607639"/>
                    <a:gd name="connsiteY70" fmla="*/ 107641 h 603193"/>
                    <a:gd name="connsiteX71" fmla="*/ 303739 w 607639"/>
                    <a:gd name="connsiteY71" fmla="*/ 115463 h 603193"/>
                    <a:gd name="connsiteX72" fmla="*/ 265645 w 607639"/>
                    <a:gd name="connsiteY72" fmla="*/ 107641 h 603193"/>
                    <a:gd name="connsiteX73" fmla="*/ 172546 w 607639"/>
                    <a:gd name="connsiteY73" fmla="*/ 175995 h 603193"/>
                    <a:gd name="connsiteX74" fmla="*/ 130001 w 607639"/>
                    <a:gd name="connsiteY74" fmla="*/ 258926 h 603193"/>
                    <a:gd name="connsiteX75" fmla="*/ 134273 w 607639"/>
                    <a:gd name="connsiteY75" fmla="*/ 288259 h 603193"/>
                    <a:gd name="connsiteX76" fmla="*/ 130357 w 607639"/>
                    <a:gd name="connsiteY76" fmla="*/ 309147 h 603193"/>
                    <a:gd name="connsiteX77" fmla="*/ 116561 w 607639"/>
                    <a:gd name="connsiteY77" fmla="*/ 309147 h 603193"/>
                    <a:gd name="connsiteX78" fmla="*/ 49184 w 607639"/>
                    <a:gd name="connsiteY78" fmla="*/ 215372 h 603193"/>
                    <a:gd name="connsiteX79" fmla="*/ 103210 w 607639"/>
                    <a:gd name="connsiteY79" fmla="*/ 127374 h 603193"/>
                    <a:gd name="connsiteX80" fmla="*/ 136676 w 607639"/>
                    <a:gd name="connsiteY80" fmla="*/ 76264 h 603193"/>
                    <a:gd name="connsiteX81" fmla="*/ 205656 w 607639"/>
                    <a:gd name="connsiteY81" fmla="*/ 51643 h 603193"/>
                    <a:gd name="connsiteX82" fmla="*/ 220697 w 607639"/>
                    <a:gd name="connsiteY82" fmla="*/ 52710 h 603193"/>
                    <a:gd name="connsiteX83" fmla="*/ 332933 w 607639"/>
                    <a:gd name="connsiteY83" fmla="*/ 0 h 60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639" h="603193">
                      <a:moveTo>
                        <a:pt x="339837" y="482173"/>
                      </a:moveTo>
                      <a:lnTo>
                        <a:pt x="379436" y="482173"/>
                      </a:lnTo>
                      <a:lnTo>
                        <a:pt x="379436" y="504298"/>
                      </a:lnTo>
                      <a:cubicBezTo>
                        <a:pt x="398033" y="512117"/>
                        <a:pt x="411114" y="530421"/>
                        <a:pt x="411114" y="551746"/>
                      </a:cubicBezTo>
                      <a:cubicBezTo>
                        <a:pt x="411114" y="580091"/>
                        <a:pt x="387978" y="603193"/>
                        <a:pt x="359592" y="603193"/>
                      </a:cubicBezTo>
                      <a:cubicBezTo>
                        <a:pt x="331206" y="603193"/>
                        <a:pt x="308159" y="580091"/>
                        <a:pt x="308159" y="551746"/>
                      </a:cubicBezTo>
                      <a:cubicBezTo>
                        <a:pt x="308159" y="530421"/>
                        <a:pt x="321240" y="512117"/>
                        <a:pt x="339837" y="504298"/>
                      </a:cubicBezTo>
                      <a:close/>
                      <a:moveTo>
                        <a:pt x="228203" y="482173"/>
                      </a:moveTo>
                      <a:lnTo>
                        <a:pt x="267802" y="482173"/>
                      </a:lnTo>
                      <a:lnTo>
                        <a:pt x="267802" y="504298"/>
                      </a:lnTo>
                      <a:cubicBezTo>
                        <a:pt x="286399" y="512117"/>
                        <a:pt x="299480" y="530421"/>
                        <a:pt x="299480" y="551746"/>
                      </a:cubicBezTo>
                      <a:cubicBezTo>
                        <a:pt x="299480" y="580091"/>
                        <a:pt x="276344" y="603193"/>
                        <a:pt x="247958" y="603193"/>
                      </a:cubicBezTo>
                      <a:cubicBezTo>
                        <a:pt x="219572" y="603193"/>
                        <a:pt x="196525" y="580091"/>
                        <a:pt x="196525" y="551746"/>
                      </a:cubicBezTo>
                      <a:cubicBezTo>
                        <a:pt x="196525" y="530421"/>
                        <a:pt x="209606" y="512117"/>
                        <a:pt x="228203" y="504298"/>
                      </a:cubicBezTo>
                      <a:close/>
                      <a:moveTo>
                        <a:pt x="51454" y="379360"/>
                      </a:moveTo>
                      <a:cubicBezTo>
                        <a:pt x="72819" y="379360"/>
                        <a:pt x="91247" y="392423"/>
                        <a:pt x="98991" y="410995"/>
                      </a:cubicBezTo>
                      <a:lnTo>
                        <a:pt x="116618" y="410995"/>
                      </a:lnTo>
                      <a:lnTo>
                        <a:pt x="116618" y="391179"/>
                      </a:lnTo>
                      <a:lnTo>
                        <a:pt x="156232" y="391179"/>
                      </a:lnTo>
                      <a:lnTo>
                        <a:pt x="156232" y="450539"/>
                      </a:lnTo>
                      <a:lnTo>
                        <a:pt x="98991" y="450539"/>
                      </a:lnTo>
                      <a:cubicBezTo>
                        <a:pt x="91247" y="469111"/>
                        <a:pt x="72819" y="482174"/>
                        <a:pt x="51454" y="482174"/>
                      </a:cubicBezTo>
                      <a:cubicBezTo>
                        <a:pt x="23056" y="482174"/>
                        <a:pt x="0" y="459070"/>
                        <a:pt x="0" y="430723"/>
                      </a:cubicBezTo>
                      <a:cubicBezTo>
                        <a:pt x="0" y="402464"/>
                        <a:pt x="23056" y="379360"/>
                        <a:pt x="51454" y="379360"/>
                      </a:cubicBezTo>
                      <a:close/>
                      <a:moveTo>
                        <a:pt x="556096" y="379289"/>
                      </a:moveTo>
                      <a:cubicBezTo>
                        <a:pt x="584494" y="379289"/>
                        <a:pt x="607639" y="402409"/>
                        <a:pt x="607639" y="430687"/>
                      </a:cubicBezTo>
                      <a:cubicBezTo>
                        <a:pt x="607639" y="459053"/>
                        <a:pt x="584494" y="482173"/>
                        <a:pt x="556096" y="482173"/>
                      </a:cubicBezTo>
                      <a:cubicBezTo>
                        <a:pt x="534731" y="482173"/>
                        <a:pt x="516392" y="469101"/>
                        <a:pt x="508648" y="450516"/>
                      </a:cubicBezTo>
                      <a:lnTo>
                        <a:pt x="451407" y="450516"/>
                      </a:lnTo>
                      <a:lnTo>
                        <a:pt x="451407" y="391116"/>
                      </a:lnTo>
                      <a:lnTo>
                        <a:pt x="491021" y="391116"/>
                      </a:lnTo>
                      <a:lnTo>
                        <a:pt x="491021" y="410946"/>
                      </a:lnTo>
                      <a:lnTo>
                        <a:pt x="508648" y="410946"/>
                      </a:lnTo>
                      <a:cubicBezTo>
                        <a:pt x="516392" y="392361"/>
                        <a:pt x="534731" y="379289"/>
                        <a:pt x="556096" y="379289"/>
                      </a:cubicBezTo>
                      <a:close/>
                      <a:moveTo>
                        <a:pt x="341951" y="147199"/>
                      </a:moveTo>
                      <a:cubicBezTo>
                        <a:pt x="372572" y="147199"/>
                        <a:pt x="397764" y="171193"/>
                        <a:pt x="399723" y="201229"/>
                      </a:cubicBezTo>
                      <a:cubicBezTo>
                        <a:pt x="422244" y="210915"/>
                        <a:pt x="438000" y="233309"/>
                        <a:pt x="438000" y="258902"/>
                      </a:cubicBezTo>
                      <a:cubicBezTo>
                        <a:pt x="438000" y="269477"/>
                        <a:pt x="435329" y="279430"/>
                        <a:pt x="430701" y="288228"/>
                      </a:cubicBezTo>
                      <a:cubicBezTo>
                        <a:pt x="435419" y="297203"/>
                        <a:pt x="438000" y="307156"/>
                        <a:pt x="438000" y="317553"/>
                      </a:cubicBezTo>
                      <a:cubicBezTo>
                        <a:pt x="438000" y="343413"/>
                        <a:pt x="422155" y="365718"/>
                        <a:pt x="399723" y="375226"/>
                      </a:cubicBezTo>
                      <a:cubicBezTo>
                        <a:pt x="398654" y="391311"/>
                        <a:pt x="390999" y="405618"/>
                        <a:pt x="379427" y="415393"/>
                      </a:cubicBezTo>
                      <a:lnTo>
                        <a:pt x="379427" y="442586"/>
                      </a:lnTo>
                      <a:lnTo>
                        <a:pt x="339814" y="442586"/>
                      </a:lnTo>
                      <a:lnTo>
                        <a:pt x="339814" y="429167"/>
                      </a:lnTo>
                      <a:cubicBezTo>
                        <a:pt x="334117" y="428990"/>
                        <a:pt x="328687" y="427923"/>
                        <a:pt x="323613" y="426235"/>
                      </a:cubicBezTo>
                      <a:lnTo>
                        <a:pt x="323613" y="150220"/>
                      </a:lnTo>
                      <a:cubicBezTo>
                        <a:pt x="329399" y="148265"/>
                        <a:pt x="335541" y="147199"/>
                        <a:pt x="341951" y="147199"/>
                      </a:cubicBezTo>
                      <a:close/>
                      <a:moveTo>
                        <a:pt x="265688" y="147199"/>
                      </a:moveTo>
                      <a:cubicBezTo>
                        <a:pt x="272098" y="147199"/>
                        <a:pt x="278240" y="148265"/>
                        <a:pt x="284026" y="150220"/>
                      </a:cubicBezTo>
                      <a:lnTo>
                        <a:pt x="284026" y="426235"/>
                      </a:lnTo>
                      <a:cubicBezTo>
                        <a:pt x="278863" y="427923"/>
                        <a:pt x="273433" y="428990"/>
                        <a:pt x="267825" y="429167"/>
                      </a:cubicBezTo>
                      <a:lnTo>
                        <a:pt x="267825" y="442586"/>
                      </a:lnTo>
                      <a:lnTo>
                        <a:pt x="228212" y="442586"/>
                      </a:lnTo>
                      <a:lnTo>
                        <a:pt x="228212" y="415393"/>
                      </a:lnTo>
                      <a:cubicBezTo>
                        <a:pt x="216640" y="405618"/>
                        <a:pt x="208985" y="391311"/>
                        <a:pt x="207916" y="375226"/>
                      </a:cubicBezTo>
                      <a:cubicBezTo>
                        <a:pt x="185395" y="365718"/>
                        <a:pt x="169639" y="343413"/>
                        <a:pt x="169639" y="317553"/>
                      </a:cubicBezTo>
                      <a:cubicBezTo>
                        <a:pt x="169639" y="307156"/>
                        <a:pt x="172220" y="297203"/>
                        <a:pt x="176938" y="288228"/>
                      </a:cubicBezTo>
                      <a:cubicBezTo>
                        <a:pt x="172310" y="279430"/>
                        <a:pt x="169639" y="269477"/>
                        <a:pt x="169639" y="258902"/>
                      </a:cubicBezTo>
                      <a:cubicBezTo>
                        <a:pt x="169639" y="233309"/>
                        <a:pt x="185395" y="210915"/>
                        <a:pt x="207916" y="201229"/>
                      </a:cubicBezTo>
                      <a:cubicBezTo>
                        <a:pt x="209875" y="171193"/>
                        <a:pt x="235067" y="147199"/>
                        <a:pt x="265688" y="147199"/>
                      </a:cubicBezTo>
                      <a:close/>
                      <a:moveTo>
                        <a:pt x="332933" y="0"/>
                      </a:moveTo>
                      <a:cubicBezTo>
                        <a:pt x="370316" y="0"/>
                        <a:pt x="405740" y="13866"/>
                        <a:pt x="432530" y="39021"/>
                      </a:cubicBezTo>
                      <a:cubicBezTo>
                        <a:pt x="455049" y="60265"/>
                        <a:pt x="469379" y="87464"/>
                        <a:pt x="474007" y="116974"/>
                      </a:cubicBezTo>
                      <a:cubicBezTo>
                        <a:pt x="494389" y="120619"/>
                        <a:pt x="513169" y="130219"/>
                        <a:pt x="528122" y="144707"/>
                      </a:cubicBezTo>
                      <a:cubicBezTo>
                        <a:pt x="547614" y="163551"/>
                        <a:pt x="558384" y="188706"/>
                        <a:pt x="558384" y="215372"/>
                      </a:cubicBezTo>
                      <a:cubicBezTo>
                        <a:pt x="558384" y="258215"/>
                        <a:pt x="530347" y="294925"/>
                        <a:pt x="491007" y="309147"/>
                      </a:cubicBezTo>
                      <a:lnTo>
                        <a:pt x="477211" y="309147"/>
                      </a:lnTo>
                      <a:cubicBezTo>
                        <a:pt x="476232" y="299192"/>
                        <a:pt x="476054" y="297770"/>
                        <a:pt x="473206" y="288259"/>
                      </a:cubicBezTo>
                      <a:cubicBezTo>
                        <a:pt x="476054" y="278748"/>
                        <a:pt x="477567" y="268882"/>
                        <a:pt x="477567" y="258926"/>
                      </a:cubicBezTo>
                      <a:cubicBezTo>
                        <a:pt x="477567" y="225594"/>
                        <a:pt x="461368" y="194928"/>
                        <a:pt x="435023" y="175995"/>
                      </a:cubicBezTo>
                      <a:cubicBezTo>
                        <a:pt x="422473" y="136263"/>
                        <a:pt x="385268" y="107641"/>
                        <a:pt x="341923" y="107641"/>
                      </a:cubicBezTo>
                      <a:cubicBezTo>
                        <a:pt x="328661" y="107641"/>
                        <a:pt x="315755" y="110308"/>
                        <a:pt x="303739" y="115463"/>
                      </a:cubicBezTo>
                      <a:cubicBezTo>
                        <a:pt x="291813" y="110308"/>
                        <a:pt x="278818" y="107641"/>
                        <a:pt x="265645" y="107641"/>
                      </a:cubicBezTo>
                      <a:cubicBezTo>
                        <a:pt x="222300" y="107641"/>
                        <a:pt x="185006" y="136263"/>
                        <a:pt x="172546" y="175995"/>
                      </a:cubicBezTo>
                      <a:cubicBezTo>
                        <a:pt x="146200" y="194928"/>
                        <a:pt x="130001" y="225594"/>
                        <a:pt x="130001" y="258926"/>
                      </a:cubicBezTo>
                      <a:cubicBezTo>
                        <a:pt x="130001" y="268882"/>
                        <a:pt x="131425" y="278748"/>
                        <a:pt x="134273" y="288259"/>
                      </a:cubicBezTo>
                      <a:cubicBezTo>
                        <a:pt x="131425" y="297770"/>
                        <a:pt x="131336" y="299192"/>
                        <a:pt x="130357" y="309147"/>
                      </a:cubicBezTo>
                      <a:lnTo>
                        <a:pt x="116561" y="309147"/>
                      </a:lnTo>
                      <a:cubicBezTo>
                        <a:pt x="77221" y="294925"/>
                        <a:pt x="49184" y="258215"/>
                        <a:pt x="49184" y="215372"/>
                      </a:cubicBezTo>
                      <a:cubicBezTo>
                        <a:pt x="49184" y="178306"/>
                        <a:pt x="70100" y="144796"/>
                        <a:pt x="103210" y="127374"/>
                      </a:cubicBezTo>
                      <a:cubicBezTo>
                        <a:pt x="108729" y="107641"/>
                        <a:pt x="120388" y="89775"/>
                        <a:pt x="136676" y="76264"/>
                      </a:cubicBezTo>
                      <a:cubicBezTo>
                        <a:pt x="155901" y="60354"/>
                        <a:pt x="180378" y="51643"/>
                        <a:pt x="205656" y="51643"/>
                      </a:cubicBezTo>
                      <a:cubicBezTo>
                        <a:pt x="210729" y="51643"/>
                        <a:pt x="215713" y="51998"/>
                        <a:pt x="220697" y="52710"/>
                      </a:cubicBezTo>
                      <a:cubicBezTo>
                        <a:pt x="247666" y="19466"/>
                        <a:pt x="288698" y="0"/>
                        <a:pt x="332933" y="0"/>
                      </a:cubicBezTo>
                      <a:close/>
                    </a:path>
                  </a:pathLst>
                </a:custGeom>
                <a:gradFill flip="none" rotWithShape="1">
                  <a:gsLst>
                    <a:gs pos="100000">
                      <a:schemeClr val="accent3">
                        <a:alpha val="90000"/>
                      </a:schemeClr>
                    </a:gs>
                    <a:gs pos="0">
                      <a:schemeClr val="accent2"/>
                    </a:gs>
                  </a:gsLst>
                  <a:lin ang="2700000" scaled="1"/>
                  <a:tileRect/>
                </a:gradFill>
                <a:ln>
                  <a:noFill/>
                </a:ln>
                <a:effectLst>
                  <a:reflection blurRad="50800" stA="64000" endPos="5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b="1"/>
                </a:p>
              </p:txBody>
            </p:sp>
          </p:grpSp>
          <p:grpSp>
            <p:nvGrpSpPr>
              <p:cNvPr id="105" name="组合 104">
                <a:extLst>
                  <a:ext uri="{FF2B5EF4-FFF2-40B4-BE49-F238E27FC236}">
                    <a16:creationId xmlns:a16="http://schemas.microsoft.com/office/drawing/2014/main" id="{D9E4BE22-C0AB-3463-89B7-ED66C5874673}"/>
                  </a:ext>
                </a:extLst>
              </p:cNvPr>
              <p:cNvGrpSpPr/>
              <p:nvPr/>
            </p:nvGrpSpPr>
            <p:grpSpPr>
              <a:xfrm>
                <a:off x="5080075" y="3907171"/>
                <a:ext cx="2031844" cy="2517215"/>
                <a:chOff x="5080077" y="3515285"/>
                <a:chExt cx="2031844" cy="2517215"/>
              </a:xfrm>
            </p:grpSpPr>
            <p:sp>
              <p:nvSpPr>
                <p:cNvPr id="118" name="Bullet3">
                  <a:extLst>
                    <a:ext uri="{FF2B5EF4-FFF2-40B4-BE49-F238E27FC236}">
                      <a16:creationId xmlns:a16="http://schemas.microsoft.com/office/drawing/2014/main" id="{55603EDF-F7A7-9BDD-F4BB-46B9D1891AFE}"/>
                    </a:ext>
                  </a:extLst>
                </p:cNvPr>
                <p:cNvSpPr txBox="1"/>
                <p:nvPr/>
              </p:nvSpPr>
              <p:spPr>
                <a:xfrm>
                  <a:off x="5080077" y="4124775"/>
                  <a:ext cx="2031844" cy="624918"/>
                </a:xfrm>
                <a:prstGeom prst="rect">
                  <a:avLst/>
                </a:prstGeom>
                <a:noFill/>
                <a:ln>
                  <a:noFill/>
                </a:ln>
              </p:spPr>
              <p:txBody>
                <a:bodyPr wrap="square" lIns="91440" tIns="45720" rIns="91440" bIns="45720" anchor="b"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rPr>
                    <a:t>深度合作联盟</a:t>
                  </a:r>
                </a:p>
              </p:txBody>
            </p:sp>
            <p:sp>
              <p:nvSpPr>
                <p:cNvPr id="119" name="Text3">
                  <a:extLst>
                    <a:ext uri="{FF2B5EF4-FFF2-40B4-BE49-F238E27FC236}">
                      <a16:creationId xmlns:a16="http://schemas.microsoft.com/office/drawing/2014/main" id="{05B2C726-38D8-D685-2DF6-3E10372CA647}"/>
                    </a:ext>
                  </a:extLst>
                </p:cNvPr>
                <p:cNvSpPr txBox="1"/>
                <p:nvPr/>
              </p:nvSpPr>
              <p:spPr>
                <a:xfrm>
                  <a:off x="5080077" y="4749692"/>
                  <a:ext cx="2031844" cy="128280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zh-CN" altLang="en-US" sz="1400" dirty="0"/>
                    <a:t>竞争对手间存在深度合作，如高通与苹果、华为的合作，共同推动行业发展。</a:t>
                  </a:r>
                </a:p>
              </p:txBody>
            </p:sp>
            <p:sp>
              <p:nvSpPr>
                <p:cNvPr id="120" name="Icon3">
                  <a:extLst>
                    <a:ext uri="{FF2B5EF4-FFF2-40B4-BE49-F238E27FC236}">
                      <a16:creationId xmlns:a16="http://schemas.microsoft.com/office/drawing/2014/main" id="{102CDC8C-37CB-D1C9-5BA7-E7D9F30D9DCA}"/>
                    </a:ext>
                  </a:extLst>
                </p:cNvPr>
                <p:cNvSpPr/>
                <p:nvPr/>
              </p:nvSpPr>
              <p:spPr bwMode="auto">
                <a:xfrm>
                  <a:off x="5889533" y="3515285"/>
                  <a:ext cx="412931" cy="526920"/>
                </a:xfrm>
                <a:custGeom>
                  <a:avLst/>
                  <a:gdLst>
                    <a:gd name="connsiteX0" fmla="*/ 446044 w 475470"/>
                    <a:gd name="connsiteY0" fmla="*/ 427133 h 606722"/>
                    <a:gd name="connsiteX1" fmla="*/ 412080 w 475470"/>
                    <a:gd name="connsiteY1" fmla="*/ 495903 h 606722"/>
                    <a:gd name="connsiteX2" fmla="*/ 379360 w 475470"/>
                    <a:gd name="connsiteY2" fmla="*/ 539262 h 606722"/>
                    <a:gd name="connsiteX3" fmla="*/ 393853 w 475470"/>
                    <a:gd name="connsiteY3" fmla="*/ 437884 h 606722"/>
                    <a:gd name="connsiteX4" fmla="*/ 29426 w 475470"/>
                    <a:gd name="connsiteY4" fmla="*/ 427133 h 606722"/>
                    <a:gd name="connsiteX5" fmla="*/ 81584 w 475470"/>
                    <a:gd name="connsiteY5" fmla="*/ 437884 h 606722"/>
                    <a:gd name="connsiteX6" fmla="*/ 96181 w 475470"/>
                    <a:gd name="connsiteY6" fmla="*/ 539262 h 606722"/>
                    <a:gd name="connsiteX7" fmla="*/ 63427 w 475470"/>
                    <a:gd name="connsiteY7" fmla="*/ 495903 h 606722"/>
                    <a:gd name="connsiteX8" fmla="*/ 29426 w 475470"/>
                    <a:gd name="connsiteY8" fmla="*/ 427133 h 606722"/>
                    <a:gd name="connsiteX9" fmla="*/ 347924 w 475470"/>
                    <a:gd name="connsiteY9" fmla="*/ 276687 h 606722"/>
                    <a:gd name="connsiteX10" fmla="*/ 365319 w 475470"/>
                    <a:gd name="connsiteY10" fmla="*/ 294046 h 606722"/>
                    <a:gd name="connsiteX11" fmla="*/ 347924 w 475470"/>
                    <a:gd name="connsiteY11" fmla="*/ 311405 h 606722"/>
                    <a:gd name="connsiteX12" fmla="*/ 330529 w 475470"/>
                    <a:gd name="connsiteY12" fmla="*/ 294046 h 606722"/>
                    <a:gd name="connsiteX13" fmla="*/ 347924 w 475470"/>
                    <a:gd name="connsiteY13" fmla="*/ 276687 h 606722"/>
                    <a:gd name="connsiteX14" fmla="*/ 127583 w 475470"/>
                    <a:gd name="connsiteY14" fmla="*/ 276687 h 606722"/>
                    <a:gd name="connsiteX15" fmla="*/ 145013 w 475470"/>
                    <a:gd name="connsiteY15" fmla="*/ 294046 h 606722"/>
                    <a:gd name="connsiteX16" fmla="*/ 127583 w 475470"/>
                    <a:gd name="connsiteY16" fmla="*/ 311405 h 606722"/>
                    <a:gd name="connsiteX17" fmla="*/ 110153 w 475470"/>
                    <a:gd name="connsiteY17" fmla="*/ 294046 h 606722"/>
                    <a:gd name="connsiteX18" fmla="*/ 127583 w 475470"/>
                    <a:gd name="connsiteY18" fmla="*/ 276687 h 606722"/>
                    <a:gd name="connsiteX19" fmla="*/ 347902 w 475470"/>
                    <a:gd name="connsiteY19" fmla="*/ 236910 h 606722"/>
                    <a:gd name="connsiteX20" fmla="*/ 290750 w 475470"/>
                    <a:gd name="connsiteY20" fmla="*/ 293968 h 606722"/>
                    <a:gd name="connsiteX21" fmla="*/ 347902 w 475470"/>
                    <a:gd name="connsiteY21" fmla="*/ 351115 h 606722"/>
                    <a:gd name="connsiteX22" fmla="*/ 405143 w 475470"/>
                    <a:gd name="connsiteY22" fmla="*/ 293968 h 606722"/>
                    <a:gd name="connsiteX23" fmla="*/ 347902 w 475470"/>
                    <a:gd name="connsiteY23" fmla="*/ 236910 h 606722"/>
                    <a:gd name="connsiteX24" fmla="*/ 127557 w 475470"/>
                    <a:gd name="connsiteY24" fmla="*/ 236910 h 606722"/>
                    <a:gd name="connsiteX25" fmla="*/ 70410 w 475470"/>
                    <a:gd name="connsiteY25" fmla="*/ 293968 h 606722"/>
                    <a:gd name="connsiteX26" fmla="*/ 127557 w 475470"/>
                    <a:gd name="connsiteY26" fmla="*/ 351115 h 606722"/>
                    <a:gd name="connsiteX27" fmla="*/ 184704 w 475470"/>
                    <a:gd name="connsiteY27" fmla="*/ 293968 h 606722"/>
                    <a:gd name="connsiteX28" fmla="*/ 127557 w 475470"/>
                    <a:gd name="connsiteY28" fmla="*/ 236910 h 606722"/>
                    <a:gd name="connsiteX29" fmla="*/ 337308 w 475470"/>
                    <a:gd name="connsiteY29" fmla="*/ 18276 h 606722"/>
                    <a:gd name="connsiteX30" fmla="*/ 376478 w 475470"/>
                    <a:gd name="connsiteY30" fmla="*/ 40139 h 606722"/>
                    <a:gd name="connsiteX31" fmla="*/ 376478 w 475470"/>
                    <a:gd name="connsiteY31" fmla="*/ 181185 h 606722"/>
                    <a:gd name="connsiteX32" fmla="*/ 416182 w 475470"/>
                    <a:gd name="connsiteY32" fmla="*/ 181185 h 606722"/>
                    <a:gd name="connsiteX33" fmla="*/ 416182 w 475470"/>
                    <a:gd name="connsiteY33" fmla="*/ 77467 h 606722"/>
                    <a:gd name="connsiteX34" fmla="*/ 420544 w 475470"/>
                    <a:gd name="connsiteY34" fmla="*/ 82889 h 606722"/>
                    <a:gd name="connsiteX35" fmla="*/ 475470 w 475470"/>
                    <a:gd name="connsiteY35" fmla="*/ 267750 h 606722"/>
                    <a:gd name="connsiteX36" fmla="*/ 460069 w 475470"/>
                    <a:gd name="connsiteY36" fmla="*/ 383733 h 606722"/>
                    <a:gd name="connsiteX37" fmla="*/ 358496 w 475470"/>
                    <a:gd name="connsiteY37" fmla="*/ 404619 h 606722"/>
                    <a:gd name="connsiteX38" fmla="*/ 333569 w 475470"/>
                    <a:gd name="connsiteY38" fmla="*/ 578637 h 606722"/>
                    <a:gd name="connsiteX39" fmla="*/ 257634 w 475470"/>
                    <a:gd name="connsiteY39" fmla="*/ 606722 h 606722"/>
                    <a:gd name="connsiteX40" fmla="*/ 257634 w 475470"/>
                    <a:gd name="connsiteY40" fmla="*/ 492428 h 606722"/>
                    <a:gd name="connsiteX41" fmla="*/ 297783 w 475470"/>
                    <a:gd name="connsiteY41" fmla="*/ 492428 h 606722"/>
                    <a:gd name="connsiteX42" fmla="*/ 297783 w 475470"/>
                    <a:gd name="connsiteY42" fmla="*/ 452789 h 606722"/>
                    <a:gd name="connsiteX43" fmla="*/ 257634 w 475470"/>
                    <a:gd name="connsiteY43" fmla="*/ 452789 h 606722"/>
                    <a:gd name="connsiteX44" fmla="*/ 257634 w 475470"/>
                    <a:gd name="connsiteY44" fmla="*/ 202604 h 606722"/>
                    <a:gd name="connsiteX45" fmla="*/ 337308 w 475470"/>
                    <a:gd name="connsiteY45" fmla="*/ 168565 h 606722"/>
                    <a:gd name="connsiteX46" fmla="*/ 138150 w 475470"/>
                    <a:gd name="connsiteY46" fmla="*/ 18276 h 606722"/>
                    <a:gd name="connsiteX47" fmla="*/ 138150 w 475470"/>
                    <a:gd name="connsiteY47" fmla="*/ 168565 h 606722"/>
                    <a:gd name="connsiteX48" fmla="*/ 217906 w 475470"/>
                    <a:gd name="connsiteY48" fmla="*/ 202604 h 606722"/>
                    <a:gd name="connsiteX49" fmla="*/ 217906 w 475470"/>
                    <a:gd name="connsiteY49" fmla="*/ 452789 h 606722"/>
                    <a:gd name="connsiteX50" fmla="*/ 177672 w 475470"/>
                    <a:gd name="connsiteY50" fmla="*/ 452789 h 606722"/>
                    <a:gd name="connsiteX51" fmla="*/ 177672 w 475470"/>
                    <a:gd name="connsiteY51" fmla="*/ 492428 h 606722"/>
                    <a:gd name="connsiteX52" fmla="*/ 217906 w 475470"/>
                    <a:gd name="connsiteY52" fmla="*/ 492428 h 606722"/>
                    <a:gd name="connsiteX53" fmla="*/ 217906 w 475470"/>
                    <a:gd name="connsiteY53" fmla="*/ 606722 h 606722"/>
                    <a:gd name="connsiteX54" fmla="*/ 141977 w 475470"/>
                    <a:gd name="connsiteY54" fmla="*/ 578637 h 606722"/>
                    <a:gd name="connsiteX55" fmla="*/ 117053 w 475470"/>
                    <a:gd name="connsiteY55" fmla="*/ 404619 h 606722"/>
                    <a:gd name="connsiteX56" fmla="*/ 15488 w 475470"/>
                    <a:gd name="connsiteY56" fmla="*/ 383733 h 606722"/>
                    <a:gd name="connsiteX57" fmla="*/ 0 w 475470"/>
                    <a:gd name="connsiteY57" fmla="*/ 267750 h 606722"/>
                    <a:gd name="connsiteX58" fmla="*/ 55011 w 475470"/>
                    <a:gd name="connsiteY58" fmla="*/ 82889 h 606722"/>
                    <a:gd name="connsiteX59" fmla="*/ 59283 w 475470"/>
                    <a:gd name="connsiteY59" fmla="*/ 77467 h 606722"/>
                    <a:gd name="connsiteX60" fmla="*/ 59283 w 475470"/>
                    <a:gd name="connsiteY60" fmla="*/ 181185 h 606722"/>
                    <a:gd name="connsiteX61" fmla="*/ 99072 w 475470"/>
                    <a:gd name="connsiteY61" fmla="*/ 181185 h 606722"/>
                    <a:gd name="connsiteX62" fmla="*/ 99072 w 475470"/>
                    <a:gd name="connsiteY62" fmla="*/ 40139 h 606722"/>
                    <a:gd name="connsiteX63" fmla="*/ 138150 w 475470"/>
                    <a:gd name="connsiteY63" fmla="*/ 18276 h 606722"/>
                    <a:gd name="connsiteX64" fmla="*/ 257634 w 475470"/>
                    <a:gd name="connsiteY64" fmla="*/ 0 h 606722"/>
                    <a:gd name="connsiteX65" fmla="*/ 297645 w 475470"/>
                    <a:gd name="connsiteY65" fmla="*/ 5687 h 606722"/>
                    <a:gd name="connsiteX66" fmla="*/ 297645 w 475470"/>
                    <a:gd name="connsiteY66" fmla="*/ 142347 h 606722"/>
                    <a:gd name="connsiteX67" fmla="*/ 257634 w 475470"/>
                    <a:gd name="connsiteY67" fmla="*/ 159407 h 606722"/>
                    <a:gd name="connsiteX68" fmla="*/ 217906 w 475470"/>
                    <a:gd name="connsiteY68" fmla="*/ 0 h 606722"/>
                    <a:gd name="connsiteX69" fmla="*/ 217906 w 475470"/>
                    <a:gd name="connsiteY69" fmla="*/ 159407 h 606722"/>
                    <a:gd name="connsiteX70" fmla="*/ 177895 w 475470"/>
                    <a:gd name="connsiteY70" fmla="*/ 142347 h 606722"/>
                    <a:gd name="connsiteX71" fmla="*/ 177895 w 475470"/>
                    <a:gd name="connsiteY71" fmla="*/ 5687 h 606722"/>
                    <a:gd name="connsiteX72" fmla="*/ 217906 w 475470"/>
                    <a:gd name="connsiteY7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475470" h="606722">
                      <a:moveTo>
                        <a:pt x="446044" y="427133"/>
                      </a:moveTo>
                      <a:cubicBezTo>
                        <a:pt x="436708" y="451567"/>
                        <a:pt x="425328" y="474757"/>
                        <a:pt x="412080" y="495903"/>
                      </a:cubicBezTo>
                      <a:cubicBezTo>
                        <a:pt x="401944" y="511985"/>
                        <a:pt x="391007" y="526468"/>
                        <a:pt x="379360" y="539262"/>
                      </a:cubicBezTo>
                      <a:lnTo>
                        <a:pt x="393853" y="437884"/>
                      </a:lnTo>
                      <a:close/>
                      <a:moveTo>
                        <a:pt x="29426" y="427133"/>
                      </a:moveTo>
                      <a:lnTo>
                        <a:pt x="81584" y="437884"/>
                      </a:lnTo>
                      <a:lnTo>
                        <a:pt x="96181" y="539262"/>
                      </a:lnTo>
                      <a:cubicBezTo>
                        <a:pt x="84521" y="526468"/>
                        <a:pt x="73573" y="511985"/>
                        <a:pt x="63427" y="495903"/>
                      </a:cubicBezTo>
                      <a:cubicBezTo>
                        <a:pt x="50165" y="474757"/>
                        <a:pt x="38772" y="451567"/>
                        <a:pt x="29426" y="427133"/>
                      </a:cubicBezTo>
                      <a:close/>
                      <a:moveTo>
                        <a:pt x="347924" y="276687"/>
                      </a:moveTo>
                      <a:cubicBezTo>
                        <a:pt x="357531" y="276687"/>
                        <a:pt x="365319" y="284459"/>
                        <a:pt x="365319" y="294046"/>
                      </a:cubicBezTo>
                      <a:cubicBezTo>
                        <a:pt x="365319" y="303633"/>
                        <a:pt x="357531" y="311405"/>
                        <a:pt x="347924" y="311405"/>
                      </a:cubicBezTo>
                      <a:cubicBezTo>
                        <a:pt x="338317" y="311405"/>
                        <a:pt x="330529" y="303633"/>
                        <a:pt x="330529" y="294046"/>
                      </a:cubicBezTo>
                      <a:cubicBezTo>
                        <a:pt x="330529" y="284459"/>
                        <a:pt x="338317" y="276687"/>
                        <a:pt x="347924" y="276687"/>
                      </a:cubicBezTo>
                      <a:close/>
                      <a:moveTo>
                        <a:pt x="127583" y="276687"/>
                      </a:moveTo>
                      <a:cubicBezTo>
                        <a:pt x="137209" y="276687"/>
                        <a:pt x="145013" y="284459"/>
                        <a:pt x="145013" y="294046"/>
                      </a:cubicBezTo>
                      <a:cubicBezTo>
                        <a:pt x="145013" y="303633"/>
                        <a:pt x="137209" y="311405"/>
                        <a:pt x="127583" y="311405"/>
                      </a:cubicBezTo>
                      <a:cubicBezTo>
                        <a:pt x="117957" y="311405"/>
                        <a:pt x="110153" y="303633"/>
                        <a:pt x="110153" y="294046"/>
                      </a:cubicBezTo>
                      <a:cubicBezTo>
                        <a:pt x="110153" y="284459"/>
                        <a:pt x="117957" y="276687"/>
                        <a:pt x="127583" y="276687"/>
                      </a:cubicBezTo>
                      <a:close/>
                      <a:moveTo>
                        <a:pt x="347902" y="236910"/>
                      </a:moveTo>
                      <a:cubicBezTo>
                        <a:pt x="316388" y="236910"/>
                        <a:pt x="290750" y="262506"/>
                        <a:pt x="290750" y="293968"/>
                      </a:cubicBezTo>
                      <a:cubicBezTo>
                        <a:pt x="290750" y="325519"/>
                        <a:pt x="316388" y="351115"/>
                        <a:pt x="347902" y="351115"/>
                      </a:cubicBezTo>
                      <a:cubicBezTo>
                        <a:pt x="379416" y="351115"/>
                        <a:pt x="405143" y="325519"/>
                        <a:pt x="405143" y="293968"/>
                      </a:cubicBezTo>
                      <a:cubicBezTo>
                        <a:pt x="405143" y="262506"/>
                        <a:pt x="379416" y="236910"/>
                        <a:pt x="347902" y="236910"/>
                      </a:cubicBezTo>
                      <a:close/>
                      <a:moveTo>
                        <a:pt x="127557" y="236910"/>
                      </a:moveTo>
                      <a:cubicBezTo>
                        <a:pt x="96046" y="236910"/>
                        <a:pt x="70410" y="262506"/>
                        <a:pt x="70410" y="293968"/>
                      </a:cubicBezTo>
                      <a:cubicBezTo>
                        <a:pt x="70410" y="325519"/>
                        <a:pt x="96046" y="351115"/>
                        <a:pt x="127557" y="351115"/>
                      </a:cubicBezTo>
                      <a:cubicBezTo>
                        <a:pt x="159068" y="351115"/>
                        <a:pt x="184704" y="325519"/>
                        <a:pt x="184704" y="293968"/>
                      </a:cubicBezTo>
                      <a:cubicBezTo>
                        <a:pt x="184704" y="262506"/>
                        <a:pt x="159068" y="236910"/>
                        <a:pt x="127557" y="236910"/>
                      </a:cubicBezTo>
                      <a:close/>
                      <a:moveTo>
                        <a:pt x="337308" y="18276"/>
                      </a:moveTo>
                      <a:cubicBezTo>
                        <a:pt x="351285" y="24231"/>
                        <a:pt x="364371" y="31518"/>
                        <a:pt x="376478" y="40139"/>
                      </a:cubicBezTo>
                      <a:lnTo>
                        <a:pt x="376478" y="181185"/>
                      </a:lnTo>
                      <a:lnTo>
                        <a:pt x="416182" y="181185"/>
                      </a:lnTo>
                      <a:lnTo>
                        <a:pt x="416182" y="77467"/>
                      </a:lnTo>
                      <a:cubicBezTo>
                        <a:pt x="417695" y="79245"/>
                        <a:pt x="419119" y="81111"/>
                        <a:pt x="420544" y="82889"/>
                      </a:cubicBezTo>
                      <a:cubicBezTo>
                        <a:pt x="456508" y="129993"/>
                        <a:pt x="475470" y="193894"/>
                        <a:pt x="475470" y="267750"/>
                      </a:cubicBezTo>
                      <a:cubicBezTo>
                        <a:pt x="475470" y="306678"/>
                        <a:pt x="470129" y="346138"/>
                        <a:pt x="460069" y="383733"/>
                      </a:cubicBezTo>
                      <a:lnTo>
                        <a:pt x="358496" y="404619"/>
                      </a:lnTo>
                      <a:lnTo>
                        <a:pt x="333569" y="578637"/>
                      </a:lnTo>
                      <a:cubicBezTo>
                        <a:pt x="309712" y="594013"/>
                        <a:pt x="284162" y="603523"/>
                        <a:pt x="257634" y="606722"/>
                      </a:cubicBezTo>
                      <a:lnTo>
                        <a:pt x="257634" y="492428"/>
                      </a:lnTo>
                      <a:lnTo>
                        <a:pt x="297783" y="492428"/>
                      </a:lnTo>
                      <a:lnTo>
                        <a:pt x="297783" y="452789"/>
                      </a:lnTo>
                      <a:lnTo>
                        <a:pt x="257634" y="452789"/>
                      </a:lnTo>
                      <a:lnTo>
                        <a:pt x="257634" y="202604"/>
                      </a:lnTo>
                      <a:lnTo>
                        <a:pt x="337308" y="168565"/>
                      </a:lnTo>
                      <a:close/>
                      <a:moveTo>
                        <a:pt x="138150" y="18276"/>
                      </a:moveTo>
                      <a:lnTo>
                        <a:pt x="138150" y="168565"/>
                      </a:lnTo>
                      <a:lnTo>
                        <a:pt x="217906" y="202604"/>
                      </a:lnTo>
                      <a:lnTo>
                        <a:pt x="217906" y="452789"/>
                      </a:lnTo>
                      <a:lnTo>
                        <a:pt x="177672" y="452789"/>
                      </a:lnTo>
                      <a:lnTo>
                        <a:pt x="177672" y="492428"/>
                      </a:lnTo>
                      <a:lnTo>
                        <a:pt x="217906" y="492428"/>
                      </a:lnTo>
                      <a:lnTo>
                        <a:pt x="217906" y="606722"/>
                      </a:lnTo>
                      <a:cubicBezTo>
                        <a:pt x="191291" y="603523"/>
                        <a:pt x="165744" y="594013"/>
                        <a:pt x="141977" y="578637"/>
                      </a:cubicBezTo>
                      <a:lnTo>
                        <a:pt x="117053" y="404619"/>
                      </a:lnTo>
                      <a:lnTo>
                        <a:pt x="15488" y="383733"/>
                      </a:lnTo>
                      <a:cubicBezTo>
                        <a:pt x="5430" y="346138"/>
                        <a:pt x="0" y="306678"/>
                        <a:pt x="0" y="267750"/>
                      </a:cubicBezTo>
                      <a:cubicBezTo>
                        <a:pt x="0" y="193894"/>
                        <a:pt x="19049" y="129993"/>
                        <a:pt x="55011" y="82889"/>
                      </a:cubicBezTo>
                      <a:cubicBezTo>
                        <a:pt x="56435" y="81111"/>
                        <a:pt x="57859" y="79245"/>
                        <a:pt x="59283" y="77467"/>
                      </a:cubicBezTo>
                      <a:lnTo>
                        <a:pt x="59283" y="181185"/>
                      </a:lnTo>
                      <a:lnTo>
                        <a:pt x="99072" y="181185"/>
                      </a:lnTo>
                      <a:lnTo>
                        <a:pt x="99072" y="40139"/>
                      </a:lnTo>
                      <a:cubicBezTo>
                        <a:pt x="111178" y="31518"/>
                        <a:pt x="124263" y="24231"/>
                        <a:pt x="138150" y="18276"/>
                      </a:cubicBezTo>
                      <a:close/>
                      <a:moveTo>
                        <a:pt x="257634" y="0"/>
                      </a:moveTo>
                      <a:cubicBezTo>
                        <a:pt x="271446" y="889"/>
                        <a:pt x="284813" y="2843"/>
                        <a:pt x="297645" y="5687"/>
                      </a:cubicBezTo>
                      <a:lnTo>
                        <a:pt x="297645" y="142347"/>
                      </a:lnTo>
                      <a:lnTo>
                        <a:pt x="257634" y="159407"/>
                      </a:lnTo>
                      <a:close/>
                      <a:moveTo>
                        <a:pt x="217906" y="0"/>
                      </a:moveTo>
                      <a:lnTo>
                        <a:pt x="217906" y="159407"/>
                      </a:lnTo>
                      <a:lnTo>
                        <a:pt x="177895" y="142347"/>
                      </a:lnTo>
                      <a:lnTo>
                        <a:pt x="177895" y="5687"/>
                      </a:lnTo>
                      <a:cubicBezTo>
                        <a:pt x="190727" y="2843"/>
                        <a:pt x="204005" y="889"/>
                        <a:pt x="217906" y="0"/>
                      </a:cubicBezTo>
                      <a:close/>
                    </a:path>
                  </a:pathLst>
                </a:custGeom>
                <a:gradFill flip="none" rotWithShape="1">
                  <a:gsLst>
                    <a:gs pos="100000">
                      <a:schemeClr val="accent3">
                        <a:alpha val="90000"/>
                      </a:schemeClr>
                    </a:gs>
                    <a:gs pos="0">
                      <a:schemeClr val="accent2"/>
                    </a:gs>
                  </a:gsLst>
                  <a:lin ang="2700000" scaled="1"/>
                  <a:tileRect/>
                </a:gradFill>
                <a:ln>
                  <a:noFill/>
                </a:ln>
                <a:effectLst>
                  <a:reflection blurRad="50800" stA="64000" endPos="5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b="1"/>
                </a:p>
              </p:txBody>
            </p:sp>
          </p:grpSp>
          <p:grpSp>
            <p:nvGrpSpPr>
              <p:cNvPr id="106" name="组合 105">
                <a:extLst>
                  <a:ext uri="{FF2B5EF4-FFF2-40B4-BE49-F238E27FC236}">
                    <a16:creationId xmlns:a16="http://schemas.microsoft.com/office/drawing/2014/main" id="{240109B1-6D98-B252-466E-A2EB5BBA6AAA}"/>
                  </a:ext>
                </a:extLst>
              </p:cNvPr>
              <p:cNvGrpSpPr/>
              <p:nvPr/>
            </p:nvGrpSpPr>
            <p:grpSpPr>
              <a:xfrm>
                <a:off x="7283563" y="3936176"/>
                <a:ext cx="2031844" cy="2488210"/>
                <a:chOff x="7283565" y="3544290"/>
                <a:chExt cx="2031844" cy="2488210"/>
              </a:xfrm>
            </p:grpSpPr>
            <p:sp>
              <p:nvSpPr>
                <p:cNvPr id="115" name="Bullet4">
                  <a:extLst>
                    <a:ext uri="{FF2B5EF4-FFF2-40B4-BE49-F238E27FC236}">
                      <a16:creationId xmlns:a16="http://schemas.microsoft.com/office/drawing/2014/main" id="{837EF025-EDCC-756A-D6BA-13FFC3429BEF}"/>
                    </a:ext>
                  </a:extLst>
                </p:cNvPr>
                <p:cNvSpPr txBox="1"/>
                <p:nvPr/>
              </p:nvSpPr>
              <p:spPr>
                <a:xfrm>
                  <a:off x="7283565" y="4124775"/>
                  <a:ext cx="2031844" cy="624918"/>
                </a:xfrm>
                <a:prstGeom prst="rect">
                  <a:avLst/>
                </a:prstGeom>
                <a:noFill/>
                <a:ln>
                  <a:noFill/>
                </a:ln>
              </p:spPr>
              <p:txBody>
                <a:bodyPr wrap="square" lIns="91440" tIns="45720" rIns="91440" bIns="45720" anchor="b"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rPr>
                    <a:t>创新驱动发展</a:t>
                  </a:r>
                </a:p>
              </p:txBody>
            </p:sp>
            <p:sp>
              <p:nvSpPr>
                <p:cNvPr id="116" name="Text4">
                  <a:extLst>
                    <a:ext uri="{FF2B5EF4-FFF2-40B4-BE49-F238E27FC236}">
                      <a16:creationId xmlns:a16="http://schemas.microsoft.com/office/drawing/2014/main" id="{BAB56F63-E8D9-24C3-7B9A-A622449C531E}"/>
                    </a:ext>
                  </a:extLst>
                </p:cNvPr>
                <p:cNvSpPr txBox="1"/>
                <p:nvPr/>
              </p:nvSpPr>
              <p:spPr>
                <a:xfrm>
                  <a:off x="7283565" y="4749692"/>
                  <a:ext cx="2031844" cy="128280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zh-CN" altLang="en-US" sz="1400" dirty="0"/>
                    <a:t>竞争对手在技术创新上持续投入，如</a:t>
                  </a:r>
                  <a:r>
                    <a:rPr lang="en-US" altLang="zh-CN" sz="1400" dirty="0"/>
                    <a:t>5G</a:t>
                  </a:r>
                  <a:r>
                    <a:rPr lang="zh-CN" altLang="en-US" sz="1400" dirty="0"/>
                    <a:t>、人工智能等领域，以提升产品竞争力。</a:t>
                  </a:r>
                </a:p>
              </p:txBody>
            </p:sp>
            <p:sp>
              <p:nvSpPr>
                <p:cNvPr id="117" name="Icon4">
                  <a:extLst>
                    <a:ext uri="{FF2B5EF4-FFF2-40B4-BE49-F238E27FC236}">
                      <a16:creationId xmlns:a16="http://schemas.microsoft.com/office/drawing/2014/main" id="{2FFA14F2-949C-6766-20DB-C593FD6FF1E1}"/>
                    </a:ext>
                  </a:extLst>
                </p:cNvPr>
                <p:cNvSpPr/>
                <p:nvPr/>
              </p:nvSpPr>
              <p:spPr bwMode="auto">
                <a:xfrm>
                  <a:off x="8092920" y="3544290"/>
                  <a:ext cx="469620" cy="468910"/>
                </a:xfrm>
                <a:custGeom>
                  <a:avLst/>
                  <a:gdLst>
                    <a:gd name="connsiteX0" fmla="*/ 176959 w 607356"/>
                    <a:gd name="connsiteY0" fmla="*/ 452889 h 606439"/>
                    <a:gd name="connsiteX1" fmla="*/ 284918 w 607356"/>
                    <a:gd name="connsiteY1" fmla="*/ 593436 h 606439"/>
                    <a:gd name="connsiteX2" fmla="*/ 287766 w 607356"/>
                    <a:gd name="connsiteY2" fmla="*/ 595925 h 606439"/>
                    <a:gd name="connsiteX3" fmla="*/ 82350 w 607356"/>
                    <a:gd name="connsiteY3" fmla="*/ 503472 h 606439"/>
                    <a:gd name="connsiteX4" fmla="*/ 89559 w 607356"/>
                    <a:gd name="connsiteY4" fmla="*/ 498316 h 606439"/>
                    <a:gd name="connsiteX5" fmla="*/ 176959 w 607356"/>
                    <a:gd name="connsiteY5" fmla="*/ 452889 h 606439"/>
                    <a:gd name="connsiteX6" fmla="*/ 288118 w 607356"/>
                    <a:gd name="connsiteY6" fmla="*/ 432001 h 606439"/>
                    <a:gd name="connsiteX7" fmla="*/ 288118 w 607356"/>
                    <a:gd name="connsiteY7" fmla="*/ 568968 h 606439"/>
                    <a:gd name="connsiteX8" fmla="*/ 196595 w 607356"/>
                    <a:gd name="connsiteY8" fmla="*/ 446400 h 606439"/>
                    <a:gd name="connsiteX9" fmla="*/ 288118 w 607356"/>
                    <a:gd name="connsiteY9" fmla="*/ 432001 h 606439"/>
                    <a:gd name="connsiteX10" fmla="*/ 473502 w 607356"/>
                    <a:gd name="connsiteY10" fmla="*/ 400823 h 606439"/>
                    <a:gd name="connsiteX11" fmla="*/ 463179 w 607356"/>
                    <a:gd name="connsiteY11" fmla="*/ 411042 h 606439"/>
                    <a:gd name="connsiteX12" fmla="*/ 463179 w 607356"/>
                    <a:gd name="connsiteY12" fmla="*/ 462490 h 606439"/>
                    <a:gd name="connsiteX13" fmla="*/ 411649 w 607356"/>
                    <a:gd name="connsiteY13" fmla="*/ 462490 h 606439"/>
                    <a:gd name="connsiteX14" fmla="*/ 401414 w 607356"/>
                    <a:gd name="connsiteY14" fmla="*/ 472798 h 606439"/>
                    <a:gd name="connsiteX15" fmla="*/ 411649 w 607356"/>
                    <a:gd name="connsiteY15" fmla="*/ 483016 h 606439"/>
                    <a:gd name="connsiteX16" fmla="*/ 463179 w 607356"/>
                    <a:gd name="connsiteY16" fmla="*/ 483016 h 606439"/>
                    <a:gd name="connsiteX17" fmla="*/ 463179 w 607356"/>
                    <a:gd name="connsiteY17" fmla="*/ 534465 h 606439"/>
                    <a:gd name="connsiteX18" fmla="*/ 473502 w 607356"/>
                    <a:gd name="connsiteY18" fmla="*/ 544772 h 606439"/>
                    <a:gd name="connsiteX19" fmla="*/ 483737 w 607356"/>
                    <a:gd name="connsiteY19" fmla="*/ 534465 h 606439"/>
                    <a:gd name="connsiteX20" fmla="*/ 483737 w 607356"/>
                    <a:gd name="connsiteY20" fmla="*/ 483016 h 606439"/>
                    <a:gd name="connsiteX21" fmla="*/ 535267 w 607356"/>
                    <a:gd name="connsiteY21" fmla="*/ 483016 h 606439"/>
                    <a:gd name="connsiteX22" fmla="*/ 545591 w 607356"/>
                    <a:gd name="connsiteY22" fmla="*/ 472798 h 606439"/>
                    <a:gd name="connsiteX23" fmla="*/ 535267 w 607356"/>
                    <a:gd name="connsiteY23" fmla="*/ 462490 h 606439"/>
                    <a:gd name="connsiteX24" fmla="*/ 483737 w 607356"/>
                    <a:gd name="connsiteY24" fmla="*/ 462490 h 606439"/>
                    <a:gd name="connsiteX25" fmla="*/ 483737 w 607356"/>
                    <a:gd name="connsiteY25" fmla="*/ 411042 h 606439"/>
                    <a:gd name="connsiteX26" fmla="*/ 473502 w 607356"/>
                    <a:gd name="connsiteY26" fmla="*/ 400823 h 606439"/>
                    <a:gd name="connsiteX27" fmla="*/ 473502 w 607356"/>
                    <a:gd name="connsiteY27" fmla="*/ 339067 h 606439"/>
                    <a:gd name="connsiteX28" fmla="*/ 607356 w 607356"/>
                    <a:gd name="connsiteY28" fmla="*/ 472798 h 606439"/>
                    <a:gd name="connsiteX29" fmla="*/ 473502 w 607356"/>
                    <a:gd name="connsiteY29" fmla="*/ 606439 h 606439"/>
                    <a:gd name="connsiteX30" fmla="*/ 339560 w 607356"/>
                    <a:gd name="connsiteY30" fmla="*/ 472798 h 606439"/>
                    <a:gd name="connsiteX31" fmla="*/ 473502 w 607356"/>
                    <a:gd name="connsiteY31" fmla="*/ 339067 h 606439"/>
                    <a:gd name="connsiteX32" fmla="*/ 452505 w 607356"/>
                    <a:gd name="connsiteY32" fmla="*/ 308230 h 606439"/>
                    <a:gd name="connsiteX33" fmla="*/ 596559 w 607356"/>
                    <a:gd name="connsiteY33" fmla="*/ 308230 h 606439"/>
                    <a:gd name="connsiteX34" fmla="*/ 588017 w 607356"/>
                    <a:gd name="connsiteY34" fmla="*/ 369692 h 606439"/>
                    <a:gd name="connsiteX35" fmla="*/ 473503 w 607356"/>
                    <a:gd name="connsiteY35" fmla="*/ 318533 h 606439"/>
                    <a:gd name="connsiteX36" fmla="*/ 451971 w 607356"/>
                    <a:gd name="connsiteY36" fmla="*/ 320221 h 606439"/>
                    <a:gd name="connsiteX37" fmla="*/ 452505 w 607356"/>
                    <a:gd name="connsiteY37" fmla="*/ 308230 h 606439"/>
                    <a:gd name="connsiteX38" fmla="*/ 308690 w 607356"/>
                    <a:gd name="connsiteY38" fmla="*/ 308230 h 606439"/>
                    <a:gd name="connsiteX39" fmla="*/ 431931 w 607356"/>
                    <a:gd name="connsiteY39" fmla="*/ 308230 h 606439"/>
                    <a:gd name="connsiteX40" fmla="*/ 431041 w 607356"/>
                    <a:gd name="connsiteY40" fmla="*/ 324582 h 606439"/>
                    <a:gd name="connsiteX41" fmla="*/ 319012 w 607356"/>
                    <a:gd name="connsiteY41" fmla="*/ 472813 h 606439"/>
                    <a:gd name="connsiteX42" fmla="*/ 370266 w 607356"/>
                    <a:gd name="connsiteY42" fmla="*/ 587185 h 606439"/>
                    <a:gd name="connsiteX43" fmla="*/ 318033 w 607356"/>
                    <a:gd name="connsiteY43" fmla="*/ 595361 h 606439"/>
                    <a:gd name="connsiteX44" fmla="*/ 308512 w 607356"/>
                    <a:gd name="connsiteY44" fmla="*/ 586830 h 606439"/>
                    <a:gd name="connsiteX45" fmla="*/ 308690 w 607356"/>
                    <a:gd name="connsiteY45" fmla="*/ 585852 h 606439"/>
                    <a:gd name="connsiteX46" fmla="*/ 164841 w 607356"/>
                    <a:gd name="connsiteY46" fmla="*/ 308230 h 606439"/>
                    <a:gd name="connsiteX47" fmla="*/ 288119 w 607356"/>
                    <a:gd name="connsiteY47" fmla="*/ 308230 h 606439"/>
                    <a:gd name="connsiteX48" fmla="*/ 288119 w 607356"/>
                    <a:gd name="connsiteY48" fmla="*/ 411461 h 606439"/>
                    <a:gd name="connsiteX49" fmla="*/ 188607 w 607356"/>
                    <a:gd name="connsiteY49" fmla="*/ 427274 h 606439"/>
                    <a:gd name="connsiteX50" fmla="*/ 164841 w 607356"/>
                    <a:gd name="connsiteY50" fmla="*/ 308230 h 606439"/>
                    <a:gd name="connsiteX51" fmla="*/ 0 w 607356"/>
                    <a:gd name="connsiteY51" fmla="*/ 308230 h 606439"/>
                    <a:gd name="connsiteX52" fmla="*/ 144159 w 607356"/>
                    <a:gd name="connsiteY52" fmla="*/ 308230 h 606439"/>
                    <a:gd name="connsiteX53" fmla="*/ 169075 w 607356"/>
                    <a:gd name="connsiteY53" fmla="*/ 433891 h 606439"/>
                    <a:gd name="connsiteX54" fmla="*/ 77508 w 607356"/>
                    <a:gd name="connsiteY54" fmla="*/ 481614 h 606439"/>
                    <a:gd name="connsiteX55" fmla="*/ 68520 w 607356"/>
                    <a:gd name="connsiteY55" fmla="*/ 488101 h 606439"/>
                    <a:gd name="connsiteX56" fmla="*/ 0 w 607356"/>
                    <a:gd name="connsiteY56" fmla="*/ 308230 h 606439"/>
                    <a:gd name="connsiteX57" fmla="*/ 404501 w 607356"/>
                    <a:gd name="connsiteY57" fmla="*/ 159337 h 606439"/>
                    <a:gd name="connsiteX58" fmla="*/ 432001 w 607356"/>
                    <a:gd name="connsiteY58" fmla="*/ 287695 h 606439"/>
                    <a:gd name="connsiteX59" fmla="*/ 308653 w 607356"/>
                    <a:gd name="connsiteY59" fmla="*/ 287695 h 606439"/>
                    <a:gd name="connsiteX60" fmla="*/ 308653 w 607356"/>
                    <a:gd name="connsiteY60" fmla="*/ 174181 h 606439"/>
                    <a:gd name="connsiteX61" fmla="*/ 404501 w 607356"/>
                    <a:gd name="connsiteY61" fmla="*/ 159337 h 606439"/>
                    <a:gd name="connsiteX62" fmla="*/ 192256 w 607356"/>
                    <a:gd name="connsiteY62" fmla="*/ 159337 h 606439"/>
                    <a:gd name="connsiteX63" fmla="*/ 288119 w 607356"/>
                    <a:gd name="connsiteY63" fmla="*/ 174181 h 606439"/>
                    <a:gd name="connsiteX64" fmla="*/ 288119 w 607356"/>
                    <a:gd name="connsiteY64" fmla="*/ 287695 h 606439"/>
                    <a:gd name="connsiteX65" fmla="*/ 164841 w 607356"/>
                    <a:gd name="connsiteY65" fmla="*/ 287695 h 606439"/>
                    <a:gd name="connsiteX66" fmla="*/ 192256 w 607356"/>
                    <a:gd name="connsiteY66" fmla="*/ 159337 h 606439"/>
                    <a:gd name="connsiteX67" fmla="*/ 73594 w 607356"/>
                    <a:gd name="connsiteY67" fmla="*/ 101967 h 606439"/>
                    <a:gd name="connsiteX68" fmla="*/ 83472 w 607356"/>
                    <a:gd name="connsiteY68" fmla="*/ 108276 h 606439"/>
                    <a:gd name="connsiteX69" fmla="*/ 172462 w 607356"/>
                    <a:gd name="connsiteY69" fmla="*/ 153064 h 606439"/>
                    <a:gd name="connsiteX70" fmla="*/ 144163 w 607356"/>
                    <a:gd name="connsiteY70" fmla="*/ 287695 h 606439"/>
                    <a:gd name="connsiteX71" fmla="*/ 0 w 607356"/>
                    <a:gd name="connsiteY71" fmla="*/ 287695 h 606439"/>
                    <a:gd name="connsiteX72" fmla="*/ 73594 w 607356"/>
                    <a:gd name="connsiteY72" fmla="*/ 101967 h 606439"/>
                    <a:gd name="connsiteX73" fmla="*/ 522554 w 607356"/>
                    <a:gd name="connsiteY73" fmla="*/ 101261 h 606439"/>
                    <a:gd name="connsiteX74" fmla="*/ 596771 w 607356"/>
                    <a:gd name="connsiteY74" fmla="*/ 287695 h 606439"/>
                    <a:gd name="connsiteX75" fmla="*/ 452608 w 607356"/>
                    <a:gd name="connsiteY75" fmla="*/ 287695 h 606439"/>
                    <a:gd name="connsiteX76" fmla="*/ 424309 w 607356"/>
                    <a:gd name="connsiteY76" fmla="*/ 152979 h 606439"/>
                    <a:gd name="connsiteX77" fmla="*/ 513744 w 607356"/>
                    <a:gd name="connsiteY77" fmla="*/ 108014 h 606439"/>
                    <a:gd name="connsiteX78" fmla="*/ 308653 w 607356"/>
                    <a:gd name="connsiteY78" fmla="*/ 26956 h 606439"/>
                    <a:gd name="connsiteX79" fmla="*/ 395942 w 607356"/>
                    <a:gd name="connsiteY79" fmla="*/ 140402 h 606439"/>
                    <a:gd name="connsiteX80" fmla="*/ 308653 w 607356"/>
                    <a:gd name="connsiteY80" fmla="*/ 153550 h 606439"/>
                    <a:gd name="connsiteX81" fmla="*/ 288119 w 607356"/>
                    <a:gd name="connsiteY81" fmla="*/ 26956 h 606439"/>
                    <a:gd name="connsiteX82" fmla="*/ 288119 w 607356"/>
                    <a:gd name="connsiteY82" fmla="*/ 153550 h 606439"/>
                    <a:gd name="connsiteX83" fmla="*/ 200900 w 607356"/>
                    <a:gd name="connsiteY83" fmla="*/ 140402 h 606439"/>
                    <a:gd name="connsiteX84" fmla="*/ 288119 w 607356"/>
                    <a:gd name="connsiteY84" fmla="*/ 26956 h 606439"/>
                    <a:gd name="connsiteX85" fmla="*/ 277985 w 607356"/>
                    <a:gd name="connsiteY85" fmla="*/ 565 h 606439"/>
                    <a:gd name="connsiteX86" fmla="*/ 282614 w 607356"/>
                    <a:gd name="connsiteY86" fmla="*/ 4562 h 606439"/>
                    <a:gd name="connsiteX87" fmla="*/ 180961 w 607356"/>
                    <a:gd name="connsiteY87" fmla="*/ 134075 h 606439"/>
                    <a:gd name="connsiteX88" fmla="*/ 94886 w 607356"/>
                    <a:gd name="connsiteY88" fmla="*/ 91082 h 606439"/>
                    <a:gd name="connsiteX89" fmla="*/ 87854 w 607356"/>
                    <a:gd name="connsiteY89" fmla="*/ 86640 h 606439"/>
                    <a:gd name="connsiteX90" fmla="*/ 277985 w 607356"/>
                    <a:gd name="connsiteY90" fmla="*/ 565 h 606439"/>
                    <a:gd name="connsiteX91" fmla="*/ 308935 w 607356"/>
                    <a:gd name="connsiteY91" fmla="*/ 0 h 606439"/>
                    <a:gd name="connsiteX92" fmla="*/ 508423 w 607356"/>
                    <a:gd name="connsiteY92" fmla="*/ 86128 h 606439"/>
                    <a:gd name="connsiteX93" fmla="*/ 501658 w 607356"/>
                    <a:gd name="connsiteY93" fmla="*/ 91284 h 606439"/>
                    <a:gd name="connsiteX94" fmla="*/ 415934 w 607356"/>
                    <a:gd name="connsiteY94" fmla="*/ 134215 h 606439"/>
                    <a:gd name="connsiteX95" fmla="*/ 311695 w 607356"/>
                    <a:gd name="connsiteY95" fmla="*/ 240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607356" h="606439">
                      <a:moveTo>
                        <a:pt x="176959" y="452889"/>
                      </a:moveTo>
                      <a:cubicBezTo>
                        <a:pt x="201078" y="506850"/>
                        <a:pt x="237658" y="555121"/>
                        <a:pt x="284918" y="593436"/>
                      </a:cubicBezTo>
                      <a:lnTo>
                        <a:pt x="287766" y="595925"/>
                      </a:lnTo>
                      <a:cubicBezTo>
                        <a:pt x="207130" y="593081"/>
                        <a:pt x="134505" y="558144"/>
                        <a:pt x="82350" y="503472"/>
                      </a:cubicBezTo>
                      <a:lnTo>
                        <a:pt x="89559" y="498316"/>
                      </a:lnTo>
                      <a:cubicBezTo>
                        <a:pt x="116705" y="478936"/>
                        <a:pt x="146164" y="463913"/>
                        <a:pt x="176959" y="452889"/>
                      </a:cubicBezTo>
                      <a:close/>
                      <a:moveTo>
                        <a:pt x="288118" y="432001"/>
                      </a:moveTo>
                      <a:lnTo>
                        <a:pt x="288118" y="568968"/>
                      </a:lnTo>
                      <a:cubicBezTo>
                        <a:pt x="248589" y="534571"/>
                        <a:pt x="217695" y="492796"/>
                        <a:pt x="196595" y="446400"/>
                      </a:cubicBezTo>
                      <a:cubicBezTo>
                        <a:pt x="226153" y="437779"/>
                        <a:pt x="256779" y="432890"/>
                        <a:pt x="288118" y="432001"/>
                      </a:cubicBezTo>
                      <a:close/>
                      <a:moveTo>
                        <a:pt x="473502" y="400823"/>
                      </a:moveTo>
                      <a:cubicBezTo>
                        <a:pt x="467807" y="400823"/>
                        <a:pt x="463179" y="405355"/>
                        <a:pt x="463179" y="411042"/>
                      </a:cubicBezTo>
                      <a:lnTo>
                        <a:pt x="463179" y="462490"/>
                      </a:lnTo>
                      <a:lnTo>
                        <a:pt x="411649" y="462490"/>
                      </a:lnTo>
                      <a:cubicBezTo>
                        <a:pt x="405953" y="462490"/>
                        <a:pt x="401414" y="467111"/>
                        <a:pt x="401414" y="472798"/>
                      </a:cubicBezTo>
                      <a:cubicBezTo>
                        <a:pt x="401414" y="478485"/>
                        <a:pt x="405953" y="483016"/>
                        <a:pt x="411649" y="483016"/>
                      </a:cubicBezTo>
                      <a:lnTo>
                        <a:pt x="463179" y="483016"/>
                      </a:lnTo>
                      <a:lnTo>
                        <a:pt x="463179" y="534465"/>
                      </a:lnTo>
                      <a:cubicBezTo>
                        <a:pt x="463179" y="540152"/>
                        <a:pt x="467807" y="544772"/>
                        <a:pt x="473502" y="544772"/>
                      </a:cubicBezTo>
                      <a:cubicBezTo>
                        <a:pt x="479109" y="544772"/>
                        <a:pt x="483737" y="540152"/>
                        <a:pt x="483737" y="534465"/>
                      </a:cubicBezTo>
                      <a:lnTo>
                        <a:pt x="483737" y="483016"/>
                      </a:lnTo>
                      <a:lnTo>
                        <a:pt x="535267" y="483016"/>
                      </a:lnTo>
                      <a:cubicBezTo>
                        <a:pt x="540963" y="483016"/>
                        <a:pt x="545591" y="478485"/>
                        <a:pt x="545591" y="472798"/>
                      </a:cubicBezTo>
                      <a:cubicBezTo>
                        <a:pt x="545591" y="467111"/>
                        <a:pt x="540963" y="462490"/>
                        <a:pt x="535267" y="462490"/>
                      </a:cubicBezTo>
                      <a:lnTo>
                        <a:pt x="483737" y="462490"/>
                      </a:lnTo>
                      <a:lnTo>
                        <a:pt x="483737" y="411042"/>
                      </a:lnTo>
                      <a:cubicBezTo>
                        <a:pt x="483737" y="405355"/>
                        <a:pt x="479109" y="400823"/>
                        <a:pt x="473502" y="400823"/>
                      </a:cubicBezTo>
                      <a:close/>
                      <a:moveTo>
                        <a:pt x="473502" y="339067"/>
                      </a:moveTo>
                      <a:cubicBezTo>
                        <a:pt x="547282" y="339067"/>
                        <a:pt x="607356" y="399046"/>
                        <a:pt x="607356" y="472798"/>
                      </a:cubicBezTo>
                      <a:cubicBezTo>
                        <a:pt x="607356" y="546460"/>
                        <a:pt x="547282" y="606439"/>
                        <a:pt x="473502" y="606439"/>
                      </a:cubicBezTo>
                      <a:cubicBezTo>
                        <a:pt x="399634" y="606439"/>
                        <a:pt x="339560" y="546460"/>
                        <a:pt x="339560" y="472798"/>
                      </a:cubicBezTo>
                      <a:cubicBezTo>
                        <a:pt x="339560" y="399046"/>
                        <a:pt x="399634" y="339067"/>
                        <a:pt x="473502" y="339067"/>
                      </a:cubicBezTo>
                      <a:close/>
                      <a:moveTo>
                        <a:pt x="452505" y="308230"/>
                      </a:moveTo>
                      <a:lnTo>
                        <a:pt x="596559" y="308230"/>
                      </a:lnTo>
                      <a:cubicBezTo>
                        <a:pt x="595847" y="329014"/>
                        <a:pt x="592911" y="349619"/>
                        <a:pt x="588017" y="369692"/>
                      </a:cubicBezTo>
                      <a:cubicBezTo>
                        <a:pt x="559722" y="338340"/>
                        <a:pt x="518971" y="318533"/>
                        <a:pt x="473503" y="318533"/>
                      </a:cubicBezTo>
                      <a:cubicBezTo>
                        <a:pt x="466118" y="318533"/>
                        <a:pt x="459000" y="319244"/>
                        <a:pt x="451971" y="320221"/>
                      </a:cubicBezTo>
                      <a:cubicBezTo>
                        <a:pt x="452149" y="316224"/>
                        <a:pt x="452416" y="312227"/>
                        <a:pt x="452505" y="308230"/>
                      </a:cubicBezTo>
                      <a:close/>
                      <a:moveTo>
                        <a:pt x="308690" y="308230"/>
                      </a:moveTo>
                      <a:lnTo>
                        <a:pt x="431931" y="308230"/>
                      </a:lnTo>
                      <a:cubicBezTo>
                        <a:pt x="431753" y="313740"/>
                        <a:pt x="431486" y="319161"/>
                        <a:pt x="431041" y="324582"/>
                      </a:cubicBezTo>
                      <a:cubicBezTo>
                        <a:pt x="366529" y="343066"/>
                        <a:pt x="319012" y="402430"/>
                        <a:pt x="319012" y="472813"/>
                      </a:cubicBezTo>
                      <a:cubicBezTo>
                        <a:pt x="319012" y="518224"/>
                        <a:pt x="338855" y="558926"/>
                        <a:pt x="370266" y="587185"/>
                      </a:cubicBezTo>
                      <a:cubicBezTo>
                        <a:pt x="353092" y="591362"/>
                        <a:pt x="335652" y="594206"/>
                        <a:pt x="318033" y="595361"/>
                      </a:cubicBezTo>
                      <a:lnTo>
                        <a:pt x="308512" y="586830"/>
                      </a:lnTo>
                      <a:cubicBezTo>
                        <a:pt x="308512" y="586563"/>
                        <a:pt x="308690" y="586208"/>
                        <a:pt x="308690" y="585852"/>
                      </a:cubicBezTo>
                      <a:close/>
                      <a:moveTo>
                        <a:pt x="164841" y="308230"/>
                      </a:moveTo>
                      <a:lnTo>
                        <a:pt x="288119" y="308230"/>
                      </a:lnTo>
                      <a:lnTo>
                        <a:pt x="288119" y="411461"/>
                      </a:lnTo>
                      <a:cubicBezTo>
                        <a:pt x="254028" y="412349"/>
                        <a:pt x="220650" y="417680"/>
                        <a:pt x="188607" y="427274"/>
                      </a:cubicBezTo>
                      <a:cubicBezTo>
                        <a:pt x="174098" y="389695"/>
                        <a:pt x="165998" y="349540"/>
                        <a:pt x="164841" y="308230"/>
                      </a:cubicBezTo>
                      <a:close/>
                      <a:moveTo>
                        <a:pt x="0" y="308230"/>
                      </a:moveTo>
                      <a:lnTo>
                        <a:pt x="144159" y="308230"/>
                      </a:lnTo>
                      <a:cubicBezTo>
                        <a:pt x="145316" y="351865"/>
                        <a:pt x="153858" y="394256"/>
                        <a:pt x="169075" y="433891"/>
                      </a:cubicBezTo>
                      <a:cubicBezTo>
                        <a:pt x="136773" y="445533"/>
                        <a:pt x="105983" y="461352"/>
                        <a:pt x="77508" y="481614"/>
                      </a:cubicBezTo>
                      <a:lnTo>
                        <a:pt x="68520" y="488101"/>
                      </a:lnTo>
                      <a:cubicBezTo>
                        <a:pt x="27675" y="438957"/>
                        <a:pt x="2314" y="376482"/>
                        <a:pt x="0" y="308230"/>
                      </a:cubicBezTo>
                      <a:close/>
                      <a:moveTo>
                        <a:pt x="404501" y="159337"/>
                      </a:moveTo>
                      <a:cubicBezTo>
                        <a:pt x="421322" y="199604"/>
                        <a:pt x="430666" y="242983"/>
                        <a:pt x="432001" y="287695"/>
                      </a:cubicBezTo>
                      <a:lnTo>
                        <a:pt x="308653" y="287695"/>
                      </a:lnTo>
                      <a:lnTo>
                        <a:pt x="308653" y="174181"/>
                      </a:lnTo>
                      <a:cubicBezTo>
                        <a:pt x="341403" y="173293"/>
                        <a:pt x="373531" y="168315"/>
                        <a:pt x="404501" y="159337"/>
                      </a:cubicBezTo>
                      <a:close/>
                      <a:moveTo>
                        <a:pt x="192256" y="159337"/>
                      </a:moveTo>
                      <a:cubicBezTo>
                        <a:pt x="223231" y="168315"/>
                        <a:pt x="255364" y="173293"/>
                        <a:pt x="288119" y="174181"/>
                      </a:cubicBezTo>
                      <a:lnTo>
                        <a:pt x="288119" y="287695"/>
                      </a:lnTo>
                      <a:lnTo>
                        <a:pt x="164841" y="287695"/>
                      </a:lnTo>
                      <a:cubicBezTo>
                        <a:pt x="166087" y="242983"/>
                        <a:pt x="175433" y="199604"/>
                        <a:pt x="192256" y="159337"/>
                      </a:cubicBezTo>
                      <a:close/>
                      <a:moveTo>
                        <a:pt x="73594" y="101967"/>
                      </a:moveTo>
                      <a:lnTo>
                        <a:pt x="83472" y="108276"/>
                      </a:lnTo>
                      <a:cubicBezTo>
                        <a:pt x="111326" y="127293"/>
                        <a:pt x="141227" y="142134"/>
                        <a:pt x="172462" y="153064"/>
                      </a:cubicBezTo>
                      <a:cubicBezTo>
                        <a:pt x="155109" y="195275"/>
                        <a:pt x="145409" y="240774"/>
                        <a:pt x="144163" y="287695"/>
                      </a:cubicBezTo>
                      <a:lnTo>
                        <a:pt x="0" y="287695"/>
                      </a:lnTo>
                      <a:cubicBezTo>
                        <a:pt x="2403" y="216692"/>
                        <a:pt x="29812" y="151998"/>
                        <a:pt x="73594" y="101967"/>
                      </a:cubicBezTo>
                      <a:close/>
                      <a:moveTo>
                        <a:pt x="522554" y="101261"/>
                      </a:moveTo>
                      <a:cubicBezTo>
                        <a:pt x="566781" y="151379"/>
                        <a:pt x="594368" y="216338"/>
                        <a:pt x="596771" y="287695"/>
                      </a:cubicBezTo>
                      <a:lnTo>
                        <a:pt x="452608" y="287695"/>
                      </a:lnTo>
                      <a:cubicBezTo>
                        <a:pt x="451362" y="240775"/>
                        <a:pt x="441662" y="195278"/>
                        <a:pt x="424309" y="152979"/>
                      </a:cubicBezTo>
                      <a:cubicBezTo>
                        <a:pt x="455633" y="142049"/>
                        <a:pt x="485712" y="127120"/>
                        <a:pt x="513744" y="108014"/>
                      </a:cubicBezTo>
                      <a:close/>
                      <a:moveTo>
                        <a:pt x="308653" y="26956"/>
                      </a:moveTo>
                      <a:cubicBezTo>
                        <a:pt x="345580" y="59026"/>
                        <a:pt x="375032" y="97671"/>
                        <a:pt x="395942" y="140402"/>
                      </a:cubicBezTo>
                      <a:cubicBezTo>
                        <a:pt x="367646" y="148308"/>
                        <a:pt x="338461" y="152750"/>
                        <a:pt x="308653" y="153550"/>
                      </a:cubicBezTo>
                      <a:close/>
                      <a:moveTo>
                        <a:pt x="288119" y="26956"/>
                      </a:moveTo>
                      <a:lnTo>
                        <a:pt x="288119" y="153550"/>
                      </a:lnTo>
                      <a:cubicBezTo>
                        <a:pt x="258393" y="152750"/>
                        <a:pt x="229113" y="148308"/>
                        <a:pt x="200900" y="140402"/>
                      </a:cubicBezTo>
                      <a:cubicBezTo>
                        <a:pt x="221726" y="97671"/>
                        <a:pt x="251184" y="59115"/>
                        <a:pt x="288119" y="26956"/>
                      </a:cubicBezTo>
                      <a:close/>
                      <a:moveTo>
                        <a:pt x="277985" y="565"/>
                      </a:moveTo>
                      <a:lnTo>
                        <a:pt x="282614" y="4562"/>
                      </a:lnTo>
                      <a:cubicBezTo>
                        <a:pt x="238998" y="40538"/>
                        <a:pt x="204550" y="84686"/>
                        <a:pt x="180961" y="134075"/>
                      </a:cubicBezTo>
                      <a:cubicBezTo>
                        <a:pt x="150697" y="123682"/>
                        <a:pt x="121768" y="109469"/>
                        <a:pt x="94886" y="91082"/>
                      </a:cubicBezTo>
                      <a:lnTo>
                        <a:pt x="87854" y="86640"/>
                      </a:lnTo>
                      <a:cubicBezTo>
                        <a:pt x="137345" y="37518"/>
                        <a:pt x="204016" y="5539"/>
                        <a:pt x="277985" y="565"/>
                      </a:cubicBezTo>
                      <a:close/>
                      <a:moveTo>
                        <a:pt x="308935" y="0"/>
                      </a:moveTo>
                      <a:cubicBezTo>
                        <a:pt x="386558" y="2666"/>
                        <a:pt x="456704" y="35109"/>
                        <a:pt x="508423" y="86128"/>
                      </a:cubicBezTo>
                      <a:lnTo>
                        <a:pt x="501658" y="91284"/>
                      </a:lnTo>
                      <a:cubicBezTo>
                        <a:pt x="474952" y="109594"/>
                        <a:pt x="446111" y="123815"/>
                        <a:pt x="415934" y="134215"/>
                      </a:cubicBezTo>
                      <a:cubicBezTo>
                        <a:pt x="391810" y="83729"/>
                        <a:pt x="356559" y="38664"/>
                        <a:pt x="311695" y="2400"/>
                      </a:cubicBezTo>
                      <a:close/>
                    </a:path>
                  </a:pathLst>
                </a:custGeom>
                <a:gradFill flip="none" rotWithShape="1">
                  <a:gsLst>
                    <a:gs pos="100000">
                      <a:schemeClr val="accent3">
                        <a:alpha val="90000"/>
                      </a:schemeClr>
                    </a:gs>
                    <a:gs pos="0">
                      <a:schemeClr val="accent2"/>
                    </a:gs>
                  </a:gsLst>
                  <a:lin ang="2700000" scaled="1"/>
                  <a:tileRect/>
                </a:gradFill>
                <a:ln>
                  <a:noFill/>
                </a:ln>
                <a:effectLst>
                  <a:reflection blurRad="50800" stA="64000" endPos="5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b="1"/>
                </a:p>
              </p:txBody>
            </p:sp>
          </p:grpSp>
          <p:grpSp>
            <p:nvGrpSpPr>
              <p:cNvPr id="107" name="组合 106">
                <a:extLst>
                  <a:ext uri="{FF2B5EF4-FFF2-40B4-BE49-F238E27FC236}">
                    <a16:creationId xmlns:a16="http://schemas.microsoft.com/office/drawing/2014/main" id="{D257FA23-8012-2A9A-6D2B-7FE74D6F2D5F}"/>
                  </a:ext>
                </a:extLst>
              </p:cNvPr>
              <p:cNvGrpSpPr/>
              <p:nvPr/>
            </p:nvGrpSpPr>
            <p:grpSpPr>
              <a:xfrm>
                <a:off x="9487054" y="3926651"/>
                <a:ext cx="2031844" cy="2497735"/>
                <a:chOff x="9487054" y="3534765"/>
                <a:chExt cx="2031844" cy="2497735"/>
              </a:xfrm>
            </p:grpSpPr>
            <p:sp>
              <p:nvSpPr>
                <p:cNvPr id="112" name="Bullet5">
                  <a:extLst>
                    <a:ext uri="{FF2B5EF4-FFF2-40B4-BE49-F238E27FC236}">
                      <a16:creationId xmlns:a16="http://schemas.microsoft.com/office/drawing/2014/main" id="{238FF68B-CD56-C08A-F223-DEAE1DED7396}"/>
                    </a:ext>
                  </a:extLst>
                </p:cNvPr>
                <p:cNvSpPr txBox="1"/>
                <p:nvPr/>
              </p:nvSpPr>
              <p:spPr>
                <a:xfrm>
                  <a:off x="9487054" y="4124775"/>
                  <a:ext cx="2031844" cy="624918"/>
                </a:xfrm>
                <a:prstGeom prst="rect">
                  <a:avLst/>
                </a:prstGeom>
                <a:noFill/>
                <a:ln>
                  <a:noFill/>
                </a:ln>
              </p:spPr>
              <p:txBody>
                <a:bodyPr wrap="square" lIns="91440" tIns="45720" rIns="91440" bIns="45720" anchor="b"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rPr>
                    <a:t>市场细分格局</a:t>
                  </a:r>
                </a:p>
              </p:txBody>
            </p:sp>
            <p:sp>
              <p:nvSpPr>
                <p:cNvPr id="113" name="Text5">
                  <a:extLst>
                    <a:ext uri="{FF2B5EF4-FFF2-40B4-BE49-F238E27FC236}">
                      <a16:creationId xmlns:a16="http://schemas.microsoft.com/office/drawing/2014/main" id="{CC5A78DC-A7A7-AE2B-DE2E-B743DC7C1763}"/>
                    </a:ext>
                  </a:extLst>
                </p:cNvPr>
                <p:cNvSpPr txBox="1"/>
                <p:nvPr/>
              </p:nvSpPr>
              <p:spPr>
                <a:xfrm>
                  <a:off x="9487054" y="4749692"/>
                  <a:ext cx="2031844" cy="128280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zh-CN" altLang="en-US" sz="1400" dirty="0"/>
                    <a:t>通用科技行业市场竞争呈现细分化格局，不同细分市场具有不同的竞争对手和市场份额。</a:t>
                  </a:r>
                </a:p>
              </p:txBody>
            </p:sp>
            <p:sp>
              <p:nvSpPr>
                <p:cNvPr id="114" name="Icon5">
                  <a:extLst>
                    <a:ext uri="{FF2B5EF4-FFF2-40B4-BE49-F238E27FC236}">
                      <a16:creationId xmlns:a16="http://schemas.microsoft.com/office/drawing/2014/main" id="{322D467A-6E2A-C202-7237-864A91E6F160}"/>
                    </a:ext>
                  </a:extLst>
                </p:cNvPr>
                <p:cNvSpPr/>
                <p:nvPr/>
              </p:nvSpPr>
              <p:spPr bwMode="auto">
                <a:xfrm>
                  <a:off x="10258627" y="3534765"/>
                  <a:ext cx="488698" cy="487960"/>
                </a:xfrm>
                <a:custGeom>
                  <a:avLst/>
                  <a:gdLst>
                    <a:gd name="T0" fmla="*/ 6624 w 7154"/>
                    <a:gd name="T1" fmla="*/ 2037 h 7154"/>
                    <a:gd name="T2" fmla="*/ 6106 w 7154"/>
                    <a:gd name="T3" fmla="*/ 1048 h 7154"/>
                    <a:gd name="T4" fmla="*/ 5117 w 7154"/>
                    <a:gd name="T5" fmla="*/ 530 h 7154"/>
                    <a:gd name="T6" fmla="*/ 4643 w 7154"/>
                    <a:gd name="T7" fmla="*/ 334 h 7154"/>
                    <a:gd name="T8" fmla="*/ 3577 w 7154"/>
                    <a:gd name="T9" fmla="*/ 0 h 7154"/>
                    <a:gd name="T10" fmla="*/ 2511 w 7154"/>
                    <a:gd name="T11" fmla="*/ 334 h 7154"/>
                    <a:gd name="T12" fmla="*/ 2037 w 7154"/>
                    <a:gd name="T13" fmla="*/ 530 h 7154"/>
                    <a:gd name="T14" fmla="*/ 1048 w 7154"/>
                    <a:gd name="T15" fmla="*/ 1048 h 7154"/>
                    <a:gd name="T16" fmla="*/ 530 w 7154"/>
                    <a:gd name="T17" fmla="*/ 2037 h 7154"/>
                    <a:gd name="T18" fmla="*/ 334 w 7154"/>
                    <a:gd name="T19" fmla="*/ 2511 h 7154"/>
                    <a:gd name="T20" fmla="*/ 0 w 7154"/>
                    <a:gd name="T21" fmla="*/ 3577 h 7154"/>
                    <a:gd name="T22" fmla="*/ 334 w 7154"/>
                    <a:gd name="T23" fmla="*/ 4643 h 7154"/>
                    <a:gd name="T24" fmla="*/ 530 w 7154"/>
                    <a:gd name="T25" fmla="*/ 5117 h 7154"/>
                    <a:gd name="T26" fmla="*/ 1048 w 7154"/>
                    <a:gd name="T27" fmla="*/ 6106 h 7154"/>
                    <a:gd name="T28" fmla="*/ 2037 w 7154"/>
                    <a:gd name="T29" fmla="*/ 6624 h 7154"/>
                    <a:gd name="T30" fmla="*/ 2511 w 7154"/>
                    <a:gd name="T31" fmla="*/ 6820 h 7154"/>
                    <a:gd name="T32" fmla="*/ 3577 w 7154"/>
                    <a:gd name="T33" fmla="*/ 7154 h 7154"/>
                    <a:gd name="T34" fmla="*/ 4643 w 7154"/>
                    <a:gd name="T35" fmla="*/ 6820 h 7154"/>
                    <a:gd name="T36" fmla="*/ 5117 w 7154"/>
                    <a:gd name="T37" fmla="*/ 6624 h 7154"/>
                    <a:gd name="T38" fmla="*/ 6106 w 7154"/>
                    <a:gd name="T39" fmla="*/ 6106 h 7154"/>
                    <a:gd name="T40" fmla="*/ 6624 w 7154"/>
                    <a:gd name="T41" fmla="*/ 5117 h 7154"/>
                    <a:gd name="T42" fmla="*/ 6820 w 7154"/>
                    <a:gd name="T43" fmla="*/ 4643 h 7154"/>
                    <a:gd name="T44" fmla="*/ 7154 w 7154"/>
                    <a:gd name="T45" fmla="*/ 3577 h 7154"/>
                    <a:gd name="T46" fmla="*/ 6820 w 7154"/>
                    <a:gd name="T47" fmla="*/ 2511 h 7154"/>
                    <a:gd name="T48" fmla="*/ 6624 w 7154"/>
                    <a:gd name="T49" fmla="*/ 2037 h 7154"/>
                    <a:gd name="T50" fmla="*/ 5857 w 7154"/>
                    <a:gd name="T51" fmla="*/ 2406 h 7154"/>
                    <a:gd name="T52" fmla="*/ 3286 w 7154"/>
                    <a:gd name="T53" fmla="*/ 4976 h 7154"/>
                    <a:gd name="T54" fmla="*/ 2875 w 7154"/>
                    <a:gd name="T55" fmla="*/ 5387 h 7154"/>
                    <a:gd name="T56" fmla="*/ 2464 w 7154"/>
                    <a:gd name="T57" fmla="*/ 5387 h 7154"/>
                    <a:gd name="T58" fmla="*/ 2053 w 7154"/>
                    <a:gd name="T59" fmla="*/ 4976 h 7154"/>
                    <a:gd name="T60" fmla="*/ 1297 w 7154"/>
                    <a:gd name="T61" fmla="*/ 4221 h 7154"/>
                    <a:gd name="T62" fmla="*/ 1297 w 7154"/>
                    <a:gd name="T63" fmla="*/ 3809 h 7154"/>
                    <a:gd name="T64" fmla="*/ 1708 w 7154"/>
                    <a:gd name="T65" fmla="*/ 3398 h 7154"/>
                    <a:gd name="T66" fmla="*/ 2120 w 7154"/>
                    <a:gd name="T67" fmla="*/ 3398 h 7154"/>
                    <a:gd name="T68" fmla="*/ 2669 w 7154"/>
                    <a:gd name="T69" fmla="*/ 3948 h 7154"/>
                    <a:gd name="T70" fmla="*/ 5034 w 7154"/>
                    <a:gd name="T71" fmla="*/ 1583 h 7154"/>
                    <a:gd name="T72" fmla="*/ 5445 w 7154"/>
                    <a:gd name="T73" fmla="*/ 1583 h 7154"/>
                    <a:gd name="T74" fmla="*/ 5857 w 7154"/>
                    <a:gd name="T75" fmla="*/ 1994 h 7154"/>
                    <a:gd name="T76" fmla="*/ 5857 w 7154"/>
                    <a:gd name="T77" fmla="*/ 2406 h 7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154" h="7154">
                      <a:moveTo>
                        <a:pt x="6624" y="2037"/>
                      </a:moveTo>
                      <a:cubicBezTo>
                        <a:pt x="6580" y="1703"/>
                        <a:pt x="6403" y="1345"/>
                        <a:pt x="6106" y="1048"/>
                      </a:cubicBezTo>
                      <a:cubicBezTo>
                        <a:pt x="5809" y="751"/>
                        <a:pt x="5451" y="574"/>
                        <a:pt x="5117" y="530"/>
                      </a:cubicBezTo>
                      <a:cubicBezTo>
                        <a:pt x="4966" y="510"/>
                        <a:pt x="4764" y="427"/>
                        <a:pt x="4643" y="334"/>
                      </a:cubicBezTo>
                      <a:cubicBezTo>
                        <a:pt x="4375" y="128"/>
                        <a:pt x="3997" y="0"/>
                        <a:pt x="3577" y="0"/>
                      </a:cubicBezTo>
                      <a:cubicBezTo>
                        <a:pt x="3157" y="0"/>
                        <a:pt x="2779" y="128"/>
                        <a:pt x="2511" y="334"/>
                      </a:cubicBezTo>
                      <a:cubicBezTo>
                        <a:pt x="2390" y="427"/>
                        <a:pt x="2188" y="510"/>
                        <a:pt x="2037" y="530"/>
                      </a:cubicBezTo>
                      <a:cubicBezTo>
                        <a:pt x="1702" y="574"/>
                        <a:pt x="1345" y="751"/>
                        <a:pt x="1048" y="1048"/>
                      </a:cubicBezTo>
                      <a:cubicBezTo>
                        <a:pt x="751" y="1345"/>
                        <a:pt x="574" y="1703"/>
                        <a:pt x="530" y="2037"/>
                      </a:cubicBezTo>
                      <a:cubicBezTo>
                        <a:pt x="510" y="2188"/>
                        <a:pt x="427" y="2390"/>
                        <a:pt x="334" y="2511"/>
                      </a:cubicBezTo>
                      <a:cubicBezTo>
                        <a:pt x="128" y="2779"/>
                        <a:pt x="0" y="3157"/>
                        <a:pt x="0" y="3577"/>
                      </a:cubicBezTo>
                      <a:cubicBezTo>
                        <a:pt x="0" y="3997"/>
                        <a:pt x="128" y="4375"/>
                        <a:pt x="334" y="4643"/>
                      </a:cubicBezTo>
                      <a:cubicBezTo>
                        <a:pt x="427" y="4764"/>
                        <a:pt x="510" y="4966"/>
                        <a:pt x="530" y="5117"/>
                      </a:cubicBezTo>
                      <a:cubicBezTo>
                        <a:pt x="574" y="5451"/>
                        <a:pt x="751" y="5809"/>
                        <a:pt x="1048" y="6106"/>
                      </a:cubicBezTo>
                      <a:cubicBezTo>
                        <a:pt x="1345" y="6403"/>
                        <a:pt x="1702" y="6580"/>
                        <a:pt x="2037" y="6624"/>
                      </a:cubicBezTo>
                      <a:cubicBezTo>
                        <a:pt x="2188" y="6644"/>
                        <a:pt x="2390" y="6727"/>
                        <a:pt x="2511" y="6820"/>
                      </a:cubicBezTo>
                      <a:cubicBezTo>
                        <a:pt x="2779" y="7025"/>
                        <a:pt x="3157" y="7154"/>
                        <a:pt x="3577" y="7154"/>
                      </a:cubicBezTo>
                      <a:cubicBezTo>
                        <a:pt x="3997" y="7154"/>
                        <a:pt x="4375" y="7025"/>
                        <a:pt x="4643" y="6820"/>
                      </a:cubicBezTo>
                      <a:cubicBezTo>
                        <a:pt x="4764" y="6727"/>
                        <a:pt x="4966" y="6644"/>
                        <a:pt x="5117" y="6624"/>
                      </a:cubicBezTo>
                      <a:cubicBezTo>
                        <a:pt x="5451" y="6580"/>
                        <a:pt x="5809" y="6403"/>
                        <a:pt x="6106" y="6106"/>
                      </a:cubicBezTo>
                      <a:cubicBezTo>
                        <a:pt x="6403" y="5809"/>
                        <a:pt x="6580" y="5451"/>
                        <a:pt x="6624" y="5117"/>
                      </a:cubicBezTo>
                      <a:cubicBezTo>
                        <a:pt x="6644" y="4966"/>
                        <a:pt x="6727" y="4764"/>
                        <a:pt x="6820" y="4643"/>
                      </a:cubicBezTo>
                      <a:cubicBezTo>
                        <a:pt x="7026" y="4375"/>
                        <a:pt x="7154" y="3997"/>
                        <a:pt x="7154" y="3577"/>
                      </a:cubicBezTo>
                      <a:cubicBezTo>
                        <a:pt x="7154" y="3157"/>
                        <a:pt x="7026" y="2779"/>
                        <a:pt x="6820" y="2511"/>
                      </a:cubicBezTo>
                      <a:cubicBezTo>
                        <a:pt x="6727" y="2390"/>
                        <a:pt x="6644" y="2188"/>
                        <a:pt x="6624" y="2037"/>
                      </a:cubicBezTo>
                      <a:close/>
                      <a:moveTo>
                        <a:pt x="5857" y="2406"/>
                      </a:moveTo>
                      <a:lnTo>
                        <a:pt x="3286" y="4976"/>
                      </a:lnTo>
                      <a:lnTo>
                        <a:pt x="2875" y="5387"/>
                      </a:lnTo>
                      <a:cubicBezTo>
                        <a:pt x="2762" y="5501"/>
                        <a:pt x="2577" y="5501"/>
                        <a:pt x="2464" y="5387"/>
                      </a:cubicBezTo>
                      <a:lnTo>
                        <a:pt x="2053" y="4976"/>
                      </a:lnTo>
                      <a:lnTo>
                        <a:pt x="1297" y="4221"/>
                      </a:lnTo>
                      <a:cubicBezTo>
                        <a:pt x="1183" y="4107"/>
                        <a:pt x="1183" y="3923"/>
                        <a:pt x="1297" y="3809"/>
                      </a:cubicBezTo>
                      <a:lnTo>
                        <a:pt x="1708" y="3398"/>
                      </a:lnTo>
                      <a:cubicBezTo>
                        <a:pt x="1822" y="3285"/>
                        <a:pt x="2006" y="3285"/>
                        <a:pt x="2120" y="3398"/>
                      </a:cubicBezTo>
                      <a:lnTo>
                        <a:pt x="2669" y="3948"/>
                      </a:lnTo>
                      <a:lnTo>
                        <a:pt x="5034" y="1583"/>
                      </a:lnTo>
                      <a:cubicBezTo>
                        <a:pt x="5148" y="1470"/>
                        <a:pt x="5332" y="1470"/>
                        <a:pt x="5445" y="1583"/>
                      </a:cubicBezTo>
                      <a:lnTo>
                        <a:pt x="5857" y="1994"/>
                      </a:lnTo>
                      <a:cubicBezTo>
                        <a:pt x="5970" y="2108"/>
                        <a:pt x="5970" y="2292"/>
                        <a:pt x="5857" y="2406"/>
                      </a:cubicBezTo>
                      <a:close/>
                    </a:path>
                  </a:pathLst>
                </a:custGeom>
                <a:gradFill flip="none" rotWithShape="1">
                  <a:gsLst>
                    <a:gs pos="100000">
                      <a:schemeClr val="accent3">
                        <a:alpha val="90000"/>
                      </a:schemeClr>
                    </a:gs>
                    <a:gs pos="0">
                      <a:schemeClr val="accent2"/>
                    </a:gs>
                  </a:gsLst>
                  <a:lin ang="2700000" scaled="1"/>
                  <a:tileRect/>
                </a:gradFill>
                <a:ln>
                  <a:noFill/>
                </a:ln>
                <a:effectLst>
                  <a:reflection blurRad="50800" stA="64000" endPos="50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b="1"/>
                </a:p>
              </p:txBody>
            </p:sp>
          </p:grpSp>
          <p:cxnSp>
            <p:nvCxnSpPr>
              <p:cNvPr id="108" name="íŝľïḍé">
                <a:extLst>
                  <a:ext uri="{FF2B5EF4-FFF2-40B4-BE49-F238E27FC236}">
                    <a16:creationId xmlns:a16="http://schemas.microsoft.com/office/drawing/2014/main" id="{8063AE5F-030C-59E3-289C-DC324E7B3C3E}"/>
                  </a:ext>
                </a:extLst>
              </p:cNvPr>
              <p:cNvCxnSpPr/>
              <p:nvPr/>
            </p:nvCxnSpPr>
            <p:spPr>
              <a:xfrm>
                <a:off x="2790765" y="4560379"/>
                <a:ext cx="0" cy="1583245"/>
              </a:xfrm>
              <a:prstGeom prst="line">
                <a:avLst/>
              </a:prstGeom>
              <a:ln w="6350">
                <a:solidFill>
                  <a:schemeClr val="tx2">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9" name="îś1ïḍe">
                <a:extLst>
                  <a:ext uri="{FF2B5EF4-FFF2-40B4-BE49-F238E27FC236}">
                    <a16:creationId xmlns:a16="http://schemas.microsoft.com/office/drawing/2014/main" id="{225B929A-0167-1778-600A-ECE61D6A734D}"/>
                  </a:ext>
                </a:extLst>
              </p:cNvPr>
              <p:cNvCxnSpPr/>
              <p:nvPr/>
            </p:nvCxnSpPr>
            <p:spPr>
              <a:xfrm>
                <a:off x="4994253" y="4560379"/>
                <a:ext cx="0" cy="1583245"/>
              </a:xfrm>
              <a:prstGeom prst="line">
                <a:avLst/>
              </a:prstGeom>
              <a:ln w="6350">
                <a:solidFill>
                  <a:schemeClr val="tx2">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0" name="íṩḷiḑe">
                <a:extLst>
                  <a:ext uri="{FF2B5EF4-FFF2-40B4-BE49-F238E27FC236}">
                    <a16:creationId xmlns:a16="http://schemas.microsoft.com/office/drawing/2014/main" id="{F0073017-89E8-47CB-5155-51911FF88BDC}"/>
                  </a:ext>
                </a:extLst>
              </p:cNvPr>
              <p:cNvCxnSpPr/>
              <p:nvPr/>
            </p:nvCxnSpPr>
            <p:spPr>
              <a:xfrm>
                <a:off x="7197741" y="4560379"/>
                <a:ext cx="0" cy="1583245"/>
              </a:xfrm>
              <a:prstGeom prst="line">
                <a:avLst/>
              </a:prstGeom>
              <a:ln w="6350">
                <a:solidFill>
                  <a:schemeClr val="tx2">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1" name="ïṥľîḓe">
                <a:extLst>
                  <a:ext uri="{FF2B5EF4-FFF2-40B4-BE49-F238E27FC236}">
                    <a16:creationId xmlns:a16="http://schemas.microsoft.com/office/drawing/2014/main" id="{85B84F19-63A7-D494-2DDC-267A6F37FD65}"/>
                  </a:ext>
                </a:extLst>
              </p:cNvPr>
              <p:cNvCxnSpPr/>
              <p:nvPr/>
            </p:nvCxnSpPr>
            <p:spPr>
              <a:xfrm>
                <a:off x="9401229" y="4560379"/>
                <a:ext cx="0" cy="1583245"/>
              </a:xfrm>
              <a:prstGeom prst="line">
                <a:avLst/>
              </a:prstGeom>
              <a:ln w="6350">
                <a:solidFill>
                  <a:schemeClr val="tx2">
                    <a:alpha val="5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50" name="矩形: 圆角 49">
              <a:extLst>
                <a:ext uri="{FF2B5EF4-FFF2-40B4-BE49-F238E27FC236}">
                  <a16:creationId xmlns:a16="http://schemas.microsoft.com/office/drawing/2014/main" id="{5BEC4472-0E86-9A8F-FAAD-70E48E8608D6}"/>
                </a:ext>
              </a:extLst>
            </p:cNvPr>
            <p:cNvSpPr/>
            <p:nvPr/>
          </p:nvSpPr>
          <p:spPr>
            <a:xfrm>
              <a:off x="741136" y="1741714"/>
              <a:ext cx="10697028" cy="1335315"/>
            </a:xfrm>
            <a:prstGeom prst="roundRect">
              <a:avLst/>
            </a:prstGeom>
            <a:blipFill>
              <a:blip r:embed="rId2" cstate="email">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059941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产品展示</a:t>
            </a:r>
            <a:endParaRPr lang="en-US" dirty="0"/>
          </a:p>
        </p:txBody>
      </p:sp>
      <p:sp>
        <p:nvSpPr>
          <p:cNvPr id="25" name="文本占位符 24"/>
          <p:cNvSpPr>
            <a:spLocks noGrp="1"/>
          </p:cNvSpPr>
          <p:nvPr>
            <p:ph type="body" sz="quarter" idx="1" hasCustomPrompt="1"/>
          </p:nvPr>
        </p:nvSpPr>
        <p:spPr/>
        <p:txBody>
          <a:bodyPr/>
          <a:lstStyle/>
          <a:p>
            <a:r>
              <a:rPr lang="zh-CN" altLang="en-US" dirty="0"/>
              <a:t>展示创新科技产品，引领行业未来</a:t>
            </a:r>
            <a:endParaRPr lang="en-US" dirty="0"/>
          </a:p>
        </p:txBody>
      </p:sp>
      <p:sp>
        <p:nvSpPr>
          <p:cNvPr id="2" name="文本框 1">
            <a:extLst>
              <a:ext uri="{FF2B5EF4-FFF2-40B4-BE49-F238E27FC236}">
                <a16:creationId xmlns:a16="http://schemas.microsoft.com/office/drawing/2014/main" id="{82C776AB-6BFF-9A01-9A8B-0014F0EEE62A}"/>
              </a:ext>
            </a:extLst>
          </p:cNvPr>
          <p:cNvSpPr txBox="1"/>
          <p:nvPr/>
        </p:nvSpPr>
        <p:spPr>
          <a:xfrm>
            <a:off x="4645660" y="813668"/>
            <a:ext cx="2887980" cy="1969860"/>
          </a:xfrm>
          <a:prstGeom prst="rect">
            <a:avLst/>
          </a:prstGeom>
          <a:noFill/>
        </p:spPr>
        <p:txBody>
          <a:bodyPr wrap="square" rtlCol="0" anchor="ctr">
            <a:normAutofit fontScale="92500" lnSpcReduction="10000"/>
          </a:bodyPr>
          <a:lstStyle/>
          <a:p>
            <a:pPr algn="ctr"/>
            <a:r>
              <a:rPr lang="en-US" altLang="zh-CN" sz="13800" b="1" dirty="0">
                <a:gradFill flip="none" rotWithShape="1">
                  <a:gsLst>
                    <a:gs pos="0">
                      <a:schemeClr val="accent1"/>
                    </a:gs>
                    <a:gs pos="73000">
                      <a:schemeClr val="accent1">
                        <a:lumMod val="20000"/>
                        <a:lumOff val="80000"/>
                        <a:alpha val="0"/>
                      </a:schemeClr>
                    </a:gs>
                  </a:gsLst>
                  <a:lin ang="5400000" scaled="1"/>
                  <a:tileRect/>
                </a:gradFill>
              </a:rPr>
              <a:t>02</a:t>
            </a:r>
            <a:endParaRPr lang="zh-CN" altLang="en-US" sz="13800" b="1" dirty="0">
              <a:gradFill flip="none" rotWithShape="1">
                <a:gsLst>
                  <a:gs pos="0">
                    <a:schemeClr val="accent1"/>
                  </a:gs>
                  <a:gs pos="73000">
                    <a:schemeClr val="accent1">
                      <a:lumMod val="20000"/>
                      <a:lumOff val="80000"/>
                      <a:alpha val="0"/>
                    </a:schemeClr>
                  </a:gs>
                </a:gsLst>
                <a:lin ang="5400000" scaled="1"/>
                <a:tileRect/>
              </a:gra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产品</a:t>
            </a:r>
            <a:r>
              <a:rPr lang="en-US" altLang="zh-CN" dirty="0"/>
              <a:t>A</a:t>
            </a:r>
            <a:r>
              <a:rPr lang="zh-CN" altLang="en-US" dirty="0"/>
              <a:t>：智能硬件</a:t>
            </a:r>
            <a:endParaRPr lang="en-US" dirty="0"/>
          </a:p>
        </p:txBody>
      </p:sp>
      <p:grpSp>
        <p:nvGrpSpPr>
          <p:cNvPr id="11" name="组合 10">
            <a:extLst>
              <a:ext uri="{FF2B5EF4-FFF2-40B4-BE49-F238E27FC236}">
                <a16:creationId xmlns:a16="http://schemas.microsoft.com/office/drawing/2014/main" id="{0421453F-96F3-491E-5043-8E913CC7DE1E}"/>
              </a:ext>
            </a:extLst>
          </p:cNvPr>
          <p:cNvGrpSpPr/>
          <p:nvPr/>
        </p:nvGrpSpPr>
        <p:grpSpPr>
          <a:xfrm>
            <a:off x="660400" y="1320594"/>
            <a:ext cx="10858500" cy="5537406"/>
            <a:chOff x="660400" y="1320594"/>
            <a:chExt cx="10858500" cy="5537406"/>
          </a:xfrm>
        </p:grpSpPr>
        <p:sp>
          <p:nvSpPr>
            <p:cNvPr id="3" name="矩形: 圆顶角 2">
              <a:extLst>
                <a:ext uri="{FF2B5EF4-FFF2-40B4-BE49-F238E27FC236}">
                  <a16:creationId xmlns:a16="http://schemas.microsoft.com/office/drawing/2014/main" id="{E89889EE-B8E9-4395-F3ED-6799A5160579}"/>
                </a:ext>
              </a:extLst>
            </p:cNvPr>
            <p:cNvSpPr/>
            <p:nvPr/>
          </p:nvSpPr>
          <p:spPr>
            <a:xfrm>
              <a:off x="660400" y="2076450"/>
              <a:ext cx="10858500" cy="4781550"/>
            </a:xfrm>
            <a:prstGeom prst="round2SameRect">
              <a:avLst>
                <a:gd name="adj1" fmla="val 3121"/>
                <a:gd name="adj2" fmla="val 0"/>
              </a:avLst>
            </a:prstGeom>
            <a:gradFill>
              <a:gsLst>
                <a:gs pos="0">
                  <a:schemeClr val="accent1">
                    <a:alpha val="20000"/>
                  </a:schemeClr>
                </a:gs>
                <a:gs pos="100000">
                  <a:schemeClr val="accent1">
                    <a:alpha val="0"/>
                  </a:schemeClr>
                </a:gs>
              </a:gsLst>
              <a:lin ang="5400000" scaled="1"/>
            </a:gradFill>
            <a:ln>
              <a:gradFill>
                <a:gsLst>
                  <a:gs pos="0">
                    <a:schemeClr val="accent2">
                      <a:alpha val="2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itle">
              <a:extLst>
                <a:ext uri="{FF2B5EF4-FFF2-40B4-BE49-F238E27FC236}">
                  <a16:creationId xmlns:a16="http://schemas.microsoft.com/office/drawing/2014/main" id="{1C7EA636-D530-F7DF-236B-AD9203954621}"/>
                </a:ext>
              </a:extLst>
            </p:cNvPr>
            <p:cNvSpPr txBox="1"/>
            <p:nvPr/>
          </p:nvSpPr>
          <p:spPr>
            <a:xfrm>
              <a:off x="660400" y="1320594"/>
              <a:ext cx="10858500" cy="698706"/>
            </a:xfrm>
            <a:prstGeom prst="rect">
              <a:avLst/>
            </a:prstGeom>
            <a:noFill/>
          </p:spPr>
          <p:txBody>
            <a:bodyPr vert="horz" wrap="square" rtlCol="0" anchor="t" anchorCtr="1">
              <a:normAutofit/>
            </a:bodyPr>
            <a:lstStyle/>
            <a:p>
              <a:pPr algn="ctr"/>
              <a:r>
                <a:rPr lang="zh-CN" altLang="en-US" sz="2400" b="1" dirty="0"/>
                <a:t>定义、发展历程与现状</a:t>
              </a:r>
              <a:endParaRPr lang="en-US" dirty="0"/>
            </a:p>
          </p:txBody>
        </p:sp>
        <p:grpSp>
          <p:nvGrpSpPr>
            <p:cNvPr id="10" name="组合 9">
              <a:extLst>
                <a:ext uri="{FF2B5EF4-FFF2-40B4-BE49-F238E27FC236}">
                  <a16:creationId xmlns:a16="http://schemas.microsoft.com/office/drawing/2014/main" id="{DC974B2B-E65F-8C0B-8D20-FF21D1E49560}"/>
                </a:ext>
              </a:extLst>
            </p:cNvPr>
            <p:cNvGrpSpPr/>
            <p:nvPr/>
          </p:nvGrpSpPr>
          <p:grpSpPr>
            <a:xfrm>
              <a:off x="1073150" y="2622757"/>
              <a:ext cx="4127500" cy="3511343"/>
              <a:chOff x="1073150" y="2629315"/>
              <a:chExt cx="4127500" cy="3511343"/>
            </a:xfrm>
          </p:grpSpPr>
          <p:grpSp>
            <p:nvGrpSpPr>
              <p:cNvPr id="22" name="组合 21">
                <a:extLst>
                  <a:ext uri="{FF2B5EF4-FFF2-40B4-BE49-F238E27FC236}">
                    <a16:creationId xmlns:a16="http://schemas.microsoft.com/office/drawing/2014/main" id="{ABB941B9-F3C0-5ABF-2B1B-8838D02A4F2A}"/>
                  </a:ext>
                </a:extLst>
              </p:cNvPr>
              <p:cNvGrpSpPr/>
              <p:nvPr/>
            </p:nvGrpSpPr>
            <p:grpSpPr>
              <a:xfrm>
                <a:off x="1073150" y="2629315"/>
                <a:ext cx="4127500" cy="1765093"/>
                <a:chOff x="660400" y="3905665"/>
                <a:chExt cx="5130800" cy="1765093"/>
              </a:xfrm>
            </p:grpSpPr>
            <p:sp>
              <p:nvSpPr>
                <p:cNvPr id="5" name="Text1">
                  <a:extLst>
                    <a:ext uri="{FF2B5EF4-FFF2-40B4-BE49-F238E27FC236}">
                      <a16:creationId xmlns:a16="http://schemas.microsoft.com/office/drawing/2014/main" id="{1E5CD9C4-2DEA-A744-8E84-88756EC8C387}"/>
                    </a:ext>
                  </a:extLst>
                </p:cNvPr>
                <p:cNvSpPr>
                  <a:spLocks/>
                </p:cNvSpPr>
                <p:nvPr/>
              </p:nvSpPr>
              <p:spPr>
                <a:xfrm>
                  <a:off x="660400" y="4667628"/>
                  <a:ext cx="5130800" cy="1003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400" dirty="0">
                      <a:solidFill>
                        <a:schemeClr val="tx1"/>
                      </a:solidFill>
                    </a:rPr>
                    <a:t>系统整合家庭设备，实现远程操控与自动化，打造舒适便捷的居住环境。</a:t>
                  </a:r>
                </a:p>
              </p:txBody>
            </p:sp>
            <p:sp>
              <p:nvSpPr>
                <p:cNvPr id="4" name="Bullet1">
                  <a:extLst>
                    <a:ext uri="{FF2B5EF4-FFF2-40B4-BE49-F238E27FC236}">
                      <a16:creationId xmlns:a16="http://schemas.microsoft.com/office/drawing/2014/main" id="{E4F1CABD-9B4B-9CB6-931E-1D93C6C78CF2}"/>
                    </a:ext>
                  </a:extLst>
                </p:cNvPr>
                <p:cNvSpPr txBox="1">
                  <a:spLocks/>
                </p:cNvSpPr>
                <p:nvPr/>
              </p:nvSpPr>
              <p:spPr>
                <a:xfrm>
                  <a:off x="660400" y="3905665"/>
                  <a:ext cx="5130800" cy="667289"/>
                </a:xfrm>
                <a:prstGeom prst="roundRect">
                  <a:avLst>
                    <a:gd name="adj" fmla="val 500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p>
                  <a:pPr algn="ctr"/>
                  <a:r>
                    <a:rPr kumimoji="1" lang="zh-CN" altLang="en-US" sz="2000" b="1" dirty="0"/>
                    <a:t>智能家居概览</a:t>
                  </a:r>
                </a:p>
              </p:txBody>
            </p:sp>
          </p:grpSp>
          <p:grpSp>
            <p:nvGrpSpPr>
              <p:cNvPr id="23" name="组合 22">
                <a:extLst>
                  <a:ext uri="{FF2B5EF4-FFF2-40B4-BE49-F238E27FC236}">
                    <a16:creationId xmlns:a16="http://schemas.microsoft.com/office/drawing/2014/main" id="{0C313736-4C0B-3241-8353-ACFB1C48B842}"/>
                  </a:ext>
                </a:extLst>
              </p:cNvPr>
              <p:cNvGrpSpPr/>
              <p:nvPr/>
            </p:nvGrpSpPr>
            <p:grpSpPr>
              <a:xfrm>
                <a:off x="1073150" y="4375565"/>
                <a:ext cx="4127500" cy="1765093"/>
                <a:chOff x="6388100" y="4070765"/>
                <a:chExt cx="5130800" cy="1765093"/>
              </a:xfrm>
            </p:grpSpPr>
            <p:sp>
              <p:nvSpPr>
                <p:cNvPr id="17" name="Text2">
                  <a:extLst>
                    <a:ext uri="{FF2B5EF4-FFF2-40B4-BE49-F238E27FC236}">
                      <a16:creationId xmlns:a16="http://schemas.microsoft.com/office/drawing/2014/main" id="{5ADB1D22-2119-6FB2-A73F-906F6723B61D}"/>
                    </a:ext>
                  </a:extLst>
                </p:cNvPr>
                <p:cNvSpPr>
                  <a:spLocks/>
                </p:cNvSpPr>
                <p:nvPr/>
              </p:nvSpPr>
              <p:spPr>
                <a:xfrm>
                  <a:off x="6388100" y="4832728"/>
                  <a:ext cx="5130800" cy="10031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40000"/>
                    </a:lnSpc>
                  </a:pPr>
                  <a:r>
                    <a:rPr kumimoji="1" lang="zh-CN" altLang="en-US" sz="1400" dirty="0">
                      <a:solidFill>
                        <a:schemeClr val="tx1"/>
                      </a:solidFill>
                    </a:rPr>
                    <a:t>集成指纹、密码、手机解锁等多种方式，保障家庭安全，提升居住体验。</a:t>
                  </a:r>
                </a:p>
              </p:txBody>
            </p:sp>
            <p:sp>
              <p:nvSpPr>
                <p:cNvPr id="19" name="Bullet2">
                  <a:extLst>
                    <a:ext uri="{FF2B5EF4-FFF2-40B4-BE49-F238E27FC236}">
                      <a16:creationId xmlns:a16="http://schemas.microsoft.com/office/drawing/2014/main" id="{CEAF104B-24E5-5310-FE39-68C25D86EBC9}"/>
                    </a:ext>
                  </a:extLst>
                </p:cNvPr>
                <p:cNvSpPr txBox="1">
                  <a:spLocks/>
                </p:cNvSpPr>
                <p:nvPr/>
              </p:nvSpPr>
              <p:spPr>
                <a:xfrm>
                  <a:off x="6388100" y="4070765"/>
                  <a:ext cx="5130800" cy="667289"/>
                </a:xfrm>
                <a:prstGeom prst="roundRect">
                  <a:avLst>
                    <a:gd name="adj" fmla="val 500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p>
                  <a:pPr algn="ctr"/>
                  <a:r>
                    <a:rPr kumimoji="1" lang="zh-CN" altLang="en-US" sz="2000" b="1" dirty="0"/>
                    <a:t>智能门锁功能</a:t>
                  </a:r>
                </a:p>
              </p:txBody>
            </p:sp>
          </p:grpSp>
        </p:grpSp>
        <p:sp>
          <p:nvSpPr>
            <p:cNvPr id="9" name="矩形: 圆顶角 8">
              <a:extLst>
                <a:ext uri="{FF2B5EF4-FFF2-40B4-BE49-F238E27FC236}">
                  <a16:creationId xmlns:a16="http://schemas.microsoft.com/office/drawing/2014/main" id="{9B2796BB-D0C6-A757-6ADF-7F096BA5CFE6}"/>
                </a:ext>
              </a:extLst>
            </p:cNvPr>
            <p:cNvSpPr/>
            <p:nvPr/>
          </p:nvSpPr>
          <p:spPr>
            <a:xfrm>
              <a:off x="5981700" y="2496456"/>
              <a:ext cx="5257800" cy="4361543"/>
            </a:xfrm>
            <a:prstGeom prst="round2SameRect">
              <a:avLst>
                <a:gd name="adj1" fmla="val 6096"/>
                <a:gd name="adj2" fmla="val 0"/>
              </a:avLst>
            </a:pr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026C28-DA8F-7758-DC5E-4920FAAA5079}"/>
              </a:ext>
            </a:extLst>
          </p:cNvPr>
          <p:cNvSpPr>
            <a:spLocks noGrp="1"/>
          </p:cNvSpPr>
          <p:nvPr>
            <p:ph type="title"/>
          </p:nvPr>
        </p:nvSpPr>
        <p:spPr/>
        <p:txBody>
          <a:bodyPr/>
          <a:lstStyle/>
          <a:p>
            <a:r>
              <a:rPr lang="zh-CN" altLang="en-US" dirty="0"/>
              <a:t>产品</a:t>
            </a:r>
            <a:r>
              <a:rPr lang="en-US" altLang="zh-CN" dirty="0"/>
              <a:t>B</a:t>
            </a:r>
            <a:r>
              <a:rPr lang="zh-CN" altLang="en-US" dirty="0"/>
              <a:t>：人工智能</a:t>
            </a:r>
          </a:p>
        </p:txBody>
      </p:sp>
      <p:grpSp>
        <p:nvGrpSpPr>
          <p:cNvPr id="9" name="组合 8">
            <a:extLst>
              <a:ext uri="{FF2B5EF4-FFF2-40B4-BE49-F238E27FC236}">
                <a16:creationId xmlns:a16="http://schemas.microsoft.com/office/drawing/2014/main" id="{57B20BBC-C541-4C64-73C8-D24842350942}"/>
              </a:ext>
            </a:extLst>
          </p:cNvPr>
          <p:cNvGrpSpPr/>
          <p:nvPr/>
        </p:nvGrpSpPr>
        <p:grpSpPr>
          <a:xfrm>
            <a:off x="0" y="1099670"/>
            <a:ext cx="12192000" cy="4791580"/>
            <a:chOff x="0" y="1099670"/>
            <a:chExt cx="12192000" cy="4791580"/>
          </a:xfrm>
        </p:grpSpPr>
        <p:grpSp>
          <p:nvGrpSpPr>
            <p:cNvPr id="254" name="组合 253">
              <a:extLst>
                <a:ext uri="{FF2B5EF4-FFF2-40B4-BE49-F238E27FC236}">
                  <a16:creationId xmlns:a16="http://schemas.microsoft.com/office/drawing/2014/main" id="{8F4DA9FF-966B-4335-4CD9-8FC8F4EFF964}"/>
                </a:ext>
              </a:extLst>
            </p:cNvPr>
            <p:cNvGrpSpPr/>
            <p:nvPr/>
          </p:nvGrpSpPr>
          <p:grpSpPr>
            <a:xfrm>
              <a:off x="0" y="1814687"/>
              <a:ext cx="12192000" cy="3912736"/>
              <a:chOff x="0" y="1814687"/>
              <a:chExt cx="12192000" cy="3912736"/>
            </a:xfrm>
          </p:grpSpPr>
          <p:sp>
            <p:nvSpPr>
              <p:cNvPr id="218" name="任意多边形: 形状 217">
                <a:extLst>
                  <a:ext uri="{FF2B5EF4-FFF2-40B4-BE49-F238E27FC236}">
                    <a16:creationId xmlns:a16="http://schemas.microsoft.com/office/drawing/2014/main" id="{654CB35D-DFF9-8F4C-C398-E74F155A13A8}"/>
                  </a:ext>
                </a:extLst>
              </p:cNvPr>
              <p:cNvSpPr>
                <a:spLocks/>
              </p:cNvSpPr>
              <p:nvPr/>
            </p:nvSpPr>
            <p:spPr>
              <a:xfrm>
                <a:off x="7212502" y="1814687"/>
                <a:ext cx="4979498" cy="1840084"/>
              </a:xfrm>
              <a:custGeom>
                <a:avLst/>
                <a:gdLst>
                  <a:gd name="connsiteX0" fmla="*/ 7212502 w 12192000"/>
                  <a:gd name="connsiteY0" fmla="*/ 0 h 1840084"/>
                  <a:gd name="connsiteX1" fmla="*/ 12192000 w 12192000"/>
                  <a:gd name="connsiteY1" fmla="*/ 0 h 1840084"/>
                  <a:gd name="connsiteX2" fmla="*/ 12192000 w 12192000"/>
                  <a:gd name="connsiteY2" fmla="*/ 1840084 h 1840084"/>
                  <a:gd name="connsiteX3" fmla="*/ 8334012 w 12192000"/>
                  <a:gd name="connsiteY3" fmla="*/ 1840084 h 1840084"/>
                  <a:gd name="connsiteX4" fmla="*/ 8328190 w 12192000"/>
                  <a:gd name="connsiteY4" fmla="*/ 1724791 h 1840084"/>
                  <a:gd name="connsiteX5" fmla="*/ 7341293 w 12192000"/>
                  <a:gd name="connsiteY5" fmla="*/ 78243 h 1840084"/>
                  <a:gd name="connsiteX6" fmla="*/ 0 w 12192000"/>
                  <a:gd name="connsiteY6" fmla="*/ 0 h 1840084"/>
                  <a:gd name="connsiteX7" fmla="*/ 4937383 w 12192000"/>
                  <a:gd name="connsiteY7" fmla="*/ 0 h 1840084"/>
                  <a:gd name="connsiteX8" fmla="*/ 4808592 w 12192000"/>
                  <a:gd name="connsiteY8" fmla="*/ 78243 h 1840084"/>
                  <a:gd name="connsiteX9" fmla="*/ 3821694 w 12192000"/>
                  <a:gd name="connsiteY9" fmla="*/ 1724791 h 1840084"/>
                  <a:gd name="connsiteX10" fmla="*/ 3815872 w 12192000"/>
                  <a:gd name="connsiteY10" fmla="*/ 1840084 h 1840084"/>
                  <a:gd name="connsiteX11" fmla="*/ 0 w 12192000"/>
                  <a:gd name="connsiteY11" fmla="*/ 1840084 h 184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79498" h="1840084">
                    <a:moveTo>
                      <a:pt x="0" y="0"/>
                    </a:moveTo>
                    <a:lnTo>
                      <a:pt x="4979498" y="0"/>
                    </a:lnTo>
                    <a:lnTo>
                      <a:pt x="4979498" y="1840084"/>
                    </a:lnTo>
                    <a:lnTo>
                      <a:pt x="1121510" y="1840084"/>
                    </a:lnTo>
                    <a:lnTo>
                      <a:pt x="1115688" y="1724791"/>
                    </a:lnTo>
                    <a:cubicBezTo>
                      <a:pt x="1046096" y="1039524"/>
                      <a:pt x="671021" y="444566"/>
                      <a:pt x="128791" y="78243"/>
                    </a:cubicBezTo>
                  </a:path>
                </a:pathLst>
              </a:custGeom>
              <a:gradFill flip="none" rotWithShape="1">
                <a:gsLst>
                  <a:gs pos="100000">
                    <a:schemeClr val="bg1">
                      <a:alpha val="0"/>
                    </a:schemeClr>
                  </a:gs>
                  <a:gs pos="3000">
                    <a:schemeClr val="accent2">
                      <a:alpha val="80000"/>
                    </a:schemeClr>
                  </a:gs>
                </a:gsLst>
                <a:lin ang="18900000" scaled="1"/>
                <a:tileRect/>
              </a:gradFill>
              <a:ln>
                <a:gradFill flip="none" rotWithShape="1">
                  <a:gsLst>
                    <a:gs pos="0">
                      <a:schemeClr val="accent2"/>
                    </a:gs>
                    <a:gs pos="44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219" name="任意多边形: 形状 218">
                <a:extLst>
                  <a:ext uri="{FF2B5EF4-FFF2-40B4-BE49-F238E27FC236}">
                    <a16:creationId xmlns:a16="http://schemas.microsoft.com/office/drawing/2014/main" id="{654CB35D-DFF9-8F4C-C398-E74F155A13A8}"/>
                  </a:ext>
                </a:extLst>
              </p:cNvPr>
              <p:cNvSpPr>
                <a:spLocks/>
              </p:cNvSpPr>
              <p:nvPr/>
            </p:nvSpPr>
            <p:spPr>
              <a:xfrm>
                <a:off x="0" y="1814687"/>
                <a:ext cx="4937383" cy="1840084"/>
              </a:xfrm>
              <a:custGeom>
                <a:avLst/>
                <a:gdLst>
                  <a:gd name="connsiteX0" fmla="*/ 7212502 w 12192000"/>
                  <a:gd name="connsiteY0" fmla="*/ 0 h 1840084"/>
                  <a:gd name="connsiteX1" fmla="*/ 12192000 w 12192000"/>
                  <a:gd name="connsiteY1" fmla="*/ 0 h 1840084"/>
                  <a:gd name="connsiteX2" fmla="*/ 12192000 w 12192000"/>
                  <a:gd name="connsiteY2" fmla="*/ 1840084 h 1840084"/>
                  <a:gd name="connsiteX3" fmla="*/ 8334012 w 12192000"/>
                  <a:gd name="connsiteY3" fmla="*/ 1840084 h 1840084"/>
                  <a:gd name="connsiteX4" fmla="*/ 8328190 w 12192000"/>
                  <a:gd name="connsiteY4" fmla="*/ 1724791 h 1840084"/>
                  <a:gd name="connsiteX5" fmla="*/ 7341293 w 12192000"/>
                  <a:gd name="connsiteY5" fmla="*/ 78243 h 1840084"/>
                  <a:gd name="connsiteX6" fmla="*/ 0 w 12192000"/>
                  <a:gd name="connsiteY6" fmla="*/ 0 h 1840084"/>
                  <a:gd name="connsiteX7" fmla="*/ 4937383 w 12192000"/>
                  <a:gd name="connsiteY7" fmla="*/ 0 h 1840084"/>
                  <a:gd name="connsiteX8" fmla="*/ 4808592 w 12192000"/>
                  <a:gd name="connsiteY8" fmla="*/ 78243 h 1840084"/>
                  <a:gd name="connsiteX9" fmla="*/ 3821694 w 12192000"/>
                  <a:gd name="connsiteY9" fmla="*/ 1724791 h 1840084"/>
                  <a:gd name="connsiteX10" fmla="*/ 3815872 w 12192000"/>
                  <a:gd name="connsiteY10" fmla="*/ 1840084 h 1840084"/>
                  <a:gd name="connsiteX11" fmla="*/ 0 w 12192000"/>
                  <a:gd name="connsiteY11" fmla="*/ 1840084 h 184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37383" h="1840084">
                    <a:moveTo>
                      <a:pt x="0" y="0"/>
                    </a:moveTo>
                    <a:lnTo>
                      <a:pt x="4937383" y="0"/>
                    </a:lnTo>
                    <a:lnTo>
                      <a:pt x="4808592" y="78243"/>
                    </a:lnTo>
                    <a:cubicBezTo>
                      <a:pt x="4266361" y="444566"/>
                      <a:pt x="3891287" y="1039524"/>
                      <a:pt x="3821694" y="1724791"/>
                    </a:cubicBezTo>
                    <a:lnTo>
                      <a:pt x="3815872" y="1840084"/>
                    </a:lnTo>
                    <a:lnTo>
                      <a:pt x="0" y="1840084"/>
                    </a:lnTo>
                  </a:path>
                </a:pathLst>
              </a:custGeom>
              <a:gradFill flip="none" rotWithShape="1">
                <a:gsLst>
                  <a:gs pos="100000">
                    <a:schemeClr val="bg1">
                      <a:alpha val="0"/>
                    </a:schemeClr>
                  </a:gs>
                  <a:gs pos="3000">
                    <a:schemeClr val="accent2">
                      <a:alpha val="80000"/>
                    </a:schemeClr>
                  </a:gs>
                </a:gsLst>
                <a:lin ang="13500000" scaled="1"/>
                <a:tileRect/>
              </a:gradFill>
              <a:ln>
                <a:gradFill flip="none" rotWithShape="1">
                  <a:gsLst>
                    <a:gs pos="0">
                      <a:schemeClr val="accent2"/>
                    </a:gs>
                    <a:gs pos="44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223" name="任意多边形: 形状 222">
                <a:extLst>
                  <a:ext uri="{FF2B5EF4-FFF2-40B4-BE49-F238E27FC236}">
                    <a16:creationId xmlns:a16="http://schemas.microsoft.com/office/drawing/2014/main" id="{7EC9330D-7DC5-7696-9A9E-9BF0559DBD4E}"/>
                  </a:ext>
                </a:extLst>
              </p:cNvPr>
              <p:cNvSpPr>
                <a:spLocks/>
              </p:cNvSpPr>
              <p:nvPr/>
            </p:nvSpPr>
            <p:spPr>
              <a:xfrm>
                <a:off x="7212502" y="3921474"/>
                <a:ext cx="4979498" cy="1805949"/>
              </a:xfrm>
              <a:custGeom>
                <a:avLst/>
                <a:gdLst>
                  <a:gd name="connsiteX0" fmla="*/ 8332289 w 12192000"/>
                  <a:gd name="connsiteY0" fmla="*/ 0 h 1805949"/>
                  <a:gd name="connsiteX1" fmla="*/ 12192000 w 12192000"/>
                  <a:gd name="connsiteY1" fmla="*/ 0 h 1805949"/>
                  <a:gd name="connsiteX2" fmla="*/ 12192000 w 12192000"/>
                  <a:gd name="connsiteY2" fmla="*/ 1805949 h 1805949"/>
                  <a:gd name="connsiteX3" fmla="*/ 7212502 w 12192000"/>
                  <a:gd name="connsiteY3" fmla="*/ 1805949 h 1805949"/>
                  <a:gd name="connsiteX4" fmla="*/ 7341293 w 12192000"/>
                  <a:gd name="connsiteY4" fmla="*/ 1727707 h 1805949"/>
                  <a:gd name="connsiteX5" fmla="*/ 8328190 w 12192000"/>
                  <a:gd name="connsiteY5" fmla="*/ 81158 h 1805949"/>
                  <a:gd name="connsiteX6" fmla="*/ 0 w 12192000"/>
                  <a:gd name="connsiteY6" fmla="*/ 0 h 1805949"/>
                  <a:gd name="connsiteX7" fmla="*/ 3817596 w 12192000"/>
                  <a:gd name="connsiteY7" fmla="*/ 0 h 1805949"/>
                  <a:gd name="connsiteX8" fmla="*/ 3821694 w 12192000"/>
                  <a:gd name="connsiteY8" fmla="*/ 81158 h 1805949"/>
                  <a:gd name="connsiteX9" fmla="*/ 4808592 w 12192000"/>
                  <a:gd name="connsiteY9" fmla="*/ 1727707 h 1805949"/>
                  <a:gd name="connsiteX10" fmla="*/ 4937383 w 12192000"/>
                  <a:gd name="connsiteY10" fmla="*/ 1805949 h 1805949"/>
                  <a:gd name="connsiteX11" fmla="*/ 0 w 12192000"/>
                  <a:gd name="connsiteY11" fmla="*/ 1805949 h 1805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79498" h="1805949">
                    <a:moveTo>
                      <a:pt x="1119787" y="0"/>
                    </a:moveTo>
                    <a:lnTo>
                      <a:pt x="4979498" y="0"/>
                    </a:lnTo>
                    <a:lnTo>
                      <a:pt x="4979498" y="1805949"/>
                    </a:lnTo>
                    <a:lnTo>
                      <a:pt x="0" y="1805949"/>
                    </a:lnTo>
                    <a:lnTo>
                      <a:pt x="128791" y="1727707"/>
                    </a:lnTo>
                    <a:cubicBezTo>
                      <a:pt x="671021" y="1361383"/>
                      <a:pt x="1046096" y="766425"/>
                      <a:pt x="1115688" y="81158"/>
                    </a:cubicBezTo>
                  </a:path>
                </a:pathLst>
              </a:custGeom>
              <a:gradFill flip="none" rotWithShape="1">
                <a:gsLst>
                  <a:gs pos="100000">
                    <a:schemeClr val="bg1">
                      <a:alpha val="0"/>
                    </a:schemeClr>
                  </a:gs>
                  <a:gs pos="3000">
                    <a:schemeClr val="accent2">
                      <a:alpha val="80000"/>
                    </a:schemeClr>
                  </a:gs>
                </a:gsLst>
                <a:lin ang="2700000" scaled="1"/>
                <a:tileRect/>
              </a:gradFill>
              <a:ln>
                <a:gradFill flip="none" rotWithShape="1">
                  <a:gsLst>
                    <a:gs pos="0">
                      <a:schemeClr val="accent2"/>
                    </a:gs>
                    <a:gs pos="44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227" name="任意多边形: 形状 226">
                <a:extLst>
                  <a:ext uri="{FF2B5EF4-FFF2-40B4-BE49-F238E27FC236}">
                    <a16:creationId xmlns:a16="http://schemas.microsoft.com/office/drawing/2014/main" id="{7EC9330D-7DC5-7696-9A9E-9BF0559DBD4E}"/>
                  </a:ext>
                </a:extLst>
              </p:cNvPr>
              <p:cNvSpPr>
                <a:spLocks/>
              </p:cNvSpPr>
              <p:nvPr/>
            </p:nvSpPr>
            <p:spPr>
              <a:xfrm>
                <a:off x="0" y="3921474"/>
                <a:ext cx="4937383" cy="1805949"/>
              </a:xfrm>
              <a:custGeom>
                <a:avLst/>
                <a:gdLst>
                  <a:gd name="connsiteX0" fmla="*/ 8332289 w 12192000"/>
                  <a:gd name="connsiteY0" fmla="*/ 0 h 1805949"/>
                  <a:gd name="connsiteX1" fmla="*/ 12192000 w 12192000"/>
                  <a:gd name="connsiteY1" fmla="*/ 0 h 1805949"/>
                  <a:gd name="connsiteX2" fmla="*/ 12192000 w 12192000"/>
                  <a:gd name="connsiteY2" fmla="*/ 1805949 h 1805949"/>
                  <a:gd name="connsiteX3" fmla="*/ 7212502 w 12192000"/>
                  <a:gd name="connsiteY3" fmla="*/ 1805949 h 1805949"/>
                  <a:gd name="connsiteX4" fmla="*/ 7341293 w 12192000"/>
                  <a:gd name="connsiteY4" fmla="*/ 1727707 h 1805949"/>
                  <a:gd name="connsiteX5" fmla="*/ 8328190 w 12192000"/>
                  <a:gd name="connsiteY5" fmla="*/ 81158 h 1805949"/>
                  <a:gd name="connsiteX6" fmla="*/ 0 w 12192000"/>
                  <a:gd name="connsiteY6" fmla="*/ 0 h 1805949"/>
                  <a:gd name="connsiteX7" fmla="*/ 3817596 w 12192000"/>
                  <a:gd name="connsiteY7" fmla="*/ 0 h 1805949"/>
                  <a:gd name="connsiteX8" fmla="*/ 3821694 w 12192000"/>
                  <a:gd name="connsiteY8" fmla="*/ 81158 h 1805949"/>
                  <a:gd name="connsiteX9" fmla="*/ 4808592 w 12192000"/>
                  <a:gd name="connsiteY9" fmla="*/ 1727707 h 1805949"/>
                  <a:gd name="connsiteX10" fmla="*/ 4937383 w 12192000"/>
                  <a:gd name="connsiteY10" fmla="*/ 1805949 h 1805949"/>
                  <a:gd name="connsiteX11" fmla="*/ 0 w 12192000"/>
                  <a:gd name="connsiteY11" fmla="*/ 1805949 h 1805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37383" h="1805949">
                    <a:moveTo>
                      <a:pt x="0" y="0"/>
                    </a:moveTo>
                    <a:lnTo>
                      <a:pt x="3817596" y="0"/>
                    </a:lnTo>
                    <a:lnTo>
                      <a:pt x="3821694" y="81158"/>
                    </a:lnTo>
                    <a:cubicBezTo>
                      <a:pt x="3891287" y="766425"/>
                      <a:pt x="4266361" y="1361383"/>
                      <a:pt x="4808592" y="1727707"/>
                    </a:cubicBezTo>
                    <a:lnTo>
                      <a:pt x="4937383" y="1805949"/>
                    </a:lnTo>
                    <a:lnTo>
                      <a:pt x="0" y="1805949"/>
                    </a:lnTo>
                  </a:path>
                </a:pathLst>
              </a:custGeom>
              <a:gradFill flip="none" rotWithShape="1">
                <a:gsLst>
                  <a:gs pos="100000">
                    <a:schemeClr val="bg1">
                      <a:alpha val="0"/>
                    </a:schemeClr>
                  </a:gs>
                  <a:gs pos="3000">
                    <a:schemeClr val="accent2">
                      <a:alpha val="80000"/>
                    </a:schemeClr>
                  </a:gs>
                </a:gsLst>
                <a:lin ang="8100000" scaled="1"/>
                <a:tileRect/>
              </a:gradFill>
              <a:ln>
                <a:gradFill flip="none" rotWithShape="1">
                  <a:gsLst>
                    <a:gs pos="0">
                      <a:schemeClr val="accent2"/>
                    </a:gs>
                    <a:gs pos="44000">
                      <a:schemeClr val="bg1">
                        <a:alpha val="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nvGrpSpPr>
              <p:cNvPr id="235" name="组合 234">
                <a:extLst>
                  <a:ext uri="{FF2B5EF4-FFF2-40B4-BE49-F238E27FC236}">
                    <a16:creationId xmlns:a16="http://schemas.microsoft.com/office/drawing/2014/main" id="{D8DABC48-1686-8B0E-B74C-3237BD874671}"/>
                  </a:ext>
                </a:extLst>
              </p:cNvPr>
              <p:cNvGrpSpPr/>
              <p:nvPr/>
            </p:nvGrpSpPr>
            <p:grpSpPr>
              <a:xfrm>
                <a:off x="660401" y="2007512"/>
                <a:ext cx="3124200" cy="1695450"/>
                <a:chOff x="2382345" y="9926043"/>
                <a:chExt cx="1623220" cy="1177432"/>
              </a:xfrm>
            </p:grpSpPr>
            <p:sp>
              <p:nvSpPr>
                <p:cNvPr id="229" name="Bullet1">
                  <a:extLst>
                    <a:ext uri="{FF2B5EF4-FFF2-40B4-BE49-F238E27FC236}">
                      <a16:creationId xmlns:a16="http://schemas.microsoft.com/office/drawing/2014/main" id="{E60F1C13-A17F-63DB-2874-6398EA787F4B}"/>
                    </a:ext>
                  </a:extLst>
                </p:cNvPr>
                <p:cNvSpPr txBox="1">
                  <a:spLocks/>
                </p:cNvSpPr>
                <p:nvPr/>
              </p:nvSpPr>
              <p:spPr bwMode="auto">
                <a:xfrm>
                  <a:off x="2382345" y="9926043"/>
                  <a:ext cx="162322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eaLnBrk="1" hangingPunct="1">
                    <a:spcBef>
                      <a:spcPct val="0"/>
                    </a:spcBef>
                  </a:pPr>
                  <a:r>
                    <a:rPr lang="zh-CN" altLang="en-US" sz="2000" b="1" dirty="0"/>
                    <a:t>语音识别技术</a:t>
                  </a:r>
                </a:p>
              </p:txBody>
            </p:sp>
            <p:sp>
              <p:nvSpPr>
                <p:cNvPr id="234" name="Text1">
                  <a:extLst>
                    <a:ext uri="{FF2B5EF4-FFF2-40B4-BE49-F238E27FC236}">
                      <a16:creationId xmlns:a16="http://schemas.microsoft.com/office/drawing/2014/main" id="{CD31AFCE-E961-268E-EC3D-D65465C43FD3}"/>
                    </a:ext>
                  </a:extLst>
                </p:cNvPr>
                <p:cNvSpPr>
                  <a:spLocks/>
                </p:cNvSpPr>
                <p:nvPr/>
              </p:nvSpPr>
              <p:spPr bwMode="auto">
                <a:xfrm>
                  <a:off x="2382345" y="10453719"/>
                  <a:ext cx="1623220" cy="649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pPr>
                  <a:r>
                    <a:rPr lang="zh-CN" altLang="en-US" sz="1400" dirty="0"/>
                    <a:t>本产品采用先进的语音识别技术，能够实现高准确率的语音转文字，支持多语言识别。</a:t>
                  </a:r>
                </a:p>
              </p:txBody>
            </p:sp>
          </p:grpSp>
          <p:grpSp>
            <p:nvGrpSpPr>
              <p:cNvPr id="236" name="组合 235">
                <a:extLst>
                  <a:ext uri="{FF2B5EF4-FFF2-40B4-BE49-F238E27FC236}">
                    <a16:creationId xmlns:a16="http://schemas.microsoft.com/office/drawing/2014/main" id="{EEEDE2E0-C7DC-FBE7-70D2-19713F837E10}"/>
                  </a:ext>
                </a:extLst>
              </p:cNvPr>
              <p:cNvGrpSpPr/>
              <p:nvPr/>
            </p:nvGrpSpPr>
            <p:grpSpPr>
              <a:xfrm>
                <a:off x="660401" y="3981454"/>
                <a:ext cx="3124200" cy="1695450"/>
                <a:chOff x="2382345" y="9926043"/>
                <a:chExt cx="1623220" cy="1177432"/>
              </a:xfrm>
            </p:grpSpPr>
            <p:sp>
              <p:nvSpPr>
                <p:cNvPr id="238" name="Bullet1">
                  <a:extLst>
                    <a:ext uri="{FF2B5EF4-FFF2-40B4-BE49-F238E27FC236}">
                      <a16:creationId xmlns:a16="http://schemas.microsoft.com/office/drawing/2014/main" id="{9E7A2B6E-BD7D-A31B-9976-2BDC06B825E3}"/>
                    </a:ext>
                  </a:extLst>
                </p:cNvPr>
                <p:cNvSpPr txBox="1">
                  <a:spLocks/>
                </p:cNvSpPr>
                <p:nvPr/>
              </p:nvSpPr>
              <p:spPr bwMode="auto">
                <a:xfrm>
                  <a:off x="2382345" y="9926043"/>
                  <a:ext cx="162322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eaLnBrk="1" hangingPunct="1">
                    <a:spcBef>
                      <a:spcPct val="0"/>
                    </a:spcBef>
                  </a:pPr>
                  <a:r>
                    <a:rPr lang="zh-CN" altLang="en-US" sz="2000" b="1" dirty="0"/>
                    <a:t>智能语音助手</a:t>
                  </a:r>
                </a:p>
              </p:txBody>
            </p:sp>
            <p:sp>
              <p:nvSpPr>
                <p:cNvPr id="241" name="Text1">
                  <a:extLst>
                    <a:ext uri="{FF2B5EF4-FFF2-40B4-BE49-F238E27FC236}">
                      <a16:creationId xmlns:a16="http://schemas.microsoft.com/office/drawing/2014/main" id="{CB70926A-F491-B548-DE9A-51D0B260E5EE}"/>
                    </a:ext>
                  </a:extLst>
                </p:cNvPr>
                <p:cNvSpPr>
                  <a:spLocks/>
                </p:cNvSpPr>
                <p:nvPr/>
              </p:nvSpPr>
              <p:spPr bwMode="auto">
                <a:xfrm>
                  <a:off x="2382345" y="10453719"/>
                  <a:ext cx="1623220" cy="649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pPr>
                  <a:r>
                    <a:rPr lang="zh-CN" altLang="en-US" sz="1400" dirty="0"/>
                    <a:t>智能语音助手功能丰富，可进行语音指令控制、信息查询、日程管理等，提供便捷的交互体验。</a:t>
                  </a:r>
                </a:p>
              </p:txBody>
            </p:sp>
          </p:grpSp>
          <p:grpSp>
            <p:nvGrpSpPr>
              <p:cNvPr id="243" name="组合 242">
                <a:extLst>
                  <a:ext uri="{FF2B5EF4-FFF2-40B4-BE49-F238E27FC236}">
                    <a16:creationId xmlns:a16="http://schemas.microsoft.com/office/drawing/2014/main" id="{E2E62CED-C9EC-2C20-3613-FD074F8A1736}"/>
                  </a:ext>
                </a:extLst>
              </p:cNvPr>
              <p:cNvGrpSpPr/>
              <p:nvPr/>
            </p:nvGrpSpPr>
            <p:grpSpPr>
              <a:xfrm>
                <a:off x="8394700" y="2007512"/>
                <a:ext cx="3124200" cy="1695450"/>
                <a:chOff x="2382345" y="9926043"/>
                <a:chExt cx="1623220" cy="1177432"/>
              </a:xfrm>
            </p:grpSpPr>
            <p:sp>
              <p:nvSpPr>
                <p:cNvPr id="244" name="Bullet1">
                  <a:extLst>
                    <a:ext uri="{FF2B5EF4-FFF2-40B4-BE49-F238E27FC236}">
                      <a16:creationId xmlns:a16="http://schemas.microsoft.com/office/drawing/2014/main" id="{D0DD6275-207E-F2C4-E5D3-695AAB157B2A}"/>
                    </a:ext>
                  </a:extLst>
                </p:cNvPr>
                <p:cNvSpPr txBox="1">
                  <a:spLocks/>
                </p:cNvSpPr>
                <p:nvPr/>
              </p:nvSpPr>
              <p:spPr bwMode="auto">
                <a:xfrm>
                  <a:off x="2382345" y="9926043"/>
                  <a:ext cx="162322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r" eaLnBrk="1" hangingPunct="1">
                    <a:spcBef>
                      <a:spcPct val="0"/>
                    </a:spcBef>
                  </a:pPr>
                  <a:r>
                    <a:rPr lang="zh-CN" altLang="en-US" sz="2000" b="1" dirty="0"/>
                    <a:t>图像识别解析</a:t>
                  </a:r>
                </a:p>
              </p:txBody>
            </p:sp>
            <p:sp>
              <p:nvSpPr>
                <p:cNvPr id="245" name="Text1">
                  <a:extLst>
                    <a:ext uri="{FF2B5EF4-FFF2-40B4-BE49-F238E27FC236}">
                      <a16:creationId xmlns:a16="http://schemas.microsoft.com/office/drawing/2014/main" id="{FAAB90D8-BD1B-F18D-0045-83EE01D1688D}"/>
                    </a:ext>
                  </a:extLst>
                </p:cNvPr>
                <p:cNvSpPr>
                  <a:spLocks/>
                </p:cNvSpPr>
                <p:nvPr/>
              </p:nvSpPr>
              <p:spPr bwMode="auto">
                <a:xfrm>
                  <a:off x="2382345" y="10453719"/>
                  <a:ext cx="1623220" cy="649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r">
                    <a:lnSpc>
                      <a:spcPct val="120000"/>
                    </a:lnSpc>
                  </a:pPr>
                  <a:r>
                    <a:rPr lang="zh-CN" altLang="en-US" sz="1400" dirty="0"/>
                    <a:t>产品内置强大的图像识别解析功能，可快速识别图像中的物体、场景和文字，助力智能分析。</a:t>
                  </a:r>
                </a:p>
              </p:txBody>
            </p:sp>
          </p:grpSp>
          <p:grpSp>
            <p:nvGrpSpPr>
              <p:cNvPr id="246" name="组合 245">
                <a:extLst>
                  <a:ext uri="{FF2B5EF4-FFF2-40B4-BE49-F238E27FC236}">
                    <a16:creationId xmlns:a16="http://schemas.microsoft.com/office/drawing/2014/main" id="{93503597-9A28-99AB-950C-C8A423165510}"/>
                  </a:ext>
                </a:extLst>
              </p:cNvPr>
              <p:cNvGrpSpPr/>
              <p:nvPr/>
            </p:nvGrpSpPr>
            <p:grpSpPr>
              <a:xfrm>
                <a:off x="8394700" y="3981454"/>
                <a:ext cx="3124200" cy="1695450"/>
                <a:chOff x="2382345" y="9926043"/>
                <a:chExt cx="1623220" cy="1177432"/>
              </a:xfrm>
            </p:grpSpPr>
            <p:sp>
              <p:nvSpPr>
                <p:cNvPr id="247" name="Bullet1">
                  <a:extLst>
                    <a:ext uri="{FF2B5EF4-FFF2-40B4-BE49-F238E27FC236}">
                      <a16:creationId xmlns:a16="http://schemas.microsoft.com/office/drawing/2014/main" id="{1E9D2085-60D2-FC0B-2AE0-107799C1F18A}"/>
                    </a:ext>
                  </a:extLst>
                </p:cNvPr>
                <p:cNvSpPr txBox="1">
                  <a:spLocks/>
                </p:cNvSpPr>
                <p:nvPr/>
              </p:nvSpPr>
              <p:spPr bwMode="auto">
                <a:xfrm>
                  <a:off x="2382345" y="9926043"/>
                  <a:ext cx="162322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r" eaLnBrk="1" hangingPunct="1">
                    <a:spcBef>
                      <a:spcPct val="0"/>
                    </a:spcBef>
                  </a:pPr>
                  <a:r>
                    <a:rPr lang="zh-CN" altLang="en-US" sz="2000" b="1" dirty="0"/>
                    <a:t>语音合成技术</a:t>
                  </a:r>
                </a:p>
              </p:txBody>
            </p:sp>
            <p:sp>
              <p:nvSpPr>
                <p:cNvPr id="249" name="Text1">
                  <a:extLst>
                    <a:ext uri="{FF2B5EF4-FFF2-40B4-BE49-F238E27FC236}">
                      <a16:creationId xmlns:a16="http://schemas.microsoft.com/office/drawing/2014/main" id="{0CAD6BFA-6DED-AA71-474A-FC09F4BEEB1F}"/>
                    </a:ext>
                  </a:extLst>
                </p:cNvPr>
                <p:cNvSpPr>
                  <a:spLocks/>
                </p:cNvSpPr>
                <p:nvPr/>
              </p:nvSpPr>
              <p:spPr bwMode="auto">
                <a:xfrm>
                  <a:off x="2382345" y="10453719"/>
                  <a:ext cx="1623220" cy="649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r">
                    <a:lnSpc>
                      <a:spcPct val="120000"/>
                    </a:lnSpc>
                  </a:pPr>
                  <a:r>
                    <a:rPr lang="zh-CN" altLang="en-US" sz="1400" dirty="0"/>
                    <a:t>采用业界领先的语音合成技术，实现自然流畅的语音输出，支持个性化语音定制。</a:t>
                  </a:r>
                </a:p>
              </p:txBody>
            </p:sp>
          </p:grpSp>
        </p:grpSp>
        <p:grpSp>
          <p:nvGrpSpPr>
            <p:cNvPr id="253" name="组合 252">
              <a:extLst>
                <a:ext uri="{FF2B5EF4-FFF2-40B4-BE49-F238E27FC236}">
                  <a16:creationId xmlns:a16="http://schemas.microsoft.com/office/drawing/2014/main" id="{EAA33564-21C6-9FEB-60BF-ADE6E74ED64A}"/>
                </a:ext>
              </a:extLst>
            </p:cNvPr>
            <p:cNvGrpSpPr/>
            <p:nvPr/>
          </p:nvGrpSpPr>
          <p:grpSpPr>
            <a:xfrm>
              <a:off x="3494104" y="1099670"/>
              <a:ext cx="5241074" cy="4791580"/>
              <a:chOff x="3494104" y="1099670"/>
              <a:chExt cx="5241074" cy="4791580"/>
            </a:xfrm>
          </p:grpSpPr>
          <p:sp>
            <p:nvSpPr>
              <p:cNvPr id="51" name="îṣlíḍe">
                <a:extLst>
                  <a:ext uri="{FF2B5EF4-FFF2-40B4-BE49-F238E27FC236}">
                    <a16:creationId xmlns:a16="http://schemas.microsoft.com/office/drawing/2014/main" id="{A3830192-2D06-E802-781D-59462669A4F7}"/>
                  </a:ext>
                </a:extLst>
              </p:cNvPr>
              <p:cNvSpPr/>
              <p:nvPr/>
            </p:nvSpPr>
            <p:spPr>
              <a:xfrm>
                <a:off x="3494104" y="1201666"/>
                <a:ext cx="5241074" cy="4629463"/>
              </a:xfrm>
              <a:prstGeom prst="ellipse">
                <a:avLst/>
              </a:prstGeom>
              <a:gradFill flip="none" rotWithShape="1">
                <a:gsLst>
                  <a:gs pos="66000">
                    <a:schemeClr val="accent1">
                      <a:lumMod val="50000"/>
                    </a:schemeClr>
                  </a:gs>
                  <a:gs pos="100000">
                    <a:schemeClr val="accent2"/>
                  </a:gs>
                </a:gsLst>
                <a:lin ang="16800000" scaled="0"/>
                <a:tileRect/>
              </a:gradFill>
              <a:ln w="15875">
                <a:noFill/>
              </a:ln>
              <a:effectLst>
                <a:softEdge rad="533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2" name="íś1íḍè">
                <a:extLst>
                  <a:ext uri="{FF2B5EF4-FFF2-40B4-BE49-F238E27FC236}">
                    <a16:creationId xmlns:a16="http://schemas.microsoft.com/office/drawing/2014/main" id="{6F2FB9E3-9230-4DE6-8460-E7B1620AB700}"/>
                  </a:ext>
                </a:extLst>
              </p:cNvPr>
              <p:cNvSpPr/>
              <p:nvPr/>
            </p:nvSpPr>
            <p:spPr>
              <a:xfrm>
                <a:off x="3935546" y="1099670"/>
                <a:ext cx="4301366" cy="4207869"/>
              </a:xfrm>
              <a:prstGeom prst="ellipse">
                <a:avLst/>
              </a:prstGeom>
              <a:gradFill flip="none" rotWithShape="1">
                <a:gsLst>
                  <a:gs pos="69000">
                    <a:schemeClr val="accent2"/>
                  </a:gs>
                  <a:gs pos="0">
                    <a:schemeClr val="accent1">
                      <a:lumMod val="50000"/>
                    </a:schemeClr>
                  </a:gs>
                </a:gsLst>
                <a:lin ang="16800000" scaled="0"/>
                <a:tileRect/>
              </a:gradFill>
              <a:ln w="15875">
                <a:noFill/>
              </a:ln>
              <a:effectLst>
                <a:softEdge rad="533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8" name="î$lïḓé">
                <a:extLst>
                  <a:ext uri="{FF2B5EF4-FFF2-40B4-BE49-F238E27FC236}">
                    <a16:creationId xmlns:a16="http://schemas.microsoft.com/office/drawing/2014/main" id="{99CD7877-64E9-B44F-236B-4798CAE3B799}"/>
                  </a:ext>
                </a:extLst>
              </p:cNvPr>
              <p:cNvSpPr/>
              <p:nvPr/>
            </p:nvSpPr>
            <p:spPr>
              <a:xfrm>
                <a:off x="4023473" y="1719586"/>
                <a:ext cx="4102938" cy="4102938"/>
              </a:xfrm>
              <a:prstGeom prst="ellipse">
                <a:avLst/>
              </a:prstGeom>
              <a:gradFill>
                <a:gsLst>
                  <a:gs pos="69000">
                    <a:schemeClr val="bg1"/>
                  </a:gs>
                  <a:gs pos="0">
                    <a:schemeClr val="bg1"/>
                  </a:gs>
                  <a:gs pos="23000">
                    <a:schemeClr val="bg1">
                      <a:alpha val="8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39" name="íśľïḍê">
                <a:extLst>
                  <a:ext uri="{FF2B5EF4-FFF2-40B4-BE49-F238E27FC236}">
                    <a16:creationId xmlns:a16="http://schemas.microsoft.com/office/drawing/2014/main" id="{E7767AD4-54B1-5B0A-86EE-4B5995410A59}"/>
                  </a:ext>
                </a:extLst>
              </p:cNvPr>
              <p:cNvSpPr/>
              <p:nvPr/>
            </p:nvSpPr>
            <p:spPr>
              <a:xfrm>
                <a:off x="4340494" y="2031671"/>
                <a:ext cx="3530061" cy="3530061"/>
              </a:xfrm>
              <a:prstGeom prst="arc">
                <a:avLst>
                  <a:gd name="adj1" fmla="val 7461053"/>
                  <a:gd name="adj2" fmla="val 3634105"/>
                </a:avLst>
              </a:prstGeom>
              <a:noFill/>
              <a:ln w="330200" cap="rnd">
                <a:solidFill>
                  <a:schemeClr val="accent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0" name="ïSḻidé">
                <a:extLst>
                  <a:ext uri="{FF2B5EF4-FFF2-40B4-BE49-F238E27FC236}">
                    <a16:creationId xmlns:a16="http://schemas.microsoft.com/office/drawing/2014/main" id="{EA19CFF6-782D-D7B7-72F7-930F73367564}"/>
                  </a:ext>
                </a:extLst>
              </p:cNvPr>
              <p:cNvSpPr/>
              <p:nvPr/>
            </p:nvSpPr>
            <p:spPr>
              <a:xfrm>
                <a:off x="4657553" y="2342653"/>
                <a:ext cx="2876894" cy="2876894"/>
              </a:xfrm>
              <a:prstGeom prst="ellipse">
                <a:avLst/>
              </a:prstGeom>
              <a:gradFill flip="none" rotWithShape="1">
                <a:gsLst>
                  <a:gs pos="47000">
                    <a:schemeClr val="accent1">
                      <a:lumMod val="50000"/>
                      <a:alpha val="0"/>
                    </a:schemeClr>
                  </a:gs>
                  <a:gs pos="94000">
                    <a:schemeClr val="accent1">
                      <a:lumMod val="50000"/>
                      <a:alpha val="50000"/>
                    </a:schemeClr>
                  </a:gs>
                </a:gsLst>
                <a:path path="shape">
                  <a:fillToRect l="50000" t="50000" r="50000" b="50000"/>
                </a:path>
                <a:tileRect/>
              </a:gradFill>
              <a:ln w="15875">
                <a:gradFill>
                  <a:gsLst>
                    <a:gs pos="0">
                      <a:schemeClr val="accent2"/>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6" name="íṥḷíḋê">
                <a:extLst>
                  <a:ext uri="{FF2B5EF4-FFF2-40B4-BE49-F238E27FC236}">
                    <a16:creationId xmlns:a16="http://schemas.microsoft.com/office/drawing/2014/main" id="{95ED8D9A-5DCF-FC59-5FEF-C540ED3BDD19}"/>
                  </a:ext>
                </a:extLst>
              </p:cNvPr>
              <p:cNvSpPr/>
              <p:nvPr/>
            </p:nvSpPr>
            <p:spPr>
              <a:xfrm>
                <a:off x="4008941" y="1732716"/>
                <a:ext cx="4158534" cy="4158534"/>
              </a:xfrm>
              <a:prstGeom prst="arc">
                <a:avLst>
                  <a:gd name="adj1" fmla="val 7613423"/>
                  <a:gd name="adj2" fmla="val 3711087"/>
                </a:avLst>
              </a:prstGeom>
              <a:noFill/>
              <a:ln w="25400">
                <a:gradFill flip="none" rotWithShape="1">
                  <a:gsLst>
                    <a:gs pos="0">
                      <a:schemeClr val="accent2"/>
                    </a:gs>
                    <a:gs pos="59000">
                      <a:schemeClr val="accent1"/>
                    </a:gs>
                    <a:gs pos="100000">
                      <a:schemeClr val="accent1">
                        <a:alpha val="0"/>
                      </a:schemeClr>
                    </a:gs>
                  </a:gsLst>
                  <a:lin ang="54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a:extLst>
                <a:ext uri="{FF2B5EF4-FFF2-40B4-BE49-F238E27FC236}">
                  <a16:creationId xmlns:a16="http://schemas.microsoft.com/office/drawing/2014/main" id="{E00990FE-CD66-83EA-67C1-41C94D72C8B0}"/>
                </a:ext>
              </a:extLst>
            </p:cNvPr>
            <p:cNvSpPr/>
            <p:nvPr/>
          </p:nvSpPr>
          <p:spPr>
            <a:xfrm>
              <a:off x="4329894" y="1892004"/>
              <a:ext cx="3490098" cy="3729526"/>
            </a:xfrm>
            <a:prstGeom prst="rect">
              <a:avLst/>
            </a:pr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651604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FC5EB2-CBB4-C7B2-B1A1-A24958692238}"/>
              </a:ext>
            </a:extLst>
          </p:cNvPr>
          <p:cNvSpPr>
            <a:spLocks noGrp="1"/>
          </p:cNvSpPr>
          <p:nvPr>
            <p:ph type="title"/>
          </p:nvPr>
        </p:nvSpPr>
        <p:spPr/>
        <p:txBody>
          <a:bodyPr/>
          <a:lstStyle/>
          <a:p>
            <a:r>
              <a:rPr lang="zh-CN" altLang="en-US"/>
              <a:t>自然语言处理</a:t>
            </a:r>
          </a:p>
        </p:txBody>
      </p:sp>
      <p:grpSp>
        <p:nvGrpSpPr>
          <p:cNvPr id="24" name="组合 23">
            <a:extLst>
              <a:ext uri="{FF2B5EF4-FFF2-40B4-BE49-F238E27FC236}">
                <a16:creationId xmlns:a16="http://schemas.microsoft.com/office/drawing/2014/main" id="{CCED8AE4-0E00-DFEA-385F-673C2B44B504}"/>
              </a:ext>
            </a:extLst>
          </p:cNvPr>
          <p:cNvGrpSpPr/>
          <p:nvPr/>
        </p:nvGrpSpPr>
        <p:grpSpPr>
          <a:xfrm>
            <a:off x="772628" y="1130300"/>
            <a:ext cx="10637555" cy="5003800"/>
            <a:chOff x="772628" y="1130300"/>
            <a:chExt cx="10637555" cy="5003800"/>
          </a:xfrm>
        </p:grpSpPr>
        <p:grpSp>
          <p:nvGrpSpPr>
            <p:cNvPr id="39" name="组合 38">
              <a:extLst>
                <a:ext uri="{FF2B5EF4-FFF2-40B4-BE49-F238E27FC236}">
                  <a16:creationId xmlns:a16="http://schemas.microsoft.com/office/drawing/2014/main" id="{49954C1A-AA56-3F4D-B68B-69C7113F74BB}"/>
                </a:ext>
              </a:extLst>
            </p:cNvPr>
            <p:cNvGrpSpPr/>
            <p:nvPr/>
          </p:nvGrpSpPr>
          <p:grpSpPr>
            <a:xfrm>
              <a:off x="772628" y="1654692"/>
              <a:ext cx="4029424" cy="4317272"/>
              <a:chOff x="1345840" y="2118460"/>
              <a:chExt cx="3434542" cy="3679895"/>
            </a:xfrm>
          </p:grpSpPr>
          <p:sp>
            <p:nvSpPr>
              <p:cNvPr id="4" name="任意多边形 66">
                <a:extLst>
                  <a:ext uri="{FF2B5EF4-FFF2-40B4-BE49-F238E27FC236}">
                    <a16:creationId xmlns:a16="http://schemas.microsoft.com/office/drawing/2014/main" id="{35788CF3-602D-1989-2769-8B1858377023}"/>
                  </a:ext>
                </a:extLst>
              </p:cNvPr>
              <p:cNvSpPr/>
              <p:nvPr/>
            </p:nvSpPr>
            <p:spPr>
              <a:xfrm>
                <a:off x="2799350" y="2669476"/>
                <a:ext cx="1021302" cy="2471461"/>
              </a:xfrm>
              <a:custGeom>
                <a:avLst/>
                <a:gdLst>
                  <a:gd name="connsiteX0" fmla="*/ 1405 w 916051"/>
                  <a:gd name="connsiteY0" fmla="*/ 2129005 h 2216762"/>
                  <a:gd name="connsiteX1" fmla="*/ 402916 w 916051"/>
                  <a:gd name="connsiteY1" fmla="*/ 2167498 h 2216762"/>
                  <a:gd name="connsiteX2" fmla="*/ 534974 w 916051"/>
                  <a:gd name="connsiteY2" fmla="*/ 1786217 h 2216762"/>
                  <a:gd name="connsiteX3" fmla="*/ 869613 w 916051"/>
                  <a:gd name="connsiteY3" fmla="*/ 1664836 h 2216762"/>
                  <a:gd name="connsiteX4" fmla="*/ 770992 w 916051"/>
                  <a:gd name="connsiteY4" fmla="*/ 1299852 h 2216762"/>
                  <a:gd name="connsiteX5" fmla="*/ 895463 w 916051"/>
                  <a:gd name="connsiteY5" fmla="*/ 845799 h 2216762"/>
                  <a:gd name="connsiteX6" fmla="*/ 522611 w 916051"/>
                  <a:gd name="connsiteY6" fmla="*/ 558645 h 2216762"/>
                  <a:gd name="connsiteX7" fmla="*/ 537784 w 916051"/>
                  <a:gd name="connsiteY7" fmla="*/ 125665 h 2216762"/>
                  <a:gd name="connsiteX8" fmla="*/ 0 w 916051"/>
                  <a:gd name="connsiteY8" fmla="*/ 102625 h 2216762"/>
                  <a:gd name="connsiteX9" fmla="*/ 1405 w 916051"/>
                  <a:gd name="connsiteY9" fmla="*/ 2129005 h 2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6051" h="2216762">
                    <a:moveTo>
                      <a:pt x="1405" y="2129005"/>
                    </a:moveTo>
                    <a:cubicBezTo>
                      <a:pt x="106208" y="2229031"/>
                      <a:pt x="280974" y="2245889"/>
                      <a:pt x="402916" y="2167498"/>
                    </a:cubicBezTo>
                    <a:cubicBezTo>
                      <a:pt x="524859" y="2089106"/>
                      <a:pt x="582177" y="1923332"/>
                      <a:pt x="534974" y="1786217"/>
                    </a:cubicBezTo>
                    <a:cubicBezTo>
                      <a:pt x="664784" y="1771325"/>
                      <a:pt x="799089" y="1774978"/>
                      <a:pt x="869613" y="1664836"/>
                    </a:cubicBezTo>
                    <a:cubicBezTo>
                      <a:pt x="940138" y="1554695"/>
                      <a:pt x="899677" y="1323173"/>
                      <a:pt x="770992" y="1299852"/>
                    </a:cubicBezTo>
                    <a:cubicBezTo>
                      <a:pt x="896868" y="1191116"/>
                      <a:pt x="948286" y="1003706"/>
                      <a:pt x="895463" y="845799"/>
                    </a:cubicBezTo>
                    <a:cubicBezTo>
                      <a:pt x="842640" y="687892"/>
                      <a:pt x="688666" y="569321"/>
                      <a:pt x="522611" y="558645"/>
                    </a:cubicBezTo>
                    <a:cubicBezTo>
                      <a:pt x="643149" y="451313"/>
                      <a:pt x="631629" y="256879"/>
                      <a:pt x="537784" y="125665"/>
                    </a:cubicBezTo>
                    <a:cubicBezTo>
                      <a:pt x="404883" y="-60059"/>
                      <a:pt x="110142" y="-15665"/>
                      <a:pt x="0" y="102625"/>
                    </a:cubicBezTo>
                    <a:lnTo>
                      <a:pt x="1405" y="2129005"/>
                    </a:lnTo>
                    <a:close/>
                  </a:path>
                </a:pathLst>
              </a:custGeom>
              <a:gradFill>
                <a:gsLst>
                  <a:gs pos="68000">
                    <a:schemeClr val="accent2"/>
                  </a:gs>
                  <a:gs pos="22000">
                    <a:schemeClr val="accent2">
                      <a:lumMod val="60000"/>
                      <a:lumOff val="40000"/>
                    </a:schemeClr>
                  </a:gs>
                </a:gsLst>
                <a:lin ang="27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p>
                <a:pPr algn="ctr"/>
                <a:endParaRPr lang="zh-CN" altLang="en-US" sz="2000" b="1">
                  <a:solidFill>
                    <a:schemeClr val="lt1"/>
                  </a:solidFill>
                </a:endParaRPr>
              </a:p>
            </p:txBody>
          </p:sp>
          <p:sp>
            <p:nvSpPr>
              <p:cNvPr id="5" name="任意多边形 67">
                <a:extLst>
                  <a:ext uri="{FF2B5EF4-FFF2-40B4-BE49-F238E27FC236}">
                    <a16:creationId xmlns:a16="http://schemas.microsoft.com/office/drawing/2014/main" id="{EF1E8787-2A24-DE9D-5E41-3F488104BAB4}"/>
                  </a:ext>
                </a:extLst>
              </p:cNvPr>
              <p:cNvSpPr/>
              <p:nvPr/>
            </p:nvSpPr>
            <p:spPr>
              <a:xfrm>
                <a:off x="2799350" y="2669476"/>
                <a:ext cx="1021302" cy="2471461"/>
              </a:xfrm>
              <a:custGeom>
                <a:avLst/>
                <a:gdLst>
                  <a:gd name="connsiteX0" fmla="*/ 1405 w 916051"/>
                  <a:gd name="connsiteY0" fmla="*/ 2129005 h 2216762"/>
                  <a:gd name="connsiteX1" fmla="*/ 402916 w 916051"/>
                  <a:gd name="connsiteY1" fmla="*/ 2167498 h 2216762"/>
                  <a:gd name="connsiteX2" fmla="*/ 534974 w 916051"/>
                  <a:gd name="connsiteY2" fmla="*/ 1786217 h 2216762"/>
                  <a:gd name="connsiteX3" fmla="*/ 869613 w 916051"/>
                  <a:gd name="connsiteY3" fmla="*/ 1664836 h 2216762"/>
                  <a:gd name="connsiteX4" fmla="*/ 770992 w 916051"/>
                  <a:gd name="connsiteY4" fmla="*/ 1299852 h 2216762"/>
                  <a:gd name="connsiteX5" fmla="*/ 895463 w 916051"/>
                  <a:gd name="connsiteY5" fmla="*/ 845799 h 2216762"/>
                  <a:gd name="connsiteX6" fmla="*/ 522611 w 916051"/>
                  <a:gd name="connsiteY6" fmla="*/ 558645 h 2216762"/>
                  <a:gd name="connsiteX7" fmla="*/ 537784 w 916051"/>
                  <a:gd name="connsiteY7" fmla="*/ 125665 h 2216762"/>
                  <a:gd name="connsiteX8" fmla="*/ 0 w 916051"/>
                  <a:gd name="connsiteY8" fmla="*/ 102625 h 2216762"/>
                  <a:gd name="connsiteX9" fmla="*/ 1405 w 916051"/>
                  <a:gd name="connsiteY9" fmla="*/ 2129005 h 2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6051" h="2216762">
                    <a:moveTo>
                      <a:pt x="1405" y="2129005"/>
                    </a:moveTo>
                    <a:cubicBezTo>
                      <a:pt x="106208" y="2229031"/>
                      <a:pt x="280974" y="2245889"/>
                      <a:pt x="402916" y="2167498"/>
                    </a:cubicBezTo>
                    <a:cubicBezTo>
                      <a:pt x="524859" y="2089106"/>
                      <a:pt x="582177" y="1923332"/>
                      <a:pt x="534974" y="1786217"/>
                    </a:cubicBezTo>
                    <a:cubicBezTo>
                      <a:pt x="664784" y="1771325"/>
                      <a:pt x="799089" y="1774978"/>
                      <a:pt x="869613" y="1664836"/>
                    </a:cubicBezTo>
                    <a:cubicBezTo>
                      <a:pt x="940138" y="1554695"/>
                      <a:pt x="899677" y="1323173"/>
                      <a:pt x="770992" y="1299852"/>
                    </a:cubicBezTo>
                    <a:cubicBezTo>
                      <a:pt x="896868" y="1191116"/>
                      <a:pt x="948286" y="1003706"/>
                      <a:pt x="895463" y="845799"/>
                    </a:cubicBezTo>
                    <a:cubicBezTo>
                      <a:pt x="842640" y="687892"/>
                      <a:pt x="688666" y="569321"/>
                      <a:pt x="522611" y="558645"/>
                    </a:cubicBezTo>
                    <a:cubicBezTo>
                      <a:pt x="643149" y="451313"/>
                      <a:pt x="631629" y="256879"/>
                      <a:pt x="537784" y="125665"/>
                    </a:cubicBezTo>
                    <a:cubicBezTo>
                      <a:pt x="404883" y="-60059"/>
                      <a:pt x="110142" y="-15665"/>
                      <a:pt x="0" y="102625"/>
                    </a:cubicBezTo>
                    <a:lnTo>
                      <a:pt x="1405" y="2129005"/>
                    </a:lnTo>
                    <a:close/>
                  </a:path>
                </a:pathLst>
              </a:custGeom>
              <a:noFill/>
              <a:ln w="63500" cap="rnd">
                <a:solidFill>
                  <a:schemeClr val="accent1"/>
                </a:solidFill>
                <a:prstDash val="solid"/>
                <a:round/>
              </a:ln>
            </p:spPr>
            <p:txBody>
              <a:bodyPr rtlCol="0" anchor="ctr"/>
              <a:lstStyle/>
              <a:p>
                <a:endParaRPr lang="zh-CN" altLang="en-US"/>
              </a:p>
            </p:txBody>
          </p:sp>
          <p:sp>
            <p:nvSpPr>
              <p:cNvPr id="6" name="任意多边形 79">
                <a:extLst>
                  <a:ext uri="{FF2B5EF4-FFF2-40B4-BE49-F238E27FC236}">
                    <a16:creationId xmlns:a16="http://schemas.microsoft.com/office/drawing/2014/main" id="{1F50F960-2153-8F78-F52A-63DCD1CDF5A0}"/>
                  </a:ext>
                </a:extLst>
              </p:cNvPr>
              <p:cNvSpPr/>
              <p:nvPr/>
            </p:nvSpPr>
            <p:spPr>
              <a:xfrm>
                <a:off x="2167198" y="3490600"/>
                <a:ext cx="398462" cy="797237"/>
              </a:xfrm>
              <a:custGeom>
                <a:avLst/>
                <a:gdLst>
                  <a:gd name="connsiteX0" fmla="*/ 357398 w 357398"/>
                  <a:gd name="connsiteY0" fmla="*/ 715077 h 715077"/>
                  <a:gd name="connsiteX1" fmla="*/ 0 w 357398"/>
                  <a:gd name="connsiteY1" fmla="*/ 357398 h 715077"/>
                  <a:gd name="connsiteX2" fmla="*/ 357398 w 357398"/>
                  <a:gd name="connsiteY2" fmla="*/ 0 h 715077"/>
                </a:gdLst>
                <a:ahLst/>
                <a:cxnLst>
                  <a:cxn ang="0">
                    <a:pos x="connsiteX0" y="connsiteY0"/>
                  </a:cxn>
                  <a:cxn ang="0">
                    <a:pos x="connsiteX1" y="connsiteY1"/>
                  </a:cxn>
                  <a:cxn ang="0">
                    <a:pos x="connsiteX2" y="connsiteY2"/>
                  </a:cxn>
                </a:cxnLst>
                <a:rect l="l" t="t" r="r" b="b"/>
                <a:pathLst>
                  <a:path w="357398" h="715077">
                    <a:moveTo>
                      <a:pt x="357398" y="715077"/>
                    </a:moveTo>
                    <a:cubicBezTo>
                      <a:pt x="159874" y="715077"/>
                      <a:pt x="0" y="554922"/>
                      <a:pt x="0" y="357398"/>
                    </a:cubicBezTo>
                    <a:cubicBezTo>
                      <a:pt x="0" y="159874"/>
                      <a:pt x="160155" y="0"/>
                      <a:pt x="357398" y="0"/>
                    </a:cubicBezTo>
                  </a:path>
                </a:pathLst>
              </a:custGeom>
              <a:noFill/>
              <a:ln w="63500" cap="rnd">
                <a:solidFill>
                  <a:schemeClr val="accent1"/>
                </a:solidFill>
                <a:prstDash val="solid"/>
                <a:round/>
              </a:ln>
            </p:spPr>
            <p:txBody>
              <a:bodyPr rtlCol="0" anchor="ctr"/>
              <a:lstStyle/>
              <a:p>
                <a:endParaRPr lang="zh-CN" altLang="en-US"/>
              </a:p>
            </p:txBody>
          </p:sp>
          <p:sp>
            <p:nvSpPr>
              <p:cNvPr id="7" name="任意多边形 80">
                <a:extLst>
                  <a:ext uri="{FF2B5EF4-FFF2-40B4-BE49-F238E27FC236}">
                    <a16:creationId xmlns:a16="http://schemas.microsoft.com/office/drawing/2014/main" id="{BA4AA699-037E-9673-5CB0-7640AAAC8DCF}"/>
                  </a:ext>
                </a:extLst>
              </p:cNvPr>
              <p:cNvSpPr/>
              <p:nvPr/>
            </p:nvSpPr>
            <p:spPr>
              <a:xfrm>
                <a:off x="1345840" y="2669555"/>
                <a:ext cx="1219821" cy="2439326"/>
              </a:xfrm>
              <a:custGeom>
                <a:avLst/>
                <a:gdLst>
                  <a:gd name="connsiteX0" fmla="*/ 1094111 w 1094111"/>
                  <a:gd name="connsiteY0" fmla="*/ 0 h 2187939"/>
                  <a:gd name="connsiteX1" fmla="*/ 940981 w 1094111"/>
                  <a:gd name="connsiteY1" fmla="*/ 0 h 2187939"/>
                  <a:gd name="connsiteX2" fmla="*/ 940981 w 1094111"/>
                  <a:gd name="connsiteY2" fmla="*/ 319467 h 2187939"/>
                  <a:gd name="connsiteX3" fmla="*/ 654669 w 1094111"/>
                  <a:gd name="connsiteY3" fmla="*/ 438037 h 2187939"/>
                  <a:gd name="connsiteX4" fmla="*/ 428766 w 1094111"/>
                  <a:gd name="connsiteY4" fmla="*/ 212135 h 2187939"/>
                  <a:gd name="connsiteX5" fmla="*/ 212135 w 1094111"/>
                  <a:gd name="connsiteY5" fmla="*/ 428765 h 2187939"/>
                  <a:gd name="connsiteX6" fmla="*/ 438038 w 1094111"/>
                  <a:gd name="connsiteY6" fmla="*/ 654668 h 2187939"/>
                  <a:gd name="connsiteX7" fmla="*/ 319467 w 1094111"/>
                  <a:gd name="connsiteY7" fmla="*/ 940980 h 2187939"/>
                  <a:gd name="connsiteX8" fmla="*/ 0 w 1094111"/>
                  <a:gd name="connsiteY8" fmla="*/ 940980 h 2187939"/>
                  <a:gd name="connsiteX9" fmla="*/ 0 w 1094111"/>
                  <a:gd name="connsiteY9" fmla="*/ 1247522 h 2187939"/>
                  <a:gd name="connsiteX10" fmla="*/ 319467 w 1094111"/>
                  <a:gd name="connsiteY10" fmla="*/ 1247522 h 2187939"/>
                  <a:gd name="connsiteX11" fmla="*/ 438038 w 1094111"/>
                  <a:gd name="connsiteY11" fmla="*/ 1533833 h 2187939"/>
                  <a:gd name="connsiteX12" fmla="*/ 212135 w 1094111"/>
                  <a:gd name="connsiteY12" fmla="*/ 1759174 h 2187939"/>
                  <a:gd name="connsiteX13" fmla="*/ 428766 w 1094111"/>
                  <a:gd name="connsiteY13" fmla="*/ 1975805 h 2187939"/>
                  <a:gd name="connsiteX14" fmla="*/ 654669 w 1094111"/>
                  <a:gd name="connsiteY14" fmla="*/ 1749902 h 2187939"/>
                  <a:gd name="connsiteX15" fmla="*/ 940981 w 1094111"/>
                  <a:gd name="connsiteY15" fmla="*/ 1868473 h 2187939"/>
                  <a:gd name="connsiteX16" fmla="*/ 940981 w 1094111"/>
                  <a:gd name="connsiteY16" fmla="*/ 2187939 h 2187939"/>
                  <a:gd name="connsiteX17" fmla="*/ 1094111 w 1094111"/>
                  <a:gd name="connsiteY17" fmla="*/ 2187939 h 218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94111" h="2187939">
                    <a:moveTo>
                      <a:pt x="1094111" y="0"/>
                    </a:moveTo>
                    <a:lnTo>
                      <a:pt x="940981" y="0"/>
                    </a:lnTo>
                    <a:lnTo>
                      <a:pt x="940981" y="319467"/>
                    </a:lnTo>
                    <a:cubicBezTo>
                      <a:pt x="836740" y="339978"/>
                      <a:pt x="739804" y="380719"/>
                      <a:pt x="654669" y="438037"/>
                    </a:cubicBezTo>
                    <a:lnTo>
                      <a:pt x="428766" y="212135"/>
                    </a:lnTo>
                    <a:lnTo>
                      <a:pt x="212135" y="428765"/>
                    </a:lnTo>
                    <a:lnTo>
                      <a:pt x="438038" y="654668"/>
                    </a:lnTo>
                    <a:cubicBezTo>
                      <a:pt x="381000" y="739803"/>
                      <a:pt x="339978" y="836739"/>
                      <a:pt x="319467" y="940980"/>
                    </a:cubicBezTo>
                    <a:lnTo>
                      <a:pt x="0" y="940980"/>
                    </a:lnTo>
                    <a:lnTo>
                      <a:pt x="0" y="1247522"/>
                    </a:lnTo>
                    <a:lnTo>
                      <a:pt x="319467" y="1247522"/>
                    </a:lnTo>
                    <a:cubicBezTo>
                      <a:pt x="339978" y="1351763"/>
                      <a:pt x="380719" y="1448699"/>
                      <a:pt x="438038" y="1533833"/>
                    </a:cubicBezTo>
                    <a:lnTo>
                      <a:pt x="212135" y="1759174"/>
                    </a:lnTo>
                    <a:lnTo>
                      <a:pt x="428766" y="1975805"/>
                    </a:lnTo>
                    <a:lnTo>
                      <a:pt x="654669" y="1749902"/>
                    </a:lnTo>
                    <a:cubicBezTo>
                      <a:pt x="739804" y="1806940"/>
                      <a:pt x="836740" y="1847962"/>
                      <a:pt x="940981" y="1868473"/>
                    </a:cubicBezTo>
                    <a:lnTo>
                      <a:pt x="940981" y="2187939"/>
                    </a:lnTo>
                    <a:lnTo>
                      <a:pt x="1094111" y="2187939"/>
                    </a:lnTo>
                  </a:path>
                </a:pathLst>
              </a:custGeom>
              <a:noFill/>
              <a:ln w="63500" cap="rnd">
                <a:solidFill>
                  <a:schemeClr val="accent1"/>
                </a:solidFill>
                <a:prstDash val="solid"/>
                <a:round/>
              </a:ln>
            </p:spPr>
            <p:txBody>
              <a:bodyPr rtlCol="0" anchor="ctr"/>
              <a:lstStyle/>
              <a:p>
                <a:endParaRPr lang="zh-CN" altLang="en-US"/>
              </a:p>
            </p:txBody>
          </p:sp>
          <p:sp>
            <p:nvSpPr>
              <p:cNvPr id="8" name="任意多边形 69">
                <a:extLst>
                  <a:ext uri="{FF2B5EF4-FFF2-40B4-BE49-F238E27FC236}">
                    <a16:creationId xmlns:a16="http://schemas.microsoft.com/office/drawing/2014/main" id="{2D521921-78F0-8F1D-A3B7-B0B8A5825CDD}"/>
                  </a:ext>
                </a:extLst>
              </p:cNvPr>
              <p:cNvSpPr/>
              <p:nvPr/>
            </p:nvSpPr>
            <p:spPr>
              <a:xfrm>
                <a:off x="3124510" y="2452467"/>
                <a:ext cx="696368" cy="1038130"/>
              </a:xfrm>
              <a:custGeom>
                <a:avLst/>
                <a:gdLst>
                  <a:gd name="connsiteX0" fmla="*/ 0 w 624604"/>
                  <a:gd name="connsiteY0" fmla="*/ 931146 h 931145"/>
                  <a:gd name="connsiteX1" fmla="*/ 624605 w 624604"/>
                  <a:gd name="connsiteY1" fmla="*/ 450119 h 931145"/>
                  <a:gd name="connsiteX2" fmla="*/ 624605 w 624604"/>
                  <a:gd name="connsiteY2" fmla="*/ 0 h 931145"/>
                </a:gdLst>
                <a:ahLst/>
                <a:cxnLst>
                  <a:cxn ang="0">
                    <a:pos x="connsiteX0" y="connsiteY0"/>
                  </a:cxn>
                  <a:cxn ang="0">
                    <a:pos x="connsiteX1" y="connsiteY1"/>
                  </a:cxn>
                  <a:cxn ang="0">
                    <a:pos x="connsiteX2" y="connsiteY2"/>
                  </a:cxn>
                </a:cxnLst>
                <a:rect l="l" t="t" r="r" b="b"/>
                <a:pathLst>
                  <a:path w="624604" h="931145">
                    <a:moveTo>
                      <a:pt x="0" y="931146"/>
                    </a:moveTo>
                    <a:lnTo>
                      <a:pt x="624605" y="450119"/>
                    </a:lnTo>
                    <a:lnTo>
                      <a:pt x="624605" y="0"/>
                    </a:lnTo>
                  </a:path>
                </a:pathLst>
              </a:custGeom>
              <a:noFill/>
              <a:ln w="63500" cap="rnd">
                <a:solidFill>
                  <a:schemeClr val="accent1"/>
                </a:solidFill>
                <a:prstDash val="solid"/>
                <a:round/>
              </a:ln>
            </p:spPr>
            <p:txBody>
              <a:bodyPr rtlCol="0" anchor="ctr"/>
              <a:lstStyle/>
              <a:p>
                <a:endParaRPr lang="zh-CN" altLang="en-US"/>
              </a:p>
            </p:txBody>
          </p:sp>
          <p:sp>
            <p:nvSpPr>
              <p:cNvPr id="9" name="任意多边形 70">
                <a:extLst>
                  <a:ext uri="{FF2B5EF4-FFF2-40B4-BE49-F238E27FC236}">
                    <a16:creationId xmlns:a16="http://schemas.microsoft.com/office/drawing/2014/main" id="{42BE82F5-8B85-648F-B8D4-138E1DBB4C4E}"/>
                  </a:ext>
                </a:extLst>
              </p:cNvPr>
              <p:cNvSpPr/>
              <p:nvPr/>
            </p:nvSpPr>
            <p:spPr>
              <a:xfrm>
                <a:off x="3124510" y="4345162"/>
                <a:ext cx="665356" cy="1093577"/>
              </a:xfrm>
              <a:custGeom>
                <a:avLst/>
                <a:gdLst>
                  <a:gd name="connsiteX0" fmla="*/ 0 w 596787"/>
                  <a:gd name="connsiteY0" fmla="*/ 0 h 980877"/>
                  <a:gd name="connsiteX1" fmla="*/ 596788 w 596787"/>
                  <a:gd name="connsiteY1" fmla="*/ 695128 h 980877"/>
                  <a:gd name="connsiteX2" fmla="*/ 596788 w 596787"/>
                  <a:gd name="connsiteY2" fmla="*/ 980878 h 980877"/>
                </a:gdLst>
                <a:ahLst/>
                <a:cxnLst>
                  <a:cxn ang="0">
                    <a:pos x="connsiteX0" y="connsiteY0"/>
                  </a:cxn>
                  <a:cxn ang="0">
                    <a:pos x="connsiteX1" y="connsiteY1"/>
                  </a:cxn>
                  <a:cxn ang="0">
                    <a:pos x="connsiteX2" y="connsiteY2"/>
                  </a:cxn>
                </a:cxnLst>
                <a:rect l="l" t="t" r="r" b="b"/>
                <a:pathLst>
                  <a:path w="596787" h="980877">
                    <a:moveTo>
                      <a:pt x="0" y="0"/>
                    </a:moveTo>
                    <a:lnTo>
                      <a:pt x="596788" y="695128"/>
                    </a:lnTo>
                    <a:lnTo>
                      <a:pt x="596788" y="980878"/>
                    </a:lnTo>
                  </a:path>
                </a:pathLst>
              </a:custGeom>
              <a:noFill/>
              <a:ln w="63500" cap="rnd">
                <a:solidFill>
                  <a:schemeClr val="accent1"/>
                </a:solidFill>
                <a:prstDash val="solid"/>
                <a:round/>
              </a:ln>
            </p:spPr>
            <p:txBody>
              <a:bodyPr rtlCol="0" anchor="ctr"/>
              <a:lstStyle/>
              <a:p>
                <a:endParaRPr lang="zh-CN" altLang="en-US"/>
              </a:p>
            </p:txBody>
          </p:sp>
          <p:sp>
            <p:nvSpPr>
              <p:cNvPr id="10" name="任意多边形 71">
                <a:extLst>
                  <a:ext uri="{FF2B5EF4-FFF2-40B4-BE49-F238E27FC236}">
                    <a16:creationId xmlns:a16="http://schemas.microsoft.com/office/drawing/2014/main" id="{D161F3FC-197C-44E0-83F0-E7B72A25F939}"/>
                  </a:ext>
                </a:extLst>
              </p:cNvPr>
              <p:cNvSpPr/>
              <p:nvPr/>
            </p:nvSpPr>
            <p:spPr>
              <a:xfrm rot="17878465">
                <a:off x="3653092" y="2118460"/>
                <a:ext cx="333948" cy="333948"/>
              </a:xfrm>
              <a:custGeom>
                <a:avLst/>
                <a:gdLst>
                  <a:gd name="connsiteX0" fmla="*/ 299532 w 299532"/>
                  <a:gd name="connsiteY0" fmla="*/ 149766 h 299532"/>
                  <a:gd name="connsiteX1" fmla="*/ 149766 w 299532"/>
                  <a:gd name="connsiteY1" fmla="*/ 299532 h 299532"/>
                  <a:gd name="connsiteX2" fmla="*/ 0 w 299532"/>
                  <a:gd name="connsiteY2" fmla="*/ 149766 h 299532"/>
                  <a:gd name="connsiteX3" fmla="*/ 149766 w 299532"/>
                  <a:gd name="connsiteY3" fmla="*/ 0 h 299532"/>
                  <a:gd name="connsiteX4" fmla="*/ 299532 w 299532"/>
                  <a:gd name="connsiteY4" fmla="*/ 149766 h 299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532" h="299532">
                    <a:moveTo>
                      <a:pt x="299532" y="149766"/>
                    </a:moveTo>
                    <a:cubicBezTo>
                      <a:pt x="299532" y="232480"/>
                      <a:pt x="232480" y="299532"/>
                      <a:pt x="149766" y="299532"/>
                    </a:cubicBezTo>
                    <a:cubicBezTo>
                      <a:pt x="67052" y="299532"/>
                      <a:pt x="0" y="232480"/>
                      <a:pt x="0" y="149766"/>
                    </a:cubicBezTo>
                    <a:cubicBezTo>
                      <a:pt x="0" y="67053"/>
                      <a:pt x="67052" y="0"/>
                      <a:pt x="149766" y="0"/>
                    </a:cubicBezTo>
                    <a:cubicBezTo>
                      <a:pt x="232480" y="0"/>
                      <a:pt x="299532" y="67053"/>
                      <a:pt x="299532" y="149766"/>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lnSpcReduction="10000"/>
              </a:bodyPr>
              <a:lstStyle/>
              <a:p>
                <a:pPr algn="ctr"/>
                <a:endParaRPr lang="zh-CN" altLang="en-US" sz="2000" b="1">
                  <a:solidFill>
                    <a:schemeClr val="lt1"/>
                  </a:solidFill>
                </a:endParaRPr>
              </a:p>
            </p:txBody>
          </p:sp>
          <p:sp>
            <p:nvSpPr>
              <p:cNvPr id="11" name="任意多边形 72">
                <a:extLst>
                  <a:ext uri="{FF2B5EF4-FFF2-40B4-BE49-F238E27FC236}">
                    <a16:creationId xmlns:a16="http://schemas.microsoft.com/office/drawing/2014/main" id="{9EA09128-5450-F3D7-5960-04EC30568F9F}"/>
                  </a:ext>
                </a:extLst>
              </p:cNvPr>
              <p:cNvSpPr/>
              <p:nvPr/>
            </p:nvSpPr>
            <p:spPr>
              <a:xfrm rot="17878465">
                <a:off x="3653092" y="2118460"/>
                <a:ext cx="333948" cy="333948"/>
              </a:xfrm>
              <a:custGeom>
                <a:avLst/>
                <a:gdLst>
                  <a:gd name="connsiteX0" fmla="*/ 299532 w 299532"/>
                  <a:gd name="connsiteY0" fmla="*/ 149766 h 299532"/>
                  <a:gd name="connsiteX1" fmla="*/ 149766 w 299532"/>
                  <a:gd name="connsiteY1" fmla="*/ 299532 h 299532"/>
                  <a:gd name="connsiteX2" fmla="*/ 0 w 299532"/>
                  <a:gd name="connsiteY2" fmla="*/ 149766 h 299532"/>
                  <a:gd name="connsiteX3" fmla="*/ 149766 w 299532"/>
                  <a:gd name="connsiteY3" fmla="*/ 0 h 299532"/>
                  <a:gd name="connsiteX4" fmla="*/ 299532 w 299532"/>
                  <a:gd name="connsiteY4" fmla="*/ 149766 h 299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532" h="299532">
                    <a:moveTo>
                      <a:pt x="299532" y="149766"/>
                    </a:moveTo>
                    <a:cubicBezTo>
                      <a:pt x="299532" y="232480"/>
                      <a:pt x="232480" y="299532"/>
                      <a:pt x="149766" y="299532"/>
                    </a:cubicBezTo>
                    <a:cubicBezTo>
                      <a:pt x="67052" y="299532"/>
                      <a:pt x="0" y="232480"/>
                      <a:pt x="0" y="149766"/>
                    </a:cubicBezTo>
                    <a:cubicBezTo>
                      <a:pt x="0" y="67053"/>
                      <a:pt x="67052" y="0"/>
                      <a:pt x="149766" y="0"/>
                    </a:cubicBezTo>
                    <a:cubicBezTo>
                      <a:pt x="232480" y="0"/>
                      <a:pt x="299532" y="67053"/>
                      <a:pt x="299532" y="149766"/>
                    </a:cubicBezTo>
                    <a:close/>
                  </a:path>
                </a:pathLst>
              </a:custGeom>
              <a:noFill/>
              <a:ln w="63500" cap="rnd">
                <a:solidFill>
                  <a:schemeClr val="accent1"/>
                </a:solidFill>
                <a:prstDash val="solid"/>
                <a:round/>
              </a:ln>
            </p:spPr>
            <p:txBody>
              <a:bodyPr rtlCol="0" anchor="ctr"/>
              <a:lstStyle/>
              <a:p>
                <a:endParaRPr lang="zh-CN" altLang="en-US"/>
              </a:p>
            </p:txBody>
          </p:sp>
          <p:sp>
            <p:nvSpPr>
              <p:cNvPr id="12" name="任意多边形 76">
                <a:extLst>
                  <a:ext uri="{FF2B5EF4-FFF2-40B4-BE49-F238E27FC236}">
                    <a16:creationId xmlns:a16="http://schemas.microsoft.com/office/drawing/2014/main" id="{F9918BCE-CC34-DD56-4490-BF09B9E576A3}"/>
                  </a:ext>
                </a:extLst>
              </p:cNvPr>
              <p:cNvSpPr/>
              <p:nvPr/>
            </p:nvSpPr>
            <p:spPr>
              <a:xfrm>
                <a:off x="3241356" y="3728636"/>
                <a:ext cx="1205411" cy="208628"/>
              </a:xfrm>
              <a:custGeom>
                <a:avLst/>
                <a:gdLst>
                  <a:gd name="connsiteX0" fmla="*/ 0 w 1081186"/>
                  <a:gd name="connsiteY0" fmla="*/ 0 h 187128"/>
                  <a:gd name="connsiteX1" fmla="*/ 706649 w 1081186"/>
                  <a:gd name="connsiteY1" fmla="*/ 187128 h 187128"/>
                  <a:gd name="connsiteX2" fmla="*/ 1081187 w 1081186"/>
                  <a:gd name="connsiteY2" fmla="*/ 187128 h 187128"/>
                </a:gdLst>
                <a:ahLst/>
                <a:cxnLst>
                  <a:cxn ang="0">
                    <a:pos x="connsiteX0" y="connsiteY0"/>
                  </a:cxn>
                  <a:cxn ang="0">
                    <a:pos x="connsiteX1" y="connsiteY1"/>
                  </a:cxn>
                  <a:cxn ang="0">
                    <a:pos x="connsiteX2" y="connsiteY2"/>
                  </a:cxn>
                </a:cxnLst>
                <a:rect l="l" t="t" r="r" b="b"/>
                <a:pathLst>
                  <a:path w="1081186" h="187128">
                    <a:moveTo>
                      <a:pt x="0" y="0"/>
                    </a:moveTo>
                    <a:lnTo>
                      <a:pt x="706649" y="187128"/>
                    </a:lnTo>
                    <a:lnTo>
                      <a:pt x="1081187" y="187128"/>
                    </a:lnTo>
                  </a:path>
                </a:pathLst>
              </a:custGeom>
              <a:noFill/>
              <a:ln w="63500" cap="rnd">
                <a:solidFill>
                  <a:schemeClr val="accent1"/>
                </a:solidFill>
                <a:prstDash val="solid"/>
                <a:round/>
              </a:ln>
            </p:spPr>
            <p:txBody>
              <a:bodyPr rtlCol="0" anchor="ctr"/>
              <a:lstStyle/>
              <a:p>
                <a:endParaRPr lang="zh-CN" altLang="en-US"/>
              </a:p>
            </p:txBody>
          </p:sp>
          <p:sp>
            <p:nvSpPr>
              <p:cNvPr id="13" name="任意多边形 77">
                <a:extLst>
                  <a:ext uri="{FF2B5EF4-FFF2-40B4-BE49-F238E27FC236}">
                    <a16:creationId xmlns:a16="http://schemas.microsoft.com/office/drawing/2014/main" id="{0FD5CB29-0CD5-F7B7-358F-D9DC997145D4}"/>
                  </a:ext>
                </a:extLst>
              </p:cNvPr>
              <p:cNvSpPr/>
              <p:nvPr/>
            </p:nvSpPr>
            <p:spPr>
              <a:xfrm>
                <a:off x="4446768" y="3770300"/>
                <a:ext cx="333614" cy="333614"/>
              </a:xfrm>
              <a:custGeom>
                <a:avLst/>
                <a:gdLst>
                  <a:gd name="connsiteX0" fmla="*/ 105363 w 299233"/>
                  <a:gd name="connsiteY0" fmla="*/ 6742 h 299233"/>
                  <a:gd name="connsiteX1" fmla="*/ 6742 w 299233"/>
                  <a:gd name="connsiteY1" fmla="*/ 193870 h 299233"/>
                  <a:gd name="connsiteX2" fmla="*/ 193870 w 299233"/>
                  <a:gd name="connsiteY2" fmla="*/ 292492 h 299233"/>
                  <a:gd name="connsiteX3" fmla="*/ 292492 w 299233"/>
                  <a:gd name="connsiteY3" fmla="*/ 105363 h 299233"/>
                  <a:gd name="connsiteX4" fmla="*/ 105363 w 299233"/>
                  <a:gd name="connsiteY4" fmla="*/ 6742 h 299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33" h="299233">
                    <a:moveTo>
                      <a:pt x="105363" y="6742"/>
                    </a:moveTo>
                    <a:cubicBezTo>
                      <a:pt x="26410" y="31187"/>
                      <a:pt x="-17703" y="114916"/>
                      <a:pt x="6742" y="193870"/>
                    </a:cubicBezTo>
                    <a:cubicBezTo>
                      <a:pt x="31186" y="272824"/>
                      <a:pt x="114917" y="316936"/>
                      <a:pt x="193870" y="292492"/>
                    </a:cubicBezTo>
                    <a:cubicBezTo>
                      <a:pt x="272824" y="268047"/>
                      <a:pt x="316937" y="184317"/>
                      <a:pt x="292492" y="105363"/>
                    </a:cubicBezTo>
                    <a:cubicBezTo>
                      <a:pt x="268328" y="26410"/>
                      <a:pt x="184317" y="-17703"/>
                      <a:pt x="105363" y="6742"/>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lnSpcReduction="10000"/>
              </a:bodyPr>
              <a:lstStyle/>
              <a:p>
                <a:pPr algn="ctr"/>
                <a:endParaRPr lang="zh-CN" altLang="en-US" sz="2000" b="1">
                  <a:solidFill>
                    <a:schemeClr val="lt1"/>
                  </a:solidFill>
                </a:endParaRPr>
              </a:p>
            </p:txBody>
          </p:sp>
          <p:sp>
            <p:nvSpPr>
              <p:cNvPr id="14" name="任意多边形 78">
                <a:extLst>
                  <a:ext uri="{FF2B5EF4-FFF2-40B4-BE49-F238E27FC236}">
                    <a16:creationId xmlns:a16="http://schemas.microsoft.com/office/drawing/2014/main" id="{D0699A02-6EAD-0C72-357F-E74D6786554C}"/>
                  </a:ext>
                </a:extLst>
              </p:cNvPr>
              <p:cNvSpPr/>
              <p:nvPr/>
            </p:nvSpPr>
            <p:spPr>
              <a:xfrm>
                <a:off x="4446768" y="3770300"/>
                <a:ext cx="333614" cy="333614"/>
              </a:xfrm>
              <a:custGeom>
                <a:avLst/>
                <a:gdLst>
                  <a:gd name="connsiteX0" fmla="*/ 105363 w 299233"/>
                  <a:gd name="connsiteY0" fmla="*/ 6742 h 299233"/>
                  <a:gd name="connsiteX1" fmla="*/ 6742 w 299233"/>
                  <a:gd name="connsiteY1" fmla="*/ 193870 h 299233"/>
                  <a:gd name="connsiteX2" fmla="*/ 193870 w 299233"/>
                  <a:gd name="connsiteY2" fmla="*/ 292492 h 299233"/>
                  <a:gd name="connsiteX3" fmla="*/ 292492 w 299233"/>
                  <a:gd name="connsiteY3" fmla="*/ 105363 h 299233"/>
                  <a:gd name="connsiteX4" fmla="*/ 105363 w 299233"/>
                  <a:gd name="connsiteY4" fmla="*/ 6742 h 299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33" h="299233">
                    <a:moveTo>
                      <a:pt x="105363" y="6742"/>
                    </a:moveTo>
                    <a:cubicBezTo>
                      <a:pt x="26410" y="31187"/>
                      <a:pt x="-17703" y="114916"/>
                      <a:pt x="6742" y="193870"/>
                    </a:cubicBezTo>
                    <a:cubicBezTo>
                      <a:pt x="31186" y="272824"/>
                      <a:pt x="114917" y="316936"/>
                      <a:pt x="193870" y="292492"/>
                    </a:cubicBezTo>
                    <a:cubicBezTo>
                      <a:pt x="272824" y="268047"/>
                      <a:pt x="316937" y="184317"/>
                      <a:pt x="292492" y="105363"/>
                    </a:cubicBezTo>
                    <a:cubicBezTo>
                      <a:pt x="268328" y="26410"/>
                      <a:pt x="184317" y="-17703"/>
                      <a:pt x="105363" y="6742"/>
                    </a:cubicBezTo>
                    <a:close/>
                  </a:path>
                </a:pathLst>
              </a:custGeom>
              <a:noFill/>
              <a:ln w="63500" cap="rnd">
                <a:solidFill>
                  <a:schemeClr val="accent1"/>
                </a:solidFill>
                <a:prstDash val="solid"/>
                <a:round/>
              </a:ln>
            </p:spPr>
            <p:txBody>
              <a:bodyPr rtlCol="0" anchor="ctr"/>
              <a:lstStyle/>
              <a:p>
                <a:endParaRPr lang="zh-CN" altLang="en-US"/>
              </a:p>
            </p:txBody>
          </p:sp>
          <p:sp>
            <p:nvSpPr>
              <p:cNvPr id="15" name="任意多边形 74">
                <a:extLst>
                  <a:ext uri="{FF2B5EF4-FFF2-40B4-BE49-F238E27FC236}">
                    <a16:creationId xmlns:a16="http://schemas.microsoft.com/office/drawing/2014/main" id="{9B083C04-AEE7-9D9E-2601-EA11E5593730}"/>
                  </a:ext>
                </a:extLst>
              </p:cNvPr>
              <p:cNvSpPr/>
              <p:nvPr/>
            </p:nvSpPr>
            <p:spPr>
              <a:xfrm>
                <a:off x="3622278" y="5464741"/>
                <a:ext cx="333614" cy="333614"/>
              </a:xfrm>
              <a:custGeom>
                <a:avLst/>
                <a:gdLst>
                  <a:gd name="connsiteX0" fmla="*/ 105363 w 299233"/>
                  <a:gd name="connsiteY0" fmla="*/ 6742 h 299233"/>
                  <a:gd name="connsiteX1" fmla="*/ 6742 w 299233"/>
                  <a:gd name="connsiteY1" fmla="*/ 193870 h 299233"/>
                  <a:gd name="connsiteX2" fmla="*/ 193870 w 299233"/>
                  <a:gd name="connsiteY2" fmla="*/ 292492 h 299233"/>
                  <a:gd name="connsiteX3" fmla="*/ 292492 w 299233"/>
                  <a:gd name="connsiteY3" fmla="*/ 105363 h 299233"/>
                  <a:gd name="connsiteX4" fmla="*/ 105363 w 299233"/>
                  <a:gd name="connsiteY4" fmla="*/ 6742 h 299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33" h="299233">
                    <a:moveTo>
                      <a:pt x="105363" y="6742"/>
                    </a:moveTo>
                    <a:cubicBezTo>
                      <a:pt x="26410" y="31186"/>
                      <a:pt x="-17703" y="114917"/>
                      <a:pt x="6742" y="193870"/>
                    </a:cubicBezTo>
                    <a:cubicBezTo>
                      <a:pt x="31186" y="272824"/>
                      <a:pt x="114917" y="316936"/>
                      <a:pt x="193870" y="292492"/>
                    </a:cubicBezTo>
                    <a:cubicBezTo>
                      <a:pt x="272824" y="268047"/>
                      <a:pt x="316937" y="184317"/>
                      <a:pt x="292492" y="105363"/>
                    </a:cubicBezTo>
                    <a:cubicBezTo>
                      <a:pt x="268047" y="26410"/>
                      <a:pt x="184317" y="-17703"/>
                      <a:pt x="105363" y="6742"/>
                    </a:cubicBezTo>
                    <a:close/>
                  </a:path>
                </a:pathLst>
              </a:cu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lnSpcReduction="10000"/>
              </a:bodyPr>
              <a:lstStyle/>
              <a:p>
                <a:pPr algn="ctr"/>
                <a:endParaRPr lang="zh-CN" altLang="en-US" sz="2000" b="1">
                  <a:solidFill>
                    <a:schemeClr val="lt1"/>
                  </a:solidFill>
                </a:endParaRPr>
              </a:p>
            </p:txBody>
          </p:sp>
          <p:sp>
            <p:nvSpPr>
              <p:cNvPr id="16" name="任意多边形 75">
                <a:extLst>
                  <a:ext uri="{FF2B5EF4-FFF2-40B4-BE49-F238E27FC236}">
                    <a16:creationId xmlns:a16="http://schemas.microsoft.com/office/drawing/2014/main" id="{6677D191-F1F3-A311-A0FF-58A522BB1BA6}"/>
                  </a:ext>
                </a:extLst>
              </p:cNvPr>
              <p:cNvSpPr/>
              <p:nvPr/>
            </p:nvSpPr>
            <p:spPr>
              <a:xfrm>
                <a:off x="3622278" y="5464741"/>
                <a:ext cx="333614" cy="333614"/>
              </a:xfrm>
              <a:custGeom>
                <a:avLst/>
                <a:gdLst>
                  <a:gd name="connsiteX0" fmla="*/ 105363 w 299233"/>
                  <a:gd name="connsiteY0" fmla="*/ 6742 h 299233"/>
                  <a:gd name="connsiteX1" fmla="*/ 6742 w 299233"/>
                  <a:gd name="connsiteY1" fmla="*/ 193870 h 299233"/>
                  <a:gd name="connsiteX2" fmla="*/ 193870 w 299233"/>
                  <a:gd name="connsiteY2" fmla="*/ 292492 h 299233"/>
                  <a:gd name="connsiteX3" fmla="*/ 292492 w 299233"/>
                  <a:gd name="connsiteY3" fmla="*/ 105363 h 299233"/>
                  <a:gd name="connsiteX4" fmla="*/ 105363 w 299233"/>
                  <a:gd name="connsiteY4" fmla="*/ 6742 h 299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33" h="299233">
                    <a:moveTo>
                      <a:pt x="105363" y="6742"/>
                    </a:moveTo>
                    <a:cubicBezTo>
                      <a:pt x="26410" y="31186"/>
                      <a:pt x="-17703" y="114917"/>
                      <a:pt x="6742" y="193870"/>
                    </a:cubicBezTo>
                    <a:cubicBezTo>
                      <a:pt x="31186" y="272824"/>
                      <a:pt x="114917" y="316936"/>
                      <a:pt x="193870" y="292492"/>
                    </a:cubicBezTo>
                    <a:cubicBezTo>
                      <a:pt x="272824" y="268047"/>
                      <a:pt x="316937" y="184317"/>
                      <a:pt x="292492" y="105363"/>
                    </a:cubicBezTo>
                    <a:cubicBezTo>
                      <a:pt x="268047" y="26410"/>
                      <a:pt x="184317" y="-17703"/>
                      <a:pt x="105363" y="6742"/>
                    </a:cubicBezTo>
                    <a:close/>
                  </a:path>
                </a:pathLst>
              </a:custGeom>
              <a:noFill/>
              <a:ln w="63500" cap="rnd">
                <a:solidFill>
                  <a:schemeClr val="accent1"/>
                </a:solidFill>
                <a:prstDash val="solid"/>
                <a:round/>
              </a:ln>
            </p:spPr>
            <p:txBody>
              <a:bodyPr rtlCol="0" anchor="ctr"/>
              <a:lstStyle/>
              <a:p>
                <a:endParaRPr lang="zh-CN" altLang="en-US"/>
              </a:p>
            </p:txBody>
          </p:sp>
        </p:grpSp>
        <p:grpSp>
          <p:nvGrpSpPr>
            <p:cNvPr id="18" name="组合 17">
              <a:extLst>
                <a:ext uri="{FF2B5EF4-FFF2-40B4-BE49-F238E27FC236}">
                  <a16:creationId xmlns:a16="http://schemas.microsoft.com/office/drawing/2014/main" id="{23C3BCDA-5572-F7B7-B93B-9CC56EEA48AE}"/>
                </a:ext>
              </a:extLst>
            </p:cNvPr>
            <p:cNvGrpSpPr/>
            <p:nvPr/>
          </p:nvGrpSpPr>
          <p:grpSpPr>
            <a:xfrm>
              <a:off x="4870855" y="1130300"/>
              <a:ext cx="6539328" cy="837916"/>
              <a:chOff x="4357272" y="2067393"/>
              <a:chExt cx="6539328" cy="501114"/>
            </a:xfrm>
          </p:grpSpPr>
          <p:sp>
            <p:nvSpPr>
              <p:cNvPr id="35" name="ComponentBackground1">
                <a:extLst>
                  <a:ext uri="{FF2B5EF4-FFF2-40B4-BE49-F238E27FC236}">
                    <a16:creationId xmlns:a16="http://schemas.microsoft.com/office/drawing/2014/main" id="{E4BC38D6-6883-17FE-E404-5ECFAEF68316}"/>
                  </a:ext>
                </a:extLst>
              </p:cNvPr>
              <p:cNvSpPr/>
              <p:nvPr/>
            </p:nvSpPr>
            <p:spPr>
              <a:xfrm>
                <a:off x="6415537" y="2067393"/>
                <a:ext cx="4481063" cy="501112"/>
              </a:xfrm>
              <a:prstGeom prst="roundRect">
                <a:avLst>
                  <a:gd name="adj" fmla="val 500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p>
                <a:pPr algn="ctr"/>
                <a:endParaRPr kumimoji="1" lang="zh-CN" altLang="en-US" sz="2000" b="1">
                  <a:solidFill>
                    <a:schemeClr val="tx1"/>
                  </a:solidFill>
                </a:endParaRPr>
              </a:p>
            </p:txBody>
          </p:sp>
          <p:sp>
            <p:nvSpPr>
              <p:cNvPr id="36" name="Text1">
                <a:extLst>
                  <a:ext uri="{FF2B5EF4-FFF2-40B4-BE49-F238E27FC236}">
                    <a16:creationId xmlns:a16="http://schemas.microsoft.com/office/drawing/2014/main" id="{06C13DC7-59BF-3765-6F58-D750CE920297}"/>
                  </a:ext>
                </a:extLst>
              </p:cNvPr>
              <p:cNvSpPr txBox="1"/>
              <p:nvPr/>
            </p:nvSpPr>
            <p:spPr>
              <a:xfrm>
                <a:off x="6664457" y="2067394"/>
                <a:ext cx="3987800" cy="501113"/>
              </a:xfrm>
              <a:prstGeom prst="rect">
                <a:avLst/>
              </a:prstGeom>
              <a:noFill/>
            </p:spPr>
            <p:txBody>
              <a:bodyPr wrap="square" anchor="ctr" anchorCtr="0">
                <a:noAutofit/>
              </a:bodyPr>
              <a:lstStyle/>
              <a:p>
                <a:pPr>
                  <a:lnSpc>
                    <a:spcPct val="120000"/>
                  </a:lnSpc>
                </a:pPr>
                <a:r>
                  <a:rPr lang="zh-CN" altLang="en-US" sz="1400" dirty="0">
                    <a:solidFill>
                      <a:schemeClr val="tx1"/>
                    </a:solidFill>
                  </a:rPr>
                  <a:t>我们的平台采用模块化设计，支持多协议接入，易于扩展和集成。</a:t>
                </a:r>
              </a:p>
            </p:txBody>
          </p:sp>
          <p:sp>
            <p:nvSpPr>
              <p:cNvPr id="37" name="Bullet1">
                <a:extLst>
                  <a:ext uri="{FF2B5EF4-FFF2-40B4-BE49-F238E27FC236}">
                    <a16:creationId xmlns:a16="http://schemas.microsoft.com/office/drawing/2014/main" id="{1C05745F-3F45-46C5-083F-2CE62753AE37}"/>
                  </a:ext>
                </a:extLst>
              </p:cNvPr>
              <p:cNvSpPr txBox="1"/>
              <p:nvPr/>
            </p:nvSpPr>
            <p:spPr>
              <a:xfrm>
                <a:off x="4357272" y="2169131"/>
                <a:ext cx="2020306" cy="305230"/>
              </a:xfrm>
              <a:prstGeom prst="rect">
                <a:avLst/>
              </a:prstGeom>
              <a:noFill/>
            </p:spPr>
            <p:txBody>
              <a:bodyPr wrap="square" anchor="ctr" anchorCtr="0">
                <a:normAutofit/>
              </a:bodyPr>
              <a:lstStyle/>
              <a:p>
                <a:r>
                  <a:rPr lang="zh-CN" altLang="en-US" sz="2000" b="1" dirty="0">
                    <a:solidFill>
                      <a:schemeClr val="tx1"/>
                    </a:solidFill>
                  </a:rPr>
                  <a:t>平台架构</a:t>
                </a:r>
              </a:p>
            </p:txBody>
          </p:sp>
        </p:grpSp>
        <p:grpSp>
          <p:nvGrpSpPr>
            <p:cNvPr id="19" name="组合 18">
              <a:extLst>
                <a:ext uri="{FF2B5EF4-FFF2-40B4-BE49-F238E27FC236}">
                  <a16:creationId xmlns:a16="http://schemas.microsoft.com/office/drawing/2014/main" id="{FEDCA667-DD9D-873C-B16F-1C159059CFEA}"/>
                </a:ext>
              </a:extLst>
            </p:cNvPr>
            <p:cNvGrpSpPr/>
            <p:nvPr/>
          </p:nvGrpSpPr>
          <p:grpSpPr>
            <a:xfrm>
              <a:off x="4870855" y="2171773"/>
              <a:ext cx="6539328" cy="837914"/>
              <a:chOff x="4357272" y="2973189"/>
              <a:chExt cx="6539328" cy="501113"/>
            </a:xfrm>
          </p:grpSpPr>
          <p:sp>
            <p:nvSpPr>
              <p:cNvPr id="32" name="ComponentBackground2">
                <a:extLst>
                  <a:ext uri="{FF2B5EF4-FFF2-40B4-BE49-F238E27FC236}">
                    <a16:creationId xmlns:a16="http://schemas.microsoft.com/office/drawing/2014/main" id="{020D5D14-5F02-0434-ADA6-1E8F7BDC6014}"/>
                  </a:ext>
                </a:extLst>
              </p:cNvPr>
              <p:cNvSpPr/>
              <p:nvPr/>
            </p:nvSpPr>
            <p:spPr>
              <a:xfrm>
                <a:off x="6415537" y="2973189"/>
                <a:ext cx="4481063" cy="501112"/>
              </a:xfrm>
              <a:prstGeom prst="roundRect">
                <a:avLst>
                  <a:gd name="adj" fmla="val 50000"/>
                </a:avLst>
              </a:prstGeom>
              <a:gradFill>
                <a:gsLst>
                  <a:gs pos="0">
                    <a:schemeClr val="accent2"/>
                  </a:gs>
                  <a:gs pos="33000">
                    <a:schemeClr val="accent1"/>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p>
                <a:pPr algn="ctr"/>
                <a:endParaRPr kumimoji="1" lang="zh-CN" altLang="en-US" sz="2000" b="1">
                  <a:solidFill>
                    <a:schemeClr val="tx1"/>
                  </a:solidFill>
                </a:endParaRPr>
              </a:p>
            </p:txBody>
          </p:sp>
          <p:sp>
            <p:nvSpPr>
              <p:cNvPr id="33" name="Text2">
                <a:extLst>
                  <a:ext uri="{FF2B5EF4-FFF2-40B4-BE49-F238E27FC236}">
                    <a16:creationId xmlns:a16="http://schemas.microsoft.com/office/drawing/2014/main" id="{91A6FA03-AF33-8FF7-5D56-AA14EC5A53E6}"/>
                  </a:ext>
                </a:extLst>
              </p:cNvPr>
              <p:cNvSpPr txBox="1"/>
              <p:nvPr/>
            </p:nvSpPr>
            <p:spPr>
              <a:xfrm>
                <a:off x="6664457" y="2973190"/>
                <a:ext cx="3987800" cy="501112"/>
              </a:xfrm>
              <a:prstGeom prst="rect">
                <a:avLst/>
              </a:prstGeom>
              <a:noFill/>
            </p:spPr>
            <p:txBody>
              <a:bodyPr wrap="square" anchor="ctr" anchorCtr="0">
                <a:noAutofit/>
              </a:bodyPr>
              <a:lstStyle/>
              <a:p>
                <a:pPr>
                  <a:lnSpc>
                    <a:spcPct val="120000"/>
                  </a:lnSpc>
                </a:pPr>
                <a:r>
                  <a:rPr lang="zh-CN" altLang="en-US" sz="1400" dirty="0"/>
                  <a:t>平台支持各类传感器接入，实现实时数据采集与监控。</a:t>
                </a:r>
              </a:p>
            </p:txBody>
          </p:sp>
          <p:sp>
            <p:nvSpPr>
              <p:cNvPr id="34" name="Bullet2">
                <a:extLst>
                  <a:ext uri="{FF2B5EF4-FFF2-40B4-BE49-F238E27FC236}">
                    <a16:creationId xmlns:a16="http://schemas.microsoft.com/office/drawing/2014/main" id="{24510C52-0738-31A9-4D47-C3D33F1F886E}"/>
                  </a:ext>
                </a:extLst>
              </p:cNvPr>
              <p:cNvSpPr txBox="1"/>
              <p:nvPr/>
            </p:nvSpPr>
            <p:spPr>
              <a:xfrm>
                <a:off x="4357272" y="3074927"/>
                <a:ext cx="2020306" cy="305230"/>
              </a:xfrm>
              <a:prstGeom prst="rect">
                <a:avLst/>
              </a:prstGeom>
              <a:noFill/>
            </p:spPr>
            <p:txBody>
              <a:bodyPr wrap="square" anchor="ctr" anchorCtr="0">
                <a:normAutofit/>
              </a:bodyPr>
              <a:lstStyle/>
              <a:p>
                <a:r>
                  <a:rPr lang="zh-CN" altLang="en-US" sz="2000" b="1" dirty="0">
                    <a:solidFill>
                      <a:schemeClr val="tx1"/>
                    </a:solidFill>
                  </a:rPr>
                  <a:t>传感器接入</a:t>
                </a:r>
              </a:p>
            </p:txBody>
          </p:sp>
        </p:grpSp>
        <p:grpSp>
          <p:nvGrpSpPr>
            <p:cNvPr id="20" name="组合 19">
              <a:extLst>
                <a:ext uri="{FF2B5EF4-FFF2-40B4-BE49-F238E27FC236}">
                  <a16:creationId xmlns:a16="http://schemas.microsoft.com/office/drawing/2014/main" id="{901DB351-4A25-230C-3B5B-644C41356915}"/>
                </a:ext>
              </a:extLst>
            </p:cNvPr>
            <p:cNvGrpSpPr/>
            <p:nvPr/>
          </p:nvGrpSpPr>
          <p:grpSpPr>
            <a:xfrm>
              <a:off x="4870855" y="3213244"/>
              <a:ext cx="6539328" cy="837914"/>
              <a:chOff x="4357272" y="3878985"/>
              <a:chExt cx="6539328" cy="501113"/>
            </a:xfrm>
          </p:grpSpPr>
          <p:sp>
            <p:nvSpPr>
              <p:cNvPr id="29" name="ComponentBackground3">
                <a:extLst>
                  <a:ext uri="{FF2B5EF4-FFF2-40B4-BE49-F238E27FC236}">
                    <a16:creationId xmlns:a16="http://schemas.microsoft.com/office/drawing/2014/main" id="{FA8A62BA-03AD-86A1-7F91-FD00AE760FD7}"/>
                  </a:ext>
                </a:extLst>
              </p:cNvPr>
              <p:cNvSpPr/>
              <p:nvPr/>
            </p:nvSpPr>
            <p:spPr>
              <a:xfrm>
                <a:off x="6415537" y="3878985"/>
                <a:ext cx="4481063" cy="501112"/>
              </a:xfrm>
              <a:prstGeom prst="roundRect">
                <a:avLst>
                  <a:gd name="adj" fmla="val 500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p>
                <a:pPr algn="ctr"/>
                <a:endParaRPr kumimoji="1" lang="zh-CN" altLang="en-US" sz="2000" b="1">
                  <a:solidFill>
                    <a:schemeClr val="tx1"/>
                  </a:solidFill>
                </a:endParaRPr>
              </a:p>
            </p:txBody>
          </p:sp>
          <p:sp>
            <p:nvSpPr>
              <p:cNvPr id="30" name="Text3">
                <a:extLst>
                  <a:ext uri="{FF2B5EF4-FFF2-40B4-BE49-F238E27FC236}">
                    <a16:creationId xmlns:a16="http://schemas.microsoft.com/office/drawing/2014/main" id="{3974E185-F25E-EEA4-F052-A5CE68558ECB}"/>
                  </a:ext>
                </a:extLst>
              </p:cNvPr>
              <p:cNvSpPr txBox="1"/>
              <p:nvPr/>
            </p:nvSpPr>
            <p:spPr>
              <a:xfrm>
                <a:off x="6664457" y="3878986"/>
                <a:ext cx="3987800" cy="501112"/>
              </a:xfrm>
              <a:prstGeom prst="rect">
                <a:avLst/>
              </a:prstGeom>
              <a:noFill/>
            </p:spPr>
            <p:txBody>
              <a:bodyPr wrap="square" anchor="ctr" anchorCtr="0">
                <a:noAutofit/>
              </a:bodyPr>
              <a:lstStyle/>
              <a:p>
                <a:pPr>
                  <a:lnSpc>
                    <a:spcPct val="120000"/>
                  </a:lnSpc>
                </a:pPr>
                <a:r>
                  <a:rPr lang="zh-CN" altLang="en-US" sz="1400" dirty="0">
                    <a:solidFill>
                      <a:schemeClr val="tx1"/>
                    </a:solidFill>
                  </a:rPr>
                  <a:t>强大的数据处理能力，保证数据准确性和高效性。</a:t>
                </a:r>
              </a:p>
            </p:txBody>
          </p:sp>
          <p:sp>
            <p:nvSpPr>
              <p:cNvPr id="31" name="Bullet3">
                <a:extLst>
                  <a:ext uri="{FF2B5EF4-FFF2-40B4-BE49-F238E27FC236}">
                    <a16:creationId xmlns:a16="http://schemas.microsoft.com/office/drawing/2014/main" id="{719FE007-D418-64D8-FA1D-E629D0BA74F2}"/>
                  </a:ext>
                </a:extLst>
              </p:cNvPr>
              <p:cNvSpPr txBox="1"/>
              <p:nvPr/>
            </p:nvSpPr>
            <p:spPr>
              <a:xfrm>
                <a:off x="4357272" y="3980723"/>
                <a:ext cx="2020306" cy="305230"/>
              </a:xfrm>
              <a:prstGeom prst="rect">
                <a:avLst/>
              </a:prstGeom>
              <a:noFill/>
            </p:spPr>
            <p:txBody>
              <a:bodyPr wrap="square" anchor="ctr" anchorCtr="0">
                <a:normAutofit/>
              </a:bodyPr>
              <a:lstStyle/>
              <a:p>
                <a:r>
                  <a:rPr lang="zh-CN" altLang="en-US" sz="2000" b="1" dirty="0">
                    <a:solidFill>
                      <a:schemeClr val="tx1"/>
                    </a:solidFill>
                  </a:rPr>
                  <a:t>数据处理能力</a:t>
                </a:r>
              </a:p>
            </p:txBody>
          </p:sp>
        </p:grpSp>
        <p:grpSp>
          <p:nvGrpSpPr>
            <p:cNvPr id="21" name="组合 20">
              <a:extLst>
                <a:ext uri="{FF2B5EF4-FFF2-40B4-BE49-F238E27FC236}">
                  <a16:creationId xmlns:a16="http://schemas.microsoft.com/office/drawing/2014/main" id="{2823B083-AE42-53F4-8A0B-7D251C03DC15}"/>
                </a:ext>
              </a:extLst>
            </p:cNvPr>
            <p:cNvGrpSpPr/>
            <p:nvPr/>
          </p:nvGrpSpPr>
          <p:grpSpPr>
            <a:xfrm>
              <a:off x="4870855" y="4254715"/>
              <a:ext cx="6539328" cy="837914"/>
              <a:chOff x="4357272" y="4784781"/>
              <a:chExt cx="6539328" cy="501113"/>
            </a:xfrm>
          </p:grpSpPr>
          <p:sp>
            <p:nvSpPr>
              <p:cNvPr id="26" name="ComponentBackground4">
                <a:extLst>
                  <a:ext uri="{FF2B5EF4-FFF2-40B4-BE49-F238E27FC236}">
                    <a16:creationId xmlns:a16="http://schemas.microsoft.com/office/drawing/2014/main" id="{BE3DFAB9-2C88-28FE-761A-1EE08721105A}"/>
                  </a:ext>
                </a:extLst>
              </p:cNvPr>
              <p:cNvSpPr/>
              <p:nvPr/>
            </p:nvSpPr>
            <p:spPr>
              <a:xfrm>
                <a:off x="6415537" y="4784781"/>
                <a:ext cx="4481063" cy="501112"/>
              </a:xfrm>
              <a:prstGeom prst="roundRect">
                <a:avLst>
                  <a:gd name="adj" fmla="val 500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p>
                <a:pPr algn="ctr"/>
                <a:endParaRPr kumimoji="1" lang="zh-CN" altLang="en-US" sz="2000" b="1">
                  <a:solidFill>
                    <a:schemeClr val="tx1"/>
                  </a:solidFill>
                </a:endParaRPr>
              </a:p>
            </p:txBody>
          </p:sp>
          <p:sp>
            <p:nvSpPr>
              <p:cNvPr id="27" name="Text4">
                <a:extLst>
                  <a:ext uri="{FF2B5EF4-FFF2-40B4-BE49-F238E27FC236}">
                    <a16:creationId xmlns:a16="http://schemas.microsoft.com/office/drawing/2014/main" id="{E07C83A0-53DB-26E1-0211-2B18E4DCFEC5}"/>
                  </a:ext>
                </a:extLst>
              </p:cNvPr>
              <p:cNvSpPr txBox="1"/>
              <p:nvPr/>
            </p:nvSpPr>
            <p:spPr>
              <a:xfrm>
                <a:off x="6664457" y="4784782"/>
                <a:ext cx="3987800" cy="501112"/>
              </a:xfrm>
              <a:prstGeom prst="rect">
                <a:avLst/>
              </a:prstGeom>
              <a:noFill/>
            </p:spPr>
            <p:txBody>
              <a:bodyPr wrap="square" anchor="ctr" anchorCtr="0">
                <a:normAutofit/>
              </a:bodyPr>
              <a:lstStyle/>
              <a:p>
                <a:pPr>
                  <a:lnSpc>
                    <a:spcPct val="120000"/>
                  </a:lnSpc>
                </a:pPr>
                <a:r>
                  <a:rPr lang="zh-CN" altLang="en-US" sz="1400" dirty="0">
                    <a:solidFill>
                      <a:schemeClr val="tx1"/>
                    </a:solidFill>
                  </a:rPr>
                  <a:t>严格的访问控制和数据加密，确保用户数据安全。</a:t>
                </a:r>
              </a:p>
            </p:txBody>
          </p:sp>
          <p:sp>
            <p:nvSpPr>
              <p:cNvPr id="28" name="Bullet4">
                <a:extLst>
                  <a:ext uri="{FF2B5EF4-FFF2-40B4-BE49-F238E27FC236}">
                    <a16:creationId xmlns:a16="http://schemas.microsoft.com/office/drawing/2014/main" id="{C34D5FBC-4FBB-F015-56D7-821263A61C93}"/>
                  </a:ext>
                </a:extLst>
              </p:cNvPr>
              <p:cNvSpPr txBox="1"/>
              <p:nvPr/>
            </p:nvSpPr>
            <p:spPr>
              <a:xfrm>
                <a:off x="4357272" y="4886519"/>
                <a:ext cx="2020306" cy="305230"/>
              </a:xfrm>
              <a:prstGeom prst="rect">
                <a:avLst/>
              </a:prstGeom>
              <a:noFill/>
            </p:spPr>
            <p:txBody>
              <a:bodyPr wrap="square" anchor="ctr" anchorCtr="0">
                <a:normAutofit/>
              </a:bodyPr>
              <a:lstStyle/>
              <a:p>
                <a:r>
                  <a:rPr lang="zh-CN" altLang="en-US" sz="2000" b="1" dirty="0">
                    <a:solidFill>
                      <a:schemeClr val="tx1"/>
                    </a:solidFill>
                  </a:rPr>
                  <a:t>安全性保障</a:t>
                </a:r>
              </a:p>
            </p:txBody>
          </p:sp>
        </p:grpSp>
        <p:grpSp>
          <p:nvGrpSpPr>
            <p:cNvPr id="3" name="组合 2">
              <a:extLst>
                <a:ext uri="{FF2B5EF4-FFF2-40B4-BE49-F238E27FC236}">
                  <a16:creationId xmlns:a16="http://schemas.microsoft.com/office/drawing/2014/main" id="{6CDBE6FA-2483-1F55-1AF3-BD8DEEEC7B3E}"/>
                </a:ext>
              </a:extLst>
            </p:cNvPr>
            <p:cNvGrpSpPr/>
            <p:nvPr/>
          </p:nvGrpSpPr>
          <p:grpSpPr>
            <a:xfrm>
              <a:off x="4870855" y="5296186"/>
              <a:ext cx="6539328" cy="837914"/>
              <a:chOff x="4357272" y="4784781"/>
              <a:chExt cx="6539328" cy="501113"/>
            </a:xfrm>
          </p:grpSpPr>
          <p:sp>
            <p:nvSpPr>
              <p:cNvPr id="17" name="ComponentBackground4">
                <a:extLst>
                  <a:ext uri="{FF2B5EF4-FFF2-40B4-BE49-F238E27FC236}">
                    <a16:creationId xmlns:a16="http://schemas.microsoft.com/office/drawing/2014/main" id="{71FBC698-E2C6-63C6-6726-180767EDAFA6}"/>
                  </a:ext>
                </a:extLst>
              </p:cNvPr>
              <p:cNvSpPr/>
              <p:nvPr/>
            </p:nvSpPr>
            <p:spPr>
              <a:xfrm>
                <a:off x="6415537" y="4784781"/>
                <a:ext cx="4481063" cy="501112"/>
              </a:xfrm>
              <a:prstGeom prst="roundRect">
                <a:avLst>
                  <a:gd name="adj" fmla="val 500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p>
                <a:pPr algn="ctr"/>
                <a:endParaRPr kumimoji="1" lang="zh-CN" altLang="en-US" sz="2000" b="1">
                  <a:solidFill>
                    <a:schemeClr val="tx1"/>
                  </a:solidFill>
                </a:endParaRPr>
              </a:p>
            </p:txBody>
          </p:sp>
          <p:sp>
            <p:nvSpPr>
              <p:cNvPr id="22" name="Text4">
                <a:extLst>
                  <a:ext uri="{FF2B5EF4-FFF2-40B4-BE49-F238E27FC236}">
                    <a16:creationId xmlns:a16="http://schemas.microsoft.com/office/drawing/2014/main" id="{1A03C2A2-3D1E-4ADB-139C-8A42249B8288}"/>
                  </a:ext>
                </a:extLst>
              </p:cNvPr>
              <p:cNvSpPr txBox="1"/>
              <p:nvPr/>
            </p:nvSpPr>
            <p:spPr>
              <a:xfrm>
                <a:off x="6664457" y="4784782"/>
                <a:ext cx="3987800" cy="501112"/>
              </a:xfrm>
              <a:prstGeom prst="rect">
                <a:avLst/>
              </a:prstGeom>
              <a:noFill/>
            </p:spPr>
            <p:txBody>
              <a:bodyPr wrap="square" anchor="ctr" anchorCtr="0">
                <a:normAutofit/>
              </a:bodyPr>
              <a:lstStyle/>
              <a:p>
                <a:pPr>
                  <a:lnSpc>
                    <a:spcPct val="120000"/>
                  </a:lnSpc>
                </a:pPr>
                <a:r>
                  <a:rPr lang="zh-CN" altLang="en-US" sz="1400" dirty="0">
                    <a:solidFill>
                      <a:schemeClr val="tx1"/>
                    </a:solidFill>
                  </a:rPr>
                  <a:t>在智能家居、工业自动化等领域已有成功应用案例。</a:t>
                </a:r>
              </a:p>
            </p:txBody>
          </p:sp>
          <p:sp>
            <p:nvSpPr>
              <p:cNvPr id="23" name="Bullet4">
                <a:extLst>
                  <a:ext uri="{FF2B5EF4-FFF2-40B4-BE49-F238E27FC236}">
                    <a16:creationId xmlns:a16="http://schemas.microsoft.com/office/drawing/2014/main" id="{B60459AC-89D7-84A5-7450-6D1F27D858DE}"/>
                  </a:ext>
                </a:extLst>
              </p:cNvPr>
              <p:cNvSpPr txBox="1"/>
              <p:nvPr/>
            </p:nvSpPr>
            <p:spPr>
              <a:xfrm>
                <a:off x="4357272" y="4886519"/>
                <a:ext cx="2020306" cy="305230"/>
              </a:xfrm>
              <a:prstGeom prst="rect">
                <a:avLst/>
              </a:prstGeom>
              <a:noFill/>
            </p:spPr>
            <p:txBody>
              <a:bodyPr wrap="square" anchor="ctr" anchorCtr="0">
                <a:normAutofit/>
              </a:bodyPr>
              <a:lstStyle/>
              <a:p>
                <a:r>
                  <a:rPr lang="zh-CN" altLang="en-US" sz="2000" b="1" dirty="0">
                    <a:solidFill>
                      <a:schemeClr val="tx1"/>
                    </a:solidFill>
                  </a:rPr>
                  <a:t>应用案例</a:t>
                </a:r>
              </a:p>
            </p:txBody>
          </p:sp>
        </p:grpSp>
      </p:grpSp>
    </p:spTree>
    <p:extLst>
      <p:ext uri="{BB962C8B-B14F-4D97-AF65-F5344CB8AC3E}">
        <p14:creationId xmlns:p14="http://schemas.microsoft.com/office/powerpoint/2010/main" val="4055323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技术创新与应用</a:t>
            </a:r>
            <a:endParaRPr lang="en-US" dirty="0"/>
          </a:p>
        </p:txBody>
      </p:sp>
      <p:sp>
        <p:nvSpPr>
          <p:cNvPr id="25" name="文本占位符 24"/>
          <p:cNvSpPr>
            <a:spLocks noGrp="1"/>
          </p:cNvSpPr>
          <p:nvPr>
            <p:ph type="body" sz="quarter" idx="1" hasCustomPrompt="1"/>
          </p:nvPr>
        </p:nvSpPr>
        <p:spPr/>
        <p:txBody>
          <a:bodyPr/>
          <a:lstStyle/>
          <a:p>
            <a:r>
              <a:rPr lang="zh-CN" altLang="en-US" dirty="0"/>
              <a:t>探讨前沿技术，分享应用案例</a:t>
            </a:r>
            <a:endParaRPr lang="en-US" dirty="0"/>
          </a:p>
        </p:txBody>
      </p:sp>
      <p:sp>
        <p:nvSpPr>
          <p:cNvPr id="2" name="文本框 1">
            <a:extLst>
              <a:ext uri="{FF2B5EF4-FFF2-40B4-BE49-F238E27FC236}">
                <a16:creationId xmlns:a16="http://schemas.microsoft.com/office/drawing/2014/main" id="{33E27D52-A693-1D3F-522E-59167F72BA58}"/>
              </a:ext>
            </a:extLst>
          </p:cNvPr>
          <p:cNvSpPr txBox="1"/>
          <p:nvPr/>
        </p:nvSpPr>
        <p:spPr>
          <a:xfrm>
            <a:off x="4645660" y="813668"/>
            <a:ext cx="2887980" cy="1969860"/>
          </a:xfrm>
          <a:prstGeom prst="rect">
            <a:avLst/>
          </a:prstGeom>
          <a:noFill/>
        </p:spPr>
        <p:txBody>
          <a:bodyPr wrap="square" rtlCol="0" anchor="ctr">
            <a:normAutofit fontScale="92500" lnSpcReduction="10000"/>
          </a:bodyPr>
          <a:lstStyle/>
          <a:p>
            <a:pPr algn="ctr"/>
            <a:r>
              <a:rPr lang="en-US" altLang="zh-CN" sz="13800" b="1" dirty="0">
                <a:gradFill flip="none" rotWithShape="1">
                  <a:gsLst>
                    <a:gs pos="0">
                      <a:schemeClr val="accent1"/>
                    </a:gs>
                    <a:gs pos="73000">
                      <a:schemeClr val="accent1">
                        <a:lumMod val="20000"/>
                        <a:lumOff val="80000"/>
                        <a:alpha val="0"/>
                      </a:schemeClr>
                    </a:gs>
                  </a:gsLst>
                  <a:lin ang="5400000" scaled="1"/>
                  <a:tileRect/>
                </a:gradFill>
              </a:rPr>
              <a:t>03</a:t>
            </a:r>
            <a:endParaRPr lang="zh-CN" altLang="en-US" sz="13800" b="1" dirty="0">
              <a:gradFill flip="none" rotWithShape="1">
                <a:gsLst>
                  <a:gs pos="0">
                    <a:schemeClr val="accent1"/>
                  </a:gs>
                  <a:gs pos="73000">
                    <a:schemeClr val="accent1">
                      <a:lumMod val="20000"/>
                      <a:lumOff val="80000"/>
                      <a:alpha val="0"/>
                    </a:schemeClr>
                  </a:gs>
                </a:gsLst>
                <a:lin ang="5400000" scaled="1"/>
                <a:tileRect/>
              </a:gra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D303C4-8CEF-DDD5-7509-0109C01FD348}"/>
              </a:ext>
            </a:extLst>
          </p:cNvPr>
          <p:cNvSpPr>
            <a:spLocks noGrp="1"/>
          </p:cNvSpPr>
          <p:nvPr>
            <p:ph type="title"/>
          </p:nvPr>
        </p:nvSpPr>
        <p:spPr/>
        <p:txBody>
          <a:bodyPr/>
          <a:lstStyle/>
          <a:p>
            <a:r>
              <a:rPr lang="zh-CN" altLang="en-US"/>
              <a:t>智能机器人</a:t>
            </a:r>
          </a:p>
        </p:txBody>
      </p:sp>
      <p:grpSp>
        <p:nvGrpSpPr>
          <p:cNvPr id="6" name="组合 5">
            <a:extLst>
              <a:ext uri="{FF2B5EF4-FFF2-40B4-BE49-F238E27FC236}">
                <a16:creationId xmlns:a16="http://schemas.microsoft.com/office/drawing/2014/main" id="{A78E8AE9-1D8B-E186-4237-6BAED3E1A92A}"/>
              </a:ext>
            </a:extLst>
          </p:cNvPr>
          <p:cNvGrpSpPr/>
          <p:nvPr/>
        </p:nvGrpSpPr>
        <p:grpSpPr>
          <a:xfrm>
            <a:off x="660400" y="1088858"/>
            <a:ext cx="10854117" cy="5313224"/>
            <a:chOff x="660400" y="1088858"/>
            <a:chExt cx="10854117" cy="5313224"/>
          </a:xfrm>
        </p:grpSpPr>
        <p:sp>
          <p:nvSpPr>
            <p:cNvPr id="5" name="矩形 4">
              <a:extLst>
                <a:ext uri="{FF2B5EF4-FFF2-40B4-BE49-F238E27FC236}">
                  <a16:creationId xmlns:a16="http://schemas.microsoft.com/office/drawing/2014/main" id="{2BBB577F-0F47-47E8-5E87-E6869A7DA326}"/>
                </a:ext>
              </a:extLst>
            </p:cNvPr>
            <p:cNvSpPr/>
            <p:nvPr/>
          </p:nvSpPr>
          <p:spPr>
            <a:xfrm>
              <a:off x="4967987" y="2146881"/>
              <a:ext cx="3381566" cy="3345257"/>
            </a:xfrm>
            <a:prstGeom prst="rect">
              <a:avLst/>
            </a:pr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1" name="组合 50">
              <a:extLst>
                <a:ext uri="{FF2B5EF4-FFF2-40B4-BE49-F238E27FC236}">
                  <a16:creationId xmlns:a16="http://schemas.microsoft.com/office/drawing/2014/main" id="{28FDEF4C-0815-ADCC-2D22-7D6BF771B59D}"/>
                </a:ext>
              </a:extLst>
            </p:cNvPr>
            <p:cNvGrpSpPr/>
            <p:nvPr/>
          </p:nvGrpSpPr>
          <p:grpSpPr>
            <a:xfrm>
              <a:off x="660400" y="1088858"/>
              <a:ext cx="10854117" cy="5313224"/>
              <a:chOff x="660400" y="1088858"/>
              <a:chExt cx="10854117" cy="5313224"/>
            </a:xfrm>
          </p:grpSpPr>
          <p:grpSp>
            <p:nvGrpSpPr>
              <p:cNvPr id="50" name="组合 49">
                <a:extLst>
                  <a:ext uri="{FF2B5EF4-FFF2-40B4-BE49-F238E27FC236}">
                    <a16:creationId xmlns:a16="http://schemas.microsoft.com/office/drawing/2014/main" id="{05441486-CEC3-8C6E-1684-4DBC983E9F40}"/>
                  </a:ext>
                </a:extLst>
              </p:cNvPr>
              <p:cNvGrpSpPr/>
              <p:nvPr/>
            </p:nvGrpSpPr>
            <p:grpSpPr>
              <a:xfrm>
                <a:off x="4614086" y="1338897"/>
                <a:ext cx="5063185" cy="5063185"/>
                <a:chOff x="4614086" y="1338897"/>
                <a:chExt cx="5063185" cy="5063185"/>
              </a:xfrm>
            </p:grpSpPr>
            <p:sp>
              <p:nvSpPr>
                <p:cNvPr id="31" name="ï$ḻïḓè">
                  <a:extLst>
                    <a:ext uri="{FF2B5EF4-FFF2-40B4-BE49-F238E27FC236}">
                      <a16:creationId xmlns:a16="http://schemas.microsoft.com/office/drawing/2014/main" id="{8A5BB8A7-C0F5-D142-53B2-5272C6F7F1B1}"/>
                    </a:ext>
                  </a:extLst>
                </p:cNvPr>
                <p:cNvSpPr/>
                <p:nvPr/>
              </p:nvSpPr>
              <p:spPr>
                <a:xfrm flipH="1">
                  <a:off x="4614086" y="1338897"/>
                  <a:ext cx="5063185" cy="5063185"/>
                </a:xfrm>
                <a:prstGeom prst="ellipse">
                  <a:avLst/>
                </a:prstGeom>
                <a:noFill/>
                <a:ln w="635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2" name="îSḷïde">
                  <a:extLst>
                    <a:ext uri="{FF2B5EF4-FFF2-40B4-BE49-F238E27FC236}">
                      <a16:creationId xmlns:a16="http://schemas.microsoft.com/office/drawing/2014/main" id="{3F985ADB-5637-073E-EC60-4D903421B9D0}"/>
                    </a:ext>
                  </a:extLst>
                </p:cNvPr>
                <p:cNvSpPr/>
                <p:nvPr/>
              </p:nvSpPr>
              <p:spPr>
                <a:xfrm flipH="1">
                  <a:off x="5378052" y="2102862"/>
                  <a:ext cx="3535254" cy="3535254"/>
                </a:xfrm>
                <a:prstGeom prst="ellipse">
                  <a:avLst/>
                </a:prstGeom>
                <a:noFill/>
                <a:ln w="63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3" name="iṥlïďe">
                  <a:extLst>
                    <a:ext uri="{FF2B5EF4-FFF2-40B4-BE49-F238E27FC236}">
                      <a16:creationId xmlns:a16="http://schemas.microsoft.com/office/drawing/2014/main" id="{B67F197E-68E8-586B-B3E4-0EBEA73B1651}"/>
                    </a:ext>
                  </a:extLst>
                </p:cNvPr>
                <p:cNvSpPr/>
                <p:nvPr/>
              </p:nvSpPr>
              <p:spPr>
                <a:xfrm flipH="1">
                  <a:off x="6042593" y="2767403"/>
                  <a:ext cx="2206172" cy="2206172"/>
                </a:xfrm>
                <a:prstGeom prst="ellipse">
                  <a:avLst/>
                </a:prstGeom>
                <a:gradFill>
                  <a:gsLst>
                    <a:gs pos="0">
                      <a:schemeClr val="accent1">
                        <a:alpha val="20000"/>
                      </a:schemeClr>
                    </a:gs>
                    <a:gs pos="100000">
                      <a:schemeClr val="accent1">
                        <a:alpha val="0"/>
                      </a:schemeClr>
                    </a:gs>
                  </a:gsLst>
                  <a:lin ang="5400000" scaled="1"/>
                </a:gradFill>
                <a:ln>
                  <a:gradFill>
                    <a:gsLst>
                      <a:gs pos="0">
                        <a:schemeClr val="accent2">
                          <a:alpha val="20000"/>
                        </a:schemeClr>
                      </a:gs>
                      <a:gs pos="79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ym typeface="Arial" panose="020B0604020202020204" pitchFamily="34" charset="0"/>
                  </a:endParaRPr>
                </a:p>
              </p:txBody>
            </p:sp>
          </p:grpSp>
          <p:cxnSp>
            <p:nvCxnSpPr>
              <p:cNvPr id="34" name="îŝľiḓé">
                <a:extLst>
                  <a:ext uri="{FF2B5EF4-FFF2-40B4-BE49-F238E27FC236}">
                    <a16:creationId xmlns:a16="http://schemas.microsoft.com/office/drawing/2014/main" id="{743DBE42-1B5C-7644-629F-BE5F33C078C8}"/>
                  </a:ext>
                </a:extLst>
              </p:cNvPr>
              <p:cNvCxnSpPr>
                <a:cxnSpLocks/>
              </p:cNvCxnSpPr>
              <p:nvPr/>
            </p:nvCxnSpPr>
            <p:spPr>
              <a:xfrm flipH="1">
                <a:off x="828929" y="2509970"/>
                <a:ext cx="787400" cy="0"/>
              </a:xfrm>
              <a:prstGeom prst="line">
                <a:avLst/>
              </a:prstGeom>
              <a:gradFill>
                <a:gsLst>
                  <a:gs pos="0">
                    <a:schemeClr val="accent1">
                      <a:lumMod val="60000"/>
                      <a:lumOff val="40000"/>
                    </a:schemeClr>
                  </a:gs>
                  <a:gs pos="60000">
                    <a:schemeClr val="accent1"/>
                  </a:gs>
                </a:gsLst>
                <a:lin ang="2700000" scaled="0"/>
              </a:gradFill>
              <a:ln w="1016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cxnSp>
          <p:sp>
            <p:nvSpPr>
              <p:cNvPr id="35" name="Title">
                <a:extLst>
                  <a:ext uri="{FF2B5EF4-FFF2-40B4-BE49-F238E27FC236}">
                    <a16:creationId xmlns:a16="http://schemas.microsoft.com/office/drawing/2014/main" id="{6F98D3A2-D269-C279-5089-56713B89C3E2}"/>
                  </a:ext>
                </a:extLst>
              </p:cNvPr>
              <p:cNvSpPr>
                <a:spLocks noChangeAspect="1"/>
              </p:cNvSpPr>
              <p:nvPr/>
            </p:nvSpPr>
            <p:spPr>
              <a:xfrm>
                <a:off x="666749" y="1130299"/>
                <a:ext cx="3643994" cy="1177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en-US" altLang="zh-CN" sz="28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5G</a:t>
                </a:r>
                <a:r>
                  <a:rPr lang="zh-CN" altLang="en-US" sz="28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网络特点、应用场景及发展趋势</a:t>
                </a:r>
              </a:p>
            </p:txBody>
          </p:sp>
          <p:grpSp>
            <p:nvGrpSpPr>
              <p:cNvPr id="36" name="组合 35">
                <a:extLst>
                  <a:ext uri="{FF2B5EF4-FFF2-40B4-BE49-F238E27FC236}">
                    <a16:creationId xmlns:a16="http://schemas.microsoft.com/office/drawing/2014/main" id="{1E06B3A7-C3E4-0C22-BC04-C5A8DA56C1AF}"/>
                  </a:ext>
                </a:extLst>
              </p:cNvPr>
              <p:cNvGrpSpPr/>
              <p:nvPr/>
            </p:nvGrpSpPr>
            <p:grpSpPr>
              <a:xfrm>
                <a:off x="660400" y="3453413"/>
                <a:ext cx="5052357" cy="2184699"/>
                <a:chOff x="660400" y="3453413"/>
                <a:chExt cx="5052357" cy="2184699"/>
              </a:xfrm>
            </p:grpSpPr>
            <p:sp>
              <p:nvSpPr>
                <p:cNvPr id="46" name="IconBackground1">
                  <a:extLst>
                    <a:ext uri="{FF2B5EF4-FFF2-40B4-BE49-F238E27FC236}">
                      <a16:creationId xmlns:a16="http://schemas.microsoft.com/office/drawing/2014/main" id="{3B2329D6-C15E-76B5-CF48-6FB4C68340C6}"/>
                    </a:ext>
                  </a:extLst>
                </p:cNvPr>
                <p:cNvSpPr txBox="1"/>
                <p:nvPr/>
              </p:nvSpPr>
              <p:spPr>
                <a:xfrm>
                  <a:off x="5172757" y="3453413"/>
                  <a:ext cx="540000" cy="540000"/>
                </a:xfrm>
                <a:prstGeom prst="roundRect">
                  <a:avLst>
                    <a:gd name="adj" fmla="val 50000"/>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lnSpcReduction="10000"/>
                </a:bodyPr>
                <a:lstStyle>
                  <a:defPPr>
                    <a:defRPr lang="en-US"/>
                  </a:defPPr>
                  <a:lvl1pPr algn="ctr">
                    <a:defRPr sz="20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Arial" panose="020B0604020202020204" pitchFamily="34" charset="0"/>
                    </a:rPr>
                    <a:t>01</a:t>
                  </a:r>
                  <a:endParaRPr lang="zh-CN" altLang="en-US" dirty="0">
                    <a:sym typeface="Arial" panose="020B0604020202020204" pitchFamily="34" charset="0"/>
                  </a:endParaRPr>
                </a:p>
              </p:txBody>
            </p:sp>
            <p:sp>
              <p:nvSpPr>
                <p:cNvPr id="47" name="Bullet1">
                  <a:extLst>
                    <a:ext uri="{FF2B5EF4-FFF2-40B4-BE49-F238E27FC236}">
                      <a16:creationId xmlns:a16="http://schemas.microsoft.com/office/drawing/2014/main" id="{DB28F8B7-088A-DC15-7BF4-D990F49927DC}"/>
                    </a:ext>
                  </a:extLst>
                </p:cNvPr>
                <p:cNvSpPr>
                  <a:spLocks/>
                </p:cNvSpPr>
                <p:nvPr/>
              </p:nvSpPr>
              <p:spPr>
                <a:xfrm>
                  <a:off x="2012603" y="3469691"/>
                  <a:ext cx="3097567" cy="618030"/>
                </a:xfrm>
                <a:prstGeom prst="roundRect">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dirty="0">
                      <a:sym typeface="Arial" panose="020B0604020202020204" pitchFamily="34" charset="0"/>
                    </a:rPr>
                    <a:t>低时延</a:t>
                  </a:r>
                </a:p>
              </p:txBody>
            </p:sp>
            <p:sp>
              <p:nvSpPr>
                <p:cNvPr id="48" name="Text1">
                  <a:extLst>
                    <a:ext uri="{FF2B5EF4-FFF2-40B4-BE49-F238E27FC236}">
                      <a16:creationId xmlns:a16="http://schemas.microsoft.com/office/drawing/2014/main" id="{AC0D49B3-796D-2CF1-082C-8C6B294FF98B}"/>
                    </a:ext>
                  </a:extLst>
                </p:cNvPr>
                <p:cNvSpPr txBox="1">
                  <a:spLocks/>
                </p:cNvSpPr>
                <p:nvPr/>
              </p:nvSpPr>
              <p:spPr>
                <a:xfrm flipH="1">
                  <a:off x="660400" y="4201492"/>
                  <a:ext cx="4449766" cy="1436620"/>
                </a:xfrm>
                <a:prstGeom prst="roundRect">
                  <a:avLst>
                    <a:gd name="adj" fmla="val 83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algn="ctr">
                    <a:defRPr kumimoji="1" sz="2000"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r">
                    <a:lnSpc>
                      <a:spcPct val="120000"/>
                    </a:lnSpc>
                  </a:pPr>
                  <a:r>
                    <a:rPr lang="en-US" altLang="zh-CN" sz="1400" b="0" dirty="0">
                      <a:sym typeface="Arial" panose="020B0604020202020204" pitchFamily="34" charset="0"/>
                    </a:rPr>
                    <a:t>5G</a:t>
                  </a:r>
                  <a:r>
                    <a:rPr lang="zh-CN" altLang="en-US" sz="1400" b="0" dirty="0">
                      <a:sym typeface="Arial" panose="020B0604020202020204" pitchFamily="34" charset="0"/>
                    </a:rPr>
                    <a:t>网络时延低至</a:t>
                  </a:r>
                  <a:r>
                    <a:rPr lang="en-US" altLang="zh-CN" sz="1400" b="0" dirty="0">
                      <a:sym typeface="Arial" panose="020B0604020202020204" pitchFamily="34" charset="0"/>
                    </a:rPr>
                    <a:t>1</a:t>
                  </a:r>
                  <a:r>
                    <a:rPr lang="zh-CN" altLang="en-US" sz="1400" b="0" dirty="0">
                      <a:sym typeface="Arial" panose="020B0604020202020204" pitchFamily="34" charset="0"/>
                    </a:rPr>
                    <a:t>毫秒，支持实时通信，适用于自动驾驶等应用。</a:t>
                  </a:r>
                </a:p>
              </p:txBody>
            </p:sp>
          </p:grpSp>
          <p:grpSp>
            <p:nvGrpSpPr>
              <p:cNvPr id="37" name="组合 36">
                <a:extLst>
                  <a:ext uri="{FF2B5EF4-FFF2-40B4-BE49-F238E27FC236}">
                    <a16:creationId xmlns:a16="http://schemas.microsoft.com/office/drawing/2014/main" id="{FDEBCBE1-D19A-C919-D30D-522B0835DF3F}"/>
                  </a:ext>
                </a:extLst>
              </p:cNvPr>
              <p:cNvGrpSpPr/>
              <p:nvPr/>
            </p:nvGrpSpPr>
            <p:grpSpPr>
              <a:xfrm>
                <a:off x="6862075" y="1088858"/>
                <a:ext cx="4652442" cy="1855202"/>
                <a:chOff x="6862075" y="1088858"/>
                <a:chExt cx="4652442" cy="1855202"/>
              </a:xfrm>
            </p:grpSpPr>
            <p:sp>
              <p:nvSpPr>
                <p:cNvPr id="43" name="IconBackground2">
                  <a:extLst>
                    <a:ext uri="{FF2B5EF4-FFF2-40B4-BE49-F238E27FC236}">
                      <a16:creationId xmlns:a16="http://schemas.microsoft.com/office/drawing/2014/main" id="{EEE8381B-F728-BB98-95F2-4275FB630AA2}"/>
                    </a:ext>
                  </a:extLst>
                </p:cNvPr>
                <p:cNvSpPr txBox="1"/>
                <p:nvPr/>
              </p:nvSpPr>
              <p:spPr>
                <a:xfrm>
                  <a:off x="6862075" y="1088858"/>
                  <a:ext cx="540000" cy="540000"/>
                </a:xfrm>
                <a:prstGeom prst="roundRect">
                  <a:avLst>
                    <a:gd name="adj" fmla="val 50000"/>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lnSpcReduction="10000"/>
                </a:bodyPr>
                <a:lstStyle>
                  <a:defPPr>
                    <a:defRPr lang="en-US"/>
                  </a:defPPr>
                  <a:lvl1pPr algn="ctr">
                    <a:defRPr sz="20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Arial" panose="020B0604020202020204" pitchFamily="34" charset="0"/>
                    </a:rPr>
                    <a:t>02</a:t>
                  </a:r>
                  <a:endParaRPr lang="zh-CN" altLang="en-US" dirty="0">
                    <a:sym typeface="Arial" panose="020B0604020202020204" pitchFamily="34" charset="0"/>
                  </a:endParaRPr>
                </a:p>
              </p:txBody>
            </p:sp>
            <p:sp>
              <p:nvSpPr>
                <p:cNvPr id="44" name="Bullet2">
                  <a:extLst>
                    <a:ext uri="{FF2B5EF4-FFF2-40B4-BE49-F238E27FC236}">
                      <a16:creationId xmlns:a16="http://schemas.microsoft.com/office/drawing/2014/main" id="{E617C34C-69E3-DED6-58BD-B1C5B113681B}"/>
                    </a:ext>
                  </a:extLst>
                </p:cNvPr>
                <p:cNvSpPr>
                  <a:spLocks/>
                </p:cNvSpPr>
                <p:nvPr/>
              </p:nvSpPr>
              <p:spPr>
                <a:xfrm>
                  <a:off x="7568309" y="1166646"/>
                  <a:ext cx="3177180" cy="628965"/>
                </a:xfrm>
                <a:prstGeom prst="roundRect">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dirty="0">
                      <a:sym typeface="Arial" panose="020B0604020202020204" pitchFamily="34" charset="0"/>
                    </a:rPr>
                    <a:t>速度飞跃</a:t>
                  </a:r>
                </a:p>
              </p:txBody>
            </p:sp>
            <p:sp>
              <p:nvSpPr>
                <p:cNvPr id="45" name="Text2">
                  <a:extLst>
                    <a:ext uri="{FF2B5EF4-FFF2-40B4-BE49-F238E27FC236}">
                      <a16:creationId xmlns:a16="http://schemas.microsoft.com/office/drawing/2014/main" id="{B7BFE815-AA6E-0ABB-80ED-0DD1C0394B03}"/>
                    </a:ext>
                  </a:extLst>
                </p:cNvPr>
                <p:cNvSpPr txBox="1">
                  <a:spLocks/>
                </p:cNvSpPr>
                <p:nvPr/>
              </p:nvSpPr>
              <p:spPr>
                <a:xfrm flipH="1">
                  <a:off x="7557574" y="1930613"/>
                  <a:ext cx="3956943" cy="1013447"/>
                </a:xfrm>
                <a:prstGeom prst="roundRect">
                  <a:avLst>
                    <a:gd name="adj" fmla="val 83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algn="r">
                    <a:lnSpc>
                      <a:spcPct val="120000"/>
                    </a:lnSpc>
                    <a:defRPr kumimoji="1" sz="1400" b="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n-US" altLang="zh-CN" dirty="0">
                      <a:sym typeface="Arial" panose="020B0604020202020204" pitchFamily="34" charset="0"/>
                    </a:rPr>
                    <a:t>5G</a:t>
                  </a:r>
                  <a:r>
                    <a:rPr lang="zh-CN" altLang="en-US" dirty="0">
                      <a:sym typeface="Arial" panose="020B0604020202020204" pitchFamily="34" charset="0"/>
                    </a:rPr>
                    <a:t>网络速度可达</a:t>
                  </a:r>
                  <a:r>
                    <a:rPr lang="en-US" altLang="zh-CN" dirty="0">
                      <a:sym typeface="Arial" panose="020B0604020202020204" pitchFamily="34" charset="0"/>
                    </a:rPr>
                    <a:t>10Gbps</a:t>
                  </a:r>
                  <a:r>
                    <a:rPr lang="zh-CN" altLang="en-US" dirty="0">
                      <a:sym typeface="Arial" panose="020B0604020202020204" pitchFamily="34" charset="0"/>
                    </a:rPr>
                    <a:t>，是</a:t>
                  </a:r>
                  <a:r>
                    <a:rPr lang="en-US" altLang="zh-CN" dirty="0">
                      <a:sym typeface="Arial" panose="020B0604020202020204" pitchFamily="34" charset="0"/>
                    </a:rPr>
                    <a:t>4G</a:t>
                  </a:r>
                  <a:r>
                    <a:rPr lang="zh-CN" altLang="en-US" dirty="0">
                      <a:sym typeface="Arial" panose="020B0604020202020204" pitchFamily="34" charset="0"/>
                    </a:rPr>
                    <a:t>的</a:t>
                  </a:r>
                  <a:r>
                    <a:rPr lang="en-US" altLang="zh-CN" dirty="0">
                      <a:sym typeface="Arial" panose="020B0604020202020204" pitchFamily="34" charset="0"/>
                    </a:rPr>
                    <a:t>100</a:t>
                  </a:r>
                  <a:r>
                    <a:rPr lang="zh-CN" altLang="en-US" dirty="0">
                      <a:sym typeface="Arial" panose="020B0604020202020204" pitchFamily="34" charset="0"/>
                    </a:rPr>
                    <a:t>倍，实现高速数据传输。</a:t>
                  </a:r>
                </a:p>
              </p:txBody>
            </p:sp>
          </p:grpSp>
          <p:grpSp>
            <p:nvGrpSpPr>
              <p:cNvPr id="38" name="组合 37">
                <a:extLst>
                  <a:ext uri="{FF2B5EF4-FFF2-40B4-BE49-F238E27FC236}">
                    <a16:creationId xmlns:a16="http://schemas.microsoft.com/office/drawing/2014/main" id="{AA03A859-6CEC-133F-2BF9-27168A7DFC13}"/>
                  </a:ext>
                </a:extLst>
              </p:cNvPr>
              <p:cNvGrpSpPr/>
              <p:nvPr/>
            </p:nvGrpSpPr>
            <p:grpSpPr>
              <a:xfrm>
                <a:off x="7557574" y="3573025"/>
                <a:ext cx="3956943" cy="2739447"/>
                <a:chOff x="7557574" y="3573025"/>
                <a:chExt cx="3956943" cy="2739447"/>
              </a:xfrm>
            </p:grpSpPr>
            <p:sp>
              <p:nvSpPr>
                <p:cNvPr id="40" name="IconBackground3">
                  <a:extLst>
                    <a:ext uri="{FF2B5EF4-FFF2-40B4-BE49-F238E27FC236}">
                      <a16:creationId xmlns:a16="http://schemas.microsoft.com/office/drawing/2014/main" id="{9F5C4536-5B68-3827-3B44-FA7F63F32771}"/>
                    </a:ext>
                  </a:extLst>
                </p:cNvPr>
                <p:cNvSpPr txBox="1"/>
                <p:nvPr/>
              </p:nvSpPr>
              <p:spPr>
                <a:xfrm>
                  <a:off x="8670470" y="3573025"/>
                  <a:ext cx="540000" cy="540000"/>
                </a:xfrm>
                <a:prstGeom prst="roundRect">
                  <a:avLst>
                    <a:gd name="adj" fmla="val 50000"/>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lnSpcReduction="10000"/>
                </a:bodyPr>
                <a:lstStyle>
                  <a:defPPr>
                    <a:defRPr lang="en-US"/>
                  </a:defPPr>
                  <a:lvl1pPr algn="ctr">
                    <a:defRPr sz="20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Arial" panose="020B0604020202020204" pitchFamily="34" charset="0"/>
                    </a:rPr>
                    <a:t>03</a:t>
                  </a:r>
                  <a:endParaRPr lang="zh-CN" altLang="en-US" dirty="0">
                    <a:sym typeface="Arial" panose="020B0604020202020204" pitchFamily="34" charset="0"/>
                  </a:endParaRPr>
                </a:p>
              </p:txBody>
            </p:sp>
            <p:sp>
              <p:nvSpPr>
                <p:cNvPr id="41" name="Bullet3">
                  <a:extLst>
                    <a:ext uri="{FF2B5EF4-FFF2-40B4-BE49-F238E27FC236}">
                      <a16:creationId xmlns:a16="http://schemas.microsoft.com/office/drawing/2014/main" id="{C36EE3CD-E99D-A5F7-DAF2-D32AD1154520}"/>
                    </a:ext>
                  </a:extLst>
                </p:cNvPr>
                <p:cNvSpPr>
                  <a:spLocks/>
                </p:cNvSpPr>
                <p:nvPr/>
              </p:nvSpPr>
              <p:spPr>
                <a:xfrm>
                  <a:off x="7568309" y="4402247"/>
                  <a:ext cx="3177180" cy="719966"/>
                </a:xfrm>
                <a:prstGeom prst="roundRect">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dirty="0">
                      <a:sym typeface="Arial" panose="020B0604020202020204" pitchFamily="34" charset="0"/>
                    </a:rPr>
                    <a:t>大连接</a:t>
                  </a:r>
                </a:p>
              </p:txBody>
            </p:sp>
            <p:sp>
              <p:nvSpPr>
                <p:cNvPr id="42" name="Text3">
                  <a:extLst>
                    <a:ext uri="{FF2B5EF4-FFF2-40B4-BE49-F238E27FC236}">
                      <a16:creationId xmlns:a16="http://schemas.microsoft.com/office/drawing/2014/main" id="{517F5E25-EEAC-F67F-92F4-EFF4ED24C97A}"/>
                    </a:ext>
                  </a:extLst>
                </p:cNvPr>
                <p:cNvSpPr txBox="1">
                  <a:spLocks/>
                </p:cNvSpPr>
                <p:nvPr/>
              </p:nvSpPr>
              <p:spPr>
                <a:xfrm flipH="1">
                  <a:off x="7557574" y="5257214"/>
                  <a:ext cx="3956943" cy="1055258"/>
                </a:xfrm>
                <a:prstGeom prst="roundRect">
                  <a:avLst>
                    <a:gd name="adj" fmla="val 83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algn="r">
                    <a:lnSpc>
                      <a:spcPct val="120000"/>
                    </a:lnSpc>
                    <a:defRPr kumimoji="1" sz="1400" b="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n-US" altLang="zh-CN" dirty="0">
                      <a:sym typeface="Arial" panose="020B0604020202020204" pitchFamily="34" charset="0"/>
                    </a:rPr>
                    <a:t>5G</a:t>
                  </a:r>
                  <a:r>
                    <a:rPr lang="zh-CN" altLang="en-US" dirty="0">
                      <a:sym typeface="Arial" panose="020B0604020202020204" pitchFamily="34" charset="0"/>
                    </a:rPr>
                    <a:t>网络支持百万级别设备连接，满足物联网大规模应用需求。</a:t>
                  </a:r>
                </a:p>
              </p:txBody>
            </p:sp>
          </p:grpSp>
        </p:grpSp>
      </p:grpSp>
    </p:spTree>
    <p:extLst>
      <p:ext uri="{BB962C8B-B14F-4D97-AF65-F5344CB8AC3E}">
        <p14:creationId xmlns:p14="http://schemas.microsoft.com/office/powerpoint/2010/main" val="3581295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72319-9DC2-1CE0-1B3B-FB890B75C35A}"/>
              </a:ext>
            </a:extLst>
          </p:cNvPr>
          <p:cNvSpPr>
            <a:spLocks noGrp="1"/>
          </p:cNvSpPr>
          <p:nvPr>
            <p:ph type="title"/>
          </p:nvPr>
        </p:nvSpPr>
        <p:spPr/>
        <p:txBody>
          <a:bodyPr/>
          <a:lstStyle/>
          <a:p>
            <a:r>
              <a:rPr lang="zh-CN" altLang="en-US" dirty="0"/>
              <a:t>人工智能与就业</a:t>
            </a:r>
          </a:p>
        </p:txBody>
      </p:sp>
      <p:grpSp>
        <p:nvGrpSpPr>
          <p:cNvPr id="81" name="组合 80">
            <a:extLst>
              <a:ext uri="{FF2B5EF4-FFF2-40B4-BE49-F238E27FC236}">
                <a16:creationId xmlns:a16="http://schemas.microsoft.com/office/drawing/2014/main" id="{CC54D45C-6308-6D91-B697-42C5C50D92E6}"/>
              </a:ext>
            </a:extLst>
          </p:cNvPr>
          <p:cNvGrpSpPr/>
          <p:nvPr/>
        </p:nvGrpSpPr>
        <p:grpSpPr>
          <a:xfrm>
            <a:off x="660400" y="1130300"/>
            <a:ext cx="10858500" cy="5287380"/>
            <a:chOff x="660400" y="1130300"/>
            <a:chExt cx="10858500" cy="5287380"/>
          </a:xfrm>
        </p:grpSpPr>
        <p:sp>
          <p:nvSpPr>
            <p:cNvPr id="5" name="Title">
              <a:extLst>
                <a:ext uri="{FF2B5EF4-FFF2-40B4-BE49-F238E27FC236}">
                  <a16:creationId xmlns:a16="http://schemas.microsoft.com/office/drawing/2014/main" id="{6BF0786E-B78A-3A81-3301-522154BC5F93}"/>
                </a:ext>
              </a:extLst>
            </p:cNvPr>
            <p:cNvSpPr txBox="1"/>
            <p:nvPr/>
          </p:nvSpPr>
          <p:spPr>
            <a:xfrm>
              <a:off x="660400" y="1130300"/>
              <a:ext cx="4748888" cy="1149914"/>
            </a:xfrm>
            <a:prstGeom prst="rect">
              <a:avLst/>
            </a:prstGeom>
            <a:noFill/>
          </p:spPr>
          <p:txBody>
            <a:bodyPr vert="horz"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t>自动化对就业市场的影响与应对策略</a:t>
              </a:r>
            </a:p>
          </p:txBody>
        </p:sp>
        <p:grpSp>
          <p:nvGrpSpPr>
            <p:cNvPr id="6" name="组合 5">
              <a:extLst>
                <a:ext uri="{FF2B5EF4-FFF2-40B4-BE49-F238E27FC236}">
                  <a16:creationId xmlns:a16="http://schemas.microsoft.com/office/drawing/2014/main" id="{D6A54A81-64DE-B5A3-0D05-705AE4D158D9}"/>
                </a:ext>
              </a:extLst>
            </p:cNvPr>
            <p:cNvGrpSpPr/>
            <p:nvPr/>
          </p:nvGrpSpPr>
          <p:grpSpPr>
            <a:xfrm>
              <a:off x="5500913" y="1130300"/>
              <a:ext cx="1944916" cy="4356100"/>
              <a:chOff x="5500913" y="1130300"/>
              <a:chExt cx="1944916" cy="4356100"/>
            </a:xfrm>
          </p:grpSpPr>
          <p:sp>
            <p:nvSpPr>
              <p:cNvPr id="48" name="Picture1">
                <a:extLst>
                  <a:ext uri="{FF2B5EF4-FFF2-40B4-BE49-F238E27FC236}">
                    <a16:creationId xmlns:a16="http://schemas.microsoft.com/office/drawing/2014/main" id="{1664C9F7-0701-7F18-014B-F17686755CBD}"/>
                  </a:ext>
                </a:extLst>
              </p:cNvPr>
              <p:cNvSpPr/>
              <p:nvPr/>
            </p:nvSpPr>
            <p:spPr>
              <a:xfrm>
                <a:off x="5500913" y="1130300"/>
                <a:ext cx="1944916" cy="4051300"/>
              </a:xfrm>
              <a:prstGeom prst="snip2DiagRect">
                <a:avLst/>
              </a:prstGeom>
              <a:blipFill>
                <a:blip r:embed="rId2"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endParaRPr>
              </a:p>
            </p:txBody>
          </p:sp>
          <p:sp>
            <p:nvSpPr>
              <p:cNvPr id="49" name="IconBackground1">
                <a:extLst>
                  <a:ext uri="{FF2B5EF4-FFF2-40B4-BE49-F238E27FC236}">
                    <a16:creationId xmlns:a16="http://schemas.microsoft.com/office/drawing/2014/main" id="{055AE966-9D8F-A239-5B94-277266D49E47}"/>
                  </a:ext>
                </a:extLst>
              </p:cNvPr>
              <p:cNvSpPr/>
              <p:nvPr/>
            </p:nvSpPr>
            <p:spPr>
              <a:xfrm>
                <a:off x="6168572" y="4876800"/>
                <a:ext cx="609600" cy="609600"/>
              </a:xfrm>
              <a:prstGeom prst="roundRect">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sp>
            <p:nvSpPr>
              <p:cNvPr id="50" name="Icon1">
                <a:extLst>
                  <a:ext uri="{FF2B5EF4-FFF2-40B4-BE49-F238E27FC236}">
                    <a16:creationId xmlns:a16="http://schemas.microsoft.com/office/drawing/2014/main" id="{4E76F24B-FA6B-5D6F-D9EC-139D281D9FD2}"/>
                  </a:ext>
                </a:extLst>
              </p:cNvPr>
              <p:cNvSpPr/>
              <p:nvPr/>
            </p:nvSpPr>
            <p:spPr>
              <a:xfrm>
                <a:off x="6293185" y="5036384"/>
                <a:ext cx="360375" cy="290433"/>
              </a:xfrm>
              <a:custGeom>
                <a:avLst/>
                <a:gdLst>
                  <a:gd name="connsiteX0" fmla="*/ 205376 w 586505"/>
                  <a:gd name="connsiteY0" fmla="*/ 414381 h 472676"/>
                  <a:gd name="connsiteX1" fmla="*/ 381205 w 586505"/>
                  <a:gd name="connsiteY1" fmla="*/ 414381 h 472676"/>
                  <a:gd name="connsiteX2" fmla="*/ 440224 w 586505"/>
                  <a:gd name="connsiteY2" fmla="*/ 472676 h 472676"/>
                  <a:gd name="connsiteX3" fmla="*/ 146971 w 586505"/>
                  <a:gd name="connsiteY3" fmla="*/ 472676 h 472676"/>
                  <a:gd name="connsiteX4" fmla="*/ 360870 w 586505"/>
                  <a:gd name="connsiteY4" fmla="*/ 179226 h 472676"/>
                  <a:gd name="connsiteX5" fmla="*/ 397120 w 586505"/>
                  <a:gd name="connsiteY5" fmla="*/ 215427 h 472676"/>
                  <a:gd name="connsiteX6" fmla="*/ 360870 w 586505"/>
                  <a:gd name="connsiteY6" fmla="*/ 251628 h 472676"/>
                  <a:gd name="connsiteX7" fmla="*/ 324620 w 586505"/>
                  <a:gd name="connsiteY7" fmla="*/ 215427 h 472676"/>
                  <a:gd name="connsiteX8" fmla="*/ 360870 w 586505"/>
                  <a:gd name="connsiteY8" fmla="*/ 179226 h 472676"/>
                  <a:gd name="connsiteX9" fmla="*/ 344895 w 586505"/>
                  <a:gd name="connsiteY9" fmla="*/ 111709 h 472676"/>
                  <a:gd name="connsiteX10" fmla="*/ 338132 w 586505"/>
                  <a:gd name="connsiteY10" fmla="*/ 147309 h 472676"/>
                  <a:gd name="connsiteX11" fmla="*/ 328295 w 586505"/>
                  <a:gd name="connsiteY11" fmla="*/ 150992 h 472676"/>
                  <a:gd name="connsiteX12" fmla="*/ 298171 w 586505"/>
                  <a:gd name="connsiteY12" fmla="*/ 131350 h 472676"/>
                  <a:gd name="connsiteX13" fmla="*/ 276654 w 586505"/>
                  <a:gd name="connsiteY13" fmla="*/ 152833 h 472676"/>
                  <a:gd name="connsiteX14" fmla="*/ 296327 w 586505"/>
                  <a:gd name="connsiteY14" fmla="*/ 182909 h 472676"/>
                  <a:gd name="connsiteX15" fmla="*/ 292023 w 586505"/>
                  <a:gd name="connsiteY15" fmla="*/ 192729 h 472676"/>
                  <a:gd name="connsiteX16" fmla="*/ 256980 w 586505"/>
                  <a:gd name="connsiteY16" fmla="*/ 200095 h 472676"/>
                  <a:gd name="connsiteX17" fmla="*/ 256980 w 586505"/>
                  <a:gd name="connsiteY17" fmla="*/ 230784 h 472676"/>
                  <a:gd name="connsiteX18" fmla="*/ 292023 w 586505"/>
                  <a:gd name="connsiteY18" fmla="*/ 238149 h 472676"/>
                  <a:gd name="connsiteX19" fmla="*/ 296327 w 586505"/>
                  <a:gd name="connsiteY19" fmla="*/ 247970 h 472676"/>
                  <a:gd name="connsiteX20" fmla="*/ 276654 w 586505"/>
                  <a:gd name="connsiteY20" fmla="*/ 277432 h 472676"/>
                  <a:gd name="connsiteX21" fmla="*/ 298171 w 586505"/>
                  <a:gd name="connsiteY21" fmla="*/ 299528 h 472676"/>
                  <a:gd name="connsiteX22" fmla="*/ 328295 w 586505"/>
                  <a:gd name="connsiteY22" fmla="*/ 279887 h 472676"/>
                  <a:gd name="connsiteX23" fmla="*/ 338132 w 586505"/>
                  <a:gd name="connsiteY23" fmla="*/ 283570 h 472676"/>
                  <a:gd name="connsiteX24" fmla="*/ 344895 w 586505"/>
                  <a:gd name="connsiteY24" fmla="*/ 318556 h 472676"/>
                  <a:gd name="connsiteX25" fmla="*/ 376249 w 586505"/>
                  <a:gd name="connsiteY25" fmla="*/ 318556 h 472676"/>
                  <a:gd name="connsiteX26" fmla="*/ 383011 w 586505"/>
                  <a:gd name="connsiteY26" fmla="*/ 283570 h 472676"/>
                  <a:gd name="connsiteX27" fmla="*/ 393463 w 586505"/>
                  <a:gd name="connsiteY27" fmla="*/ 279887 h 472676"/>
                  <a:gd name="connsiteX28" fmla="*/ 422972 w 586505"/>
                  <a:gd name="connsiteY28" fmla="*/ 299528 h 472676"/>
                  <a:gd name="connsiteX29" fmla="*/ 445105 w 586505"/>
                  <a:gd name="connsiteY29" fmla="*/ 277432 h 472676"/>
                  <a:gd name="connsiteX30" fmla="*/ 425432 w 586505"/>
                  <a:gd name="connsiteY30" fmla="*/ 247970 h 472676"/>
                  <a:gd name="connsiteX31" fmla="*/ 429120 w 586505"/>
                  <a:gd name="connsiteY31" fmla="*/ 237536 h 472676"/>
                  <a:gd name="connsiteX32" fmla="*/ 464163 w 586505"/>
                  <a:gd name="connsiteY32" fmla="*/ 230784 h 472676"/>
                  <a:gd name="connsiteX33" fmla="*/ 464163 w 586505"/>
                  <a:gd name="connsiteY33" fmla="*/ 199481 h 472676"/>
                  <a:gd name="connsiteX34" fmla="*/ 429120 w 586505"/>
                  <a:gd name="connsiteY34" fmla="*/ 192729 h 472676"/>
                  <a:gd name="connsiteX35" fmla="*/ 425432 w 586505"/>
                  <a:gd name="connsiteY35" fmla="*/ 182909 h 472676"/>
                  <a:gd name="connsiteX36" fmla="*/ 445105 w 586505"/>
                  <a:gd name="connsiteY36" fmla="*/ 152833 h 472676"/>
                  <a:gd name="connsiteX37" fmla="*/ 422972 w 586505"/>
                  <a:gd name="connsiteY37" fmla="*/ 131350 h 472676"/>
                  <a:gd name="connsiteX38" fmla="*/ 393463 w 586505"/>
                  <a:gd name="connsiteY38" fmla="*/ 150992 h 472676"/>
                  <a:gd name="connsiteX39" fmla="*/ 383626 w 586505"/>
                  <a:gd name="connsiteY39" fmla="*/ 147309 h 472676"/>
                  <a:gd name="connsiteX40" fmla="*/ 376249 w 586505"/>
                  <a:gd name="connsiteY40" fmla="*/ 111709 h 472676"/>
                  <a:gd name="connsiteX41" fmla="*/ 195847 w 586505"/>
                  <a:gd name="connsiteY41" fmla="*/ 109193 h 472676"/>
                  <a:gd name="connsiteX42" fmla="*/ 221345 w 586505"/>
                  <a:gd name="connsiteY42" fmla="*/ 134691 h 472676"/>
                  <a:gd name="connsiteX43" fmla="*/ 195847 w 586505"/>
                  <a:gd name="connsiteY43" fmla="*/ 160189 h 472676"/>
                  <a:gd name="connsiteX44" fmla="*/ 170349 w 586505"/>
                  <a:gd name="connsiteY44" fmla="*/ 134691 h 472676"/>
                  <a:gd name="connsiteX45" fmla="*/ 195847 w 586505"/>
                  <a:gd name="connsiteY45" fmla="*/ 109193 h 472676"/>
                  <a:gd name="connsiteX46" fmla="*/ 187510 w 586505"/>
                  <a:gd name="connsiteY46" fmla="*/ 61993 h 472676"/>
                  <a:gd name="connsiteX47" fmla="*/ 165992 w 586505"/>
                  <a:gd name="connsiteY47" fmla="*/ 67517 h 472676"/>
                  <a:gd name="connsiteX48" fmla="*/ 167837 w 586505"/>
                  <a:gd name="connsiteY48" fmla="*/ 92682 h 472676"/>
                  <a:gd name="connsiteX49" fmla="*/ 161689 w 586505"/>
                  <a:gd name="connsiteY49" fmla="*/ 96978 h 472676"/>
                  <a:gd name="connsiteX50" fmla="*/ 137712 w 586505"/>
                  <a:gd name="connsiteY50" fmla="*/ 88999 h 472676"/>
                  <a:gd name="connsiteX51" fmla="*/ 127261 w 586505"/>
                  <a:gd name="connsiteY51" fmla="*/ 108027 h 472676"/>
                  <a:gd name="connsiteX52" fmla="*/ 145704 w 586505"/>
                  <a:gd name="connsiteY52" fmla="*/ 124599 h 472676"/>
                  <a:gd name="connsiteX53" fmla="*/ 145090 w 586505"/>
                  <a:gd name="connsiteY53" fmla="*/ 131964 h 472676"/>
                  <a:gd name="connsiteX54" fmla="*/ 122342 w 586505"/>
                  <a:gd name="connsiteY54" fmla="*/ 143012 h 472676"/>
                  <a:gd name="connsiteX55" fmla="*/ 127876 w 586505"/>
                  <a:gd name="connsiteY55" fmla="*/ 164495 h 472676"/>
                  <a:gd name="connsiteX56" fmla="*/ 153082 w 586505"/>
                  <a:gd name="connsiteY56" fmla="*/ 162654 h 472676"/>
                  <a:gd name="connsiteX57" fmla="*/ 158000 w 586505"/>
                  <a:gd name="connsiteY57" fmla="*/ 168791 h 472676"/>
                  <a:gd name="connsiteX58" fmla="*/ 150008 w 586505"/>
                  <a:gd name="connsiteY58" fmla="*/ 192729 h 472676"/>
                  <a:gd name="connsiteX59" fmla="*/ 168451 w 586505"/>
                  <a:gd name="connsiteY59" fmla="*/ 203164 h 472676"/>
                  <a:gd name="connsiteX60" fmla="*/ 185051 w 586505"/>
                  <a:gd name="connsiteY60" fmla="*/ 184750 h 472676"/>
                  <a:gd name="connsiteX61" fmla="*/ 192428 w 586505"/>
                  <a:gd name="connsiteY61" fmla="*/ 185364 h 472676"/>
                  <a:gd name="connsiteX62" fmla="*/ 204109 w 586505"/>
                  <a:gd name="connsiteY62" fmla="*/ 208074 h 472676"/>
                  <a:gd name="connsiteX63" fmla="*/ 225012 w 586505"/>
                  <a:gd name="connsiteY63" fmla="*/ 202550 h 472676"/>
                  <a:gd name="connsiteX64" fmla="*/ 223167 w 586505"/>
                  <a:gd name="connsiteY64" fmla="*/ 177385 h 472676"/>
                  <a:gd name="connsiteX65" fmla="*/ 229315 w 586505"/>
                  <a:gd name="connsiteY65" fmla="*/ 172474 h 472676"/>
                  <a:gd name="connsiteX66" fmla="*/ 253292 w 586505"/>
                  <a:gd name="connsiteY66" fmla="*/ 181067 h 472676"/>
                  <a:gd name="connsiteX67" fmla="*/ 264358 w 586505"/>
                  <a:gd name="connsiteY67" fmla="*/ 162040 h 472676"/>
                  <a:gd name="connsiteX68" fmla="*/ 245300 w 586505"/>
                  <a:gd name="connsiteY68" fmla="*/ 145468 h 472676"/>
                  <a:gd name="connsiteX69" fmla="*/ 246529 w 586505"/>
                  <a:gd name="connsiteY69" fmla="*/ 137488 h 472676"/>
                  <a:gd name="connsiteX70" fmla="*/ 268661 w 586505"/>
                  <a:gd name="connsiteY70" fmla="*/ 126440 h 472676"/>
                  <a:gd name="connsiteX71" fmla="*/ 263128 w 586505"/>
                  <a:gd name="connsiteY71" fmla="*/ 105571 h 472676"/>
                  <a:gd name="connsiteX72" fmla="*/ 237922 w 586505"/>
                  <a:gd name="connsiteY72" fmla="*/ 107413 h 472676"/>
                  <a:gd name="connsiteX73" fmla="*/ 233619 w 586505"/>
                  <a:gd name="connsiteY73" fmla="*/ 101275 h 472676"/>
                  <a:gd name="connsiteX74" fmla="*/ 241611 w 586505"/>
                  <a:gd name="connsiteY74" fmla="*/ 77337 h 472676"/>
                  <a:gd name="connsiteX75" fmla="*/ 222552 w 586505"/>
                  <a:gd name="connsiteY75" fmla="*/ 66289 h 472676"/>
                  <a:gd name="connsiteX76" fmla="*/ 205953 w 586505"/>
                  <a:gd name="connsiteY76" fmla="*/ 85316 h 472676"/>
                  <a:gd name="connsiteX77" fmla="*/ 198576 w 586505"/>
                  <a:gd name="connsiteY77" fmla="*/ 84703 h 472676"/>
                  <a:gd name="connsiteX78" fmla="*/ 0 w 586505"/>
                  <a:gd name="connsiteY78" fmla="*/ 0 h 472676"/>
                  <a:gd name="connsiteX79" fmla="*/ 586505 w 586505"/>
                  <a:gd name="connsiteY79" fmla="*/ 0 h 472676"/>
                  <a:gd name="connsiteX80" fmla="*/ 586505 w 586505"/>
                  <a:gd name="connsiteY80" fmla="*/ 380548 h 472676"/>
                  <a:gd name="connsiteX81" fmla="*/ 0 w 586505"/>
                  <a:gd name="connsiteY81" fmla="*/ 380548 h 47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86505" h="472676">
                    <a:moveTo>
                      <a:pt x="205376" y="414381"/>
                    </a:moveTo>
                    <a:lnTo>
                      <a:pt x="381205" y="414381"/>
                    </a:lnTo>
                    <a:lnTo>
                      <a:pt x="440224" y="472676"/>
                    </a:lnTo>
                    <a:lnTo>
                      <a:pt x="146971" y="472676"/>
                    </a:lnTo>
                    <a:close/>
                    <a:moveTo>
                      <a:pt x="360870" y="179226"/>
                    </a:moveTo>
                    <a:cubicBezTo>
                      <a:pt x="380890" y="179226"/>
                      <a:pt x="397120" y="195434"/>
                      <a:pt x="397120" y="215427"/>
                    </a:cubicBezTo>
                    <a:cubicBezTo>
                      <a:pt x="397120" y="235420"/>
                      <a:pt x="380890" y="251628"/>
                      <a:pt x="360870" y="251628"/>
                    </a:cubicBezTo>
                    <a:cubicBezTo>
                      <a:pt x="340850" y="251628"/>
                      <a:pt x="324620" y="235420"/>
                      <a:pt x="324620" y="215427"/>
                    </a:cubicBezTo>
                    <a:cubicBezTo>
                      <a:pt x="324620" y="195434"/>
                      <a:pt x="340850" y="179226"/>
                      <a:pt x="360870" y="179226"/>
                    </a:cubicBezTo>
                    <a:close/>
                    <a:moveTo>
                      <a:pt x="344895" y="111709"/>
                    </a:moveTo>
                    <a:lnTo>
                      <a:pt x="338132" y="147309"/>
                    </a:lnTo>
                    <a:cubicBezTo>
                      <a:pt x="334443" y="148536"/>
                      <a:pt x="331369" y="149150"/>
                      <a:pt x="328295" y="150992"/>
                    </a:cubicBezTo>
                    <a:lnTo>
                      <a:pt x="298171" y="131350"/>
                    </a:lnTo>
                    <a:lnTo>
                      <a:pt x="276654" y="152833"/>
                    </a:lnTo>
                    <a:lnTo>
                      <a:pt x="296327" y="182909"/>
                    </a:lnTo>
                    <a:cubicBezTo>
                      <a:pt x="294482" y="185978"/>
                      <a:pt x="293253" y="189046"/>
                      <a:pt x="292023" y="192729"/>
                    </a:cubicBezTo>
                    <a:lnTo>
                      <a:pt x="256980" y="200095"/>
                    </a:lnTo>
                    <a:lnTo>
                      <a:pt x="256980" y="230784"/>
                    </a:lnTo>
                    <a:lnTo>
                      <a:pt x="292023" y="238149"/>
                    </a:lnTo>
                    <a:cubicBezTo>
                      <a:pt x="293253" y="241218"/>
                      <a:pt x="294482" y="244901"/>
                      <a:pt x="296327" y="247970"/>
                    </a:cubicBezTo>
                    <a:lnTo>
                      <a:pt x="276654" y="277432"/>
                    </a:lnTo>
                    <a:lnTo>
                      <a:pt x="298171" y="299528"/>
                    </a:lnTo>
                    <a:lnTo>
                      <a:pt x="328295" y="279887"/>
                    </a:lnTo>
                    <a:cubicBezTo>
                      <a:pt x="331369" y="281115"/>
                      <a:pt x="334443" y="282342"/>
                      <a:pt x="338132" y="283570"/>
                    </a:cubicBezTo>
                    <a:lnTo>
                      <a:pt x="344895" y="318556"/>
                    </a:lnTo>
                    <a:lnTo>
                      <a:pt x="376249" y="318556"/>
                    </a:lnTo>
                    <a:lnTo>
                      <a:pt x="383011" y="283570"/>
                    </a:lnTo>
                    <a:cubicBezTo>
                      <a:pt x="386700" y="282342"/>
                      <a:pt x="390389" y="281115"/>
                      <a:pt x="393463" y="279887"/>
                    </a:cubicBezTo>
                    <a:lnTo>
                      <a:pt x="422972" y="299528"/>
                    </a:lnTo>
                    <a:lnTo>
                      <a:pt x="445105" y="277432"/>
                    </a:lnTo>
                    <a:lnTo>
                      <a:pt x="425432" y="247970"/>
                    </a:lnTo>
                    <a:cubicBezTo>
                      <a:pt x="426661" y="244901"/>
                      <a:pt x="427891" y="241218"/>
                      <a:pt x="429120" y="237536"/>
                    </a:cubicBezTo>
                    <a:lnTo>
                      <a:pt x="464163" y="230784"/>
                    </a:lnTo>
                    <a:lnTo>
                      <a:pt x="464163" y="199481"/>
                    </a:lnTo>
                    <a:lnTo>
                      <a:pt x="429120" y="192729"/>
                    </a:lnTo>
                    <a:cubicBezTo>
                      <a:pt x="428505" y="189046"/>
                      <a:pt x="426661" y="185978"/>
                      <a:pt x="425432" y="182909"/>
                    </a:cubicBezTo>
                    <a:lnTo>
                      <a:pt x="445105" y="152833"/>
                    </a:lnTo>
                    <a:lnTo>
                      <a:pt x="422972" y="131350"/>
                    </a:lnTo>
                    <a:lnTo>
                      <a:pt x="393463" y="150992"/>
                    </a:lnTo>
                    <a:cubicBezTo>
                      <a:pt x="390389" y="149150"/>
                      <a:pt x="386700" y="148536"/>
                      <a:pt x="383626" y="147309"/>
                    </a:cubicBezTo>
                    <a:lnTo>
                      <a:pt x="376249" y="111709"/>
                    </a:lnTo>
                    <a:close/>
                    <a:moveTo>
                      <a:pt x="195847" y="109193"/>
                    </a:moveTo>
                    <a:cubicBezTo>
                      <a:pt x="209929" y="109193"/>
                      <a:pt x="221345" y="120609"/>
                      <a:pt x="221345" y="134691"/>
                    </a:cubicBezTo>
                    <a:cubicBezTo>
                      <a:pt x="221345" y="148773"/>
                      <a:pt x="209929" y="160189"/>
                      <a:pt x="195847" y="160189"/>
                    </a:cubicBezTo>
                    <a:cubicBezTo>
                      <a:pt x="181765" y="160189"/>
                      <a:pt x="170349" y="148773"/>
                      <a:pt x="170349" y="134691"/>
                    </a:cubicBezTo>
                    <a:cubicBezTo>
                      <a:pt x="170349" y="120609"/>
                      <a:pt x="181765" y="109193"/>
                      <a:pt x="195847" y="109193"/>
                    </a:cubicBezTo>
                    <a:close/>
                    <a:moveTo>
                      <a:pt x="187510" y="61993"/>
                    </a:moveTo>
                    <a:lnTo>
                      <a:pt x="165992" y="67517"/>
                    </a:lnTo>
                    <a:lnTo>
                      <a:pt x="167837" y="92682"/>
                    </a:lnTo>
                    <a:cubicBezTo>
                      <a:pt x="165992" y="93909"/>
                      <a:pt x="163533" y="95751"/>
                      <a:pt x="161689" y="96978"/>
                    </a:cubicBezTo>
                    <a:lnTo>
                      <a:pt x="137712" y="88999"/>
                    </a:lnTo>
                    <a:lnTo>
                      <a:pt x="127261" y="108027"/>
                    </a:lnTo>
                    <a:lnTo>
                      <a:pt x="145704" y="124599"/>
                    </a:lnTo>
                    <a:cubicBezTo>
                      <a:pt x="145090" y="127054"/>
                      <a:pt x="145090" y="129509"/>
                      <a:pt x="145090" y="131964"/>
                    </a:cubicBezTo>
                    <a:lnTo>
                      <a:pt x="122342" y="143012"/>
                    </a:lnTo>
                    <a:lnTo>
                      <a:pt x="127876" y="164495"/>
                    </a:lnTo>
                    <a:lnTo>
                      <a:pt x="153082" y="162654"/>
                    </a:lnTo>
                    <a:cubicBezTo>
                      <a:pt x="154311" y="165109"/>
                      <a:pt x="156156" y="166950"/>
                      <a:pt x="158000" y="168791"/>
                    </a:cubicBezTo>
                    <a:lnTo>
                      <a:pt x="150008" y="192729"/>
                    </a:lnTo>
                    <a:lnTo>
                      <a:pt x="168451" y="203164"/>
                    </a:lnTo>
                    <a:lnTo>
                      <a:pt x="185051" y="184750"/>
                    </a:lnTo>
                    <a:cubicBezTo>
                      <a:pt x="187510" y="185364"/>
                      <a:pt x="189969" y="185364"/>
                      <a:pt x="192428" y="185364"/>
                    </a:cubicBezTo>
                    <a:lnTo>
                      <a:pt x="204109" y="208074"/>
                    </a:lnTo>
                    <a:lnTo>
                      <a:pt x="225012" y="202550"/>
                    </a:lnTo>
                    <a:lnTo>
                      <a:pt x="223167" y="177385"/>
                    </a:lnTo>
                    <a:cubicBezTo>
                      <a:pt x="225626" y="175543"/>
                      <a:pt x="227471" y="174316"/>
                      <a:pt x="229315" y="172474"/>
                    </a:cubicBezTo>
                    <a:lnTo>
                      <a:pt x="253292" y="181067"/>
                    </a:lnTo>
                    <a:lnTo>
                      <a:pt x="264358" y="162040"/>
                    </a:lnTo>
                    <a:lnTo>
                      <a:pt x="245300" y="145468"/>
                    </a:lnTo>
                    <a:cubicBezTo>
                      <a:pt x="245914" y="143012"/>
                      <a:pt x="245914" y="140557"/>
                      <a:pt x="246529" y="137488"/>
                    </a:cubicBezTo>
                    <a:lnTo>
                      <a:pt x="268661" y="126440"/>
                    </a:lnTo>
                    <a:lnTo>
                      <a:pt x="263128" y="105571"/>
                    </a:lnTo>
                    <a:lnTo>
                      <a:pt x="237922" y="107413"/>
                    </a:lnTo>
                    <a:cubicBezTo>
                      <a:pt x="236693" y="104958"/>
                      <a:pt x="235463" y="103116"/>
                      <a:pt x="233619" y="101275"/>
                    </a:cubicBezTo>
                    <a:lnTo>
                      <a:pt x="241611" y="77337"/>
                    </a:lnTo>
                    <a:lnTo>
                      <a:pt x="222552" y="66289"/>
                    </a:lnTo>
                    <a:lnTo>
                      <a:pt x="205953" y="85316"/>
                    </a:lnTo>
                    <a:cubicBezTo>
                      <a:pt x="203494" y="84703"/>
                      <a:pt x="201035" y="84703"/>
                      <a:pt x="198576" y="84703"/>
                    </a:cubicBezTo>
                    <a:close/>
                    <a:moveTo>
                      <a:pt x="0" y="0"/>
                    </a:moveTo>
                    <a:lnTo>
                      <a:pt x="586505" y="0"/>
                    </a:lnTo>
                    <a:lnTo>
                      <a:pt x="586505" y="380548"/>
                    </a:lnTo>
                    <a:lnTo>
                      <a:pt x="0" y="38054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8" name="组合 7">
              <a:extLst>
                <a:ext uri="{FF2B5EF4-FFF2-40B4-BE49-F238E27FC236}">
                  <a16:creationId xmlns:a16="http://schemas.microsoft.com/office/drawing/2014/main" id="{48091E8B-CC96-CFA3-BEAF-AA5EC39C1985}"/>
                </a:ext>
              </a:extLst>
            </p:cNvPr>
            <p:cNvGrpSpPr/>
            <p:nvPr/>
          </p:nvGrpSpPr>
          <p:grpSpPr>
            <a:xfrm>
              <a:off x="660400" y="2474461"/>
              <a:ext cx="4748893" cy="3744046"/>
              <a:chOff x="660400" y="2474461"/>
              <a:chExt cx="4748893" cy="3744046"/>
            </a:xfrm>
          </p:grpSpPr>
          <p:grpSp>
            <p:nvGrpSpPr>
              <p:cNvPr id="36" name="组合 35">
                <a:extLst>
                  <a:ext uri="{FF2B5EF4-FFF2-40B4-BE49-F238E27FC236}">
                    <a16:creationId xmlns:a16="http://schemas.microsoft.com/office/drawing/2014/main" id="{6289059B-7A88-D5C6-B936-3B5EC6F289B2}"/>
                  </a:ext>
                </a:extLst>
              </p:cNvPr>
              <p:cNvGrpSpPr/>
              <p:nvPr/>
            </p:nvGrpSpPr>
            <p:grpSpPr>
              <a:xfrm>
                <a:off x="660400" y="2474461"/>
                <a:ext cx="4748893" cy="1175271"/>
                <a:chOff x="660400" y="2474461"/>
                <a:chExt cx="4748893" cy="1175271"/>
              </a:xfrm>
            </p:grpSpPr>
            <p:sp>
              <p:nvSpPr>
                <p:cNvPr id="43" name="Bullet1">
                  <a:extLst>
                    <a:ext uri="{FF2B5EF4-FFF2-40B4-BE49-F238E27FC236}">
                      <a16:creationId xmlns:a16="http://schemas.microsoft.com/office/drawing/2014/main" id="{D30B01B3-2DD5-C6F0-5F3B-AEC8614652A6}"/>
                    </a:ext>
                  </a:extLst>
                </p:cNvPr>
                <p:cNvSpPr>
                  <a:spLocks/>
                </p:cNvSpPr>
                <p:nvPr/>
              </p:nvSpPr>
              <p:spPr>
                <a:xfrm>
                  <a:off x="660400" y="2474461"/>
                  <a:ext cx="4748893" cy="5053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软件定义网络简介</a:t>
                  </a:r>
                </a:p>
              </p:txBody>
            </p:sp>
            <p:sp>
              <p:nvSpPr>
                <p:cNvPr id="44" name="Text1">
                  <a:extLst>
                    <a:ext uri="{FF2B5EF4-FFF2-40B4-BE49-F238E27FC236}">
                      <a16:creationId xmlns:a16="http://schemas.microsoft.com/office/drawing/2014/main" id="{956E46C5-244A-FF6A-A260-535930E0BC61}"/>
                    </a:ext>
                  </a:extLst>
                </p:cNvPr>
                <p:cNvSpPr/>
                <p:nvPr/>
              </p:nvSpPr>
              <p:spPr>
                <a:xfrm>
                  <a:off x="660403" y="3064262"/>
                  <a:ext cx="4748885" cy="5854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400" dirty="0">
                      <a:solidFill>
                        <a:schemeClr val="tx1"/>
                      </a:solidFill>
                      <a:latin typeface="Arial" panose="020B0604020202020204" pitchFamily="34" charset="0"/>
                      <a:ea typeface="微软雅黑" panose="020B0503020204020204" pitchFamily="34" charset="-122"/>
                      <a:sym typeface="Arial" panose="020B0604020202020204" pitchFamily="34" charset="0"/>
                    </a:rPr>
                    <a:t>软件定义网络（</a:t>
                  </a:r>
                  <a:r>
                    <a:rPr kumimoji="1" lang="en-US" altLang="zh-CN" sz="1400" dirty="0">
                      <a:solidFill>
                        <a:schemeClr val="tx1"/>
                      </a:solidFill>
                      <a:latin typeface="Arial" panose="020B0604020202020204" pitchFamily="34" charset="0"/>
                      <a:ea typeface="微软雅黑" panose="020B0503020204020204" pitchFamily="34" charset="-122"/>
                      <a:sym typeface="Arial" panose="020B0604020202020204" pitchFamily="34" charset="0"/>
                    </a:rPr>
                    <a:t>SDN</a:t>
                  </a:r>
                  <a:r>
                    <a:rPr kumimoji="1" lang="zh-CN" altLang="en-US" sz="1400" dirty="0">
                      <a:solidFill>
                        <a:schemeClr val="tx1"/>
                      </a:solidFill>
                      <a:latin typeface="Arial" panose="020B0604020202020204" pitchFamily="34" charset="0"/>
                      <a:ea typeface="微软雅黑" panose="020B0503020204020204" pitchFamily="34" charset="-122"/>
                      <a:sym typeface="Arial" panose="020B0604020202020204" pitchFamily="34" charset="0"/>
                    </a:rPr>
                    <a:t>）通过将网络控制平面与数据平面分离，实现网络的灵活配置和管理。</a:t>
                  </a:r>
                </a:p>
              </p:txBody>
            </p:sp>
          </p:grpSp>
          <p:grpSp>
            <p:nvGrpSpPr>
              <p:cNvPr id="37" name="组合 36">
                <a:extLst>
                  <a:ext uri="{FF2B5EF4-FFF2-40B4-BE49-F238E27FC236}">
                    <a16:creationId xmlns:a16="http://schemas.microsoft.com/office/drawing/2014/main" id="{E72655F6-B719-B0FC-E91C-6627B40372DC}"/>
                  </a:ext>
                </a:extLst>
              </p:cNvPr>
              <p:cNvGrpSpPr/>
              <p:nvPr/>
            </p:nvGrpSpPr>
            <p:grpSpPr>
              <a:xfrm>
                <a:off x="660400" y="3758849"/>
                <a:ext cx="4748893" cy="1175271"/>
                <a:chOff x="660400" y="3758849"/>
                <a:chExt cx="4748893" cy="1175271"/>
              </a:xfrm>
            </p:grpSpPr>
            <p:sp>
              <p:nvSpPr>
                <p:cNvPr id="41" name="Bullet2">
                  <a:extLst>
                    <a:ext uri="{FF2B5EF4-FFF2-40B4-BE49-F238E27FC236}">
                      <a16:creationId xmlns:a16="http://schemas.microsoft.com/office/drawing/2014/main" id="{8AD216A6-1CEB-5149-9E8A-96E0A4E58D96}"/>
                    </a:ext>
                  </a:extLst>
                </p:cNvPr>
                <p:cNvSpPr>
                  <a:spLocks/>
                </p:cNvSpPr>
                <p:nvPr/>
              </p:nvSpPr>
              <p:spPr>
                <a:xfrm>
                  <a:off x="660400" y="3758849"/>
                  <a:ext cx="4748893" cy="5053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SDN</a:t>
                  </a:r>
                  <a:r>
                    <a:rPr kumimoji="1"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架构解析</a:t>
                  </a:r>
                </a:p>
              </p:txBody>
            </p:sp>
            <p:sp>
              <p:nvSpPr>
                <p:cNvPr id="42" name="Text2">
                  <a:extLst>
                    <a:ext uri="{FF2B5EF4-FFF2-40B4-BE49-F238E27FC236}">
                      <a16:creationId xmlns:a16="http://schemas.microsoft.com/office/drawing/2014/main" id="{4AA0BDD2-5907-95D6-9D9C-2E7DED84895A}"/>
                    </a:ext>
                  </a:extLst>
                </p:cNvPr>
                <p:cNvSpPr/>
                <p:nvPr/>
              </p:nvSpPr>
              <p:spPr>
                <a:xfrm>
                  <a:off x="660403" y="4348650"/>
                  <a:ext cx="4748885" cy="5854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en-US" altLang="zh-CN" sz="1400" dirty="0">
                      <a:solidFill>
                        <a:schemeClr val="tx1"/>
                      </a:solidFill>
                      <a:latin typeface="Arial" panose="020B0604020202020204" pitchFamily="34" charset="0"/>
                      <a:ea typeface="微软雅黑" panose="020B0503020204020204" pitchFamily="34" charset="-122"/>
                      <a:sym typeface="Arial" panose="020B0604020202020204" pitchFamily="34" charset="0"/>
                    </a:rPr>
                    <a:t>SDN</a:t>
                  </a:r>
                  <a:r>
                    <a:rPr kumimoji="1" lang="zh-CN" altLang="en-US" sz="1400" dirty="0">
                      <a:solidFill>
                        <a:schemeClr val="tx1"/>
                      </a:solidFill>
                      <a:latin typeface="Arial" panose="020B0604020202020204" pitchFamily="34" charset="0"/>
                      <a:ea typeface="微软雅黑" panose="020B0503020204020204" pitchFamily="34" charset="-122"/>
                      <a:sym typeface="Arial" panose="020B0604020202020204" pitchFamily="34" charset="0"/>
                    </a:rPr>
                    <a:t>架构包含控制层和数据层，控制层负责决策，数据层负责数据转发。</a:t>
                  </a:r>
                </a:p>
              </p:txBody>
            </p:sp>
          </p:grpSp>
          <p:grpSp>
            <p:nvGrpSpPr>
              <p:cNvPr id="38" name="组合 37">
                <a:extLst>
                  <a:ext uri="{FF2B5EF4-FFF2-40B4-BE49-F238E27FC236}">
                    <a16:creationId xmlns:a16="http://schemas.microsoft.com/office/drawing/2014/main" id="{DFBE2CDC-3E53-7852-06D6-9EAD0F532424}"/>
                  </a:ext>
                </a:extLst>
              </p:cNvPr>
              <p:cNvGrpSpPr/>
              <p:nvPr/>
            </p:nvGrpSpPr>
            <p:grpSpPr>
              <a:xfrm>
                <a:off x="660400" y="5043236"/>
                <a:ext cx="4748893" cy="1175271"/>
                <a:chOff x="660400" y="5043236"/>
                <a:chExt cx="4748893" cy="1175271"/>
              </a:xfrm>
            </p:grpSpPr>
            <p:sp>
              <p:nvSpPr>
                <p:cNvPr id="39" name="Bullet3">
                  <a:extLst>
                    <a:ext uri="{FF2B5EF4-FFF2-40B4-BE49-F238E27FC236}">
                      <a16:creationId xmlns:a16="http://schemas.microsoft.com/office/drawing/2014/main" id="{F7D9CCA9-877F-773E-CC3F-334DEA48D0EE}"/>
                    </a:ext>
                  </a:extLst>
                </p:cNvPr>
                <p:cNvSpPr>
                  <a:spLocks/>
                </p:cNvSpPr>
                <p:nvPr/>
              </p:nvSpPr>
              <p:spPr>
                <a:xfrm>
                  <a:off x="660400" y="5043236"/>
                  <a:ext cx="4748893" cy="5053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en-US" altLang="zh-CN"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SDN</a:t>
                  </a:r>
                  <a:r>
                    <a:rPr kumimoji="1"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控制器功能</a:t>
                  </a:r>
                </a:p>
              </p:txBody>
            </p:sp>
            <p:sp>
              <p:nvSpPr>
                <p:cNvPr id="40" name="Text3">
                  <a:extLst>
                    <a:ext uri="{FF2B5EF4-FFF2-40B4-BE49-F238E27FC236}">
                      <a16:creationId xmlns:a16="http://schemas.microsoft.com/office/drawing/2014/main" id="{9E1332A8-6DB2-81BD-AD5A-22A90997F120}"/>
                    </a:ext>
                  </a:extLst>
                </p:cNvPr>
                <p:cNvSpPr/>
                <p:nvPr/>
              </p:nvSpPr>
              <p:spPr>
                <a:xfrm>
                  <a:off x="660403" y="5633037"/>
                  <a:ext cx="4748885" cy="5854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en-US" altLang="zh-CN" sz="1400" dirty="0">
                      <a:solidFill>
                        <a:schemeClr val="tx1"/>
                      </a:solidFill>
                      <a:latin typeface="Arial" panose="020B0604020202020204" pitchFamily="34" charset="0"/>
                      <a:ea typeface="微软雅黑" panose="020B0503020204020204" pitchFamily="34" charset="-122"/>
                      <a:sym typeface="Arial" panose="020B0604020202020204" pitchFamily="34" charset="0"/>
                    </a:rPr>
                    <a:t>SDN</a:t>
                  </a:r>
                  <a:r>
                    <a:rPr kumimoji="1" lang="zh-CN" altLang="en-US" sz="1400" dirty="0">
                      <a:solidFill>
                        <a:schemeClr val="tx1"/>
                      </a:solidFill>
                      <a:latin typeface="Arial" panose="020B0604020202020204" pitchFamily="34" charset="0"/>
                      <a:ea typeface="微软雅黑" panose="020B0503020204020204" pitchFamily="34" charset="-122"/>
                      <a:sym typeface="Arial" panose="020B0604020202020204" pitchFamily="34" charset="0"/>
                    </a:rPr>
                    <a:t>控制器负责网络设备的配置和管理，通过编程接口实现网络策略的动态调整。</a:t>
                  </a:r>
                </a:p>
              </p:txBody>
            </p:sp>
          </p:grpSp>
        </p:grpSp>
        <p:grpSp>
          <p:nvGrpSpPr>
            <p:cNvPr id="80" name="组合 79">
              <a:extLst>
                <a:ext uri="{FF2B5EF4-FFF2-40B4-BE49-F238E27FC236}">
                  <a16:creationId xmlns:a16="http://schemas.microsoft.com/office/drawing/2014/main" id="{0BF93434-59E0-622D-16D0-4AB226689E05}"/>
                </a:ext>
              </a:extLst>
            </p:cNvPr>
            <p:cNvGrpSpPr/>
            <p:nvPr/>
          </p:nvGrpSpPr>
          <p:grpSpPr>
            <a:xfrm>
              <a:off x="9573984" y="1130300"/>
              <a:ext cx="1944916" cy="4356100"/>
              <a:chOff x="9573984" y="1130300"/>
              <a:chExt cx="1944916" cy="4356100"/>
            </a:xfrm>
          </p:grpSpPr>
          <p:sp>
            <p:nvSpPr>
              <p:cNvPr id="33" name="Picture3_1">
                <a:extLst>
                  <a:ext uri="{FF2B5EF4-FFF2-40B4-BE49-F238E27FC236}">
                    <a16:creationId xmlns:a16="http://schemas.microsoft.com/office/drawing/2014/main" id="{72101D6E-640C-E9F1-8A6D-387F8C687647}"/>
                  </a:ext>
                </a:extLst>
              </p:cNvPr>
              <p:cNvSpPr/>
              <p:nvPr/>
            </p:nvSpPr>
            <p:spPr>
              <a:xfrm>
                <a:off x="9573984" y="1130300"/>
                <a:ext cx="1944916" cy="4051300"/>
              </a:xfrm>
              <a:prstGeom prst="snip2DiagRect">
                <a:avLst/>
              </a:prstGeom>
              <a:blipFill>
                <a:blip r:embed="rId3"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endParaRPr>
              </a:p>
            </p:txBody>
          </p:sp>
          <p:sp>
            <p:nvSpPr>
              <p:cNvPr id="34" name="IconBackground3">
                <a:extLst>
                  <a:ext uri="{FF2B5EF4-FFF2-40B4-BE49-F238E27FC236}">
                    <a16:creationId xmlns:a16="http://schemas.microsoft.com/office/drawing/2014/main" id="{4E4FE6C9-4E0A-0B6E-D647-4B4F883FFC0D}"/>
                  </a:ext>
                </a:extLst>
              </p:cNvPr>
              <p:cNvSpPr/>
              <p:nvPr/>
            </p:nvSpPr>
            <p:spPr>
              <a:xfrm>
                <a:off x="10241642" y="4876800"/>
                <a:ext cx="609600" cy="609600"/>
              </a:xfrm>
              <a:prstGeom prst="roundRect">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sp>
            <p:nvSpPr>
              <p:cNvPr id="77" name="Icon3">
                <a:extLst>
                  <a:ext uri="{FF2B5EF4-FFF2-40B4-BE49-F238E27FC236}">
                    <a16:creationId xmlns:a16="http://schemas.microsoft.com/office/drawing/2014/main" id="{B77D55FC-4D4D-6398-2445-B92C48FB96AB}"/>
                  </a:ext>
                </a:extLst>
              </p:cNvPr>
              <p:cNvSpPr/>
              <p:nvPr/>
            </p:nvSpPr>
            <p:spPr>
              <a:xfrm>
                <a:off x="10374395" y="5009813"/>
                <a:ext cx="344096" cy="343576"/>
              </a:xfrm>
              <a:custGeom>
                <a:avLst/>
                <a:gdLst>
                  <a:gd name="connsiteX0" fmla="*/ 278310 w 607356"/>
                  <a:gd name="connsiteY0" fmla="*/ 458816 h 606439"/>
                  <a:gd name="connsiteX1" fmla="*/ 343160 w 607356"/>
                  <a:gd name="connsiteY1" fmla="*/ 458816 h 606439"/>
                  <a:gd name="connsiteX2" fmla="*/ 343160 w 607356"/>
                  <a:gd name="connsiteY2" fmla="*/ 490147 h 606439"/>
                  <a:gd name="connsiteX3" fmla="*/ 278310 w 607356"/>
                  <a:gd name="connsiteY3" fmla="*/ 490147 h 606439"/>
                  <a:gd name="connsiteX4" fmla="*/ 341183 w 607356"/>
                  <a:gd name="connsiteY4" fmla="*/ 281109 h 606439"/>
                  <a:gd name="connsiteX5" fmla="*/ 358492 w 607356"/>
                  <a:gd name="connsiteY5" fmla="*/ 290509 h 606439"/>
                  <a:gd name="connsiteX6" fmla="*/ 385823 w 607356"/>
                  <a:gd name="connsiteY6" fmla="*/ 348273 h 606439"/>
                  <a:gd name="connsiteX7" fmla="*/ 399641 w 607356"/>
                  <a:gd name="connsiteY7" fmla="*/ 353277 h 606439"/>
                  <a:gd name="connsiteX8" fmla="*/ 432134 w 607356"/>
                  <a:gd name="connsiteY8" fmla="*/ 338419 h 606439"/>
                  <a:gd name="connsiteX9" fmla="*/ 447774 w 607356"/>
                  <a:gd name="connsiteY9" fmla="*/ 334932 h 606439"/>
                  <a:gd name="connsiteX10" fmla="*/ 497273 w 607356"/>
                  <a:gd name="connsiteY10" fmla="*/ 370257 h 606439"/>
                  <a:gd name="connsiteX11" fmla="*/ 502284 w 607356"/>
                  <a:gd name="connsiteY11" fmla="*/ 411344 h 606439"/>
                  <a:gd name="connsiteX12" fmla="*/ 512305 w 607356"/>
                  <a:gd name="connsiteY12" fmla="*/ 456222 h 606439"/>
                  <a:gd name="connsiteX13" fmla="*/ 434867 w 607356"/>
                  <a:gd name="connsiteY13" fmla="*/ 491699 h 606439"/>
                  <a:gd name="connsiteX14" fmla="*/ 402526 w 607356"/>
                  <a:gd name="connsiteY14" fmla="*/ 451976 h 606439"/>
                  <a:gd name="connsiteX15" fmla="*/ 401159 w 607356"/>
                  <a:gd name="connsiteY15" fmla="*/ 451218 h 606439"/>
                  <a:gd name="connsiteX16" fmla="*/ 344979 w 607356"/>
                  <a:gd name="connsiteY16" fmla="*/ 425444 h 606439"/>
                  <a:gd name="connsiteX17" fmla="*/ 336172 w 607356"/>
                  <a:gd name="connsiteY17" fmla="*/ 406644 h 606439"/>
                  <a:gd name="connsiteX18" fmla="*/ 343916 w 607356"/>
                  <a:gd name="connsiteY18" fmla="*/ 399973 h 606439"/>
                  <a:gd name="connsiteX19" fmla="*/ 348167 w 607356"/>
                  <a:gd name="connsiteY19" fmla="*/ 401035 h 606439"/>
                  <a:gd name="connsiteX20" fmla="*/ 367451 w 607356"/>
                  <a:gd name="connsiteY20" fmla="*/ 409828 h 606439"/>
                  <a:gd name="connsiteX21" fmla="*/ 379294 w 607356"/>
                  <a:gd name="connsiteY21" fmla="*/ 407706 h 606439"/>
                  <a:gd name="connsiteX22" fmla="*/ 382331 w 607356"/>
                  <a:gd name="connsiteY22" fmla="*/ 399064 h 606439"/>
                  <a:gd name="connsiteX23" fmla="*/ 381420 w 607356"/>
                  <a:gd name="connsiteY23" fmla="*/ 395273 h 606439"/>
                  <a:gd name="connsiteX24" fmla="*/ 337083 w 607356"/>
                  <a:gd name="connsiteY24" fmla="*/ 300364 h 606439"/>
                  <a:gd name="connsiteX25" fmla="*/ 335716 w 607356"/>
                  <a:gd name="connsiteY25" fmla="*/ 288083 h 606439"/>
                  <a:gd name="connsiteX26" fmla="*/ 341183 w 607356"/>
                  <a:gd name="connsiteY26" fmla="*/ 281109 h 606439"/>
                  <a:gd name="connsiteX27" fmla="*/ 310805 w 607356"/>
                  <a:gd name="connsiteY27" fmla="*/ 209368 h 606439"/>
                  <a:gd name="connsiteX28" fmla="*/ 337091 w 607356"/>
                  <a:gd name="connsiteY28" fmla="*/ 235631 h 606439"/>
                  <a:gd name="connsiteX29" fmla="*/ 337091 w 607356"/>
                  <a:gd name="connsiteY29" fmla="*/ 242463 h 606439"/>
                  <a:gd name="connsiteX30" fmla="*/ 284520 w 607356"/>
                  <a:gd name="connsiteY30" fmla="*/ 242463 h 606439"/>
                  <a:gd name="connsiteX31" fmla="*/ 284520 w 607356"/>
                  <a:gd name="connsiteY31" fmla="*/ 235631 h 606439"/>
                  <a:gd name="connsiteX32" fmla="*/ 310805 w 607356"/>
                  <a:gd name="connsiteY32" fmla="*/ 209368 h 606439"/>
                  <a:gd name="connsiteX33" fmla="*/ 205891 w 607356"/>
                  <a:gd name="connsiteY33" fmla="*/ 139649 h 606439"/>
                  <a:gd name="connsiteX34" fmla="*/ 415718 w 607356"/>
                  <a:gd name="connsiteY34" fmla="*/ 139649 h 606439"/>
                  <a:gd name="connsiteX35" fmla="*/ 428472 w 607356"/>
                  <a:gd name="connsiteY35" fmla="*/ 151778 h 606439"/>
                  <a:gd name="connsiteX36" fmla="*/ 428472 w 607356"/>
                  <a:gd name="connsiteY36" fmla="*/ 317333 h 606439"/>
                  <a:gd name="connsiteX37" fmla="*/ 423310 w 607356"/>
                  <a:gd name="connsiteY37" fmla="*/ 319304 h 606439"/>
                  <a:gd name="connsiteX38" fmla="*/ 400384 w 607356"/>
                  <a:gd name="connsiteY38" fmla="*/ 329917 h 606439"/>
                  <a:gd name="connsiteX39" fmla="*/ 386415 w 607356"/>
                  <a:gd name="connsiteY39" fmla="*/ 300353 h 606439"/>
                  <a:gd name="connsiteX40" fmla="*/ 386415 w 607356"/>
                  <a:gd name="connsiteY40" fmla="*/ 267151 h 606439"/>
                  <a:gd name="connsiteX41" fmla="*/ 361667 w 607356"/>
                  <a:gd name="connsiteY41" fmla="*/ 242439 h 606439"/>
                  <a:gd name="connsiteX42" fmla="*/ 358023 w 607356"/>
                  <a:gd name="connsiteY42" fmla="*/ 242439 h 606439"/>
                  <a:gd name="connsiteX43" fmla="*/ 358023 w 607356"/>
                  <a:gd name="connsiteY43" fmla="*/ 235617 h 606439"/>
                  <a:gd name="connsiteX44" fmla="*/ 310804 w 607356"/>
                  <a:gd name="connsiteY44" fmla="*/ 188467 h 606439"/>
                  <a:gd name="connsiteX45" fmla="*/ 263586 w 607356"/>
                  <a:gd name="connsiteY45" fmla="*/ 235617 h 606439"/>
                  <a:gd name="connsiteX46" fmla="*/ 263586 w 607356"/>
                  <a:gd name="connsiteY46" fmla="*/ 242439 h 606439"/>
                  <a:gd name="connsiteX47" fmla="*/ 259942 w 607356"/>
                  <a:gd name="connsiteY47" fmla="*/ 242439 h 606439"/>
                  <a:gd name="connsiteX48" fmla="*/ 235194 w 607356"/>
                  <a:gd name="connsiteY48" fmla="*/ 267151 h 606439"/>
                  <a:gd name="connsiteX49" fmla="*/ 235194 w 607356"/>
                  <a:gd name="connsiteY49" fmla="*/ 365696 h 606439"/>
                  <a:gd name="connsiteX50" fmla="*/ 259942 w 607356"/>
                  <a:gd name="connsiteY50" fmla="*/ 390560 h 606439"/>
                  <a:gd name="connsiteX51" fmla="*/ 321129 w 607356"/>
                  <a:gd name="connsiteY51" fmla="*/ 390560 h 606439"/>
                  <a:gd name="connsiteX52" fmla="*/ 315815 w 607356"/>
                  <a:gd name="connsiteY52" fmla="*/ 401021 h 606439"/>
                  <a:gd name="connsiteX53" fmla="*/ 325380 w 607356"/>
                  <a:gd name="connsiteY53" fmla="*/ 436800 h 606439"/>
                  <a:gd name="connsiteX54" fmla="*/ 205891 w 607356"/>
                  <a:gd name="connsiteY54" fmla="*/ 436800 h 606439"/>
                  <a:gd name="connsiteX55" fmla="*/ 193137 w 607356"/>
                  <a:gd name="connsiteY55" fmla="*/ 424671 h 606439"/>
                  <a:gd name="connsiteX56" fmla="*/ 193137 w 607356"/>
                  <a:gd name="connsiteY56" fmla="*/ 151778 h 606439"/>
                  <a:gd name="connsiteX57" fmla="*/ 205891 w 607356"/>
                  <a:gd name="connsiteY57" fmla="*/ 139649 h 606439"/>
                  <a:gd name="connsiteX58" fmla="*/ 196480 w 607356"/>
                  <a:gd name="connsiteY58" fmla="*/ 108401 h 606439"/>
                  <a:gd name="connsiteX59" fmla="*/ 156698 w 607356"/>
                  <a:gd name="connsiteY59" fmla="*/ 148123 h 606439"/>
                  <a:gd name="connsiteX60" fmla="*/ 156698 w 607356"/>
                  <a:gd name="connsiteY60" fmla="*/ 467564 h 606439"/>
                  <a:gd name="connsiteX61" fmla="*/ 196480 w 607356"/>
                  <a:gd name="connsiteY61" fmla="*/ 507135 h 606439"/>
                  <a:gd name="connsiteX62" fmla="*/ 419076 w 607356"/>
                  <a:gd name="connsiteY62" fmla="*/ 507135 h 606439"/>
                  <a:gd name="connsiteX63" fmla="*/ 420139 w 607356"/>
                  <a:gd name="connsiteY63" fmla="*/ 509560 h 606439"/>
                  <a:gd name="connsiteX64" fmla="*/ 425908 w 607356"/>
                  <a:gd name="connsiteY64" fmla="*/ 515170 h 606439"/>
                  <a:gd name="connsiteX65" fmla="*/ 429704 w 607356"/>
                  <a:gd name="connsiteY65" fmla="*/ 515928 h 606439"/>
                  <a:gd name="connsiteX66" fmla="*/ 434108 w 607356"/>
                  <a:gd name="connsiteY66" fmla="*/ 515018 h 606439"/>
                  <a:gd name="connsiteX67" fmla="*/ 530374 w 607356"/>
                  <a:gd name="connsiteY67" fmla="*/ 471051 h 606439"/>
                  <a:gd name="connsiteX68" fmla="*/ 535840 w 607356"/>
                  <a:gd name="connsiteY68" fmla="*/ 465139 h 606439"/>
                  <a:gd name="connsiteX69" fmla="*/ 535536 w 607356"/>
                  <a:gd name="connsiteY69" fmla="*/ 457103 h 606439"/>
                  <a:gd name="connsiteX70" fmla="*/ 522934 w 607356"/>
                  <a:gd name="connsiteY70" fmla="*/ 414501 h 606439"/>
                  <a:gd name="connsiteX71" fmla="*/ 515949 w 607356"/>
                  <a:gd name="connsiteY71" fmla="*/ 360680 h 606439"/>
                  <a:gd name="connsiteX72" fmla="*/ 464931 w 607356"/>
                  <a:gd name="connsiteY72" fmla="*/ 316410 h 606439"/>
                  <a:gd name="connsiteX73" fmla="*/ 464931 w 607356"/>
                  <a:gd name="connsiteY73" fmla="*/ 148123 h 606439"/>
                  <a:gd name="connsiteX74" fmla="*/ 425149 w 607356"/>
                  <a:gd name="connsiteY74" fmla="*/ 108401 h 606439"/>
                  <a:gd name="connsiteX75" fmla="*/ 303678 w 607356"/>
                  <a:gd name="connsiteY75" fmla="*/ 0 h 606439"/>
                  <a:gd name="connsiteX76" fmla="*/ 607356 w 607356"/>
                  <a:gd name="connsiteY76" fmla="*/ 303219 h 606439"/>
                  <a:gd name="connsiteX77" fmla="*/ 303678 w 607356"/>
                  <a:gd name="connsiteY77" fmla="*/ 606439 h 606439"/>
                  <a:gd name="connsiteX78" fmla="*/ 0 w 607356"/>
                  <a:gd name="connsiteY78" fmla="*/ 303219 h 606439"/>
                  <a:gd name="connsiteX79" fmla="*/ 303678 w 607356"/>
                  <a:gd name="connsiteY79" fmla="*/ 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607356" h="606439">
                    <a:moveTo>
                      <a:pt x="278310" y="458816"/>
                    </a:moveTo>
                    <a:lnTo>
                      <a:pt x="343160" y="458816"/>
                    </a:lnTo>
                    <a:lnTo>
                      <a:pt x="343160" y="490147"/>
                    </a:lnTo>
                    <a:lnTo>
                      <a:pt x="278310" y="490147"/>
                    </a:lnTo>
                    <a:close/>
                    <a:moveTo>
                      <a:pt x="341183" y="281109"/>
                    </a:moveTo>
                    <a:cubicBezTo>
                      <a:pt x="346953" y="278380"/>
                      <a:pt x="355000" y="282777"/>
                      <a:pt x="358492" y="290509"/>
                    </a:cubicBezTo>
                    <a:lnTo>
                      <a:pt x="385823" y="348273"/>
                    </a:lnTo>
                    <a:cubicBezTo>
                      <a:pt x="388253" y="353428"/>
                      <a:pt x="394478" y="355702"/>
                      <a:pt x="399641" y="353277"/>
                    </a:cubicBezTo>
                    <a:lnTo>
                      <a:pt x="432134" y="338419"/>
                    </a:lnTo>
                    <a:cubicBezTo>
                      <a:pt x="436993" y="336144"/>
                      <a:pt x="442307" y="334932"/>
                      <a:pt x="447774" y="334932"/>
                    </a:cubicBezTo>
                    <a:cubicBezTo>
                      <a:pt x="466905" y="334932"/>
                      <a:pt x="486341" y="348728"/>
                      <a:pt x="497273" y="370257"/>
                    </a:cubicBezTo>
                    <a:cubicBezTo>
                      <a:pt x="503650" y="382841"/>
                      <a:pt x="503954" y="400277"/>
                      <a:pt x="502284" y="411344"/>
                    </a:cubicBezTo>
                    <a:cubicBezTo>
                      <a:pt x="500765" y="421502"/>
                      <a:pt x="506839" y="441970"/>
                      <a:pt x="512305" y="456222"/>
                    </a:cubicBezTo>
                    <a:lnTo>
                      <a:pt x="434867" y="491699"/>
                    </a:lnTo>
                    <a:cubicBezTo>
                      <a:pt x="420898" y="464105"/>
                      <a:pt x="403285" y="452431"/>
                      <a:pt x="402526" y="451976"/>
                    </a:cubicBezTo>
                    <a:cubicBezTo>
                      <a:pt x="402070" y="451673"/>
                      <a:pt x="401615" y="451370"/>
                      <a:pt x="401159" y="451218"/>
                    </a:cubicBezTo>
                    <a:lnTo>
                      <a:pt x="344979" y="425444"/>
                    </a:lnTo>
                    <a:cubicBezTo>
                      <a:pt x="338298" y="422412"/>
                      <a:pt x="334198" y="413618"/>
                      <a:pt x="336172" y="406644"/>
                    </a:cubicBezTo>
                    <a:cubicBezTo>
                      <a:pt x="337235" y="402399"/>
                      <a:pt x="340272" y="399973"/>
                      <a:pt x="343916" y="399973"/>
                    </a:cubicBezTo>
                    <a:cubicBezTo>
                      <a:pt x="345282" y="399973"/>
                      <a:pt x="346801" y="400277"/>
                      <a:pt x="348167" y="401035"/>
                    </a:cubicBezTo>
                    <a:lnTo>
                      <a:pt x="367451" y="409828"/>
                    </a:lnTo>
                    <a:cubicBezTo>
                      <a:pt x="371550" y="411648"/>
                      <a:pt x="376257" y="410738"/>
                      <a:pt x="379294" y="407706"/>
                    </a:cubicBezTo>
                    <a:cubicBezTo>
                      <a:pt x="381572" y="405431"/>
                      <a:pt x="382635" y="402248"/>
                      <a:pt x="382331" y="399064"/>
                    </a:cubicBezTo>
                    <a:cubicBezTo>
                      <a:pt x="382179" y="397851"/>
                      <a:pt x="381875" y="396486"/>
                      <a:pt x="381420" y="395273"/>
                    </a:cubicBezTo>
                    <a:lnTo>
                      <a:pt x="337083" y="300364"/>
                    </a:lnTo>
                    <a:cubicBezTo>
                      <a:pt x="335109" y="296422"/>
                      <a:pt x="334654" y="291874"/>
                      <a:pt x="335716" y="288083"/>
                    </a:cubicBezTo>
                    <a:cubicBezTo>
                      <a:pt x="336324" y="286112"/>
                      <a:pt x="337690" y="282777"/>
                      <a:pt x="341183" y="281109"/>
                    </a:cubicBezTo>
                    <a:close/>
                    <a:moveTo>
                      <a:pt x="310805" y="209368"/>
                    </a:moveTo>
                    <a:cubicBezTo>
                      <a:pt x="325240" y="209368"/>
                      <a:pt x="337091" y="221209"/>
                      <a:pt x="337091" y="235631"/>
                    </a:cubicBezTo>
                    <a:lnTo>
                      <a:pt x="337091" y="242463"/>
                    </a:lnTo>
                    <a:lnTo>
                      <a:pt x="284520" y="242463"/>
                    </a:lnTo>
                    <a:lnTo>
                      <a:pt x="284520" y="235631"/>
                    </a:lnTo>
                    <a:cubicBezTo>
                      <a:pt x="284520" y="221209"/>
                      <a:pt x="296219" y="209368"/>
                      <a:pt x="310805" y="209368"/>
                    </a:cubicBezTo>
                    <a:close/>
                    <a:moveTo>
                      <a:pt x="205891" y="139649"/>
                    </a:moveTo>
                    <a:lnTo>
                      <a:pt x="415718" y="139649"/>
                    </a:lnTo>
                    <a:cubicBezTo>
                      <a:pt x="422703" y="139649"/>
                      <a:pt x="428472" y="144955"/>
                      <a:pt x="428472" y="151778"/>
                    </a:cubicBezTo>
                    <a:lnTo>
                      <a:pt x="428472" y="317333"/>
                    </a:lnTo>
                    <a:cubicBezTo>
                      <a:pt x="426650" y="317940"/>
                      <a:pt x="424980" y="318546"/>
                      <a:pt x="423310" y="319304"/>
                    </a:cubicBezTo>
                    <a:lnTo>
                      <a:pt x="400384" y="329917"/>
                    </a:lnTo>
                    <a:lnTo>
                      <a:pt x="386415" y="300353"/>
                    </a:lnTo>
                    <a:lnTo>
                      <a:pt x="386415" y="267151"/>
                    </a:lnTo>
                    <a:cubicBezTo>
                      <a:pt x="386415" y="253506"/>
                      <a:pt x="375332" y="242439"/>
                      <a:pt x="361667" y="242439"/>
                    </a:cubicBezTo>
                    <a:lnTo>
                      <a:pt x="358023" y="242439"/>
                    </a:lnTo>
                    <a:lnTo>
                      <a:pt x="358023" y="235617"/>
                    </a:lnTo>
                    <a:cubicBezTo>
                      <a:pt x="358023" y="209692"/>
                      <a:pt x="336767" y="188467"/>
                      <a:pt x="310804" y="188467"/>
                    </a:cubicBezTo>
                    <a:cubicBezTo>
                      <a:pt x="284690" y="188467"/>
                      <a:pt x="263586" y="209692"/>
                      <a:pt x="263586" y="235617"/>
                    </a:cubicBezTo>
                    <a:lnTo>
                      <a:pt x="263586" y="242439"/>
                    </a:lnTo>
                    <a:lnTo>
                      <a:pt x="259942" y="242439"/>
                    </a:lnTo>
                    <a:cubicBezTo>
                      <a:pt x="246277" y="242439"/>
                      <a:pt x="235194" y="253506"/>
                      <a:pt x="235194" y="267151"/>
                    </a:cubicBezTo>
                    <a:lnTo>
                      <a:pt x="235194" y="365696"/>
                    </a:lnTo>
                    <a:cubicBezTo>
                      <a:pt x="235194" y="379341"/>
                      <a:pt x="246277" y="390560"/>
                      <a:pt x="259942" y="390560"/>
                    </a:cubicBezTo>
                    <a:lnTo>
                      <a:pt x="321129" y="390560"/>
                    </a:lnTo>
                    <a:cubicBezTo>
                      <a:pt x="318851" y="393592"/>
                      <a:pt x="317029" y="397079"/>
                      <a:pt x="315815" y="401021"/>
                    </a:cubicBezTo>
                    <a:cubicBezTo>
                      <a:pt x="312323" y="413756"/>
                      <a:pt x="316422" y="427552"/>
                      <a:pt x="325380" y="436800"/>
                    </a:cubicBezTo>
                    <a:lnTo>
                      <a:pt x="205891" y="436800"/>
                    </a:lnTo>
                    <a:cubicBezTo>
                      <a:pt x="198755" y="436800"/>
                      <a:pt x="193137" y="431342"/>
                      <a:pt x="193137" y="424671"/>
                    </a:cubicBezTo>
                    <a:lnTo>
                      <a:pt x="193137" y="151778"/>
                    </a:lnTo>
                    <a:cubicBezTo>
                      <a:pt x="193137" y="144955"/>
                      <a:pt x="198755" y="139649"/>
                      <a:pt x="205891" y="139649"/>
                    </a:cubicBezTo>
                    <a:close/>
                    <a:moveTo>
                      <a:pt x="196480" y="108401"/>
                    </a:moveTo>
                    <a:cubicBezTo>
                      <a:pt x="174463" y="108401"/>
                      <a:pt x="156698" y="126291"/>
                      <a:pt x="156698" y="148123"/>
                    </a:cubicBezTo>
                    <a:lnTo>
                      <a:pt x="156698" y="467564"/>
                    </a:lnTo>
                    <a:cubicBezTo>
                      <a:pt x="156698" y="489396"/>
                      <a:pt x="174463" y="507135"/>
                      <a:pt x="196480" y="507135"/>
                    </a:cubicBezTo>
                    <a:lnTo>
                      <a:pt x="419076" y="507135"/>
                    </a:lnTo>
                    <a:cubicBezTo>
                      <a:pt x="419379" y="508044"/>
                      <a:pt x="419683" y="508651"/>
                      <a:pt x="420139" y="509560"/>
                    </a:cubicBezTo>
                    <a:cubicBezTo>
                      <a:pt x="421201" y="512138"/>
                      <a:pt x="423327" y="514260"/>
                      <a:pt x="425908" y="515170"/>
                    </a:cubicBezTo>
                    <a:cubicBezTo>
                      <a:pt x="427123" y="515776"/>
                      <a:pt x="428490" y="515928"/>
                      <a:pt x="429704" y="515928"/>
                    </a:cubicBezTo>
                    <a:cubicBezTo>
                      <a:pt x="431223" y="515928"/>
                      <a:pt x="432741" y="515625"/>
                      <a:pt x="434108" y="515018"/>
                    </a:cubicBezTo>
                    <a:lnTo>
                      <a:pt x="530374" y="471051"/>
                    </a:lnTo>
                    <a:cubicBezTo>
                      <a:pt x="532955" y="469990"/>
                      <a:pt x="534929" y="467868"/>
                      <a:pt x="535840" y="465139"/>
                    </a:cubicBezTo>
                    <a:cubicBezTo>
                      <a:pt x="536751" y="462561"/>
                      <a:pt x="536751" y="459681"/>
                      <a:pt x="535536" y="457103"/>
                    </a:cubicBezTo>
                    <a:cubicBezTo>
                      <a:pt x="528703" y="442549"/>
                      <a:pt x="522326" y="419656"/>
                      <a:pt x="522934" y="414501"/>
                    </a:cubicBezTo>
                    <a:cubicBezTo>
                      <a:pt x="525211" y="399795"/>
                      <a:pt x="524604" y="377811"/>
                      <a:pt x="515949" y="360680"/>
                    </a:cubicBezTo>
                    <a:cubicBezTo>
                      <a:pt x="504713" y="338393"/>
                      <a:pt x="485733" y="322322"/>
                      <a:pt x="464931" y="316410"/>
                    </a:cubicBezTo>
                    <a:lnTo>
                      <a:pt x="464931" y="148123"/>
                    </a:lnTo>
                    <a:cubicBezTo>
                      <a:pt x="464931" y="126291"/>
                      <a:pt x="447166" y="108401"/>
                      <a:pt x="425149" y="108401"/>
                    </a:cubicBezTo>
                    <a:close/>
                    <a:moveTo>
                      <a:pt x="303678" y="0"/>
                    </a:moveTo>
                    <a:cubicBezTo>
                      <a:pt x="471460" y="0"/>
                      <a:pt x="607356" y="135691"/>
                      <a:pt x="607356" y="303219"/>
                    </a:cubicBezTo>
                    <a:cubicBezTo>
                      <a:pt x="607356" y="470748"/>
                      <a:pt x="471460" y="606439"/>
                      <a:pt x="303678" y="606439"/>
                    </a:cubicBezTo>
                    <a:cubicBezTo>
                      <a:pt x="135896" y="606439"/>
                      <a:pt x="0" y="470748"/>
                      <a:pt x="0" y="303219"/>
                    </a:cubicBezTo>
                    <a:cubicBezTo>
                      <a:pt x="0" y="135691"/>
                      <a:pt x="135896" y="0"/>
                      <a:pt x="303678"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79" name="组合 78">
              <a:extLst>
                <a:ext uri="{FF2B5EF4-FFF2-40B4-BE49-F238E27FC236}">
                  <a16:creationId xmlns:a16="http://schemas.microsoft.com/office/drawing/2014/main" id="{AF2503B2-C7C6-925B-0106-DFDFDA918FC0}"/>
                </a:ext>
              </a:extLst>
            </p:cNvPr>
            <p:cNvGrpSpPr/>
            <p:nvPr/>
          </p:nvGrpSpPr>
          <p:grpSpPr>
            <a:xfrm>
              <a:off x="7537449" y="2082800"/>
              <a:ext cx="1944916" cy="4334880"/>
              <a:chOff x="7537449" y="2082800"/>
              <a:chExt cx="1944916" cy="4334880"/>
            </a:xfrm>
          </p:grpSpPr>
          <p:sp>
            <p:nvSpPr>
              <p:cNvPr id="45" name="Picture2">
                <a:extLst>
                  <a:ext uri="{FF2B5EF4-FFF2-40B4-BE49-F238E27FC236}">
                    <a16:creationId xmlns:a16="http://schemas.microsoft.com/office/drawing/2014/main" id="{21929FE3-4EE2-8E65-85AA-23BEAAA7D975}"/>
                  </a:ext>
                </a:extLst>
              </p:cNvPr>
              <p:cNvSpPr/>
              <p:nvPr/>
            </p:nvSpPr>
            <p:spPr>
              <a:xfrm>
                <a:off x="7537449" y="2082800"/>
                <a:ext cx="1944916" cy="4051300"/>
              </a:xfrm>
              <a:prstGeom prst="snip2DiagRect">
                <a:avLst/>
              </a:prstGeom>
              <a:blipFill>
                <a:blip r:embed="rId4"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endParaRPr>
              </a:p>
            </p:txBody>
          </p:sp>
          <p:grpSp>
            <p:nvGrpSpPr>
              <p:cNvPr id="78" name="组合 77">
                <a:extLst>
                  <a:ext uri="{FF2B5EF4-FFF2-40B4-BE49-F238E27FC236}">
                    <a16:creationId xmlns:a16="http://schemas.microsoft.com/office/drawing/2014/main" id="{B31A3657-C112-8890-AA44-7FA74F9DDEB7}"/>
                  </a:ext>
                </a:extLst>
              </p:cNvPr>
              <p:cNvGrpSpPr/>
              <p:nvPr/>
            </p:nvGrpSpPr>
            <p:grpSpPr>
              <a:xfrm>
                <a:off x="8205107" y="5808080"/>
                <a:ext cx="609600" cy="609600"/>
                <a:chOff x="8205107" y="5808080"/>
                <a:chExt cx="609600" cy="609600"/>
              </a:xfrm>
            </p:grpSpPr>
            <p:sp>
              <p:nvSpPr>
                <p:cNvPr id="46" name="IconBackground2">
                  <a:extLst>
                    <a:ext uri="{FF2B5EF4-FFF2-40B4-BE49-F238E27FC236}">
                      <a16:creationId xmlns:a16="http://schemas.microsoft.com/office/drawing/2014/main" id="{DDEEB676-5B81-83C4-A743-12ACE6E52299}"/>
                    </a:ext>
                  </a:extLst>
                </p:cNvPr>
                <p:cNvSpPr/>
                <p:nvPr/>
              </p:nvSpPr>
              <p:spPr>
                <a:xfrm>
                  <a:off x="8205107" y="5808080"/>
                  <a:ext cx="609600" cy="609600"/>
                </a:xfrm>
                <a:prstGeom prst="roundRect">
                  <a:avLst/>
                </a:prstGeom>
                <a:gradFill flip="none" rotWithShape="1">
                  <a:gsLst>
                    <a:gs pos="100000">
                      <a:schemeClr val="accent3">
                        <a:alpha val="90000"/>
                      </a:schemeClr>
                    </a:gs>
                    <a:gs pos="0">
                      <a:schemeClr val="accent2"/>
                    </a:gs>
                  </a:gsLst>
                  <a:lin ang="27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sp>
              <p:nvSpPr>
                <p:cNvPr id="76" name="turntable_337332">
                  <a:extLst>
                    <a:ext uri="{FF2B5EF4-FFF2-40B4-BE49-F238E27FC236}">
                      <a16:creationId xmlns:a16="http://schemas.microsoft.com/office/drawing/2014/main" id="{B19F6A7B-8A2B-864B-9632-AE08E4E4411A}"/>
                    </a:ext>
                  </a:extLst>
                </p:cNvPr>
                <p:cNvSpPr/>
                <p:nvPr/>
              </p:nvSpPr>
              <p:spPr>
                <a:xfrm>
                  <a:off x="8339228" y="5942459"/>
                  <a:ext cx="341358" cy="340842"/>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7639" h="606722">
                      <a:moveTo>
                        <a:pt x="0" y="505602"/>
                      </a:moveTo>
                      <a:lnTo>
                        <a:pt x="607639" y="505602"/>
                      </a:lnTo>
                      <a:lnTo>
                        <a:pt x="607639" y="547809"/>
                      </a:lnTo>
                      <a:cubicBezTo>
                        <a:pt x="607639" y="580331"/>
                        <a:pt x="581115" y="606722"/>
                        <a:pt x="548628" y="606722"/>
                      </a:cubicBezTo>
                      <a:lnTo>
                        <a:pt x="58921" y="606722"/>
                      </a:lnTo>
                      <a:cubicBezTo>
                        <a:pt x="26435" y="606722"/>
                        <a:pt x="0" y="580331"/>
                        <a:pt x="0" y="547809"/>
                      </a:cubicBezTo>
                      <a:close/>
                      <a:moveTo>
                        <a:pt x="430430" y="379201"/>
                      </a:moveTo>
                      <a:cubicBezTo>
                        <a:pt x="416367" y="379201"/>
                        <a:pt x="405063" y="390488"/>
                        <a:pt x="405063" y="404440"/>
                      </a:cubicBezTo>
                      <a:cubicBezTo>
                        <a:pt x="405063" y="418392"/>
                        <a:pt x="416367" y="429767"/>
                        <a:pt x="430430" y="429767"/>
                      </a:cubicBezTo>
                      <a:lnTo>
                        <a:pt x="480984" y="429767"/>
                      </a:lnTo>
                      <a:cubicBezTo>
                        <a:pt x="495047" y="429767"/>
                        <a:pt x="506351" y="418392"/>
                        <a:pt x="506351" y="404440"/>
                      </a:cubicBezTo>
                      <a:cubicBezTo>
                        <a:pt x="506351" y="390488"/>
                        <a:pt x="495047" y="379201"/>
                        <a:pt x="480984" y="379201"/>
                      </a:cubicBezTo>
                      <a:close/>
                      <a:moveTo>
                        <a:pt x="430430" y="278069"/>
                      </a:moveTo>
                      <a:cubicBezTo>
                        <a:pt x="416367" y="278069"/>
                        <a:pt x="405063" y="289355"/>
                        <a:pt x="405063" y="303308"/>
                      </a:cubicBezTo>
                      <a:cubicBezTo>
                        <a:pt x="405063" y="317260"/>
                        <a:pt x="416367" y="328635"/>
                        <a:pt x="430430" y="328635"/>
                      </a:cubicBezTo>
                      <a:lnTo>
                        <a:pt x="480984" y="328635"/>
                      </a:lnTo>
                      <a:cubicBezTo>
                        <a:pt x="495047" y="328635"/>
                        <a:pt x="506351" y="317260"/>
                        <a:pt x="506351" y="303308"/>
                      </a:cubicBezTo>
                      <a:cubicBezTo>
                        <a:pt x="506351" y="289355"/>
                        <a:pt x="495047" y="278069"/>
                        <a:pt x="480984" y="278069"/>
                      </a:cubicBezTo>
                      <a:close/>
                      <a:moveTo>
                        <a:pt x="227862" y="151716"/>
                      </a:moveTo>
                      <a:cubicBezTo>
                        <a:pt x="271021" y="151716"/>
                        <a:pt x="307684" y="178909"/>
                        <a:pt x="322189" y="216944"/>
                      </a:cubicBezTo>
                      <a:lnTo>
                        <a:pt x="225103" y="227696"/>
                      </a:lnTo>
                      <a:cubicBezTo>
                        <a:pt x="211221" y="229207"/>
                        <a:pt x="201166" y="241737"/>
                        <a:pt x="202678" y="255600"/>
                      </a:cubicBezTo>
                      <a:cubicBezTo>
                        <a:pt x="204102" y="268486"/>
                        <a:pt x="215137" y="278083"/>
                        <a:pt x="227862" y="278083"/>
                      </a:cubicBezTo>
                      <a:cubicBezTo>
                        <a:pt x="228752" y="278083"/>
                        <a:pt x="229731" y="277995"/>
                        <a:pt x="230621" y="277906"/>
                      </a:cubicBezTo>
                      <a:lnTo>
                        <a:pt x="327706" y="267153"/>
                      </a:lnTo>
                      <a:cubicBezTo>
                        <a:pt x="320587" y="316029"/>
                        <a:pt x="278763" y="353886"/>
                        <a:pt x="227862" y="353886"/>
                      </a:cubicBezTo>
                      <a:cubicBezTo>
                        <a:pt x="172067" y="353886"/>
                        <a:pt x="126594" y="308564"/>
                        <a:pt x="126594" y="252757"/>
                      </a:cubicBezTo>
                      <a:cubicBezTo>
                        <a:pt x="126594" y="197038"/>
                        <a:pt x="172067" y="151716"/>
                        <a:pt x="227862" y="151716"/>
                      </a:cubicBezTo>
                      <a:close/>
                      <a:moveTo>
                        <a:pt x="227854" y="101132"/>
                      </a:moveTo>
                      <a:cubicBezTo>
                        <a:pt x="144100" y="101132"/>
                        <a:pt x="75922" y="169117"/>
                        <a:pt x="75922" y="252742"/>
                      </a:cubicBezTo>
                      <a:cubicBezTo>
                        <a:pt x="75922" y="336456"/>
                        <a:pt x="144100" y="404440"/>
                        <a:pt x="227854" y="404440"/>
                      </a:cubicBezTo>
                      <a:cubicBezTo>
                        <a:pt x="309382" y="404440"/>
                        <a:pt x="375958" y="339921"/>
                        <a:pt x="379429" y="259318"/>
                      </a:cubicBezTo>
                      <a:cubicBezTo>
                        <a:pt x="438529" y="243055"/>
                        <a:pt x="480984" y="189467"/>
                        <a:pt x="480984" y="126371"/>
                      </a:cubicBezTo>
                      <a:cubicBezTo>
                        <a:pt x="480984" y="112418"/>
                        <a:pt x="469681" y="101132"/>
                        <a:pt x="455707" y="101132"/>
                      </a:cubicBezTo>
                      <a:cubicBezTo>
                        <a:pt x="441733" y="101132"/>
                        <a:pt x="430430" y="112418"/>
                        <a:pt x="430430" y="126371"/>
                      </a:cubicBezTo>
                      <a:cubicBezTo>
                        <a:pt x="430430" y="163784"/>
                        <a:pt x="406754" y="195866"/>
                        <a:pt x="373110" y="208307"/>
                      </a:cubicBezTo>
                      <a:cubicBezTo>
                        <a:pt x="353974" y="146277"/>
                        <a:pt x="296121" y="101132"/>
                        <a:pt x="227854" y="101132"/>
                      </a:cubicBezTo>
                      <a:close/>
                      <a:moveTo>
                        <a:pt x="114016" y="0"/>
                      </a:moveTo>
                      <a:lnTo>
                        <a:pt x="493623" y="0"/>
                      </a:lnTo>
                      <a:cubicBezTo>
                        <a:pt x="556461" y="0"/>
                        <a:pt x="607639" y="51099"/>
                        <a:pt x="607639" y="113840"/>
                      </a:cubicBezTo>
                      <a:lnTo>
                        <a:pt x="607639" y="455006"/>
                      </a:lnTo>
                      <a:lnTo>
                        <a:pt x="0" y="455006"/>
                      </a:lnTo>
                      <a:lnTo>
                        <a:pt x="0" y="113840"/>
                      </a:lnTo>
                      <a:cubicBezTo>
                        <a:pt x="0" y="51099"/>
                        <a:pt x="51178" y="0"/>
                        <a:pt x="11401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Tree>
    <p:extLst>
      <p:ext uri="{BB962C8B-B14F-4D97-AF65-F5344CB8AC3E}">
        <p14:creationId xmlns:p14="http://schemas.microsoft.com/office/powerpoint/2010/main" val="2679891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E4F6B-C1A5-7C31-0D7E-C1858659C017}"/>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8085504D-A644-43CF-64A4-C6599FAC516D}"/>
              </a:ext>
            </a:extLst>
          </p:cNvPr>
          <p:cNvSpPr>
            <a:spLocks noGrp="1"/>
          </p:cNvSpPr>
          <p:nvPr>
            <p:ph type="title"/>
          </p:nvPr>
        </p:nvSpPr>
        <p:spPr/>
        <p:txBody>
          <a:bodyPr/>
          <a:lstStyle/>
          <a:p>
            <a:r>
              <a:rPr lang="zh-CN" altLang="en-US" dirty="0"/>
              <a:t>智能制造</a:t>
            </a:r>
          </a:p>
        </p:txBody>
      </p:sp>
      <p:grpSp>
        <p:nvGrpSpPr>
          <p:cNvPr id="12" name="组合 11">
            <a:extLst>
              <a:ext uri="{FF2B5EF4-FFF2-40B4-BE49-F238E27FC236}">
                <a16:creationId xmlns:a16="http://schemas.microsoft.com/office/drawing/2014/main" id="{C79ECEED-6C25-31D0-8906-582BE787C919}"/>
              </a:ext>
            </a:extLst>
          </p:cNvPr>
          <p:cNvGrpSpPr/>
          <p:nvPr/>
        </p:nvGrpSpPr>
        <p:grpSpPr>
          <a:xfrm>
            <a:off x="660398" y="1266825"/>
            <a:ext cx="10858502" cy="4867275"/>
            <a:chOff x="660398" y="1266825"/>
            <a:chExt cx="10858502" cy="4867275"/>
          </a:xfrm>
        </p:grpSpPr>
        <p:grpSp>
          <p:nvGrpSpPr>
            <p:cNvPr id="7" name="组合 6">
              <a:extLst>
                <a:ext uri="{FF2B5EF4-FFF2-40B4-BE49-F238E27FC236}">
                  <a16:creationId xmlns:a16="http://schemas.microsoft.com/office/drawing/2014/main" id="{EFF6C5CB-F84F-913D-585B-5A990098DB7D}"/>
                </a:ext>
              </a:extLst>
            </p:cNvPr>
            <p:cNvGrpSpPr/>
            <p:nvPr/>
          </p:nvGrpSpPr>
          <p:grpSpPr>
            <a:xfrm>
              <a:off x="660398" y="1266825"/>
              <a:ext cx="10858502" cy="4867275"/>
              <a:chOff x="660398" y="1266825"/>
              <a:chExt cx="10858502" cy="4867275"/>
            </a:xfrm>
          </p:grpSpPr>
          <p:sp>
            <p:nvSpPr>
              <p:cNvPr id="109" name="椭圆 108">
                <a:extLst>
                  <a:ext uri="{FF2B5EF4-FFF2-40B4-BE49-F238E27FC236}">
                    <a16:creationId xmlns:a16="http://schemas.microsoft.com/office/drawing/2014/main" id="{AAEC2BDC-B585-B304-E610-8C13A1246F25}"/>
                  </a:ext>
                </a:extLst>
              </p:cNvPr>
              <p:cNvSpPr/>
              <p:nvPr/>
            </p:nvSpPr>
            <p:spPr>
              <a:xfrm>
                <a:off x="3724272" y="1266825"/>
                <a:ext cx="4730758" cy="4730750"/>
              </a:xfrm>
              <a:prstGeom prst="ellipse">
                <a:avLst/>
              </a:prstGeom>
              <a:noFill/>
              <a:ln w="25400" cap="flat">
                <a:solidFill>
                  <a:schemeClr val="accent1">
                    <a:alpha val="40000"/>
                  </a:schemeClr>
                </a:solidFill>
                <a:prstDash val="sysDot"/>
                <a:miter/>
              </a:ln>
            </p:spPr>
            <p:txBody>
              <a:bodyPr rtlCol="0" anchor="ctr"/>
              <a:lstStyle/>
              <a:p>
                <a:endParaRPr lang="en-US" altLang="zh-CN" sz="2000" dirty="0">
                  <a:latin typeface="Arial" panose="020B0604020202020204" pitchFamily="34" charset="0"/>
                  <a:ea typeface="微软雅黑" panose="020B0503020204020204" pitchFamily="34" charset="-122"/>
                </a:endParaRPr>
              </a:p>
            </p:txBody>
          </p:sp>
          <p:sp>
            <p:nvSpPr>
              <p:cNvPr id="6" name="椭圆 5">
                <a:extLst>
                  <a:ext uri="{FF2B5EF4-FFF2-40B4-BE49-F238E27FC236}">
                    <a16:creationId xmlns:a16="http://schemas.microsoft.com/office/drawing/2014/main" id="{E69C899C-CE75-DD62-584D-2D25153EA521}"/>
                  </a:ext>
                </a:extLst>
              </p:cNvPr>
              <p:cNvSpPr/>
              <p:nvPr/>
            </p:nvSpPr>
            <p:spPr>
              <a:xfrm>
                <a:off x="4392954" y="1935505"/>
                <a:ext cx="3393394" cy="3393390"/>
              </a:xfrm>
              <a:prstGeom prst="ellipse">
                <a:avLst/>
              </a:prstGeom>
              <a:noFill/>
              <a:ln w="25400" cap="flat">
                <a:solidFill>
                  <a:schemeClr val="accent1">
                    <a:alpha val="40000"/>
                  </a:schemeClr>
                </a:solidFill>
                <a:prstDash val="sysDot"/>
                <a:miter/>
              </a:ln>
            </p:spPr>
            <p:txBody>
              <a:bodyPr rtlCol="0" anchor="ctr"/>
              <a:lstStyle/>
              <a:p>
                <a:endParaRPr lang="en-US" altLang="zh-CN" sz="2000" dirty="0">
                  <a:latin typeface="Arial" panose="020B0604020202020204" pitchFamily="34" charset="0"/>
                  <a:ea typeface="微软雅黑" panose="020B0503020204020204" pitchFamily="34" charset="-122"/>
                </a:endParaRPr>
              </a:p>
            </p:txBody>
          </p:sp>
          <p:sp>
            <p:nvSpPr>
              <p:cNvPr id="3" name="Oval 5_1">
                <a:extLst>
                  <a:ext uri="{FF2B5EF4-FFF2-40B4-BE49-F238E27FC236}">
                    <a16:creationId xmlns:a16="http://schemas.microsoft.com/office/drawing/2014/main" id="{F17192CB-3E23-79D9-66C0-E3B97D4D248D}"/>
                  </a:ext>
                </a:extLst>
              </p:cNvPr>
              <p:cNvSpPr/>
              <p:nvPr/>
            </p:nvSpPr>
            <p:spPr>
              <a:xfrm>
                <a:off x="4392954" y="1935505"/>
                <a:ext cx="3393394" cy="3393390"/>
              </a:xfrm>
              <a:prstGeom prst="arc">
                <a:avLst>
                  <a:gd name="adj1" fmla="val 16330278"/>
                  <a:gd name="adj2" fmla="val 21116435"/>
                </a:avLst>
              </a:prstGeom>
              <a:noFill/>
              <a:ln w="190500">
                <a:gradFill>
                  <a:gsLst>
                    <a:gs pos="23000">
                      <a:schemeClr val="accent2">
                        <a:lumMod val="60000"/>
                        <a:lumOff val="40000"/>
                      </a:schemeClr>
                    </a:gs>
                    <a:gs pos="100000">
                      <a:schemeClr val="accent1">
                        <a:lumMod val="60000"/>
                        <a:lumOff val="40000"/>
                      </a:schemeClr>
                    </a:gs>
                  </a:gsLst>
                  <a:lin ang="2700000" scaled="0"/>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SzPct val="25000"/>
                </a:pPr>
                <a:endParaRPr lang="en-US" altLang="zh-CN" sz="2400" b="1" dirty="0">
                  <a:solidFill>
                    <a:schemeClr val="accent1"/>
                  </a:solidFill>
                </a:endParaRPr>
              </a:p>
            </p:txBody>
          </p:sp>
          <p:sp>
            <p:nvSpPr>
              <p:cNvPr id="4" name="Oval 5_1_1">
                <a:extLst>
                  <a:ext uri="{FF2B5EF4-FFF2-40B4-BE49-F238E27FC236}">
                    <a16:creationId xmlns:a16="http://schemas.microsoft.com/office/drawing/2014/main" id="{D8E707FF-950A-7214-4B39-B5308442E49F}"/>
                  </a:ext>
                </a:extLst>
              </p:cNvPr>
              <p:cNvSpPr/>
              <p:nvPr/>
            </p:nvSpPr>
            <p:spPr>
              <a:xfrm>
                <a:off x="4392954" y="1935505"/>
                <a:ext cx="3393394" cy="3393390"/>
              </a:xfrm>
              <a:prstGeom prst="arc">
                <a:avLst>
                  <a:gd name="adj1" fmla="val 1962648"/>
                  <a:gd name="adj2" fmla="val 6715678"/>
                </a:avLst>
              </a:prstGeom>
              <a:noFill/>
              <a:ln w="190500">
                <a:gradFill flip="none" rotWithShape="1">
                  <a:gsLst>
                    <a:gs pos="23000">
                      <a:schemeClr val="accent2">
                        <a:lumMod val="60000"/>
                        <a:lumOff val="40000"/>
                      </a:schemeClr>
                    </a:gs>
                    <a:gs pos="100000">
                      <a:schemeClr val="accent1">
                        <a:lumMod val="60000"/>
                        <a:lumOff val="40000"/>
                      </a:schemeClr>
                    </a:gs>
                  </a:gsLst>
                  <a:lin ang="108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SzPct val="25000"/>
                </a:pPr>
                <a:endParaRPr lang="en-US" altLang="zh-CN" sz="2400" b="1" dirty="0">
                  <a:solidFill>
                    <a:schemeClr val="accent1"/>
                  </a:solidFill>
                </a:endParaRPr>
              </a:p>
            </p:txBody>
          </p:sp>
          <p:sp>
            <p:nvSpPr>
              <p:cNvPr id="5" name="Oval 5_1_1_1">
                <a:extLst>
                  <a:ext uri="{FF2B5EF4-FFF2-40B4-BE49-F238E27FC236}">
                    <a16:creationId xmlns:a16="http://schemas.microsoft.com/office/drawing/2014/main" id="{2E278693-8DEA-C67E-6C99-B915D4049B2E}"/>
                  </a:ext>
                </a:extLst>
              </p:cNvPr>
              <p:cNvSpPr/>
              <p:nvPr/>
            </p:nvSpPr>
            <p:spPr>
              <a:xfrm>
                <a:off x="4392954" y="1935505"/>
                <a:ext cx="3393394" cy="3393390"/>
              </a:xfrm>
              <a:prstGeom prst="arc">
                <a:avLst>
                  <a:gd name="adj1" fmla="val 8802555"/>
                  <a:gd name="adj2" fmla="val 13390511"/>
                </a:avLst>
              </a:prstGeom>
              <a:noFill/>
              <a:ln w="190500">
                <a:gradFill flip="none" rotWithShape="1">
                  <a:gsLst>
                    <a:gs pos="23000">
                      <a:schemeClr val="accent2">
                        <a:lumMod val="60000"/>
                        <a:lumOff val="40000"/>
                      </a:schemeClr>
                    </a:gs>
                    <a:gs pos="100000">
                      <a:schemeClr val="accent1">
                        <a:lumMod val="60000"/>
                        <a:lumOff val="40000"/>
                      </a:schemeClr>
                    </a:gs>
                  </a:gsLst>
                  <a:lin ang="189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SzPct val="25000"/>
                </a:pPr>
                <a:endParaRPr lang="en-US" altLang="zh-CN" sz="2400" b="1" dirty="0">
                  <a:solidFill>
                    <a:schemeClr val="accent1"/>
                  </a:solidFill>
                </a:endParaRPr>
              </a:p>
            </p:txBody>
          </p:sp>
          <p:grpSp>
            <p:nvGrpSpPr>
              <p:cNvPr id="42" name="组合 41">
                <a:extLst>
                  <a:ext uri="{FF2B5EF4-FFF2-40B4-BE49-F238E27FC236}">
                    <a16:creationId xmlns:a16="http://schemas.microsoft.com/office/drawing/2014/main" id="{9F5404B6-69A1-D28F-6CFD-9957F30F9B19}"/>
                  </a:ext>
                </a:extLst>
              </p:cNvPr>
              <p:cNvGrpSpPr/>
              <p:nvPr/>
            </p:nvGrpSpPr>
            <p:grpSpPr>
              <a:xfrm>
                <a:off x="660398" y="1564513"/>
                <a:ext cx="3856720" cy="1816100"/>
                <a:chOff x="660398" y="1564513"/>
                <a:chExt cx="3856720" cy="1816100"/>
              </a:xfrm>
            </p:grpSpPr>
            <p:sp>
              <p:nvSpPr>
                <p:cNvPr id="21" name="Text1">
                  <a:extLst>
                    <a:ext uri="{FF2B5EF4-FFF2-40B4-BE49-F238E27FC236}">
                      <a16:creationId xmlns:a16="http://schemas.microsoft.com/office/drawing/2014/main" id="{A21A792D-145E-08EE-095A-C2E3D783CCCB}"/>
                    </a:ext>
                  </a:extLst>
                </p:cNvPr>
                <p:cNvSpPr txBox="1">
                  <a:spLocks/>
                </p:cNvSpPr>
                <p:nvPr/>
              </p:nvSpPr>
              <p:spPr>
                <a:xfrm flipH="1">
                  <a:off x="660399" y="2135519"/>
                  <a:ext cx="3003459" cy="1245094"/>
                </a:xfrm>
                <a:prstGeom prst="rect">
                  <a:avLst/>
                </a:prstGeom>
                <a:noFill/>
              </p:spPr>
              <p:txBody>
                <a:bodyPr wrap="square" anchor="t" anchorCtr="0">
                  <a:normAutofit/>
                </a:bodyPr>
                <a:lstStyle/>
                <a:p>
                  <a:pPr>
                    <a:lnSpc>
                      <a:spcPct val="120000"/>
                    </a:lnSpc>
                  </a:pPr>
                  <a:r>
                    <a:rPr lang="zh-CN" altLang="en-US" sz="1400" dirty="0"/>
                    <a:t>通过物联网技术，实现生产线的实时监控和智能调度，提高生产效率和产品质量。</a:t>
                  </a:r>
                </a:p>
              </p:txBody>
            </p:sp>
            <p:sp>
              <p:nvSpPr>
                <p:cNvPr id="22" name="Bullet1">
                  <a:extLst>
                    <a:ext uri="{FF2B5EF4-FFF2-40B4-BE49-F238E27FC236}">
                      <a16:creationId xmlns:a16="http://schemas.microsoft.com/office/drawing/2014/main" id="{93BC02B5-C3EC-1669-9C6C-C88C9F9FEC95}"/>
                    </a:ext>
                  </a:extLst>
                </p:cNvPr>
                <p:cNvSpPr txBox="1">
                  <a:spLocks/>
                </p:cNvSpPr>
                <p:nvPr/>
              </p:nvSpPr>
              <p:spPr>
                <a:xfrm flipH="1">
                  <a:off x="660398" y="1564513"/>
                  <a:ext cx="3003465" cy="571005"/>
                </a:xfrm>
                <a:prstGeom prst="rect">
                  <a:avLst/>
                </a:prstGeom>
                <a:noFill/>
              </p:spPr>
              <p:txBody>
                <a:bodyPr wrap="square" rtlCol="0" anchor="b" anchorCtr="0">
                  <a:normAutofit/>
                </a:bodyPr>
                <a:lstStyle/>
                <a:p>
                  <a:r>
                    <a:rPr kumimoji="0" lang="zh-CN" altLang="en-US" sz="2000" b="1" i="0" u="none" strike="noStrike" kern="1200" cap="none" spc="0" normalizeH="0" baseline="0" noProof="0" dirty="0">
                      <a:ln>
                        <a:noFill/>
                      </a:ln>
                      <a:effectLst/>
                      <a:uLnTx/>
                      <a:uFillTx/>
                    </a:rPr>
                    <a:t>智能生产线</a:t>
                  </a:r>
                </a:p>
              </p:txBody>
            </p:sp>
            <p:sp>
              <p:nvSpPr>
                <p:cNvPr id="31" name="Shape1">
                  <a:extLst>
                    <a:ext uri="{FF2B5EF4-FFF2-40B4-BE49-F238E27FC236}">
                      <a16:creationId xmlns:a16="http://schemas.microsoft.com/office/drawing/2014/main" id="{7DEDEF59-757E-C48D-D07D-BA4393209AE3}"/>
                    </a:ext>
                  </a:extLst>
                </p:cNvPr>
                <p:cNvSpPr/>
                <p:nvPr/>
              </p:nvSpPr>
              <p:spPr>
                <a:xfrm>
                  <a:off x="3946113" y="1845074"/>
                  <a:ext cx="571005" cy="571005"/>
                </a:xfrm>
                <a:custGeom>
                  <a:avLst/>
                  <a:gdLst>
                    <a:gd name="connsiteX0" fmla="*/ 616817 w 616816"/>
                    <a:gd name="connsiteY0" fmla="*/ 308408 h 616816"/>
                    <a:gd name="connsiteX1" fmla="*/ 308408 w 616816"/>
                    <a:gd name="connsiteY1" fmla="*/ 616817 h 616816"/>
                    <a:gd name="connsiteX2" fmla="*/ 0 w 616816"/>
                    <a:gd name="connsiteY2" fmla="*/ 308408 h 616816"/>
                    <a:gd name="connsiteX3" fmla="*/ 308408 w 616816"/>
                    <a:gd name="connsiteY3" fmla="*/ 0 h 616816"/>
                    <a:gd name="connsiteX4" fmla="*/ 616817 w 616816"/>
                    <a:gd name="connsiteY4" fmla="*/ 308408 h 61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816" h="616816">
                      <a:moveTo>
                        <a:pt x="616817" y="308408"/>
                      </a:moveTo>
                      <a:cubicBezTo>
                        <a:pt x="616817" y="478738"/>
                        <a:pt x="478738" y="616817"/>
                        <a:pt x="308408" y="616817"/>
                      </a:cubicBezTo>
                      <a:cubicBezTo>
                        <a:pt x="138079" y="616817"/>
                        <a:pt x="0" y="478738"/>
                        <a:pt x="0" y="308408"/>
                      </a:cubicBezTo>
                      <a:cubicBezTo>
                        <a:pt x="0" y="138079"/>
                        <a:pt x="138079" y="0"/>
                        <a:pt x="308408" y="0"/>
                      </a:cubicBezTo>
                      <a:cubicBezTo>
                        <a:pt x="478738" y="0"/>
                        <a:pt x="616817" y="138079"/>
                        <a:pt x="616817" y="308408"/>
                      </a:cubicBezTo>
                      <a:close/>
                    </a:path>
                  </a:pathLst>
                </a:custGeom>
                <a:noFill/>
                <a:ln w="25400" cap="flat">
                  <a:solidFill>
                    <a:schemeClr val="accent1">
                      <a:alpha val="40000"/>
                    </a:schemeClr>
                  </a:solidFill>
                  <a:prstDash val="sysDot"/>
                  <a:miter/>
                </a:ln>
              </p:spPr>
              <p:txBody>
                <a:bodyPr rtlCol="0" anchor="ctr"/>
                <a:lstStyle/>
                <a:p>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32" name="Number1">
                  <a:extLst>
                    <a:ext uri="{FF2B5EF4-FFF2-40B4-BE49-F238E27FC236}">
                      <a16:creationId xmlns:a16="http://schemas.microsoft.com/office/drawing/2014/main" id="{0CBAE0F1-91E6-11E8-3E99-61323A4FE4B4}"/>
                    </a:ext>
                  </a:extLst>
                </p:cNvPr>
                <p:cNvSpPr txBox="1"/>
                <p:nvPr/>
              </p:nvSpPr>
              <p:spPr>
                <a:xfrm>
                  <a:off x="4007832" y="1910175"/>
                  <a:ext cx="447565" cy="440806"/>
                </a:xfrm>
                <a:prstGeom prst="ellipse">
                  <a:avLst/>
                </a:prstGeom>
                <a:gradFill flip="none" rotWithShape="0">
                  <a:gsLst>
                    <a:gs pos="0">
                      <a:schemeClr val="accent1">
                        <a:lumMod val="60000"/>
                        <a:lumOff val="40000"/>
                      </a:schemeClr>
                    </a:gs>
                    <a:gs pos="50000">
                      <a:schemeClr val="accent1"/>
                    </a:gs>
                  </a:gsLst>
                  <a:lin ang="2700000" scaled="0"/>
                  <a:tileRect/>
                </a:gradFill>
              </p:spPr>
              <p:txBody>
                <a:bodyPr wrap="none" lIns="108000" tIns="108000" rIns="108000" bIns="108000" rtlCol="0" anchor="ctr" anchorCtr="0">
                  <a:noAutofit/>
                </a:bodyPr>
                <a:lstStyle>
                  <a:defPPr>
                    <a:defRPr lang="en-US"/>
                  </a:defPPr>
                  <a:lvl1pPr algn="ctr">
                    <a:defRPr kumimoji="1" b="1">
                      <a:solidFill>
                        <a:srgbClr val="FFFFFF"/>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dirty="0">
                      <a:sym typeface="Arial" panose="020B0604020202020204" pitchFamily="34" charset="0"/>
                    </a:rPr>
                    <a:t>1</a:t>
                  </a:r>
                  <a:endParaRPr lang="zh-CN" altLang="en-US" dirty="0">
                    <a:sym typeface="Arial" panose="020B0604020202020204" pitchFamily="34" charset="0"/>
                  </a:endParaRPr>
                </a:p>
              </p:txBody>
            </p:sp>
          </p:grpSp>
          <p:grpSp>
            <p:nvGrpSpPr>
              <p:cNvPr id="43" name="组合 42">
                <a:extLst>
                  <a:ext uri="{FF2B5EF4-FFF2-40B4-BE49-F238E27FC236}">
                    <a16:creationId xmlns:a16="http://schemas.microsoft.com/office/drawing/2014/main" id="{63E5436B-1A51-A604-3BB9-953582168F88}"/>
                  </a:ext>
                </a:extLst>
              </p:cNvPr>
              <p:cNvGrpSpPr/>
              <p:nvPr/>
            </p:nvGrpSpPr>
            <p:grpSpPr>
              <a:xfrm>
                <a:off x="660398" y="4318000"/>
                <a:ext cx="3856720" cy="1816100"/>
                <a:chOff x="660398" y="4318000"/>
                <a:chExt cx="3856720" cy="1816100"/>
              </a:xfrm>
            </p:grpSpPr>
            <p:sp>
              <p:nvSpPr>
                <p:cNvPr id="264" name="Text2">
                  <a:extLst>
                    <a:ext uri="{FF2B5EF4-FFF2-40B4-BE49-F238E27FC236}">
                      <a16:creationId xmlns:a16="http://schemas.microsoft.com/office/drawing/2014/main" id="{7E7B6AAA-AA5F-943F-EF28-81821023C703}"/>
                    </a:ext>
                  </a:extLst>
                </p:cNvPr>
                <p:cNvSpPr txBox="1">
                  <a:spLocks/>
                </p:cNvSpPr>
                <p:nvPr/>
              </p:nvSpPr>
              <p:spPr>
                <a:xfrm flipH="1">
                  <a:off x="660399" y="4889006"/>
                  <a:ext cx="3003459" cy="1245094"/>
                </a:xfrm>
                <a:prstGeom prst="rect">
                  <a:avLst/>
                </a:prstGeom>
                <a:noFill/>
              </p:spPr>
              <p:txBody>
                <a:bodyPr wrap="square" anchor="t" anchorCtr="0">
                  <a:normAutofit/>
                </a:bodyPr>
                <a:lstStyle/>
                <a:p>
                  <a:pPr>
                    <a:lnSpc>
                      <a:spcPct val="120000"/>
                    </a:lnSpc>
                  </a:pPr>
                  <a:r>
                    <a:rPr lang="zh-CN" altLang="en-US" sz="1400" dirty="0"/>
                    <a:t>智能工厂采用模块化设计，实现生产线的高度集成和优化，提高整体生产效率和灵活性。</a:t>
                  </a:r>
                </a:p>
              </p:txBody>
            </p:sp>
            <p:sp>
              <p:nvSpPr>
                <p:cNvPr id="269" name="Bullet2">
                  <a:extLst>
                    <a:ext uri="{FF2B5EF4-FFF2-40B4-BE49-F238E27FC236}">
                      <a16:creationId xmlns:a16="http://schemas.microsoft.com/office/drawing/2014/main" id="{D2D04368-1B57-CE43-5EE2-C126A881764E}"/>
                    </a:ext>
                  </a:extLst>
                </p:cNvPr>
                <p:cNvSpPr txBox="1">
                  <a:spLocks/>
                </p:cNvSpPr>
                <p:nvPr/>
              </p:nvSpPr>
              <p:spPr>
                <a:xfrm flipH="1">
                  <a:off x="660398" y="4318000"/>
                  <a:ext cx="3003465" cy="571005"/>
                </a:xfrm>
                <a:prstGeom prst="rect">
                  <a:avLst/>
                </a:prstGeom>
                <a:noFill/>
              </p:spPr>
              <p:txBody>
                <a:bodyPr wrap="square" rtlCol="0" anchor="b" anchorCtr="0">
                  <a:normAutofit/>
                </a:bodyPr>
                <a:lstStyle/>
                <a:p>
                  <a:r>
                    <a:rPr kumimoji="0" lang="zh-CN" altLang="en-US" sz="2000" b="1" i="0" u="none" strike="noStrike" kern="1200" cap="none" spc="0" normalizeH="0" baseline="0" noProof="0" dirty="0">
                      <a:ln>
                        <a:noFill/>
                      </a:ln>
                      <a:effectLst/>
                      <a:uLnTx/>
                      <a:uFillTx/>
                    </a:rPr>
                    <a:t>智能工厂布局</a:t>
                  </a:r>
                </a:p>
              </p:txBody>
            </p:sp>
            <p:sp>
              <p:nvSpPr>
                <p:cNvPr id="270" name="Shape2">
                  <a:extLst>
                    <a:ext uri="{FF2B5EF4-FFF2-40B4-BE49-F238E27FC236}">
                      <a16:creationId xmlns:a16="http://schemas.microsoft.com/office/drawing/2014/main" id="{8369B421-1280-A7E5-EDD1-FB6B3A91AC84}"/>
                    </a:ext>
                  </a:extLst>
                </p:cNvPr>
                <p:cNvSpPr/>
                <p:nvPr/>
              </p:nvSpPr>
              <p:spPr>
                <a:xfrm>
                  <a:off x="3946113" y="4742387"/>
                  <a:ext cx="571005" cy="571005"/>
                </a:xfrm>
                <a:custGeom>
                  <a:avLst/>
                  <a:gdLst>
                    <a:gd name="connsiteX0" fmla="*/ 616817 w 616816"/>
                    <a:gd name="connsiteY0" fmla="*/ 308408 h 616816"/>
                    <a:gd name="connsiteX1" fmla="*/ 308408 w 616816"/>
                    <a:gd name="connsiteY1" fmla="*/ 616817 h 616816"/>
                    <a:gd name="connsiteX2" fmla="*/ 0 w 616816"/>
                    <a:gd name="connsiteY2" fmla="*/ 308408 h 616816"/>
                    <a:gd name="connsiteX3" fmla="*/ 308408 w 616816"/>
                    <a:gd name="connsiteY3" fmla="*/ 0 h 616816"/>
                    <a:gd name="connsiteX4" fmla="*/ 616817 w 616816"/>
                    <a:gd name="connsiteY4" fmla="*/ 308408 h 61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816" h="616816">
                      <a:moveTo>
                        <a:pt x="616817" y="308408"/>
                      </a:moveTo>
                      <a:cubicBezTo>
                        <a:pt x="616817" y="478738"/>
                        <a:pt x="478738" y="616817"/>
                        <a:pt x="308408" y="616817"/>
                      </a:cubicBezTo>
                      <a:cubicBezTo>
                        <a:pt x="138079" y="616817"/>
                        <a:pt x="0" y="478738"/>
                        <a:pt x="0" y="308408"/>
                      </a:cubicBezTo>
                      <a:cubicBezTo>
                        <a:pt x="0" y="138079"/>
                        <a:pt x="138079" y="0"/>
                        <a:pt x="308408" y="0"/>
                      </a:cubicBezTo>
                      <a:cubicBezTo>
                        <a:pt x="478738" y="0"/>
                        <a:pt x="616817" y="138079"/>
                        <a:pt x="616817" y="308408"/>
                      </a:cubicBezTo>
                      <a:close/>
                    </a:path>
                  </a:pathLst>
                </a:custGeom>
                <a:noFill/>
                <a:ln w="25400" cap="flat">
                  <a:solidFill>
                    <a:schemeClr val="accent2">
                      <a:alpha val="40000"/>
                    </a:schemeClr>
                  </a:solidFill>
                  <a:prstDash val="sysDot"/>
                  <a:miter/>
                </a:ln>
              </p:spPr>
              <p:txBody>
                <a:bodyPr rtlCol="0" anchor="ctr"/>
                <a:lstStyle/>
                <a:p>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271" name="Number2">
                  <a:extLst>
                    <a:ext uri="{FF2B5EF4-FFF2-40B4-BE49-F238E27FC236}">
                      <a16:creationId xmlns:a16="http://schemas.microsoft.com/office/drawing/2014/main" id="{25FD7982-7170-6B32-DD1E-EF7ECE5F3581}"/>
                    </a:ext>
                  </a:extLst>
                </p:cNvPr>
                <p:cNvSpPr txBox="1"/>
                <p:nvPr/>
              </p:nvSpPr>
              <p:spPr>
                <a:xfrm>
                  <a:off x="4007832" y="4807488"/>
                  <a:ext cx="447565" cy="440806"/>
                </a:xfrm>
                <a:prstGeom prst="ellipse">
                  <a:avLst/>
                </a:prstGeom>
                <a:gradFill flip="none" rotWithShape="0">
                  <a:gsLst>
                    <a:gs pos="0">
                      <a:schemeClr val="accent2">
                        <a:lumMod val="60000"/>
                        <a:lumOff val="40000"/>
                      </a:schemeClr>
                    </a:gs>
                    <a:gs pos="50000">
                      <a:schemeClr val="accent2"/>
                    </a:gs>
                  </a:gsLst>
                  <a:lin ang="2700000" scaled="0"/>
                  <a:tileRect/>
                </a:gradFill>
              </p:spPr>
              <p:txBody>
                <a:bodyPr wrap="none" lIns="108000" tIns="108000" rIns="108000" bIns="108000" rtlCol="0" anchor="ctr" anchorCtr="0">
                  <a:noAutofit/>
                </a:bodyPr>
                <a:lstStyle>
                  <a:defPPr>
                    <a:defRPr lang="en-US"/>
                  </a:defPPr>
                  <a:lvl1pPr algn="ctr">
                    <a:defRPr kumimoji="1" b="1">
                      <a:solidFill>
                        <a:srgbClr val="FFFFFF"/>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dirty="0">
                      <a:sym typeface="Arial" panose="020B0604020202020204" pitchFamily="34" charset="0"/>
                    </a:rPr>
                    <a:t>2</a:t>
                  </a:r>
                  <a:endParaRPr lang="zh-CN" altLang="en-US" dirty="0">
                    <a:sym typeface="Arial" panose="020B0604020202020204" pitchFamily="34" charset="0"/>
                  </a:endParaRPr>
                </a:p>
              </p:txBody>
            </p:sp>
          </p:grpSp>
          <p:grpSp>
            <p:nvGrpSpPr>
              <p:cNvPr id="44" name="组合 43">
                <a:extLst>
                  <a:ext uri="{FF2B5EF4-FFF2-40B4-BE49-F238E27FC236}">
                    <a16:creationId xmlns:a16="http://schemas.microsoft.com/office/drawing/2014/main" id="{5C54C658-BA2E-E75F-FF3D-528160ECCB5C}"/>
                  </a:ext>
                </a:extLst>
              </p:cNvPr>
              <p:cNvGrpSpPr/>
              <p:nvPr/>
            </p:nvGrpSpPr>
            <p:grpSpPr>
              <a:xfrm>
                <a:off x="7662182" y="1564513"/>
                <a:ext cx="3856718" cy="1816100"/>
                <a:chOff x="7662182" y="1564513"/>
                <a:chExt cx="3856718" cy="1816100"/>
              </a:xfrm>
            </p:grpSpPr>
            <p:sp>
              <p:nvSpPr>
                <p:cNvPr id="38" name="Text3">
                  <a:extLst>
                    <a:ext uri="{FF2B5EF4-FFF2-40B4-BE49-F238E27FC236}">
                      <a16:creationId xmlns:a16="http://schemas.microsoft.com/office/drawing/2014/main" id="{063AFB4F-D906-4B84-A937-5DB577FFFC78}"/>
                    </a:ext>
                  </a:extLst>
                </p:cNvPr>
                <p:cNvSpPr txBox="1">
                  <a:spLocks/>
                </p:cNvSpPr>
                <p:nvPr/>
              </p:nvSpPr>
              <p:spPr>
                <a:xfrm>
                  <a:off x="8515441" y="2135519"/>
                  <a:ext cx="3003459" cy="1245094"/>
                </a:xfrm>
                <a:prstGeom prst="rect">
                  <a:avLst/>
                </a:prstGeom>
                <a:noFill/>
              </p:spPr>
              <p:txBody>
                <a:bodyPr wrap="square" anchor="t" anchorCtr="0">
                  <a:normAutofit/>
                </a:bodyPr>
                <a:lstStyle/>
                <a:p>
                  <a:pPr algn="r">
                    <a:lnSpc>
                      <a:spcPct val="120000"/>
                    </a:lnSpc>
                  </a:pPr>
                  <a:r>
                    <a:rPr lang="zh-CN" altLang="en-US" sz="1400" dirty="0"/>
                    <a:t>工业机器人广泛应用于装配、搬运、检测等环节，减轻人工劳动强度，提升生产自动化水平。</a:t>
                  </a:r>
                </a:p>
              </p:txBody>
            </p:sp>
            <p:sp>
              <p:nvSpPr>
                <p:cNvPr id="39" name="Bullet3">
                  <a:extLst>
                    <a:ext uri="{FF2B5EF4-FFF2-40B4-BE49-F238E27FC236}">
                      <a16:creationId xmlns:a16="http://schemas.microsoft.com/office/drawing/2014/main" id="{8A4C344E-1832-5AB8-5832-4118A43EAC81}"/>
                    </a:ext>
                  </a:extLst>
                </p:cNvPr>
                <p:cNvSpPr txBox="1">
                  <a:spLocks/>
                </p:cNvSpPr>
                <p:nvPr/>
              </p:nvSpPr>
              <p:spPr>
                <a:xfrm>
                  <a:off x="8515435" y="1564513"/>
                  <a:ext cx="3003465" cy="571005"/>
                </a:xfrm>
                <a:prstGeom prst="rect">
                  <a:avLst/>
                </a:prstGeom>
                <a:noFill/>
              </p:spPr>
              <p:txBody>
                <a:bodyPr wrap="square" rtlCol="0" anchor="b" anchorCtr="0">
                  <a:normAutofit/>
                </a:bodyPr>
                <a:lstStyle/>
                <a:p>
                  <a:pPr algn="r"/>
                  <a:r>
                    <a:rPr kumimoji="0" lang="zh-CN" altLang="en-US" sz="2000" b="1" i="0" u="none" strike="noStrike" kern="1200" cap="none" spc="0" normalizeH="0" baseline="0" noProof="0" dirty="0">
                      <a:ln>
                        <a:noFill/>
                      </a:ln>
                      <a:effectLst/>
                      <a:uLnTx/>
                      <a:uFillTx/>
                    </a:rPr>
                    <a:t>工业机器人应用</a:t>
                  </a:r>
                </a:p>
              </p:txBody>
            </p:sp>
            <p:sp>
              <p:nvSpPr>
                <p:cNvPr id="40" name="Shape3">
                  <a:extLst>
                    <a:ext uri="{FF2B5EF4-FFF2-40B4-BE49-F238E27FC236}">
                      <a16:creationId xmlns:a16="http://schemas.microsoft.com/office/drawing/2014/main" id="{102A9AB6-A67F-6FE0-077C-B2708137ABDD}"/>
                    </a:ext>
                  </a:extLst>
                </p:cNvPr>
                <p:cNvSpPr/>
                <p:nvPr/>
              </p:nvSpPr>
              <p:spPr>
                <a:xfrm flipH="1">
                  <a:off x="7662182" y="1845074"/>
                  <a:ext cx="571005" cy="571005"/>
                </a:xfrm>
                <a:custGeom>
                  <a:avLst/>
                  <a:gdLst>
                    <a:gd name="connsiteX0" fmla="*/ 616817 w 616816"/>
                    <a:gd name="connsiteY0" fmla="*/ 308408 h 616816"/>
                    <a:gd name="connsiteX1" fmla="*/ 308408 w 616816"/>
                    <a:gd name="connsiteY1" fmla="*/ 616817 h 616816"/>
                    <a:gd name="connsiteX2" fmla="*/ 0 w 616816"/>
                    <a:gd name="connsiteY2" fmla="*/ 308408 h 616816"/>
                    <a:gd name="connsiteX3" fmla="*/ 308408 w 616816"/>
                    <a:gd name="connsiteY3" fmla="*/ 0 h 616816"/>
                    <a:gd name="connsiteX4" fmla="*/ 616817 w 616816"/>
                    <a:gd name="connsiteY4" fmla="*/ 308408 h 61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816" h="616816">
                      <a:moveTo>
                        <a:pt x="616817" y="308408"/>
                      </a:moveTo>
                      <a:cubicBezTo>
                        <a:pt x="616817" y="478738"/>
                        <a:pt x="478738" y="616817"/>
                        <a:pt x="308408" y="616817"/>
                      </a:cubicBezTo>
                      <a:cubicBezTo>
                        <a:pt x="138079" y="616817"/>
                        <a:pt x="0" y="478738"/>
                        <a:pt x="0" y="308408"/>
                      </a:cubicBezTo>
                      <a:cubicBezTo>
                        <a:pt x="0" y="138079"/>
                        <a:pt x="138079" y="0"/>
                        <a:pt x="308408" y="0"/>
                      </a:cubicBezTo>
                      <a:cubicBezTo>
                        <a:pt x="478738" y="0"/>
                        <a:pt x="616817" y="138079"/>
                        <a:pt x="616817" y="308408"/>
                      </a:cubicBezTo>
                      <a:close/>
                    </a:path>
                  </a:pathLst>
                </a:custGeom>
                <a:noFill/>
                <a:ln w="25400" cap="flat">
                  <a:solidFill>
                    <a:schemeClr val="accent3">
                      <a:alpha val="40000"/>
                    </a:schemeClr>
                  </a:solidFill>
                  <a:prstDash val="sysDot"/>
                  <a:miter/>
                </a:ln>
              </p:spPr>
              <p:txBody>
                <a:bodyPr rtlCol="0" anchor="ctr"/>
                <a:lstStyle/>
                <a:p>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41" name="Number3">
                  <a:extLst>
                    <a:ext uri="{FF2B5EF4-FFF2-40B4-BE49-F238E27FC236}">
                      <a16:creationId xmlns:a16="http://schemas.microsoft.com/office/drawing/2014/main" id="{D5F2B240-73D5-F0C6-BD3F-17631AE543DC}"/>
                    </a:ext>
                  </a:extLst>
                </p:cNvPr>
                <p:cNvSpPr txBox="1"/>
                <p:nvPr/>
              </p:nvSpPr>
              <p:spPr>
                <a:xfrm flipH="1">
                  <a:off x="7723903" y="1910175"/>
                  <a:ext cx="447565" cy="440806"/>
                </a:xfrm>
                <a:prstGeom prst="ellipse">
                  <a:avLst/>
                </a:prstGeom>
                <a:gradFill flip="none" rotWithShape="0">
                  <a:gsLst>
                    <a:gs pos="0">
                      <a:schemeClr val="accent3">
                        <a:lumMod val="60000"/>
                        <a:lumOff val="40000"/>
                      </a:schemeClr>
                    </a:gs>
                    <a:gs pos="50000">
                      <a:schemeClr val="accent3"/>
                    </a:gs>
                  </a:gsLst>
                  <a:lin ang="2700000" scaled="0"/>
                  <a:tileRect/>
                </a:gradFill>
              </p:spPr>
              <p:txBody>
                <a:bodyPr wrap="none" lIns="108000" tIns="108000" rIns="108000" bIns="108000" rtlCol="0" anchor="ctr" anchorCtr="0">
                  <a:noAutofit/>
                </a:bodyPr>
                <a:lstStyle>
                  <a:defPPr>
                    <a:defRPr lang="en-US"/>
                  </a:defPPr>
                  <a:lvl1pPr algn="ctr">
                    <a:defRPr kumimoji="1" b="1">
                      <a:solidFill>
                        <a:srgbClr val="FFFFFF"/>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dirty="0">
                      <a:sym typeface="Arial" panose="020B0604020202020204" pitchFamily="34" charset="0"/>
                    </a:rPr>
                    <a:t>3</a:t>
                  </a:r>
                  <a:endParaRPr lang="zh-CN" altLang="en-US" dirty="0">
                    <a:sym typeface="Arial" panose="020B0604020202020204" pitchFamily="34" charset="0"/>
                  </a:endParaRPr>
                </a:p>
              </p:txBody>
            </p:sp>
          </p:grpSp>
          <p:grpSp>
            <p:nvGrpSpPr>
              <p:cNvPr id="45" name="组合 44">
                <a:extLst>
                  <a:ext uri="{FF2B5EF4-FFF2-40B4-BE49-F238E27FC236}">
                    <a16:creationId xmlns:a16="http://schemas.microsoft.com/office/drawing/2014/main" id="{1F80D55E-BF15-39D6-D31B-C0A95BDEE67C}"/>
                  </a:ext>
                </a:extLst>
              </p:cNvPr>
              <p:cNvGrpSpPr/>
              <p:nvPr/>
            </p:nvGrpSpPr>
            <p:grpSpPr>
              <a:xfrm>
                <a:off x="7662182" y="4318000"/>
                <a:ext cx="3856718" cy="1816100"/>
                <a:chOff x="7662182" y="4318000"/>
                <a:chExt cx="3856718" cy="1816100"/>
              </a:xfrm>
            </p:grpSpPr>
            <p:sp>
              <p:nvSpPr>
                <p:cNvPr id="34" name="Text4">
                  <a:extLst>
                    <a:ext uri="{FF2B5EF4-FFF2-40B4-BE49-F238E27FC236}">
                      <a16:creationId xmlns:a16="http://schemas.microsoft.com/office/drawing/2014/main" id="{9DB2225D-9283-6FFF-DAA8-6193EBE0EB8C}"/>
                    </a:ext>
                  </a:extLst>
                </p:cNvPr>
                <p:cNvSpPr txBox="1">
                  <a:spLocks/>
                </p:cNvSpPr>
                <p:nvPr/>
              </p:nvSpPr>
              <p:spPr>
                <a:xfrm>
                  <a:off x="8515441" y="4889006"/>
                  <a:ext cx="3003459" cy="1245094"/>
                </a:xfrm>
                <a:prstGeom prst="rect">
                  <a:avLst/>
                </a:prstGeom>
                <a:noFill/>
              </p:spPr>
              <p:txBody>
                <a:bodyPr wrap="square" anchor="t" anchorCtr="0">
                  <a:normAutofit/>
                </a:bodyPr>
                <a:lstStyle/>
                <a:p>
                  <a:pPr algn="r">
                    <a:lnSpc>
                      <a:spcPct val="120000"/>
                    </a:lnSpc>
                  </a:pPr>
                  <a:r>
                    <a:rPr lang="zh-CN" altLang="en-US" sz="1400" dirty="0"/>
                    <a:t>基于大数据分析，实现原材料采购、生产计划、物流配送的精准管理，降低生产成本。</a:t>
                  </a:r>
                </a:p>
              </p:txBody>
            </p:sp>
            <p:sp>
              <p:nvSpPr>
                <p:cNvPr id="35" name="Bullet4">
                  <a:extLst>
                    <a:ext uri="{FF2B5EF4-FFF2-40B4-BE49-F238E27FC236}">
                      <a16:creationId xmlns:a16="http://schemas.microsoft.com/office/drawing/2014/main" id="{802FF294-ACEC-50CC-2233-254A4DEB1167}"/>
                    </a:ext>
                  </a:extLst>
                </p:cNvPr>
                <p:cNvSpPr txBox="1">
                  <a:spLocks/>
                </p:cNvSpPr>
                <p:nvPr/>
              </p:nvSpPr>
              <p:spPr>
                <a:xfrm>
                  <a:off x="8515435" y="4318000"/>
                  <a:ext cx="3003465" cy="571005"/>
                </a:xfrm>
                <a:prstGeom prst="rect">
                  <a:avLst/>
                </a:prstGeom>
                <a:noFill/>
              </p:spPr>
              <p:txBody>
                <a:bodyPr wrap="square" rtlCol="0" anchor="b" anchorCtr="0">
                  <a:normAutofit/>
                </a:bodyPr>
                <a:lstStyle/>
                <a:p>
                  <a:pPr algn="r"/>
                  <a:r>
                    <a:rPr kumimoji="0" lang="zh-CN" altLang="en-US" sz="2000" b="1" i="0" u="none" strike="noStrike" kern="1200" cap="none" spc="0" normalizeH="0" baseline="0" noProof="0" dirty="0">
                      <a:ln>
                        <a:noFill/>
                      </a:ln>
                      <a:effectLst/>
                      <a:uLnTx/>
                      <a:uFillTx/>
                    </a:rPr>
                    <a:t>精准供应链管理</a:t>
                  </a:r>
                </a:p>
              </p:txBody>
            </p:sp>
            <p:sp>
              <p:nvSpPr>
                <p:cNvPr id="36" name="Shape4">
                  <a:extLst>
                    <a:ext uri="{FF2B5EF4-FFF2-40B4-BE49-F238E27FC236}">
                      <a16:creationId xmlns:a16="http://schemas.microsoft.com/office/drawing/2014/main" id="{BA409CF9-E7E6-8C90-BD1F-1823DA61105E}"/>
                    </a:ext>
                  </a:extLst>
                </p:cNvPr>
                <p:cNvSpPr/>
                <p:nvPr/>
              </p:nvSpPr>
              <p:spPr>
                <a:xfrm flipH="1">
                  <a:off x="7662182" y="4742387"/>
                  <a:ext cx="571005" cy="571005"/>
                </a:xfrm>
                <a:custGeom>
                  <a:avLst/>
                  <a:gdLst>
                    <a:gd name="connsiteX0" fmla="*/ 616817 w 616816"/>
                    <a:gd name="connsiteY0" fmla="*/ 308408 h 616816"/>
                    <a:gd name="connsiteX1" fmla="*/ 308408 w 616816"/>
                    <a:gd name="connsiteY1" fmla="*/ 616817 h 616816"/>
                    <a:gd name="connsiteX2" fmla="*/ 0 w 616816"/>
                    <a:gd name="connsiteY2" fmla="*/ 308408 h 616816"/>
                    <a:gd name="connsiteX3" fmla="*/ 308408 w 616816"/>
                    <a:gd name="connsiteY3" fmla="*/ 0 h 616816"/>
                    <a:gd name="connsiteX4" fmla="*/ 616817 w 616816"/>
                    <a:gd name="connsiteY4" fmla="*/ 308408 h 61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816" h="616816">
                      <a:moveTo>
                        <a:pt x="616817" y="308408"/>
                      </a:moveTo>
                      <a:cubicBezTo>
                        <a:pt x="616817" y="478738"/>
                        <a:pt x="478738" y="616817"/>
                        <a:pt x="308408" y="616817"/>
                      </a:cubicBezTo>
                      <a:cubicBezTo>
                        <a:pt x="138079" y="616817"/>
                        <a:pt x="0" y="478738"/>
                        <a:pt x="0" y="308408"/>
                      </a:cubicBezTo>
                      <a:cubicBezTo>
                        <a:pt x="0" y="138079"/>
                        <a:pt x="138079" y="0"/>
                        <a:pt x="308408" y="0"/>
                      </a:cubicBezTo>
                      <a:cubicBezTo>
                        <a:pt x="478738" y="0"/>
                        <a:pt x="616817" y="138079"/>
                        <a:pt x="616817" y="308408"/>
                      </a:cubicBezTo>
                      <a:close/>
                    </a:path>
                  </a:pathLst>
                </a:custGeom>
                <a:noFill/>
                <a:ln w="25400" cap="flat">
                  <a:solidFill>
                    <a:schemeClr val="accent4">
                      <a:alpha val="40000"/>
                    </a:schemeClr>
                  </a:solidFill>
                  <a:prstDash val="sysDot"/>
                  <a:miter/>
                </a:ln>
              </p:spPr>
              <p:txBody>
                <a:bodyPr rtlCol="0" anchor="ctr"/>
                <a:lstStyle/>
                <a:p>
                  <a:endParaRPr lang="zh-CN" altLang="en-US" sz="2000">
                    <a:latin typeface="Arial" panose="020B0604020202020204" pitchFamily="34" charset="0"/>
                    <a:ea typeface="微软雅黑" panose="020B0503020204020204" pitchFamily="34" charset="-122"/>
                    <a:sym typeface="Arial" panose="020B0604020202020204" pitchFamily="34" charset="0"/>
                  </a:endParaRPr>
                </a:p>
              </p:txBody>
            </p:sp>
            <p:sp>
              <p:nvSpPr>
                <p:cNvPr id="37" name="Number4">
                  <a:extLst>
                    <a:ext uri="{FF2B5EF4-FFF2-40B4-BE49-F238E27FC236}">
                      <a16:creationId xmlns:a16="http://schemas.microsoft.com/office/drawing/2014/main" id="{CE6758C5-D0A4-32D0-AB70-8354BD6BD446}"/>
                    </a:ext>
                  </a:extLst>
                </p:cNvPr>
                <p:cNvSpPr txBox="1"/>
                <p:nvPr/>
              </p:nvSpPr>
              <p:spPr>
                <a:xfrm flipH="1">
                  <a:off x="7723903" y="4807488"/>
                  <a:ext cx="447565" cy="440806"/>
                </a:xfrm>
                <a:prstGeom prst="ellipse">
                  <a:avLst/>
                </a:prstGeom>
                <a:gradFill flip="none" rotWithShape="0">
                  <a:gsLst>
                    <a:gs pos="0">
                      <a:schemeClr val="accent4">
                        <a:lumMod val="60000"/>
                        <a:lumOff val="40000"/>
                      </a:schemeClr>
                    </a:gs>
                    <a:gs pos="50000">
                      <a:schemeClr val="accent4"/>
                    </a:gs>
                  </a:gsLst>
                  <a:lin ang="2700000" scaled="0"/>
                  <a:tileRect/>
                </a:gradFill>
              </p:spPr>
              <p:txBody>
                <a:bodyPr wrap="none" lIns="108000" tIns="108000" rIns="108000" bIns="108000" rtlCol="0" anchor="ctr" anchorCtr="0">
                  <a:noAutofit/>
                </a:bodyPr>
                <a:lstStyle>
                  <a:defPPr>
                    <a:defRPr lang="en-US"/>
                  </a:defPPr>
                  <a:lvl1pPr algn="ctr">
                    <a:defRPr kumimoji="1" b="1">
                      <a:solidFill>
                        <a:srgbClr val="FFFFFF"/>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dirty="0">
                      <a:sym typeface="Arial" panose="020B0604020202020204" pitchFamily="34" charset="0"/>
                    </a:rPr>
                    <a:t>4</a:t>
                  </a:r>
                  <a:endParaRPr lang="zh-CN" altLang="en-US" dirty="0">
                    <a:sym typeface="Arial" panose="020B0604020202020204" pitchFamily="34" charset="0"/>
                  </a:endParaRPr>
                </a:p>
              </p:txBody>
            </p:sp>
          </p:grpSp>
        </p:grpSp>
        <p:sp>
          <p:nvSpPr>
            <p:cNvPr id="11" name="矩形 10">
              <a:extLst>
                <a:ext uri="{FF2B5EF4-FFF2-40B4-BE49-F238E27FC236}">
                  <a16:creationId xmlns:a16="http://schemas.microsoft.com/office/drawing/2014/main" id="{8C895F4C-0936-57C5-B1B2-E95E0F149AC2}"/>
                </a:ext>
              </a:extLst>
            </p:cNvPr>
            <p:cNvSpPr/>
            <p:nvPr/>
          </p:nvSpPr>
          <p:spPr>
            <a:xfrm>
              <a:off x="4467501" y="1683245"/>
              <a:ext cx="3244299" cy="3897910"/>
            </a:xfrm>
            <a:prstGeom prst="rect">
              <a:avLst/>
            </a:pr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519331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生态合作与投资</a:t>
            </a:r>
            <a:endParaRPr lang="en-US" dirty="0"/>
          </a:p>
        </p:txBody>
      </p:sp>
      <p:sp>
        <p:nvSpPr>
          <p:cNvPr id="25" name="文本占位符 24"/>
          <p:cNvSpPr>
            <a:spLocks noGrp="1"/>
          </p:cNvSpPr>
          <p:nvPr>
            <p:ph type="body" sz="quarter" idx="1" hasCustomPrompt="1"/>
          </p:nvPr>
        </p:nvSpPr>
        <p:spPr/>
        <p:txBody>
          <a:bodyPr/>
          <a:lstStyle/>
          <a:p>
            <a:r>
              <a:rPr lang="zh-CN" altLang="en-US" dirty="0"/>
              <a:t>探索产业链上下游合作机会，分享投资动态</a:t>
            </a:r>
            <a:endParaRPr lang="en-US" dirty="0"/>
          </a:p>
        </p:txBody>
      </p:sp>
      <p:sp>
        <p:nvSpPr>
          <p:cNvPr id="2" name="文本框 1">
            <a:extLst>
              <a:ext uri="{FF2B5EF4-FFF2-40B4-BE49-F238E27FC236}">
                <a16:creationId xmlns:a16="http://schemas.microsoft.com/office/drawing/2014/main" id="{1F4421B7-2659-C181-755B-7B06FDAF7625}"/>
              </a:ext>
            </a:extLst>
          </p:cNvPr>
          <p:cNvSpPr txBox="1"/>
          <p:nvPr/>
        </p:nvSpPr>
        <p:spPr>
          <a:xfrm>
            <a:off x="4645660" y="813668"/>
            <a:ext cx="2887980" cy="1969860"/>
          </a:xfrm>
          <a:prstGeom prst="rect">
            <a:avLst/>
          </a:prstGeom>
          <a:noFill/>
        </p:spPr>
        <p:txBody>
          <a:bodyPr wrap="square" rtlCol="0" anchor="ctr">
            <a:normAutofit fontScale="92500" lnSpcReduction="10000"/>
          </a:bodyPr>
          <a:lstStyle/>
          <a:p>
            <a:pPr algn="ctr"/>
            <a:r>
              <a:rPr lang="en-US" altLang="zh-CN" sz="13800" b="1" dirty="0">
                <a:gradFill flip="none" rotWithShape="1">
                  <a:gsLst>
                    <a:gs pos="0">
                      <a:schemeClr val="accent1"/>
                    </a:gs>
                    <a:gs pos="73000">
                      <a:schemeClr val="accent1">
                        <a:lumMod val="20000"/>
                        <a:lumOff val="80000"/>
                        <a:alpha val="0"/>
                      </a:schemeClr>
                    </a:gs>
                  </a:gsLst>
                  <a:lin ang="5400000" scaled="1"/>
                  <a:tileRect/>
                </a:gradFill>
              </a:rPr>
              <a:t>04</a:t>
            </a:r>
            <a:endParaRPr lang="zh-CN" altLang="en-US" sz="13800" b="1" dirty="0">
              <a:gradFill flip="none" rotWithShape="1">
                <a:gsLst>
                  <a:gs pos="0">
                    <a:schemeClr val="accent1"/>
                  </a:gs>
                  <a:gs pos="73000">
                    <a:schemeClr val="accent1">
                      <a:lumMod val="20000"/>
                      <a:lumOff val="80000"/>
                      <a:alpha val="0"/>
                    </a:schemeClr>
                  </a:gs>
                </a:gsLst>
                <a:lin ang="5400000" scaled="1"/>
                <a:tileRect/>
              </a:gra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a:extLst>
              <a:ext uri="{FF2B5EF4-FFF2-40B4-BE49-F238E27FC236}">
                <a16:creationId xmlns:a16="http://schemas.microsoft.com/office/drawing/2014/main" id="{94E2E6E9-52C4-46C1-7418-C40CF437436B}"/>
              </a:ext>
            </a:extLst>
          </p:cNvPr>
          <p:cNvGrpSpPr/>
          <p:nvPr/>
        </p:nvGrpSpPr>
        <p:grpSpPr>
          <a:xfrm>
            <a:off x="0" y="1568448"/>
            <a:ext cx="12192000" cy="5289552"/>
            <a:chOff x="0" y="1568448"/>
            <a:chExt cx="12192000" cy="5289552"/>
          </a:xfrm>
        </p:grpSpPr>
        <p:sp>
          <p:nvSpPr>
            <p:cNvPr id="4" name="pic-BottomLeft,Top,TopBottomRightLeft,TopRightLeft,TopBottom,BottomRightLeft,LeftTopBottom,All,Any">
              <a:extLst>
                <a:ext uri="{FF2B5EF4-FFF2-40B4-BE49-F238E27FC236}">
                  <a16:creationId xmlns:a16="http://schemas.microsoft.com/office/drawing/2014/main" id="{7A7A3200-EEBE-F33B-A897-BF188CE67B1E}"/>
                </a:ext>
              </a:extLst>
            </p:cNvPr>
            <p:cNvSpPr>
              <a:spLocks noChangeAspect="1"/>
            </p:cNvSpPr>
            <p:nvPr/>
          </p:nvSpPr>
          <p:spPr>
            <a:xfrm>
              <a:off x="0" y="4348480"/>
              <a:ext cx="12192000" cy="2509520"/>
            </a:xfrm>
            <a:prstGeom prst="rect">
              <a:avLst/>
            </a:prstGeom>
            <a:blipFill>
              <a:blip r:embed="rId2" cstate="email">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9A19B1DE-3E01-8646-CA9E-AC39DB00817C}"/>
                </a:ext>
              </a:extLst>
            </p:cNvPr>
            <p:cNvSpPr>
              <a:spLocks/>
            </p:cNvSpPr>
            <p:nvPr/>
          </p:nvSpPr>
          <p:spPr>
            <a:xfrm>
              <a:off x="368292" y="1568448"/>
              <a:ext cx="2811232" cy="2705100"/>
            </a:xfrm>
            <a:prstGeom prst="roundRect">
              <a:avLst>
                <a:gd name="adj" fmla="val 7277"/>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9" name="Title">
              <a:extLst>
                <a:ext uri="{FF2B5EF4-FFF2-40B4-BE49-F238E27FC236}">
                  <a16:creationId xmlns:a16="http://schemas.microsoft.com/office/drawing/2014/main" id="{DE44F044-FAAA-54E1-042F-4BA16DFA9560}"/>
                </a:ext>
              </a:extLst>
            </p:cNvPr>
            <p:cNvSpPr>
              <a:spLocks noChangeAspect="1"/>
            </p:cNvSpPr>
            <p:nvPr/>
          </p:nvSpPr>
          <p:spPr>
            <a:xfrm>
              <a:off x="660401" y="1568448"/>
              <a:ext cx="2463799" cy="23258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400" b="1" dirty="0">
                  <a:solidFill>
                    <a:srgbClr val="FFFFFF"/>
                  </a:solidFill>
                </a:rPr>
                <a:t>上游供应商、下游应用场景合作</a:t>
              </a:r>
            </a:p>
          </p:txBody>
        </p:sp>
        <p:grpSp>
          <p:nvGrpSpPr>
            <p:cNvPr id="24" name="组合 23">
              <a:extLst>
                <a:ext uri="{FF2B5EF4-FFF2-40B4-BE49-F238E27FC236}">
                  <a16:creationId xmlns:a16="http://schemas.microsoft.com/office/drawing/2014/main" id="{1AFA91D5-7E78-F97F-5BF6-40801F323082}"/>
                </a:ext>
              </a:extLst>
            </p:cNvPr>
            <p:cNvGrpSpPr>
              <a:grpSpLocks/>
            </p:cNvGrpSpPr>
            <p:nvPr/>
          </p:nvGrpSpPr>
          <p:grpSpPr>
            <a:xfrm>
              <a:off x="3343210" y="1568448"/>
              <a:ext cx="8175691" cy="2705100"/>
              <a:chOff x="3343210" y="1568448"/>
              <a:chExt cx="5377458" cy="2705100"/>
            </a:xfrm>
          </p:grpSpPr>
          <p:grpSp>
            <p:nvGrpSpPr>
              <p:cNvPr id="8" name="组合 6">
                <a:extLst>
                  <a:ext uri="{FF2B5EF4-FFF2-40B4-BE49-F238E27FC236}">
                    <a16:creationId xmlns:a16="http://schemas.microsoft.com/office/drawing/2014/main" id="{E1752D2B-1B02-3FF2-2177-B75F53986BFA}"/>
                  </a:ext>
                </a:extLst>
              </p:cNvPr>
              <p:cNvGrpSpPr>
                <a:grpSpLocks noChangeAspect="1"/>
              </p:cNvGrpSpPr>
              <p:nvPr/>
            </p:nvGrpSpPr>
            <p:grpSpPr>
              <a:xfrm>
                <a:off x="3343210" y="1568448"/>
                <a:ext cx="2579224" cy="2705100"/>
                <a:chOff x="4943929" y="2390660"/>
                <a:chExt cx="6574971" cy="3743440"/>
              </a:xfrm>
            </p:grpSpPr>
            <p:sp>
              <p:nvSpPr>
                <p:cNvPr id="10" name="矩形 1">
                  <a:extLst>
                    <a:ext uri="{FF2B5EF4-FFF2-40B4-BE49-F238E27FC236}">
                      <a16:creationId xmlns:a16="http://schemas.microsoft.com/office/drawing/2014/main" id="{2D376D33-B2AA-B5EC-B4AC-4AF6A2FF9B61}"/>
                    </a:ext>
                  </a:extLst>
                </p:cNvPr>
                <p:cNvSpPr/>
                <p:nvPr/>
              </p:nvSpPr>
              <p:spPr>
                <a:xfrm>
                  <a:off x="4943929" y="2390660"/>
                  <a:ext cx="6574971" cy="3743440"/>
                </a:xfrm>
                <a:prstGeom prst="roundRect">
                  <a:avLst>
                    <a:gd name="adj" fmla="val 102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p>
                  <a:pPr algn="r">
                    <a:lnSpc>
                      <a:spcPct val="120000"/>
                    </a:lnSpc>
                  </a:pPr>
                  <a:endParaRPr kumimoji="1" lang="zh-CN" altLang="en-US" sz="1400">
                    <a:solidFill>
                      <a:schemeClr val="tx1"/>
                    </a:solidFill>
                  </a:endParaRPr>
                </a:p>
              </p:txBody>
            </p:sp>
            <p:sp>
              <p:nvSpPr>
                <p:cNvPr id="12" name="Bullet1">
                  <a:extLst>
                    <a:ext uri="{FF2B5EF4-FFF2-40B4-BE49-F238E27FC236}">
                      <a16:creationId xmlns:a16="http://schemas.microsoft.com/office/drawing/2014/main" id="{FF9EAB1C-1918-56C4-30EF-00207BF59EA5}"/>
                    </a:ext>
                  </a:extLst>
                </p:cNvPr>
                <p:cNvSpPr>
                  <a:spLocks/>
                </p:cNvSpPr>
                <p:nvPr/>
              </p:nvSpPr>
              <p:spPr>
                <a:xfrm>
                  <a:off x="5172019" y="2847052"/>
                  <a:ext cx="5573674" cy="652367"/>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r>
                    <a:rPr lang="zh-CN" altLang="en-US" sz="2000" b="1" dirty="0">
                      <a:solidFill>
                        <a:srgbClr val="FFFFFF"/>
                      </a:solidFill>
                      <a:cs typeface="+mn-ea"/>
                      <a:sym typeface="Arial" panose="020B0604020202020204" pitchFamily="34" charset="0"/>
                    </a:rPr>
                    <a:t>优质原材料</a:t>
                  </a:r>
                </a:p>
              </p:txBody>
            </p:sp>
            <p:sp>
              <p:nvSpPr>
                <p:cNvPr id="13" name="Text1">
                  <a:extLst>
                    <a:ext uri="{FF2B5EF4-FFF2-40B4-BE49-F238E27FC236}">
                      <a16:creationId xmlns:a16="http://schemas.microsoft.com/office/drawing/2014/main" id="{D33DAAAF-0423-479C-9A62-46B9990ED615}"/>
                    </a:ext>
                  </a:extLst>
                </p:cNvPr>
                <p:cNvSpPr>
                  <a:spLocks/>
                </p:cNvSpPr>
                <p:nvPr/>
              </p:nvSpPr>
              <p:spPr>
                <a:xfrm>
                  <a:off x="5172020" y="3927858"/>
                  <a:ext cx="5573671" cy="1799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400" dirty="0">
                      <a:solidFill>
                        <a:schemeClr val="tx1"/>
                      </a:solidFill>
                      <a:latin typeface="Arial" panose="020B0604020202020204" pitchFamily="34" charset="0"/>
                      <a:ea typeface="微软雅黑" panose="020B0503020204020204" pitchFamily="34" charset="-122"/>
                      <a:sym typeface="Arial" panose="020B0604020202020204" pitchFamily="34" charset="0"/>
                    </a:rPr>
                    <a:t>携手上游供应商，确保核心零部件质量，为产品创新提供有力保障。</a:t>
                  </a:r>
                </a:p>
              </p:txBody>
            </p:sp>
          </p:grpSp>
          <p:grpSp>
            <p:nvGrpSpPr>
              <p:cNvPr id="14" name="组合 6">
                <a:extLst>
                  <a:ext uri="{FF2B5EF4-FFF2-40B4-BE49-F238E27FC236}">
                    <a16:creationId xmlns:a16="http://schemas.microsoft.com/office/drawing/2014/main" id="{E1752D2B-1B02-3FF2-2177-B75F53986BFA}"/>
                  </a:ext>
                </a:extLst>
              </p:cNvPr>
              <p:cNvGrpSpPr>
                <a:grpSpLocks noChangeAspect="1"/>
              </p:cNvGrpSpPr>
              <p:nvPr/>
            </p:nvGrpSpPr>
            <p:grpSpPr>
              <a:xfrm>
                <a:off x="6141444" y="1568448"/>
                <a:ext cx="2579224" cy="2705100"/>
                <a:chOff x="4943929" y="2390660"/>
                <a:chExt cx="6574971" cy="3743440"/>
              </a:xfrm>
            </p:grpSpPr>
            <p:sp>
              <p:nvSpPr>
                <p:cNvPr id="16" name="矩形 1">
                  <a:extLst>
                    <a:ext uri="{FF2B5EF4-FFF2-40B4-BE49-F238E27FC236}">
                      <a16:creationId xmlns:a16="http://schemas.microsoft.com/office/drawing/2014/main" id="{2D376D33-B2AA-B5EC-B4AC-4AF6A2FF9B61}"/>
                    </a:ext>
                  </a:extLst>
                </p:cNvPr>
                <p:cNvSpPr/>
                <p:nvPr/>
              </p:nvSpPr>
              <p:spPr>
                <a:xfrm>
                  <a:off x="4943929" y="2390660"/>
                  <a:ext cx="6574971" cy="3743440"/>
                </a:xfrm>
                <a:prstGeom prst="roundRect">
                  <a:avLst>
                    <a:gd name="adj" fmla="val 10200"/>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p>
                  <a:pPr algn="r">
                    <a:lnSpc>
                      <a:spcPct val="120000"/>
                    </a:lnSpc>
                  </a:pPr>
                  <a:endParaRPr kumimoji="1" lang="zh-CN" altLang="en-US" sz="1400">
                    <a:solidFill>
                      <a:schemeClr val="tx1"/>
                    </a:solidFill>
                  </a:endParaRPr>
                </a:p>
              </p:txBody>
            </p:sp>
            <p:sp>
              <p:nvSpPr>
                <p:cNvPr id="18" name="Bullet2">
                  <a:extLst>
                    <a:ext uri="{FF2B5EF4-FFF2-40B4-BE49-F238E27FC236}">
                      <a16:creationId xmlns:a16="http://schemas.microsoft.com/office/drawing/2014/main" id="{FF9EAB1C-1918-56C4-30EF-00207BF59EA5}"/>
                    </a:ext>
                  </a:extLst>
                </p:cNvPr>
                <p:cNvSpPr>
                  <a:spLocks/>
                </p:cNvSpPr>
                <p:nvPr/>
              </p:nvSpPr>
              <p:spPr>
                <a:xfrm>
                  <a:off x="5172019" y="2847052"/>
                  <a:ext cx="5573674" cy="652367"/>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r>
                    <a:rPr lang="zh-CN" altLang="en-US" sz="2000" b="1" dirty="0">
                      <a:solidFill>
                        <a:srgbClr val="FFFFFF"/>
                      </a:solidFill>
                      <a:cs typeface="+mn-ea"/>
                      <a:sym typeface="Arial" panose="020B0604020202020204" pitchFamily="34" charset="0"/>
                    </a:rPr>
                    <a:t>深度应用合作</a:t>
                  </a:r>
                </a:p>
              </p:txBody>
            </p:sp>
            <p:sp>
              <p:nvSpPr>
                <p:cNvPr id="19" name="Text2">
                  <a:extLst>
                    <a:ext uri="{FF2B5EF4-FFF2-40B4-BE49-F238E27FC236}">
                      <a16:creationId xmlns:a16="http://schemas.microsoft.com/office/drawing/2014/main" id="{D33DAAAF-0423-479C-9A62-46B9990ED615}"/>
                    </a:ext>
                  </a:extLst>
                </p:cNvPr>
                <p:cNvSpPr>
                  <a:spLocks/>
                </p:cNvSpPr>
                <p:nvPr/>
              </p:nvSpPr>
              <p:spPr>
                <a:xfrm>
                  <a:off x="5172020" y="3927858"/>
                  <a:ext cx="5573671" cy="17998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400" dirty="0">
                      <a:solidFill>
                        <a:schemeClr val="tx1"/>
                      </a:solidFill>
                      <a:latin typeface="Arial" panose="020B0604020202020204" pitchFamily="34" charset="0"/>
                      <a:ea typeface="微软雅黑" panose="020B0503020204020204" pitchFamily="34" charset="-122"/>
                      <a:sym typeface="Arial" panose="020B0604020202020204" pitchFamily="34" charset="0"/>
                    </a:rPr>
                    <a:t>与下游企业深度合作，打造定制化解决方案，满足多样化市场需求。</a:t>
                  </a:r>
                </a:p>
              </p:txBody>
            </p:sp>
          </p:grpSp>
        </p:grpSp>
      </p:grpSp>
      <p:sp>
        <p:nvSpPr>
          <p:cNvPr id="2" name="标题 1">
            <a:extLst>
              <a:ext uri="{FF2B5EF4-FFF2-40B4-BE49-F238E27FC236}">
                <a16:creationId xmlns:a16="http://schemas.microsoft.com/office/drawing/2014/main" id="{820A2159-31EB-CC9C-C0C0-1A4599E3D52C}"/>
              </a:ext>
            </a:extLst>
          </p:cNvPr>
          <p:cNvSpPr>
            <a:spLocks noGrp="1"/>
          </p:cNvSpPr>
          <p:nvPr>
            <p:ph type="title"/>
          </p:nvPr>
        </p:nvSpPr>
        <p:spPr/>
        <p:txBody>
          <a:bodyPr/>
          <a:lstStyle/>
          <a:p>
            <a:r>
              <a:rPr lang="zh-CN" altLang="en-US" dirty="0"/>
              <a:t>产业链上下游合作</a:t>
            </a:r>
          </a:p>
        </p:txBody>
      </p:sp>
    </p:spTree>
    <p:extLst>
      <p:ext uri="{BB962C8B-B14F-4D97-AF65-F5344CB8AC3E}">
        <p14:creationId xmlns:p14="http://schemas.microsoft.com/office/powerpoint/2010/main" val="2155882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标题 45">
            <a:extLst>
              <a:ext uri="{FF2B5EF4-FFF2-40B4-BE49-F238E27FC236}">
                <a16:creationId xmlns:a16="http://schemas.microsoft.com/office/drawing/2014/main" id="{80C6D3A7-B19C-FC16-159E-CDC222F7913A}"/>
              </a:ext>
            </a:extLst>
          </p:cNvPr>
          <p:cNvSpPr>
            <a:spLocks noGrp="1"/>
          </p:cNvSpPr>
          <p:nvPr>
            <p:ph type="title"/>
          </p:nvPr>
        </p:nvSpPr>
        <p:spPr/>
        <p:txBody>
          <a:bodyPr/>
          <a:lstStyle/>
          <a:p>
            <a:r>
              <a:rPr lang="zh-CN" altLang="en-US" dirty="0"/>
              <a:t>投资趋势分析</a:t>
            </a:r>
          </a:p>
        </p:txBody>
      </p:sp>
      <p:grpSp>
        <p:nvGrpSpPr>
          <p:cNvPr id="163" name="组合 162">
            <a:extLst>
              <a:ext uri="{FF2B5EF4-FFF2-40B4-BE49-F238E27FC236}">
                <a16:creationId xmlns:a16="http://schemas.microsoft.com/office/drawing/2014/main" id="{9BEF6FC6-DD2B-FB54-E144-DAFF3FD05EA4}"/>
              </a:ext>
            </a:extLst>
          </p:cNvPr>
          <p:cNvGrpSpPr/>
          <p:nvPr/>
        </p:nvGrpSpPr>
        <p:grpSpPr>
          <a:xfrm>
            <a:off x="556258" y="1135000"/>
            <a:ext cx="11066778" cy="4999100"/>
            <a:chOff x="556258" y="1135000"/>
            <a:chExt cx="11066778" cy="4999100"/>
          </a:xfrm>
        </p:grpSpPr>
        <p:sp>
          <p:nvSpPr>
            <p:cNvPr id="121" name="pic-Any">
              <a:extLst>
                <a:ext uri="{FF2B5EF4-FFF2-40B4-BE49-F238E27FC236}">
                  <a16:creationId xmlns:a16="http://schemas.microsoft.com/office/drawing/2014/main" id="{F4F133FD-D2B0-3479-3E0F-B10300BF15FE}"/>
                </a:ext>
              </a:extLst>
            </p:cNvPr>
            <p:cNvSpPr>
              <a:spLocks noChangeAspect="1"/>
            </p:cNvSpPr>
            <p:nvPr/>
          </p:nvSpPr>
          <p:spPr>
            <a:xfrm>
              <a:off x="660402" y="1746982"/>
              <a:ext cx="10871200" cy="1870515"/>
            </a:xfrm>
            <a:prstGeom prst="round2DiagRect">
              <a:avLst/>
            </a:prstGeom>
            <a:blipFill>
              <a:blip r:embed="rId2" cstate="email">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lt1"/>
                </a:solidFill>
              </a:endParaRPr>
            </a:p>
          </p:txBody>
        </p:sp>
        <p:grpSp>
          <p:nvGrpSpPr>
            <p:cNvPr id="124" name="组合 123">
              <a:extLst>
                <a:ext uri="{FF2B5EF4-FFF2-40B4-BE49-F238E27FC236}">
                  <a16:creationId xmlns:a16="http://schemas.microsoft.com/office/drawing/2014/main" id="{985E6096-6CB3-F3E3-76B2-C10B2DA89517}"/>
                </a:ext>
              </a:extLst>
            </p:cNvPr>
            <p:cNvGrpSpPr>
              <a:grpSpLocks noChangeAspect="1"/>
            </p:cNvGrpSpPr>
            <p:nvPr/>
          </p:nvGrpSpPr>
          <p:grpSpPr>
            <a:xfrm>
              <a:off x="556258" y="3720708"/>
              <a:ext cx="2086705" cy="2413392"/>
              <a:chOff x="4916339" y="2516305"/>
              <a:chExt cx="2359324" cy="3175072"/>
            </a:xfrm>
          </p:grpSpPr>
          <p:sp>
            <p:nvSpPr>
              <p:cNvPr id="153" name="任意多边形: 形状 4">
                <a:extLst>
                  <a:ext uri="{FF2B5EF4-FFF2-40B4-BE49-F238E27FC236}">
                    <a16:creationId xmlns:a16="http://schemas.microsoft.com/office/drawing/2014/main" id="{92B0F28E-4B96-3940-5045-692AAB8BD5D6}"/>
                  </a:ext>
                </a:extLst>
              </p:cNvPr>
              <p:cNvSpPr/>
              <p:nvPr/>
            </p:nvSpPr>
            <p:spPr>
              <a:xfrm>
                <a:off x="4916339" y="2516305"/>
                <a:ext cx="2359324"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54" name="组合 153">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55" name="Bullet1">
                  <a:extLst>
                    <a:ext uri="{FF2B5EF4-FFF2-40B4-BE49-F238E27FC236}">
                      <a16:creationId xmlns:a16="http://schemas.microsoft.com/office/drawing/2014/main" id="{6582094C-004E-32D0-572E-781CB2826F0D}"/>
                    </a:ext>
                  </a:extLst>
                </p:cNvPr>
                <p:cNvSpPr txBox="1"/>
                <p:nvPr/>
              </p:nvSpPr>
              <p:spPr>
                <a:xfrm>
                  <a:off x="6047948" y="3797821"/>
                  <a:ext cx="2219932"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de-DE"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5G</a:t>
                  </a: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技术投资</a:t>
                  </a:r>
                </a:p>
              </p:txBody>
            </p:sp>
            <p:sp>
              <p:nvSpPr>
                <p:cNvPr id="156" name="Text1">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en-US" altLang="zh-CN"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5G</a:t>
                  </a: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技术的广泛应用推动相关产业链投资，预计未来几年将持续增长。</a:t>
                  </a:r>
                </a:p>
              </p:txBody>
            </p:sp>
            <p:sp>
              <p:nvSpPr>
                <p:cNvPr id="157" name="Number1">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1</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sp>
              <p:nvSpPr>
                <p:cNvPr id="158" name="Icon1">
                  <a:extLst>
                    <a:ext uri="{FF2B5EF4-FFF2-40B4-BE49-F238E27FC236}">
                      <a16:creationId xmlns:a16="http://schemas.microsoft.com/office/drawing/2014/main" id="{6C6F259D-4313-9661-D8F7-C7A1CE171E36}"/>
                    </a:ext>
                  </a:extLst>
                </p:cNvPr>
                <p:cNvSpPr/>
                <p:nvPr/>
              </p:nvSpPr>
              <p:spPr>
                <a:xfrm>
                  <a:off x="7737225" y="3285743"/>
                  <a:ext cx="341645" cy="397861"/>
                </a:xfrm>
                <a:custGeom>
                  <a:avLst/>
                  <a:gdLst>
                    <a:gd name="connsiteX0" fmla="*/ 471571 w 698070"/>
                    <a:gd name="connsiteY0" fmla="*/ 567887 h 812934"/>
                    <a:gd name="connsiteX1" fmla="*/ 514720 w 698070"/>
                    <a:gd name="connsiteY1" fmla="*/ 606940 h 812934"/>
                    <a:gd name="connsiteX2" fmla="*/ 462713 w 698070"/>
                    <a:gd name="connsiteY2" fmla="*/ 626752 h 812934"/>
                    <a:gd name="connsiteX3" fmla="*/ 389085 w 698070"/>
                    <a:gd name="connsiteY3" fmla="*/ 668376 h 812934"/>
                    <a:gd name="connsiteX4" fmla="*/ 422137 w 698070"/>
                    <a:gd name="connsiteY4" fmla="*/ 746862 h 812934"/>
                    <a:gd name="connsiteX5" fmla="*/ 504718 w 698070"/>
                    <a:gd name="connsiteY5" fmla="*/ 719621 h 812934"/>
                    <a:gd name="connsiteX6" fmla="*/ 504814 w 698070"/>
                    <a:gd name="connsiteY6" fmla="*/ 719621 h 812934"/>
                    <a:gd name="connsiteX7" fmla="*/ 477572 w 698070"/>
                    <a:gd name="connsiteY7" fmla="*/ 717716 h 812934"/>
                    <a:gd name="connsiteX8" fmla="*/ 440520 w 698070"/>
                    <a:gd name="connsiteY8" fmla="*/ 686855 h 812934"/>
                    <a:gd name="connsiteX9" fmla="*/ 477763 w 698070"/>
                    <a:gd name="connsiteY9" fmla="*/ 660947 h 812934"/>
                    <a:gd name="connsiteX10" fmla="*/ 505957 w 698070"/>
                    <a:gd name="connsiteY10" fmla="*/ 660947 h 812934"/>
                    <a:gd name="connsiteX11" fmla="*/ 556249 w 698070"/>
                    <a:gd name="connsiteY11" fmla="*/ 749529 h 812934"/>
                    <a:gd name="connsiteX12" fmla="*/ 402610 w 698070"/>
                    <a:gd name="connsiteY12" fmla="*/ 802488 h 812934"/>
                    <a:gd name="connsiteX13" fmla="*/ 331554 w 698070"/>
                    <a:gd name="connsiteY13" fmla="*/ 651993 h 812934"/>
                    <a:gd name="connsiteX14" fmla="*/ 471571 w 698070"/>
                    <a:gd name="connsiteY14" fmla="*/ 567887 h 812934"/>
                    <a:gd name="connsiteX15" fmla="*/ 191727 w 698070"/>
                    <a:gd name="connsiteY15" fmla="*/ 566649 h 812934"/>
                    <a:gd name="connsiteX16" fmla="*/ 257544 w 698070"/>
                    <a:gd name="connsiteY16" fmla="*/ 566840 h 812934"/>
                    <a:gd name="connsiteX17" fmla="*/ 289644 w 698070"/>
                    <a:gd name="connsiteY17" fmla="*/ 593700 h 812934"/>
                    <a:gd name="connsiteX18" fmla="*/ 255830 w 698070"/>
                    <a:gd name="connsiteY18" fmla="*/ 623704 h 812934"/>
                    <a:gd name="connsiteX19" fmla="*/ 205633 w 698070"/>
                    <a:gd name="connsiteY19" fmla="*/ 629800 h 812934"/>
                    <a:gd name="connsiteX20" fmla="*/ 205538 w 698070"/>
                    <a:gd name="connsiteY20" fmla="*/ 629800 h 812934"/>
                    <a:gd name="connsiteX21" fmla="*/ 247448 w 698070"/>
                    <a:gd name="connsiteY21" fmla="*/ 652279 h 812934"/>
                    <a:gd name="connsiteX22" fmla="*/ 290120 w 698070"/>
                    <a:gd name="connsiteY22" fmla="*/ 735432 h 812934"/>
                    <a:gd name="connsiteX23" fmla="*/ 231541 w 698070"/>
                    <a:gd name="connsiteY23" fmla="*/ 808108 h 812934"/>
                    <a:gd name="connsiteX24" fmla="*/ 144864 w 698070"/>
                    <a:gd name="connsiteY24" fmla="*/ 787820 h 812934"/>
                    <a:gd name="connsiteX25" fmla="*/ 133719 w 698070"/>
                    <a:gd name="connsiteY25" fmla="*/ 739052 h 812934"/>
                    <a:gd name="connsiteX26" fmla="*/ 181344 w 698070"/>
                    <a:gd name="connsiteY26" fmla="*/ 740766 h 812934"/>
                    <a:gd name="connsiteX27" fmla="*/ 221730 w 698070"/>
                    <a:gd name="connsiteY27" fmla="*/ 746195 h 812934"/>
                    <a:gd name="connsiteX28" fmla="*/ 225350 w 698070"/>
                    <a:gd name="connsiteY28" fmla="*/ 711905 h 812934"/>
                    <a:gd name="connsiteX29" fmla="*/ 184488 w 698070"/>
                    <a:gd name="connsiteY29" fmla="*/ 707524 h 812934"/>
                    <a:gd name="connsiteX30" fmla="*/ 140387 w 698070"/>
                    <a:gd name="connsiteY30" fmla="*/ 673996 h 812934"/>
                    <a:gd name="connsiteX31" fmla="*/ 155246 w 698070"/>
                    <a:gd name="connsiteY31" fmla="*/ 595796 h 812934"/>
                    <a:gd name="connsiteX32" fmla="*/ 191727 w 698070"/>
                    <a:gd name="connsiteY32" fmla="*/ 566649 h 812934"/>
                    <a:gd name="connsiteX33" fmla="*/ 347937 w 698070"/>
                    <a:gd name="connsiteY33" fmla="*/ 227750 h 812934"/>
                    <a:gd name="connsiteX34" fmla="*/ 445949 w 698070"/>
                    <a:gd name="connsiteY34" fmla="*/ 293568 h 812934"/>
                    <a:gd name="connsiteX35" fmla="*/ 417945 w 698070"/>
                    <a:gd name="connsiteY35" fmla="*/ 406725 h 812934"/>
                    <a:gd name="connsiteX36" fmla="*/ 377845 w 698070"/>
                    <a:gd name="connsiteY36" fmla="*/ 499498 h 812934"/>
                    <a:gd name="connsiteX37" fmla="*/ 376797 w 698070"/>
                    <a:gd name="connsiteY37" fmla="*/ 527502 h 812934"/>
                    <a:gd name="connsiteX38" fmla="*/ 349175 w 698070"/>
                    <a:gd name="connsiteY38" fmla="*/ 547790 h 812934"/>
                    <a:gd name="connsiteX39" fmla="*/ 322600 w 698070"/>
                    <a:gd name="connsiteY39" fmla="*/ 526454 h 812934"/>
                    <a:gd name="connsiteX40" fmla="*/ 321743 w 698070"/>
                    <a:gd name="connsiteY40" fmla="*/ 474924 h 812934"/>
                    <a:gd name="connsiteX41" fmla="*/ 291072 w 698070"/>
                    <a:gd name="connsiteY41" fmla="*/ 415297 h 812934"/>
                    <a:gd name="connsiteX42" fmla="*/ 249448 w 698070"/>
                    <a:gd name="connsiteY42" fmla="*/ 300997 h 812934"/>
                    <a:gd name="connsiteX43" fmla="*/ 347937 w 698070"/>
                    <a:gd name="connsiteY43" fmla="*/ 227750 h 812934"/>
                    <a:gd name="connsiteX44" fmla="*/ 349936 w 698070"/>
                    <a:gd name="connsiteY44" fmla="*/ 115069 h 812934"/>
                    <a:gd name="connsiteX45" fmla="*/ 554343 w 698070"/>
                    <a:gd name="connsiteY45" fmla="*/ 436157 h 812934"/>
                    <a:gd name="connsiteX46" fmla="*/ 507480 w 698070"/>
                    <a:gd name="connsiteY46" fmla="*/ 470733 h 812934"/>
                    <a:gd name="connsiteX47" fmla="*/ 500431 w 698070"/>
                    <a:gd name="connsiteY47" fmla="*/ 411392 h 812934"/>
                    <a:gd name="connsiteX48" fmla="*/ 473095 w 698070"/>
                    <a:gd name="connsiteY48" fmla="*/ 228607 h 812934"/>
                    <a:gd name="connsiteX49" fmla="*/ 307836 w 698070"/>
                    <a:gd name="connsiteY49" fmla="*/ 179077 h 812934"/>
                    <a:gd name="connsiteX50" fmla="*/ 183916 w 698070"/>
                    <a:gd name="connsiteY50" fmla="*/ 316523 h 812934"/>
                    <a:gd name="connsiteX51" fmla="*/ 200965 w 698070"/>
                    <a:gd name="connsiteY51" fmla="*/ 416250 h 812934"/>
                    <a:gd name="connsiteX52" fmla="*/ 195155 w 698070"/>
                    <a:gd name="connsiteY52" fmla="*/ 469209 h 812934"/>
                    <a:gd name="connsiteX53" fmla="*/ 146768 w 698070"/>
                    <a:gd name="connsiteY53" fmla="*/ 439586 h 812934"/>
                    <a:gd name="connsiteX54" fmla="*/ 349936 w 698070"/>
                    <a:gd name="connsiteY54" fmla="*/ 115069 h 812934"/>
                    <a:gd name="connsiteX55" fmla="*/ 337462 w 698070"/>
                    <a:gd name="connsiteY55" fmla="*/ 234 h 812934"/>
                    <a:gd name="connsiteX56" fmla="*/ 400229 w 698070"/>
                    <a:gd name="connsiteY56" fmla="*/ 3817 h 812934"/>
                    <a:gd name="connsiteX57" fmla="*/ 697695 w 698070"/>
                    <a:gd name="connsiteY57" fmla="*/ 349288 h 812934"/>
                    <a:gd name="connsiteX58" fmla="*/ 657214 w 698070"/>
                    <a:gd name="connsiteY58" fmla="*/ 515690 h 812934"/>
                    <a:gd name="connsiteX59" fmla="*/ 607970 w 698070"/>
                    <a:gd name="connsiteY59" fmla="*/ 544170 h 812934"/>
                    <a:gd name="connsiteX60" fmla="*/ 604922 w 698070"/>
                    <a:gd name="connsiteY60" fmla="*/ 486925 h 812934"/>
                    <a:gd name="connsiteX61" fmla="*/ 470809 w 698070"/>
                    <a:gd name="connsiteY61" fmla="*/ 86589 h 812934"/>
                    <a:gd name="connsiteX62" fmla="*/ 145721 w 698070"/>
                    <a:gd name="connsiteY62" fmla="*/ 143929 h 812934"/>
                    <a:gd name="connsiteX63" fmla="*/ 85142 w 698070"/>
                    <a:gd name="connsiteY63" fmla="*/ 468256 h 812934"/>
                    <a:gd name="connsiteX64" fmla="*/ 99525 w 698070"/>
                    <a:gd name="connsiteY64" fmla="*/ 497688 h 812934"/>
                    <a:gd name="connsiteX65" fmla="*/ 89238 w 698070"/>
                    <a:gd name="connsiteY65" fmla="*/ 545789 h 812934"/>
                    <a:gd name="connsiteX66" fmla="*/ 47804 w 698070"/>
                    <a:gd name="connsiteY66" fmla="*/ 525596 h 812934"/>
                    <a:gd name="connsiteX67" fmla="*/ 15324 w 698070"/>
                    <a:gd name="connsiteY67" fmla="*/ 249562 h 812934"/>
                    <a:gd name="connsiteX68" fmla="*/ 337462 w 698070"/>
                    <a:gd name="connsiteY68" fmla="*/ 234 h 81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98070" h="812934">
                      <a:moveTo>
                        <a:pt x="471571" y="567887"/>
                      </a:moveTo>
                      <a:cubicBezTo>
                        <a:pt x="492907" y="572078"/>
                        <a:pt x="519768" y="578841"/>
                        <a:pt x="514720" y="606940"/>
                      </a:cubicBezTo>
                      <a:cubicBezTo>
                        <a:pt x="509862" y="634277"/>
                        <a:pt x="487954" y="633705"/>
                        <a:pt x="462713" y="626752"/>
                      </a:cubicBezTo>
                      <a:cubicBezTo>
                        <a:pt x="427375" y="617036"/>
                        <a:pt x="400039" y="635610"/>
                        <a:pt x="389085" y="668376"/>
                      </a:cubicBezTo>
                      <a:cubicBezTo>
                        <a:pt x="378322" y="700856"/>
                        <a:pt x="388228" y="730384"/>
                        <a:pt x="422137" y="746862"/>
                      </a:cubicBezTo>
                      <a:cubicBezTo>
                        <a:pt x="455760" y="763150"/>
                        <a:pt x="480430" y="751625"/>
                        <a:pt x="504718" y="719621"/>
                      </a:cubicBezTo>
                      <a:lnTo>
                        <a:pt x="504814" y="719621"/>
                      </a:lnTo>
                      <a:cubicBezTo>
                        <a:pt x="492050" y="718668"/>
                        <a:pt x="484811" y="717334"/>
                        <a:pt x="477572" y="717716"/>
                      </a:cubicBezTo>
                      <a:cubicBezTo>
                        <a:pt x="455379" y="718859"/>
                        <a:pt x="439186" y="711048"/>
                        <a:pt x="440520" y="686855"/>
                      </a:cubicBezTo>
                      <a:cubicBezTo>
                        <a:pt x="441758" y="665233"/>
                        <a:pt x="458332" y="659804"/>
                        <a:pt x="477763" y="660947"/>
                      </a:cubicBezTo>
                      <a:cubicBezTo>
                        <a:pt x="487097" y="661518"/>
                        <a:pt x="496527" y="660947"/>
                        <a:pt x="505957" y="660947"/>
                      </a:cubicBezTo>
                      <a:cubicBezTo>
                        <a:pt x="576537" y="660947"/>
                        <a:pt x="591491" y="687236"/>
                        <a:pt x="556249" y="749529"/>
                      </a:cubicBezTo>
                      <a:cubicBezTo>
                        <a:pt x="525388" y="803917"/>
                        <a:pt x="459856" y="826586"/>
                        <a:pt x="402610" y="802488"/>
                      </a:cubicBezTo>
                      <a:cubicBezTo>
                        <a:pt x="342793" y="777342"/>
                        <a:pt x="312980" y="714382"/>
                        <a:pt x="331554" y="651993"/>
                      </a:cubicBezTo>
                      <a:cubicBezTo>
                        <a:pt x="348508" y="595034"/>
                        <a:pt x="411754" y="556267"/>
                        <a:pt x="471571" y="567887"/>
                      </a:cubicBezTo>
                      <a:close/>
                      <a:moveTo>
                        <a:pt x="191727" y="566649"/>
                      </a:moveTo>
                      <a:cubicBezTo>
                        <a:pt x="213634" y="567887"/>
                        <a:pt x="235637" y="567411"/>
                        <a:pt x="257544" y="566840"/>
                      </a:cubicBezTo>
                      <a:cubicBezTo>
                        <a:pt x="276785" y="566268"/>
                        <a:pt x="289072" y="577031"/>
                        <a:pt x="289644" y="593700"/>
                      </a:cubicBezTo>
                      <a:cubicBezTo>
                        <a:pt x="290310" y="613417"/>
                        <a:pt x="276785" y="623609"/>
                        <a:pt x="255830" y="623704"/>
                      </a:cubicBezTo>
                      <a:cubicBezTo>
                        <a:pt x="240018" y="623799"/>
                        <a:pt x="222873" y="619322"/>
                        <a:pt x="205633" y="629800"/>
                      </a:cubicBezTo>
                      <a:lnTo>
                        <a:pt x="205538" y="629800"/>
                      </a:lnTo>
                      <a:cubicBezTo>
                        <a:pt x="216968" y="648183"/>
                        <a:pt x="235351" y="643897"/>
                        <a:pt x="247448" y="652279"/>
                      </a:cubicBezTo>
                      <a:cubicBezTo>
                        <a:pt x="276880" y="672662"/>
                        <a:pt x="294120" y="699809"/>
                        <a:pt x="290120" y="735432"/>
                      </a:cubicBezTo>
                      <a:cubicBezTo>
                        <a:pt x="286119" y="770484"/>
                        <a:pt x="265831" y="796964"/>
                        <a:pt x="231541" y="808108"/>
                      </a:cubicBezTo>
                      <a:cubicBezTo>
                        <a:pt x="199632" y="818490"/>
                        <a:pt x="168867" y="812299"/>
                        <a:pt x="144864" y="787820"/>
                      </a:cubicBezTo>
                      <a:cubicBezTo>
                        <a:pt x="132100" y="774866"/>
                        <a:pt x="116955" y="759149"/>
                        <a:pt x="133719" y="739052"/>
                      </a:cubicBezTo>
                      <a:cubicBezTo>
                        <a:pt x="149531" y="720002"/>
                        <a:pt x="165723" y="724193"/>
                        <a:pt x="181344" y="740766"/>
                      </a:cubicBezTo>
                      <a:cubicBezTo>
                        <a:pt x="193060" y="753244"/>
                        <a:pt x="206300" y="760864"/>
                        <a:pt x="221730" y="746195"/>
                      </a:cubicBezTo>
                      <a:cubicBezTo>
                        <a:pt x="232398" y="736004"/>
                        <a:pt x="232494" y="722669"/>
                        <a:pt x="225350" y="711905"/>
                      </a:cubicBezTo>
                      <a:cubicBezTo>
                        <a:pt x="214587" y="695618"/>
                        <a:pt x="200585" y="700094"/>
                        <a:pt x="184488" y="707524"/>
                      </a:cubicBezTo>
                      <a:cubicBezTo>
                        <a:pt x="151245" y="722954"/>
                        <a:pt x="136672" y="707524"/>
                        <a:pt x="140387" y="673996"/>
                      </a:cubicBezTo>
                      <a:cubicBezTo>
                        <a:pt x="143340" y="647707"/>
                        <a:pt x="148864" y="621608"/>
                        <a:pt x="155246" y="595796"/>
                      </a:cubicBezTo>
                      <a:cubicBezTo>
                        <a:pt x="159627" y="577984"/>
                        <a:pt x="170010" y="565411"/>
                        <a:pt x="191727" y="566649"/>
                      </a:cubicBezTo>
                      <a:close/>
                      <a:moveTo>
                        <a:pt x="347937" y="227750"/>
                      </a:moveTo>
                      <a:cubicBezTo>
                        <a:pt x="395085" y="227940"/>
                        <a:pt x="428518" y="250134"/>
                        <a:pt x="445949" y="293568"/>
                      </a:cubicBezTo>
                      <a:cubicBezTo>
                        <a:pt x="463475" y="337287"/>
                        <a:pt x="457188" y="382722"/>
                        <a:pt x="417945" y="406725"/>
                      </a:cubicBezTo>
                      <a:cubicBezTo>
                        <a:pt x="377940" y="431204"/>
                        <a:pt x="375369" y="461779"/>
                        <a:pt x="377845" y="499498"/>
                      </a:cubicBezTo>
                      <a:cubicBezTo>
                        <a:pt x="378417" y="508833"/>
                        <a:pt x="378988" y="518644"/>
                        <a:pt x="376797" y="527502"/>
                      </a:cubicBezTo>
                      <a:cubicBezTo>
                        <a:pt x="373464" y="540932"/>
                        <a:pt x="363558" y="548171"/>
                        <a:pt x="349175" y="547790"/>
                      </a:cubicBezTo>
                      <a:cubicBezTo>
                        <a:pt x="334983" y="547409"/>
                        <a:pt x="324315" y="540360"/>
                        <a:pt x="322600" y="526454"/>
                      </a:cubicBezTo>
                      <a:cubicBezTo>
                        <a:pt x="320505" y="509500"/>
                        <a:pt x="320314" y="491974"/>
                        <a:pt x="321743" y="474924"/>
                      </a:cubicBezTo>
                      <a:cubicBezTo>
                        <a:pt x="324029" y="447968"/>
                        <a:pt x="318600" y="430442"/>
                        <a:pt x="291072" y="415297"/>
                      </a:cubicBezTo>
                      <a:cubicBezTo>
                        <a:pt x="249829" y="392628"/>
                        <a:pt x="236018" y="344241"/>
                        <a:pt x="249448" y="300997"/>
                      </a:cubicBezTo>
                      <a:cubicBezTo>
                        <a:pt x="262688" y="258230"/>
                        <a:pt x="302598" y="228607"/>
                        <a:pt x="347937" y="227750"/>
                      </a:cubicBezTo>
                      <a:close/>
                      <a:moveTo>
                        <a:pt x="349936" y="115069"/>
                      </a:moveTo>
                      <a:cubicBezTo>
                        <a:pt x="515671" y="115069"/>
                        <a:pt x="625495" y="287281"/>
                        <a:pt x="554343" y="436157"/>
                      </a:cubicBezTo>
                      <a:cubicBezTo>
                        <a:pt x="545199" y="455207"/>
                        <a:pt x="535293" y="482163"/>
                        <a:pt x="507480" y="470733"/>
                      </a:cubicBezTo>
                      <a:cubicBezTo>
                        <a:pt x="475952" y="457779"/>
                        <a:pt x="490716" y="433204"/>
                        <a:pt x="500431" y="411392"/>
                      </a:cubicBezTo>
                      <a:cubicBezTo>
                        <a:pt x="530149" y="344812"/>
                        <a:pt x="521577" y="281947"/>
                        <a:pt x="473095" y="228607"/>
                      </a:cubicBezTo>
                      <a:cubicBezTo>
                        <a:pt x="429280" y="180506"/>
                        <a:pt x="373844" y="160599"/>
                        <a:pt x="307836" y="179077"/>
                      </a:cubicBezTo>
                      <a:cubicBezTo>
                        <a:pt x="237065" y="198889"/>
                        <a:pt x="197917" y="246038"/>
                        <a:pt x="183916" y="316523"/>
                      </a:cubicBezTo>
                      <a:cubicBezTo>
                        <a:pt x="176867" y="351956"/>
                        <a:pt x="186392" y="384722"/>
                        <a:pt x="200965" y="416250"/>
                      </a:cubicBezTo>
                      <a:cubicBezTo>
                        <a:pt x="210014" y="435871"/>
                        <a:pt x="219253" y="456921"/>
                        <a:pt x="195155" y="469209"/>
                      </a:cubicBezTo>
                      <a:cubicBezTo>
                        <a:pt x="167533" y="483306"/>
                        <a:pt x="156769" y="459303"/>
                        <a:pt x="146768" y="439586"/>
                      </a:cubicBezTo>
                      <a:cubicBezTo>
                        <a:pt x="71521" y="290996"/>
                        <a:pt x="181820" y="114974"/>
                        <a:pt x="349936" y="115069"/>
                      </a:cubicBezTo>
                      <a:close/>
                      <a:moveTo>
                        <a:pt x="337462" y="234"/>
                      </a:moveTo>
                      <a:cubicBezTo>
                        <a:pt x="358237" y="-544"/>
                        <a:pt x="379238" y="602"/>
                        <a:pt x="400229" y="3817"/>
                      </a:cubicBezTo>
                      <a:cubicBezTo>
                        <a:pt x="571679" y="30106"/>
                        <a:pt x="697600" y="176314"/>
                        <a:pt x="697695" y="349288"/>
                      </a:cubicBezTo>
                      <a:cubicBezTo>
                        <a:pt x="700838" y="408820"/>
                        <a:pt x="683979" y="463588"/>
                        <a:pt x="657214" y="515690"/>
                      </a:cubicBezTo>
                      <a:cubicBezTo>
                        <a:pt x="647117" y="535312"/>
                        <a:pt x="634925" y="559029"/>
                        <a:pt x="607970" y="544170"/>
                      </a:cubicBezTo>
                      <a:cubicBezTo>
                        <a:pt x="581109" y="529406"/>
                        <a:pt x="595397" y="506737"/>
                        <a:pt x="604922" y="486925"/>
                      </a:cubicBezTo>
                      <a:cubicBezTo>
                        <a:pt x="680550" y="329476"/>
                        <a:pt x="622352" y="155931"/>
                        <a:pt x="470809" y="86589"/>
                      </a:cubicBezTo>
                      <a:cubicBezTo>
                        <a:pt x="359462" y="35630"/>
                        <a:pt x="232399" y="58014"/>
                        <a:pt x="145721" y="143929"/>
                      </a:cubicBezTo>
                      <a:cubicBezTo>
                        <a:pt x="58567" y="230226"/>
                        <a:pt x="35136" y="355765"/>
                        <a:pt x="85142" y="468256"/>
                      </a:cubicBezTo>
                      <a:cubicBezTo>
                        <a:pt x="89619" y="478257"/>
                        <a:pt x="94572" y="487972"/>
                        <a:pt x="99525" y="497688"/>
                      </a:cubicBezTo>
                      <a:cubicBezTo>
                        <a:pt x="109240" y="516643"/>
                        <a:pt x="110764" y="535883"/>
                        <a:pt x="89238" y="545789"/>
                      </a:cubicBezTo>
                      <a:cubicBezTo>
                        <a:pt x="70759" y="554266"/>
                        <a:pt x="57615" y="542741"/>
                        <a:pt x="47804" y="525596"/>
                      </a:cubicBezTo>
                      <a:cubicBezTo>
                        <a:pt x="-2393" y="438061"/>
                        <a:pt x="-12775" y="345383"/>
                        <a:pt x="15324" y="249562"/>
                      </a:cubicBezTo>
                      <a:cubicBezTo>
                        <a:pt x="57662" y="105377"/>
                        <a:pt x="192033" y="5677"/>
                        <a:pt x="337462" y="234"/>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cs typeface="+mn-ea"/>
                    <a:sym typeface="Arial" panose="020B0604020202020204" pitchFamily="34" charset="0"/>
                  </a:endParaRPr>
                </a:p>
              </p:txBody>
            </p:sp>
          </p:grpSp>
        </p:grpSp>
        <p:grpSp>
          <p:nvGrpSpPr>
            <p:cNvPr id="125" name="组合 124">
              <a:extLst>
                <a:ext uri="{FF2B5EF4-FFF2-40B4-BE49-F238E27FC236}">
                  <a16:creationId xmlns:a16="http://schemas.microsoft.com/office/drawing/2014/main" id="{985E6096-6CB3-F3E3-76B2-C10B2DA89517}"/>
                </a:ext>
              </a:extLst>
            </p:cNvPr>
            <p:cNvGrpSpPr>
              <a:grpSpLocks noChangeAspect="1"/>
            </p:cNvGrpSpPr>
            <p:nvPr/>
          </p:nvGrpSpPr>
          <p:grpSpPr>
            <a:xfrm>
              <a:off x="2801278" y="3720708"/>
              <a:ext cx="2086705" cy="2413392"/>
              <a:chOff x="4916339" y="2516305"/>
              <a:chExt cx="2359324" cy="3175072"/>
            </a:xfrm>
          </p:grpSpPr>
          <p:sp>
            <p:nvSpPr>
              <p:cNvPr id="147" name="任意多边形: 形状 4">
                <a:extLst>
                  <a:ext uri="{FF2B5EF4-FFF2-40B4-BE49-F238E27FC236}">
                    <a16:creationId xmlns:a16="http://schemas.microsoft.com/office/drawing/2014/main" id="{92B0F28E-4B96-3940-5045-692AAB8BD5D6}"/>
                  </a:ext>
                </a:extLst>
              </p:cNvPr>
              <p:cNvSpPr/>
              <p:nvPr/>
            </p:nvSpPr>
            <p:spPr>
              <a:xfrm>
                <a:off x="4916339" y="2516305"/>
                <a:ext cx="2359324"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48" name="组合 147">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49" name="Bullet2">
                  <a:extLst>
                    <a:ext uri="{FF2B5EF4-FFF2-40B4-BE49-F238E27FC236}">
                      <a16:creationId xmlns:a16="http://schemas.microsoft.com/office/drawing/2014/main" id="{6582094C-004E-32D0-572E-781CB2826F0D}"/>
                    </a:ext>
                  </a:extLst>
                </p:cNvPr>
                <p:cNvSpPr txBox="1"/>
                <p:nvPr/>
              </p:nvSpPr>
              <p:spPr>
                <a:xfrm>
                  <a:off x="6047948" y="3797821"/>
                  <a:ext cx="2219932"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智能制造投资</a:t>
                  </a:r>
                </a:p>
              </p:txBody>
            </p:sp>
            <p:sp>
              <p:nvSpPr>
                <p:cNvPr id="150" name="Text2">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智能制造领域投资持续升温，自动化、机器人等细分市场备受关注。</a:t>
                  </a:r>
                </a:p>
              </p:txBody>
            </p:sp>
            <p:sp>
              <p:nvSpPr>
                <p:cNvPr id="151" name="Number2">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2</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sp>
              <p:nvSpPr>
                <p:cNvPr id="152" name="Icon2">
                  <a:extLst>
                    <a:ext uri="{FF2B5EF4-FFF2-40B4-BE49-F238E27FC236}">
                      <a16:creationId xmlns:a16="http://schemas.microsoft.com/office/drawing/2014/main" id="{6C6F259D-4313-9661-D8F7-C7A1CE171E36}"/>
                    </a:ext>
                  </a:extLst>
                </p:cNvPr>
                <p:cNvSpPr/>
                <p:nvPr/>
              </p:nvSpPr>
              <p:spPr>
                <a:xfrm>
                  <a:off x="7709116" y="3285743"/>
                  <a:ext cx="341907" cy="397862"/>
                </a:xfrm>
                <a:custGeom>
                  <a:avLst/>
                  <a:gdLst>
                    <a:gd name="T0" fmla="*/ 5219 w 10437"/>
                    <a:gd name="T1" fmla="*/ 9565 h 10437"/>
                    <a:gd name="T2" fmla="*/ 872 w 10437"/>
                    <a:gd name="T3" fmla="*/ 5219 h 10437"/>
                    <a:gd name="T4" fmla="*/ 5219 w 10437"/>
                    <a:gd name="T5" fmla="*/ 872 h 10437"/>
                    <a:gd name="T6" fmla="*/ 9565 w 10437"/>
                    <a:gd name="T7" fmla="*/ 5218 h 10437"/>
                    <a:gd name="T8" fmla="*/ 5219 w 10437"/>
                    <a:gd name="T9" fmla="*/ 9565 h 10437"/>
                    <a:gd name="T10" fmla="*/ 10182 w 10437"/>
                    <a:gd name="T11" fmla="*/ 6208 h 10437"/>
                    <a:gd name="T12" fmla="*/ 9723 w 10437"/>
                    <a:gd name="T13" fmla="*/ 5219 h 10437"/>
                    <a:gd name="T14" fmla="*/ 10182 w 10437"/>
                    <a:gd name="T15" fmla="*/ 4229 h 10437"/>
                    <a:gd name="T16" fmla="*/ 9656 w 10437"/>
                    <a:gd name="T17" fmla="*/ 2780 h 10437"/>
                    <a:gd name="T18" fmla="*/ 8289 w 10437"/>
                    <a:gd name="T19" fmla="*/ 2143 h 10437"/>
                    <a:gd name="T20" fmla="*/ 7652 w 10437"/>
                    <a:gd name="T21" fmla="*/ 781 h 10437"/>
                    <a:gd name="T22" fmla="*/ 6208 w 10437"/>
                    <a:gd name="T23" fmla="*/ 256 h 10437"/>
                    <a:gd name="T24" fmla="*/ 5218 w 10437"/>
                    <a:gd name="T25" fmla="*/ 714 h 10437"/>
                    <a:gd name="T26" fmla="*/ 4229 w 10437"/>
                    <a:gd name="T27" fmla="*/ 255 h 10437"/>
                    <a:gd name="T28" fmla="*/ 2785 w 10437"/>
                    <a:gd name="T29" fmla="*/ 781 h 10437"/>
                    <a:gd name="T30" fmla="*/ 2148 w 10437"/>
                    <a:gd name="T31" fmla="*/ 2148 h 10437"/>
                    <a:gd name="T32" fmla="*/ 781 w 10437"/>
                    <a:gd name="T33" fmla="*/ 2785 h 10437"/>
                    <a:gd name="T34" fmla="*/ 255 w 10437"/>
                    <a:gd name="T35" fmla="*/ 4229 h 10437"/>
                    <a:gd name="T36" fmla="*/ 714 w 10437"/>
                    <a:gd name="T37" fmla="*/ 5218 h 10437"/>
                    <a:gd name="T38" fmla="*/ 255 w 10437"/>
                    <a:gd name="T39" fmla="*/ 6208 h 10437"/>
                    <a:gd name="T40" fmla="*/ 780 w 10437"/>
                    <a:gd name="T41" fmla="*/ 7652 h 10437"/>
                    <a:gd name="T42" fmla="*/ 2148 w 10437"/>
                    <a:gd name="T43" fmla="*/ 8289 h 10437"/>
                    <a:gd name="T44" fmla="*/ 2785 w 10437"/>
                    <a:gd name="T45" fmla="*/ 9657 h 10437"/>
                    <a:gd name="T46" fmla="*/ 4234 w 10437"/>
                    <a:gd name="T47" fmla="*/ 10182 h 10437"/>
                    <a:gd name="T48" fmla="*/ 5223 w 10437"/>
                    <a:gd name="T49" fmla="*/ 9723 h 10437"/>
                    <a:gd name="T50" fmla="*/ 6213 w 10437"/>
                    <a:gd name="T51" fmla="*/ 10182 h 10437"/>
                    <a:gd name="T52" fmla="*/ 7662 w 10437"/>
                    <a:gd name="T53" fmla="*/ 9657 h 10437"/>
                    <a:gd name="T54" fmla="*/ 8299 w 10437"/>
                    <a:gd name="T55" fmla="*/ 8289 h 10437"/>
                    <a:gd name="T56" fmla="*/ 9666 w 10437"/>
                    <a:gd name="T57" fmla="*/ 7652 h 10437"/>
                    <a:gd name="T58" fmla="*/ 10182 w 10437"/>
                    <a:gd name="T59" fmla="*/ 6208 h 10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437" h="10437">
                      <a:moveTo>
                        <a:pt x="5219" y="9565"/>
                      </a:moveTo>
                      <a:lnTo>
                        <a:pt x="872" y="5219"/>
                      </a:lnTo>
                      <a:lnTo>
                        <a:pt x="5219" y="872"/>
                      </a:lnTo>
                      <a:lnTo>
                        <a:pt x="9565" y="5218"/>
                      </a:lnTo>
                      <a:lnTo>
                        <a:pt x="5219" y="9565"/>
                      </a:lnTo>
                      <a:close/>
                      <a:moveTo>
                        <a:pt x="10182" y="6208"/>
                      </a:moveTo>
                      <a:lnTo>
                        <a:pt x="9723" y="5219"/>
                      </a:lnTo>
                      <a:lnTo>
                        <a:pt x="10182" y="4229"/>
                      </a:lnTo>
                      <a:cubicBezTo>
                        <a:pt x="10437" y="3684"/>
                        <a:pt x="10202" y="3035"/>
                        <a:pt x="9656" y="2780"/>
                      </a:cubicBezTo>
                      <a:lnTo>
                        <a:pt x="8289" y="2143"/>
                      </a:lnTo>
                      <a:lnTo>
                        <a:pt x="7652" y="781"/>
                      </a:lnTo>
                      <a:cubicBezTo>
                        <a:pt x="7397" y="235"/>
                        <a:pt x="6749" y="0"/>
                        <a:pt x="6208" y="256"/>
                      </a:cubicBezTo>
                      <a:lnTo>
                        <a:pt x="5218" y="714"/>
                      </a:lnTo>
                      <a:lnTo>
                        <a:pt x="4229" y="255"/>
                      </a:lnTo>
                      <a:cubicBezTo>
                        <a:pt x="3688" y="0"/>
                        <a:pt x="3040" y="235"/>
                        <a:pt x="2785" y="781"/>
                      </a:cubicBezTo>
                      <a:lnTo>
                        <a:pt x="2148" y="2148"/>
                      </a:lnTo>
                      <a:lnTo>
                        <a:pt x="781" y="2785"/>
                      </a:lnTo>
                      <a:cubicBezTo>
                        <a:pt x="235" y="3041"/>
                        <a:pt x="0" y="3688"/>
                        <a:pt x="255" y="4229"/>
                      </a:cubicBezTo>
                      <a:lnTo>
                        <a:pt x="714" y="5218"/>
                      </a:lnTo>
                      <a:lnTo>
                        <a:pt x="255" y="6208"/>
                      </a:lnTo>
                      <a:cubicBezTo>
                        <a:pt x="0" y="6749"/>
                        <a:pt x="235" y="7397"/>
                        <a:pt x="780" y="7652"/>
                      </a:cubicBezTo>
                      <a:lnTo>
                        <a:pt x="2148" y="8289"/>
                      </a:lnTo>
                      <a:lnTo>
                        <a:pt x="2785" y="9657"/>
                      </a:lnTo>
                      <a:cubicBezTo>
                        <a:pt x="3040" y="10202"/>
                        <a:pt x="3689" y="10437"/>
                        <a:pt x="4234" y="10182"/>
                      </a:cubicBezTo>
                      <a:lnTo>
                        <a:pt x="5223" y="9723"/>
                      </a:lnTo>
                      <a:lnTo>
                        <a:pt x="6213" y="10182"/>
                      </a:lnTo>
                      <a:cubicBezTo>
                        <a:pt x="6758" y="10437"/>
                        <a:pt x="7407" y="10202"/>
                        <a:pt x="7662" y="9657"/>
                      </a:cubicBezTo>
                      <a:lnTo>
                        <a:pt x="8299" y="8289"/>
                      </a:lnTo>
                      <a:lnTo>
                        <a:pt x="9666" y="7652"/>
                      </a:lnTo>
                      <a:cubicBezTo>
                        <a:pt x="10205" y="7394"/>
                        <a:pt x="10435" y="6749"/>
                        <a:pt x="10182" y="6208"/>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cs typeface="+mn-ea"/>
                    <a:sym typeface="Arial" panose="020B0604020202020204" pitchFamily="34" charset="0"/>
                  </a:endParaRPr>
                </a:p>
              </p:txBody>
            </p:sp>
          </p:grpSp>
        </p:grpSp>
        <p:grpSp>
          <p:nvGrpSpPr>
            <p:cNvPr id="128" name="组合 127">
              <a:extLst>
                <a:ext uri="{FF2B5EF4-FFF2-40B4-BE49-F238E27FC236}">
                  <a16:creationId xmlns:a16="http://schemas.microsoft.com/office/drawing/2014/main" id="{985E6096-6CB3-F3E3-76B2-C10B2DA89517}"/>
                </a:ext>
              </a:extLst>
            </p:cNvPr>
            <p:cNvGrpSpPr>
              <a:grpSpLocks noChangeAspect="1"/>
            </p:cNvGrpSpPr>
            <p:nvPr/>
          </p:nvGrpSpPr>
          <p:grpSpPr>
            <a:xfrm>
              <a:off x="9536334" y="3720708"/>
              <a:ext cx="2086702" cy="2413392"/>
              <a:chOff x="4916336" y="2516305"/>
              <a:chExt cx="2359323" cy="3175072"/>
            </a:xfrm>
          </p:grpSpPr>
          <p:sp>
            <p:nvSpPr>
              <p:cNvPr id="129" name="任意多边形: 形状 4">
                <a:extLst>
                  <a:ext uri="{FF2B5EF4-FFF2-40B4-BE49-F238E27FC236}">
                    <a16:creationId xmlns:a16="http://schemas.microsoft.com/office/drawing/2014/main" id="{92B0F28E-4B96-3940-5045-692AAB8BD5D6}"/>
                  </a:ext>
                </a:extLst>
              </p:cNvPr>
              <p:cNvSpPr/>
              <p:nvPr/>
            </p:nvSpPr>
            <p:spPr>
              <a:xfrm flipH="1">
                <a:off x="4916336" y="2516305"/>
                <a:ext cx="2359323"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30" name="组合 129">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31" name="Bullet5">
                  <a:extLst>
                    <a:ext uri="{FF2B5EF4-FFF2-40B4-BE49-F238E27FC236}">
                      <a16:creationId xmlns:a16="http://schemas.microsoft.com/office/drawing/2014/main" id="{6582094C-004E-32D0-572E-781CB2826F0D}"/>
                    </a:ext>
                  </a:extLst>
                </p:cNvPr>
                <p:cNvSpPr txBox="1"/>
                <p:nvPr/>
              </p:nvSpPr>
              <p:spPr>
                <a:xfrm>
                  <a:off x="6047948" y="3797821"/>
                  <a:ext cx="2219931"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云计算投资</a:t>
                  </a:r>
                </a:p>
              </p:txBody>
            </p:sp>
            <p:sp>
              <p:nvSpPr>
                <p:cNvPr id="132" name="Text5">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云计算市场持续扩张，数据中心、云服务等领域成为投资新风口。</a:t>
                  </a:r>
                </a:p>
              </p:txBody>
            </p:sp>
            <p:sp>
              <p:nvSpPr>
                <p:cNvPr id="133" name="Number5">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5</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sp>
              <p:nvSpPr>
                <p:cNvPr id="134" name="Icon5">
                  <a:extLst>
                    <a:ext uri="{FF2B5EF4-FFF2-40B4-BE49-F238E27FC236}">
                      <a16:creationId xmlns:a16="http://schemas.microsoft.com/office/drawing/2014/main" id="{6C6F259D-4313-9661-D8F7-C7A1CE171E36}"/>
                    </a:ext>
                  </a:extLst>
                </p:cNvPr>
                <p:cNvSpPr/>
                <p:nvPr/>
              </p:nvSpPr>
              <p:spPr>
                <a:xfrm>
                  <a:off x="7786176" y="3285743"/>
                  <a:ext cx="243742" cy="397861"/>
                </a:xfrm>
                <a:custGeom>
                  <a:avLst/>
                  <a:gdLst>
                    <a:gd name="connsiteX0" fmla="*/ 86973 w 381000"/>
                    <a:gd name="connsiteY0" fmla="*/ 38721 h 514350"/>
                    <a:gd name="connsiteX1" fmla="*/ 86973 w 381000"/>
                    <a:gd name="connsiteY1" fmla="*/ 57771 h 514350"/>
                    <a:gd name="connsiteX2" fmla="*/ 123168 w 381000"/>
                    <a:gd name="connsiteY2" fmla="*/ 95871 h 514350"/>
                    <a:gd name="connsiteX3" fmla="*/ 125073 w 381000"/>
                    <a:gd name="connsiteY3" fmla="*/ 95871 h 514350"/>
                    <a:gd name="connsiteX4" fmla="*/ 258423 w 381000"/>
                    <a:gd name="connsiteY4" fmla="*/ 95871 h 514350"/>
                    <a:gd name="connsiteX5" fmla="*/ 296523 w 381000"/>
                    <a:gd name="connsiteY5" fmla="*/ 59676 h 514350"/>
                    <a:gd name="connsiteX6" fmla="*/ 296523 w 381000"/>
                    <a:gd name="connsiteY6" fmla="*/ 57771 h 514350"/>
                    <a:gd name="connsiteX7" fmla="*/ 296523 w 381000"/>
                    <a:gd name="connsiteY7" fmla="*/ 38721 h 514350"/>
                    <a:gd name="connsiteX8" fmla="*/ 353673 w 381000"/>
                    <a:gd name="connsiteY8" fmla="*/ 38721 h 514350"/>
                    <a:gd name="connsiteX9" fmla="*/ 382248 w 381000"/>
                    <a:gd name="connsiteY9" fmla="*/ 67296 h 514350"/>
                    <a:gd name="connsiteX10" fmla="*/ 382248 w 381000"/>
                    <a:gd name="connsiteY10" fmla="*/ 486396 h 514350"/>
                    <a:gd name="connsiteX11" fmla="*/ 353673 w 381000"/>
                    <a:gd name="connsiteY11" fmla="*/ 514971 h 514350"/>
                    <a:gd name="connsiteX12" fmla="*/ 29823 w 381000"/>
                    <a:gd name="connsiteY12" fmla="*/ 514971 h 514350"/>
                    <a:gd name="connsiteX13" fmla="*/ 1248 w 381000"/>
                    <a:gd name="connsiteY13" fmla="*/ 486396 h 514350"/>
                    <a:gd name="connsiteX14" fmla="*/ 1248 w 381000"/>
                    <a:gd name="connsiteY14" fmla="*/ 67296 h 514350"/>
                    <a:gd name="connsiteX15" fmla="*/ 29823 w 381000"/>
                    <a:gd name="connsiteY15" fmla="*/ 38721 h 514350"/>
                    <a:gd name="connsiteX16" fmla="*/ 86973 w 381000"/>
                    <a:gd name="connsiteY16" fmla="*/ 38721 h 514350"/>
                    <a:gd name="connsiteX17" fmla="*/ 191748 w 381000"/>
                    <a:gd name="connsiteY17" fmla="*/ 333996 h 514350"/>
                    <a:gd name="connsiteX18" fmla="*/ 77448 w 381000"/>
                    <a:gd name="connsiteY18" fmla="*/ 333996 h 514350"/>
                    <a:gd name="connsiteX19" fmla="*/ 77448 w 381000"/>
                    <a:gd name="connsiteY19" fmla="*/ 353046 h 514350"/>
                    <a:gd name="connsiteX20" fmla="*/ 191748 w 381000"/>
                    <a:gd name="connsiteY20" fmla="*/ 353046 h 514350"/>
                    <a:gd name="connsiteX21" fmla="*/ 191748 w 381000"/>
                    <a:gd name="connsiteY21" fmla="*/ 333996 h 514350"/>
                    <a:gd name="connsiteX22" fmla="*/ 306048 w 381000"/>
                    <a:gd name="connsiteY22" fmla="*/ 257796 h 514350"/>
                    <a:gd name="connsiteX23" fmla="*/ 77448 w 381000"/>
                    <a:gd name="connsiteY23" fmla="*/ 257796 h 514350"/>
                    <a:gd name="connsiteX24" fmla="*/ 77448 w 381000"/>
                    <a:gd name="connsiteY24" fmla="*/ 276846 h 514350"/>
                    <a:gd name="connsiteX25" fmla="*/ 306048 w 381000"/>
                    <a:gd name="connsiteY25" fmla="*/ 276846 h 514350"/>
                    <a:gd name="connsiteX26" fmla="*/ 306048 w 381000"/>
                    <a:gd name="connsiteY26" fmla="*/ 257796 h 514350"/>
                    <a:gd name="connsiteX27" fmla="*/ 306048 w 381000"/>
                    <a:gd name="connsiteY27" fmla="*/ 181596 h 514350"/>
                    <a:gd name="connsiteX28" fmla="*/ 77448 w 381000"/>
                    <a:gd name="connsiteY28" fmla="*/ 181596 h 514350"/>
                    <a:gd name="connsiteX29" fmla="*/ 77448 w 381000"/>
                    <a:gd name="connsiteY29" fmla="*/ 200646 h 514350"/>
                    <a:gd name="connsiteX30" fmla="*/ 306048 w 381000"/>
                    <a:gd name="connsiteY30" fmla="*/ 200646 h 514350"/>
                    <a:gd name="connsiteX31" fmla="*/ 306048 w 381000"/>
                    <a:gd name="connsiteY31" fmla="*/ 181596 h 514350"/>
                    <a:gd name="connsiteX32" fmla="*/ 248898 w 381000"/>
                    <a:gd name="connsiteY32" fmla="*/ 621 h 514350"/>
                    <a:gd name="connsiteX33" fmla="*/ 277473 w 381000"/>
                    <a:gd name="connsiteY33" fmla="*/ 29196 h 514350"/>
                    <a:gd name="connsiteX34" fmla="*/ 277473 w 381000"/>
                    <a:gd name="connsiteY34" fmla="*/ 48246 h 514350"/>
                    <a:gd name="connsiteX35" fmla="*/ 248898 w 381000"/>
                    <a:gd name="connsiteY35" fmla="*/ 76821 h 514350"/>
                    <a:gd name="connsiteX36" fmla="*/ 134598 w 381000"/>
                    <a:gd name="connsiteY36" fmla="*/ 76821 h 514350"/>
                    <a:gd name="connsiteX37" fmla="*/ 106023 w 381000"/>
                    <a:gd name="connsiteY37" fmla="*/ 48246 h 514350"/>
                    <a:gd name="connsiteX38" fmla="*/ 106023 w 381000"/>
                    <a:gd name="connsiteY38" fmla="*/ 29196 h 514350"/>
                    <a:gd name="connsiteX39" fmla="*/ 134598 w 381000"/>
                    <a:gd name="connsiteY39" fmla="*/ 621 h 514350"/>
                    <a:gd name="connsiteX40" fmla="*/ 248898 w 381000"/>
                    <a:gd name="connsiteY40" fmla="*/ 621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81000" h="514350">
                      <a:moveTo>
                        <a:pt x="86973" y="38721"/>
                      </a:moveTo>
                      <a:lnTo>
                        <a:pt x="86973" y="57771"/>
                      </a:lnTo>
                      <a:cubicBezTo>
                        <a:pt x="86973" y="77774"/>
                        <a:pt x="103166" y="94919"/>
                        <a:pt x="123168" y="95871"/>
                      </a:cubicBezTo>
                      <a:lnTo>
                        <a:pt x="125073" y="95871"/>
                      </a:lnTo>
                      <a:lnTo>
                        <a:pt x="258423" y="95871"/>
                      </a:lnTo>
                      <a:cubicBezTo>
                        <a:pt x="278426" y="95871"/>
                        <a:pt x="295570" y="79679"/>
                        <a:pt x="296523" y="59676"/>
                      </a:cubicBezTo>
                      <a:lnTo>
                        <a:pt x="296523" y="57771"/>
                      </a:lnTo>
                      <a:lnTo>
                        <a:pt x="296523" y="38721"/>
                      </a:lnTo>
                      <a:lnTo>
                        <a:pt x="353673" y="38721"/>
                      </a:lnTo>
                      <a:cubicBezTo>
                        <a:pt x="369866" y="38721"/>
                        <a:pt x="382248" y="51104"/>
                        <a:pt x="382248" y="67296"/>
                      </a:cubicBezTo>
                      <a:lnTo>
                        <a:pt x="382248" y="486396"/>
                      </a:lnTo>
                      <a:cubicBezTo>
                        <a:pt x="382248" y="502589"/>
                        <a:pt x="369866" y="514971"/>
                        <a:pt x="353673" y="514971"/>
                      </a:cubicBezTo>
                      <a:lnTo>
                        <a:pt x="29823" y="514971"/>
                      </a:lnTo>
                      <a:cubicBezTo>
                        <a:pt x="13630" y="514971"/>
                        <a:pt x="1248" y="502589"/>
                        <a:pt x="1248" y="486396"/>
                      </a:cubicBezTo>
                      <a:lnTo>
                        <a:pt x="1248" y="67296"/>
                      </a:lnTo>
                      <a:cubicBezTo>
                        <a:pt x="1248" y="51104"/>
                        <a:pt x="13630" y="38721"/>
                        <a:pt x="29823" y="38721"/>
                      </a:cubicBez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48898" y="621"/>
                      </a:moveTo>
                      <a:cubicBezTo>
                        <a:pt x="265091" y="621"/>
                        <a:pt x="277473" y="13004"/>
                        <a:pt x="277473" y="29196"/>
                      </a:cubicBezTo>
                      <a:lnTo>
                        <a:pt x="277473" y="48246"/>
                      </a:lnTo>
                      <a:cubicBezTo>
                        <a:pt x="277473" y="64439"/>
                        <a:pt x="265091" y="76821"/>
                        <a:pt x="248898" y="76821"/>
                      </a:cubicBezTo>
                      <a:lnTo>
                        <a:pt x="134598" y="76821"/>
                      </a:lnTo>
                      <a:cubicBezTo>
                        <a:pt x="118405" y="76821"/>
                        <a:pt x="106023" y="64439"/>
                        <a:pt x="106023" y="48246"/>
                      </a:cubicBezTo>
                      <a:lnTo>
                        <a:pt x="106023" y="29196"/>
                      </a:lnTo>
                      <a:cubicBezTo>
                        <a:pt x="106023" y="13004"/>
                        <a:pt x="118405" y="621"/>
                        <a:pt x="134598" y="621"/>
                      </a:cubicBezTo>
                      <a:lnTo>
                        <a:pt x="248898" y="621"/>
                      </a:ln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cs typeface="+mn-ea"/>
                    <a:sym typeface="Arial" panose="020B0604020202020204" pitchFamily="34" charset="0"/>
                  </a:endParaRPr>
                </a:p>
              </p:txBody>
            </p:sp>
          </p:grpSp>
        </p:grpSp>
        <p:sp>
          <p:nvSpPr>
            <p:cNvPr id="123" name="Title">
              <a:extLst>
                <a:ext uri="{FF2B5EF4-FFF2-40B4-BE49-F238E27FC236}">
                  <a16:creationId xmlns:a16="http://schemas.microsoft.com/office/drawing/2014/main" id="{DE44F044-FAAA-54E1-042F-4BA16DFA9560}"/>
                </a:ext>
              </a:extLst>
            </p:cNvPr>
            <p:cNvSpPr>
              <a:spLocks noChangeAspect="1"/>
            </p:cNvSpPr>
            <p:nvPr/>
          </p:nvSpPr>
          <p:spPr>
            <a:xfrm>
              <a:off x="660402" y="1135000"/>
              <a:ext cx="10858500" cy="536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SzPct val="25000"/>
              </a:pPr>
              <a:r>
                <a:rPr lang="zh-CN" altLang="en-US" sz="2400" b="1" dirty="0">
                  <a:solidFill>
                    <a:schemeClr val="tx1"/>
                  </a:solidFill>
                </a:rPr>
                <a:t>电子科技行业投资热点与风向标</a:t>
              </a:r>
            </a:p>
          </p:txBody>
        </p:sp>
        <p:grpSp>
          <p:nvGrpSpPr>
            <p:cNvPr id="161" name="组合 160">
              <a:extLst>
                <a:ext uri="{FF2B5EF4-FFF2-40B4-BE49-F238E27FC236}">
                  <a16:creationId xmlns:a16="http://schemas.microsoft.com/office/drawing/2014/main" id="{A21732AC-BEB1-90AD-F050-975C115DAF58}"/>
                </a:ext>
              </a:extLst>
            </p:cNvPr>
            <p:cNvGrpSpPr/>
            <p:nvPr/>
          </p:nvGrpSpPr>
          <p:grpSpPr>
            <a:xfrm>
              <a:off x="5046298" y="3720708"/>
              <a:ext cx="2086705" cy="2413392"/>
              <a:chOff x="5046298" y="3720708"/>
              <a:chExt cx="2086705" cy="2413392"/>
            </a:xfrm>
          </p:grpSpPr>
          <p:grpSp>
            <p:nvGrpSpPr>
              <p:cNvPr id="126" name="组合 125">
                <a:extLst>
                  <a:ext uri="{FF2B5EF4-FFF2-40B4-BE49-F238E27FC236}">
                    <a16:creationId xmlns:a16="http://schemas.microsoft.com/office/drawing/2014/main" id="{985E6096-6CB3-F3E3-76B2-C10B2DA89517}"/>
                  </a:ext>
                </a:extLst>
              </p:cNvPr>
              <p:cNvGrpSpPr>
                <a:grpSpLocks noChangeAspect="1"/>
              </p:cNvGrpSpPr>
              <p:nvPr/>
            </p:nvGrpSpPr>
            <p:grpSpPr>
              <a:xfrm>
                <a:off x="5046298" y="3720708"/>
                <a:ext cx="2086705" cy="2413392"/>
                <a:chOff x="4916339" y="2516305"/>
                <a:chExt cx="2359324" cy="3175072"/>
              </a:xfrm>
            </p:grpSpPr>
            <p:sp>
              <p:nvSpPr>
                <p:cNvPr id="141" name="任意多边形: 形状 4">
                  <a:extLst>
                    <a:ext uri="{FF2B5EF4-FFF2-40B4-BE49-F238E27FC236}">
                      <a16:creationId xmlns:a16="http://schemas.microsoft.com/office/drawing/2014/main" id="{92B0F28E-4B96-3940-5045-692AAB8BD5D6}"/>
                    </a:ext>
                  </a:extLst>
                </p:cNvPr>
                <p:cNvSpPr/>
                <p:nvPr/>
              </p:nvSpPr>
              <p:spPr>
                <a:xfrm>
                  <a:off x="4916339" y="2516305"/>
                  <a:ext cx="2359324"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42" name="组合 141">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43" name="Bullet3">
                    <a:extLst>
                      <a:ext uri="{FF2B5EF4-FFF2-40B4-BE49-F238E27FC236}">
                        <a16:creationId xmlns:a16="http://schemas.microsoft.com/office/drawing/2014/main" id="{6582094C-004E-32D0-572E-781CB2826F0D}"/>
                      </a:ext>
                    </a:extLst>
                  </p:cNvPr>
                  <p:cNvSpPr txBox="1"/>
                  <p:nvPr/>
                </p:nvSpPr>
                <p:spPr>
                  <a:xfrm>
                    <a:off x="6047948" y="3797821"/>
                    <a:ext cx="2219932"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新能源汽车投资</a:t>
                    </a:r>
                  </a:p>
                </p:txBody>
              </p:sp>
              <p:sp>
                <p:nvSpPr>
                  <p:cNvPr id="144" name="Text3">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新能源汽车投资热度不减，电池、充电桩等配套设施成为投资热点。</a:t>
                    </a:r>
                  </a:p>
                </p:txBody>
              </p:sp>
              <p:sp>
                <p:nvSpPr>
                  <p:cNvPr id="145" name="Number3">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3</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grpSp>
          </p:grpSp>
          <p:sp>
            <p:nvSpPr>
              <p:cNvPr id="159" name="minibus_62444">
                <a:extLst>
                  <a:ext uri="{FF2B5EF4-FFF2-40B4-BE49-F238E27FC236}">
                    <a16:creationId xmlns:a16="http://schemas.microsoft.com/office/drawing/2014/main" id="{643D83EA-3670-D862-2AB7-DA789379BEEC}"/>
                  </a:ext>
                </a:extLst>
              </p:cNvPr>
              <p:cNvSpPr/>
              <p:nvPr/>
            </p:nvSpPr>
            <p:spPr>
              <a:xfrm>
                <a:off x="6463960" y="3895488"/>
                <a:ext cx="447249" cy="269970"/>
              </a:xfrm>
              <a:custGeom>
                <a:avLst/>
                <a:gdLst>
                  <a:gd name="connsiteX0" fmla="*/ 485173 w 607427"/>
                  <a:gd name="connsiteY0" fmla="*/ 280805 h 366658"/>
                  <a:gd name="connsiteX1" fmla="*/ 459658 w 607427"/>
                  <a:gd name="connsiteY1" fmla="*/ 306290 h 366658"/>
                  <a:gd name="connsiteX2" fmla="*/ 485173 w 607427"/>
                  <a:gd name="connsiteY2" fmla="*/ 331774 h 366658"/>
                  <a:gd name="connsiteX3" fmla="*/ 510687 w 607427"/>
                  <a:gd name="connsiteY3" fmla="*/ 306290 h 366658"/>
                  <a:gd name="connsiteX4" fmla="*/ 485173 w 607427"/>
                  <a:gd name="connsiteY4" fmla="*/ 280805 h 366658"/>
                  <a:gd name="connsiteX5" fmla="*/ 122255 w 607427"/>
                  <a:gd name="connsiteY5" fmla="*/ 280805 h 366658"/>
                  <a:gd name="connsiteX6" fmla="*/ 96740 w 607427"/>
                  <a:gd name="connsiteY6" fmla="*/ 306290 h 366658"/>
                  <a:gd name="connsiteX7" fmla="*/ 122255 w 607427"/>
                  <a:gd name="connsiteY7" fmla="*/ 331774 h 366658"/>
                  <a:gd name="connsiteX8" fmla="*/ 147769 w 607427"/>
                  <a:gd name="connsiteY8" fmla="*/ 306290 h 366658"/>
                  <a:gd name="connsiteX9" fmla="*/ 122255 w 607427"/>
                  <a:gd name="connsiteY9" fmla="*/ 280805 h 366658"/>
                  <a:gd name="connsiteX10" fmla="*/ 485173 w 607427"/>
                  <a:gd name="connsiteY10" fmla="*/ 245921 h 366658"/>
                  <a:gd name="connsiteX11" fmla="*/ 545612 w 607427"/>
                  <a:gd name="connsiteY11" fmla="*/ 306290 h 366658"/>
                  <a:gd name="connsiteX12" fmla="*/ 485173 w 607427"/>
                  <a:gd name="connsiteY12" fmla="*/ 366658 h 366658"/>
                  <a:gd name="connsiteX13" fmla="*/ 424733 w 607427"/>
                  <a:gd name="connsiteY13" fmla="*/ 306290 h 366658"/>
                  <a:gd name="connsiteX14" fmla="*/ 485173 w 607427"/>
                  <a:gd name="connsiteY14" fmla="*/ 245921 h 366658"/>
                  <a:gd name="connsiteX15" fmla="*/ 122255 w 607427"/>
                  <a:gd name="connsiteY15" fmla="*/ 245921 h 366658"/>
                  <a:gd name="connsiteX16" fmla="*/ 182694 w 607427"/>
                  <a:gd name="connsiteY16" fmla="*/ 306290 h 366658"/>
                  <a:gd name="connsiteX17" fmla="*/ 122255 w 607427"/>
                  <a:gd name="connsiteY17" fmla="*/ 366658 h 366658"/>
                  <a:gd name="connsiteX18" fmla="*/ 61815 w 607427"/>
                  <a:gd name="connsiteY18" fmla="*/ 306290 h 366658"/>
                  <a:gd name="connsiteX19" fmla="*/ 122255 w 607427"/>
                  <a:gd name="connsiteY19" fmla="*/ 245921 h 366658"/>
                  <a:gd name="connsiteX20" fmla="*/ 328748 w 607427"/>
                  <a:gd name="connsiteY20" fmla="*/ 61138 h 366658"/>
                  <a:gd name="connsiteX21" fmla="*/ 328748 w 607427"/>
                  <a:gd name="connsiteY21" fmla="*/ 142138 h 366658"/>
                  <a:gd name="connsiteX22" fmla="*/ 470902 w 607427"/>
                  <a:gd name="connsiteY22" fmla="*/ 142041 h 366658"/>
                  <a:gd name="connsiteX23" fmla="*/ 430439 w 607427"/>
                  <a:gd name="connsiteY23" fmla="*/ 61138 h 366658"/>
                  <a:gd name="connsiteX24" fmla="*/ 200665 w 607427"/>
                  <a:gd name="connsiteY24" fmla="*/ 61138 h 366658"/>
                  <a:gd name="connsiteX25" fmla="*/ 200665 w 607427"/>
                  <a:gd name="connsiteY25" fmla="*/ 142138 h 366658"/>
                  <a:gd name="connsiteX26" fmla="*/ 268491 w 607427"/>
                  <a:gd name="connsiteY26" fmla="*/ 142041 h 366658"/>
                  <a:gd name="connsiteX27" fmla="*/ 268491 w 607427"/>
                  <a:gd name="connsiteY27" fmla="*/ 61138 h 366658"/>
                  <a:gd name="connsiteX28" fmla="*/ 76462 w 607427"/>
                  <a:gd name="connsiteY28" fmla="*/ 61138 h 366658"/>
                  <a:gd name="connsiteX29" fmla="*/ 76462 w 607427"/>
                  <a:gd name="connsiteY29" fmla="*/ 142138 h 366658"/>
                  <a:gd name="connsiteX30" fmla="*/ 144288 w 607427"/>
                  <a:gd name="connsiteY30" fmla="*/ 142041 h 366658"/>
                  <a:gd name="connsiteX31" fmla="*/ 144288 w 607427"/>
                  <a:gd name="connsiteY31" fmla="*/ 61138 h 366658"/>
                  <a:gd name="connsiteX32" fmla="*/ 19407 w 607427"/>
                  <a:gd name="connsiteY32" fmla="*/ 0 h 366658"/>
                  <a:gd name="connsiteX33" fmla="*/ 467311 w 607427"/>
                  <a:gd name="connsiteY33" fmla="*/ 0 h 366658"/>
                  <a:gd name="connsiteX34" fmla="*/ 484680 w 607427"/>
                  <a:gd name="connsiteY34" fmla="*/ 10755 h 366658"/>
                  <a:gd name="connsiteX35" fmla="*/ 543094 w 607427"/>
                  <a:gd name="connsiteY35" fmla="*/ 127410 h 366658"/>
                  <a:gd name="connsiteX36" fmla="*/ 596074 w 607427"/>
                  <a:gd name="connsiteY36" fmla="*/ 151827 h 366658"/>
                  <a:gd name="connsiteX37" fmla="*/ 607427 w 607427"/>
                  <a:gd name="connsiteY37" fmla="*/ 169461 h 366658"/>
                  <a:gd name="connsiteX38" fmla="*/ 607427 w 607427"/>
                  <a:gd name="connsiteY38" fmla="*/ 297743 h 366658"/>
                  <a:gd name="connsiteX39" fmla="*/ 588021 w 607427"/>
                  <a:gd name="connsiteY39" fmla="*/ 317121 h 366658"/>
                  <a:gd name="connsiteX40" fmla="*/ 563859 w 607427"/>
                  <a:gd name="connsiteY40" fmla="*/ 317121 h 366658"/>
                  <a:gd name="connsiteX41" fmla="*/ 565024 w 607427"/>
                  <a:gd name="connsiteY41" fmla="*/ 303750 h 366658"/>
                  <a:gd name="connsiteX42" fmla="*/ 485165 w 607427"/>
                  <a:gd name="connsiteY42" fmla="*/ 224010 h 366658"/>
                  <a:gd name="connsiteX43" fmla="*/ 405307 w 607427"/>
                  <a:gd name="connsiteY43" fmla="*/ 303750 h 366658"/>
                  <a:gd name="connsiteX44" fmla="*/ 406472 w 607427"/>
                  <a:gd name="connsiteY44" fmla="*/ 317121 h 366658"/>
                  <a:gd name="connsiteX45" fmla="*/ 200956 w 607427"/>
                  <a:gd name="connsiteY45" fmla="*/ 317121 h 366658"/>
                  <a:gd name="connsiteX46" fmla="*/ 202120 w 607427"/>
                  <a:gd name="connsiteY46" fmla="*/ 303750 h 366658"/>
                  <a:gd name="connsiteX47" fmla="*/ 122262 w 607427"/>
                  <a:gd name="connsiteY47" fmla="*/ 224010 h 366658"/>
                  <a:gd name="connsiteX48" fmla="*/ 42404 w 607427"/>
                  <a:gd name="connsiteY48" fmla="*/ 303750 h 366658"/>
                  <a:gd name="connsiteX49" fmla="*/ 43568 w 607427"/>
                  <a:gd name="connsiteY49" fmla="*/ 317121 h 366658"/>
                  <a:gd name="connsiteX50" fmla="*/ 19407 w 607427"/>
                  <a:gd name="connsiteY50" fmla="*/ 317121 h 366658"/>
                  <a:gd name="connsiteX51" fmla="*/ 0 w 607427"/>
                  <a:gd name="connsiteY51" fmla="*/ 297743 h 366658"/>
                  <a:gd name="connsiteX52" fmla="*/ 0 w 607427"/>
                  <a:gd name="connsiteY52" fmla="*/ 19378 h 366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7427" h="366658">
                    <a:moveTo>
                      <a:pt x="485173" y="280805"/>
                    </a:moveTo>
                    <a:cubicBezTo>
                      <a:pt x="471106" y="280805"/>
                      <a:pt x="459658" y="292239"/>
                      <a:pt x="459658" y="306290"/>
                    </a:cubicBezTo>
                    <a:cubicBezTo>
                      <a:pt x="459658" y="320340"/>
                      <a:pt x="471106" y="331774"/>
                      <a:pt x="485173" y="331774"/>
                    </a:cubicBezTo>
                    <a:cubicBezTo>
                      <a:pt x="499240" y="331774"/>
                      <a:pt x="510687" y="320340"/>
                      <a:pt x="510687" y="306290"/>
                    </a:cubicBezTo>
                    <a:cubicBezTo>
                      <a:pt x="510687" y="292239"/>
                      <a:pt x="499240" y="280805"/>
                      <a:pt x="485173" y="280805"/>
                    </a:cubicBezTo>
                    <a:close/>
                    <a:moveTo>
                      <a:pt x="122255" y="280805"/>
                    </a:moveTo>
                    <a:cubicBezTo>
                      <a:pt x="108188" y="280805"/>
                      <a:pt x="96740" y="292239"/>
                      <a:pt x="96740" y="306290"/>
                    </a:cubicBezTo>
                    <a:cubicBezTo>
                      <a:pt x="96740" y="320340"/>
                      <a:pt x="108188" y="331774"/>
                      <a:pt x="122255" y="331774"/>
                    </a:cubicBezTo>
                    <a:cubicBezTo>
                      <a:pt x="136322" y="331774"/>
                      <a:pt x="147769" y="320340"/>
                      <a:pt x="147769" y="306290"/>
                    </a:cubicBezTo>
                    <a:cubicBezTo>
                      <a:pt x="147769" y="292239"/>
                      <a:pt x="136322" y="280805"/>
                      <a:pt x="122255" y="280805"/>
                    </a:cubicBezTo>
                    <a:close/>
                    <a:moveTo>
                      <a:pt x="485173" y="245921"/>
                    </a:moveTo>
                    <a:cubicBezTo>
                      <a:pt x="518545" y="245921"/>
                      <a:pt x="545612" y="272956"/>
                      <a:pt x="545612" y="306290"/>
                    </a:cubicBezTo>
                    <a:cubicBezTo>
                      <a:pt x="545612" y="339623"/>
                      <a:pt x="518545" y="366658"/>
                      <a:pt x="485173" y="366658"/>
                    </a:cubicBezTo>
                    <a:cubicBezTo>
                      <a:pt x="451800" y="366658"/>
                      <a:pt x="424733" y="339623"/>
                      <a:pt x="424733" y="306290"/>
                    </a:cubicBezTo>
                    <a:cubicBezTo>
                      <a:pt x="424733" y="272956"/>
                      <a:pt x="451800" y="245921"/>
                      <a:pt x="485173" y="245921"/>
                    </a:cubicBezTo>
                    <a:close/>
                    <a:moveTo>
                      <a:pt x="122255" y="245921"/>
                    </a:moveTo>
                    <a:cubicBezTo>
                      <a:pt x="155627" y="245921"/>
                      <a:pt x="182694" y="272956"/>
                      <a:pt x="182694" y="306290"/>
                    </a:cubicBezTo>
                    <a:cubicBezTo>
                      <a:pt x="182694" y="339623"/>
                      <a:pt x="155627" y="366658"/>
                      <a:pt x="122255" y="366658"/>
                    </a:cubicBezTo>
                    <a:cubicBezTo>
                      <a:pt x="88882" y="366658"/>
                      <a:pt x="61815" y="339623"/>
                      <a:pt x="61815" y="306290"/>
                    </a:cubicBezTo>
                    <a:cubicBezTo>
                      <a:pt x="61815" y="272956"/>
                      <a:pt x="88882" y="245921"/>
                      <a:pt x="122255" y="245921"/>
                    </a:cubicBezTo>
                    <a:close/>
                    <a:moveTo>
                      <a:pt x="328748" y="61138"/>
                    </a:moveTo>
                    <a:lnTo>
                      <a:pt x="328748" y="142138"/>
                    </a:lnTo>
                    <a:lnTo>
                      <a:pt x="470902" y="142041"/>
                    </a:lnTo>
                    <a:lnTo>
                      <a:pt x="430439" y="61138"/>
                    </a:lnTo>
                    <a:close/>
                    <a:moveTo>
                      <a:pt x="200665" y="61138"/>
                    </a:moveTo>
                    <a:lnTo>
                      <a:pt x="200665" y="142138"/>
                    </a:lnTo>
                    <a:lnTo>
                      <a:pt x="268491" y="142041"/>
                    </a:lnTo>
                    <a:lnTo>
                      <a:pt x="268491" y="61138"/>
                    </a:lnTo>
                    <a:close/>
                    <a:moveTo>
                      <a:pt x="76462" y="61138"/>
                    </a:moveTo>
                    <a:lnTo>
                      <a:pt x="76462" y="142138"/>
                    </a:lnTo>
                    <a:lnTo>
                      <a:pt x="144288" y="142041"/>
                    </a:lnTo>
                    <a:lnTo>
                      <a:pt x="144288" y="61138"/>
                    </a:lnTo>
                    <a:close/>
                    <a:moveTo>
                      <a:pt x="19407" y="0"/>
                    </a:moveTo>
                    <a:lnTo>
                      <a:pt x="467311" y="0"/>
                    </a:lnTo>
                    <a:lnTo>
                      <a:pt x="484680" y="10755"/>
                    </a:lnTo>
                    <a:lnTo>
                      <a:pt x="543094" y="127410"/>
                    </a:lnTo>
                    <a:lnTo>
                      <a:pt x="596074" y="151827"/>
                    </a:lnTo>
                    <a:lnTo>
                      <a:pt x="607427" y="169461"/>
                    </a:lnTo>
                    <a:lnTo>
                      <a:pt x="607427" y="297743"/>
                    </a:lnTo>
                    <a:lnTo>
                      <a:pt x="588021" y="317121"/>
                    </a:lnTo>
                    <a:lnTo>
                      <a:pt x="563859" y="317121"/>
                    </a:lnTo>
                    <a:cubicBezTo>
                      <a:pt x="564636" y="312761"/>
                      <a:pt x="565024" y="308304"/>
                      <a:pt x="565024" y="303750"/>
                    </a:cubicBezTo>
                    <a:cubicBezTo>
                      <a:pt x="565024" y="259859"/>
                      <a:pt x="529219" y="224010"/>
                      <a:pt x="485165" y="224010"/>
                    </a:cubicBezTo>
                    <a:cubicBezTo>
                      <a:pt x="441112" y="224010"/>
                      <a:pt x="405307" y="259859"/>
                      <a:pt x="405307" y="303750"/>
                    </a:cubicBezTo>
                    <a:cubicBezTo>
                      <a:pt x="405307" y="308304"/>
                      <a:pt x="405695" y="312761"/>
                      <a:pt x="406472" y="317121"/>
                    </a:cubicBezTo>
                    <a:lnTo>
                      <a:pt x="200956" y="317121"/>
                    </a:lnTo>
                    <a:cubicBezTo>
                      <a:pt x="201732" y="312761"/>
                      <a:pt x="202120" y="308304"/>
                      <a:pt x="202120" y="303750"/>
                    </a:cubicBezTo>
                    <a:cubicBezTo>
                      <a:pt x="202120" y="259859"/>
                      <a:pt x="166315" y="224010"/>
                      <a:pt x="122262" y="224010"/>
                    </a:cubicBezTo>
                    <a:cubicBezTo>
                      <a:pt x="78209" y="224010"/>
                      <a:pt x="42404" y="259859"/>
                      <a:pt x="42404" y="303750"/>
                    </a:cubicBezTo>
                    <a:cubicBezTo>
                      <a:pt x="42404" y="308304"/>
                      <a:pt x="42792" y="312761"/>
                      <a:pt x="43568" y="317121"/>
                    </a:cubicBezTo>
                    <a:lnTo>
                      <a:pt x="19407" y="317121"/>
                    </a:lnTo>
                    <a:lnTo>
                      <a:pt x="0" y="297743"/>
                    </a:lnTo>
                    <a:lnTo>
                      <a:pt x="0" y="1937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组合 161">
              <a:extLst>
                <a:ext uri="{FF2B5EF4-FFF2-40B4-BE49-F238E27FC236}">
                  <a16:creationId xmlns:a16="http://schemas.microsoft.com/office/drawing/2014/main" id="{04558BFB-9DC1-B846-F63F-949F4B5A6F14}"/>
                </a:ext>
              </a:extLst>
            </p:cNvPr>
            <p:cNvGrpSpPr/>
            <p:nvPr/>
          </p:nvGrpSpPr>
          <p:grpSpPr>
            <a:xfrm>
              <a:off x="7291318" y="3720708"/>
              <a:ext cx="2086705" cy="2413392"/>
              <a:chOff x="7291318" y="3720708"/>
              <a:chExt cx="2086705" cy="2413392"/>
            </a:xfrm>
          </p:grpSpPr>
          <p:grpSp>
            <p:nvGrpSpPr>
              <p:cNvPr id="127" name="组合 126">
                <a:extLst>
                  <a:ext uri="{FF2B5EF4-FFF2-40B4-BE49-F238E27FC236}">
                    <a16:creationId xmlns:a16="http://schemas.microsoft.com/office/drawing/2014/main" id="{985E6096-6CB3-F3E3-76B2-C10B2DA89517}"/>
                  </a:ext>
                </a:extLst>
              </p:cNvPr>
              <p:cNvGrpSpPr>
                <a:grpSpLocks noChangeAspect="1"/>
              </p:cNvGrpSpPr>
              <p:nvPr/>
            </p:nvGrpSpPr>
            <p:grpSpPr>
              <a:xfrm>
                <a:off x="7291318" y="3720708"/>
                <a:ext cx="2086705" cy="2413392"/>
                <a:chOff x="4916339" y="2516305"/>
                <a:chExt cx="2359324" cy="3175072"/>
              </a:xfrm>
            </p:grpSpPr>
            <p:sp>
              <p:nvSpPr>
                <p:cNvPr id="135" name="任意多边形: 形状 4">
                  <a:extLst>
                    <a:ext uri="{FF2B5EF4-FFF2-40B4-BE49-F238E27FC236}">
                      <a16:creationId xmlns:a16="http://schemas.microsoft.com/office/drawing/2014/main" id="{92B0F28E-4B96-3940-5045-692AAB8BD5D6}"/>
                    </a:ext>
                  </a:extLst>
                </p:cNvPr>
                <p:cNvSpPr/>
                <p:nvPr/>
              </p:nvSpPr>
              <p:spPr>
                <a:xfrm>
                  <a:off x="4916339" y="2516305"/>
                  <a:ext cx="2359324" cy="3126941"/>
                </a:xfrm>
                <a:prstGeom prst="round2Diag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endParaRPr kumimoji="1" lang="zh-CN" altLang="en-US" sz="1400">
                    <a:solidFill>
                      <a:schemeClr val="tx1"/>
                    </a:solidFill>
                  </a:endParaRPr>
                </a:p>
              </p:txBody>
            </p:sp>
            <p:grpSp>
              <p:nvGrpSpPr>
                <p:cNvPr id="136" name="组合 135">
                  <a:extLst>
                    <a:ext uri="{FF2B5EF4-FFF2-40B4-BE49-F238E27FC236}">
                      <a16:creationId xmlns:a16="http://schemas.microsoft.com/office/drawing/2014/main" id="{8807AF0B-33F9-69F2-E097-50E23F6AB650}"/>
                    </a:ext>
                  </a:extLst>
                </p:cNvPr>
                <p:cNvGrpSpPr/>
                <p:nvPr/>
              </p:nvGrpSpPr>
              <p:grpSpPr>
                <a:xfrm>
                  <a:off x="4986035" y="2714761"/>
                  <a:ext cx="2219934" cy="2976616"/>
                  <a:chOff x="6047948" y="3285743"/>
                  <a:chExt cx="2219934" cy="2976616"/>
                </a:xfrm>
              </p:grpSpPr>
              <p:sp>
                <p:nvSpPr>
                  <p:cNvPr id="137" name="Bullet4">
                    <a:extLst>
                      <a:ext uri="{FF2B5EF4-FFF2-40B4-BE49-F238E27FC236}">
                        <a16:creationId xmlns:a16="http://schemas.microsoft.com/office/drawing/2014/main" id="{6582094C-004E-32D0-572E-781CB2826F0D}"/>
                      </a:ext>
                    </a:extLst>
                  </p:cNvPr>
                  <p:cNvSpPr txBox="1"/>
                  <p:nvPr/>
                </p:nvSpPr>
                <p:spPr>
                  <a:xfrm>
                    <a:off x="6047948" y="3797821"/>
                    <a:ext cx="2219932" cy="965058"/>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人工智能投资</a:t>
                    </a:r>
                  </a:p>
                </p:txBody>
              </p:sp>
              <p:sp>
                <p:nvSpPr>
                  <p:cNvPr id="138" name="Text4">
                    <a:extLst>
                      <a:ext uri="{FF2B5EF4-FFF2-40B4-BE49-F238E27FC236}">
                        <a16:creationId xmlns:a16="http://schemas.microsoft.com/office/drawing/2014/main" id="{13553978-FD41-2191-921A-D57A3F374DB9}"/>
                      </a:ext>
                    </a:extLst>
                  </p:cNvPr>
                  <p:cNvSpPr txBox="1"/>
                  <p:nvPr/>
                </p:nvSpPr>
                <p:spPr>
                  <a:xfrm>
                    <a:off x="6047950" y="4668506"/>
                    <a:ext cx="2219932" cy="1593853"/>
                  </a:xfrm>
                  <a:prstGeom prst="rect">
                    <a:avLst/>
                  </a:prstGeom>
                  <a:noFill/>
                  <a:ln>
                    <a:noFill/>
                  </a:ln>
                </p:spPr>
                <p:txBody>
                  <a:bodyPr wrap="square" lIns="91440" tIns="45720" rIns="91440" bIns="4572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400" i="0" u="none" strike="noStrike" kern="1200" cap="none" spc="0" normalizeH="0" baseline="0" noProof="0" dirty="0">
                        <a:ln>
                          <a:noFill/>
                        </a:ln>
                        <a:effectLst/>
                        <a:uLnTx/>
                        <a:uFillTx/>
                        <a:latin typeface="Arial" panose="020B0604020202020204" pitchFamily="34" charset="0"/>
                        <a:cs typeface="Arial" panose="020B0604020202020204" pitchFamily="34" charset="0"/>
                      </a:rPr>
                      <a:t>人工智能技术不断突破，投资领域涵盖智能语音、图像识别等多个方面。</a:t>
                    </a:r>
                  </a:p>
                </p:txBody>
              </p:sp>
              <p:sp>
                <p:nvSpPr>
                  <p:cNvPr id="139" name="Number4">
                    <a:extLst>
                      <a:ext uri="{FF2B5EF4-FFF2-40B4-BE49-F238E27FC236}">
                        <a16:creationId xmlns:a16="http://schemas.microsoft.com/office/drawing/2014/main" id="{0C8228D2-DD85-4FC5-3598-BAC0ECCE96E8}"/>
                      </a:ext>
                    </a:extLst>
                  </p:cNvPr>
                  <p:cNvSpPr/>
                  <p:nvPr/>
                </p:nvSpPr>
                <p:spPr>
                  <a:xfrm>
                    <a:off x="6198377" y="3285743"/>
                    <a:ext cx="550686" cy="513049"/>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8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rPr>
                      <a:t>4</a:t>
                    </a:r>
                    <a:endParaRPr lang="zh-CN" altLang="en-US" sz="2800" b="1" dirty="0">
                      <a:gradFill>
                        <a:gsLst>
                          <a:gs pos="0">
                            <a:schemeClr val="accent1">
                              <a:lumMod val="60000"/>
                              <a:lumOff val="40000"/>
                            </a:schemeClr>
                          </a:gs>
                          <a:gs pos="75000">
                            <a:schemeClr val="accent1"/>
                          </a:gs>
                        </a:gsLst>
                        <a:lin ang="2700000" scaled="1"/>
                      </a:gradFill>
                      <a:latin typeface="Arial" panose="020B0604020202020204" pitchFamily="34" charset="0"/>
                      <a:cs typeface="Arial" panose="020B0604020202020204" pitchFamily="34" charset="0"/>
                    </a:endParaRPr>
                  </a:p>
                </p:txBody>
              </p:sp>
            </p:grpSp>
          </p:grpSp>
          <p:sp>
            <p:nvSpPr>
              <p:cNvPr id="160" name="robot_314700">
                <a:extLst>
                  <a:ext uri="{FF2B5EF4-FFF2-40B4-BE49-F238E27FC236}">
                    <a16:creationId xmlns:a16="http://schemas.microsoft.com/office/drawing/2014/main" id="{54CA608B-596D-65DD-E99A-779B197B61EE}"/>
                  </a:ext>
                </a:extLst>
              </p:cNvPr>
              <p:cNvSpPr/>
              <p:nvPr/>
            </p:nvSpPr>
            <p:spPr>
              <a:xfrm>
                <a:off x="8813753" y="3815199"/>
                <a:ext cx="344621" cy="389972"/>
              </a:xfrm>
              <a:custGeom>
                <a:avLst/>
                <a:gdLst>
                  <a:gd name="connsiteX0" fmla="*/ 147370 w 536165"/>
                  <a:gd name="connsiteY0" fmla="*/ 417465 h 606722"/>
                  <a:gd name="connsiteX1" fmla="*/ 260679 w 536165"/>
                  <a:gd name="connsiteY1" fmla="*/ 417465 h 606722"/>
                  <a:gd name="connsiteX2" fmla="*/ 256229 w 536165"/>
                  <a:gd name="connsiteY2" fmla="*/ 567094 h 606722"/>
                  <a:gd name="connsiteX3" fmla="*/ 279905 w 536165"/>
                  <a:gd name="connsiteY3" fmla="*/ 567094 h 606722"/>
                  <a:gd name="connsiteX4" fmla="*/ 275455 w 536165"/>
                  <a:gd name="connsiteY4" fmla="*/ 417465 h 606722"/>
                  <a:gd name="connsiteX5" fmla="*/ 388853 w 536165"/>
                  <a:gd name="connsiteY5" fmla="*/ 417465 h 606722"/>
                  <a:gd name="connsiteX6" fmla="*/ 384314 w 536165"/>
                  <a:gd name="connsiteY6" fmla="*/ 567094 h 606722"/>
                  <a:gd name="connsiteX7" fmla="*/ 398199 w 536165"/>
                  <a:gd name="connsiteY7" fmla="*/ 567094 h 606722"/>
                  <a:gd name="connsiteX8" fmla="*/ 398199 w 536165"/>
                  <a:gd name="connsiteY8" fmla="*/ 606722 h 606722"/>
                  <a:gd name="connsiteX9" fmla="*/ 383157 w 536165"/>
                  <a:gd name="connsiteY9" fmla="*/ 606722 h 606722"/>
                  <a:gd name="connsiteX10" fmla="*/ 281152 w 536165"/>
                  <a:gd name="connsiteY10" fmla="*/ 606722 h 606722"/>
                  <a:gd name="connsiteX11" fmla="*/ 255072 w 536165"/>
                  <a:gd name="connsiteY11" fmla="*/ 606722 h 606722"/>
                  <a:gd name="connsiteX12" fmla="*/ 152978 w 536165"/>
                  <a:gd name="connsiteY12" fmla="*/ 606722 h 606722"/>
                  <a:gd name="connsiteX13" fmla="*/ 138024 w 536165"/>
                  <a:gd name="connsiteY13" fmla="*/ 606722 h 606722"/>
                  <a:gd name="connsiteX14" fmla="*/ 138024 w 536165"/>
                  <a:gd name="connsiteY14" fmla="*/ 567094 h 606722"/>
                  <a:gd name="connsiteX15" fmla="*/ 151821 w 536165"/>
                  <a:gd name="connsiteY15" fmla="*/ 567094 h 606722"/>
                  <a:gd name="connsiteX16" fmla="*/ 529838 w 536165"/>
                  <a:gd name="connsiteY16" fmla="*/ 296657 h 606722"/>
                  <a:gd name="connsiteX17" fmla="*/ 521472 w 536165"/>
                  <a:gd name="connsiteY17" fmla="*/ 406413 h 606722"/>
                  <a:gd name="connsiteX18" fmla="*/ 531084 w 536165"/>
                  <a:gd name="connsiteY18" fmla="*/ 421876 h 606722"/>
                  <a:gd name="connsiteX19" fmla="*/ 531885 w 536165"/>
                  <a:gd name="connsiteY19" fmla="*/ 468445 h 606722"/>
                  <a:gd name="connsiteX20" fmla="*/ 511237 w 536165"/>
                  <a:gd name="connsiteY20" fmla="*/ 495017 h 606722"/>
                  <a:gd name="connsiteX21" fmla="*/ 487741 w 536165"/>
                  <a:gd name="connsiteY21" fmla="*/ 463201 h 606722"/>
                  <a:gd name="connsiteX22" fmla="*/ 495039 w 536165"/>
                  <a:gd name="connsiteY22" fmla="*/ 453959 h 606722"/>
                  <a:gd name="connsiteX23" fmla="*/ 494772 w 536165"/>
                  <a:gd name="connsiteY23" fmla="*/ 437606 h 606722"/>
                  <a:gd name="connsiteX24" fmla="*/ 483024 w 536165"/>
                  <a:gd name="connsiteY24" fmla="*/ 426231 h 606722"/>
                  <a:gd name="connsiteX25" fmla="*/ 466648 w 536165"/>
                  <a:gd name="connsiteY25" fmla="*/ 426497 h 606722"/>
                  <a:gd name="connsiteX26" fmla="*/ 455256 w 536165"/>
                  <a:gd name="connsiteY26" fmla="*/ 438228 h 606722"/>
                  <a:gd name="connsiteX27" fmla="*/ 454277 w 536165"/>
                  <a:gd name="connsiteY27" fmla="*/ 449871 h 606722"/>
                  <a:gd name="connsiteX28" fmla="*/ 415295 w 536165"/>
                  <a:gd name="connsiteY28" fmla="*/ 457158 h 606722"/>
                  <a:gd name="connsiteX29" fmla="*/ 418410 w 536165"/>
                  <a:gd name="connsiteY29" fmla="*/ 423654 h 606722"/>
                  <a:gd name="connsiteX30" fmla="*/ 434697 w 536165"/>
                  <a:gd name="connsiteY30" fmla="*/ 400458 h 606722"/>
                  <a:gd name="connsiteX31" fmla="*/ 418944 w 536165"/>
                  <a:gd name="connsiteY31" fmla="*/ 325362 h 606722"/>
                  <a:gd name="connsiteX32" fmla="*/ 6287 w 536165"/>
                  <a:gd name="connsiteY32" fmla="*/ 296657 h 606722"/>
                  <a:gd name="connsiteX33" fmla="*/ 117297 w 536165"/>
                  <a:gd name="connsiteY33" fmla="*/ 325362 h 606722"/>
                  <a:gd name="connsiteX34" fmla="*/ 101451 w 536165"/>
                  <a:gd name="connsiteY34" fmla="*/ 400547 h 606722"/>
                  <a:gd name="connsiteX35" fmla="*/ 117742 w 536165"/>
                  <a:gd name="connsiteY35" fmla="*/ 423654 h 606722"/>
                  <a:gd name="connsiteX36" fmla="*/ 120857 w 536165"/>
                  <a:gd name="connsiteY36" fmla="*/ 457158 h 606722"/>
                  <a:gd name="connsiteX37" fmla="*/ 81955 w 536165"/>
                  <a:gd name="connsiteY37" fmla="*/ 449959 h 606722"/>
                  <a:gd name="connsiteX38" fmla="*/ 80887 w 536165"/>
                  <a:gd name="connsiteY38" fmla="*/ 438228 h 606722"/>
                  <a:gd name="connsiteX39" fmla="*/ 53112 w 536165"/>
                  <a:gd name="connsiteY39" fmla="*/ 426231 h 606722"/>
                  <a:gd name="connsiteX40" fmla="*/ 41095 w 536165"/>
                  <a:gd name="connsiteY40" fmla="*/ 453959 h 606722"/>
                  <a:gd name="connsiteX41" fmla="*/ 48394 w 536165"/>
                  <a:gd name="connsiteY41" fmla="*/ 463201 h 606722"/>
                  <a:gd name="connsiteX42" fmla="*/ 24893 w 536165"/>
                  <a:gd name="connsiteY42" fmla="*/ 495017 h 606722"/>
                  <a:gd name="connsiteX43" fmla="*/ 4240 w 536165"/>
                  <a:gd name="connsiteY43" fmla="*/ 468445 h 606722"/>
                  <a:gd name="connsiteX44" fmla="*/ 14744 w 536165"/>
                  <a:gd name="connsiteY44" fmla="*/ 406413 h 606722"/>
                  <a:gd name="connsiteX45" fmla="*/ 148094 w 536165"/>
                  <a:gd name="connsiteY45" fmla="*/ 107330 h 606722"/>
                  <a:gd name="connsiteX46" fmla="*/ 149696 w 536165"/>
                  <a:gd name="connsiteY46" fmla="*/ 107330 h 606722"/>
                  <a:gd name="connsiteX47" fmla="*/ 268067 w 536165"/>
                  <a:gd name="connsiteY47" fmla="*/ 202433 h 606722"/>
                  <a:gd name="connsiteX48" fmla="*/ 386439 w 536165"/>
                  <a:gd name="connsiteY48" fmla="*/ 107330 h 606722"/>
                  <a:gd name="connsiteX49" fmla="*/ 388130 w 536165"/>
                  <a:gd name="connsiteY49" fmla="*/ 107330 h 606722"/>
                  <a:gd name="connsiteX50" fmla="*/ 518160 w 536165"/>
                  <a:gd name="connsiteY50" fmla="*/ 258784 h 606722"/>
                  <a:gd name="connsiteX51" fmla="*/ 394449 w 536165"/>
                  <a:gd name="connsiteY51" fmla="*/ 290782 h 606722"/>
                  <a:gd name="connsiteX52" fmla="*/ 376292 w 536165"/>
                  <a:gd name="connsiteY52" fmla="*/ 273628 h 606722"/>
                  <a:gd name="connsiteX53" fmla="*/ 359916 w 536165"/>
                  <a:gd name="connsiteY53" fmla="*/ 379219 h 606722"/>
                  <a:gd name="connsiteX54" fmla="*/ 176218 w 536165"/>
                  <a:gd name="connsiteY54" fmla="*/ 379219 h 606722"/>
                  <a:gd name="connsiteX55" fmla="*/ 159842 w 536165"/>
                  <a:gd name="connsiteY55" fmla="*/ 273628 h 606722"/>
                  <a:gd name="connsiteX56" fmla="*/ 141775 w 536165"/>
                  <a:gd name="connsiteY56" fmla="*/ 290782 h 606722"/>
                  <a:gd name="connsiteX57" fmla="*/ 18063 w 536165"/>
                  <a:gd name="connsiteY57" fmla="*/ 258784 h 606722"/>
                  <a:gd name="connsiteX58" fmla="*/ 268077 w 536165"/>
                  <a:gd name="connsiteY58" fmla="*/ 0 h 606722"/>
                  <a:gd name="connsiteX59" fmla="*/ 349651 w 536165"/>
                  <a:gd name="connsiteY59" fmla="*/ 81468 h 606722"/>
                  <a:gd name="connsiteX60" fmla="*/ 268077 w 536165"/>
                  <a:gd name="connsiteY60" fmla="*/ 162936 h 606722"/>
                  <a:gd name="connsiteX61" fmla="*/ 186503 w 536165"/>
                  <a:gd name="connsiteY61" fmla="*/ 81468 h 606722"/>
                  <a:gd name="connsiteX62" fmla="*/ 268077 w 536165"/>
                  <a:gd name="connsiteY6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36165" h="606722">
                    <a:moveTo>
                      <a:pt x="147370" y="417465"/>
                    </a:moveTo>
                    <a:lnTo>
                      <a:pt x="260679" y="417465"/>
                    </a:lnTo>
                    <a:lnTo>
                      <a:pt x="256229" y="567094"/>
                    </a:lnTo>
                    <a:lnTo>
                      <a:pt x="279905" y="567094"/>
                    </a:lnTo>
                    <a:lnTo>
                      <a:pt x="275455" y="417465"/>
                    </a:lnTo>
                    <a:lnTo>
                      <a:pt x="388853" y="417465"/>
                    </a:lnTo>
                    <a:lnTo>
                      <a:pt x="384314" y="567094"/>
                    </a:lnTo>
                    <a:lnTo>
                      <a:pt x="398199" y="567094"/>
                    </a:lnTo>
                    <a:lnTo>
                      <a:pt x="398199" y="606722"/>
                    </a:lnTo>
                    <a:lnTo>
                      <a:pt x="383157" y="606722"/>
                    </a:lnTo>
                    <a:lnTo>
                      <a:pt x="281152" y="606722"/>
                    </a:lnTo>
                    <a:lnTo>
                      <a:pt x="255072" y="606722"/>
                    </a:lnTo>
                    <a:lnTo>
                      <a:pt x="152978" y="606722"/>
                    </a:lnTo>
                    <a:lnTo>
                      <a:pt x="138024" y="606722"/>
                    </a:lnTo>
                    <a:lnTo>
                      <a:pt x="138024" y="567094"/>
                    </a:lnTo>
                    <a:lnTo>
                      <a:pt x="151821" y="567094"/>
                    </a:lnTo>
                    <a:close/>
                    <a:moveTo>
                      <a:pt x="529838" y="296657"/>
                    </a:moveTo>
                    <a:lnTo>
                      <a:pt x="521472" y="406413"/>
                    </a:lnTo>
                    <a:cubicBezTo>
                      <a:pt x="525388" y="410945"/>
                      <a:pt x="528681" y="416188"/>
                      <a:pt x="531084" y="421876"/>
                    </a:cubicBezTo>
                    <a:cubicBezTo>
                      <a:pt x="537581" y="436807"/>
                      <a:pt x="537848" y="453337"/>
                      <a:pt x="531885" y="468445"/>
                    </a:cubicBezTo>
                    <a:cubicBezTo>
                      <a:pt x="527702" y="479020"/>
                      <a:pt x="520582" y="488174"/>
                      <a:pt x="511237" y="495017"/>
                    </a:cubicBezTo>
                    <a:lnTo>
                      <a:pt x="487741" y="463201"/>
                    </a:lnTo>
                    <a:cubicBezTo>
                      <a:pt x="491123" y="460713"/>
                      <a:pt x="493526" y="457602"/>
                      <a:pt x="495039" y="453959"/>
                    </a:cubicBezTo>
                    <a:cubicBezTo>
                      <a:pt x="497086" y="448626"/>
                      <a:pt x="496997" y="442850"/>
                      <a:pt x="494772" y="437606"/>
                    </a:cubicBezTo>
                    <a:cubicBezTo>
                      <a:pt x="492458" y="432363"/>
                      <a:pt x="488275" y="428364"/>
                      <a:pt x="483024" y="426231"/>
                    </a:cubicBezTo>
                    <a:cubicBezTo>
                      <a:pt x="477684" y="424187"/>
                      <a:pt x="471899" y="424276"/>
                      <a:pt x="466648" y="426497"/>
                    </a:cubicBezTo>
                    <a:cubicBezTo>
                      <a:pt x="461397" y="428808"/>
                      <a:pt x="457392" y="432896"/>
                      <a:pt x="455256" y="438228"/>
                    </a:cubicBezTo>
                    <a:cubicBezTo>
                      <a:pt x="453832" y="441872"/>
                      <a:pt x="453476" y="445782"/>
                      <a:pt x="454277" y="449871"/>
                    </a:cubicBezTo>
                    <a:lnTo>
                      <a:pt x="415295" y="457158"/>
                    </a:lnTo>
                    <a:cubicBezTo>
                      <a:pt x="413159" y="445782"/>
                      <a:pt x="414227" y="434229"/>
                      <a:pt x="418410" y="423654"/>
                    </a:cubicBezTo>
                    <a:cubicBezTo>
                      <a:pt x="422059" y="414589"/>
                      <a:pt x="427577" y="406768"/>
                      <a:pt x="434697" y="400458"/>
                    </a:cubicBezTo>
                    <a:lnTo>
                      <a:pt x="418944" y="325362"/>
                    </a:lnTo>
                    <a:close/>
                    <a:moveTo>
                      <a:pt x="6287" y="296657"/>
                    </a:moveTo>
                    <a:lnTo>
                      <a:pt x="117297" y="325362"/>
                    </a:lnTo>
                    <a:lnTo>
                      <a:pt x="101451" y="400547"/>
                    </a:lnTo>
                    <a:cubicBezTo>
                      <a:pt x="108394" y="406679"/>
                      <a:pt x="114092" y="414500"/>
                      <a:pt x="117742" y="423654"/>
                    </a:cubicBezTo>
                    <a:cubicBezTo>
                      <a:pt x="121926" y="434229"/>
                      <a:pt x="122994" y="445782"/>
                      <a:pt x="120857" y="457158"/>
                    </a:cubicBezTo>
                    <a:lnTo>
                      <a:pt x="81955" y="449959"/>
                    </a:lnTo>
                    <a:cubicBezTo>
                      <a:pt x="82667" y="445871"/>
                      <a:pt x="82311" y="441872"/>
                      <a:pt x="80887" y="438228"/>
                    </a:cubicBezTo>
                    <a:cubicBezTo>
                      <a:pt x="76525" y="427297"/>
                      <a:pt x="64151" y="421876"/>
                      <a:pt x="53112" y="426231"/>
                    </a:cubicBezTo>
                    <a:cubicBezTo>
                      <a:pt x="42163" y="430586"/>
                      <a:pt x="36822" y="443027"/>
                      <a:pt x="41095" y="453959"/>
                    </a:cubicBezTo>
                    <a:cubicBezTo>
                      <a:pt x="42608" y="457602"/>
                      <a:pt x="45011" y="460713"/>
                      <a:pt x="48394" y="463201"/>
                    </a:cubicBezTo>
                    <a:lnTo>
                      <a:pt x="24893" y="495017"/>
                    </a:lnTo>
                    <a:cubicBezTo>
                      <a:pt x="15635" y="488174"/>
                      <a:pt x="8424" y="479020"/>
                      <a:pt x="4240" y="468445"/>
                    </a:cubicBezTo>
                    <a:cubicBezTo>
                      <a:pt x="-4306" y="446760"/>
                      <a:pt x="501" y="423032"/>
                      <a:pt x="14744" y="406413"/>
                    </a:cubicBezTo>
                    <a:close/>
                    <a:moveTo>
                      <a:pt x="148094" y="107330"/>
                    </a:moveTo>
                    <a:lnTo>
                      <a:pt x="149696" y="107330"/>
                    </a:lnTo>
                    <a:cubicBezTo>
                      <a:pt x="161622" y="161637"/>
                      <a:pt x="210127" y="202433"/>
                      <a:pt x="268067" y="202433"/>
                    </a:cubicBezTo>
                    <a:cubicBezTo>
                      <a:pt x="326007" y="202433"/>
                      <a:pt x="374512" y="161637"/>
                      <a:pt x="386439" y="107330"/>
                    </a:cubicBezTo>
                    <a:lnTo>
                      <a:pt x="388130" y="107330"/>
                    </a:lnTo>
                    <a:lnTo>
                      <a:pt x="518160" y="258784"/>
                    </a:lnTo>
                    <a:lnTo>
                      <a:pt x="394449" y="290782"/>
                    </a:lnTo>
                    <a:lnTo>
                      <a:pt x="376292" y="273628"/>
                    </a:lnTo>
                    <a:lnTo>
                      <a:pt x="359916" y="379219"/>
                    </a:lnTo>
                    <a:lnTo>
                      <a:pt x="176218" y="379219"/>
                    </a:lnTo>
                    <a:lnTo>
                      <a:pt x="159842" y="273628"/>
                    </a:lnTo>
                    <a:lnTo>
                      <a:pt x="141775" y="290782"/>
                    </a:lnTo>
                    <a:lnTo>
                      <a:pt x="18063" y="258784"/>
                    </a:lnTo>
                    <a:close/>
                    <a:moveTo>
                      <a:pt x="268077" y="0"/>
                    </a:moveTo>
                    <a:cubicBezTo>
                      <a:pt x="313129" y="0"/>
                      <a:pt x="349651" y="36474"/>
                      <a:pt x="349651" y="81468"/>
                    </a:cubicBezTo>
                    <a:cubicBezTo>
                      <a:pt x="349651" y="126462"/>
                      <a:pt x="313129" y="162936"/>
                      <a:pt x="268077" y="162936"/>
                    </a:cubicBezTo>
                    <a:cubicBezTo>
                      <a:pt x="223025" y="162936"/>
                      <a:pt x="186503" y="126462"/>
                      <a:pt x="186503" y="81468"/>
                    </a:cubicBezTo>
                    <a:cubicBezTo>
                      <a:pt x="186503" y="36474"/>
                      <a:pt x="223025" y="0"/>
                      <a:pt x="2680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1638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生态合作案例</a:t>
            </a:r>
            <a:endParaRPr lang="en-US" dirty="0"/>
          </a:p>
        </p:txBody>
      </p:sp>
      <p:grpSp>
        <p:nvGrpSpPr>
          <p:cNvPr id="9" name="b33daeda-4272-442f-9697-2c78ac422f97.source.3.zh-Hans">
            <a:extLst>
              <a:ext uri="{FF2B5EF4-FFF2-40B4-BE49-F238E27FC236}">
                <a16:creationId xmlns:a16="http://schemas.microsoft.com/office/drawing/2014/main" id="{C9152435-4D24-E3EA-15E2-61E79FD9ACFF}"/>
              </a:ext>
            </a:extLst>
          </p:cNvPr>
          <p:cNvGrpSpPr/>
          <p:nvPr/>
        </p:nvGrpSpPr>
        <p:grpSpPr>
          <a:xfrm>
            <a:off x="660400" y="1130300"/>
            <a:ext cx="10858500" cy="4597399"/>
            <a:chOff x="660400" y="1130300"/>
            <a:chExt cx="10858500" cy="4597399"/>
          </a:xfrm>
        </p:grpSpPr>
        <p:sp>
          <p:nvSpPr>
            <p:cNvPr id="3" name="Title">
              <a:extLst>
                <a:ext uri="{FF2B5EF4-FFF2-40B4-BE49-F238E27FC236}">
                  <a16:creationId xmlns:a16="http://schemas.microsoft.com/office/drawing/2014/main" id="{24AB1656-BA90-EBB4-40A6-C280AF87ECF5}"/>
                </a:ext>
              </a:extLst>
            </p:cNvPr>
            <p:cNvSpPr txBox="1"/>
            <p:nvPr/>
          </p:nvSpPr>
          <p:spPr>
            <a:xfrm>
              <a:off x="660400" y="1130300"/>
              <a:ext cx="10858500" cy="598044"/>
            </a:xfrm>
            <a:prstGeom prst="rect">
              <a:avLst/>
            </a:prstGeom>
            <a:noFill/>
            <a:ln>
              <a:noFill/>
            </a:ln>
          </p:spPr>
          <p:txBody>
            <a:bodyPr wrap="square" lIns="91440" tIns="45720" rIns="91440" bIns="45720" anchor="t" anchorCtr="1">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rPr>
                <a:t>成功合作案例分享与经验总结</a:t>
              </a:r>
              <a:endParaRPr lang="en-US" dirty="0"/>
            </a:p>
          </p:txBody>
        </p:sp>
        <p:grpSp>
          <p:nvGrpSpPr>
            <p:cNvPr id="4" name="组合 3">
              <a:extLst>
                <a:ext uri="{FF2B5EF4-FFF2-40B4-BE49-F238E27FC236}">
                  <a16:creationId xmlns:a16="http://schemas.microsoft.com/office/drawing/2014/main" id="{22C31972-65A2-BD92-70AF-670707554B23}"/>
                </a:ext>
              </a:extLst>
            </p:cNvPr>
            <p:cNvGrpSpPr/>
            <p:nvPr/>
          </p:nvGrpSpPr>
          <p:grpSpPr>
            <a:xfrm>
              <a:off x="1571372" y="2036966"/>
              <a:ext cx="9036557" cy="1028699"/>
              <a:chOff x="1571372" y="2036966"/>
              <a:chExt cx="9036557" cy="1028699"/>
            </a:xfrm>
          </p:grpSpPr>
          <p:sp>
            <p:nvSpPr>
              <p:cNvPr id="7" name="Text1">
                <a:extLst>
                  <a:ext uri="{FF2B5EF4-FFF2-40B4-BE49-F238E27FC236}">
                    <a16:creationId xmlns:a16="http://schemas.microsoft.com/office/drawing/2014/main" id="{B2839551-2F1E-4AA4-90C7-372EE66B53C9}"/>
                  </a:ext>
                </a:extLst>
              </p:cNvPr>
              <p:cNvSpPr txBox="1"/>
              <p:nvPr/>
            </p:nvSpPr>
            <p:spPr>
              <a:xfrm>
                <a:off x="4438092" y="2036966"/>
                <a:ext cx="6169837" cy="1028699"/>
              </a:xfrm>
              <a:prstGeom prst="round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algn="r">
                  <a:lnSpc>
                    <a:spcPct val="120000"/>
                  </a:lnSpc>
                  <a:defRPr kumimoji="1" sz="1400" b="0"/>
                </a:lvl1pPr>
              </a:lstStyle>
              <a:p>
                <a:pPr algn="l"/>
                <a:r>
                  <a:rPr lang="zh-CN" altLang="en-US" dirty="0"/>
                  <a:t>本案例展示了一家科技公司与知名品牌跨界合作，共同研发新产品，实现资源共享，拓宽市场渠道。</a:t>
                </a:r>
                <a:endParaRPr lang="en-US" dirty="0"/>
              </a:p>
            </p:txBody>
          </p:sp>
          <p:sp>
            <p:nvSpPr>
              <p:cNvPr id="16" name="Bullet1">
                <a:extLst>
                  <a:ext uri="{FF2B5EF4-FFF2-40B4-BE49-F238E27FC236}">
                    <a16:creationId xmlns:a16="http://schemas.microsoft.com/office/drawing/2014/main" id="{376850BB-8570-4F0B-93C9-8DB7B165B1AA}"/>
                  </a:ext>
                </a:extLst>
              </p:cNvPr>
              <p:cNvSpPr/>
              <p:nvPr/>
            </p:nvSpPr>
            <p:spPr>
              <a:xfrm>
                <a:off x="1571372" y="2298700"/>
                <a:ext cx="2540893" cy="463741"/>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3765"/>
                <a:r>
                  <a:rPr lang="zh-CN" altLang="en-US" sz="2000" b="1" dirty="0">
                    <a:solidFill>
                      <a:srgbClr val="FFFFFF"/>
                    </a:solidFill>
                  </a:rPr>
                  <a:t>跨界合作典范</a:t>
                </a:r>
                <a:endParaRPr lang="en-US" sz="2000" dirty="0"/>
              </a:p>
            </p:txBody>
          </p:sp>
        </p:grpSp>
        <p:grpSp>
          <p:nvGrpSpPr>
            <p:cNvPr id="5" name="组合 4">
              <a:extLst>
                <a:ext uri="{FF2B5EF4-FFF2-40B4-BE49-F238E27FC236}">
                  <a16:creationId xmlns:a16="http://schemas.microsoft.com/office/drawing/2014/main" id="{D6EBF398-1BEC-CF03-2A49-81B0A9B3A0DE}"/>
                </a:ext>
              </a:extLst>
            </p:cNvPr>
            <p:cNvGrpSpPr/>
            <p:nvPr/>
          </p:nvGrpSpPr>
          <p:grpSpPr>
            <a:xfrm>
              <a:off x="1571372" y="3367983"/>
              <a:ext cx="9036557" cy="1028699"/>
              <a:chOff x="1571372" y="3367983"/>
              <a:chExt cx="9036557" cy="1028699"/>
            </a:xfrm>
          </p:grpSpPr>
          <p:sp>
            <p:nvSpPr>
              <p:cNvPr id="10" name="Text2">
                <a:extLst>
                  <a:ext uri="{FF2B5EF4-FFF2-40B4-BE49-F238E27FC236}">
                    <a16:creationId xmlns:a16="http://schemas.microsoft.com/office/drawing/2014/main" id="{EBE1C385-D0F0-4BC5-9F8F-6F14BE4ECCEA}"/>
                  </a:ext>
                </a:extLst>
              </p:cNvPr>
              <p:cNvSpPr txBox="1"/>
              <p:nvPr/>
            </p:nvSpPr>
            <p:spPr>
              <a:xfrm>
                <a:off x="4438092" y="3367983"/>
                <a:ext cx="6169837" cy="1028699"/>
              </a:xfrm>
              <a:prstGeom prst="round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algn="r">
                  <a:lnSpc>
                    <a:spcPct val="120000"/>
                  </a:lnSpc>
                  <a:defRPr kumimoji="1" sz="1400" b="0"/>
                </a:lvl1pPr>
              </a:lstStyle>
              <a:p>
                <a:pPr algn="l"/>
                <a:r>
                  <a:rPr lang="zh-CN" altLang="en-US" dirty="0"/>
                  <a:t>本案例分析了一起投资并购事件，探讨其如何促进产业链整合，提升企业竞争力。</a:t>
                </a:r>
                <a:endParaRPr lang="en-US" dirty="0"/>
              </a:p>
            </p:txBody>
          </p:sp>
          <p:sp>
            <p:nvSpPr>
              <p:cNvPr id="18" name="Bullet2">
                <a:extLst>
                  <a:ext uri="{FF2B5EF4-FFF2-40B4-BE49-F238E27FC236}">
                    <a16:creationId xmlns:a16="http://schemas.microsoft.com/office/drawing/2014/main" id="{5DF76CE9-5B39-4930-9144-EB1855D5D2C7}"/>
                  </a:ext>
                </a:extLst>
              </p:cNvPr>
              <p:cNvSpPr/>
              <p:nvPr/>
            </p:nvSpPr>
            <p:spPr>
              <a:xfrm>
                <a:off x="1571372" y="3654329"/>
                <a:ext cx="2540893" cy="463741"/>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508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3765"/>
                <a:r>
                  <a:rPr lang="zh-CN" altLang="en-US" sz="2000" b="1" dirty="0">
                    <a:solidFill>
                      <a:srgbClr val="FFFFFF"/>
                    </a:solidFill>
                  </a:rPr>
                  <a:t>投资并购案例</a:t>
                </a:r>
                <a:endParaRPr lang="en-US" sz="2000" dirty="0"/>
              </a:p>
            </p:txBody>
          </p:sp>
        </p:grpSp>
        <p:grpSp>
          <p:nvGrpSpPr>
            <p:cNvPr id="6" name="组合 5">
              <a:extLst>
                <a:ext uri="{FF2B5EF4-FFF2-40B4-BE49-F238E27FC236}">
                  <a16:creationId xmlns:a16="http://schemas.microsoft.com/office/drawing/2014/main" id="{3FA21A36-5E32-B296-F087-4F73422362E6}"/>
                </a:ext>
              </a:extLst>
            </p:cNvPr>
            <p:cNvGrpSpPr/>
            <p:nvPr/>
          </p:nvGrpSpPr>
          <p:grpSpPr>
            <a:xfrm>
              <a:off x="1571372" y="4699000"/>
              <a:ext cx="9036557" cy="1028699"/>
              <a:chOff x="1571372" y="4699000"/>
              <a:chExt cx="9036557" cy="1028699"/>
            </a:xfrm>
          </p:grpSpPr>
          <p:sp>
            <p:nvSpPr>
              <p:cNvPr id="12" name="Text3">
                <a:extLst>
                  <a:ext uri="{FF2B5EF4-FFF2-40B4-BE49-F238E27FC236}">
                    <a16:creationId xmlns:a16="http://schemas.microsoft.com/office/drawing/2014/main" id="{12139509-6745-475D-91CF-E46DB9EC3CCB}"/>
                  </a:ext>
                </a:extLst>
              </p:cNvPr>
              <p:cNvSpPr txBox="1"/>
              <p:nvPr/>
            </p:nvSpPr>
            <p:spPr>
              <a:xfrm>
                <a:off x="4438092" y="4699000"/>
                <a:ext cx="6169837" cy="1028699"/>
              </a:xfrm>
              <a:prstGeom prst="roundRect">
                <a:avLst/>
              </a:prstGeom>
              <a:gradFill>
                <a:gsLst>
                  <a:gs pos="0">
                    <a:schemeClr val="accent2">
                      <a:alpha val="20000"/>
                    </a:schemeClr>
                  </a:gs>
                  <a:gs pos="100000">
                    <a:schemeClr val="accent1">
                      <a:alpha val="20000"/>
                    </a:schemeClr>
                  </a:gs>
                </a:gsLst>
                <a:lin ang="2700000" scaled="1"/>
              </a:gradFill>
              <a:ln>
                <a:gradFill flip="none" rotWithShape="1">
                  <a:gsLst>
                    <a:gs pos="0">
                      <a:schemeClr val="accent2"/>
                    </a:gs>
                    <a:gs pos="100000">
                      <a:schemeClr val="accent1"/>
                    </a:gs>
                  </a:gsLst>
                  <a:lin ang="2700000" scaled="1"/>
                  <a:tileRect/>
                </a:gradFill>
              </a:ln>
            </p:spPr>
            <p:txBody>
              <a:bodyPr wrap="square" lIns="91440" tIns="45720" rIns="91440" bIns="45720" rtlCol="0" anchor="ctr" anchorCtr="0">
                <a:normAutofit/>
              </a:bodyPr>
              <a:lstStyle>
                <a:defPPr>
                  <a:defRPr lang="en-US"/>
                </a:defPPr>
                <a:lvl1pPr algn="r">
                  <a:lnSpc>
                    <a:spcPct val="120000"/>
                  </a:lnSpc>
                  <a:defRPr kumimoji="1" sz="1400" b="0"/>
                </a:lvl1pPr>
              </a:lstStyle>
              <a:p>
                <a:pPr algn="l"/>
                <a:r>
                  <a:rPr lang="zh-CN" altLang="en-US" dirty="0"/>
                  <a:t>本案例分享了一种生态合作模式，通过优势互补，实现共同成长，为行业树立典范。</a:t>
                </a:r>
                <a:endParaRPr lang="en-US" dirty="0"/>
              </a:p>
            </p:txBody>
          </p:sp>
          <p:sp>
            <p:nvSpPr>
              <p:cNvPr id="17" name="Bullet3">
                <a:extLst>
                  <a:ext uri="{FF2B5EF4-FFF2-40B4-BE49-F238E27FC236}">
                    <a16:creationId xmlns:a16="http://schemas.microsoft.com/office/drawing/2014/main" id="{6B59EB67-B91B-4BC9-8CB4-6C94CCDE7140}"/>
                  </a:ext>
                </a:extLst>
              </p:cNvPr>
              <p:cNvSpPr/>
              <p:nvPr/>
            </p:nvSpPr>
            <p:spPr>
              <a:xfrm>
                <a:off x="1571372" y="4985346"/>
                <a:ext cx="2540893" cy="463741"/>
              </a:xfrm>
              <a:prstGeom prst="roundRect">
                <a:avLst>
                  <a:gd name="adj" fmla="val 50000"/>
                </a:avLst>
              </a:prstGeom>
              <a:gradFill>
                <a:gsLst>
                  <a:gs pos="0">
                    <a:schemeClr val="accent5">
                      <a:lumMod val="60000"/>
                      <a:lumOff val="40000"/>
                    </a:schemeClr>
                  </a:gs>
                  <a:gs pos="60000">
                    <a:schemeClr val="accent5"/>
                  </a:gs>
                </a:gsLst>
                <a:lin ang="2700000" scaled="0"/>
              </a:gradFill>
              <a:ln w="57150" cap="rnd">
                <a:noFill/>
                <a:prstDash val="solid"/>
                <a:round/>
              </a:ln>
              <a:effectLst>
                <a:outerShdw blurRad="50800" dist="50800" dir="5400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3765"/>
                <a:r>
                  <a:rPr lang="zh-CN" altLang="en-US" sz="2000" b="1" dirty="0">
                    <a:solidFill>
                      <a:srgbClr val="FFFFFF"/>
                    </a:solidFill>
                  </a:rPr>
                  <a:t>合作共赢模式</a:t>
                </a:r>
                <a:endParaRPr lang="en-US" sz="2000" dirty="0"/>
              </a:p>
            </p:txBody>
          </p:sp>
        </p:gr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p:cNvSpPr>
            <a:spLocks noGrp="1"/>
          </p:cNvSpPr>
          <p:nvPr>
            <p:ph type="title" hasCustomPrompt="1"/>
          </p:nvPr>
        </p:nvSpPr>
        <p:spPr/>
        <p:txBody>
          <a:bodyPr/>
          <a:lstStyle/>
          <a:p>
            <a:r>
              <a:rPr lang="zh-CN" altLang="en-US" dirty="0"/>
              <a:t>行业整体发展概况</a:t>
            </a:r>
            <a:endParaRPr lang="en-US" dirty="0"/>
          </a:p>
        </p:txBody>
      </p:sp>
      <p:grpSp>
        <p:nvGrpSpPr>
          <p:cNvPr id="5" name="组合 4">
            <a:extLst>
              <a:ext uri="{FF2B5EF4-FFF2-40B4-BE49-F238E27FC236}">
                <a16:creationId xmlns:a16="http://schemas.microsoft.com/office/drawing/2014/main" id="{6C5C90EE-796B-1F12-DCA5-10EDEFB1E4B1}"/>
              </a:ext>
            </a:extLst>
          </p:cNvPr>
          <p:cNvGrpSpPr/>
          <p:nvPr/>
        </p:nvGrpSpPr>
        <p:grpSpPr>
          <a:xfrm>
            <a:off x="660400" y="1168625"/>
            <a:ext cx="10858500" cy="4750467"/>
            <a:chOff x="660400" y="1168625"/>
            <a:chExt cx="10858500" cy="4750467"/>
          </a:xfrm>
        </p:grpSpPr>
        <p:sp>
          <p:nvSpPr>
            <p:cNvPr id="6" name="文本框 5">
              <a:extLst>
                <a:ext uri="{FF2B5EF4-FFF2-40B4-BE49-F238E27FC236}">
                  <a16:creationId xmlns:a16="http://schemas.microsoft.com/office/drawing/2014/main" id="{09A91679-80C6-3875-0906-7ED0B1FD7419}"/>
                </a:ext>
              </a:extLst>
            </p:cNvPr>
            <p:cNvSpPr txBox="1"/>
            <p:nvPr/>
          </p:nvSpPr>
          <p:spPr>
            <a:xfrm>
              <a:off x="660400" y="1168625"/>
              <a:ext cx="10858500" cy="857205"/>
            </a:xfrm>
            <a:prstGeom prst="rect">
              <a:avLst/>
            </a:prstGeom>
            <a:noFill/>
          </p:spPr>
          <p:txBody>
            <a:bodyPr wrap="square">
              <a:normAutofit/>
            </a:bodyPr>
            <a:lstStyle/>
            <a:p>
              <a:pPr algn="ctr"/>
              <a:r>
                <a:rPr lang="zh-CN" altLang="en-US" sz="2800" b="1"/>
                <a:t>行业规模持续扩大，市场潜力巨大</a:t>
              </a:r>
              <a:endParaRPr lang="zh-CN" altLang="en-US" sz="2800" b="1" dirty="0"/>
            </a:p>
          </p:txBody>
        </p:sp>
        <p:grpSp>
          <p:nvGrpSpPr>
            <p:cNvPr id="7" name="组合 6">
              <a:extLst>
                <a:ext uri="{FF2B5EF4-FFF2-40B4-BE49-F238E27FC236}">
                  <a16:creationId xmlns:a16="http://schemas.microsoft.com/office/drawing/2014/main" id="{0A059A84-7748-B825-A4AB-2D8C3CB41F45}"/>
                </a:ext>
              </a:extLst>
            </p:cNvPr>
            <p:cNvGrpSpPr/>
            <p:nvPr/>
          </p:nvGrpSpPr>
          <p:grpSpPr>
            <a:xfrm>
              <a:off x="5744735" y="2255547"/>
              <a:ext cx="5774165" cy="3663545"/>
              <a:chOff x="932551" y="2530715"/>
              <a:chExt cx="6216579" cy="2412491"/>
            </a:xfrm>
          </p:grpSpPr>
          <p:graphicFrame>
            <p:nvGraphicFramePr>
              <p:cNvPr id="40" name="-3-2">
                <a:extLst>
                  <a:ext uri="{FF2B5EF4-FFF2-40B4-BE49-F238E27FC236}">
                    <a16:creationId xmlns:a16="http://schemas.microsoft.com/office/drawing/2014/main" id="{333C1059-A488-1C83-527E-5213AB0267A9}"/>
                  </a:ext>
                </a:extLst>
              </p:cNvPr>
              <p:cNvGraphicFramePr/>
              <p:nvPr>
                <p:extLst>
                  <p:ext uri="{D42A27DB-BD31-4B8C-83A1-F6EECF244321}">
                    <p14:modId xmlns:p14="http://schemas.microsoft.com/office/powerpoint/2010/main" val="631878754"/>
                  </p:ext>
                </p:extLst>
              </p:nvPr>
            </p:nvGraphicFramePr>
            <p:xfrm>
              <a:off x="932551" y="2530715"/>
              <a:ext cx="6216579" cy="2412491"/>
            </p:xfrm>
            <a:graphic>
              <a:graphicData uri="http://schemas.openxmlformats.org/drawingml/2006/chart">
                <c:chart xmlns:c="http://schemas.openxmlformats.org/drawingml/2006/chart" r:id="rId2"/>
              </a:graphicData>
            </a:graphic>
          </p:graphicFrame>
          <p:cxnSp>
            <p:nvCxnSpPr>
              <p:cNvPr id="41" name="直接连接符 40">
                <a:extLst>
                  <a:ext uri="{FF2B5EF4-FFF2-40B4-BE49-F238E27FC236}">
                    <a16:creationId xmlns:a16="http://schemas.microsoft.com/office/drawing/2014/main" id="{1AC74F04-7715-CE5B-B72A-2B16AFA5E6F0}"/>
                  </a:ext>
                </a:extLst>
              </p:cNvPr>
              <p:cNvCxnSpPr/>
              <p:nvPr/>
            </p:nvCxnSpPr>
            <p:spPr>
              <a:xfrm>
                <a:off x="1203158" y="3608374"/>
                <a:ext cx="568916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3F4EEAAC-F067-E8D9-D8EE-B285B8D34656}"/>
                  </a:ext>
                </a:extLst>
              </p:cNvPr>
              <p:cNvSpPr txBox="1"/>
              <p:nvPr/>
            </p:nvSpPr>
            <p:spPr>
              <a:xfrm>
                <a:off x="1267928" y="3319295"/>
                <a:ext cx="2131707" cy="257223"/>
              </a:xfrm>
              <a:prstGeom prst="rect">
                <a:avLst/>
              </a:prstGeom>
              <a:noFill/>
            </p:spPr>
            <p:txBody>
              <a:bodyPr wrap="square" lIns="91440" tIns="45720" rIns="91440" bIns="45720" anchor="b">
                <a:noAutofit/>
              </a:bodyPr>
              <a:lstStyle/>
              <a:p>
                <a:pPr algn="ctr">
                  <a:lnSpc>
                    <a:spcPct val="120000"/>
                  </a:lnSpc>
                </a:pPr>
                <a:r>
                  <a:rPr lang="zh-CN" altLang="en-US" b="1" dirty="0">
                    <a:solidFill>
                      <a:schemeClr val="accent1"/>
                    </a:solidFill>
                  </a:rPr>
                  <a:t>平均值：</a:t>
                </a:r>
                <a:r>
                  <a:rPr lang="en-US" altLang="zh-CN" b="1" dirty="0">
                    <a:solidFill>
                      <a:schemeClr val="accent1"/>
                    </a:solidFill>
                  </a:rPr>
                  <a:t>70.05</a:t>
                </a:r>
                <a:endParaRPr lang="zh-CN" altLang="en-US" b="1" dirty="0">
                  <a:solidFill>
                    <a:schemeClr val="accent1"/>
                  </a:solidFill>
                </a:endParaRPr>
              </a:p>
            </p:txBody>
          </p:sp>
        </p:grpSp>
        <p:grpSp>
          <p:nvGrpSpPr>
            <p:cNvPr id="8" name="组合 7">
              <a:extLst>
                <a:ext uri="{FF2B5EF4-FFF2-40B4-BE49-F238E27FC236}">
                  <a16:creationId xmlns:a16="http://schemas.microsoft.com/office/drawing/2014/main" id="{AF3B6951-4B49-9755-C139-AD3325687C20}"/>
                </a:ext>
              </a:extLst>
            </p:cNvPr>
            <p:cNvGrpSpPr/>
            <p:nvPr/>
          </p:nvGrpSpPr>
          <p:grpSpPr>
            <a:xfrm>
              <a:off x="720560" y="2159291"/>
              <a:ext cx="4525211" cy="3759801"/>
              <a:chOff x="720560" y="2159291"/>
              <a:chExt cx="4525211" cy="3759801"/>
            </a:xfrm>
          </p:grpSpPr>
          <p:sp>
            <p:nvSpPr>
              <p:cNvPr id="9" name="-3-11">
                <a:extLst>
                  <a:ext uri="{FF2B5EF4-FFF2-40B4-BE49-F238E27FC236}">
                    <a16:creationId xmlns:a16="http://schemas.microsoft.com/office/drawing/2014/main" id="{3BF26FBA-0EDF-E4C5-E140-A56DF28864A6}"/>
                  </a:ext>
                </a:extLst>
              </p:cNvPr>
              <p:cNvSpPr/>
              <p:nvPr/>
            </p:nvSpPr>
            <p:spPr>
              <a:xfrm>
                <a:off x="720560" y="2435354"/>
                <a:ext cx="4525211" cy="3483738"/>
              </a:xfrm>
              <a:prstGeom prst="roundRect">
                <a:avLst>
                  <a:gd name="adj" fmla="val 5716"/>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p>
            </p:txBody>
          </p:sp>
          <p:sp>
            <p:nvSpPr>
              <p:cNvPr id="10" name="-3-3">
                <a:extLst>
                  <a:ext uri="{FF2B5EF4-FFF2-40B4-BE49-F238E27FC236}">
                    <a16:creationId xmlns:a16="http://schemas.microsoft.com/office/drawing/2014/main" id="{A7109490-8B88-3A2B-A051-8B497E5F08F7}"/>
                  </a:ext>
                </a:extLst>
              </p:cNvPr>
              <p:cNvSpPr/>
              <p:nvPr/>
            </p:nvSpPr>
            <p:spPr>
              <a:xfrm>
                <a:off x="1003165" y="2159291"/>
                <a:ext cx="3960000" cy="576000"/>
              </a:xfrm>
              <a:prstGeom prst="roundRect">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2000" b="1">
                    <a:solidFill>
                      <a:srgbClr val="FFFFFF"/>
                    </a:solidFill>
                    <a:latin typeface="+mj-lt"/>
                    <a:sym typeface="+mn-lt"/>
                  </a:rPr>
                  <a:t>趋势展望</a:t>
                </a:r>
                <a:endParaRPr lang="zh-CN" altLang="en-US" sz="2000" b="1" dirty="0">
                  <a:solidFill>
                    <a:srgbClr val="FFFFFF"/>
                  </a:solidFill>
                  <a:latin typeface="+mj-lt"/>
                  <a:sym typeface="+mn-lt"/>
                </a:endParaRPr>
              </a:p>
            </p:txBody>
          </p:sp>
          <p:sp>
            <p:nvSpPr>
              <p:cNvPr id="39" name="-3-12">
                <a:extLst>
                  <a:ext uri="{FF2B5EF4-FFF2-40B4-BE49-F238E27FC236}">
                    <a16:creationId xmlns:a16="http://schemas.microsoft.com/office/drawing/2014/main" id="{072A2C6B-BC25-91C9-2985-7F5EE80C36AF}"/>
                  </a:ext>
                </a:extLst>
              </p:cNvPr>
              <p:cNvSpPr txBox="1"/>
              <p:nvPr/>
            </p:nvSpPr>
            <p:spPr>
              <a:xfrm>
                <a:off x="1003165" y="3002446"/>
                <a:ext cx="3960001" cy="2686929"/>
              </a:xfrm>
              <a:prstGeom prst="rect">
                <a:avLst/>
              </a:prstGeom>
              <a:noFill/>
            </p:spPr>
            <p:txBody>
              <a:bodyPr wrap="square" anchor="t">
                <a:normAutofit/>
              </a:bodyPr>
              <a:lstStyle/>
              <a:p>
                <a:pPr marL="171450" indent="-171450">
                  <a:lnSpc>
                    <a:spcPct val="120000"/>
                  </a:lnSpc>
                  <a:buFont typeface="Arial" panose="020B0604020202020204" pitchFamily="34" charset="0"/>
                  <a:buChar char="•"/>
                </a:pPr>
                <a:r>
                  <a:rPr lang="zh-CN" altLang="en-US" sz="1400">
                    <a:latin typeface="+mj-ea"/>
                    <a:ea typeface="+mj-ea"/>
                  </a:rPr>
                  <a:t>在演示中，简洁清晰的逻辑是提升观者理解和参与感的关键。</a:t>
                </a:r>
                <a:endParaRPr lang="en-US" altLang="zh-CN" sz="1400">
                  <a:latin typeface="+mj-ea"/>
                  <a:ea typeface="+mj-ea"/>
                </a:endParaRPr>
              </a:p>
              <a:p>
                <a:pPr marL="171450" indent="-171450">
                  <a:lnSpc>
                    <a:spcPct val="120000"/>
                  </a:lnSpc>
                  <a:buFont typeface="Arial" panose="020B0604020202020204" pitchFamily="34" charset="0"/>
                  <a:buChar char="•"/>
                </a:pPr>
                <a:endParaRPr lang="en-US" altLang="zh-CN" sz="1400">
                  <a:latin typeface="+mj-ea"/>
                  <a:ea typeface="+mj-ea"/>
                </a:endParaRPr>
              </a:p>
              <a:p>
                <a:pPr marL="171450" indent="-171450">
                  <a:lnSpc>
                    <a:spcPct val="120000"/>
                  </a:lnSpc>
                  <a:buFont typeface="Arial" panose="020B0604020202020204" pitchFamily="34" charset="0"/>
                  <a:buChar char="•"/>
                </a:pPr>
                <a:r>
                  <a:rPr lang="zh-CN" altLang="en-US" sz="1400">
                    <a:latin typeface="+mj-ea"/>
                    <a:ea typeface="+mj-ea"/>
                  </a:rPr>
                  <a:t>若信息较少，请提炼核心内容，确保直观易懂；若信息较多，请通过增加分点或段落的方式呈现，帮助观者快速抓住重点，避免因过多冗长文字影响演示效果及阅读体验。</a:t>
                </a:r>
              </a:p>
            </p:txBody>
          </p:sp>
        </p:grpSp>
      </p:gr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p:cNvSpPr>
            <a:spLocks noGrp="1"/>
          </p:cNvSpPr>
          <p:nvPr>
            <p:ph type="title" hasCustomPrompt="1"/>
          </p:nvPr>
        </p:nvSpPr>
        <p:spPr>
          <a:xfrm>
            <a:off x="660400" y="128587"/>
            <a:ext cx="10858500" cy="900112"/>
          </a:xfrm>
        </p:spPr>
        <p:txBody>
          <a:bodyPr/>
          <a:lstStyle/>
          <a:p>
            <a:r>
              <a:rPr lang="zh-CN" altLang="en-US" dirty="0"/>
              <a:t>行业创新成果展示</a:t>
            </a:r>
            <a:endParaRPr lang="en-US" dirty="0"/>
          </a:p>
        </p:txBody>
      </p:sp>
      <p:grpSp>
        <p:nvGrpSpPr>
          <p:cNvPr id="35" name="组合 34">
            <a:extLst>
              <a:ext uri="{FF2B5EF4-FFF2-40B4-BE49-F238E27FC236}">
                <a16:creationId xmlns:a16="http://schemas.microsoft.com/office/drawing/2014/main" id="{017C0816-0B24-4B68-56A2-C272B9824938}"/>
              </a:ext>
            </a:extLst>
          </p:cNvPr>
          <p:cNvGrpSpPr/>
          <p:nvPr/>
        </p:nvGrpSpPr>
        <p:grpSpPr>
          <a:xfrm>
            <a:off x="0" y="1130300"/>
            <a:ext cx="12192000" cy="5727700"/>
            <a:chOff x="0" y="1130300"/>
            <a:chExt cx="12192000" cy="5727700"/>
          </a:xfrm>
        </p:grpSpPr>
        <p:sp>
          <p:nvSpPr>
            <p:cNvPr id="34" name="任意多边形: 形状 33">
              <a:extLst>
                <a:ext uri="{FF2B5EF4-FFF2-40B4-BE49-F238E27FC236}">
                  <a16:creationId xmlns:a16="http://schemas.microsoft.com/office/drawing/2014/main" id="{F24A2E37-F466-3B31-17E3-72EAE1F5E548}"/>
                </a:ext>
              </a:extLst>
            </p:cNvPr>
            <p:cNvSpPr/>
            <p:nvPr/>
          </p:nvSpPr>
          <p:spPr>
            <a:xfrm>
              <a:off x="0" y="5466554"/>
              <a:ext cx="12192000" cy="1391446"/>
            </a:xfrm>
            <a:custGeom>
              <a:avLst/>
              <a:gdLst>
                <a:gd name="connsiteX0" fmla="*/ 12192000 w 12192000"/>
                <a:gd name="connsiteY0" fmla="*/ 0 h 766563"/>
                <a:gd name="connsiteX1" fmla="*/ 12192000 w 12192000"/>
                <a:gd name="connsiteY1" fmla="*/ 766563 h 766563"/>
                <a:gd name="connsiteX2" fmla="*/ 0 w 12192000"/>
                <a:gd name="connsiteY2" fmla="*/ 766563 h 766563"/>
                <a:gd name="connsiteX3" fmla="*/ 0 w 12192000"/>
                <a:gd name="connsiteY3" fmla="*/ 2534 h 766563"/>
                <a:gd name="connsiteX4" fmla="*/ 291780 w 12192000"/>
                <a:gd name="connsiteY4" fmla="*/ 60750 h 766563"/>
                <a:gd name="connsiteX5" fmla="*/ 6089650 w 12192000"/>
                <a:gd name="connsiteY5" fmla="*/ 517667 h 766563"/>
                <a:gd name="connsiteX6" fmla="*/ 11887521 w 12192000"/>
                <a:gd name="connsiteY6" fmla="*/ 60750 h 766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66563">
                  <a:moveTo>
                    <a:pt x="12192000" y="0"/>
                  </a:moveTo>
                  <a:lnTo>
                    <a:pt x="12192000" y="766563"/>
                  </a:lnTo>
                  <a:lnTo>
                    <a:pt x="0" y="766563"/>
                  </a:lnTo>
                  <a:lnTo>
                    <a:pt x="0" y="2534"/>
                  </a:lnTo>
                  <a:lnTo>
                    <a:pt x="291780" y="60750"/>
                  </a:lnTo>
                  <a:cubicBezTo>
                    <a:pt x="1867358" y="346195"/>
                    <a:pt x="3887286" y="517667"/>
                    <a:pt x="6089650" y="517667"/>
                  </a:cubicBezTo>
                  <a:cubicBezTo>
                    <a:pt x="8292014" y="517667"/>
                    <a:pt x="10311943" y="346195"/>
                    <a:pt x="11887521" y="60750"/>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sym typeface="Arial" panose="020B0604020202020204" pitchFamily="34" charset="0"/>
              </a:endParaRPr>
            </a:p>
          </p:txBody>
        </p:sp>
        <p:grpSp>
          <p:nvGrpSpPr>
            <p:cNvPr id="29" name="组合 28">
              <a:extLst>
                <a:ext uri="{FF2B5EF4-FFF2-40B4-BE49-F238E27FC236}">
                  <a16:creationId xmlns:a16="http://schemas.microsoft.com/office/drawing/2014/main" id="{01E67E79-7854-847A-676F-E798044F550A}"/>
                </a:ext>
              </a:extLst>
            </p:cNvPr>
            <p:cNvGrpSpPr/>
            <p:nvPr/>
          </p:nvGrpSpPr>
          <p:grpSpPr>
            <a:xfrm>
              <a:off x="660400" y="1130300"/>
              <a:ext cx="10858500" cy="4608557"/>
              <a:chOff x="660400" y="1483622"/>
              <a:chExt cx="10858500" cy="4608557"/>
            </a:xfrm>
          </p:grpSpPr>
          <p:sp>
            <p:nvSpPr>
              <p:cNvPr id="6" name="Title">
                <a:extLst>
                  <a:ext uri="{FF2B5EF4-FFF2-40B4-BE49-F238E27FC236}">
                    <a16:creationId xmlns:a16="http://schemas.microsoft.com/office/drawing/2014/main" id="{5CFDF9DB-6864-ACDB-9E88-D6847CA7606F}"/>
                  </a:ext>
                </a:extLst>
              </p:cNvPr>
              <p:cNvSpPr txBox="1"/>
              <p:nvPr/>
            </p:nvSpPr>
            <p:spPr>
              <a:xfrm>
                <a:off x="660400" y="1483622"/>
                <a:ext cx="10858500" cy="900112"/>
              </a:xfrm>
              <a:prstGeom prst="rect">
                <a:avLst/>
              </a:prstGeom>
              <a:noFill/>
            </p:spPr>
            <p:txBody>
              <a:bodyPr vert="horz" wrap="square" rtlCol="0" anchor="t" anchorCtr="1">
                <a:normAutofit/>
              </a:bodyPr>
              <a:lstStyle/>
              <a:p>
                <a:pPr algn="ctr"/>
                <a:r>
                  <a:rPr lang="zh-CN" altLang="en-US" sz="2800" b="1" dirty="0"/>
                  <a:t>新技术、新产品及新服务在行业中的应用</a:t>
                </a:r>
                <a:endParaRPr lang="en-US" sz="2000" dirty="0"/>
              </a:p>
            </p:txBody>
          </p:sp>
          <p:grpSp>
            <p:nvGrpSpPr>
              <p:cNvPr id="30" name="组合 29">
                <a:extLst>
                  <a:ext uri="{FF2B5EF4-FFF2-40B4-BE49-F238E27FC236}">
                    <a16:creationId xmlns:a16="http://schemas.microsoft.com/office/drawing/2014/main" id="{58F7DE3E-5849-2F19-8010-23547D47D604}"/>
                  </a:ext>
                </a:extLst>
              </p:cNvPr>
              <p:cNvGrpSpPr/>
              <p:nvPr/>
            </p:nvGrpSpPr>
            <p:grpSpPr>
              <a:xfrm>
                <a:off x="827718" y="2473734"/>
                <a:ext cx="2376000" cy="3618445"/>
                <a:chOff x="995036" y="2473734"/>
                <a:chExt cx="2376000" cy="3618445"/>
              </a:xfrm>
            </p:grpSpPr>
            <p:sp>
              <p:nvSpPr>
                <p:cNvPr id="3" name="Bullet1">
                  <a:extLst>
                    <a:ext uri="{FF2B5EF4-FFF2-40B4-BE49-F238E27FC236}">
                      <a16:creationId xmlns:a16="http://schemas.microsoft.com/office/drawing/2014/main" id="{F6EB8A83-84DD-4C4D-80F5-7CB3E00CF477}"/>
                    </a:ext>
                  </a:extLst>
                </p:cNvPr>
                <p:cNvSpPr txBox="1"/>
                <p:nvPr/>
              </p:nvSpPr>
              <p:spPr>
                <a:xfrm>
                  <a:off x="995036"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5G应用突破</a:t>
                  </a:r>
                  <a:endParaRPr lang="en-US" sz="2000" dirty="0"/>
                </a:p>
              </p:txBody>
            </p:sp>
            <p:sp>
              <p:nvSpPr>
                <p:cNvPr id="4" name="Text1">
                  <a:extLst>
                    <a:ext uri="{FF2B5EF4-FFF2-40B4-BE49-F238E27FC236}">
                      <a16:creationId xmlns:a16="http://schemas.microsoft.com/office/drawing/2014/main" id="{722683ED-7194-445B-8836-F3441A62033C}"/>
                    </a:ext>
                  </a:extLst>
                </p:cNvPr>
                <p:cNvSpPr/>
                <p:nvPr/>
              </p:nvSpPr>
              <p:spPr>
                <a:xfrm flipH="1">
                  <a:off x="995036"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7" name="ComponentBackground1">
                  <a:extLst>
                    <a:ext uri="{FF2B5EF4-FFF2-40B4-BE49-F238E27FC236}">
                      <a16:creationId xmlns:a16="http://schemas.microsoft.com/office/drawing/2014/main" id="{47F5F4A8-C9C2-4287-B70A-0382373F9C9F}"/>
                    </a:ext>
                  </a:extLst>
                </p:cNvPr>
                <p:cNvSpPr/>
                <p:nvPr/>
              </p:nvSpPr>
              <p:spPr>
                <a:xfrm>
                  <a:off x="1084751" y="2473734"/>
                  <a:ext cx="1980000" cy="1620000"/>
                </a:xfrm>
                <a:prstGeom prst="roundRect">
                  <a:avLst>
                    <a:gd name="adj" fmla="val 45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a:solidFill>
                      <a:schemeClr val="tx1"/>
                    </a:solidFill>
                  </a:endParaRPr>
                </a:p>
              </p:txBody>
            </p:sp>
            <p:sp>
              <p:nvSpPr>
                <p:cNvPr id="5" name="Number1">
                  <a:extLst>
                    <a:ext uri="{FF2B5EF4-FFF2-40B4-BE49-F238E27FC236}">
                      <a16:creationId xmlns:a16="http://schemas.microsoft.com/office/drawing/2014/main" id="{CB215CB1-5ED4-4CD1-AAD5-8729CFE2982C}"/>
                    </a:ext>
                  </a:extLst>
                </p:cNvPr>
                <p:cNvSpPr txBox="1"/>
                <p:nvPr/>
              </p:nvSpPr>
              <p:spPr>
                <a:xfrm>
                  <a:off x="1174751"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rPr>
                    <a:t>68</a:t>
                  </a:r>
                  <a:r>
                    <a:rPr lang="en-US" altLang="zh-CN" sz="4400" dirty="0">
                      <a:solidFill>
                        <a:schemeClr val="accent1"/>
                      </a:solidFill>
                    </a:rPr>
                    <a:t>%</a:t>
                  </a:r>
                  <a:endParaRPr lang="en-US" altLang="zh-CN" sz="6000" dirty="0">
                    <a:solidFill>
                      <a:schemeClr val="accent1"/>
                    </a:solidFill>
                  </a:endParaRPr>
                </a:p>
              </p:txBody>
            </p:sp>
          </p:grpSp>
          <p:grpSp>
            <p:nvGrpSpPr>
              <p:cNvPr id="31" name="组合 30">
                <a:extLst>
                  <a:ext uri="{FF2B5EF4-FFF2-40B4-BE49-F238E27FC236}">
                    <a16:creationId xmlns:a16="http://schemas.microsoft.com/office/drawing/2014/main" id="{9474AFE0-8C3F-2E32-F4CB-A67ED4DBF388}"/>
                  </a:ext>
                </a:extLst>
              </p:cNvPr>
              <p:cNvGrpSpPr/>
              <p:nvPr/>
            </p:nvGrpSpPr>
            <p:grpSpPr>
              <a:xfrm>
                <a:off x="3543673" y="2473734"/>
                <a:ext cx="2376000" cy="3618445"/>
                <a:chOff x="3599445" y="2473734"/>
                <a:chExt cx="2376000" cy="3618445"/>
              </a:xfrm>
            </p:grpSpPr>
            <p:sp>
              <p:nvSpPr>
                <p:cNvPr id="9" name="Bullet2">
                  <a:extLst>
                    <a:ext uri="{FF2B5EF4-FFF2-40B4-BE49-F238E27FC236}">
                      <a16:creationId xmlns:a16="http://schemas.microsoft.com/office/drawing/2014/main" id="{45D2CA74-860F-4A64-A422-DA5B8D3A60F1}"/>
                    </a:ext>
                  </a:extLst>
                </p:cNvPr>
                <p:cNvSpPr txBox="1"/>
                <p:nvPr/>
              </p:nvSpPr>
              <p:spPr>
                <a:xfrm>
                  <a:off x="3599445"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AI智能分析</a:t>
                  </a:r>
                  <a:endParaRPr lang="en-US" sz="2000" dirty="0"/>
                </a:p>
              </p:txBody>
            </p:sp>
            <p:sp>
              <p:nvSpPr>
                <p:cNvPr id="10" name="Text2">
                  <a:extLst>
                    <a:ext uri="{FF2B5EF4-FFF2-40B4-BE49-F238E27FC236}">
                      <a16:creationId xmlns:a16="http://schemas.microsoft.com/office/drawing/2014/main" id="{E71C77E9-2A09-4AC8-A3A1-6ADF31CE6FEC}"/>
                    </a:ext>
                  </a:extLst>
                </p:cNvPr>
                <p:cNvSpPr/>
                <p:nvPr/>
              </p:nvSpPr>
              <p:spPr>
                <a:xfrm flipH="1">
                  <a:off x="3599445"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12" name="ComponentBackground2">
                  <a:extLst>
                    <a:ext uri="{FF2B5EF4-FFF2-40B4-BE49-F238E27FC236}">
                      <a16:creationId xmlns:a16="http://schemas.microsoft.com/office/drawing/2014/main" id="{915DE5FB-4819-4DA3-B075-B4E267B5E7B7}"/>
                    </a:ext>
                  </a:extLst>
                </p:cNvPr>
                <p:cNvSpPr/>
                <p:nvPr/>
              </p:nvSpPr>
              <p:spPr>
                <a:xfrm>
                  <a:off x="3689160" y="2473734"/>
                  <a:ext cx="1980000" cy="1620000"/>
                </a:xfrm>
                <a:prstGeom prst="roundRect">
                  <a:avLst>
                    <a:gd name="adj" fmla="val 45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endParaRPr>
                </a:p>
              </p:txBody>
            </p:sp>
            <p:sp>
              <p:nvSpPr>
                <p:cNvPr id="13" name="Number2">
                  <a:extLst>
                    <a:ext uri="{FF2B5EF4-FFF2-40B4-BE49-F238E27FC236}">
                      <a16:creationId xmlns:a16="http://schemas.microsoft.com/office/drawing/2014/main" id="{62EB16C6-1E69-4AAE-BCF4-554A1FF1DDEE}"/>
                    </a:ext>
                  </a:extLst>
                </p:cNvPr>
                <p:cNvSpPr txBox="1"/>
                <p:nvPr/>
              </p:nvSpPr>
              <p:spPr>
                <a:xfrm>
                  <a:off x="3779160"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rgbClr val="FFFFFF"/>
                      </a:solidFill>
                    </a:rPr>
                    <a:t>95</a:t>
                  </a:r>
                  <a:r>
                    <a:rPr lang="en-US" altLang="zh-CN" sz="4400" dirty="0">
                      <a:solidFill>
                        <a:srgbClr val="FFFFFF"/>
                      </a:solidFill>
                    </a:rPr>
                    <a:t>%</a:t>
                  </a:r>
                  <a:endParaRPr lang="en-US" altLang="zh-CN" sz="6000" dirty="0">
                    <a:solidFill>
                      <a:srgbClr val="FFFFFF"/>
                    </a:solidFill>
                  </a:endParaRPr>
                </a:p>
              </p:txBody>
            </p:sp>
          </p:grpSp>
          <p:grpSp>
            <p:nvGrpSpPr>
              <p:cNvPr id="32" name="组合 31">
                <a:extLst>
                  <a:ext uri="{FF2B5EF4-FFF2-40B4-BE49-F238E27FC236}">
                    <a16:creationId xmlns:a16="http://schemas.microsoft.com/office/drawing/2014/main" id="{2B5C69EE-8F18-385E-FF61-9F91B49D03AB}"/>
                  </a:ext>
                </a:extLst>
              </p:cNvPr>
              <p:cNvGrpSpPr/>
              <p:nvPr/>
            </p:nvGrpSpPr>
            <p:grpSpPr>
              <a:xfrm>
                <a:off x="6259628" y="2473734"/>
                <a:ext cx="2376000" cy="3618445"/>
                <a:chOff x="6203854" y="2473734"/>
                <a:chExt cx="2376000" cy="3618445"/>
              </a:xfrm>
            </p:grpSpPr>
            <p:sp>
              <p:nvSpPr>
                <p:cNvPr id="14" name="Bullet3">
                  <a:extLst>
                    <a:ext uri="{FF2B5EF4-FFF2-40B4-BE49-F238E27FC236}">
                      <a16:creationId xmlns:a16="http://schemas.microsoft.com/office/drawing/2014/main" id="{D3A5F13E-3F1F-45E1-BC36-F18901BE306E}"/>
                    </a:ext>
                  </a:extLst>
                </p:cNvPr>
                <p:cNvSpPr txBox="1"/>
                <p:nvPr/>
              </p:nvSpPr>
              <p:spPr>
                <a:xfrm>
                  <a:off x="6203854"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绿色环保产品</a:t>
                  </a:r>
                  <a:endParaRPr lang="en-US" sz="2000" dirty="0"/>
                </a:p>
              </p:txBody>
            </p:sp>
            <p:sp>
              <p:nvSpPr>
                <p:cNvPr id="15" name="Text3">
                  <a:extLst>
                    <a:ext uri="{FF2B5EF4-FFF2-40B4-BE49-F238E27FC236}">
                      <a16:creationId xmlns:a16="http://schemas.microsoft.com/office/drawing/2014/main" id="{93E3429A-FED4-4900-91F5-0FAA52AB66E4}"/>
                    </a:ext>
                  </a:extLst>
                </p:cNvPr>
                <p:cNvSpPr/>
                <p:nvPr/>
              </p:nvSpPr>
              <p:spPr>
                <a:xfrm flipH="1">
                  <a:off x="6203854"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17" name="ComponentBackground3">
                  <a:extLst>
                    <a:ext uri="{FF2B5EF4-FFF2-40B4-BE49-F238E27FC236}">
                      <a16:creationId xmlns:a16="http://schemas.microsoft.com/office/drawing/2014/main" id="{F211C287-9735-4B19-B801-74A9A70E60BF}"/>
                    </a:ext>
                  </a:extLst>
                </p:cNvPr>
                <p:cNvSpPr/>
                <p:nvPr/>
              </p:nvSpPr>
              <p:spPr>
                <a:xfrm>
                  <a:off x="6293569" y="2473734"/>
                  <a:ext cx="1980000" cy="1620000"/>
                </a:xfrm>
                <a:prstGeom prst="roundRect">
                  <a:avLst>
                    <a:gd name="adj" fmla="val 45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a:solidFill>
                      <a:schemeClr val="tx1"/>
                    </a:solidFill>
                  </a:endParaRPr>
                </a:p>
              </p:txBody>
            </p:sp>
            <p:sp>
              <p:nvSpPr>
                <p:cNvPr id="18" name="Number3">
                  <a:extLst>
                    <a:ext uri="{FF2B5EF4-FFF2-40B4-BE49-F238E27FC236}">
                      <a16:creationId xmlns:a16="http://schemas.microsoft.com/office/drawing/2014/main" id="{AA214F49-FB70-454B-93B0-D7AEC1D3848B}"/>
                    </a:ext>
                  </a:extLst>
                </p:cNvPr>
                <p:cNvSpPr txBox="1"/>
                <p:nvPr/>
              </p:nvSpPr>
              <p:spPr>
                <a:xfrm>
                  <a:off x="6383569"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rPr>
                    <a:t>35</a:t>
                  </a:r>
                  <a:r>
                    <a:rPr lang="en-US" altLang="zh-CN" sz="4400" dirty="0">
                      <a:solidFill>
                        <a:schemeClr val="accent1"/>
                      </a:solidFill>
                    </a:rPr>
                    <a:t>%</a:t>
                  </a:r>
                  <a:endParaRPr lang="en-US" altLang="zh-CN" sz="6000" dirty="0">
                    <a:solidFill>
                      <a:schemeClr val="accent1"/>
                    </a:solidFill>
                  </a:endParaRPr>
                </a:p>
              </p:txBody>
            </p:sp>
          </p:grpSp>
          <p:grpSp>
            <p:nvGrpSpPr>
              <p:cNvPr id="33" name="组合 32">
                <a:extLst>
                  <a:ext uri="{FF2B5EF4-FFF2-40B4-BE49-F238E27FC236}">
                    <a16:creationId xmlns:a16="http://schemas.microsoft.com/office/drawing/2014/main" id="{3D923D80-BE67-2E1C-F6B9-711A3F281C56}"/>
                  </a:ext>
                </a:extLst>
              </p:cNvPr>
              <p:cNvGrpSpPr/>
              <p:nvPr/>
            </p:nvGrpSpPr>
            <p:grpSpPr>
              <a:xfrm>
                <a:off x="8975582" y="2473734"/>
                <a:ext cx="2376000" cy="3618445"/>
                <a:chOff x="8808264" y="2473734"/>
                <a:chExt cx="2376000" cy="3618445"/>
              </a:xfrm>
            </p:grpSpPr>
            <p:sp>
              <p:nvSpPr>
                <p:cNvPr id="19" name="Bullet4">
                  <a:extLst>
                    <a:ext uri="{FF2B5EF4-FFF2-40B4-BE49-F238E27FC236}">
                      <a16:creationId xmlns:a16="http://schemas.microsoft.com/office/drawing/2014/main" id="{F5DB67A5-EAD9-480B-BCD0-CE3AA8BCECE4}"/>
                    </a:ext>
                  </a:extLst>
                </p:cNvPr>
                <p:cNvSpPr txBox="1"/>
                <p:nvPr/>
              </p:nvSpPr>
              <p:spPr>
                <a:xfrm>
                  <a:off x="8808264"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云计算服务升级</a:t>
                  </a:r>
                  <a:endParaRPr lang="en-US" sz="2000" dirty="0"/>
                </a:p>
              </p:txBody>
            </p:sp>
            <p:sp>
              <p:nvSpPr>
                <p:cNvPr id="20" name="Text4">
                  <a:extLst>
                    <a:ext uri="{FF2B5EF4-FFF2-40B4-BE49-F238E27FC236}">
                      <a16:creationId xmlns:a16="http://schemas.microsoft.com/office/drawing/2014/main" id="{3686B4B4-8E76-4F67-A71D-D1F95E27CDF2}"/>
                    </a:ext>
                  </a:extLst>
                </p:cNvPr>
                <p:cNvSpPr/>
                <p:nvPr/>
              </p:nvSpPr>
              <p:spPr>
                <a:xfrm flipH="1">
                  <a:off x="8808264"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22" name="ComponentBackground4">
                  <a:extLst>
                    <a:ext uri="{FF2B5EF4-FFF2-40B4-BE49-F238E27FC236}">
                      <a16:creationId xmlns:a16="http://schemas.microsoft.com/office/drawing/2014/main" id="{C19F5D7F-18B9-4606-98F2-443C78796BC1}"/>
                    </a:ext>
                  </a:extLst>
                </p:cNvPr>
                <p:cNvSpPr/>
                <p:nvPr/>
              </p:nvSpPr>
              <p:spPr>
                <a:xfrm>
                  <a:off x="8897978" y="2473734"/>
                  <a:ext cx="1980000" cy="1620000"/>
                </a:xfrm>
                <a:prstGeom prst="roundRect">
                  <a:avLst>
                    <a:gd name="adj" fmla="val 45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a:solidFill>
                      <a:schemeClr val="tx1"/>
                    </a:solidFill>
                  </a:endParaRPr>
                </a:p>
              </p:txBody>
            </p:sp>
            <p:sp>
              <p:nvSpPr>
                <p:cNvPr id="23" name="Number4">
                  <a:extLst>
                    <a:ext uri="{FF2B5EF4-FFF2-40B4-BE49-F238E27FC236}">
                      <a16:creationId xmlns:a16="http://schemas.microsoft.com/office/drawing/2014/main" id="{0109D2E7-7031-4EE5-81E3-6F2EE7F8C65D}"/>
                    </a:ext>
                  </a:extLst>
                </p:cNvPr>
                <p:cNvSpPr txBox="1"/>
                <p:nvPr/>
              </p:nvSpPr>
              <p:spPr>
                <a:xfrm>
                  <a:off x="8987979"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rPr>
                    <a:t>38</a:t>
                  </a:r>
                  <a:r>
                    <a:rPr lang="en-US" altLang="zh-CN" sz="4400" dirty="0">
                      <a:solidFill>
                        <a:schemeClr val="accent1"/>
                      </a:solidFill>
                    </a:rPr>
                    <a:t>%</a:t>
                  </a:r>
                  <a:endParaRPr lang="en-US" altLang="zh-CN" sz="6000" dirty="0">
                    <a:solidFill>
                      <a:schemeClr val="accent1"/>
                    </a:solidFill>
                  </a:endParaRPr>
                </a:p>
              </p:txBody>
            </p:sp>
          </p:grpSp>
        </p:gr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p:cNvSpPr>
            <a:spLocks noGrp="1"/>
          </p:cNvSpPr>
          <p:nvPr>
            <p:ph type="title" hasCustomPrompt="1"/>
          </p:nvPr>
        </p:nvSpPr>
        <p:spPr/>
        <p:txBody>
          <a:bodyPr/>
          <a:lstStyle/>
          <a:p>
            <a:r>
              <a:rPr lang="zh-CN" altLang="en-US" dirty="0"/>
              <a:t>成功案例一</a:t>
            </a:r>
            <a:endParaRPr lang="en-US" dirty="0"/>
          </a:p>
        </p:txBody>
      </p:sp>
      <p:grpSp>
        <p:nvGrpSpPr>
          <p:cNvPr id="51" name="组合 50">
            <a:extLst>
              <a:ext uri="{FF2B5EF4-FFF2-40B4-BE49-F238E27FC236}">
                <a16:creationId xmlns:a16="http://schemas.microsoft.com/office/drawing/2014/main" id="{3ED3E94E-85D7-6CED-1890-28862B1E7A25}"/>
              </a:ext>
            </a:extLst>
          </p:cNvPr>
          <p:cNvGrpSpPr/>
          <p:nvPr/>
        </p:nvGrpSpPr>
        <p:grpSpPr>
          <a:xfrm>
            <a:off x="660400" y="1158040"/>
            <a:ext cx="10965618" cy="5000124"/>
            <a:chOff x="660400" y="1158040"/>
            <a:chExt cx="10965618" cy="5000124"/>
          </a:xfrm>
        </p:grpSpPr>
        <p:grpSp>
          <p:nvGrpSpPr>
            <p:cNvPr id="60" name="组合 59">
              <a:extLst>
                <a:ext uri="{FF2B5EF4-FFF2-40B4-BE49-F238E27FC236}">
                  <a16:creationId xmlns:a16="http://schemas.microsoft.com/office/drawing/2014/main" id="{D0C1E566-4D9F-E27D-659C-D4A4C07B4F87}"/>
                </a:ext>
              </a:extLst>
            </p:cNvPr>
            <p:cNvGrpSpPr/>
            <p:nvPr/>
          </p:nvGrpSpPr>
          <p:grpSpPr>
            <a:xfrm>
              <a:off x="660400" y="1290926"/>
              <a:ext cx="5580000" cy="4663952"/>
              <a:chOff x="660400" y="1290926"/>
              <a:chExt cx="5580000" cy="4663952"/>
            </a:xfrm>
          </p:grpSpPr>
          <p:grpSp>
            <p:nvGrpSpPr>
              <p:cNvPr id="7" name="组合 6">
                <a:extLst>
                  <a:ext uri="{FF2B5EF4-FFF2-40B4-BE49-F238E27FC236}">
                    <a16:creationId xmlns:a16="http://schemas.microsoft.com/office/drawing/2014/main" id="{4F155B1E-774E-FF79-71E5-5BDC92C7C5AA}"/>
                  </a:ext>
                </a:extLst>
              </p:cNvPr>
              <p:cNvGrpSpPr/>
              <p:nvPr/>
            </p:nvGrpSpPr>
            <p:grpSpPr>
              <a:xfrm>
                <a:off x="660400" y="1290926"/>
                <a:ext cx="5580000" cy="1278486"/>
                <a:chOff x="5805413" y="1522855"/>
                <a:chExt cx="5580000" cy="1278486"/>
              </a:xfrm>
            </p:grpSpPr>
            <p:sp>
              <p:nvSpPr>
                <p:cNvPr id="57" name="Number1">
                  <a:extLst>
                    <a:ext uri="{FF2B5EF4-FFF2-40B4-BE49-F238E27FC236}">
                      <a16:creationId xmlns:a16="http://schemas.microsoft.com/office/drawing/2014/main" id="{1B6BB243-E404-6821-71B1-2E9640C1BEBF}"/>
                    </a:ext>
                  </a:extLst>
                </p:cNvPr>
                <p:cNvSpPr txBox="1">
                  <a:spLocks noChangeAspect="1"/>
                </p:cNvSpPr>
                <p:nvPr/>
              </p:nvSpPr>
              <p:spPr>
                <a:xfrm>
                  <a:off x="5853541" y="1711816"/>
                  <a:ext cx="648000" cy="648000"/>
                </a:xfrm>
                <a:prstGeom prst="roundRect">
                  <a:avLst>
                    <a:gd name="adj" fmla="val 500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algn="ctr" defTabSz="913765">
                    <a:defRPr b="1">
                      <a:solidFill>
                        <a:srgbClr val="FFFFFF"/>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a:t>01</a:t>
                  </a:r>
                  <a:endParaRPr lang="zh-CN" altLang="en-US" sz="2000" dirty="0"/>
                </a:p>
              </p:txBody>
            </p:sp>
            <p:grpSp>
              <p:nvGrpSpPr>
                <p:cNvPr id="53" name="组合 52">
                  <a:extLst>
                    <a:ext uri="{FF2B5EF4-FFF2-40B4-BE49-F238E27FC236}">
                      <a16:creationId xmlns:a16="http://schemas.microsoft.com/office/drawing/2014/main" id="{BBA9F666-56EA-8F29-5577-7E7C9687DAC5}"/>
                    </a:ext>
                  </a:extLst>
                </p:cNvPr>
                <p:cNvGrpSpPr/>
                <p:nvPr/>
              </p:nvGrpSpPr>
              <p:grpSpPr>
                <a:xfrm>
                  <a:off x="6590271" y="1522855"/>
                  <a:ext cx="4650741" cy="1191946"/>
                  <a:chOff x="4519547" y="2817478"/>
                  <a:chExt cx="4650741" cy="1191946"/>
                </a:xfrm>
              </p:grpSpPr>
              <p:sp>
                <p:nvSpPr>
                  <p:cNvPr id="55" name="Bullet1">
                    <a:extLst>
                      <a:ext uri="{FF2B5EF4-FFF2-40B4-BE49-F238E27FC236}">
                        <a16:creationId xmlns:a16="http://schemas.microsoft.com/office/drawing/2014/main" id="{D8991995-2837-D846-6013-1D5D377EC0CA}"/>
                      </a:ext>
                    </a:extLst>
                  </p:cNvPr>
                  <p:cNvSpPr txBox="1">
                    <a:spLocks/>
                  </p:cNvSpPr>
                  <p:nvPr/>
                </p:nvSpPr>
                <p:spPr>
                  <a:xfrm>
                    <a:off x="4519547" y="2817478"/>
                    <a:ext cx="4650741" cy="539999"/>
                  </a:xfrm>
                  <a:prstGeom prst="rect">
                    <a:avLst/>
                  </a:prstGeom>
                  <a:noFill/>
                </p:spPr>
                <p:txBody>
                  <a:bodyPr wrap="square" rtlCol="0" anchor="b" anchorCtr="0">
                    <a:normAutofit/>
                  </a:bodyPr>
                  <a:lstStyle/>
                  <a:p>
                    <a:r>
                      <a:rPr lang="zh-CN" altLang="en-US" sz="2000" b="1" dirty="0"/>
                      <a:t>市场拓展</a:t>
                    </a:r>
                    <a:endParaRPr lang="en-US" sz="2000" dirty="0"/>
                  </a:p>
                </p:txBody>
              </p:sp>
              <p:sp>
                <p:nvSpPr>
                  <p:cNvPr id="56" name="Text1">
                    <a:extLst>
                      <a:ext uri="{FF2B5EF4-FFF2-40B4-BE49-F238E27FC236}">
                        <a16:creationId xmlns:a16="http://schemas.microsoft.com/office/drawing/2014/main" id="{67CCA93E-21C2-E64F-0A39-33C8F5695B27}"/>
                      </a:ext>
                    </a:extLst>
                  </p:cNvPr>
                  <p:cNvSpPr>
                    <a:spLocks/>
                  </p:cNvSpPr>
                  <p:nvPr/>
                </p:nvSpPr>
                <p:spPr>
                  <a:xfrm>
                    <a:off x="4519547" y="3361424"/>
                    <a:ext cx="4650741" cy="648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20000"/>
                      </a:lnSpc>
                    </a:pPr>
                    <a:r>
                      <a:rPr kumimoji="1" lang="zh-CN" altLang="en-US" sz="1400">
                        <a:solidFill>
                          <a:schemeClr val="tx1"/>
                        </a:solidFill>
                      </a:rPr>
                      <a:t>为确保演示效果，请将内容调整为简洁明了的表达方式。若需包含较多信息，可适当延展。</a:t>
                    </a:r>
                    <a:endParaRPr kumimoji="1" lang="zh-CN" altLang="en-US" sz="1400" dirty="0">
                      <a:solidFill>
                        <a:schemeClr val="tx1"/>
                      </a:solidFill>
                    </a:endParaRPr>
                  </a:p>
                </p:txBody>
              </p:sp>
            </p:grpSp>
            <p:sp>
              <p:nvSpPr>
                <p:cNvPr id="54" name="矩形: 圆角 53">
                  <a:extLst>
                    <a:ext uri="{FF2B5EF4-FFF2-40B4-BE49-F238E27FC236}">
                      <a16:creationId xmlns:a16="http://schemas.microsoft.com/office/drawing/2014/main" id="{E8DFBECE-1557-3627-B89F-76DD353D9418}"/>
                    </a:ext>
                  </a:extLst>
                </p:cNvPr>
                <p:cNvSpPr/>
                <p:nvPr/>
              </p:nvSpPr>
              <p:spPr>
                <a:xfrm>
                  <a:off x="5805413" y="2621341"/>
                  <a:ext cx="5580000" cy="180000"/>
                </a:xfrm>
                <a:prstGeom prst="roundRect">
                  <a:avLst>
                    <a:gd name="adj" fmla="val 50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grpSp>
          <p:grpSp>
            <p:nvGrpSpPr>
              <p:cNvPr id="8" name="组合 7">
                <a:extLst>
                  <a:ext uri="{FF2B5EF4-FFF2-40B4-BE49-F238E27FC236}">
                    <a16:creationId xmlns:a16="http://schemas.microsoft.com/office/drawing/2014/main" id="{8D3030A4-AF76-E11C-4355-805C15B0B27C}"/>
                  </a:ext>
                </a:extLst>
              </p:cNvPr>
              <p:cNvGrpSpPr/>
              <p:nvPr/>
            </p:nvGrpSpPr>
            <p:grpSpPr>
              <a:xfrm>
                <a:off x="660400" y="2983659"/>
                <a:ext cx="5580000" cy="1278486"/>
                <a:chOff x="5805413" y="3000218"/>
                <a:chExt cx="5580000" cy="1278486"/>
              </a:xfrm>
            </p:grpSpPr>
            <p:sp>
              <p:nvSpPr>
                <p:cNvPr id="49" name="Number2">
                  <a:extLst>
                    <a:ext uri="{FF2B5EF4-FFF2-40B4-BE49-F238E27FC236}">
                      <a16:creationId xmlns:a16="http://schemas.microsoft.com/office/drawing/2014/main" id="{272DE5CD-4ACE-159C-18D6-95D4BF8BDD3C}"/>
                    </a:ext>
                  </a:extLst>
                </p:cNvPr>
                <p:cNvSpPr txBox="1">
                  <a:spLocks noChangeAspect="1"/>
                </p:cNvSpPr>
                <p:nvPr/>
              </p:nvSpPr>
              <p:spPr>
                <a:xfrm>
                  <a:off x="5853541" y="3189179"/>
                  <a:ext cx="648000" cy="648000"/>
                </a:xfrm>
                <a:prstGeom prst="roundRect">
                  <a:avLst>
                    <a:gd name="adj" fmla="val 500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algn="ctr" defTabSz="913765">
                    <a:defRPr b="1">
                      <a:solidFill>
                        <a:srgbClr val="FFFFFF"/>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a:t>02</a:t>
                  </a:r>
                  <a:endParaRPr lang="zh-CN" altLang="en-US" sz="2000" dirty="0"/>
                </a:p>
              </p:txBody>
            </p:sp>
            <p:grpSp>
              <p:nvGrpSpPr>
                <p:cNvPr id="45" name="组合 44">
                  <a:extLst>
                    <a:ext uri="{FF2B5EF4-FFF2-40B4-BE49-F238E27FC236}">
                      <a16:creationId xmlns:a16="http://schemas.microsoft.com/office/drawing/2014/main" id="{001B6110-7FE7-824C-C159-C67AE440AC83}"/>
                    </a:ext>
                  </a:extLst>
                </p:cNvPr>
                <p:cNvGrpSpPr/>
                <p:nvPr/>
              </p:nvGrpSpPr>
              <p:grpSpPr>
                <a:xfrm>
                  <a:off x="6590271" y="3000218"/>
                  <a:ext cx="4650741" cy="1191946"/>
                  <a:chOff x="4519547" y="2817478"/>
                  <a:chExt cx="4650741" cy="1191946"/>
                </a:xfrm>
              </p:grpSpPr>
              <p:sp>
                <p:nvSpPr>
                  <p:cNvPr id="47" name="Bullet2">
                    <a:extLst>
                      <a:ext uri="{FF2B5EF4-FFF2-40B4-BE49-F238E27FC236}">
                        <a16:creationId xmlns:a16="http://schemas.microsoft.com/office/drawing/2014/main" id="{88E9ECDE-7CF1-2C61-E6C2-3E7441794E08}"/>
                      </a:ext>
                    </a:extLst>
                  </p:cNvPr>
                  <p:cNvSpPr txBox="1">
                    <a:spLocks/>
                  </p:cNvSpPr>
                  <p:nvPr/>
                </p:nvSpPr>
                <p:spPr>
                  <a:xfrm>
                    <a:off x="4519547" y="2817478"/>
                    <a:ext cx="4650741" cy="539999"/>
                  </a:xfrm>
                  <a:prstGeom prst="rect">
                    <a:avLst/>
                  </a:prstGeom>
                  <a:noFill/>
                </p:spPr>
                <p:txBody>
                  <a:bodyPr wrap="square" rtlCol="0" anchor="b" anchorCtr="0">
                    <a:normAutofit/>
                  </a:bodyPr>
                  <a:lstStyle/>
                  <a:p>
                    <a:r>
                      <a:rPr lang="zh-CN" altLang="en-US" sz="2000" b="1" dirty="0"/>
                      <a:t>产品创新</a:t>
                    </a:r>
                    <a:endParaRPr lang="en-US" sz="2000" dirty="0"/>
                  </a:p>
                </p:txBody>
              </p:sp>
              <p:sp>
                <p:nvSpPr>
                  <p:cNvPr id="48" name="Text2">
                    <a:extLst>
                      <a:ext uri="{FF2B5EF4-FFF2-40B4-BE49-F238E27FC236}">
                        <a16:creationId xmlns:a16="http://schemas.microsoft.com/office/drawing/2014/main" id="{5613D044-10AC-E626-E24A-072F44CFAFDF}"/>
                      </a:ext>
                    </a:extLst>
                  </p:cNvPr>
                  <p:cNvSpPr>
                    <a:spLocks/>
                  </p:cNvSpPr>
                  <p:nvPr/>
                </p:nvSpPr>
                <p:spPr>
                  <a:xfrm>
                    <a:off x="4519547" y="3361424"/>
                    <a:ext cx="4650741" cy="648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20000"/>
                      </a:lnSpc>
                    </a:pPr>
                    <a:r>
                      <a:rPr kumimoji="1" lang="zh-CN" altLang="en-US" sz="1400">
                        <a:solidFill>
                          <a:schemeClr val="tx1"/>
                        </a:solidFill>
                      </a:rPr>
                      <a:t>为确保演示效果，请将内容调整为简洁明了的表达方式。若需包含较多信息，可适当延展。</a:t>
                    </a:r>
                    <a:endParaRPr kumimoji="1" lang="zh-CN" altLang="en-US" sz="1400" dirty="0">
                      <a:solidFill>
                        <a:schemeClr val="tx1"/>
                      </a:solidFill>
                    </a:endParaRPr>
                  </a:p>
                </p:txBody>
              </p:sp>
            </p:grpSp>
            <p:sp>
              <p:nvSpPr>
                <p:cNvPr id="46" name="矩形: 圆角 45">
                  <a:extLst>
                    <a:ext uri="{FF2B5EF4-FFF2-40B4-BE49-F238E27FC236}">
                      <a16:creationId xmlns:a16="http://schemas.microsoft.com/office/drawing/2014/main" id="{9B110713-FD09-6624-FF1A-BABF5DB55750}"/>
                    </a:ext>
                  </a:extLst>
                </p:cNvPr>
                <p:cNvSpPr/>
                <p:nvPr/>
              </p:nvSpPr>
              <p:spPr>
                <a:xfrm>
                  <a:off x="5805413" y="4098704"/>
                  <a:ext cx="5580000" cy="180000"/>
                </a:xfrm>
                <a:prstGeom prst="roundRect">
                  <a:avLst>
                    <a:gd name="adj" fmla="val 50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grpSp>
          <p:grpSp>
            <p:nvGrpSpPr>
              <p:cNvPr id="9" name="组合 8">
                <a:extLst>
                  <a:ext uri="{FF2B5EF4-FFF2-40B4-BE49-F238E27FC236}">
                    <a16:creationId xmlns:a16="http://schemas.microsoft.com/office/drawing/2014/main" id="{A5ECF7EC-4CBA-879D-9087-00C6555DCCE0}"/>
                  </a:ext>
                </a:extLst>
              </p:cNvPr>
              <p:cNvGrpSpPr/>
              <p:nvPr/>
            </p:nvGrpSpPr>
            <p:grpSpPr>
              <a:xfrm>
                <a:off x="660400" y="4676392"/>
                <a:ext cx="5580000" cy="1278486"/>
                <a:chOff x="5805413" y="4477581"/>
                <a:chExt cx="5580000" cy="1278486"/>
              </a:xfrm>
            </p:grpSpPr>
            <p:sp>
              <p:nvSpPr>
                <p:cNvPr id="41" name="Number3">
                  <a:extLst>
                    <a:ext uri="{FF2B5EF4-FFF2-40B4-BE49-F238E27FC236}">
                      <a16:creationId xmlns:a16="http://schemas.microsoft.com/office/drawing/2014/main" id="{FFB5EDC4-9234-BB5B-3291-36CB95C2178A}"/>
                    </a:ext>
                  </a:extLst>
                </p:cNvPr>
                <p:cNvSpPr txBox="1">
                  <a:spLocks noChangeAspect="1"/>
                </p:cNvSpPr>
                <p:nvPr/>
              </p:nvSpPr>
              <p:spPr>
                <a:xfrm>
                  <a:off x="5853541" y="4666542"/>
                  <a:ext cx="648000" cy="648000"/>
                </a:xfrm>
                <a:prstGeom prst="roundRect">
                  <a:avLst>
                    <a:gd name="adj" fmla="val 500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algn="ctr" defTabSz="913765">
                    <a:defRPr b="1">
                      <a:solidFill>
                        <a:srgbClr val="FFFFFF"/>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a:t>03</a:t>
                  </a:r>
                  <a:endParaRPr lang="zh-CN" altLang="en-US" sz="2000" dirty="0"/>
                </a:p>
              </p:txBody>
            </p:sp>
            <p:sp>
              <p:nvSpPr>
                <p:cNvPr id="32" name="矩形: 圆角 31">
                  <a:extLst>
                    <a:ext uri="{FF2B5EF4-FFF2-40B4-BE49-F238E27FC236}">
                      <a16:creationId xmlns:a16="http://schemas.microsoft.com/office/drawing/2014/main" id="{486D28BA-0B13-9F60-69DE-95DF23A5326A}"/>
                    </a:ext>
                  </a:extLst>
                </p:cNvPr>
                <p:cNvSpPr/>
                <p:nvPr/>
              </p:nvSpPr>
              <p:spPr>
                <a:xfrm>
                  <a:off x="5805413" y="5576067"/>
                  <a:ext cx="5580000" cy="180000"/>
                </a:xfrm>
                <a:prstGeom prst="roundRect">
                  <a:avLst>
                    <a:gd name="adj" fmla="val 50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grpSp>
              <p:nvGrpSpPr>
                <p:cNvPr id="38" name="组合 37">
                  <a:extLst>
                    <a:ext uri="{FF2B5EF4-FFF2-40B4-BE49-F238E27FC236}">
                      <a16:creationId xmlns:a16="http://schemas.microsoft.com/office/drawing/2014/main" id="{8FEC9F0C-FB56-0BED-0AFB-8FA1A729634D}"/>
                    </a:ext>
                  </a:extLst>
                </p:cNvPr>
                <p:cNvGrpSpPr/>
                <p:nvPr/>
              </p:nvGrpSpPr>
              <p:grpSpPr>
                <a:xfrm>
                  <a:off x="6590271" y="4477581"/>
                  <a:ext cx="4650741" cy="1191946"/>
                  <a:chOff x="4519547" y="2817478"/>
                  <a:chExt cx="4650741" cy="1191946"/>
                </a:xfrm>
              </p:grpSpPr>
              <p:sp>
                <p:nvSpPr>
                  <p:cNvPr id="39" name="Bullet3">
                    <a:extLst>
                      <a:ext uri="{FF2B5EF4-FFF2-40B4-BE49-F238E27FC236}">
                        <a16:creationId xmlns:a16="http://schemas.microsoft.com/office/drawing/2014/main" id="{28A3A22C-FB41-4ECF-F6DB-7BB1538BF33C}"/>
                      </a:ext>
                    </a:extLst>
                  </p:cNvPr>
                  <p:cNvSpPr txBox="1">
                    <a:spLocks/>
                  </p:cNvSpPr>
                  <p:nvPr/>
                </p:nvSpPr>
                <p:spPr>
                  <a:xfrm>
                    <a:off x="4519547" y="2817478"/>
                    <a:ext cx="4650741" cy="539999"/>
                  </a:xfrm>
                  <a:prstGeom prst="rect">
                    <a:avLst/>
                  </a:prstGeom>
                  <a:noFill/>
                </p:spPr>
                <p:txBody>
                  <a:bodyPr wrap="square" rtlCol="0" anchor="b" anchorCtr="0">
                    <a:normAutofit/>
                  </a:bodyPr>
                  <a:lstStyle/>
                  <a:p>
                    <a:r>
                      <a:rPr lang="zh-CN" altLang="en-US" sz="2000" b="1" dirty="0"/>
                      <a:t>营销策略</a:t>
                    </a:r>
                    <a:endParaRPr lang="en-US" sz="2000" dirty="0"/>
                  </a:p>
                </p:txBody>
              </p:sp>
              <p:sp>
                <p:nvSpPr>
                  <p:cNvPr id="40" name="Text3">
                    <a:extLst>
                      <a:ext uri="{FF2B5EF4-FFF2-40B4-BE49-F238E27FC236}">
                        <a16:creationId xmlns:a16="http://schemas.microsoft.com/office/drawing/2014/main" id="{C5F6D200-70C9-BA08-C948-BA687735172A}"/>
                      </a:ext>
                    </a:extLst>
                  </p:cNvPr>
                  <p:cNvSpPr>
                    <a:spLocks/>
                  </p:cNvSpPr>
                  <p:nvPr/>
                </p:nvSpPr>
                <p:spPr>
                  <a:xfrm>
                    <a:off x="4519547" y="3361424"/>
                    <a:ext cx="4650741" cy="648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20000"/>
                      </a:lnSpc>
                    </a:pPr>
                    <a:r>
                      <a:rPr kumimoji="1" lang="zh-CN" altLang="en-US" sz="1400">
                        <a:solidFill>
                          <a:schemeClr val="tx1"/>
                        </a:solidFill>
                      </a:rPr>
                      <a:t>为确保演示效果，请将内容调整为简洁明了的表达方式。若需包含较多信息，可适当延展。</a:t>
                    </a:r>
                    <a:endParaRPr kumimoji="1" lang="zh-CN" altLang="en-US" sz="1400" dirty="0" err="1">
                      <a:solidFill>
                        <a:schemeClr val="tx1"/>
                      </a:solidFill>
                    </a:endParaRPr>
                  </a:p>
                </p:txBody>
              </p:sp>
            </p:grpSp>
          </p:grpSp>
        </p:grpSp>
        <p:grpSp>
          <p:nvGrpSpPr>
            <p:cNvPr id="19" name="组合 18">
              <a:extLst>
                <a:ext uri="{FF2B5EF4-FFF2-40B4-BE49-F238E27FC236}">
                  <a16:creationId xmlns:a16="http://schemas.microsoft.com/office/drawing/2014/main" id="{8335B673-8DF7-F7C2-175D-E7FB070AEE9A}"/>
                </a:ext>
              </a:extLst>
            </p:cNvPr>
            <p:cNvGrpSpPr/>
            <p:nvPr/>
          </p:nvGrpSpPr>
          <p:grpSpPr>
            <a:xfrm>
              <a:off x="6625894" y="1158040"/>
              <a:ext cx="5000124" cy="5000124"/>
              <a:chOff x="6625894" y="1158040"/>
              <a:chExt cx="5000124" cy="5000124"/>
            </a:xfrm>
          </p:grpSpPr>
          <p:sp>
            <p:nvSpPr>
              <p:cNvPr id="24" name="PictureMisc">
                <a:extLst>
                  <a:ext uri="{FF2B5EF4-FFF2-40B4-BE49-F238E27FC236}">
                    <a16:creationId xmlns:a16="http://schemas.microsoft.com/office/drawing/2014/main" id="{067774EF-B3F8-F517-13BC-69AC66223A95}"/>
                  </a:ext>
                </a:extLst>
              </p:cNvPr>
              <p:cNvSpPr/>
              <p:nvPr/>
            </p:nvSpPr>
            <p:spPr>
              <a:xfrm>
                <a:off x="6625894" y="1158040"/>
                <a:ext cx="5000124" cy="5000124"/>
              </a:xfrm>
              <a:prstGeom prst="ellipse">
                <a:avLst/>
              </a:prstGeom>
              <a:blipFill>
                <a:blip r:embed="rId2" cstate="screen">
                  <a:extLst>
                    <a:ext uri="{28A0092B-C50C-407E-A947-70E740481C1C}">
                      <a14:useLocalDpi xmlns:a14="http://schemas.microsoft.com/office/drawing/2010/main"/>
                    </a:ext>
                  </a:extLst>
                </a:blip>
                <a:stretch>
                  <a:fillRect l="-33666" r="-1621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22" name="椭圆 21">
                <a:extLst>
                  <a:ext uri="{FF2B5EF4-FFF2-40B4-BE49-F238E27FC236}">
                    <a16:creationId xmlns:a16="http://schemas.microsoft.com/office/drawing/2014/main" id="{B84A28A4-0FA4-B146-895A-220B49A11E9C}"/>
                  </a:ext>
                </a:extLst>
              </p:cNvPr>
              <p:cNvSpPr/>
              <p:nvPr/>
            </p:nvSpPr>
            <p:spPr>
              <a:xfrm>
                <a:off x="7052489" y="5269135"/>
                <a:ext cx="536246" cy="536246"/>
              </a:xfrm>
              <a:prstGeom prst="ellipse">
                <a:avLst/>
              </a:prstGeom>
              <a:gradFill flip="none" rotWithShape="0">
                <a:gsLst>
                  <a:gs pos="0">
                    <a:schemeClr val="accent2">
                      <a:lumMod val="60000"/>
                      <a:lumOff val="40000"/>
                    </a:schemeClr>
                  </a:gs>
                  <a:gs pos="60000">
                    <a:schemeClr val="accent2"/>
                  </a:gs>
                </a:gsLst>
                <a:lin ang="2700000" scaled="0"/>
                <a:tileRect/>
              </a:gradFill>
              <a:ln w="57150" cap="rnd">
                <a:noFill/>
                <a:prstDash val="solid"/>
                <a:round/>
              </a:ln>
              <a:effectLst>
                <a:outerShdw blurRad="254000" dist="127000" dir="27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3765"/>
                <a:endParaRPr lang="zh-CN" altLang="en-US" sz="2000" b="1">
                  <a:solidFill>
                    <a:srgbClr val="FFFFFF"/>
                  </a:solidFill>
                  <a:latin typeface="+mj-lt"/>
                  <a:sym typeface="+mn-lt"/>
                </a:endParaRPr>
              </a:p>
            </p:txBody>
          </p:sp>
          <p:sp>
            <p:nvSpPr>
              <p:cNvPr id="23" name="椭圆 22">
                <a:extLst>
                  <a:ext uri="{FF2B5EF4-FFF2-40B4-BE49-F238E27FC236}">
                    <a16:creationId xmlns:a16="http://schemas.microsoft.com/office/drawing/2014/main" id="{9A1B73DE-E3BC-B065-3173-43E45817C0AE}"/>
                  </a:ext>
                </a:extLst>
              </p:cNvPr>
              <p:cNvSpPr/>
              <p:nvPr/>
            </p:nvSpPr>
            <p:spPr>
              <a:xfrm>
                <a:off x="10209628" y="1206663"/>
                <a:ext cx="821717" cy="821717"/>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sym typeface="+mn-lt"/>
                </a:endParaRPr>
              </a:p>
            </p:txBody>
          </p:sp>
        </p:gr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p:cNvSpPr>
            <a:spLocks noGrp="1"/>
          </p:cNvSpPr>
          <p:nvPr>
            <p:ph type="title" hasCustomPrompt="1"/>
          </p:nvPr>
        </p:nvSpPr>
        <p:spPr/>
        <p:txBody>
          <a:bodyPr/>
          <a:lstStyle/>
          <a:p>
            <a:r>
              <a:rPr lang="zh-CN" altLang="en-US" dirty="0"/>
              <a:t>存在问题三</a:t>
            </a:r>
            <a:endParaRPr lang="en-US" dirty="0"/>
          </a:p>
        </p:txBody>
      </p:sp>
      <p:grpSp>
        <p:nvGrpSpPr>
          <p:cNvPr id="95" name="组合 94">
            <a:extLst>
              <a:ext uri="{FF2B5EF4-FFF2-40B4-BE49-F238E27FC236}">
                <a16:creationId xmlns:a16="http://schemas.microsoft.com/office/drawing/2014/main" id="{AE8E608E-6B04-B921-A5D2-98BF682C8657}"/>
              </a:ext>
            </a:extLst>
          </p:cNvPr>
          <p:cNvGrpSpPr/>
          <p:nvPr/>
        </p:nvGrpSpPr>
        <p:grpSpPr>
          <a:xfrm>
            <a:off x="0" y="1419562"/>
            <a:ext cx="12192000" cy="5438438"/>
            <a:chOff x="0" y="1419562"/>
            <a:chExt cx="12192000" cy="5438438"/>
          </a:xfrm>
        </p:grpSpPr>
        <p:sp>
          <p:nvSpPr>
            <p:cNvPr id="55" name="任意多边形: 形状 54">
              <a:extLst>
                <a:ext uri="{FF2B5EF4-FFF2-40B4-BE49-F238E27FC236}">
                  <a16:creationId xmlns:a16="http://schemas.microsoft.com/office/drawing/2014/main" id="{83DFB282-C3F0-05BD-774E-58CDF416A9B3}"/>
                </a:ext>
              </a:extLst>
            </p:cNvPr>
            <p:cNvSpPr>
              <a:spLocks noChangeAspect="1"/>
            </p:cNvSpPr>
            <p:nvPr/>
          </p:nvSpPr>
          <p:spPr>
            <a:xfrm rot="2249525">
              <a:off x="3122472" y="3282593"/>
              <a:ext cx="432000" cy="185500"/>
            </a:xfrm>
            <a:custGeom>
              <a:avLst/>
              <a:gdLst>
                <a:gd name="connsiteX0" fmla="*/ 182340 w 406068"/>
                <a:gd name="connsiteY0" fmla="*/ 72783 h 174366"/>
                <a:gd name="connsiteX1" fmla="*/ 192522 w 406068"/>
                <a:gd name="connsiteY1" fmla="*/ 77001 h 174366"/>
                <a:gd name="connsiteX2" fmla="*/ 192690 w 406068"/>
                <a:gd name="connsiteY2" fmla="*/ 77406 h 174366"/>
                <a:gd name="connsiteX3" fmla="*/ 194665 w 406068"/>
                <a:gd name="connsiteY3" fmla="*/ 78219 h 174366"/>
                <a:gd name="connsiteX4" fmla="*/ 198310 w 406068"/>
                <a:gd name="connsiteY4" fmla="*/ 87056 h 174366"/>
                <a:gd name="connsiteX5" fmla="*/ 194654 w 406068"/>
                <a:gd name="connsiteY5" fmla="*/ 95871 h 174366"/>
                <a:gd name="connsiteX6" fmla="*/ 192828 w 406068"/>
                <a:gd name="connsiteY6" fmla="*/ 96628 h 174366"/>
                <a:gd name="connsiteX7" fmla="*/ 192522 w 406068"/>
                <a:gd name="connsiteY7" fmla="*/ 97366 h 174366"/>
                <a:gd name="connsiteX8" fmla="*/ 182340 w 406068"/>
                <a:gd name="connsiteY8" fmla="*/ 101583 h 174366"/>
                <a:gd name="connsiteX9" fmla="*/ 167940 w 406068"/>
                <a:gd name="connsiteY9" fmla="*/ 87183 h 174366"/>
                <a:gd name="connsiteX10" fmla="*/ 182340 w 406068"/>
                <a:gd name="connsiteY10" fmla="*/ 72783 h 174366"/>
                <a:gd name="connsiteX11" fmla="*/ 126360 w 406068"/>
                <a:gd name="connsiteY11" fmla="*/ 72783 h 174366"/>
                <a:gd name="connsiteX12" fmla="*/ 140760 w 406068"/>
                <a:gd name="connsiteY12" fmla="*/ 87183 h 174366"/>
                <a:gd name="connsiteX13" fmla="*/ 126360 w 406068"/>
                <a:gd name="connsiteY13" fmla="*/ 101583 h 174366"/>
                <a:gd name="connsiteX14" fmla="*/ 111960 w 406068"/>
                <a:gd name="connsiteY14" fmla="*/ 87183 h 174366"/>
                <a:gd name="connsiteX15" fmla="*/ 126360 w 406068"/>
                <a:gd name="connsiteY15" fmla="*/ 72783 h 174366"/>
                <a:gd name="connsiteX16" fmla="*/ 70380 w 406068"/>
                <a:gd name="connsiteY16" fmla="*/ 72783 h 174366"/>
                <a:gd name="connsiteX17" fmla="*/ 84780 w 406068"/>
                <a:gd name="connsiteY17" fmla="*/ 87183 h 174366"/>
                <a:gd name="connsiteX18" fmla="*/ 70380 w 406068"/>
                <a:gd name="connsiteY18" fmla="*/ 101583 h 174366"/>
                <a:gd name="connsiteX19" fmla="*/ 55980 w 406068"/>
                <a:gd name="connsiteY19" fmla="*/ 87183 h 174366"/>
                <a:gd name="connsiteX20" fmla="*/ 70380 w 406068"/>
                <a:gd name="connsiteY20" fmla="*/ 72783 h 174366"/>
                <a:gd name="connsiteX21" fmla="*/ 14400 w 406068"/>
                <a:gd name="connsiteY21" fmla="*/ 72783 h 174366"/>
                <a:gd name="connsiteX22" fmla="*/ 28800 w 406068"/>
                <a:gd name="connsiteY22" fmla="*/ 87183 h 174366"/>
                <a:gd name="connsiteX23" fmla="*/ 14400 w 406068"/>
                <a:gd name="connsiteY23" fmla="*/ 101583 h 174366"/>
                <a:gd name="connsiteX24" fmla="*/ 0 w 406068"/>
                <a:gd name="connsiteY24" fmla="*/ 87183 h 174366"/>
                <a:gd name="connsiteX25" fmla="*/ 14400 w 406068"/>
                <a:gd name="connsiteY25" fmla="*/ 72783 h 174366"/>
                <a:gd name="connsiteX26" fmla="*/ 310159 w 406068"/>
                <a:gd name="connsiteY26" fmla="*/ 3588 h 174366"/>
                <a:gd name="connsiteX27" fmla="*/ 327564 w 406068"/>
                <a:gd name="connsiteY27" fmla="*/ 3588 h 174366"/>
                <a:gd name="connsiteX28" fmla="*/ 401343 w 406068"/>
                <a:gd name="connsiteY28" fmla="*/ 77366 h 174366"/>
                <a:gd name="connsiteX29" fmla="*/ 405081 w 406068"/>
                <a:gd name="connsiteY29" fmla="*/ 82420 h 174366"/>
                <a:gd name="connsiteX30" fmla="*/ 405141 w 406068"/>
                <a:gd name="connsiteY30" fmla="*/ 82749 h 174366"/>
                <a:gd name="connsiteX31" fmla="*/ 405919 w 406068"/>
                <a:gd name="connsiteY31" fmla="*/ 86577 h 174366"/>
                <a:gd name="connsiteX32" fmla="*/ 406068 w 406068"/>
                <a:gd name="connsiteY32" fmla="*/ 87146 h 174366"/>
                <a:gd name="connsiteX33" fmla="*/ 405829 w 406068"/>
                <a:gd name="connsiteY33" fmla="*/ 88162 h 174366"/>
                <a:gd name="connsiteX34" fmla="*/ 405320 w 406068"/>
                <a:gd name="connsiteY34" fmla="*/ 90495 h 174366"/>
                <a:gd name="connsiteX35" fmla="*/ 404274 w 406068"/>
                <a:gd name="connsiteY35" fmla="*/ 93097 h 174366"/>
                <a:gd name="connsiteX36" fmla="*/ 403287 w 406068"/>
                <a:gd name="connsiteY36" fmla="*/ 94562 h 174366"/>
                <a:gd name="connsiteX37" fmla="*/ 402360 w 406068"/>
                <a:gd name="connsiteY37" fmla="*/ 95908 h 174366"/>
                <a:gd name="connsiteX38" fmla="*/ 327564 w 406068"/>
                <a:gd name="connsiteY38" fmla="*/ 170733 h 174366"/>
                <a:gd name="connsiteX39" fmla="*/ 310159 w 406068"/>
                <a:gd name="connsiteY39" fmla="*/ 170733 h 174366"/>
                <a:gd name="connsiteX40" fmla="*/ 310159 w 406068"/>
                <a:gd name="connsiteY40" fmla="*/ 153267 h 174366"/>
                <a:gd name="connsiteX41" fmla="*/ 363960 w 406068"/>
                <a:gd name="connsiteY41" fmla="*/ 99437 h 174366"/>
                <a:gd name="connsiteX42" fmla="*/ 243976 w 406068"/>
                <a:gd name="connsiteY42" fmla="*/ 99437 h 174366"/>
                <a:gd name="connsiteX43" fmla="*/ 231446 w 406068"/>
                <a:gd name="connsiteY43" fmla="*/ 86966 h 174366"/>
                <a:gd name="connsiteX44" fmla="*/ 243976 w 406068"/>
                <a:gd name="connsiteY44" fmla="*/ 74496 h 174366"/>
                <a:gd name="connsiteX45" fmla="*/ 363571 w 406068"/>
                <a:gd name="connsiteY45" fmla="*/ 74496 h 174366"/>
                <a:gd name="connsiteX46" fmla="*/ 310159 w 406068"/>
                <a:gd name="connsiteY46" fmla="*/ 21023 h 174366"/>
                <a:gd name="connsiteX47" fmla="*/ 310159 w 406068"/>
                <a:gd name="connsiteY47" fmla="*/ 3588 h 174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6068" h="174366">
                  <a:moveTo>
                    <a:pt x="182340" y="72783"/>
                  </a:moveTo>
                  <a:cubicBezTo>
                    <a:pt x="186317" y="72783"/>
                    <a:pt x="189917" y="74395"/>
                    <a:pt x="192522" y="77001"/>
                  </a:cubicBezTo>
                  <a:lnTo>
                    <a:pt x="192690" y="77406"/>
                  </a:lnTo>
                  <a:lnTo>
                    <a:pt x="194665" y="78219"/>
                  </a:lnTo>
                  <a:cubicBezTo>
                    <a:pt x="196919" y="80477"/>
                    <a:pt x="198310" y="83602"/>
                    <a:pt x="198310" y="87056"/>
                  </a:cubicBezTo>
                  <a:cubicBezTo>
                    <a:pt x="198310" y="90495"/>
                    <a:pt x="196912" y="93613"/>
                    <a:pt x="194654" y="95871"/>
                  </a:cubicBezTo>
                  <a:lnTo>
                    <a:pt x="192828" y="96628"/>
                  </a:lnTo>
                  <a:lnTo>
                    <a:pt x="192522" y="97366"/>
                  </a:lnTo>
                  <a:cubicBezTo>
                    <a:pt x="189917" y="99971"/>
                    <a:pt x="186317" y="101583"/>
                    <a:pt x="182340" y="101583"/>
                  </a:cubicBezTo>
                  <a:cubicBezTo>
                    <a:pt x="174387" y="101583"/>
                    <a:pt x="167940" y="95136"/>
                    <a:pt x="167940" y="87183"/>
                  </a:cubicBezTo>
                  <a:cubicBezTo>
                    <a:pt x="167940" y="79230"/>
                    <a:pt x="174387" y="72783"/>
                    <a:pt x="182340" y="72783"/>
                  </a:cubicBezTo>
                  <a:close/>
                  <a:moveTo>
                    <a:pt x="126360" y="72783"/>
                  </a:moveTo>
                  <a:cubicBezTo>
                    <a:pt x="134313" y="72783"/>
                    <a:pt x="140760" y="79230"/>
                    <a:pt x="140760" y="87183"/>
                  </a:cubicBezTo>
                  <a:cubicBezTo>
                    <a:pt x="140760" y="95136"/>
                    <a:pt x="134313" y="101583"/>
                    <a:pt x="126360" y="101583"/>
                  </a:cubicBezTo>
                  <a:cubicBezTo>
                    <a:pt x="118407" y="101583"/>
                    <a:pt x="111960" y="95136"/>
                    <a:pt x="111960" y="87183"/>
                  </a:cubicBezTo>
                  <a:cubicBezTo>
                    <a:pt x="111960" y="79230"/>
                    <a:pt x="118407" y="72783"/>
                    <a:pt x="126360" y="72783"/>
                  </a:cubicBezTo>
                  <a:close/>
                  <a:moveTo>
                    <a:pt x="70380" y="72783"/>
                  </a:moveTo>
                  <a:cubicBezTo>
                    <a:pt x="78333" y="72783"/>
                    <a:pt x="84780" y="79230"/>
                    <a:pt x="84780" y="87183"/>
                  </a:cubicBezTo>
                  <a:cubicBezTo>
                    <a:pt x="84780" y="95136"/>
                    <a:pt x="78333" y="101583"/>
                    <a:pt x="70380" y="101583"/>
                  </a:cubicBezTo>
                  <a:cubicBezTo>
                    <a:pt x="62427" y="101583"/>
                    <a:pt x="55980" y="95136"/>
                    <a:pt x="55980" y="87183"/>
                  </a:cubicBezTo>
                  <a:cubicBezTo>
                    <a:pt x="55980" y="79230"/>
                    <a:pt x="62427" y="72783"/>
                    <a:pt x="70380" y="72783"/>
                  </a:cubicBezTo>
                  <a:close/>
                  <a:moveTo>
                    <a:pt x="14400" y="72783"/>
                  </a:moveTo>
                  <a:cubicBezTo>
                    <a:pt x="22353" y="72783"/>
                    <a:pt x="28800" y="79230"/>
                    <a:pt x="28800" y="87183"/>
                  </a:cubicBezTo>
                  <a:cubicBezTo>
                    <a:pt x="28800" y="95136"/>
                    <a:pt x="22353" y="101583"/>
                    <a:pt x="14400" y="101583"/>
                  </a:cubicBezTo>
                  <a:cubicBezTo>
                    <a:pt x="6447" y="101583"/>
                    <a:pt x="0" y="95136"/>
                    <a:pt x="0" y="87183"/>
                  </a:cubicBezTo>
                  <a:cubicBezTo>
                    <a:pt x="0" y="79230"/>
                    <a:pt x="6447" y="72783"/>
                    <a:pt x="14400" y="72783"/>
                  </a:cubicBezTo>
                  <a:close/>
                  <a:moveTo>
                    <a:pt x="310159" y="3588"/>
                  </a:moveTo>
                  <a:cubicBezTo>
                    <a:pt x="314914" y="-1196"/>
                    <a:pt x="322750" y="-1196"/>
                    <a:pt x="327564" y="3588"/>
                  </a:cubicBezTo>
                  <a:lnTo>
                    <a:pt x="401343" y="77366"/>
                  </a:lnTo>
                  <a:cubicBezTo>
                    <a:pt x="403018" y="78682"/>
                    <a:pt x="404334" y="80387"/>
                    <a:pt x="405081" y="82420"/>
                  </a:cubicBezTo>
                  <a:cubicBezTo>
                    <a:pt x="405111" y="82570"/>
                    <a:pt x="405141" y="82660"/>
                    <a:pt x="405141" y="82749"/>
                  </a:cubicBezTo>
                  <a:cubicBezTo>
                    <a:pt x="405679" y="83946"/>
                    <a:pt x="405859" y="85261"/>
                    <a:pt x="405919" y="86577"/>
                  </a:cubicBezTo>
                  <a:cubicBezTo>
                    <a:pt x="405919" y="86757"/>
                    <a:pt x="406068" y="86966"/>
                    <a:pt x="406068" y="87146"/>
                  </a:cubicBezTo>
                  <a:cubicBezTo>
                    <a:pt x="406068" y="87505"/>
                    <a:pt x="405829" y="87804"/>
                    <a:pt x="405829" y="88162"/>
                  </a:cubicBezTo>
                  <a:cubicBezTo>
                    <a:pt x="405769" y="88940"/>
                    <a:pt x="405590" y="89718"/>
                    <a:pt x="405320" y="90495"/>
                  </a:cubicBezTo>
                  <a:cubicBezTo>
                    <a:pt x="405081" y="91422"/>
                    <a:pt x="404693" y="92260"/>
                    <a:pt x="404274" y="93097"/>
                  </a:cubicBezTo>
                  <a:cubicBezTo>
                    <a:pt x="404005" y="93605"/>
                    <a:pt x="403646" y="94084"/>
                    <a:pt x="403287" y="94562"/>
                  </a:cubicBezTo>
                  <a:cubicBezTo>
                    <a:pt x="402958" y="94981"/>
                    <a:pt x="402808" y="95519"/>
                    <a:pt x="402360" y="95908"/>
                  </a:cubicBezTo>
                  <a:lnTo>
                    <a:pt x="327564" y="170733"/>
                  </a:lnTo>
                  <a:cubicBezTo>
                    <a:pt x="322750" y="175577"/>
                    <a:pt x="314914" y="175577"/>
                    <a:pt x="310159" y="170733"/>
                  </a:cubicBezTo>
                  <a:cubicBezTo>
                    <a:pt x="305344" y="165948"/>
                    <a:pt x="305344" y="158112"/>
                    <a:pt x="310159" y="153267"/>
                  </a:cubicBezTo>
                  <a:lnTo>
                    <a:pt x="363960" y="99437"/>
                  </a:lnTo>
                  <a:lnTo>
                    <a:pt x="243976" y="99437"/>
                  </a:lnTo>
                  <a:cubicBezTo>
                    <a:pt x="237098" y="99437"/>
                    <a:pt x="231446" y="93844"/>
                    <a:pt x="231446" y="86966"/>
                  </a:cubicBezTo>
                  <a:cubicBezTo>
                    <a:pt x="231446" y="80088"/>
                    <a:pt x="237068" y="74496"/>
                    <a:pt x="243976" y="74496"/>
                  </a:cubicBezTo>
                  <a:lnTo>
                    <a:pt x="363571" y="74496"/>
                  </a:lnTo>
                  <a:lnTo>
                    <a:pt x="310159" y="21023"/>
                  </a:lnTo>
                  <a:cubicBezTo>
                    <a:pt x="305344" y="16268"/>
                    <a:pt x="305344" y="8403"/>
                    <a:pt x="310159" y="358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任意多边形: 形状 55">
              <a:extLst>
                <a:ext uri="{FF2B5EF4-FFF2-40B4-BE49-F238E27FC236}">
                  <a16:creationId xmlns:a16="http://schemas.microsoft.com/office/drawing/2014/main" id="{38C23941-C4C9-642C-1531-C4E6109DC169}"/>
                </a:ext>
              </a:extLst>
            </p:cNvPr>
            <p:cNvSpPr>
              <a:spLocks noChangeAspect="1"/>
            </p:cNvSpPr>
            <p:nvPr/>
          </p:nvSpPr>
          <p:spPr>
            <a:xfrm rot="18967064">
              <a:off x="5857326" y="3119609"/>
              <a:ext cx="432000" cy="185500"/>
            </a:xfrm>
            <a:custGeom>
              <a:avLst/>
              <a:gdLst>
                <a:gd name="connsiteX0" fmla="*/ 182340 w 406068"/>
                <a:gd name="connsiteY0" fmla="*/ 72783 h 174366"/>
                <a:gd name="connsiteX1" fmla="*/ 192522 w 406068"/>
                <a:gd name="connsiteY1" fmla="*/ 77001 h 174366"/>
                <a:gd name="connsiteX2" fmla="*/ 192690 w 406068"/>
                <a:gd name="connsiteY2" fmla="*/ 77406 h 174366"/>
                <a:gd name="connsiteX3" fmla="*/ 194665 w 406068"/>
                <a:gd name="connsiteY3" fmla="*/ 78219 h 174366"/>
                <a:gd name="connsiteX4" fmla="*/ 198310 w 406068"/>
                <a:gd name="connsiteY4" fmla="*/ 87056 h 174366"/>
                <a:gd name="connsiteX5" fmla="*/ 194654 w 406068"/>
                <a:gd name="connsiteY5" fmla="*/ 95871 h 174366"/>
                <a:gd name="connsiteX6" fmla="*/ 192828 w 406068"/>
                <a:gd name="connsiteY6" fmla="*/ 96628 h 174366"/>
                <a:gd name="connsiteX7" fmla="*/ 192522 w 406068"/>
                <a:gd name="connsiteY7" fmla="*/ 97366 h 174366"/>
                <a:gd name="connsiteX8" fmla="*/ 182340 w 406068"/>
                <a:gd name="connsiteY8" fmla="*/ 101583 h 174366"/>
                <a:gd name="connsiteX9" fmla="*/ 167940 w 406068"/>
                <a:gd name="connsiteY9" fmla="*/ 87183 h 174366"/>
                <a:gd name="connsiteX10" fmla="*/ 182340 w 406068"/>
                <a:gd name="connsiteY10" fmla="*/ 72783 h 174366"/>
                <a:gd name="connsiteX11" fmla="*/ 126360 w 406068"/>
                <a:gd name="connsiteY11" fmla="*/ 72783 h 174366"/>
                <a:gd name="connsiteX12" fmla="*/ 140760 w 406068"/>
                <a:gd name="connsiteY12" fmla="*/ 87183 h 174366"/>
                <a:gd name="connsiteX13" fmla="*/ 126360 w 406068"/>
                <a:gd name="connsiteY13" fmla="*/ 101583 h 174366"/>
                <a:gd name="connsiteX14" fmla="*/ 111960 w 406068"/>
                <a:gd name="connsiteY14" fmla="*/ 87183 h 174366"/>
                <a:gd name="connsiteX15" fmla="*/ 126360 w 406068"/>
                <a:gd name="connsiteY15" fmla="*/ 72783 h 174366"/>
                <a:gd name="connsiteX16" fmla="*/ 70380 w 406068"/>
                <a:gd name="connsiteY16" fmla="*/ 72783 h 174366"/>
                <a:gd name="connsiteX17" fmla="*/ 84780 w 406068"/>
                <a:gd name="connsiteY17" fmla="*/ 87183 h 174366"/>
                <a:gd name="connsiteX18" fmla="*/ 70380 w 406068"/>
                <a:gd name="connsiteY18" fmla="*/ 101583 h 174366"/>
                <a:gd name="connsiteX19" fmla="*/ 55980 w 406068"/>
                <a:gd name="connsiteY19" fmla="*/ 87183 h 174366"/>
                <a:gd name="connsiteX20" fmla="*/ 70380 w 406068"/>
                <a:gd name="connsiteY20" fmla="*/ 72783 h 174366"/>
                <a:gd name="connsiteX21" fmla="*/ 14400 w 406068"/>
                <a:gd name="connsiteY21" fmla="*/ 72783 h 174366"/>
                <a:gd name="connsiteX22" fmla="*/ 28800 w 406068"/>
                <a:gd name="connsiteY22" fmla="*/ 87183 h 174366"/>
                <a:gd name="connsiteX23" fmla="*/ 14400 w 406068"/>
                <a:gd name="connsiteY23" fmla="*/ 101583 h 174366"/>
                <a:gd name="connsiteX24" fmla="*/ 0 w 406068"/>
                <a:gd name="connsiteY24" fmla="*/ 87183 h 174366"/>
                <a:gd name="connsiteX25" fmla="*/ 14400 w 406068"/>
                <a:gd name="connsiteY25" fmla="*/ 72783 h 174366"/>
                <a:gd name="connsiteX26" fmla="*/ 310159 w 406068"/>
                <a:gd name="connsiteY26" fmla="*/ 3588 h 174366"/>
                <a:gd name="connsiteX27" fmla="*/ 327564 w 406068"/>
                <a:gd name="connsiteY27" fmla="*/ 3588 h 174366"/>
                <a:gd name="connsiteX28" fmla="*/ 401343 w 406068"/>
                <a:gd name="connsiteY28" fmla="*/ 77366 h 174366"/>
                <a:gd name="connsiteX29" fmla="*/ 405081 w 406068"/>
                <a:gd name="connsiteY29" fmla="*/ 82420 h 174366"/>
                <a:gd name="connsiteX30" fmla="*/ 405141 w 406068"/>
                <a:gd name="connsiteY30" fmla="*/ 82749 h 174366"/>
                <a:gd name="connsiteX31" fmla="*/ 405919 w 406068"/>
                <a:gd name="connsiteY31" fmla="*/ 86577 h 174366"/>
                <a:gd name="connsiteX32" fmla="*/ 406068 w 406068"/>
                <a:gd name="connsiteY32" fmla="*/ 87146 h 174366"/>
                <a:gd name="connsiteX33" fmla="*/ 405829 w 406068"/>
                <a:gd name="connsiteY33" fmla="*/ 88162 h 174366"/>
                <a:gd name="connsiteX34" fmla="*/ 405320 w 406068"/>
                <a:gd name="connsiteY34" fmla="*/ 90495 h 174366"/>
                <a:gd name="connsiteX35" fmla="*/ 404274 w 406068"/>
                <a:gd name="connsiteY35" fmla="*/ 93097 h 174366"/>
                <a:gd name="connsiteX36" fmla="*/ 403287 w 406068"/>
                <a:gd name="connsiteY36" fmla="*/ 94562 h 174366"/>
                <a:gd name="connsiteX37" fmla="*/ 402360 w 406068"/>
                <a:gd name="connsiteY37" fmla="*/ 95908 h 174366"/>
                <a:gd name="connsiteX38" fmla="*/ 327564 w 406068"/>
                <a:gd name="connsiteY38" fmla="*/ 170733 h 174366"/>
                <a:gd name="connsiteX39" fmla="*/ 310159 w 406068"/>
                <a:gd name="connsiteY39" fmla="*/ 170733 h 174366"/>
                <a:gd name="connsiteX40" fmla="*/ 310159 w 406068"/>
                <a:gd name="connsiteY40" fmla="*/ 153267 h 174366"/>
                <a:gd name="connsiteX41" fmla="*/ 363960 w 406068"/>
                <a:gd name="connsiteY41" fmla="*/ 99437 h 174366"/>
                <a:gd name="connsiteX42" fmla="*/ 243976 w 406068"/>
                <a:gd name="connsiteY42" fmla="*/ 99437 h 174366"/>
                <a:gd name="connsiteX43" fmla="*/ 231446 w 406068"/>
                <a:gd name="connsiteY43" fmla="*/ 86966 h 174366"/>
                <a:gd name="connsiteX44" fmla="*/ 243976 w 406068"/>
                <a:gd name="connsiteY44" fmla="*/ 74496 h 174366"/>
                <a:gd name="connsiteX45" fmla="*/ 363571 w 406068"/>
                <a:gd name="connsiteY45" fmla="*/ 74496 h 174366"/>
                <a:gd name="connsiteX46" fmla="*/ 310159 w 406068"/>
                <a:gd name="connsiteY46" fmla="*/ 21023 h 174366"/>
                <a:gd name="connsiteX47" fmla="*/ 310159 w 406068"/>
                <a:gd name="connsiteY47" fmla="*/ 3588 h 174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6068" h="174366">
                  <a:moveTo>
                    <a:pt x="182340" y="72783"/>
                  </a:moveTo>
                  <a:cubicBezTo>
                    <a:pt x="186317" y="72783"/>
                    <a:pt x="189917" y="74395"/>
                    <a:pt x="192522" y="77001"/>
                  </a:cubicBezTo>
                  <a:lnTo>
                    <a:pt x="192690" y="77406"/>
                  </a:lnTo>
                  <a:lnTo>
                    <a:pt x="194665" y="78219"/>
                  </a:lnTo>
                  <a:cubicBezTo>
                    <a:pt x="196919" y="80477"/>
                    <a:pt x="198310" y="83602"/>
                    <a:pt x="198310" y="87056"/>
                  </a:cubicBezTo>
                  <a:cubicBezTo>
                    <a:pt x="198310" y="90495"/>
                    <a:pt x="196912" y="93613"/>
                    <a:pt x="194654" y="95871"/>
                  </a:cubicBezTo>
                  <a:lnTo>
                    <a:pt x="192828" y="96628"/>
                  </a:lnTo>
                  <a:lnTo>
                    <a:pt x="192522" y="97366"/>
                  </a:lnTo>
                  <a:cubicBezTo>
                    <a:pt x="189917" y="99971"/>
                    <a:pt x="186317" y="101583"/>
                    <a:pt x="182340" y="101583"/>
                  </a:cubicBezTo>
                  <a:cubicBezTo>
                    <a:pt x="174387" y="101583"/>
                    <a:pt x="167940" y="95136"/>
                    <a:pt x="167940" y="87183"/>
                  </a:cubicBezTo>
                  <a:cubicBezTo>
                    <a:pt x="167940" y="79230"/>
                    <a:pt x="174387" y="72783"/>
                    <a:pt x="182340" y="72783"/>
                  </a:cubicBezTo>
                  <a:close/>
                  <a:moveTo>
                    <a:pt x="126360" y="72783"/>
                  </a:moveTo>
                  <a:cubicBezTo>
                    <a:pt x="134313" y="72783"/>
                    <a:pt x="140760" y="79230"/>
                    <a:pt x="140760" y="87183"/>
                  </a:cubicBezTo>
                  <a:cubicBezTo>
                    <a:pt x="140760" y="95136"/>
                    <a:pt x="134313" y="101583"/>
                    <a:pt x="126360" y="101583"/>
                  </a:cubicBezTo>
                  <a:cubicBezTo>
                    <a:pt x="118407" y="101583"/>
                    <a:pt x="111960" y="95136"/>
                    <a:pt x="111960" y="87183"/>
                  </a:cubicBezTo>
                  <a:cubicBezTo>
                    <a:pt x="111960" y="79230"/>
                    <a:pt x="118407" y="72783"/>
                    <a:pt x="126360" y="72783"/>
                  </a:cubicBezTo>
                  <a:close/>
                  <a:moveTo>
                    <a:pt x="70380" y="72783"/>
                  </a:moveTo>
                  <a:cubicBezTo>
                    <a:pt x="78333" y="72783"/>
                    <a:pt x="84780" y="79230"/>
                    <a:pt x="84780" y="87183"/>
                  </a:cubicBezTo>
                  <a:cubicBezTo>
                    <a:pt x="84780" y="95136"/>
                    <a:pt x="78333" y="101583"/>
                    <a:pt x="70380" y="101583"/>
                  </a:cubicBezTo>
                  <a:cubicBezTo>
                    <a:pt x="62427" y="101583"/>
                    <a:pt x="55980" y="95136"/>
                    <a:pt x="55980" y="87183"/>
                  </a:cubicBezTo>
                  <a:cubicBezTo>
                    <a:pt x="55980" y="79230"/>
                    <a:pt x="62427" y="72783"/>
                    <a:pt x="70380" y="72783"/>
                  </a:cubicBezTo>
                  <a:close/>
                  <a:moveTo>
                    <a:pt x="14400" y="72783"/>
                  </a:moveTo>
                  <a:cubicBezTo>
                    <a:pt x="22353" y="72783"/>
                    <a:pt x="28800" y="79230"/>
                    <a:pt x="28800" y="87183"/>
                  </a:cubicBezTo>
                  <a:cubicBezTo>
                    <a:pt x="28800" y="95136"/>
                    <a:pt x="22353" y="101583"/>
                    <a:pt x="14400" y="101583"/>
                  </a:cubicBezTo>
                  <a:cubicBezTo>
                    <a:pt x="6447" y="101583"/>
                    <a:pt x="0" y="95136"/>
                    <a:pt x="0" y="87183"/>
                  </a:cubicBezTo>
                  <a:cubicBezTo>
                    <a:pt x="0" y="79230"/>
                    <a:pt x="6447" y="72783"/>
                    <a:pt x="14400" y="72783"/>
                  </a:cubicBezTo>
                  <a:close/>
                  <a:moveTo>
                    <a:pt x="310159" y="3588"/>
                  </a:moveTo>
                  <a:cubicBezTo>
                    <a:pt x="314914" y="-1196"/>
                    <a:pt x="322750" y="-1196"/>
                    <a:pt x="327564" y="3588"/>
                  </a:cubicBezTo>
                  <a:lnTo>
                    <a:pt x="401343" y="77366"/>
                  </a:lnTo>
                  <a:cubicBezTo>
                    <a:pt x="403018" y="78682"/>
                    <a:pt x="404334" y="80387"/>
                    <a:pt x="405081" y="82420"/>
                  </a:cubicBezTo>
                  <a:cubicBezTo>
                    <a:pt x="405111" y="82570"/>
                    <a:pt x="405141" y="82660"/>
                    <a:pt x="405141" y="82749"/>
                  </a:cubicBezTo>
                  <a:cubicBezTo>
                    <a:pt x="405679" y="83946"/>
                    <a:pt x="405859" y="85261"/>
                    <a:pt x="405919" y="86577"/>
                  </a:cubicBezTo>
                  <a:cubicBezTo>
                    <a:pt x="405919" y="86757"/>
                    <a:pt x="406068" y="86966"/>
                    <a:pt x="406068" y="87146"/>
                  </a:cubicBezTo>
                  <a:cubicBezTo>
                    <a:pt x="406068" y="87505"/>
                    <a:pt x="405829" y="87804"/>
                    <a:pt x="405829" y="88162"/>
                  </a:cubicBezTo>
                  <a:cubicBezTo>
                    <a:pt x="405769" y="88940"/>
                    <a:pt x="405590" y="89718"/>
                    <a:pt x="405320" y="90495"/>
                  </a:cubicBezTo>
                  <a:cubicBezTo>
                    <a:pt x="405081" y="91422"/>
                    <a:pt x="404693" y="92260"/>
                    <a:pt x="404274" y="93097"/>
                  </a:cubicBezTo>
                  <a:cubicBezTo>
                    <a:pt x="404005" y="93605"/>
                    <a:pt x="403646" y="94084"/>
                    <a:pt x="403287" y="94562"/>
                  </a:cubicBezTo>
                  <a:cubicBezTo>
                    <a:pt x="402958" y="94981"/>
                    <a:pt x="402808" y="95519"/>
                    <a:pt x="402360" y="95908"/>
                  </a:cubicBezTo>
                  <a:lnTo>
                    <a:pt x="327564" y="170733"/>
                  </a:lnTo>
                  <a:cubicBezTo>
                    <a:pt x="322750" y="175577"/>
                    <a:pt x="314914" y="175577"/>
                    <a:pt x="310159" y="170733"/>
                  </a:cubicBezTo>
                  <a:cubicBezTo>
                    <a:pt x="305344" y="165948"/>
                    <a:pt x="305344" y="158112"/>
                    <a:pt x="310159" y="153267"/>
                  </a:cubicBezTo>
                  <a:lnTo>
                    <a:pt x="363960" y="99437"/>
                  </a:lnTo>
                  <a:lnTo>
                    <a:pt x="243976" y="99437"/>
                  </a:lnTo>
                  <a:cubicBezTo>
                    <a:pt x="237098" y="99437"/>
                    <a:pt x="231446" y="93844"/>
                    <a:pt x="231446" y="86966"/>
                  </a:cubicBezTo>
                  <a:cubicBezTo>
                    <a:pt x="231446" y="80088"/>
                    <a:pt x="237068" y="74496"/>
                    <a:pt x="243976" y="74496"/>
                  </a:cubicBezTo>
                  <a:lnTo>
                    <a:pt x="363571" y="74496"/>
                  </a:lnTo>
                  <a:lnTo>
                    <a:pt x="310159" y="21023"/>
                  </a:lnTo>
                  <a:cubicBezTo>
                    <a:pt x="305344" y="16268"/>
                    <a:pt x="305344" y="8403"/>
                    <a:pt x="310159" y="358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任意多边形: 形状 56">
              <a:extLst>
                <a:ext uri="{FF2B5EF4-FFF2-40B4-BE49-F238E27FC236}">
                  <a16:creationId xmlns:a16="http://schemas.microsoft.com/office/drawing/2014/main" id="{662DE3A4-497D-9111-19BE-68D442C6DA81}"/>
                </a:ext>
              </a:extLst>
            </p:cNvPr>
            <p:cNvSpPr>
              <a:spLocks noChangeAspect="1"/>
            </p:cNvSpPr>
            <p:nvPr/>
          </p:nvSpPr>
          <p:spPr>
            <a:xfrm rot="1266652">
              <a:off x="8624825" y="2574640"/>
              <a:ext cx="432000" cy="185500"/>
            </a:xfrm>
            <a:custGeom>
              <a:avLst/>
              <a:gdLst>
                <a:gd name="connsiteX0" fmla="*/ 182340 w 406068"/>
                <a:gd name="connsiteY0" fmla="*/ 72783 h 174366"/>
                <a:gd name="connsiteX1" fmla="*/ 192522 w 406068"/>
                <a:gd name="connsiteY1" fmla="*/ 77001 h 174366"/>
                <a:gd name="connsiteX2" fmla="*/ 192690 w 406068"/>
                <a:gd name="connsiteY2" fmla="*/ 77406 h 174366"/>
                <a:gd name="connsiteX3" fmla="*/ 194665 w 406068"/>
                <a:gd name="connsiteY3" fmla="*/ 78219 h 174366"/>
                <a:gd name="connsiteX4" fmla="*/ 198310 w 406068"/>
                <a:gd name="connsiteY4" fmla="*/ 87056 h 174366"/>
                <a:gd name="connsiteX5" fmla="*/ 194654 w 406068"/>
                <a:gd name="connsiteY5" fmla="*/ 95871 h 174366"/>
                <a:gd name="connsiteX6" fmla="*/ 192828 w 406068"/>
                <a:gd name="connsiteY6" fmla="*/ 96628 h 174366"/>
                <a:gd name="connsiteX7" fmla="*/ 192522 w 406068"/>
                <a:gd name="connsiteY7" fmla="*/ 97366 h 174366"/>
                <a:gd name="connsiteX8" fmla="*/ 182340 w 406068"/>
                <a:gd name="connsiteY8" fmla="*/ 101583 h 174366"/>
                <a:gd name="connsiteX9" fmla="*/ 167940 w 406068"/>
                <a:gd name="connsiteY9" fmla="*/ 87183 h 174366"/>
                <a:gd name="connsiteX10" fmla="*/ 182340 w 406068"/>
                <a:gd name="connsiteY10" fmla="*/ 72783 h 174366"/>
                <a:gd name="connsiteX11" fmla="*/ 126360 w 406068"/>
                <a:gd name="connsiteY11" fmla="*/ 72783 h 174366"/>
                <a:gd name="connsiteX12" fmla="*/ 140760 w 406068"/>
                <a:gd name="connsiteY12" fmla="*/ 87183 h 174366"/>
                <a:gd name="connsiteX13" fmla="*/ 126360 w 406068"/>
                <a:gd name="connsiteY13" fmla="*/ 101583 h 174366"/>
                <a:gd name="connsiteX14" fmla="*/ 111960 w 406068"/>
                <a:gd name="connsiteY14" fmla="*/ 87183 h 174366"/>
                <a:gd name="connsiteX15" fmla="*/ 126360 w 406068"/>
                <a:gd name="connsiteY15" fmla="*/ 72783 h 174366"/>
                <a:gd name="connsiteX16" fmla="*/ 70380 w 406068"/>
                <a:gd name="connsiteY16" fmla="*/ 72783 h 174366"/>
                <a:gd name="connsiteX17" fmla="*/ 84780 w 406068"/>
                <a:gd name="connsiteY17" fmla="*/ 87183 h 174366"/>
                <a:gd name="connsiteX18" fmla="*/ 70380 w 406068"/>
                <a:gd name="connsiteY18" fmla="*/ 101583 h 174366"/>
                <a:gd name="connsiteX19" fmla="*/ 55980 w 406068"/>
                <a:gd name="connsiteY19" fmla="*/ 87183 h 174366"/>
                <a:gd name="connsiteX20" fmla="*/ 70380 w 406068"/>
                <a:gd name="connsiteY20" fmla="*/ 72783 h 174366"/>
                <a:gd name="connsiteX21" fmla="*/ 14400 w 406068"/>
                <a:gd name="connsiteY21" fmla="*/ 72783 h 174366"/>
                <a:gd name="connsiteX22" fmla="*/ 28800 w 406068"/>
                <a:gd name="connsiteY22" fmla="*/ 87183 h 174366"/>
                <a:gd name="connsiteX23" fmla="*/ 14400 w 406068"/>
                <a:gd name="connsiteY23" fmla="*/ 101583 h 174366"/>
                <a:gd name="connsiteX24" fmla="*/ 0 w 406068"/>
                <a:gd name="connsiteY24" fmla="*/ 87183 h 174366"/>
                <a:gd name="connsiteX25" fmla="*/ 14400 w 406068"/>
                <a:gd name="connsiteY25" fmla="*/ 72783 h 174366"/>
                <a:gd name="connsiteX26" fmla="*/ 310159 w 406068"/>
                <a:gd name="connsiteY26" fmla="*/ 3588 h 174366"/>
                <a:gd name="connsiteX27" fmla="*/ 327564 w 406068"/>
                <a:gd name="connsiteY27" fmla="*/ 3588 h 174366"/>
                <a:gd name="connsiteX28" fmla="*/ 401343 w 406068"/>
                <a:gd name="connsiteY28" fmla="*/ 77366 h 174366"/>
                <a:gd name="connsiteX29" fmla="*/ 405081 w 406068"/>
                <a:gd name="connsiteY29" fmla="*/ 82420 h 174366"/>
                <a:gd name="connsiteX30" fmla="*/ 405141 w 406068"/>
                <a:gd name="connsiteY30" fmla="*/ 82749 h 174366"/>
                <a:gd name="connsiteX31" fmla="*/ 405919 w 406068"/>
                <a:gd name="connsiteY31" fmla="*/ 86577 h 174366"/>
                <a:gd name="connsiteX32" fmla="*/ 406068 w 406068"/>
                <a:gd name="connsiteY32" fmla="*/ 87146 h 174366"/>
                <a:gd name="connsiteX33" fmla="*/ 405829 w 406068"/>
                <a:gd name="connsiteY33" fmla="*/ 88162 h 174366"/>
                <a:gd name="connsiteX34" fmla="*/ 405320 w 406068"/>
                <a:gd name="connsiteY34" fmla="*/ 90495 h 174366"/>
                <a:gd name="connsiteX35" fmla="*/ 404274 w 406068"/>
                <a:gd name="connsiteY35" fmla="*/ 93097 h 174366"/>
                <a:gd name="connsiteX36" fmla="*/ 403287 w 406068"/>
                <a:gd name="connsiteY36" fmla="*/ 94562 h 174366"/>
                <a:gd name="connsiteX37" fmla="*/ 402360 w 406068"/>
                <a:gd name="connsiteY37" fmla="*/ 95908 h 174366"/>
                <a:gd name="connsiteX38" fmla="*/ 327564 w 406068"/>
                <a:gd name="connsiteY38" fmla="*/ 170733 h 174366"/>
                <a:gd name="connsiteX39" fmla="*/ 310159 w 406068"/>
                <a:gd name="connsiteY39" fmla="*/ 170733 h 174366"/>
                <a:gd name="connsiteX40" fmla="*/ 310159 w 406068"/>
                <a:gd name="connsiteY40" fmla="*/ 153267 h 174366"/>
                <a:gd name="connsiteX41" fmla="*/ 363960 w 406068"/>
                <a:gd name="connsiteY41" fmla="*/ 99437 h 174366"/>
                <a:gd name="connsiteX42" fmla="*/ 243976 w 406068"/>
                <a:gd name="connsiteY42" fmla="*/ 99437 h 174366"/>
                <a:gd name="connsiteX43" fmla="*/ 231446 w 406068"/>
                <a:gd name="connsiteY43" fmla="*/ 86966 h 174366"/>
                <a:gd name="connsiteX44" fmla="*/ 243976 w 406068"/>
                <a:gd name="connsiteY44" fmla="*/ 74496 h 174366"/>
                <a:gd name="connsiteX45" fmla="*/ 363571 w 406068"/>
                <a:gd name="connsiteY45" fmla="*/ 74496 h 174366"/>
                <a:gd name="connsiteX46" fmla="*/ 310159 w 406068"/>
                <a:gd name="connsiteY46" fmla="*/ 21023 h 174366"/>
                <a:gd name="connsiteX47" fmla="*/ 310159 w 406068"/>
                <a:gd name="connsiteY47" fmla="*/ 3588 h 174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6068" h="174366">
                  <a:moveTo>
                    <a:pt x="182340" y="72783"/>
                  </a:moveTo>
                  <a:cubicBezTo>
                    <a:pt x="186317" y="72783"/>
                    <a:pt x="189917" y="74395"/>
                    <a:pt x="192522" y="77001"/>
                  </a:cubicBezTo>
                  <a:lnTo>
                    <a:pt x="192690" y="77406"/>
                  </a:lnTo>
                  <a:lnTo>
                    <a:pt x="194665" y="78219"/>
                  </a:lnTo>
                  <a:cubicBezTo>
                    <a:pt x="196919" y="80477"/>
                    <a:pt x="198310" y="83602"/>
                    <a:pt x="198310" y="87056"/>
                  </a:cubicBezTo>
                  <a:cubicBezTo>
                    <a:pt x="198310" y="90495"/>
                    <a:pt x="196912" y="93613"/>
                    <a:pt x="194654" y="95871"/>
                  </a:cubicBezTo>
                  <a:lnTo>
                    <a:pt x="192828" y="96628"/>
                  </a:lnTo>
                  <a:lnTo>
                    <a:pt x="192522" y="97366"/>
                  </a:lnTo>
                  <a:cubicBezTo>
                    <a:pt x="189917" y="99971"/>
                    <a:pt x="186317" y="101583"/>
                    <a:pt x="182340" y="101583"/>
                  </a:cubicBezTo>
                  <a:cubicBezTo>
                    <a:pt x="174387" y="101583"/>
                    <a:pt x="167940" y="95136"/>
                    <a:pt x="167940" y="87183"/>
                  </a:cubicBezTo>
                  <a:cubicBezTo>
                    <a:pt x="167940" y="79230"/>
                    <a:pt x="174387" y="72783"/>
                    <a:pt x="182340" y="72783"/>
                  </a:cubicBezTo>
                  <a:close/>
                  <a:moveTo>
                    <a:pt x="126360" y="72783"/>
                  </a:moveTo>
                  <a:cubicBezTo>
                    <a:pt x="134313" y="72783"/>
                    <a:pt x="140760" y="79230"/>
                    <a:pt x="140760" y="87183"/>
                  </a:cubicBezTo>
                  <a:cubicBezTo>
                    <a:pt x="140760" y="95136"/>
                    <a:pt x="134313" y="101583"/>
                    <a:pt x="126360" y="101583"/>
                  </a:cubicBezTo>
                  <a:cubicBezTo>
                    <a:pt x="118407" y="101583"/>
                    <a:pt x="111960" y="95136"/>
                    <a:pt x="111960" y="87183"/>
                  </a:cubicBezTo>
                  <a:cubicBezTo>
                    <a:pt x="111960" y="79230"/>
                    <a:pt x="118407" y="72783"/>
                    <a:pt x="126360" y="72783"/>
                  </a:cubicBezTo>
                  <a:close/>
                  <a:moveTo>
                    <a:pt x="70380" y="72783"/>
                  </a:moveTo>
                  <a:cubicBezTo>
                    <a:pt x="78333" y="72783"/>
                    <a:pt x="84780" y="79230"/>
                    <a:pt x="84780" y="87183"/>
                  </a:cubicBezTo>
                  <a:cubicBezTo>
                    <a:pt x="84780" y="95136"/>
                    <a:pt x="78333" y="101583"/>
                    <a:pt x="70380" y="101583"/>
                  </a:cubicBezTo>
                  <a:cubicBezTo>
                    <a:pt x="62427" y="101583"/>
                    <a:pt x="55980" y="95136"/>
                    <a:pt x="55980" y="87183"/>
                  </a:cubicBezTo>
                  <a:cubicBezTo>
                    <a:pt x="55980" y="79230"/>
                    <a:pt x="62427" y="72783"/>
                    <a:pt x="70380" y="72783"/>
                  </a:cubicBezTo>
                  <a:close/>
                  <a:moveTo>
                    <a:pt x="14400" y="72783"/>
                  </a:moveTo>
                  <a:cubicBezTo>
                    <a:pt x="22353" y="72783"/>
                    <a:pt x="28800" y="79230"/>
                    <a:pt x="28800" y="87183"/>
                  </a:cubicBezTo>
                  <a:cubicBezTo>
                    <a:pt x="28800" y="95136"/>
                    <a:pt x="22353" y="101583"/>
                    <a:pt x="14400" y="101583"/>
                  </a:cubicBezTo>
                  <a:cubicBezTo>
                    <a:pt x="6447" y="101583"/>
                    <a:pt x="0" y="95136"/>
                    <a:pt x="0" y="87183"/>
                  </a:cubicBezTo>
                  <a:cubicBezTo>
                    <a:pt x="0" y="79230"/>
                    <a:pt x="6447" y="72783"/>
                    <a:pt x="14400" y="72783"/>
                  </a:cubicBezTo>
                  <a:close/>
                  <a:moveTo>
                    <a:pt x="310159" y="3588"/>
                  </a:moveTo>
                  <a:cubicBezTo>
                    <a:pt x="314914" y="-1196"/>
                    <a:pt x="322750" y="-1196"/>
                    <a:pt x="327564" y="3588"/>
                  </a:cubicBezTo>
                  <a:lnTo>
                    <a:pt x="401343" y="77366"/>
                  </a:lnTo>
                  <a:cubicBezTo>
                    <a:pt x="403018" y="78682"/>
                    <a:pt x="404334" y="80387"/>
                    <a:pt x="405081" y="82420"/>
                  </a:cubicBezTo>
                  <a:cubicBezTo>
                    <a:pt x="405111" y="82570"/>
                    <a:pt x="405141" y="82660"/>
                    <a:pt x="405141" y="82749"/>
                  </a:cubicBezTo>
                  <a:cubicBezTo>
                    <a:pt x="405679" y="83946"/>
                    <a:pt x="405859" y="85261"/>
                    <a:pt x="405919" y="86577"/>
                  </a:cubicBezTo>
                  <a:cubicBezTo>
                    <a:pt x="405919" y="86757"/>
                    <a:pt x="406068" y="86966"/>
                    <a:pt x="406068" y="87146"/>
                  </a:cubicBezTo>
                  <a:cubicBezTo>
                    <a:pt x="406068" y="87505"/>
                    <a:pt x="405829" y="87804"/>
                    <a:pt x="405829" y="88162"/>
                  </a:cubicBezTo>
                  <a:cubicBezTo>
                    <a:pt x="405769" y="88940"/>
                    <a:pt x="405590" y="89718"/>
                    <a:pt x="405320" y="90495"/>
                  </a:cubicBezTo>
                  <a:cubicBezTo>
                    <a:pt x="405081" y="91422"/>
                    <a:pt x="404693" y="92260"/>
                    <a:pt x="404274" y="93097"/>
                  </a:cubicBezTo>
                  <a:cubicBezTo>
                    <a:pt x="404005" y="93605"/>
                    <a:pt x="403646" y="94084"/>
                    <a:pt x="403287" y="94562"/>
                  </a:cubicBezTo>
                  <a:cubicBezTo>
                    <a:pt x="402958" y="94981"/>
                    <a:pt x="402808" y="95519"/>
                    <a:pt x="402360" y="95908"/>
                  </a:cubicBezTo>
                  <a:lnTo>
                    <a:pt x="327564" y="170733"/>
                  </a:lnTo>
                  <a:cubicBezTo>
                    <a:pt x="322750" y="175577"/>
                    <a:pt x="314914" y="175577"/>
                    <a:pt x="310159" y="170733"/>
                  </a:cubicBezTo>
                  <a:cubicBezTo>
                    <a:pt x="305344" y="165948"/>
                    <a:pt x="305344" y="158112"/>
                    <a:pt x="310159" y="153267"/>
                  </a:cubicBezTo>
                  <a:lnTo>
                    <a:pt x="363960" y="99437"/>
                  </a:lnTo>
                  <a:lnTo>
                    <a:pt x="243976" y="99437"/>
                  </a:lnTo>
                  <a:cubicBezTo>
                    <a:pt x="237098" y="99437"/>
                    <a:pt x="231446" y="93844"/>
                    <a:pt x="231446" y="86966"/>
                  </a:cubicBezTo>
                  <a:cubicBezTo>
                    <a:pt x="231446" y="80088"/>
                    <a:pt x="237068" y="74496"/>
                    <a:pt x="243976" y="74496"/>
                  </a:cubicBezTo>
                  <a:lnTo>
                    <a:pt x="363571" y="74496"/>
                  </a:lnTo>
                  <a:lnTo>
                    <a:pt x="310159" y="21023"/>
                  </a:lnTo>
                  <a:cubicBezTo>
                    <a:pt x="305344" y="16268"/>
                    <a:pt x="305344" y="8403"/>
                    <a:pt x="310159" y="358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94" name="组合 93">
              <a:extLst>
                <a:ext uri="{FF2B5EF4-FFF2-40B4-BE49-F238E27FC236}">
                  <a16:creationId xmlns:a16="http://schemas.microsoft.com/office/drawing/2014/main" id="{011763B6-4A29-BF63-D0F4-D7DC81513CB2}"/>
                </a:ext>
              </a:extLst>
            </p:cNvPr>
            <p:cNvGrpSpPr/>
            <p:nvPr/>
          </p:nvGrpSpPr>
          <p:grpSpPr>
            <a:xfrm>
              <a:off x="660400" y="2100187"/>
              <a:ext cx="2588645" cy="3578717"/>
              <a:chOff x="660400" y="2100187"/>
              <a:chExt cx="2588645" cy="3578717"/>
            </a:xfrm>
          </p:grpSpPr>
          <p:sp>
            <p:nvSpPr>
              <p:cNvPr id="58" name="椭圆 57">
                <a:extLst>
                  <a:ext uri="{FF2B5EF4-FFF2-40B4-BE49-F238E27FC236}">
                    <a16:creationId xmlns:a16="http://schemas.microsoft.com/office/drawing/2014/main" id="{271D8057-FD21-445A-7B41-7A6708968069}"/>
                  </a:ext>
                </a:extLst>
              </p:cNvPr>
              <p:cNvSpPr/>
              <p:nvPr/>
            </p:nvSpPr>
            <p:spPr>
              <a:xfrm>
                <a:off x="1254515" y="2100187"/>
                <a:ext cx="1400414" cy="1400414"/>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solidFill>
                    <a:schemeClr val="tx1"/>
                  </a:solidFill>
                  <a:sym typeface="Arial" panose="020B0604020202020204" pitchFamily="34" charset="0"/>
                </a:endParaRPr>
              </a:p>
            </p:txBody>
          </p:sp>
          <p:sp>
            <p:nvSpPr>
              <p:cNvPr id="77" name="Number1">
                <a:extLst>
                  <a:ext uri="{FF2B5EF4-FFF2-40B4-BE49-F238E27FC236}">
                    <a16:creationId xmlns:a16="http://schemas.microsoft.com/office/drawing/2014/main" id="{71EE197C-E988-1224-F581-96A731984F7C}"/>
                  </a:ext>
                </a:extLst>
              </p:cNvPr>
              <p:cNvSpPr/>
              <p:nvPr/>
            </p:nvSpPr>
            <p:spPr>
              <a:xfrm>
                <a:off x="1487623" y="2333295"/>
                <a:ext cx="934199" cy="934197"/>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800" b="1" dirty="0">
                    <a:solidFill>
                      <a:srgbClr val="FFFFFF"/>
                    </a:solidFill>
                    <a:latin typeface="+mj-lt"/>
                    <a:sym typeface="Arial" panose="020B0604020202020204" pitchFamily="34" charset="0"/>
                  </a:rPr>
                  <a:t>1</a:t>
                </a:r>
                <a:endParaRPr lang="zh-CN" altLang="en-US" sz="2800" b="1" dirty="0">
                  <a:solidFill>
                    <a:srgbClr val="FFFFFF"/>
                  </a:solidFill>
                  <a:latin typeface="+mj-lt"/>
                  <a:sym typeface="Arial" panose="020B0604020202020204" pitchFamily="34" charset="0"/>
                </a:endParaRPr>
              </a:p>
            </p:txBody>
          </p:sp>
          <p:sp>
            <p:nvSpPr>
              <p:cNvPr id="78" name="Text1">
                <a:extLst>
                  <a:ext uri="{FF2B5EF4-FFF2-40B4-BE49-F238E27FC236}">
                    <a16:creationId xmlns:a16="http://schemas.microsoft.com/office/drawing/2014/main" id="{C33316DE-AD62-97E3-64E8-1E4845FC3796}"/>
                  </a:ext>
                </a:extLst>
              </p:cNvPr>
              <p:cNvSpPr txBox="1">
                <a:spLocks/>
              </p:cNvSpPr>
              <p:nvPr/>
            </p:nvSpPr>
            <p:spPr>
              <a:xfrm flipH="1">
                <a:off x="660401" y="4386925"/>
                <a:ext cx="2588641" cy="1291979"/>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p>
            </p:txBody>
          </p:sp>
          <p:sp>
            <p:nvSpPr>
              <p:cNvPr id="79" name="Bullet1">
                <a:extLst>
                  <a:ext uri="{FF2B5EF4-FFF2-40B4-BE49-F238E27FC236}">
                    <a16:creationId xmlns:a16="http://schemas.microsoft.com/office/drawing/2014/main" id="{F5644443-0FEF-C102-9697-CC277F6CFECD}"/>
                  </a:ext>
                </a:extLst>
              </p:cNvPr>
              <p:cNvSpPr txBox="1"/>
              <p:nvPr/>
            </p:nvSpPr>
            <p:spPr>
              <a:xfrm flipH="1">
                <a:off x="660400" y="3639332"/>
                <a:ext cx="2588645" cy="699074"/>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a:solidFill>
                      <a:schemeClr val="tx1"/>
                    </a:solidFill>
                    <a:latin typeface="+mn-ea"/>
                    <a:sym typeface="Arial" panose="020B0604020202020204" pitchFamily="34" charset="0"/>
                  </a:rPr>
                  <a:t>产品质量问题</a:t>
                </a:r>
                <a:endParaRPr lang="zh-CN" altLang="en-US" sz="2000" b="1" dirty="0">
                  <a:solidFill>
                    <a:schemeClr val="tx1"/>
                  </a:solidFill>
                  <a:latin typeface="+mn-ea"/>
                  <a:sym typeface="Arial" panose="020B0604020202020204" pitchFamily="34" charset="0"/>
                </a:endParaRPr>
              </a:p>
            </p:txBody>
          </p:sp>
        </p:grpSp>
        <p:grpSp>
          <p:nvGrpSpPr>
            <p:cNvPr id="93" name="组合 92">
              <a:extLst>
                <a:ext uri="{FF2B5EF4-FFF2-40B4-BE49-F238E27FC236}">
                  <a16:creationId xmlns:a16="http://schemas.microsoft.com/office/drawing/2014/main" id="{A606B64D-73B3-75C4-D55E-BB7E6C1812D9}"/>
                </a:ext>
              </a:extLst>
            </p:cNvPr>
            <p:cNvGrpSpPr/>
            <p:nvPr/>
          </p:nvGrpSpPr>
          <p:grpSpPr>
            <a:xfrm>
              <a:off x="3427899" y="1419562"/>
              <a:ext cx="2556000" cy="3502337"/>
              <a:chOff x="3500859" y="1419562"/>
              <a:chExt cx="2556000" cy="3502337"/>
            </a:xfrm>
          </p:grpSpPr>
          <p:sp>
            <p:nvSpPr>
              <p:cNvPr id="59" name="椭圆 58">
                <a:extLst>
                  <a:ext uri="{FF2B5EF4-FFF2-40B4-BE49-F238E27FC236}">
                    <a16:creationId xmlns:a16="http://schemas.microsoft.com/office/drawing/2014/main" id="{B365CC84-27BC-3F3E-9388-ADD32B3A1079}"/>
                  </a:ext>
                </a:extLst>
              </p:cNvPr>
              <p:cNvSpPr/>
              <p:nvPr/>
            </p:nvSpPr>
            <p:spPr>
              <a:xfrm>
                <a:off x="4078652" y="3521485"/>
                <a:ext cx="1400415" cy="1400414"/>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solidFill>
                    <a:schemeClr val="tx1"/>
                  </a:solidFill>
                  <a:sym typeface="Arial" panose="020B0604020202020204" pitchFamily="34" charset="0"/>
                </a:endParaRPr>
              </a:p>
            </p:txBody>
          </p:sp>
          <p:sp>
            <p:nvSpPr>
              <p:cNvPr id="74" name="Number2">
                <a:extLst>
                  <a:ext uri="{FF2B5EF4-FFF2-40B4-BE49-F238E27FC236}">
                    <a16:creationId xmlns:a16="http://schemas.microsoft.com/office/drawing/2014/main" id="{B48B313A-E2D9-51FB-9A0D-68D3B7D4DF4A}"/>
                  </a:ext>
                </a:extLst>
              </p:cNvPr>
              <p:cNvSpPr/>
              <p:nvPr/>
            </p:nvSpPr>
            <p:spPr>
              <a:xfrm>
                <a:off x="4311760" y="3754594"/>
                <a:ext cx="934199" cy="934197"/>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800" b="1" dirty="0">
                    <a:solidFill>
                      <a:srgbClr val="FFFFFF"/>
                    </a:solidFill>
                    <a:latin typeface="+mj-lt"/>
                    <a:sym typeface="Arial" panose="020B0604020202020204" pitchFamily="34" charset="0"/>
                  </a:rPr>
                  <a:t>2</a:t>
                </a:r>
                <a:endParaRPr lang="zh-CN" altLang="en-US" sz="2800" b="1" dirty="0">
                  <a:solidFill>
                    <a:srgbClr val="FFFFFF"/>
                  </a:solidFill>
                  <a:latin typeface="+mj-lt"/>
                  <a:sym typeface="Arial" panose="020B0604020202020204" pitchFamily="34" charset="0"/>
                </a:endParaRPr>
              </a:p>
            </p:txBody>
          </p:sp>
          <p:sp>
            <p:nvSpPr>
              <p:cNvPr id="75" name="Text2">
                <a:extLst>
                  <a:ext uri="{FF2B5EF4-FFF2-40B4-BE49-F238E27FC236}">
                    <a16:creationId xmlns:a16="http://schemas.microsoft.com/office/drawing/2014/main" id="{3221B20A-0F81-DDD4-C544-1CE3B020810A}"/>
                  </a:ext>
                </a:extLst>
              </p:cNvPr>
              <p:cNvSpPr txBox="1">
                <a:spLocks/>
              </p:cNvSpPr>
              <p:nvPr/>
            </p:nvSpPr>
            <p:spPr>
              <a:xfrm flipH="1">
                <a:off x="3500859" y="2167155"/>
                <a:ext cx="2556000" cy="1291979"/>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endParaRPr lang="zh-CN" altLang="en-US" sz="1400" dirty="0">
                  <a:solidFill>
                    <a:schemeClr val="tx1"/>
                  </a:solidFill>
                  <a:latin typeface="+mn-ea"/>
                  <a:sym typeface="Arial" panose="020B0604020202020204" pitchFamily="34" charset="0"/>
                </a:endParaRPr>
              </a:p>
            </p:txBody>
          </p:sp>
          <p:sp>
            <p:nvSpPr>
              <p:cNvPr id="76" name="Bullet2">
                <a:extLst>
                  <a:ext uri="{FF2B5EF4-FFF2-40B4-BE49-F238E27FC236}">
                    <a16:creationId xmlns:a16="http://schemas.microsoft.com/office/drawing/2014/main" id="{0F8DFD9C-8C4A-6F1F-703E-50D61AEB7312}"/>
                  </a:ext>
                </a:extLst>
              </p:cNvPr>
              <p:cNvSpPr txBox="1"/>
              <p:nvPr/>
            </p:nvSpPr>
            <p:spPr>
              <a:xfrm flipH="1">
                <a:off x="3500859" y="1419562"/>
                <a:ext cx="2556000" cy="699074"/>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a:solidFill>
                      <a:schemeClr val="tx1"/>
                    </a:solidFill>
                    <a:latin typeface="+mn-ea"/>
                    <a:sym typeface="Arial" panose="020B0604020202020204" pitchFamily="34" charset="0"/>
                  </a:rPr>
                  <a:t>市场竞争加剧</a:t>
                </a:r>
                <a:endParaRPr lang="zh-CN" altLang="en-US" sz="2000" b="1" dirty="0">
                  <a:solidFill>
                    <a:schemeClr val="tx1"/>
                  </a:solidFill>
                  <a:latin typeface="+mn-ea"/>
                  <a:sym typeface="Arial" panose="020B0604020202020204" pitchFamily="34" charset="0"/>
                </a:endParaRPr>
              </a:p>
            </p:txBody>
          </p:sp>
        </p:grpSp>
        <p:grpSp>
          <p:nvGrpSpPr>
            <p:cNvPr id="92" name="组合 91">
              <a:extLst>
                <a:ext uri="{FF2B5EF4-FFF2-40B4-BE49-F238E27FC236}">
                  <a16:creationId xmlns:a16="http://schemas.microsoft.com/office/drawing/2014/main" id="{D7748454-C96B-BB1A-5531-751CE5C2EA95}"/>
                </a:ext>
              </a:extLst>
            </p:cNvPr>
            <p:cNvGrpSpPr/>
            <p:nvPr/>
          </p:nvGrpSpPr>
          <p:grpSpPr>
            <a:xfrm>
              <a:off x="6162753" y="1637050"/>
              <a:ext cx="2588645" cy="3630687"/>
              <a:chOff x="5724183" y="1637050"/>
              <a:chExt cx="2588645" cy="3630687"/>
            </a:xfrm>
          </p:grpSpPr>
          <p:sp>
            <p:nvSpPr>
              <p:cNvPr id="60" name="椭圆 59">
                <a:extLst>
                  <a:ext uri="{FF2B5EF4-FFF2-40B4-BE49-F238E27FC236}">
                    <a16:creationId xmlns:a16="http://schemas.microsoft.com/office/drawing/2014/main" id="{34789089-D8E3-E065-3641-A9C131CFF7E6}"/>
                  </a:ext>
                </a:extLst>
              </p:cNvPr>
              <p:cNvSpPr/>
              <p:nvPr/>
            </p:nvSpPr>
            <p:spPr>
              <a:xfrm>
                <a:off x="6318298" y="1637050"/>
                <a:ext cx="1400414" cy="1400414"/>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solidFill>
                    <a:schemeClr val="tx1"/>
                  </a:solidFill>
                  <a:sym typeface="Arial" panose="020B0604020202020204" pitchFamily="34" charset="0"/>
                </a:endParaRPr>
              </a:p>
            </p:txBody>
          </p:sp>
          <p:sp>
            <p:nvSpPr>
              <p:cNvPr id="71" name="Number3">
                <a:extLst>
                  <a:ext uri="{FF2B5EF4-FFF2-40B4-BE49-F238E27FC236}">
                    <a16:creationId xmlns:a16="http://schemas.microsoft.com/office/drawing/2014/main" id="{8F20508A-8F9C-867D-87D1-E8AADDCD7423}"/>
                  </a:ext>
                </a:extLst>
              </p:cNvPr>
              <p:cNvSpPr/>
              <p:nvPr/>
            </p:nvSpPr>
            <p:spPr>
              <a:xfrm>
                <a:off x="6551406" y="1870158"/>
                <a:ext cx="934199" cy="934197"/>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800" b="1" dirty="0">
                    <a:solidFill>
                      <a:srgbClr val="FFFFFF"/>
                    </a:solidFill>
                    <a:latin typeface="+mj-lt"/>
                    <a:sym typeface="Arial" panose="020B0604020202020204" pitchFamily="34" charset="0"/>
                  </a:rPr>
                  <a:t>3</a:t>
                </a:r>
                <a:endParaRPr lang="zh-CN" altLang="en-US" sz="2800" b="1" dirty="0">
                  <a:solidFill>
                    <a:srgbClr val="FFFFFF"/>
                  </a:solidFill>
                  <a:latin typeface="+mj-lt"/>
                  <a:sym typeface="Arial" panose="020B0604020202020204" pitchFamily="34" charset="0"/>
                </a:endParaRPr>
              </a:p>
            </p:txBody>
          </p:sp>
          <p:sp>
            <p:nvSpPr>
              <p:cNvPr id="72" name="Text3">
                <a:extLst>
                  <a:ext uri="{FF2B5EF4-FFF2-40B4-BE49-F238E27FC236}">
                    <a16:creationId xmlns:a16="http://schemas.microsoft.com/office/drawing/2014/main" id="{53D208E1-EB94-F0E7-34DC-25036E25213B}"/>
                  </a:ext>
                </a:extLst>
              </p:cNvPr>
              <p:cNvSpPr txBox="1">
                <a:spLocks/>
              </p:cNvSpPr>
              <p:nvPr/>
            </p:nvSpPr>
            <p:spPr>
              <a:xfrm flipH="1">
                <a:off x="5724184" y="3975758"/>
                <a:ext cx="2588641" cy="1291979"/>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endParaRPr lang="zh-CN" altLang="en-US" sz="1400" dirty="0">
                  <a:solidFill>
                    <a:schemeClr val="tx1"/>
                  </a:solidFill>
                  <a:latin typeface="+mn-ea"/>
                  <a:sym typeface="Arial" panose="020B0604020202020204" pitchFamily="34" charset="0"/>
                </a:endParaRPr>
              </a:p>
            </p:txBody>
          </p:sp>
          <p:sp>
            <p:nvSpPr>
              <p:cNvPr id="73" name="Bullet3">
                <a:extLst>
                  <a:ext uri="{FF2B5EF4-FFF2-40B4-BE49-F238E27FC236}">
                    <a16:creationId xmlns:a16="http://schemas.microsoft.com/office/drawing/2014/main" id="{84E1273F-E4CE-86FE-AB9A-DEDC553009E3}"/>
                  </a:ext>
                </a:extLst>
              </p:cNvPr>
              <p:cNvSpPr txBox="1"/>
              <p:nvPr/>
            </p:nvSpPr>
            <p:spPr>
              <a:xfrm flipH="1">
                <a:off x="5724183" y="3228165"/>
                <a:ext cx="2588645" cy="699074"/>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a:solidFill>
                      <a:schemeClr val="tx1"/>
                    </a:solidFill>
                    <a:latin typeface="+mn-ea"/>
                    <a:sym typeface="Arial" panose="020B0604020202020204" pitchFamily="34" charset="0"/>
                  </a:rPr>
                  <a:t>供应链不稳定</a:t>
                </a:r>
                <a:endParaRPr lang="zh-CN" altLang="en-US" sz="2000" b="1" dirty="0">
                  <a:solidFill>
                    <a:schemeClr val="tx1"/>
                  </a:solidFill>
                  <a:latin typeface="+mn-ea"/>
                  <a:sym typeface="Arial" panose="020B0604020202020204" pitchFamily="34" charset="0"/>
                </a:endParaRPr>
              </a:p>
            </p:txBody>
          </p:sp>
        </p:grpSp>
        <p:grpSp>
          <p:nvGrpSpPr>
            <p:cNvPr id="91" name="组合 90">
              <a:extLst>
                <a:ext uri="{FF2B5EF4-FFF2-40B4-BE49-F238E27FC236}">
                  <a16:creationId xmlns:a16="http://schemas.microsoft.com/office/drawing/2014/main" id="{69ACEE1A-5038-E8F1-D547-3F1E76E518BA}"/>
                </a:ext>
              </a:extLst>
            </p:cNvPr>
            <p:cNvGrpSpPr/>
            <p:nvPr/>
          </p:nvGrpSpPr>
          <p:grpSpPr>
            <a:xfrm>
              <a:off x="8930255" y="2100187"/>
              <a:ext cx="2588645" cy="3543853"/>
              <a:chOff x="8930254" y="2100187"/>
              <a:chExt cx="2588645" cy="3543853"/>
            </a:xfrm>
          </p:grpSpPr>
          <p:sp>
            <p:nvSpPr>
              <p:cNvPr id="61" name="椭圆 60">
                <a:extLst>
                  <a:ext uri="{FF2B5EF4-FFF2-40B4-BE49-F238E27FC236}">
                    <a16:creationId xmlns:a16="http://schemas.microsoft.com/office/drawing/2014/main" id="{CBC862AE-67E7-7326-B086-63F96CD13CF5}"/>
                  </a:ext>
                </a:extLst>
              </p:cNvPr>
              <p:cNvSpPr/>
              <p:nvPr/>
            </p:nvSpPr>
            <p:spPr>
              <a:xfrm>
                <a:off x="9524369" y="2100187"/>
                <a:ext cx="1400414" cy="1400414"/>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solidFill>
                    <a:schemeClr val="tx1"/>
                  </a:solidFill>
                  <a:sym typeface="Arial" panose="020B0604020202020204" pitchFamily="34" charset="0"/>
                </a:endParaRPr>
              </a:p>
            </p:txBody>
          </p:sp>
          <p:sp>
            <p:nvSpPr>
              <p:cNvPr id="68" name="Number4">
                <a:extLst>
                  <a:ext uri="{FF2B5EF4-FFF2-40B4-BE49-F238E27FC236}">
                    <a16:creationId xmlns:a16="http://schemas.microsoft.com/office/drawing/2014/main" id="{2613BFCC-4228-E0A9-F263-6C6C2787FFCF}"/>
                  </a:ext>
                </a:extLst>
              </p:cNvPr>
              <p:cNvSpPr/>
              <p:nvPr/>
            </p:nvSpPr>
            <p:spPr>
              <a:xfrm>
                <a:off x="9757477" y="2340654"/>
                <a:ext cx="934199" cy="934197"/>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800" b="1" dirty="0">
                    <a:solidFill>
                      <a:srgbClr val="FFFFFF"/>
                    </a:solidFill>
                    <a:latin typeface="+mj-lt"/>
                    <a:sym typeface="Arial" panose="020B0604020202020204" pitchFamily="34" charset="0"/>
                  </a:rPr>
                  <a:t>4</a:t>
                </a:r>
                <a:endParaRPr lang="zh-CN" altLang="en-US" sz="2800" b="1" dirty="0">
                  <a:solidFill>
                    <a:srgbClr val="FFFFFF"/>
                  </a:solidFill>
                  <a:latin typeface="+mj-lt"/>
                  <a:sym typeface="Arial" panose="020B0604020202020204" pitchFamily="34" charset="0"/>
                </a:endParaRPr>
              </a:p>
            </p:txBody>
          </p:sp>
          <p:sp>
            <p:nvSpPr>
              <p:cNvPr id="69" name="Text4">
                <a:extLst>
                  <a:ext uri="{FF2B5EF4-FFF2-40B4-BE49-F238E27FC236}">
                    <a16:creationId xmlns:a16="http://schemas.microsoft.com/office/drawing/2014/main" id="{8B91904C-C6CD-F191-2A22-616F3302F616}"/>
                  </a:ext>
                </a:extLst>
              </p:cNvPr>
              <p:cNvSpPr txBox="1">
                <a:spLocks/>
              </p:cNvSpPr>
              <p:nvPr/>
            </p:nvSpPr>
            <p:spPr>
              <a:xfrm flipH="1">
                <a:off x="8930255" y="4352061"/>
                <a:ext cx="2588641" cy="1291979"/>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endParaRPr lang="zh-CN" altLang="en-US" sz="1400" dirty="0">
                  <a:solidFill>
                    <a:schemeClr val="tx1"/>
                  </a:solidFill>
                  <a:latin typeface="+mn-ea"/>
                  <a:sym typeface="Arial" panose="020B0604020202020204" pitchFamily="34" charset="0"/>
                </a:endParaRPr>
              </a:p>
            </p:txBody>
          </p:sp>
          <p:sp>
            <p:nvSpPr>
              <p:cNvPr id="70" name="Bullet4">
                <a:extLst>
                  <a:ext uri="{FF2B5EF4-FFF2-40B4-BE49-F238E27FC236}">
                    <a16:creationId xmlns:a16="http://schemas.microsoft.com/office/drawing/2014/main" id="{31071ED3-D8C0-5AD3-E214-B81A72FCC6BF}"/>
                  </a:ext>
                </a:extLst>
              </p:cNvPr>
              <p:cNvSpPr txBox="1"/>
              <p:nvPr/>
            </p:nvSpPr>
            <p:spPr>
              <a:xfrm flipH="1">
                <a:off x="8930254" y="3604468"/>
                <a:ext cx="2588645" cy="699074"/>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a:solidFill>
                      <a:schemeClr val="tx1"/>
                    </a:solidFill>
                    <a:latin typeface="+mn-ea"/>
                    <a:sym typeface="Arial" panose="020B0604020202020204" pitchFamily="34" charset="0"/>
                  </a:rPr>
                  <a:t>内部沟通不畅</a:t>
                </a:r>
                <a:endParaRPr lang="zh-CN" altLang="en-US" sz="2000" b="1" dirty="0">
                  <a:solidFill>
                    <a:schemeClr val="tx1"/>
                  </a:solidFill>
                  <a:latin typeface="+mn-ea"/>
                  <a:sym typeface="Arial" panose="020B0604020202020204" pitchFamily="34" charset="0"/>
                </a:endParaRPr>
              </a:p>
            </p:txBody>
          </p:sp>
        </p:grpSp>
        <p:sp>
          <p:nvSpPr>
            <p:cNvPr id="80" name="任意多边形: 形状 79">
              <a:extLst>
                <a:ext uri="{FF2B5EF4-FFF2-40B4-BE49-F238E27FC236}">
                  <a16:creationId xmlns:a16="http://schemas.microsoft.com/office/drawing/2014/main" id="{C20B704F-D395-7BEC-1ED9-8C93B2A09253}"/>
                </a:ext>
              </a:extLst>
            </p:cNvPr>
            <p:cNvSpPr/>
            <p:nvPr/>
          </p:nvSpPr>
          <p:spPr>
            <a:xfrm>
              <a:off x="0" y="5466554"/>
              <a:ext cx="12192000" cy="1391446"/>
            </a:xfrm>
            <a:custGeom>
              <a:avLst/>
              <a:gdLst>
                <a:gd name="connsiteX0" fmla="*/ 12192000 w 12192000"/>
                <a:gd name="connsiteY0" fmla="*/ 0 h 766563"/>
                <a:gd name="connsiteX1" fmla="*/ 12192000 w 12192000"/>
                <a:gd name="connsiteY1" fmla="*/ 766563 h 766563"/>
                <a:gd name="connsiteX2" fmla="*/ 0 w 12192000"/>
                <a:gd name="connsiteY2" fmla="*/ 766563 h 766563"/>
                <a:gd name="connsiteX3" fmla="*/ 0 w 12192000"/>
                <a:gd name="connsiteY3" fmla="*/ 2534 h 766563"/>
                <a:gd name="connsiteX4" fmla="*/ 291780 w 12192000"/>
                <a:gd name="connsiteY4" fmla="*/ 60750 h 766563"/>
                <a:gd name="connsiteX5" fmla="*/ 6089650 w 12192000"/>
                <a:gd name="connsiteY5" fmla="*/ 517667 h 766563"/>
                <a:gd name="connsiteX6" fmla="*/ 11887521 w 12192000"/>
                <a:gd name="connsiteY6" fmla="*/ 60750 h 766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66563">
                  <a:moveTo>
                    <a:pt x="12192000" y="0"/>
                  </a:moveTo>
                  <a:lnTo>
                    <a:pt x="12192000" y="766563"/>
                  </a:lnTo>
                  <a:lnTo>
                    <a:pt x="0" y="766563"/>
                  </a:lnTo>
                  <a:lnTo>
                    <a:pt x="0" y="2534"/>
                  </a:lnTo>
                  <a:lnTo>
                    <a:pt x="291780" y="60750"/>
                  </a:lnTo>
                  <a:cubicBezTo>
                    <a:pt x="1867358" y="346195"/>
                    <a:pt x="3887286" y="517667"/>
                    <a:pt x="6089650" y="517667"/>
                  </a:cubicBezTo>
                  <a:cubicBezTo>
                    <a:pt x="8292014" y="517667"/>
                    <a:pt x="10311943" y="346195"/>
                    <a:pt x="11887521" y="60750"/>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sym typeface="Arial" panose="020B0604020202020204" pitchFamily="34" charset="0"/>
              </a:endParaRPr>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标题 3">
            <a:extLst>
              <a:ext uri="{FF2B5EF4-FFF2-40B4-BE49-F238E27FC236}">
                <a16:creationId xmlns:a16="http://schemas.microsoft.com/office/drawing/2014/main" id="{92DFA4DD-AEE9-4053-33E0-7314BD9B665E}"/>
              </a:ext>
            </a:extLst>
          </p:cNvPr>
          <p:cNvSpPr>
            <a:spLocks noGrp="1"/>
          </p:cNvSpPr>
          <p:nvPr>
            <p:ph type="title"/>
          </p:nvPr>
        </p:nvSpPr>
        <p:spPr>
          <a:xfrm>
            <a:off x="660400" y="128587"/>
            <a:ext cx="10858500" cy="900112"/>
          </a:xfrm>
        </p:spPr>
        <p:txBody>
          <a:bodyPr/>
          <a:lstStyle/>
          <a:p>
            <a:r>
              <a:rPr lang="zh-CN" altLang="en-US" dirty="0"/>
              <a:t>年度回顾与成长</a:t>
            </a:r>
          </a:p>
        </p:txBody>
      </p:sp>
      <p:grpSp>
        <p:nvGrpSpPr>
          <p:cNvPr id="3" name="组合 2">
            <a:extLst>
              <a:ext uri="{FF2B5EF4-FFF2-40B4-BE49-F238E27FC236}">
                <a16:creationId xmlns:a16="http://schemas.microsoft.com/office/drawing/2014/main" id="{23652B9B-93E9-391C-9219-022BF20AC71C}"/>
              </a:ext>
            </a:extLst>
          </p:cNvPr>
          <p:cNvGrpSpPr/>
          <p:nvPr/>
        </p:nvGrpSpPr>
        <p:grpSpPr>
          <a:xfrm>
            <a:off x="-36322" y="1583955"/>
            <a:ext cx="12313870" cy="4377037"/>
            <a:chOff x="-36322" y="1583955"/>
            <a:chExt cx="12313870" cy="4377037"/>
          </a:xfrm>
        </p:grpSpPr>
        <p:sp>
          <p:nvSpPr>
            <p:cNvPr id="19" name="任意多边形: 形状 18">
              <a:extLst>
                <a:ext uri="{FF2B5EF4-FFF2-40B4-BE49-F238E27FC236}">
                  <a16:creationId xmlns:a16="http://schemas.microsoft.com/office/drawing/2014/main" id="{6EE777BC-C60F-6D33-3262-61506460E0BC}"/>
                </a:ext>
              </a:extLst>
            </p:cNvPr>
            <p:cNvSpPr/>
            <p:nvPr/>
          </p:nvSpPr>
          <p:spPr>
            <a:xfrm rot="21336511" flipH="1">
              <a:off x="-36322" y="4198633"/>
              <a:ext cx="12313870" cy="1762359"/>
            </a:xfrm>
            <a:custGeom>
              <a:avLst/>
              <a:gdLst>
                <a:gd name="connsiteX0" fmla="*/ 0 w 12313870"/>
                <a:gd name="connsiteY0" fmla="*/ 0 h 1762359"/>
                <a:gd name="connsiteX1" fmla="*/ 51037 w 12313870"/>
                <a:gd name="connsiteY1" fmla="*/ 664569 h 1762359"/>
                <a:gd name="connsiteX2" fmla="*/ 358299 w 12313870"/>
                <a:gd name="connsiteY2" fmla="*/ 805822 h 1762359"/>
                <a:gd name="connsiteX3" fmla="*/ 6799893 w 12313870"/>
                <a:gd name="connsiteY3" fmla="*/ 1762359 h 1762359"/>
                <a:gd name="connsiteX4" fmla="*/ 12023121 w 12313870"/>
                <a:gd name="connsiteY4" fmla="*/ 1198747 h 1762359"/>
                <a:gd name="connsiteX5" fmla="*/ 12313870 w 12313870"/>
                <a:gd name="connsiteY5" fmla="*/ 1119460 h 1762359"/>
                <a:gd name="connsiteX6" fmla="*/ 12301168 w 12313870"/>
                <a:gd name="connsiteY6" fmla="*/ 954063 h 1762359"/>
                <a:gd name="connsiteX7" fmla="*/ 12100907 w 12313870"/>
                <a:gd name="connsiteY7" fmla="*/ 1003451 h 1762359"/>
                <a:gd name="connsiteX8" fmla="*/ 7361275 w 12313870"/>
                <a:gd name="connsiteY8" fmla="*/ 1499490 h 1762359"/>
                <a:gd name="connsiteX9" fmla="*/ 299200 w 12313870"/>
                <a:gd name="connsiteY9" fmla="*/ 180187 h 176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13870" h="1762359">
                  <a:moveTo>
                    <a:pt x="0" y="0"/>
                  </a:moveTo>
                  <a:lnTo>
                    <a:pt x="51037" y="664569"/>
                  </a:lnTo>
                  <a:lnTo>
                    <a:pt x="358299" y="805822"/>
                  </a:lnTo>
                  <a:cubicBezTo>
                    <a:pt x="1754319" y="1382928"/>
                    <a:pt x="4118448" y="1762359"/>
                    <a:pt x="6799893" y="1762359"/>
                  </a:cubicBezTo>
                  <a:cubicBezTo>
                    <a:pt x="8810977" y="1762359"/>
                    <a:pt x="10643571" y="1548929"/>
                    <a:pt x="12023121" y="1198747"/>
                  </a:cubicBezTo>
                  <a:lnTo>
                    <a:pt x="12313870" y="1119460"/>
                  </a:lnTo>
                  <a:lnTo>
                    <a:pt x="12301168" y="954063"/>
                  </a:lnTo>
                  <a:lnTo>
                    <a:pt x="12100907" y="1003451"/>
                  </a:lnTo>
                  <a:cubicBezTo>
                    <a:pt x="10759416" y="1316016"/>
                    <a:pt x="9124914" y="1499490"/>
                    <a:pt x="7361275" y="1499490"/>
                  </a:cubicBezTo>
                  <a:cubicBezTo>
                    <a:pt x="4368435" y="1499490"/>
                    <a:pt x="1747469" y="971140"/>
                    <a:pt x="299200" y="180187"/>
                  </a:cubicBezTo>
                  <a:close/>
                </a:path>
              </a:pathLst>
            </a:custGeom>
            <a:gradFill flip="none" rotWithShape="1">
              <a:gsLst>
                <a:gs pos="63000">
                  <a:schemeClr val="accent1">
                    <a:lumMod val="75000"/>
                    <a:alpha val="70000"/>
                  </a:schemeClr>
                </a:gs>
                <a:gs pos="100000">
                  <a:schemeClr val="accent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 name="组合 1">
              <a:extLst>
                <a:ext uri="{FF2B5EF4-FFF2-40B4-BE49-F238E27FC236}">
                  <a16:creationId xmlns:a16="http://schemas.microsoft.com/office/drawing/2014/main" id="{B262F93C-DD59-8C24-116C-0932376AE9F1}"/>
                </a:ext>
              </a:extLst>
            </p:cNvPr>
            <p:cNvGrpSpPr/>
            <p:nvPr/>
          </p:nvGrpSpPr>
          <p:grpSpPr>
            <a:xfrm>
              <a:off x="744177" y="3189696"/>
              <a:ext cx="2445590" cy="2464083"/>
              <a:chOff x="744177" y="3189696"/>
              <a:chExt cx="2445590" cy="2464083"/>
            </a:xfrm>
          </p:grpSpPr>
          <p:cxnSp>
            <p:nvCxnSpPr>
              <p:cNvPr id="30" name="íšļïḑe">
                <a:extLst>
                  <a:ext uri="{FF2B5EF4-FFF2-40B4-BE49-F238E27FC236}">
                    <a16:creationId xmlns:a16="http://schemas.microsoft.com/office/drawing/2014/main" id="{0F1F5D8E-3858-A04C-D25D-BCF0CA5C83C1}"/>
                  </a:ext>
                </a:extLst>
              </p:cNvPr>
              <p:cNvCxnSpPr>
                <a:cxnSpLocks/>
              </p:cNvCxnSpPr>
              <p:nvPr/>
            </p:nvCxnSpPr>
            <p:spPr>
              <a:xfrm>
                <a:off x="815955" y="3476847"/>
                <a:ext cx="0" cy="210515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í$ḻîde">
                <a:extLst>
                  <a:ext uri="{FF2B5EF4-FFF2-40B4-BE49-F238E27FC236}">
                    <a16:creationId xmlns:a16="http://schemas.microsoft.com/office/drawing/2014/main" id="{3C560649-A2C7-3591-A760-459ACA18A879}"/>
                  </a:ext>
                </a:extLst>
              </p:cNvPr>
              <p:cNvSpPr/>
              <p:nvPr/>
            </p:nvSpPr>
            <p:spPr>
              <a:xfrm>
                <a:off x="744177" y="5510222"/>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28" name="íş1iḑê">
                <a:extLst>
                  <a:ext uri="{FF2B5EF4-FFF2-40B4-BE49-F238E27FC236}">
                    <a16:creationId xmlns:a16="http://schemas.microsoft.com/office/drawing/2014/main" id="{C75044BE-E03D-6B7E-07B8-7C8B5B05464E}"/>
                  </a:ext>
                </a:extLst>
              </p:cNvPr>
              <p:cNvSpPr/>
              <p:nvPr/>
            </p:nvSpPr>
            <p:spPr bwMode="auto">
              <a:xfrm rot="5400000">
                <a:off x="1566011" y="2407262"/>
                <a:ext cx="522071" cy="2086940"/>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岗位职责总结</a:t>
                </a:r>
              </a:p>
            </p:txBody>
          </p:sp>
          <p:sp>
            <p:nvSpPr>
              <p:cNvPr id="33" name="文本框 32">
                <a:extLst>
                  <a:ext uri="{FF2B5EF4-FFF2-40B4-BE49-F238E27FC236}">
                    <a16:creationId xmlns:a16="http://schemas.microsoft.com/office/drawing/2014/main" id="{521E0CD1-ACAE-D23C-849A-4F0CD96FF455}"/>
                  </a:ext>
                </a:extLst>
              </p:cNvPr>
              <p:cNvSpPr txBox="1"/>
              <p:nvPr/>
            </p:nvSpPr>
            <p:spPr>
              <a:xfrm>
                <a:off x="925032" y="3784284"/>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nvGrpSpPr>
            <p:cNvPr id="51" name="组合 50">
              <a:extLst>
                <a:ext uri="{FF2B5EF4-FFF2-40B4-BE49-F238E27FC236}">
                  <a16:creationId xmlns:a16="http://schemas.microsoft.com/office/drawing/2014/main" id="{721CC538-017A-F483-2C52-B65191D5CF39}"/>
                </a:ext>
              </a:extLst>
            </p:cNvPr>
            <p:cNvGrpSpPr/>
            <p:nvPr/>
          </p:nvGrpSpPr>
          <p:grpSpPr>
            <a:xfrm>
              <a:off x="3591135" y="2864864"/>
              <a:ext cx="2445590" cy="2829842"/>
              <a:chOff x="3257004" y="2928661"/>
              <a:chExt cx="2445590" cy="2829842"/>
            </a:xfrm>
          </p:grpSpPr>
          <p:cxnSp>
            <p:nvCxnSpPr>
              <p:cNvPr id="34" name="íšļïḑe">
                <a:extLst>
                  <a:ext uri="{FF2B5EF4-FFF2-40B4-BE49-F238E27FC236}">
                    <a16:creationId xmlns:a16="http://schemas.microsoft.com/office/drawing/2014/main" id="{E483684B-D1B6-52ED-1E68-B8EC1C159920}"/>
                  </a:ext>
                </a:extLst>
              </p:cNvPr>
              <p:cNvCxnSpPr>
                <a:cxnSpLocks/>
              </p:cNvCxnSpPr>
              <p:nvPr/>
            </p:nvCxnSpPr>
            <p:spPr>
              <a:xfrm>
                <a:off x="3328782" y="3215811"/>
                <a:ext cx="0" cy="249410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í$ḻîde">
                <a:extLst>
                  <a:ext uri="{FF2B5EF4-FFF2-40B4-BE49-F238E27FC236}">
                    <a16:creationId xmlns:a16="http://schemas.microsoft.com/office/drawing/2014/main" id="{75D364DB-07B3-4A7D-17C3-45A8856AFCC3}"/>
                  </a:ext>
                </a:extLst>
              </p:cNvPr>
              <p:cNvSpPr/>
              <p:nvPr/>
            </p:nvSpPr>
            <p:spPr>
              <a:xfrm>
                <a:off x="3257004" y="5614946"/>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36" name="íş1iḑê">
                <a:extLst>
                  <a:ext uri="{FF2B5EF4-FFF2-40B4-BE49-F238E27FC236}">
                    <a16:creationId xmlns:a16="http://schemas.microsoft.com/office/drawing/2014/main" id="{3857FE1C-79B2-C453-92FF-B7AFD69D3660}"/>
                  </a:ext>
                </a:extLst>
              </p:cNvPr>
              <p:cNvSpPr/>
              <p:nvPr/>
            </p:nvSpPr>
            <p:spPr bwMode="auto">
              <a:xfrm rot="5400000">
                <a:off x="4099308" y="2117929"/>
                <a:ext cx="522071" cy="2143536"/>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完成的重要任务</a:t>
                </a:r>
              </a:p>
            </p:txBody>
          </p:sp>
          <p:sp>
            <p:nvSpPr>
              <p:cNvPr id="37" name="文本框 36">
                <a:extLst>
                  <a:ext uri="{FF2B5EF4-FFF2-40B4-BE49-F238E27FC236}">
                    <a16:creationId xmlns:a16="http://schemas.microsoft.com/office/drawing/2014/main" id="{DB99B8E5-9B82-5923-F263-335C67AB2348}"/>
                  </a:ext>
                </a:extLst>
              </p:cNvPr>
              <p:cNvSpPr txBox="1"/>
              <p:nvPr/>
            </p:nvSpPr>
            <p:spPr>
              <a:xfrm>
                <a:off x="3437859" y="3523248"/>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nvGrpSpPr>
            <p:cNvPr id="50" name="组合 49">
              <a:extLst>
                <a:ext uri="{FF2B5EF4-FFF2-40B4-BE49-F238E27FC236}">
                  <a16:creationId xmlns:a16="http://schemas.microsoft.com/office/drawing/2014/main" id="{CCA58058-43D3-B4BD-85B6-1EE39DDCB486}"/>
                </a:ext>
              </a:extLst>
            </p:cNvPr>
            <p:cNvGrpSpPr/>
            <p:nvPr/>
          </p:nvGrpSpPr>
          <p:grpSpPr>
            <a:xfrm>
              <a:off x="6438093" y="2414373"/>
              <a:ext cx="2445590" cy="2691623"/>
              <a:chOff x="5882984" y="2435641"/>
              <a:chExt cx="2445590" cy="2691623"/>
            </a:xfrm>
          </p:grpSpPr>
          <p:cxnSp>
            <p:nvCxnSpPr>
              <p:cNvPr id="39" name="íšļïḑe">
                <a:extLst>
                  <a:ext uri="{FF2B5EF4-FFF2-40B4-BE49-F238E27FC236}">
                    <a16:creationId xmlns:a16="http://schemas.microsoft.com/office/drawing/2014/main" id="{1781293A-EBB2-0DC0-E85B-D541C01C75F9}"/>
                  </a:ext>
                </a:extLst>
              </p:cNvPr>
              <p:cNvCxnSpPr>
                <a:cxnSpLocks/>
              </p:cNvCxnSpPr>
              <p:nvPr/>
            </p:nvCxnSpPr>
            <p:spPr>
              <a:xfrm>
                <a:off x="5954762" y="2722791"/>
                <a:ext cx="0" cy="230640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í$ḻîde">
                <a:extLst>
                  <a:ext uri="{FF2B5EF4-FFF2-40B4-BE49-F238E27FC236}">
                    <a16:creationId xmlns:a16="http://schemas.microsoft.com/office/drawing/2014/main" id="{5B84B6EC-6649-7ECD-20E4-0A11851E442E}"/>
                  </a:ext>
                </a:extLst>
              </p:cNvPr>
              <p:cNvSpPr/>
              <p:nvPr/>
            </p:nvSpPr>
            <p:spPr>
              <a:xfrm>
                <a:off x="5882984" y="4983707"/>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41" name="íş1iḑê">
                <a:extLst>
                  <a:ext uri="{FF2B5EF4-FFF2-40B4-BE49-F238E27FC236}">
                    <a16:creationId xmlns:a16="http://schemas.microsoft.com/office/drawing/2014/main" id="{4609782D-A769-1BBE-66B2-88ACAB61B7A5}"/>
                  </a:ext>
                </a:extLst>
              </p:cNvPr>
              <p:cNvSpPr/>
              <p:nvPr/>
            </p:nvSpPr>
            <p:spPr bwMode="auto">
              <a:xfrm rot="5400000">
                <a:off x="6725288" y="1624909"/>
                <a:ext cx="522071" cy="2143536"/>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创新与突破</a:t>
                </a:r>
              </a:p>
            </p:txBody>
          </p:sp>
          <p:sp>
            <p:nvSpPr>
              <p:cNvPr id="42" name="文本框 41">
                <a:extLst>
                  <a:ext uri="{FF2B5EF4-FFF2-40B4-BE49-F238E27FC236}">
                    <a16:creationId xmlns:a16="http://schemas.microsoft.com/office/drawing/2014/main" id="{E2205070-87BB-B4DD-2E5E-F92AE531231D}"/>
                  </a:ext>
                </a:extLst>
              </p:cNvPr>
              <p:cNvSpPr txBox="1"/>
              <p:nvPr/>
            </p:nvSpPr>
            <p:spPr>
              <a:xfrm>
                <a:off x="6063839" y="3030228"/>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nvGrpSpPr>
            <p:cNvPr id="49" name="组合 48">
              <a:extLst>
                <a:ext uri="{FF2B5EF4-FFF2-40B4-BE49-F238E27FC236}">
                  <a16:creationId xmlns:a16="http://schemas.microsoft.com/office/drawing/2014/main" id="{503533D2-F77A-4228-8582-5ADD2DE6F36E}"/>
                </a:ext>
              </a:extLst>
            </p:cNvPr>
            <p:cNvGrpSpPr/>
            <p:nvPr/>
          </p:nvGrpSpPr>
          <p:grpSpPr>
            <a:xfrm>
              <a:off x="9285051" y="1583955"/>
              <a:ext cx="2445590" cy="2691623"/>
              <a:chOff x="9019238" y="1913569"/>
              <a:chExt cx="2445590" cy="2691623"/>
            </a:xfrm>
          </p:grpSpPr>
          <p:cxnSp>
            <p:nvCxnSpPr>
              <p:cNvPr id="45" name="íšļïḑe">
                <a:extLst>
                  <a:ext uri="{FF2B5EF4-FFF2-40B4-BE49-F238E27FC236}">
                    <a16:creationId xmlns:a16="http://schemas.microsoft.com/office/drawing/2014/main" id="{33298D42-5E2E-CD32-F161-D41931F99C73}"/>
                  </a:ext>
                </a:extLst>
              </p:cNvPr>
              <p:cNvCxnSpPr>
                <a:cxnSpLocks/>
              </p:cNvCxnSpPr>
              <p:nvPr/>
            </p:nvCxnSpPr>
            <p:spPr>
              <a:xfrm>
                <a:off x="9091016" y="2200719"/>
                <a:ext cx="0" cy="230640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í$ḻîde">
                <a:extLst>
                  <a:ext uri="{FF2B5EF4-FFF2-40B4-BE49-F238E27FC236}">
                    <a16:creationId xmlns:a16="http://schemas.microsoft.com/office/drawing/2014/main" id="{BE08A86D-8012-3BBA-3053-8887A5D58A5C}"/>
                  </a:ext>
                </a:extLst>
              </p:cNvPr>
              <p:cNvSpPr/>
              <p:nvPr/>
            </p:nvSpPr>
            <p:spPr>
              <a:xfrm>
                <a:off x="9019238" y="4461635"/>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47" name="íş1iḑê">
                <a:extLst>
                  <a:ext uri="{FF2B5EF4-FFF2-40B4-BE49-F238E27FC236}">
                    <a16:creationId xmlns:a16="http://schemas.microsoft.com/office/drawing/2014/main" id="{ACF84105-C337-D4A8-0001-783B385831BB}"/>
                  </a:ext>
                </a:extLst>
              </p:cNvPr>
              <p:cNvSpPr/>
              <p:nvPr/>
            </p:nvSpPr>
            <p:spPr bwMode="auto">
              <a:xfrm rot="5400000">
                <a:off x="9861542" y="1102837"/>
                <a:ext cx="522071" cy="2143536"/>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面对的挑战</a:t>
                </a:r>
              </a:p>
            </p:txBody>
          </p:sp>
          <p:sp>
            <p:nvSpPr>
              <p:cNvPr id="48" name="文本框 47">
                <a:extLst>
                  <a:ext uri="{FF2B5EF4-FFF2-40B4-BE49-F238E27FC236}">
                    <a16:creationId xmlns:a16="http://schemas.microsoft.com/office/drawing/2014/main" id="{621BEF88-C060-B73D-13C3-E5B4A852B7A7}"/>
                  </a:ext>
                </a:extLst>
              </p:cNvPr>
              <p:cNvSpPr txBox="1"/>
              <p:nvPr/>
            </p:nvSpPr>
            <p:spPr>
              <a:xfrm>
                <a:off x="9200093" y="2508156"/>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标题 3">
            <a:extLst>
              <a:ext uri="{FF2B5EF4-FFF2-40B4-BE49-F238E27FC236}">
                <a16:creationId xmlns:a16="http://schemas.microsoft.com/office/drawing/2014/main" id="{02A71CD4-FDCD-0126-212F-9640BC103140}"/>
              </a:ext>
            </a:extLst>
          </p:cNvPr>
          <p:cNvSpPr>
            <a:spLocks noGrp="1"/>
          </p:cNvSpPr>
          <p:nvPr>
            <p:ph type="title"/>
          </p:nvPr>
        </p:nvSpPr>
        <p:spPr/>
        <p:txBody>
          <a:bodyPr/>
          <a:lstStyle/>
          <a:p>
            <a:r>
              <a:rPr lang="zh-CN" altLang="en-US" dirty="0"/>
              <a:t>个人工作目标</a:t>
            </a:r>
          </a:p>
        </p:txBody>
      </p:sp>
      <p:grpSp>
        <p:nvGrpSpPr>
          <p:cNvPr id="10" name="组合 9">
            <a:extLst>
              <a:ext uri="{FF2B5EF4-FFF2-40B4-BE49-F238E27FC236}">
                <a16:creationId xmlns:a16="http://schemas.microsoft.com/office/drawing/2014/main" id="{2FF5D66D-13DC-B1F4-AB97-C67209AECA2B}"/>
              </a:ext>
            </a:extLst>
          </p:cNvPr>
          <p:cNvGrpSpPr/>
          <p:nvPr/>
        </p:nvGrpSpPr>
        <p:grpSpPr>
          <a:xfrm>
            <a:off x="563525" y="1533218"/>
            <a:ext cx="10629193" cy="4339645"/>
            <a:chOff x="563525" y="1533218"/>
            <a:chExt cx="10629193" cy="4339645"/>
          </a:xfrm>
        </p:grpSpPr>
        <p:grpSp>
          <p:nvGrpSpPr>
            <p:cNvPr id="2" name="组合 1">
              <a:extLst>
                <a:ext uri="{FF2B5EF4-FFF2-40B4-BE49-F238E27FC236}">
                  <a16:creationId xmlns:a16="http://schemas.microsoft.com/office/drawing/2014/main" id="{54C1F1E1-EB6A-FFEE-053F-F2699E4C6AFD}"/>
                </a:ext>
              </a:extLst>
            </p:cNvPr>
            <p:cNvGrpSpPr/>
            <p:nvPr/>
          </p:nvGrpSpPr>
          <p:grpSpPr>
            <a:xfrm>
              <a:off x="563525" y="1557059"/>
              <a:ext cx="2030818" cy="2009022"/>
              <a:chOff x="563525" y="1557059"/>
              <a:chExt cx="2030818" cy="2009022"/>
            </a:xfrm>
          </p:grpSpPr>
          <p:sp>
            <p:nvSpPr>
              <p:cNvPr id="11" name="椭圆 10">
                <a:extLst>
                  <a:ext uri="{FF2B5EF4-FFF2-40B4-BE49-F238E27FC236}">
                    <a16:creationId xmlns:a16="http://schemas.microsoft.com/office/drawing/2014/main" id="{16377D31-3712-0077-B6C1-B8E13C15994A}"/>
                  </a:ext>
                </a:extLst>
              </p:cNvPr>
              <p:cNvSpPr/>
              <p:nvPr/>
            </p:nvSpPr>
            <p:spPr>
              <a:xfrm>
                <a:off x="776177" y="1557059"/>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业绩提升目标</a:t>
                </a:r>
              </a:p>
            </p:txBody>
          </p:sp>
          <p:sp>
            <p:nvSpPr>
              <p:cNvPr id="12" name="文本框 11">
                <a:extLst>
                  <a:ext uri="{FF2B5EF4-FFF2-40B4-BE49-F238E27FC236}">
                    <a16:creationId xmlns:a16="http://schemas.microsoft.com/office/drawing/2014/main" id="{5546219A-1440-2531-E5A6-F6F78264C1E7}"/>
                  </a:ext>
                </a:extLst>
              </p:cNvPr>
              <p:cNvSpPr txBox="1"/>
              <p:nvPr/>
            </p:nvSpPr>
            <p:spPr>
              <a:xfrm>
                <a:off x="563525" y="3237530"/>
                <a:ext cx="2030818" cy="328551"/>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p:txBody>
          </p:sp>
        </p:grpSp>
        <p:grpSp>
          <p:nvGrpSpPr>
            <p:cNvPr id="3" name="组合 2">
              <a:extLst>
                <a:ext uri="{FF2B5EF4-FFF2-40B4-BE49-F238E27FC236}">
                  <a16:creationId xmlns:a16="http://schemas.microsoft.com/office/drawing/2014/main" id="{C3EF38D5-5A50-3ACF-6FD3-A411A3276B00}"/>
                </a:ext>
              </a:extLst>
            </p:cNvPr>
            <p:cNvGrpSpPr/>
            <p:nvPr/>
          </p:nvGrpSpPr>
          <p:grpSpPr>
            <a:xfrm>
              <a:off x="563525" y="3863841"/>
              <a:ext cx="2030818" cy="2009022"/>
              <a:chOff x="563525" y="3863841"/>
              <a:chExt cx="2030818" cy="2009022"/>
            </a:xfrm>
          </p:grpSpPr>
          <p:sp>
            <p:nvSpPr>
              <p:cNvPr id="13" name="椭圆 12">
                <a:extLst>
                  <a:ext uri="{FF2B5EF4-FFF2-40B4-BE49-F238E27FC236}">
                    <a16:creationId xmlns:a16="http://schemas.microsoft.com/office/drawing/2014/main" id="{648CC2CF-48CC-8D06-7325-241DDFE2FF72}"/>
                  </a:ext>
                </a:extLst>
              </p:cNvPr>
              <p:cNvSpPr/>
              <p:nvPr/>
            </p:nvSpPr>
            <p:spPr>
              <a:xfrm>
                <a:off x="776177" y="3863841"/>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项目参与计划</a:t>
                </a:r>
              </a:p>
            </p:txBody>
          </p:sp>
          <p:sp>
            <p:nvSpPr>
              <p:cNvPr id="14" name="文本框 13">
                <a:extLst>
                  <a:ext uri="{FF2B5EF4-FFF2-40B4-BE49-F238E27FC236}">
                    <a16:creationId xmlns:a16="http://schemas.microsoft.com/office/drawing/2014/main" id="{B5A2F042-BA63-A070-61F4-F9FFE0D86C2A}"/>
                  </a:ext>
                </a:extLst>
              </p:cNvPr>
              <p:cNvSpPr txBox="1"/>
              <p:nvPr/>
            </p:nvSpPr>
            <p:spPr>
              <a:xfrm>
                <a:off x="563525" y="5544312"/>
                <a:ext cx="2030818" cy="328551"/>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p:txBody>
          </p:sp>
        </p:grpSp>
        <p:grpSp>
          <p:nvGrpSpPr>
            <p:cNvPr id="9" name="组合 8">
              <a:extLst>
                <a:ext uri="{FF2B5EF4-FFF2-40B4-BE49-F238E27FC236}">
                  <a16:creationId xmlns:a16="http://schemas.microsoft.com/office/drawing/2014/main" id="{026D2FBB-A635-05BB-FB17-ABA43C431463}"/>
                </a:ext>
              </a:extLst>
            </p:cNvPr>
            <p:cNvGrpSpPr/>
            <p:nvPr/>
          </p:nvGrpSpPr>
          <p:grpSpPr>
            <a:xfrm>
              <a:off x="4144297" y="1533218"/>
              <a:ext cx="3344523" cy="1892889"/>
              <a:chOff x="4144297" y="1533218"/>
              <a:chExt cx="3344523" cy="1892889"/>
            </a:xfrm>
          </p:grpSpPr>
          <p:sp>
            <p:nvSpPr>
              <p:cNvPr id="15" name="Text">
                <a:extLst>
                  <a:ext uri="{FF2B5EF4-FFF2-40B4-BE49-F238E27FC236}">
                    <a16:creationId xmlns:a16="http://schemas.microsoft.com/office/drawing/2014/main" id="{A7CAAE73-BE53-D41E-4AE0-1EE0B7C0EE29}"/>
                  </a:ext>
                </a:extLst>
              </p:cNvPr>
              <p:cNvSpPr/>
              <p:nvPr/>
            </p:nvSpPr>
            <p:spPr>
              <a:xfrm>
                <a:off x="4144297" y="1670667"/>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p:txBody>
          </p:sp>
          <p:sp>
            <p:nvSpPr>
              <p:cNvPr id="16" name="íṥļiḍe">
                <a:extLst>
                  <a:ext uri="{FF2B5EF4-FFF2-40B4-BE49-F238E27FC236}">
                    <a16:creationId xmlns:a16="http://schemas.microsoft.com/office/drawing/2014/main" id="{118CA2DB-DE8B-91FD-D58D-0CC9A464D82F}"/>
                  </a:ext>
                </a:extLst>
              </p:cNvPr>
              <p:cNvSpPr/>
              <p:nvPr/>
            </p:nvSpPr>
            <p:spPr>
              <a:xfrm>
                <a:off x="4735916" y="1533218"/>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技能提升目标</a:t>
                </a:r>
              </a:p>
            </p:txBody>
          </p:sp>
          <p:sp>
            <p:nvSpPr>
              <p:cNvPr id="17" name="文本框 16">
                <a:extLst>
                  <a:ext uri="{FF2B5EF4-FFF2-40B4-BE49-F238E27FC236}">
                    <a16:creationId xmlns:a16="http://schemas.microsoft.com/office/drawing/2014/main" id="{2BE577CC-01FF-6B53-88D0-A6526F637798}"/>
                  </a:ext>
                </a:extLst>
              </p:cNvPr>
              <p:cNvSpPr txBox="1"/>
              <p:nvPr/>
            </p:nvSpPr>
            <p:spPr>
              <a:xfrm>
                <a:off x="4361516" y="2135879"/>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sp>
          <p:nvSpPr>
            <p:cNvPr id="18" name="Shape1">
              <a:extLst>
                <a:ext uri="{FF2B5EF4-FFF2-40B4-BE49-F238E27FC236}">
                  <a16:creationId xmlns:a16="http://schemas.microsoft.com/office/drawing/2014/main" id="{EAF54D3F-F49E-3855-778D-5C5C8A32257E}"/>
                </a:ext>
              </a:extLst>
            </p:cNvPr>
            <p:cNvSpPr/>
            <p:nvPr/>
          </p:nvSpPr>
          <p:spPr>
            <a:xfrm>
              <a:off x="2911708" y="2030586"/>
              <a:ext cx="617290" cy="658461"/>
            </a:xfrm>
            <a:prstGeom prst="rightArrow">
              <a:avLst>
                <a:gd name="adj1" fmla="val 56665"/>
                <a:gd name="adj2" fmla="val 50000"/>
              </a:avLst>
            </a:prstGeom>
            <a:gradFill>
              <a:gsLst>
                <a:gs pos="0">
                  <a:schemeClr val="bg1">
                    <a:alpha val="0"/>
                  </a:schemeClr>
                </a:gs>
                <a:gs pos="82000">
                  <a:schemeClr val="accent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8" name="组合 7">
              <a:extLst>
                <a:ext uri="{FF2B5EF4-FFF2-40B4-BE49-F238E27FC236}">
                  <a16:creationId xmlns:a16="http://schemas.microsoft.com/office/drawing/2014/main" id="{7DF631B6-3EF3-8D98-FE9D-4C653CEAD23B}"/>
                </a:ext>
              </a:extLst>
            </p:cNvPr>
            <p:cNvGrpSpPr/>
            <p:nvPr/>
          </p:nvGrpSpPr>
          <p:grpSpPr>
            <a:xfrm>
              <a:off x="7848195" y="1533218"/>
              <a:ext cx="3344523" cy="1892889"/>
              <a:chOff x="7848195" y="1533218"/>
              <a:chExt cx="3344523" cy="1892889"/>
            </a:xfrm>
          </p:grpSpPr>
          <p:sp>
            <p:nvSpPr>
              <p:cNvPr id="24" name="Text">
                <a:extLst>
                  <a:ext uri="{FF2B5EF4-FFF2-40B4-BE49-F238E27FC236}">
                    <a16:creationId xmlns:a16="http://schemas.microsoft.com/office/drawing/2014/main" id="{2EDC8B54-02AB-50DE-F473-21C0CEBCEC6D}"/>
                  </a:ext>
                </a:extLst>
              </p:cNvPr>
              <p:cNvSpPr/>
              <p:nvPr/>
            </p:nvSpPr>
            <p:spPr>
              <a:xfrm>
                <a:off x="7848195" y="1670667"/>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p:txBody>
          </p:sp>
          <p:sp>
            <p:nvSpPr>
              <p:cNvPr id="25" name="íṥļiḍe">
                <a:extLst>
                  <a:ext uri="{FF2B5EF4-FFF2-40B4-BE49-F238E27FC236}">
                    <a16:creationId xmlns:a16="http://schemas.microsoft.com/office/drawing/2014/main" id="{91181138-DAF6-D8DD-21C2-009B530E81B3}"/>
                  </a:ext>
                </a:extLst>
              </p:cNvPr>
              <p:cNvSpPr/>
              <p:nvPr/>
            </p:nvSpPr>
            <p:spPr>
              <a:xfrm>
                <a:off x="8439814" y="1533218"/>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创新与改进目标</a:t>
                </a:r>
              </a:p>
            </p:txBody>
          </p:sp>
          <p:sp>
            <p:nvSpPr>
              <p:cNvPr id="26" name="文本框 25">
                <a:extLst>
                  <a:ext uri="{FF2B5EF4-FFF2-40B4-BE49-F238E27FC236}">
                    <a16:creationId xmlns:a16="http://schemas.microsoft.com/office/drawing/2014/main" id="{5CE4DEE9-CBD9-E4EA-D504-68E15D09254F}"/>
                  </a:ext>
                </a:extLst>
              </p:cNvPr>
              <p:cNvSpPr txBox="1"/>
              <p:nvPr/>
            </p:nvSpPr>
            <p:spPr>
              <a:xfrm>
                <a:off x="8065414" y="2135879"/>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grpSp>
          <p:nvGrpSpPr>
            <p:cNvPr id="6" name="组合 5">
              <a:extLst>
                <a:ext uri="{FF2B5EF4-FFF2-40B4-BE49-F238E27FC236}">
                  <a16:creationId xmlns:a16="http://schemas.microsoft.com/office/drawing/2014/main" id="{7755B32F-0504-F161-C441-09B1D1B62DF2}"/>
                </a:ext>
              </a:extLst>
            </p:cNvPr>
            <p:cNvGrpSpPr/>
            <p:nvPr/>
          </p:nvGrpSpPr>
          <p:grpSpPr>
            <a:xfrm>
              <a:off x="4144297" y="3940752"/>
              <a:ext cx="3344523" cy="1892889"/>
              <a:chOff x="4144297" y="3940752"/>
              <a:chExt cx="3344523" cy="1892889"/>
            </a:xfrm>
          </p:grpSpPr>
          <p:sp>
            <p:nvSpPr>
              <p:cNvPr id="27" name="Text">
                <a:extLst>
                  <a:ext uri="{FF2B5EF4-FFF2-40B4-BE49-F238E27FC236}">
                    <a16:creationId xmlns:a16="http://schemas.microsoft.com/office/drawing/2014/main" id="{0C2A0B91-7B98-CED0-8679-ACE77E872E21}"/>
                  </a:ext>
                </a:extLst>
              </p:cNvPr>
              <p:cNvSpPr/>
              <p:nvPr/>
            </p:nvSpPr>
            <p:spPr>
              <a:xfrm>
                <a:off x="4144297" y="4078201"/>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p:txBody>
          </p:sp>
          <p:sp>
            <p:nvSpPr>
              <p:cNvPr id="28" name="íṥļiḍe">
                <a:extLst>
                  <a:ext uri="{FF2B5EF4-FFF2-40B4-BE49-F238E27FC236}">
                    <a16:creationId xmlns:a16="http://schemas.microsoft.com/office/drawing/2014/main" id="{D6E67DF2-673C-2A5B-BDA4-FD5CBBC1A4F5}"/>
                  </a:ext>
                </a:extLst>
              </p:cNvPr>
              <p:cNvSpPr/>
              <p:nvPr/>
            </p:nvSpPr>
            <p:spPr>
              <a:xfrm>
                <a:off x="4735916" y="3940752"/>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客户满意度目标</a:t>
                </a:r>
              </a:p>
            </p:txBody>
          </p:sp>
          <p:sp>
            <p:nvSpPr>
              <p:cNvPr id="29" name="文本框 28">
                <a:extLst>
                  <a:ext uri="{FF2B5EF4-FFF2-40B4-BE49-F238E27FC236}">
                    <a16:creationId xmlns:a16="http://schemas.microsoft.com/office/drawing/2014/main" id="{D79B43D3-B20B-3356-9258-6986437F259A}"/>
                  </a:ext>
                </a:extLst>
              </p:cNvPr>
              <p:cNvSpPr txBox="1"/>
              <p:nvPr/>
            </p:nvSpPr>
            <p:spPr>
              <a:xfrm>
                <a:off x="4361516" y="4543413"/>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sp>
          <p:nvSpPr>
            <p:cNvPr id="30" name="Shape1">
              <a:extLst>
                <a:ext uri="{FF2B5EF4-FFF2-40B4-BE49-F238E27FC236}">
                  <a16:creationId xmlns:a16="http://schemas.microsoft.com/office/drawing/2014/main" id="{9C6F6824-CB30-12B1-ED25-CD35B718947A}"/>
                </a:ext>
              </a:extLst>
            </p:cNvPr>
            <p:cNvSpPr/>
            <p:nvPr/>
          </p:nvSpPr>
          <p:spPr>
            <a:xfrm>
              <a:off x="2911708" y="4337368"/>
              <a:ext cx="617290" cy="658461"/>
            </a:xfrm>
            <a:prstGeom prst="rightArrow">
              <a:avLst>
                <a:gd name="adj1" fmla="val 56665"/>
                <a:gd name="adj2" fmla="val 50000"/>
              </a:avLst>
            </a:prstGeom>
            <a:gradFill>
              <a:gsLst>
                <a:gs pos="0">
                  <a:schemeClr val="bg1">
                    <a:alpha val="0"/>
                  </a:schemeClr>
                </a:gs>
                <a:gs pos="82000">
                  <a:schemeClr val="accent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7" name="组合 6">
              <a:extLst>
                <a:ext uri="{FF2B5EF4-FFF2-40B4-BE49-F238E27FC236}">
                  <a16:creationId xmlns:a16="http://schemas.microsoft.com/office/drawing/2014/main" id="{F8316EBC-AB01-74DA-DC0A-E2D040A12361}"/>
                </a:ext>
              </a:extLst>
            </p:cNvPr>
            <p:cNvGrpSpPr/>
            <p:nvPr/>
          </p:nvGrpSpPr>
          <p:grpSpPr>
            <a:xfrm>
              <a:off x="7848195" y="3940752"/>
              <a:ext cx="3344523" cy="1892889"/>
              <a:chOff x="7848195" y="3940752"/>
              <a:chExt cx="3344523" cy="1892889"/>
            </a:xfrm>
          </p:grpSpPr>
          <p:sp>
            <p:nvSpPr>
              <p:cNvPr id="31" name="Text">
                <a:extLst>
                  <a:ext uri="{FF2B5EF4-FFF2-40B4-BE49-F238E27FC236}">
                    <a16:creationId xmlns:a16="http://schemas.microsoft.com/office/drawing/2014/main" id="{8D3C9BE3-4BBB-21D3-6965-9CFE0DA5E191}"/>
                  </a:ext>
                </a:extLst>
              </p:cNvPr>
              <p:cNvSpPr/>
              <p:nvPr/>
            </p:nvSpPr>
            <p:spPr>
              <a:xfrm>
                <a:off x="7848195" y="4078201"/>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p:txBody>
          </p:sp>
          <p:sp>
            <p:nvSpPr>
              <p:cNvPr id="32" name="íṥļiḍe">
                <a:extLst>
                  <a:ext uri="{FF2B5EF4-FFF2-40B4-BE49-F238E27FC236}">
                    <a16:creationId xmlns:a16="http://schemas.microsoft.com/office/drawing/2014/main" id="{08E25125-21EE-F1F1-E0E6-7229D9B95C37}"/>
                  </a:ext>
                </a:extLst>
              </p:cNvPr>
              <p:cNvSpPr/>
              <p:nvPr/>
            </p:nvSpPr>
            <p:spPr>
              <a:xfrm>
                <a:off x="8439814" y="3940752"/>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自我管理目标</a:t>
                </a:r>
              </a:p>
            </p:txBody>
          </p:sp>
          <p:sp>
            <p:nvSpPr>
              <p:cNvPr id="33" name="文本框 32">
                <a:extLst>
                  <a:ext uri="{FF2B5EF4-FFF2-40B4-BE49-F238E27FC236}">
                    <a16:creationId xmlns:a16="http://schemas.microsoft.com/office/drawing/2014/main" id="{B51E6E17-EE3F-A6A4-B0D0-3580312CF80F}"/>
                  </a:ext>
                </a:extLst>
              </p:cNvPr>
              <p:cNvSpPr txBox="1"/>
              <p:nvPr/>
            </p:nvSpPr>
            <p:spPr>
              <a:xfrm>
                <a:off x="8065414" y="4543413"/>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a:extLst>
              <a:ext uri="{FF2B5EF4-FFF2-40B4-BE49-F238E27FC236}">
                <a16:creationId xmlns:a16="http://schemas.microsoft.com/office/drawing/2014/main" id="{BC1C59C0-43E9-955C-6479-356B7A0210D1}"/>
              </a:ext>
            </a:extLst>
          </p:cNvPr>
          <p:cNvSpPr>
            <a:spLocks noGrp="1"/>
          </p:cNvSpPr>
          <p:nvPr>
            <p:ph type="title"/>
          </p:nvPr>
        </p:nvSpPr>
        <p:spPr/>
        <p:txBody>
          <a:bodyPr/>
          <a:lstStyle/>
          <a:p>
            <a:r>
              <a:rPr lang="zh-CN" altLang="en-US" dirty="0"/>
              <a:t>团队贡献计划</a:t>
            </a:r>
          </a:p>
        </p:txBody>
      </p:sp>
      <p:grpSp>
        <p:nvGrpSpPr>
          <p:cNvPr id="77" name="组合 76">
            <a:extLst>
              <a:ext uri="{FF2B5EF4-FFF2-40B4-BE49-F238E27FC236}">
                <a16:creationId xmlns:a16="http://schemas.microsoft.com/office/drawing/2014/main" id="{1B004AD2-98F5-4D6B-6E50-4DD597ABD94E}"/>
              </a:ext>
            </a:extLst>
          </p:cNvPr>
          <p:cNvGrpSpPr/>
          <p:nvPr/>
        </p:nvGrpSpPr>
        <p:grpSpPr>
          <a:xfrm>
            <a:off x="0" y="1368693"/>
            <a:ext cx="12192000" cy="5489307"/>
            <a:chOff x="0" y="1368693"/>
            <a:chExt cx="12192000" cy="5489307"/>
          </a:xfrm>
        </p:grpSpPr>
        <p:sp>
          <p:nvSpPr>
            <p:cNvPr id="52" name="矩形 51">
              <a:extLst>
                <a:ext uri="{FF2B5EF4-FFF2-40B4-BE49-F238E27FC236}">
                  <a16:creationId xmlns:a16="http://schemas.microsoft.com/office/drawing/2014/main" id="{833A9FDD-6DA8-1ED7-E05F-34100FE6AB59}"/>
                </a:ext>
              </a:extLst>
            </p:cNvPr>
            <p:cNvSpPr/>
            <p:nvPr/>
          </p:nvSpPr>
          <p:spPr>
            <a:xfrm>
              <a:off x="0" y="3515360"/>
              <a:ext cx="12192000" cy="3342640"/>
            </a:xfrm>
            <a:prstGeom prst="rect">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nvGrpSpPr>
            <p:cNvPr id="72" name="组合 71">
              <a:extLst>
                <a:ext uri="{FF2B5EF4-FFF2-40B4-BE49-F238E27FC236}">
                  <a16:creationId xmlns:a16="http://schemas.microsoft.com/office/drawing/2014/main" id="{0346E093-DB7D-DF18-06D0-07DE5D37D256}"/>
                </a:ext>
              </a:extLst>
            </p:cNvPr>
            <p:cNvGrpSpPr/>
            <p:nvPr/>
          </p:nvGrpSpPr>
          <p:grpSpPr>
            <a:xfrm>
              <a:off x="736600" y="1368701"/>
              <a:ext cx="5283200" cy="2764677"/>
              <a:chOff x="736600" y="1368701"/>
              <a:chExt cx="5283200" cy="2764677"/>
            </a:xfrm>
          </p:grpSpPr>
          <p:sp>
            <p:nvSpPr>
              <p:cNvPr id="4" name="矩形: 圆角 3">
                <a:extLst>
                  <a:ext uri="{FF2B5EF4-FFF2-40B4-BE49-F238E27FC236}">
                    <a16:creationId xmlns:a16="http://schemas.microsoft.com/office/drawing/2014/main" id="{F95F95C6-70F8-DA6E-EBE6-5470479AA112}"/>
                  </a:ext>
                </a:extLst>
              </p:cNvPr>
              <p:cNvSpPr/>
              <p:nvPr/>
            </p:nvSpPr>
            <p:spPr>
              <a:xfrm flipH="1">
                <a:off x="736600" y="1368701"/>
                <a:ext cx="5283200" cy="2764677"/>
              </a:xfrm>
              <a:prstGeom prst="roundRect">
                <a:avLst>
                  <a:gd name="adj" fmla="val 326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6" name="NumberMisc">
                <a:extLst>
                  <a:ext uri="{FF2B5EF4-FFF2-40B4-BE49-F238E27FC236}">
                    <a16:creationId xmlns:a16="http://schemas.microsoft.com/office/drawing/2014/main" id="{311EB886-04AA-48F0-2D29-C4BB46E498D5}"/>
                  </a:ext>
                </a:extLst>
              </p:cNvPr>
              <p:cNvSpPr/>
              <p:nvPr/>
            </p:nvSpPr>
            <p:spPr>
              <a:xfrm>
                <a:off x="1454499" y="1546497"/>
                <a:ext cx="3847403" cy="509754"/>
              </a:xfrm>
              <a:prstGeom prst="roundRect">
                <a:avLst>
                  <a:gd name="adj" fmla="val 19250"/>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t>团队协作目标</a:t>
                </a:r>
                <a:endParaRPr lang="en-US" altLang="zh-CN" sz="2000" b="1" dirty="0"/>
              </a:p>
            </p:txBody>
          </p:sp>
          <p:graphicFrame>
            <p:nvGraphicFramePr>
              <p:cNvPr id="7" name="图表 6">
                <a:extLst>
                  <a:ext uri="{FF2B5EF4-FFF2-40B4-BE49-F238E27FC236}">
                    <a16:creationId xmlns:a16="http://schemas.microsoft.com/office/drawing/2014/main" id="{6EB67D72-D11A-B088-1D50-F59CEBC177C6}"/>
                  </a:ext>
                </a:extLst>
              </p:cNvPr>
              <p:cNvGraphicFramePr/>
              <p:nvPr>
                <p:extLst>
                  <p:ext uri="{D42A27DB-BD31-4B8C-83A1-F6EECF244321}">
                    <p14:modId xmlns:p14="http://schemas.microsoft.com/office/powerpoint/2010/main" val="3303151056"/>
                  </p:ext>
                </p:extLst>
              </p:nvPr>
            </p:nvGraphicFramePr>
            <p:xfrm>
              <a:off x="839765" y="2122579"/>
              <a:ext cx="5074026" cy="1924681"/>
            </p:xfrm>
            <a:graphic>
              <a:graphicData uri="http://schemas.openxmlformats.org/drawingml/2006/chart">
                <c:chart xmlns:c="http://schemas.openxmlformats.org/drawingml/2006/chart" r:id="rId2"/>
              </a:graphicData>
            </a:graphic>
          </p:graphicFrame>
        </p:grpSp>
        <p:grpSp>
          <p:nvGrpSpPr>
            <p:cNvPr id="73" name="组合 72">
              <a:extLst>
                <a:ext uri="{FF2B5EF4-FFF2-40B4-BE49-F238E27FC236}">
                  <a16:creationId xmlns:a16="http://schemas.microsoft.com/office/drawing/2014/main" id="{DB8A138E-BD8A-C385-9395-BA8F94E470C8}"/>
                </a:ext>
              </a:extLst>
            </p:cNvPr>
            <p:cNvGrpSpPr/>
            <p:nvPr/>
          </p:nvGrpSpPr>
          <p:grpSpPr>
            <a:xfrm>
              <a:off x="6084064" y="1368693"/>
              <a:ext cx="5371336" cy="2765573"/>
              <a:chOff x="6084064" y="1368693"/>
              <a:chExt cx="5371336" cy="2765573"/>
            </a:xfrm>
          </p:grpSpPr>
          <p:sp>
            <p:nvSpPr>
              <p:cNvPr id="15" name="矩形: 圆角 14">
                <a:extLst>
                  <a:ext uri="{FF2B5EF4-FFF2-40B4-BE49-F238E27FC236}">
                    <a16:creationId xmlns:a16="http://schemas.microsoft.com/office/drawing/2014/main" id="{FF4D2012-C0BE-38F6-6CE5-B7D3D389F00D}"/>
                  </a:ext>
                </a:extLst>
              </p:cNvPr>
              <p:cNvSpPr/>
              <p:nvPr/>
            </p:nvSpPr>
            <p:spPr>
              <a:xfrm>
                <a:off x="6190073" y="1368693"/>
                <a:ext cx="5265327" cy="2765573"/>
              </a:xfrm>
              <a:prstGeom prst="roundRect">
                <a:avLst>
                  <a:gd name="adj" fmla="val 326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16" name="NumberMisc">
                <a:extLst>
                  <a:ext uri="{FF2B5EF4-FFF2-40B4-BE49-F238E27FC236}">
                    <a16:creationId xmlns:a16="http://schemas.microsoft.com/office/drawing/2014/main" id="{F9E22458-E5A3-2114-0CDE-CCBE868B8EA7}"/>
                  </a:ext>
                </a:extLst>
              </p:cNvPr>
              <p:cNvSpPr txBox="1"/>
              <p:nvPr/>
            </p:nvSpPr>
            <p:spPr>
              <a:xfrm>
                <a:off x="6674865" y="1546497"/>
                <a:ext cx="4295742" cy="506687"/>
              </a:xfrm>
              <a:prstGeom prst="roundRect">
                <a:avLst>
                  <a:gd name="adj" fmla="val 8000"/>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问题解决贡献</a:t>
                </a:r>
                <a:endParaRPr lang="zh-CN" altLang="en-US" dirty="0"/>
              </a:p>
            </p:txBody>
          </p:sp>
          <p:graphicFrame>
            <p:nvGraphicFramePr>
              <p:cNvPr id="17" name="图表 16">
                <a:extLst>
                  <a:ext uri="{FF2B5EF4-FFF2-40B4-BE49-F238E27FC236}">
                    <a16:creationId xmlns:a16="http://schemas.microsoft.com/office/drawing/2014/main" id="{1F4730A0-FF18-3D45-764F-E7F34FF20B9A}"/>
                  </a:ext>
                </a:extLst>
              </p:cNvPr>
              <p:cNvGraphicFramePr/>
              <p:nvPr>
                <p:extLst>
                  <p:ext uri="{D42A27DB-BD31-4B8C-83A1-F6EECF244321}">
                    <p14:modId xmlns:p14="http://schemas.microsoft.com/office/powerpoint/2010/main" val="3391315065"/>
                  </p:ext>
                </p:extLst>
              </p:nvPr>
            </p:nvGraphicFramePr>
            <p:xfrm>
              <a:off x="6084064" y="2149190"/>
              <a:ext cx="3228172" cy="1965723"/>
            </p:xfrm>
            <a:graphic>
              <a:graphicData uri="http://schemas.openxmlformats.org/drawingml/2006/chart">
                <c:chart xmlns:c="http://schemas.openxmlformats.org/drawingml/2006/chart" r:id="rId3"/>
              </a:graphicData>
            </a:graphic>
          </p:graphicFrame>
          <p:grpSp>
            <p:nvGrpSpPr>
              <p:cNvPr id="47" name="组合 46">
                <a:extLst>
                  <a:ext uri="{FF2B5EF4-FFF2-40B4-BE49-F238E27FC236}">
                    <a16:creationId xmlns:a16="http://schemas.microsoft.com/office/drawing/2014/main" id="{85AF6B8B-0EF3-7DA6-53A1-6AFAC637CBEB}"/>
                  </a:ext>
                </a:extLst>
              </p:cNvPr>
              <p:cNvGrpSpPr/>
              <p:nvPr/>
            </p:nvGrpSpPr>
            <p:grpSpPr>
              <a:xfrm>
                <a:off x="9022080" y="2364895"/>
                <a:ext cx="2026920" cy="307777"/>
                <a:chOff x="9022080" y="1952012"/>
                <a:chExt cx="2026920" cy="307777"/>
              </a:xfrm>
            </p:grpSpPr>
            <p:sp>
              <p:nvSpPr>
                <p:cNvPr id="18" name="矩形 17">
                  <a:extLst>
                    <a:ext uri="{FF2B5EF4-FFF2-40B4-BE49-F238E27FC236}">
                      <a16:creationId xmlns:a16="http://schemas.microsoft.com/office/drawing/2014/main" id="{9C0A023C-F603-7F1F-9F76-E5449542A3E6}"/>
                    </a:ext>
                  </a:extLst>
                </p:cNvPr>
                <p:cNvSpPr>
                  <a:spLocks noChangeAspect="1"/>
                </p:cNvSpPr>
                <p:nvPr/>
              </p:nvSpPr>
              <p:spPr>
                <a:xfrm>
                  <a:off x="9022080" y="2051900"/>
                  <a:ext cx="108000" cy="10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B91F8CD7-C2BD-3487-48CB-C6516891EC11}"/>
                    </a:ext>
                  </a:extLst>
                </p:cNvPr>
                <p:cNvSpPr txBox="1"/>
                <p:nvPr/>
              </p:nvSpPr>
              <p:spPr>
                <a:xfrm>
                  <a:off x="9126769" y="1952012"/>
                  <a:ext cx="1922231" cy="307777"/>
                </a:xfrm>
                <a:prstGeom prst="rect">
                  <a:avLst/>
                </a:prstGeom>
                <a:noFill/>
              </p:spPr>
              <p:txBody>
                <a:bodyPr wrap="square" rtlCol="0">
                  <a:spAutoFit/>
                </a:bodyPr>
                <a:lstStyle/>
                <a:p>
                  <a:r>
                    <a:rPr lang="zh-CN" altLang="en-US" sz="1400" dirty="0"/>
                    <a:t>单击此处输入文本</a:t>
                  </a:r>
                </a:p>
              </p:txBody>
            </p:sp>
          </p:grpSp>
          <p:grpSp>
            <p:nvGrpSpPr>
              <p:cNvPr id="48" name="组合 47">
                <a:extLst>
                  <a:ext uri="{FF2B5EF4-FFF2-40B4-BE49-F238E27FC236}">
                    <a16:creationId xmlns:a16="http://schemas.microsoft.com/office/drawing/2014/main" id="{C38F595F-270D-869F-A9A5-FEA30487DBD3}"/>
                  </a:ext>
                </a:extLst>
              </p:cNvPr>
              <p:cNvGrpSpPr/>
              <p:nvPr/>
            </p:nvGrpSpPr>
            <p:grpSpPr>
              <a:xfrm>
                <a:off x="9022080" y="2740815"/>
                <a:ext cx="2026920" cy="307777"/>
                <a:chOff x="9022080" y="2327932"/>
                <a:chExt cx="2026920" cy="307777"/>
              </a:xfrm>
            </p:grpSpPr>
            <p:sp>
              <p:nvSpPr>
                <p:cNvPr id="26" name="矩形 25">
                  <a:extLst>
                    <a:ext uri="{FF2B5EF4-FFF2-40B4-BE49-F238E27FC236}">
                      <a16:creationId xmlns:a16="http://schemas.microsoft.com/office/drawing/2014/main" id="{E2D088E0-2203-656D-3979-74B9C3756A00}"/>
                    </a:ext>
                  </a:extLst>
                </p:cNvPr>
                <p:cNvSpPr>
                  <a:spLocks noChangeAspect="1"/>
                </p:cNvSpPr>
                <p:nvPr/>
              </p:nvSpPr>
              <p:spPr>
                <a:xfrm>
                  <a:off x="9022080" y="2427820"/>
                  <a:ext cx="108000" cy="10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82270A59-5758-FF73-AF3B-6804046613B1}"/>
                    </a:ext>
                  </a:extLst>
                </p:cNvPr>
                <p:cNvSpPr txBox="1"/>
                <p:nvPr/>
              </p:nvSpPr>
              <p:spPr>
                <a:xfrm>
                  <a:off x="9126769" y="2327932"/>
                  <a:ext cx="1922231" cy="307777"/>
                </a:xfrm>
                <a:prstGeom prst="rect">
                  <a:avLst/>
                </a:prstGeom>
                <a:noFill/>
              </p:spPr>
              <p:txBody>
                <a:bodyPr wrap="square" rtlCol="0">
                  <a:spAutoFit/>
                </a:bodyPr>
                <a:lstStyle/>
                <a:p>
                  <a:r>
                    <a:rPr lang="zh-CN" altLang="en-US" sz="1400" dirty="0"/>
                    <a:t>单击此处输入文本</a:t>
                  </a:r>
                </a:p>
              </p:txBody>
            </p:sp>
          </p:grpSp>
          <p:grpSp>
            <p:nvGrpSpPr>
              <p:cNvPr id="49" name="组合 48">
                <a:extLst>
                  <a:ext uri="{FF2B5EF4-FFF2-40B4-BE49-F238E27FC236}">
                    <a16:creationId xmlns:a16="http://schemas.microsoft.com/office/drawing/2014/main" id="{DBC32490-2D0F-6A30-72B4-D482A2F32A48}"/>
                  </a:ext>
                </a:extLst>
              </p:cNvPr>
              <p:cNvGrpSpPr/>
              <p:nvPr/>
            </p:nvGrpSpPr>
            <p:grpSpPr>
              <a:xfrm>
                <a:off x="9022080" y="3116735"/>
                <a:ext cx="2026920" cy="307777"/>
                <a:chOff x="9022080" y="2703852"/>
                <a:chExt cx="2026920" cy="307777"/>
              </a:xfrm>
            </p:grpSpPr>
            <p:sp>
              <p:nvSpPr>
                <p:cNvPr id="38" name="矩形 37">
                  <a:extLst>
                    <a:ext uri="{FF2B5EF4-FFF2-40B4-BE49-F238E27FC236}">
                      <a16:creationId xmlns:a16="http://schemas.microsoft.com/office/drawing/2014/main" id="{17044879-2540-8068-09AC-ADAD32CE3CCF}"/>
                    </a:ext>
                  </a:extLst>
                </p:cNvPr>
                <p:cNvSpPr>
                  <a:spLocks noChangeAspect="1"/>
                </p:cNvSpPr>
                <p:nvPr/>
              </p:nvSpPr>
              <p:spPr>
                <a:xfrm>
                  <a:off x="9022080" y="2803740"/>
                  <a:ext cx="108000" cy="10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F45B5F60-52B5-25D9-A9BB-12C0E0E13308}"/>
                    </a:ext>
                  </a:extLst>
                </p:cNvPr>
                <p:cNvSpPr txBox="1"/>
                <p:nvPr/>
              </p:nvSpPr>
              <p:spPr>
                <a:xfrm>
                  <a:off x="9126769" y="2703852"/>
                  <a:ext cx="1922231" cy="307777"/>
                </a:xfrm>
                <a:prstGeom prst="rect">
                  <a:avLst/>
                </a:prstGeom>
                <a:noFill/>
              </p:spPr>
              <p:txBody>
                <a:bodyPr wrap="square" rtlCol="0">
                  <a:spAutoFit/>
                </a:bodyPr>
                <a:lstStyle/>
                <a:p>
                  <a:r>
                    <a:rPr lang="zh-CN" altLang="en-US" sz="1400" dirty="0"/>
                    <a:t>单击此处输入文本</a:t>
                  </a:r>
                </a:p>
              </p:txBody>
            </p:sp>
          </p:grpSp>
          <p:grpSp>
            <p:nvGrpSpPr>
              <p:cNvPr id="50" name="组合 49">
                <a:extLst>
                  <a:ext uri="{FF2B5EF4-FFF2-40B4-BE49-F238E27FC236}">
                    <a16:creationId xmlns:a16="http://schemas.microsoft.com/office/drawing/2014/main" id="{34DCC0A8-267A-6263-FB26-95E87E82AFCC}"/>
                  </a:ext>
                </a:extLst>
              </p:cNvPr>
              <p:cNvGrpSpPr/>
              <p:nvPr/>
            </p:nvGrpSpPr>
            <p:grpSpPr>
              <a:xfrm>
                <a:off x="9022080" y="3492655"/>
                <a:ext cx="2026920" cy="307777"/>
                <a:chOff x="9022080" y="3079772"/>
                <a:chExt cx="2026920" cy="307777"/>
              </a:xfrm>
            </p:grpSpPr>
            <p:sp>
              <p:nvSpPr>
                <p:cNvPr id="40" name="矩形 39">
                  <a:extLst>
                    <a:ext uri="{FF2B5EF4-FFF2-40B4-BE49-F238E27FC236}">
                      <a16:creationId xmlns:a16="http://schemas.microsoft.com/office/drawing/2014/main" id="{26DFC0B6-DBAE-39CE-0EF6-8348A69CD9C5}"/>
                    </a:ext>
                  </a:extLst>
                </p:cNvPr>
                <p:cNvSpPr>
                  <a:spLocks noChangeAspect="1"/>
                </p:cNvSpPr>
                <p:nvPr/>
              </p:nvSpPr>
              <p:spPr>
                <a:xfrm>
                  <a:off x="9022080" y="3179660"/>
                  <a:ext cx="108000" cy="10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3553C1C9-4F1A-4550-D1C6-31E8A56631CA}"/>
                    </a:ext>
                  </a:extLst>
                </p:cNvPr>
                <p:cNvSpPr txBox="1"/>
                <p:nvPr/>
              </p:nvSpPr>
              <p:spPr>
                <a:xfrm>
                  <a:off x="9126769" y="3079772"/>
                  <a:ext cx="1922231" cy="307777"/>
                </a:xfrm>
                <a:prstGeom prst="rect">
                  <a:avLst/>
                </a:prstGeom>
                <a:noFill/>
              </p:spPr>
              <p:txBody>
                <a:bodyPr wrap="square" rtlCol="0">
                  <a:spAutoFit/>
                </a:bodyPr>
                <a:lstStyle/>
                <a:p>
                  <a:r>
                    <a:rPr lang="zh-CN" altLang="en-US" sz="1400" dirty="0"/>
                    <a:t>单击此处输入文本</a:t>
                  </a:r>
                </a:p>
              </p:txBody>
            </p:sp>
          </p:grpSp>
        </p:grpSp>
        <p:grpSp>
          <p:nvGrpSpPr>
            <p:cNvPr id="55" name="组合 54">
              <a:extLst>
                <a:ext uri="{FF2B5EF4-FFF2-40B4-BE49-F238E27FC236}">
                  <a16:creationId xmlns:a16="http://schemas.microsoft.com/office/drawing/2014/main" id="{C8A7A4AB-7A00-8415-C05E-032A84602E93}"/>
                </a:ext>
              </a:extLst>
            </p:cNvPr>
            <p:cNvGrpSpPr/>
            <p:nvPr/>
          </p:nvGrpSpPr>
          <p:grpSpPr>
            <a:xfrm>
              <a:off x="643080" y="4560485"/>
              <a:ext cx="2481163" cy="1505181"/>
              <a:chOff x="736599" y="4570876"/>
              <a:chExt cx="2481163" cy="1505181"/>
            </a:xfrm>
          </p:grpSpPr>
          <p:sp>
            <p:nvSpPr>
              <p:cNvPr id="53" name="文本框 52">
                <a:extLst>
                  <a:ext uri="{FF2B5EF4-FFF2-40B4-BE49-F238E27FC236}">
                    <a16:creationId xmlns:a16="http://schemas.microsoft.com/office/drawing/2014/main" id="{845EEA36-F561-DAD3-D010-8A7882A8AE2D}"/>
                  </a:ext>
                </a:extLst>
              </p:cNvPr>
              <p:cNvSpPr txBox="1"/>
              <p:nvPr/>
            </p:nvSpPr>
            <p:spPr>
              <a:xfrm>
                <a:off x="736599" y="4971909"/>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54" name="文本框 53">
                <a:extLst>
                  <a:ext uri="{FF2B5EF4-FFF2-40B4-BE49-F238E27FC236}">
                    <a16:creationId xmlns:a16="http://schemas.microsoft.com/office/drawing/2014/main" id="{12162050-6965-3742-1A36-8C925A890DAB}"/>
                  </a:ext>
                </a:extLst>
              </p:cNvPr>
              <p:cNvSpPr txBox="1"/>
              <p:nvPr/>
            </p:nvSpPr>
            <p:spPr>
              <a:xfrm>
                <a:off x="736599" y="4570876"/>
                <a:ext cx="1911880" cy="369332"/>
              </a:xfrm>
              <a:prstGeom prst="rect">
                <a:avLst/>
              </a:prstGeom>
              <a:noFill/>
            </p:spPr>
            <p:txBody>
              <a:bodyPr wrap="square">
                <a:spAutoFit/>
              </a:bodyPr>
              <a:lstStyle/>
              <a:p>
                <a:r>
                  <a:rPr lang="zh-CN" altLang="en-US" b="1">
                    <a:solidFill>
                      <a:srgbClr val="F8F8F8"/>
                    </a:solidFill>
                    <a:latin typeface="+mj-ea"/>
                    <a:ea typeface="+mj-ea"/>
                  </a:rPr>
                  <a:t>新人帮带计划</a:t>
                </a:r>
                <a:endParaRPr lang="zh-CN" altLang="en-US" b="1" dirty="0">
                  <a:solidFill>
                    <a:srgbClr val="F8F8F8"/>
                  </a:solidFill>
                  <a:latin typeface="+mj-ea"/>
                  <a:ea typeface="+mj-ea"/>
                </a:endParaRPr>
              </a:p>
            </p:txBody>
          </p:sp>
        </p:grpSp>
        <p:grpSp>
          <p:nvGrpSpPr>
            <p:cNvPr id="74" name="组合 73">
              <a:extLst>
                <a:ext uri="{FF2B5EF4-FFF2-40B4-BE49-F238E27FC236}">
                  <a16:creationId xmlns:a16="http://schemas.microsoft.com/office/drawing/2014/main" id="{87E47BA1-31AC-28C7-ECE5-2910EABC4857}"/>
                </a:ext>
              </a:extLst>
            </p:cNvPr>
            <p:cNvGrpSpPr/>
            <p:nvPr/>
          </p:nvGrpSpPr>
          <p:grpSpPr>
            <a:xfrm>
              <a:off x="3514436" y="4560485"/>
              <a:ext cx="2481163" cy="1505181"/>
              <a:chOff x="3514436" y="4560485"/>
              <a:chExt cx="2481163" cy="1505181"/>
            </a:xfrm>
          </p:grpSpPr>
          <p:sp>
            <p:nvSpPr>
              <p:cNvPr id="64" name="文本框 63">
                <a:extLst>
                  <a:ext uri="{FF2B5EF4-FFF2-40B4-BE49-F238E27FC236}">
                    <a16:creationId xmlns:a16="http://schemas.microsoft.com/office/drawing/2014/main" id="{6CE2F488-847E-882D-BDBE-1661E49B3CE6}"/>
                  </a:ext>
                </a:extLst>
              </p:cNvPr>
              <p:cNvSpPr txBox="1"/>
              <p:nvPr/>
            </p:nvSpPr>
            <p:spPr>
              <a:xfrm>
                <a:off x="3514436"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65" name="文本框 64">
                <a:extLst>
                  <a:ext uri="{FF2B5EF4-FFF2-40B4-BE49-F238E27FC236}">
                    <a16:creationId xmlns:a16="http://schemas.microsoft.com/office/drawing/2014/main" id="{26884FFD-9896-5D88-D268-7FB2951626B4}"/>
                  </a:ext>
                </a:extLst>
              </p:cNvPr>
              <p:cNvSpPr txBox="1"/>
              <p:nvPr/>
            </p:nvSpPr>
            <p:spPr>
              <a:xfrm>
                <a:off x="3514436" y="4560485"/>
                <a:ext cx="1911880" cy="369332"/>
              </a:xfrm>
              <a:prstGeom prst="rect">
                <a:avLst/>
              </a:prstGeom>
              <a:noFill/>
            </p:spPr>
            <p:txBody>
              <a:bodyPr wrap="square">
                <a:spAutoFit/>
              </a:bodyPr>
              <a:lstStyle/>
              <a:p>
                <a:r>
                  <a:rPr lang="zh-CN" altLang="en-US" b="1">
                    <a:solidFill>
                      <a:srgbClr val="F8F8F8"/>
                    </a:solidFill>
                    <a:latin typeface="+mj-ea"/>
                    <a:ea typeface="+mj-ea"/>
                  </a:rPr>
                  <a:t>激励与支持同事</a:t>
                </a:r>
                <a:endParaRPr lang="zh-CN" altLang="en-US" b="1" dirty="0">
                  <a:solidFill>
                    <a:srgbClr val="F8F8F8"/>
                  </a:solidFill>
                  <a:latin typeface="+mj-ea"/>
                  <a:ea typeface="+mj-ea"/>
                </a:endParaRPr>
              </a:p>
            </p:txBody>
          </p:sp>
        </p:grpSp>
        <p:grpSp>
          <p:nvGrpSpPr>
            <p:cNvPr id="75" name="组合 74">
              <a:extLst>
                <a:ext uri="{FF2B5EF4-FFF2-40B4-BE49-F238E27FC236}">
                  <a16:creationId xmlns:a16="http://schemas.microsoft.com/office/drawing/2014/main" id="{134DAD1F-CAA2-68C5-9036-BF13E5C022F7}"/>
                </a:ext>
              </a:extLst>
            </p:cNvPr>
            <p:cNvGrpSpPr/>
            <p:nvPr/>
          </p:nvGrpSpPr>
          <p:grpSpPr>
            <a:xfrm>
              <a:off x="6385792" y="4560485"/>
              <a:ext cx="2481163" cy="1505181"/>
              <a:chOff x="6385792" y="4560485"/>
              <a:chExt cx="2481163" cy="1505181"/>
            </a:xfrm>
          </p:grpSpPr>
          <p:sp>
            <p:nvSpPr>
              <p:cNvPr id="67" name="文本框 66">
                <a:extLst>
                  <a:ext uri="{FF2B5EF4-FFF2-40B4-BE49-F238E27FC236}">
                    <a16:creationId xmlns:a16="http://schemas.microsoft.com/office/drawing/2014/main" id="{BA0A1C2F-5E03-BC35-A074-F6E137FD28E8}"/>
                  </a:ext>
                </a:extLst>
              </p:cNvPr>
              <p:cNvSpPr txBox="1"/>
              <p:nvPr/>
            </p:nvSpPr>
            <p:spPr>
              <a:xfrm>
                <a:off x="6385792"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68" name="文本框 67">
                <a:extLst>
                  <a:ext uri="{FF2B5EF4-FFF2-40B4-BE49-F238E27FC236}">
                    <a16:creationId xmlns:a16="http://schemas.microsoft.com/office/drawing/2014/main" id="{0899A9C2-D27E-8450-0095-16E4DFFB2960}"/>
                  </a:ext>
                </a:extLst>
              </p:cNvPr>
              <p:cNvSpPr txBox="1"/>
              <p:nvPr/>
            </p:nvSpPr>
            <p:spPr>
              <a:xfrm>
                <a:off x="6385792" y="4560485"/>
                <a:ext cx="1911880" cy="369332"/>
              </a:xfrm>
              <a:prstGeom prst="rect">
                <a:avLst/>
              </a:prstGeom>
              <a:noFill/>
            </p:spPr>
            <p:txBody>
              <a:bodyPr wrap="square">
                <a:spAutoFit/>
              </a:bodyPr>
              <a:lstStyle/>
              <a:p>
                <a:r>
                  <a:rPr lang="zh-CN" altLang="en-US" b="1">
                    <a:solidFill>
                      <a:srgbClr val="F8F8F8"/>
                    </a:solidFill>
                    <a:latin typeface="+mj-ea"/>
                    <a:ea typeface="+mj-ea"/>
                  </a:rPr>
                  <a:t>内部流程优化</a:t>
                </a:r>
                <a:endParaRPr lang="zh-CN" altLang="en-US" b="1" dirty="0">
                  <a:solidFill>
                    <a:srgbClr val="F8F8F8"/>
                  </a:solidFill>
                  <a:latin typeface="+mj-ea"/>
                  <a:ea typeface="+mj-ea"/>
                </a:endParaRPr>
              </a:p>
            </p:txBody>
          </p:sp>
        </p:grpSp>
        <p:grpSp>
          <p:nvGrpSpPr>
            <p:cNvPr id="76" name="组合 75">
              <a:extLst>
                <a:ext uri="{FF2B5EF4-FFF2-40B4-BE49-F238E27FC236}">
                  <a16:creationId xmlns:a16="http://schemas.microsoft.com/office/drawing/2014/main" id="{15BD981F-C3B7-FA38-A4C3-94F1F04A0827}"/>
                </a:ext>
              </a:extLst>
            </p:cNvPr>
            <p:cNvGrpSpPr/>
            <p:nvPr/>
          </p:nvGrpSpPr>
          <p:grpSpPr>
            <a:xfrm>
              <a:off x="9257147" y="4560485"/>
              <a:ext cx="2481163" cy="1505181"/>
              <a:chOff x="9257147" y="4560485"/>
              <a:chExt cx="2481163" cy="1505181"/>
            </a:xfrm>
          </p:grpSpPr>
          <p:sp>
            <p:nvSpPr>
              <p:cNvPr id="70" name="文本框 69">
                <a:extLst>
                  <a:ext uri="{FF2B5EF4-FFF2-40B4-BE49-F238E27FC236}">
                    <a16:creationId xmlns:a16="http://schemas.microsoft.com/office/drawing/2014/main" id="{BA9FC0B7-835C-6242-A5CB-98C9E688BE4B}"/>
                  </a:ext>
                </a:extLst>
              </p:cNvPr>
              <p:cNvSpPr txBox="1"/>
              <p:nvPr/>
            </p:nvSpPr>
            <p:spPr>
              <a:xfrm>
                <a:off x="9257147"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71" name="文本框 70">
                <a:extLst>
                  <a:ext uri="{FF2B5EF4-FFF2-40B4-BE49-F238E27FC236}">
                    <a16:creationId xmlns:a16="http://schemas.microsoft.com/office/drawing/2014/main" id="{3CE06ED5-E4BE-B4F9-CF20-DDA91AC298F3}"/>
                  </a:ext>
                </a:extLst>
              </p:cNvPr>
              <p:cNvSpPr txBox="1"/>
              <p:nvPr/>
            </p:nvSpPr>
            <p:spPr>
              <a:xfrm>
                <a:off x="9257147" y="4560485"/>
                <a:ext cx="1911880" cy="369332"/>
              </a:xfrm>
              <a:prstGeom prst="rect">
                <a:avLst/>
              </a:prstGeom>
              <a:noFill/>
            </p:spPr>
            <p:txBody>
              <a:bodyPr wrap="square">
                <a:spAutoFit/>
              </a:bodyPr>
              <a:lstStyle/>
              <a:p>
                <a:r>
                  <a:rPr lang="zh-CN" altLang="en-US" b="1">
                    <a:solidFill>
                      <a:srgbClr val="F8F8F8"/>
                    </a:solidFill>
                    <a:latin typeface="+mj-ea"/>
                    <a:ea typeface="+mj-ea"/>
                  </a:rPr>
                  <a:t>目标协同完成</a:t>
                </a:r>
                <a:endParaRPr lang="zh-CN" altLang="en-US" b="1" dirty="0">
                  <a:solidFill>
                    <a:srgbClr val="F8F8F8"/>
                  </a:solidFill>
                  <a:latin typeface="+mj-ea"/>
                  <a:ea typeface="+mj-ea"/>
                </a:endParaRPr>
              </a:p>
            </p:txBody>
          </p:sp>
        </p:gr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a:extLst>
              <a:ext uri="{FF2B5EF4-FFF2-40B4-BE49-F238E27FC236}">
                <a16:creationId xmlns:a16="http://schemas.microsoft.com/office/drawing/2014/main" id="{BAD15CED-E71D-5A9A-1D63-0600666E296D}"/>
              </a:ext>
            </a:extLst>
          </p:cNvPr>
          <p:cNvSpPr>
            <a:spLocks noGrp="1"/>
          </p:cNvSpPr>
          <p:nvPr>
            <p:ph type="title"/>
          </p:nvPr>
        </p:nvSpPr>
        <p:spPr/>
        <p:txBody>
          <a:bodyPr/>
          <a:lstStyle/>
          <a:p>
            <a:r>
              <a:rPr lang="zh-CN" altLang="en-US" dirty="0"/>
              <a:t>创新与探索计划</a:t>
            </a:r>
          </a:p>
        </p:txBody>
      </p:sp>
      <p:grpSp>
        <p:nvGrpSpPr>
          <p:cNvPr id="6" name="组合 5">
            <a:extLst>
              <a:ext uri="{FF2B5EF4-FFF2-40B4-BE49-F238E27FC236}">
                <a16:creationId xmlns:a16="http://schemas.microsoft.com/office/drawing/2014/main" id="{675863EA-996E-5D02-B619-E4E60B38EC24}"/>
              </a:ext>
            </a:extLst>
          </p:cNvPr>
          <p:cNvGrpSpPr/>
          <p:nvPr/>
        </p:nvGrpSpPr>
        <p:grpSpPr>
          <a:xfrm>
            <a:off x="975530" y="624841"/>
            <a:ext cx="10240940" cy="6400799"/>
            <a:chOff x="975530" y="624841"/>
            <a:chExt cx="10240940" cy="6400799"/>
          </a:xfrm>
        </p:grpSpPr>
        <p:sp>
          <p:nvSpPr>
            <p:cNvPr id="3" name="任意多边形: 形状 2">
              <a:extLst>
                <a:ext uri="{FF2B5EF4-FFF2-40B4-BE49-F238E27FC236}">
                  <a16:creationId xmlns:a16="http://schemas.microsoft.com/office/drawing/2014/main" id="{19D3BB83-DF3D-DBB3-FA29-772BC1863EDB}"/>
                </a:ext>
              </a:extLst>
            </p:cNvPr>
            <p:cNvSpPr/>
            <p:nvPr/>
          </p:nvSpPr>
          <p:spPr>
            <a:xfrm flipV="1">
              <a:off x="975530" y="624841"/>
              <a:ext cx="10240940" cy="6400799"/>
            </a:xfrm>
            <a:custGeom>
              <a:avLst/>
              <a:gdLst>
                <a:gd name="connsiteX0" fmla="*/ 13908 w 8903040"/>
                <a:gd name="connsiteY0" fmla="*/ 11 h 5252498"/>
                <a:gd name="connsiteX1" fmla="*/ 582360 w 8903040"/>
                <a:gd name="connsiteY1" fmla="*/ 6202 h 5252498"/>
                <a:gd name="connsiteX2" fmla="*/ 1150526 w 8903040"/>
                <a:gd name="connsiteY2" fmla="*/ 25442 h 5252498"/>
                <a:gd name="connsiteX3" fmla="*/ 1718121 w 8903040"/>
                <a:gd name="connsiteY3" fmla="*/ 65447 h 5252498"/>
                <a:gd name="connsiteX4" fmla="*/ 2001108 w 8903040"/>
                <a:gd name="connsiteY4" fmla="*/ 102023 h 5252498"/>
                <a:gd name="connsiteX5" fmla="*/ 2141888 w 8903040"/>
                <a:gd name="connsiteY5" fmla="*/ 130598 h 5252498"/>
                <a:gd name="connsiteX6" fmla="*/ 2211802 w 8903040"/>
                <a:gd name="connsiteY6" fmla="*/ 150601 h 5252498"/>
                <a:gd name="connsiteX7" fmla="*/ 2280858 w 8903040"/>
                <a:gd name="connsiteY7" fmla="*/ 179557 h 5252498"/>
                <a:gd name="connsiteX8" fmla="*/ 2314195 w 8903040"/>
                <a:gd name="connsiteY8" fmla="*/ 202512 h 5252498"/>
                <a:gd name="connsiteX9" fmla="*/ 2340389 w 8903040"/>
                <a:gd name="connsiteY9" fmla="*/ 242993 h 5252498"/>
                <a:gd name="connsiteX10" fmla="*/ 2342103 w 8903040"/>
                <a:gd name="connsiteY10" fmla="*/ 256900 h 5252498"/>
                <a:gd name="connsiteX11" fmla="*/ 2341723 w 8903040"/>
                <a:gd name="connsiteY11" fmla="*/ 267568 h 5252498"/>
                <a:gd name="connsiteX12" fmla="*/ 2338579 w 8903040"/>
                <a:gd name="connsiteY12" fmla="*/ 288428 h 5252498"/>
                <a:gd name="connsiteX13" fmla="*/ 2324482 w 8903040"/>
                <a:gd name="connsiteY13" fmla="*/ 327004 h 5252498"/>
                <a:gd name="connsiteX14" fmla="*/ 2278000 w 8903040"/>
                <a:gd name="connsiteY14" fmla="*/ 389202 h 5252498"/>
                <a:gd name="connsiteX15" fmla="*/ 2221517 w 8903040"/>
                <a:gd name="connsiteY15" fmla="*/ 437684 h 5252498"/>
                <a:gd name="connsiteX16" fmla="*/ 2098454 w 8903040"/>
                <a:gd name="connsiteY16" fmla="*/ 514646 h 5252498"/>
                <a:gd name="connsiteX17" fmla="*/ 1970438 w 8903040"/>
                <a:gd name="connsiteY17" fmla="*/ 579131 h 5252498"/>
                <a:gd name="connsiteX18" fmla="*/ 1455802 w 8903040"/>
                <a:gd name="connsiteY18" fmla="*/ 816970 h 5252498"/>
                <a:gd name="connsiteX19" fmla="*/ 1334930 w 8903040"/>
                <a:gd name="connsiteY19" fmla="*/ 886979 h 5252498"/>
                <a:gd name="connsiteX20" fmla="*/ 1226535 w 8903040"/>
                <a:gd name="connsiteY20" fmla="*/ 970513 h 5252498"/>
                <a:gd name="connsiteX21" fmla="*/ 1153098 w 8903040"/>
                <a:gd name="connsiteY21" fmla="*/ 1075669 h 5252498"/>
                <a:gd name="connsiteX22" fmla="*/ 1144620 w 8903040"/>
                <a:gd name="connsiteY22" fmla="*/ 1135105 h 5252498"/>
                <a:gd name="connsiteX23" fmla="*/ 1146240 w 8903040"/>
                <a:gd name="connsiteY23" fmla="*/ 1150154 h 5252498"/>
                <a:gd name="connsiteX24" fmla="*/ 1149288 w 8903040"/>
                <a:gd name="connsiteY24" fmla="*/ 1161489 h 5252498"/>
                <a:gd name="connsiteX25" fmla="*/ 1163099 w 8903040"/>
                <a:gd name="connsiteY25" fmla="*/ 1182539 h 5252498"/>
                <a:gd name="connsiteX26" fmla="*/ 1213010 w 8903040"/>
                <a:gd name="connsiteY26" fmla="*/ 1217115 h 5252498"/>
                <a:gd name="connsiteX27" fmla="*/ 1275208 w 8903040"/>
                <a:gd name="connsiteY27" fmla="*/ 1241404 h 5252498"/>
                <a:gd name="connsiteX28" fmla="*/ 1409796 w 8903040"/>
                <a:gd name="connsiteY28" fmla="*/ 1272646 h 5252498"/>
                <a:gd name="connsiteX29" fmla="*/ 1689165 w 8903040"/>
                <a:gd name="connsiteY29" fmla="*/ 1303983 h 5252498"/>
                <a:gd name="connsiteX30" fmla="*/ 2255045 w 8903040"/>
                <a:gd name="connsiteY30" fmla="*/ 1322557 h 5252498"/>
                <a:gd name="connsiteX31" fmla="*/ 2822640 w 8903040"/>
                <a:gd name="connsiteY31" fmla="*/ 1321700 h 5252498"/>
                <a:gd name="connsiteX32" fmla="*/ 3959639 w 8903040"/>
                <a:gd name="connsiteY32" fmla="*/ 1319795 h 5252498"/>
                <a:gd name="connsiteX33" fmla="*/ 4528948 w 8903040"/>
                <a:gd name="connsiteY33" fmla="*/ 1339416 h 5252498"/>
                <a:gd name="connsiteX34" fmla="*/ 5097781 w 8903040"/>
                <a:gd name="connsiteY34" fmla="*/ 1398471 h 5252498"/>
                <a:gd name="connsiteX35" fmla="*/ 5379626 w 8903040"/>
                <a:gd name="connsiteY35" fmla="*/ 1462098 h 5252498"/>
                <a:gd name="connsiteX36" fmla="*/ 5517548 w 8903040"/>
                <a:gd name="connsiteY36" fmla="*/ 1513247 h 5252498"/>
                <a:gd name="connsiteX37" fmla="*/ 5647850 w 8903040"/>
                <a:gd name="connsiteY37" fmla="*/ 1591067 h 5252498"/>
                <a:gd name="connsiteX38" fmla="*/ 5745577 w 8903040"/>
                <a:gd name="connsiteY38" fmla="*/ 1719845 h 5252498"/>
                <a:gd name="connsiteX39" fmla="*/ 5761103 w 8903040"/>
                <a:gd name="connsiteY39" fmla="*/ 1802808 h 5252498"/>
                <a:gd name="connsiteX40" fmla="*/ 5754911 w 8903040"/>
                <a:gd name="connsiteY40" fmla="*/ 1881103 h 5252498"/>
                <a:gd name="connsiteX41" fmla="*/ 5701095 w 8903040"/>
                <a:gd name="connsiteY41" fmla="*/ 2027502 h 5252498"/>
                <a:gd name="connsiteX42" fmla="*/ 5605940 w 8903040"/>
                <a:gd name="connsiteY42" fmla="*/ 2146946 h 5252498"/>
                <a:gd name="connsiteX43" fmla="*/ 5364481 w 8903040"/>
                <a:gd name="connsiteY43" fmla="*/ 2316300 h 5252498"/>
                <a:gd name="connsiteX44" fmla="*/ 5100925 w 8903040"/>
                <a:gd name="connsiteY44" fmla="*/ 2434982 h 5252498"/>
                <a:gd name="connsiteX45" fmla="*/ 4558571 w 8903040"/>
                <a:gd name="connsiteY45" fmla="*/ 2614814 h 5252498"/>
                <a:gd name="connsiteX46" fmla="*/ 4018218 w 8903040"/>
                <a:gd name="connsiteY46" fmla="*/ 2784168 h 5252498"/>
                <a:gd name="connsiteX47" fmla="*/ 3756280 w 8903040"/>
                <a:gd name="connsiteY47" fmla="*/ 2884467 h 5252498"/>
                <a:gd name="connsiteX48" fmla="*/ 3510631 w 8903040"/>
                <a:gd name="connsiteY48" fmla="*/ 3010959 h 5252498"/>
                <a:gd name="connsiteX49" fmla="*/ 3310224 w 8903040"/>
                <a:gd name="connsiteY49" fmla="*/ 3184885 h 5252498"/>
                <a:gd name="connsiteX50" fmla="*/ 3227357 w 8903040"/>
                <a:gd name="connsiteY50" fmla="*/ 3418248 h 5252498"/>
                <a:gd name="connsiteX51" fmla="*/ 3280316 w 8903040"/>
                <a:gd name="connsiteY51" fmla="*/ 3674089 h 5252498"/>
                <a:gd name="connsiteX52" fmla="*/ 3426525 w 8903040"/>
                <a:gd name="connsiteY52" fmla="*/ 3896688 h 5252498"/>
                <a:gd name="connsiteX53" fmla="*/ 3630264 w 8903040"/>
                <a:gd name="connsiteY53" fmla="*/ 4078330 h 5252498"/>
                <a:gd name="connsiteX54" fmla="*/ 3744564 w 8903040"/>
                <a:gd name="connsiteY54" fmla="*/ 4156054 h 5252498"/>
                <a:gd name="connsiteX55" fmla="*/ 3864294 w 8903040"/>
                <a:gd name="connsiteY55" fmla="*/ 4226539 h 5252498"/>
                <a:gd name="connsiteX56" fmla="*/ 4114897 w 8903040"/>
                <a:gd name="connsiteY56" fmla="*/ 4349697 h 5252498"/>
                <a:gd name="connsiteX57" fmla="*/ 4375215 w 8903040"/>
                <a:gd name="connsiteY57" fmla="*/ 4454092 h 5252498"/>
                <a:gd name="connsiteX58" fmla="*/ 4912520 w 8903040"/>
                <a:gd name="connsiteY58" fmla="*/ 4622398 h 5252498"/>
                <a:gd name="connsiteX59" fmla="*/ 5462017 w 8903040"/>
                <a:gd name="connsiteY59" fmla="*/ 4752414 h 5252498"/>
                <a:gd name="connsiteX60" fmla="*/ 6578252 w 8903040"/>
                <a:gd name="connsiteY60" fmla="*/ 4937390 h 5252498"/>
                <a:gd name="connsiteX61" fmla="*/ 7705059 w 8903040"/>
                <a:gd name="connsiteY61" fmla="*/ 5053785 h 5252498"/>
                <a:gd name="connsiteX62" fmla="*/ 8270369 w 8903040"/>
                <a:gd name="connsiteY62" fmla="*/ 5091695 h 5252498"/>
                <a:gd name="connsiteX63" fmla="*/ 8835582 w 8903040"/>
                <a:gd name="connsiteY63" fmla="*/ 5115507 h 5252498"/>
                <a:gd name="connsiteX64" fmla="*/ 8836248 w 8903040"/>
                <a:gd name="connsiteY64" fmla="*/ 5115507 h 5252498"/>
                <a:gd name="connsiteX65" fmla="*/ 8903019 w 8903040"/>
                <a:gd name="connsiteY65" fmla="*/ 5185706 h 5252498"/>
                <a:gd name="connsiteX66" fmla="*/ 8832819 w 8903040"/>
                <a:gd name="connsiteY66" fmla="*/ 5252477 h 5252498"/>
                <a:gd name="connsiteX67" fmla="*/ 8832438 w 8903040"/>
                <a:gd name="connsiteY67" fmla="*/ 5252477 h 5252498"/>
                <a:gd name="connsiteX68" fmla="*/ 8262653 w 8903040"/>
                <a:gd name="connsiteY68" fmla="*/ 5225045 h 5252498"/>
                <a:gd name="connsiteX69" fmla="*/ 7694582 w 8903040"/>
                <a:gd name="connsiteY69" fmla="*/ 5183516 h 5252498"/>
                <a:gd name="connsiteX70" fmla="*/ 6561964 w 8903040"/>
                <a:gd name="connsiteY70" fmla="*/ 5059691 h 5252498"/>
                <a:gd name="connsiteX71" fmla="*/ 5438014 w 8903040"/>
                <a:gd name="connsiteY71" fmla="*/ 4866429 h 5252498"/>
                <a:gd name="connsiteX72" fmla="*/ 4882802 w 8903040"/>
                <a:gd name="connsiteY72" fmla="*/ 4731555 h 5252498"/>
                <a:gd name="connsiteX73" fmla="*/ 4337210 w 8903040"/>
                <a:gd name="connsiteY73" fmla="*/ 4557056 h 5252498"/>
                <a:gd name="connsiteX74" fmla="*/ 4070986 w 8903040"/>
                <a:gd name="connsiteY74" fmla="*/ 4448472 h 5252498"/>
                <a:gd name="connsiteX75" fmla="*/ 3812668 w 8903040"/>
                <a:gd name="connsiteY75" fmla="*/ 4319598 h 5252498"/>
                <a:gd name="connsiteX76" fmla="*/ 3688081 w 8903040"/>
                <a:gd name="connsiteY76" fmla="*/ 4245208 h 5252498"/>
                <a:gd name="connsiteX77" fmla="*/ 3568066 w 8903040"/>
                <a:gd name="connsiteY77" fmla="*/ 4162531 h 5252498"/>
                <a:gd name="connsiteX78" fmla="*/ 3349848 w 8903040"/>
                <a:gd name="connsiteY78" fmla="*/ 3965363 h 5252498"/>
                <a:gd name="connsiteX79" fmla="*/ 3187352 w 8903040"/>
                <a:gd name="connsiteY79" fmla="*/ 3714094 h 5252498"/>
                <a:gd name="connsiteX80" fmla="*/ 3127916 w 8903040"/>
                <a:gd name="connsiteY80" fmla="*/ 3417295 h 5252498"/>
                <a:gd name="connsiteX81" fmla="*/ 3156300 w 8903040"/>
                <a:gd name="connsiteY81" fmla="*/ 3261847 h 5252498"/>
                <a:gd name="connsiteX82" fmla="*/ 3232691 w 8903040"/>
                <a:gd name="connsiteY82" fmla="*/ 3125354 h 5252498"/>
                <a:gd name="connsiteX83" fmla="*/ 3459576 w 8903040"/>
                <a:gd name="connsiteY83" fmla="*/ 2929425 h 5252498"/>
                <a:gd name="connsiteX84" fmla="*/ 3719133 w 8903040"/>
                <a:gd name="connsiteY84" fmla="*/ 2797408 h 5252498"/>
                <a:gd name="connsiteX85" fmla="*/ 3988214 w 8903040"/>
                <a:gd name="connsiteY85" fmla="*/ 2696062 h 5252498"/>
                <a:gd name="connsiteX86" fmla="*/ 4532949 w 8903040"/>
                <a:gd name="connsiteY86" fmla="*/ 2528708 h 5252498"/>
                <a:gd name="connsiteX87" fmla="*/ 5069873 w 8903040"/>
                <a:gd name="connsiteY87" fmla="*/ 2354210 h 5252498"/>
                <a:gd name="connsiteX88" fmla="*/ 5324667 w 8903040"/>
                <a:gd name="connsiteY88" fmla="*/ 2241243 h 5252498"/>
                <a:gd name="connsiteX89" fmla="*/ 5547933 w 8903040"/>
                <a:gd name="connsiteY89" fmla="*/ 2087033 h 5252498"/>
                <a:gd name="connsiteX90" fmla="*/ 5629943 w 8903040"/>
                <a:gd name="connsiteY90" fmla="*/ 1985592 h 5252498"/>
                <a:gd name="connsiteX91" fmla="*/ 5674329 w 8903040"/>
                <a:gd name="connsiteY91" fmla="*/ 1867196 h 5252498"/>
                <a:gd name="connsiteX92" fmla="*/ 5679663 w 8903040"/>
                <a:gd name="connsiteY92" fmla="*/ 1804141 h 5252498"/>
                <a:gd name="connsiteX93" fmla="*/ 5669567 w 8903040"/>
                <a:gd name="connsiteY93" fmla="*/ 1748134 h 5252498"/>
                <a:gd name="connsiteX94" fmla="*/ 5597272 w 8903040"/>
                <a:gd name="connsiteY94" fmla="*/ 1653551 h 5252498"/>
                <a:gd name="connsiteX95" fmla="*/ 5484592 w 8903040"/>
                <a:gd name="connsiteY95" fmla="*/ 1585733 h 5252498"/>
                <a:gd name="connsiteX96" fmla="*/ 5356576 w 8903040"/>
                <a:gd name="connsiteY96" fmla="*/ 1537536 h 5252498"/>
                <a:gd name="connsiteX97" fmla="*/ 5085018 w 8903040"/>
                <a:gd name="connsiteY97" fmla="*/ 1474671 h 5252498"/>
                <a:gd name="connsiteX98" fmla="*/ 4524567 w 8903040"/>
                <a:gd name="connsiteY98" fmla="*/ 1413330 h 5252498"/>
                <a:gd name="connsiteX99" fmla="*/ 3958591 w 8903040"/>
                <a:gd name="connsiteY99" fmla="*/ 1390661 h 5252498"/>
                <a:gd name="connsiteX100" fmla="*/ 2823211 w 8903040"/>
                <a:gd name="connsiteY100" fmla="*/ 1386089 h 5252498"/>
                <a:gd name="connsiteX101" fmla="*/ 2254664 w 8903040"/>
                <a:gd name="connsiteY101" fmla="*/ 1383708 h 5252498"/>
                <a:gd name="connsiteX102" fmla="*/ 1685259 w 8903040"/>
                <a:gd name="connsiteY102" fmla="*/ 1361705 h 5252498"/>
                <a:gd name="connsiteX103" fmla="*/ 1400462 w 8903040"/>
                <a:gd name="connsiteY103" fmla="*/ 1327986 h 5252498"/>
                <a:gd name="connsiteX104" fmla="*/ 1258730 w 8903040"/>
                <a:gd name="connsiteY104" fmla="*/ 1294172 h 5252498"/>
                <a:gd name="connsiteX105" fmla="*/ 1188912 w 8903040"/>
                <a:gd name="connsiteY105" fmla="*/ 1266359 h 5252498"/>
                <a:gd name="connsiteX106" fmla="*/ 1123380 w 8903040"/>
                <a:gd name="connsiteY106" fmla="*/ 1219592 h 5252498"/>
                <a:gd name="connsiteX107" fmla="*/ 1098996 w 8903040"/>
                <a:gd name="connsiteY107" fmla="*/ 1181301 h 5252498"/>
                <a:gd name="connsiteX108" fmla="*/ 1092995 w 8903040"/>
                <a:gd name="connsiteY108" fmla="*/ 1158441 h 5252498"/>
                <a:gd name="connsiteX109" fmla="*/ 1090899 w 8903040"/>
                <a:gd name="connsiteY109" fmla="*/ 1138153 h 5252498"/>
                <a:gd name="connsiteX110" fmla="*/ 1102806 w 8903040"/>
                <a:gd name="connsiteY110" fmla="*/ 1057952 h 5252498"/>
                <a:gd name="connsiteX111" fmla="*/ 1190436 w 8903040"/>
                <a:gd name="connsiteY111" fmla="*/ 932318 h 5252498"/>
                <a:gd name="connsiteX112" fmla="*/ 1307212 w 8903040"/>
                <a:gd name="connsiteY112" fmla="*/ 843354 h 5252498"/>
                <a:gd name="connsiteX113" fmla="*/ 1432466 w 8903040"/>
                <a:gd name="connsiteY113" fmla="*/ 771821 h 5252498"/>
                <a:gd name="connsiteX114" fmla="*/ 1950531 w 8903040"/>
                <a:gd name="connsiteY114" fmla="*/ 536078 h 5252498"/>
                <a:gd name="connsiteX115" fmla="*/ 2076546 w 8903040"/>
                <a:gd name="connsiteY115" fmla="*/ 473594 h 5252498"/>
                <a:gd name="connsiteX116" fmla="*/ 2194561 w 8903040"/>
                <a:gd name="connsiteY116" fmla="*/ 400823 h 5252498"/>
                <a:gd name="connsiteX117" fmla="*/ 2245996 w 8903040"/>
                <a:gd name="connsiteY117" fmla="*/ 357293 h 5252498"/>
                <a:gd name="connsiteX118" fmla="*/ 2284668 w 8903040"/>
                <a:gd name="connsiteY118" fmla="*/ 306525 h 5252498"/>
                <a:gd name="connsiteX119" fmla="*/ 2295145 w 8903040"/>
                <a:gd name="connsiteY119" fmla="*/ 278712 h 5252498"/>
                <a:gd name="connsiteX120" fmla="*/ 2297336 w 8903040"/>
                <a:gd name="connsiteY120" fmla="*/ 264425 h 5252498"/>
                <a:gd name="connsiteX121" fmla="*/ 2297622 w 8903040"/>
                <a:gd name="connsiteY121" fmla="*/ 257376 h 5252498"/>
                <a:gd name="connsiteX122" fmla="*/ 2297145 w 8903040"/>
                <a:gd name="connsiteY122" fmla="*/ 253661 h 5252498"/>
                <a:gd name="connsiteX123" fmla="*/ 2284763 w 8903040"/>
                <a:gd name="connsiteY123" fmla="*/ 235850 h 5252498"/>
                <a:gd name="connsiteX124" fmla="*/ 2259807 w 8903040"/>
                <a:gd name="connsiteY124" fmla="*/ 218609 h 5252498"/>
                <a:gd name="connsiteX125" fmla="*/ 2198181 w 8903040"/>
                <a:gd name="connsiteY125" fmla="*/ 192320 h 5252498"/>
                <a:gd name="connsiteX126" fmla="*/ 2131696 w 8903040"/>
                <a:gd name="connsiteY126" fmla="*/ 172794 h 5252498"/>
                <a:gd name="connsiteX127" fmla="*/ 1994346 w 8903040"/>
                <a:gd name="connsiteY127" fmla="*/ 143933 h 5252498"/>
                <a:gd name="connsiteX128" fmla="*/ 1714311 w 8903040"/>
                <a:gd name="connsiteY128" fmla="*/ 105643 h 5252498"/>
                <a:gd name="connsiteX129" fmla="*/ 1149002 w 8903040"/>
                <a:gd name="connsiteY129" fmla="*/ 61733 h 5252498"/>
                <a:gd name="connsiteX130" fmla="*/ 581883 w 8903040"/>
                <a:gd name="connsiteY130" fmla="*/ 38396 h 5252498"/>
                <a:gd name="connsiteX131" fmla="*/ 13908 w 8903040"/>
                <a:gd name="connsiteY131" fmla="*/ 27824 h 5252498"/>
                <a:gd name="connsiteX132" fmla="*/ 13812 w 8903040"/>
                <a:gd name="connsiteY132" fmla="*/ 27824 h 5252498"/>
                <a:gd name="connsiteX133" fmla="*/ 1 w 8903040"/>
                <a:gd name="connsiteY133" fmla="*/ 13822 h 5252498"/>
                <a:gd name="connsiteX134" fmla="*/ 13908 w 8903040"/>
                <a:gd name="connsiteY134" fmla="*/ 11 h 525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8903040" h="5252498">
                  <a:moveTo>
                    <a:pt x="13908" y="11"/>
                  </a:moveTo>
                  <a:cubicBezTo>
                    <a:pt x="203455" y="-180"/>
                    <a:pt x="392907" y="2201"/>
                    <a:pt x="582360" y="6202"/>
                  </a:cubicBezTo>
                  <a:cubicBezTo>
                    <a:pt x="771812" y="10298"/>
                    <a:pt x="961264" y="16394"/>
                    <a:pt x="1150526" y="25442"/>
                  </a:cubicBezTo>
                  <a:cubicBezTo>
                    <a:pt x="1339883" y="34682"/>
                    <a:pt x="1529145" y="46493"/>
                    <a:pt x="1718121" y="65447"/>
                  </a:cubicBezTo>
                  <a:cubicBezTo>
                    <a:pt x="1812609" y="75068"/>
                    <a:pt x="1907001" y="86307"/>
                    <a:pt x="2001108" y="102023"/>
                  </a:cubicBezTo>
                  <a:cubicBezTo>
                    <a:pt x="2048162" y="109929"/>
                    <a:pt x="2095120" y="118978"/>
                    <a:pt x="2141888" y="130598"/>
                  </a:cubicBezTo>
                  <a:cubicBezTo>
                    <a:pt x="2165224" y="136409"/>
                    <a:pt x="2188560" y="142886"/>
                    <a:pt x="2211802" y="150601"/>
                  </a:cubicBezTo>
                  <a:cubicBezTo>
                    <a:pt x="2234947" y="158411"/>
                    <a:pt x="2258093" y="167270"/>
                    <a:pt x="2280858" y="179557"/>
                  </a:cubicBezTo>
                  <a:cubicBezTo>
                    <a:pt x="2292192" y="185843"/>
                    <a:pt x="2303432" y="192892"/>
                    <a:pt x="2314195" y="202512"/>
                  </a:cubicBezTo>
                  <a:cubicBezTo>
                    <a:pt x="2324673" y="212037"/>
                    <a:pt x="2335722" y="224705"/>
                    <a:pt x="2340389" y="242993"/>
                  </a:cubicBezTo>
                  <a:cubicBezTo>
                    <a:pt x="2341437" y="247470"/>
                    <a:pt x="2342103" y="252233"/>
                    <a:pt x="2342103" y="256900"/>
                  </a:cubicBezTo>
                  <a:cubicBezTo>
                    <a:pt x="2342008" y="260615"/>
                    <a:pt x="2342008" y="264044"/>
                    <a:pt x="2341723" y="267568"/>
                  </a:cubicBezTo>
                  <a:cubicBezTo>
                    <a:pt x="2341151" y="274616"/>
                    <a:pt x="2340198" y="281570"/>
                    <a:pt x="2338579" y="288428"/>
                  </a:cubicBezTo>
                  <a:cubicBezTo>
                    <a:pt x="2335531" y="302048"/>
                    <a:pt x="2330578" y="315002"/>
                    <a:pt x="2324482" y="327004"/>
                  </a:cubicBezTo>
                  <a:cubicBezTo>
                    <a:pt x="2312195" y="351007"/>
                    <a:pt x="2295717" y="371200"/>
                    <a:pt x="2278000" y="389202"/>
                  </a:cubicBezTo>
                  <a:cubicBezTo>
                    <a:pt x="2260284" y="407204"/>
                    <a:pt x="2241138" y="423111"/>
                    <a:pt x="2221517" y="437684"/>
                  </a:cubicBezTo>
                  <a:cubicBezTo>
                    <a:pt x="2182083" y="466926"/>
                    <a:pt x="2140554" y="491596"/>
                    <a:pt x="2098454" y="514646"/>
                  </a:cubicBezTo>
                  <a:cubicBezTo>
                    <a:pt x="2056258" y="537602"/>
                    <a:pt x="2013491" y="558747"/>
                    <a:pt x="1970438" y="579131"/>
                  </a:cubicBezTo>
                  <a:cubicBezTo>
                    <a:pt x="1798321" y="660379"/>
                    <a:pt x="1621918" y="729911"/>
                    <a:pt x="1455802" y="816970"/>
                  </a:cubicBezTo>
                  <a:cubicBezTo>
                    <a:pt x="1414368" y="838782"/>
                    <a:pt x="1373792" y="861833"/>
                    <a:pt x="1334930" y="886979"/>
                  </a:cubicBezTo>
                  <a:cubicBezTo>
                    <a:pt x="1296163" y="912125"/>
                    <a:pt x="1259016" y="939461"/>
                    <a:pt x="1226535" y="970513"/>
                  </a:cubicBezTo>
                  <a:cubicBezTo>
                    <a:pt x="1194246" y="1001469"/>
                    <a:pt x="1166623" y="1036712"/>
                    <a:pt x="1153098" y="1075669"/>
                  </a:cubicBezTo>
                  <a:cubicBezTo>
                    <a:pt x="1146335" y="1095005"/>
                    <a:pt x="1143382" y="1115102"/>
                    <a:pt x="1144620" y="1135105"/>
                  </a:cubicBezTo>
                  <a:cubicBezTo>
                    <a:pt x="1145001" y="1140153"/>
                    <a:pt x="1145478" y="1145106"/>
                    <a:pt x="1146240" y="1150154"/>
                  </a:cubicBezTo>
                  <a:cubicBezTo>
                    <a:pt x="1146906" y="1154346"/>
                    <a:pt x="1147859" y="1157775"/>
                    <a:pt x="1149288" y="1161489"/>
                  </a:cubicBezTo>
                  <a:cubicBezTo>
                    <a:pt x="1152240" y="1168728"/>
                    <a:pt x="1156908" y="1175872"/>
                    <a:pt x="1163099" y="1182539"/>
                  </a:cubicBezTo>
                  <a:cubicBezTo>
                    <a:pt x="1175672" y="1196065"/>
                    <a:pt x="1193674" y="1207590"/>
                    <a:pt x="1213010" y="1217115"/>
                  </a:cubicBezTo>
                  <a:cubicBezTo>
                    <a:pt x="1232441" y="1226735"/>
                    <a:pt x="1253586" y="1234641"/>
                    <a:pt x="1275208" y="1241404"/>
                  </a:cubicBezTo>
                  <a:cubicBezTo>
                    <a:pt x="1318547" y="1255025"/>
                    <a:pt x="1363981" y="1264645"/>
                    <a:pt x="1409796" y="1272646"/>
                  </a:cubicBezTo>
                  <a:cubicBezTo>
                    <a:pt x="1501617" y="1288362"/>
                    <a:pt x="1595343" y="1297221"/>
                    <a:pt x="1689165" y="1303983"/>
                  </a:cubicBezTo>
                  <a:cubicBezTo>
                    <a:pt x="1876998" y="1317033"/>
                    <a:pt x="2066069" y="1320747"/>
                    <a:pt x="2255045" y="1322557"/>
                  </a:cubicBezTo>
                  <a:cubicBezTo>
                    <a:pt x="2444116" y="1324176"/>
                    <a:pt x="2633378" y="1323033"/>
                    <a:pt x="2822640" y="1321700"/>
                  </a:cubicBezTo>
                  <a:cubicBezTo>
                    <a:pt x="3201258" y="1318842"/>
                    <a:pt x="3580163" y="1314175"/>
                    <a:pt x="3959639" y="1319795"/>
                  </a:cubicBezTo>
                  <a:cubicBezTo>
                    <a:pt x="4149282" y="1322747"/>
                    <a:pt x="4339115" y="1328177"/>
                    <a:pt x="4528948" y="1339416"/>
                  </a:cubicBezTo>
                  <a:cubicBezTo>
                    <a:pt x="4718686" y="1350941"/>
                    <a:pt x="4908710" y="1367229"/>
                    <a:pt x="5097781" y="1398471"/>
                  </a:cubicBezTo>
                  <a:cubicBezTo>
                    <a:pt x="5192269" y="1414378"/>
                    <a:pt x="5286567" y="1433904"/>
                    <a:pt x="5379626" y="1462098"/>
                  </a:cubicBezTo>
                  <a:cubicBezTo>
                    <a:pt x="5426108" y="1476290"/>
                    <a:pt x="5472305" y="1492769"/>
                    <a:pt x="5517548" y="1513247"/>
                  </a:cubicBezTo>
                  <a:cubicBezTo>
                    <a:pt x="5562601" y="1533917"/>
                    <a:pt x="5607083" y="1558301"/>
                    <a:pt x="5647850" y="1591067"/>
                  </a:cubicBezTo>
                  <a:cubicBezTo>
                    <a:pt x="5688236" y="1623452"/>
                    <a:pt x="5725574" y="1666314"/>
                    <a:pt x="5745577" y="1719845"/>
                  </a:cubicBezTo>
                  <a:cubicBezTo>
                    <a:pt x="5755578" y="1746324"/>
                    <a:pt x="5760626" y="1774899"/>
                    <a:pt x="5761103" y="1802808"/>
                  </a:cubicBezTo>
                  <a:cubicBezTo>
                    <a:pt x="5761293" y="1829382"/>
                    <a:pt x="5759388" y="1855100"/>
                    <a:pt x="5754911" y="1881103"/>
                  </a:cubicBezTo>
                  <a:cubicBezTo>
                    <a:pt x="5746244" y="1932824"/>
                    <a:pt x="5727288" y="1982830"/>
                    <a:pt x="5701095" y="2027502"/>
                  </a:cubicBezTo>
                  <a:cubicBezTo>
                    <a:pt x="5674996" y="2072365"/>
                    <a:pt x="5641945" y="2111894"/>
                    <a:pt x="5605940" y="2146946"/>
                  </a:cubicBezTo>
                  <a:cubicBezTo>
                    <a:pt x="5533550" y="2217145"/>
                    <a:pt x="5449920" y="2270294"/>
                    <a:pt x="5364481" y="2316300"/>
                  </a:cubicBezTo>
                  <a:cubicBezTo>
                    <a:pt x="5278756" y="2362020"/>
                    <a:pt x="5190174" y="2400216"/>
                    <a:pt x="5100925" y="2434982"/>
                  </a:cubicBezTo>
                  <a:cubicBezTo>
                    <a:pt x="4922140" y="2504133"/>
                    <a:pt x="4740022" y="2559759"/>
                    <a:pt x="4558571" y="2614814"/>
                  </a:cubicBezTo>
                  <a:cubicBezTo>
                    <a:pt x="4377120" y="2669678"/>
                    <a:pt x="4195859" y="2722923"/>
                    <a:pt x="4018218" y="2784168"/>
                  </a:cubicBezTo>
                  <a:cubicBezTo>
                    <a:pt x="3929445" y="2814839"/>
                    <a:pt x="3841719" y="2847605"/>
                    <a:pt x="3756280" y="2884467"/>
                  </a:cubicBezTo>
                  <a:cubicBezTo>
                    <a:pt x="3670936" y="2921424"/>
                    <a:pt x="3587688" y="2962381"/>
                    <a:pt x="3510631" y="3010959"/>
                  </a:cubicBezTo>
                  <a:cubicBezTo>
                    <a:pt x="3433859" y="3059536"/>
                    <a:pt x="3362707" y="3116305"/>
                    <a:pt x="3310224" y="3184885"/>
                  </a:cubicBezTo>
                  <a:cubicBezTo>
                    <a:pt x="3257456" y="3253084"/>
                    <a:pt x="3227357" y="3333856"/>
                    <a:pt x="3227357" y="3418248"/>
                  </a:cubicBezTo>
                  <a:cubicBezTo>
                    <a:pt x="3227071" y="3505877"/>
                    <a:pt x="3245169" y="3593317"/>
                    <a:pt x="3280316" y="3674089"/>
                  </a:cubicBezTo>
                  <a:cubicBezTo>
                    <a:pt x="3315368" y="3755052"/>
                    <a:pt x="3366136" y="3829727"/>
                    <a:pt x="3426525" y="3896688"/>
                  </a:cubicBezTo>
                  <a:cubicBezTo>
                    <a:pt x="3487008" y="3963744"/>
                    <a:pt x="3556160" y="4024037"/>
                    <a:pt x="3630264" y="4078330"/>
                  </a:cubicBezTo>
                  <a:cubicBezTo>
                    <a:pt x="3667126" y="4105667"/>
                    <a:pt x="3705417" y="4131384"/>
                    <a:pt x="3744564" y="4156054"/>
                  </a:cubicBezTo>
                  <a:cubicBezTo>
                    <a:pt x="3783522" y="4180819"/>
                    <a:pt x="3823622" y="4204060"/>
                    <a:pt x="3864294" y="4226539"/>
                  </a:cubicBezTo>
                  <a:cubicBezTo>
                    <a:pt x="3945542" y="4271402"/>
                    <a:pt x="4029457" y="4312074"/>
                    <a:pt x="4114897" y="4349697"/>
                  </a:cubicBezTo>
                  <a:cubicBezTo>
                    <a:pt x="4200241" y="4387512"/>
                    <a:pt x="4287299" y="4421802"/>
                    <a:pt x="4375215" y="4454092"/>
                  </a:cubicBezTo>
                  <a:cubicBezTo>
                    <a:pt x="4551142" y="4518576"/>
                    <a:pt x="4730974" y="4573344"/>
                    <a:pt x="4912520" y="4622398"/>
                  </a:cubicBezTo>
                  <a:cubicBezTo>
                    <a:pt x="5094067" y="4671356"/>
                    <a:pt x="5277613" y="4714029"/>
                    <a:pt x="5462017" y="4752414"/>
                  </a:cubicBezTo>
                  <a:cubicBezTo>
                    <a:pt x="5831016" y="4829090"/>
                    <a:pt x="6203920" y="4888527"/>
                    <a:pt x="6578252" y="4937390"/>
                  </a:cubicBezTo>
                  <a:cubicBezTo>
                    <a:pt x="6952584" y="4986158"/>
                    <a:pt x="7328537" y="5024067"/>
                    <a:pt x="7705059" y="5053785"/>
                  </a:cubicBezTo>
                  <a:cubicBezTo>
                    <a:pt x="7893369" y="5068549"/>
                    <a:pt x="8081773" y="5081217"/>
                    <a:pt x="8270369" y="5091695"/>
                  </a:cubicBezTo>
                  <a:cubicBezTo>
                    <a:pt x="8458773" y="5102077"/>
                    <a:pt x="8647939" y="5110745"/>
                    <a:pt x="8835582" y="5115507"/>
                  </a:cubicBezTo>
                  <a:lnTo>
                    <a:pt x="8836248" y="5115507"/>
                  </a:lnTo>
                  <a:cubicBezTo>
                    <a:pt x="8874062" y="5116460"/>
                    <a:pt x="8903971" y="5147892"/>
                    <a:pt x="8903019" y="5185706"/>
                  </a:cubicBezTo>
                  <a:cubicBezTo>
                    <a:pt x="8902066" y="5223521"/>
                    <a:pt x="8870633" y="5253430"/>
                    <a:pt x="8832819" y="5252477"/>
                  </a:cubicBezTo>
                  <a:lnTo>
                    <a:pt x="8832438" y="5252477"/>
                  </a:lnTo>
                  <a:cubicBezTo>
                    <a:pt x="8641462" y="5246476"/>
                    <a:pt x="8452391" y="5236666"/>
                    <a:pt x="8262653" y="5225045"/>
                  </a:cubicBezTo>
                  <a:cubicBezTo>
                    <a:pt x="8073106" y="5213329"/>
                    <a:pt x="7883749" y="5199518"/>
                    <a:pt x="7694582" y="5183516"/>
                  </a:cubicBezTo>
                  <a:cubicBezTo>
                    <a:pt x="7316249" y="5151417"/>
                    <a:pt x="6938488" y="5111031"/>
                    <a:pt x="6561964" y="5059691"/>
                  </a:cubicBezTo>
                  <a:cubicBezTo>
                    <a:pt x="6185537" y="5008256"/>
                    <a:pt x="5810251" y="4946153"/>
                    <a:pt x="5438014" y="4866429"/>
                  </a:cubicBezTo>
                  <a:cubicBezTo>
                    <a:pt x="5251896" y="4826519"/>
                    <a:pt x="5066634" y="4782228"/>
                    <a:pt x="4882802" y="4731555"/>
                  </a:cubicBezTo>
                  <a:cubicBezTo>
                    <a:pt x="4699065" y="4680691"/>
                    <a:pt x="4516566" y="4624017"/>
                    <a:pt x="4337210" y="4557056"/>
                  </a:cubicBezTo>
                  <a:cubicBezTo>
                    <a:pt x="4247580" y="4523529"/>
                    <a:pt x="4158616" y="4487810"/>
                    <a:pt x="4070986" y="4448472"/>
                  </a:cubicBezTo>
                  <a:cubicBezTo>
                    <a:pt x="3983356" y="4409324"/>
                    <a:pt x="3896964" y="4366747"/>
                    <a:pt x="3812668" y="4319598"/>
                  </a:cubicBezTo>
                  <a:cubicBezTo>
                    <a:pt x="3770568" y="4295976"/>
                    <a:pt x="3728848" y="4271497"/>
                    <a:pt x="3688081" y="4245208"/>
                  </a:cubicBezTo>
                  <a:cubicBezTo>
                    <a:pt x="3647219" y="4219110"/>
                    <a:pt x="3607023" y="4191773"/>
                    <a:pt x="3568066" y="4162531"/>
                  </a:cubicBezTo>
                  <a:cubicBezTo>
                    <a:pt x="3489866" y="4104428"/>
                    <a:pt x="3415761" y="4039277"/>
                    <a:pt x="3349848" y="3965363"/>
                  </a:cubicBezTo>
                  <a:cubicBezTo>
                    <a:pt x="3284031" y="3891450"/>
                    <a:pt x="3227071" y="3807249"/>
                    <a:pt x="3187352" y="3714094"/>
                  </a:cubicBezTo>
                  <a:cubicBezTo>
                    <a:pt x="3147442" y="3620940"/>
                    <a:pt x="3126773" y="3519117"/>
                    <a:pt x="3127916" y="3417295"/>
                  </a:cubicBezTo>
                  <a:cubicBezTo>
                    <a:pt x="3128297" y="3364717"/>
                    <a:pt x="3138108" y="3311568"/>
                    <a:pt x="3156300" y="3261847"/>
                  </a:cubicBezTo>
                  <a:cubicBezTo>
                    <a:pt x="3174493" y="3212127"/>
                    <a:pt x="3201068" y="3166026"/>
                    <a:pt x="3232691" y="3125354"/>
                  </a:cubicBezTo>
                  <a:cubicBezTo>
                    <a:pt x="3296223" y="3043534"/>
                    <a:pt x="3376518" y="2981526"/>
                    <a:pt x="3459576" y="2929425"/>
                  </a:cubicBezTo>
                  <a:cubicBezTo>
                    <a:pt x="3543111" y="2877513"/>
                    <a:pt x="3630550" y="2835222"/>
                    <a:pt x="3719133" y="2797408"/>
                  </a:cubicBezTo>
                  <a:cubicBezTo>
                    <a:pt x="3807810" y="2759784"/>
                    <a:pt x="3897822" y="2726828"/>
                    <a:pt x="3988214" y="2696062"/>
                  </a:cubicBezTo>
                  <a:cubicBezTo>
                    <a:pt x="4169094" y="2634816"/>
                    <a:pt x="4351593" y="2582429"/>
                    <a:pt x="4532949" y="2528708"/>
                  </a:cubicBezTo>
                  <a:cubicBezTo>
                    <a:pt x="4714209" y="2474892"/>
                    <a:pt x="4894994" y="2420694"/>
                    <a:pt x="5069873" y="2354210"/>
                  </a:cubicBezTo>
                  <a:cubicBezTo>
                    <a:pt x="5157217" y="2320872"/>
                    <a:pt x="5243038" y="2284201"/>
                    <a:pt x="5324667" y="2241243"/>
                  </a:cubicBezTo>
                  <a:cubicBezTo>
                    <a:pt x="5406010" y="2198190"/>
                    <a:pt x="5483829" y="2148660"/>
                    <a:pt x="5547933" y="2087033"/>
                  </a:cubicBezTo>
                  <a:cubicBezTo>
                    <a:pt x="5579842" y="2056268"/>
                    <a:pt x="5608226" y="2022549"/>
                    <a:pt x="5629943" y="1985592"/>
                  </a:cubicBezTo>
                  <a:cubicBezTo>
                    <a:pt x="5651851" y="1948730"/>
                    <a:pt x="5667090" y="1908821"/>
                    <a:pt x="5674329" y="1867196"/>
                  </a:cubicBezTo>
                  <a:cubicBezTo>
                    <a:pt x="5678044" y="1846527"/>
                    <a:pt x="5679759" y="1824905"/>
                    <a:pt x="5679663" y="1804141"/>
                  </a:cubicBezTo>
                  <a:cubicBezTo>
                    <a:pt x="5679473" y="1784805"/>
                    <a:pt x="5676139" y="1765946"/>
                    <a:pt x="5669567" y="1748134"/>
                  </a:cubicBezTo>
                  <a:cubicBezTo>
                    <a:pt x="5656518" y="1712415"/>
                    <a:pt x="5630324" y="1680316"/>
                    <a:pt x="5597272" y="1653551"/>
                  </a:cubicBezTo>
                  <a:cubicBezTo>
                    <a:pt x="5564316" y="1626690"/>
                    <a:pt x="5525359" y="1604592"/>
                    <a:pt x="5484592" y="1585733"/>
                  </a:cubicBezTo>
                  <a:cubicBezTo>
                    <a:pt x="5443634" y="1566873"/>
                    <a:pt x="5400581" y="1551157"/>
                    <a:pt x="5356576" y="1537536"/>
                  </a:cubicBezTo>
                  <a:cubicBezTo>
                    <a:pt x="5268565" y="1510200"/>
                    <a:pt x="5177125" y="1490673"/>
                    <a:pt x="5085018" y="1474671"/>
                  </a:cubicBezTo>
                  <a:cubicBezTo>
                    <a:pt x="4900518" y="1443143"/>
                    <a:pt x="4712590" y="1425808"/>
                    <a:pt x="4524567" y="1413330"/>
                  </a:cubicBezTo>
                  <a:cubicBezTo>
                    <a:pt x="4336353" y="1401138"/>
                    <a:pt x="4147567" y="1394661"/>
                    <a:pt x="3958591" y="1390661"/>
                  </a:cubicBezTo>
                  <a:cubicBezTo>
                    <a:pt x="3580639" y="1382850"/>
                    <a:pt x="3202021" y="1385422"/>
                    <a:pt x="2823211" y="1386089"/>
                  </a:cubicBezTo>
                  <a:cubicBezTo>
                    <a:pt x="2633759" y="1386375"/>
                    <a:pt x="2444307" y="1386375"/>
                    <a:pt x="2254664" y="1383708"/>
                  </a:cubicBezTo>
                  <a:cubicBezTo>
                    <a:pt x="2065021" y="1380850"/>
                    <a:pt x="1875188" y="1375992"/>
                    <a:pt x="1685259" y="1361705"/>
                  </a:cubicBezTo>
                  <a:cubicBezTo>
                    <a:pt x="1590295" y="1354275"/>
                    <a:pt x="1495236" y="1344750"/>
                    <a:pt x="1400462" y="1327986"/>
                  </a:cubicBezTo>
                  <a:cubicBezTo>
                    <a:pt x="1353123" y="1319414"/>
                    <a:pt x="1305688" y="1309222"/>
                    <a:pt x="1258730" y="1294172"/>
                  </a:cubicBezTo>
                  <a:cubicBezTo>
                    <a:pt x="1235298" y="1286648"/>
                    <a:pt x="1211867" y="1277789"/>
                    <a:pt x="1188912" y="1266359"/>
                  </a:cubicBezTo>
                  <a:cubicBezTo>
                    <a:pt x="1166052" y="1254834"/>
                    <a:pt x="1143192" y="1240833"/>
                    <a:pt x="1123380" y="1219592"/>
                  </a:cubicBezTo>
                  <a:cubicBezTo>
                    <a:pt x="1113569" y="1208924"/>
                    <a:pt x="1104806" y="1196160"/>
                    <a:pt x="1098996" y="1181301"/>
                  </a:cubicBezTo>
                  <a:cubicBezTo>
                    <a:pt x="1096138" y="1173967"/>
                    <a:pt x="1094138" y="1165871"/>
                    <a:pt x="1092995" y="1158441"/>
                  </a:cubicBezTo>
                  <a:cubicBezTo>
                    <a:pt x="1092042" y="1151774"/>
                    <a:pt x="1091376" y="1145011"/>
                    <a:pt x="1090899" y="1138153"/>
                  </a:cubicBezTo>
                  <a:cubicBezTo>
                    <a:pt x="1089375" y="1110911"/>
                    <a:pt x="1093757" y="1083289"/>
                    <a:pt x="1102806" y="1057952"/>
                  </a:cubicBezTo>
                  <a:cubicBezTo>
                    <a:pt x="1121094" y="1007089"/>
                    <a:pt x="1154622" y="966512"/>
                    <a:pt x="1190436" y="932318"/>
                  </a:cubicBezTo>
                  <a:cubicBezTo>
                    <a:pt x="1226726" y="898123"/>
                    <a:pt x="1266445" y="869453"/>
                    <a:pt x="1307212" y="843354"/>
                  </a:cubicBezTo>
                  <a:cubicBezTo>
                    <a:pt x="1347979" y="817256"/>
                    <a:pt x="1390080" y="793919"/>
                    <a:pt x="1432466" y="771821"/>
                  </a:cubicBezTo>
                  <a:cubicBezTo>
                    <a:pt x="1602678" y="684096"/>
                    <a:pt x="1779747" y="615516"/>
                    <a:pt x="1950531" y="536078"/>
                  </a:cubicBezTo>
                  <a:cubicBezTo>
                    <a:pt x="1993203" y="516266"/>
                    <a:pt x="2035398" y="495692"/>
                    <a:pt x="2076546" y="473594"/>
                  </a:cubicBezTo>
                  <a:cubicBezTo>
                    <a:pt x="2117599" y="451400"/>
                    <a:pt x="2157699" y="427874"/>
                    <a:pt x="2194561" y="400823"/>
                  </a:cubicBezTo>
                  <a:cubicBezTo>
                    <a:pt x="2212944" y="387297"/>
                    <a:pt x="2230375" y="372914"/>
                    <a:pt x="2245996" y="357293"/>
                  </a:cubicBezTo>
                  <a:cubicBezTo>
                    <a:pt x="2261522" y="341672"/>
                    <a:pt x="2275238" y="324718"/>
                    <a:pt x="2284668" y="306525"/>
                  </a:cubicBezTo>
                  <a:cubicBezTo>
                    <a:pt x="2289430" y="297476"/>
                    <a:pt x="2292954" y="288142"/>
                    <a:pt x="2295145" y="278712"/>
                  </a:cubicBezTo>
                  <a:cubicBezTo>
                    <a:pt x="2296288" y="273950"/>
                    <a:pt x="2296955" y="269187"/>
                    <a:pt x="2297336" y="264425"/>
                  </a:cubicBezTo>
                  <a:cubicBezTo>
                    <a:pt x="2297527" y="262043"/>
                    <a:pt x="2297527" y="259567"/>
                    <a:pt x="2297622" y="257376"/>
                  </a:cubicBezTo>
                  <a:cubicBezTo>
                    <a:pt x="2297622" y="256138"/>
                    <a:pt x="2297431" y="254900"/>
                    <a:pt x="2297145" y="253661"/>
                  </a:cubicBezTo>
                  <a:cubicBezTo>
                    <a:pt x="2296098" y="248708"/>
                    <a:pt x="2291621" y="242041"/>
                    <a:pt x="2284763" y="235850"/>
                  </a:cubicBezTo>
                  <a:cubicBezTo>
                    <a:pt x="2277905" y="229563"/>
                    <a:pt x="2269142" y="223848"/>
                    <a:pt x="2259807" y="218609"/>
                  </a:cubicBezTo>
                  <a:cubicBezTo>
                    <a:pt x="2240948" y="208132"/>
                    <a:pt x="2219802" y="199750"/>
                    <a:pt x="2198181" y="192320"/>
                  </a:cubicBezTo>
                  <a:cubicBezTo>
                    <a:pt x="2176559" y="184891"/>
                    <a:pt x="2154270" y="178509"/>
                    <a:pt x="2131696" y="172794"/>
                  </a:cubicBezTo>
                  <a:cubicBezTo>
                    <a:pt x="2086643" y="161269"/>
                    <a:pt x="2040637" y="152125"/>
                    <a:pt x="1994346" y="143933"/>
                  </a:cubicBezTo>
                  <a:cubicBezTo>
                    <a:pt x="1901763" y="127741"/>
                    <a:pt x="1808132" y="115835"/>
                    <a:pt x="1714311" y="105643"/>
                  </a:cubicBezTo>
                  <a:cubicBezTo>
                    <a:pt x="1526573" y="85450"/>
                    <a:pt x="1337787" y="72305"/>
                    <a:pt x="1149002" y="61733"/>
                  </a:cubicBezTo>
                  <a:cubicBezTo>
                    <a:pt x="960121" y="51350"/>
                    <a:pt x="771050" y="43921"/>
                    <a:pt x="581883" y="38396"/>
                  </a:cubicBezTo>
                  <a:cubicBezTo>
                    <a:pt x="392431" y="32777"/>
                    <a:pt x="203074" y="29062"/>
                    <a:pt x="13908" y="27824"/>
                  </a:cubicBezTo>
                  <a:lnTo>
                    <a:pt x="13812" y="27824"/>
                  </a:lnTo>
                  <a:cubicBezTo>
                    <a:pt x="6192" y="27824"/>
                    <a:pt x="-94" y="21537"/>
                    <a:pt x="1" y="13822"/>
                  </a:cubicBezTo>
                  <a:cubicBezTo>
                    <a:pt x="96" y="6202"/>
                    <a:pt x="6288" y="11"/>
                    <a:pt x="13908" y="11"/>
                  </a:cubicBezTo>
                  <a:close/>
                </a:path>
              </a:pathLst>
            </a:custGeom>
            <a:gradFill flip="none" rotWithShape="1">
              <a:gsLst>
                <a:gs pos="0">
                  <a:schemeClr val="accent1">
                    <a:alpha val="5000"/>
                  </a:schemeClr>
                </a:gs>
                <a:gs pos="100000">
                  <a:schemeClr val="accent1"/>
                </a:gs>
                <a:gs pos="88000">
                  <a:schemeClr val="accent1">
                    <a:alpha val="46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Roboto"/>
                <a:ea typeface="思源黑体 CN Regular"/>
                <a:cs typeface="+mn-cs"/>
              </a:endParaRPr>
            </a:p>
          </p:txBody>
        </p:sp>
        <p:sp>
          <p:nvSpPr>
            <p:cNvPr id="4" name="椭圆 3">
              <a:extLst>
                <a:ext uri="{FF2B5EF4-FFF2-40B4-BE49-F238E27FC236}">
                  <a16:creationId xmlns:a16="http://schemas.microsoft.com/office/drawing/2014/main" id="{150A9002-08A5-7F71-C83B-64C57C6B31A5}"/>
                </a:ext>
              </a:extLst>
            </p:cNvPr>
            <p:cNvSpPr/>
            <p:nvPr/>
          </p:nvSpPr>
          <p:spPr>
            <a:xfrm>
              <a:off x="2130270" y="5408549"/>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椭圆 4">
              <a:extLst>
                <a:ext uri="{FF2B5EF4-FFF2-40B4-BE49-F238E27FC236}">
                  <a16:creationId xmlns:a16="http://schemas.microsoft.com/office/drawing/2014/main" id="{E127EEAF-6248-B25E-EE92-2BEC16143C24}"/>
                </a:ext>
              </a:extLst>
            </p:cNvPr>
            <p:cNvSpPr/>
            <p:nvPr/>
          </p:nvSpPr>
          <p:spPr>
            <a:xfrm>
              <a:off x="2209738" y="5488017"/>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3" name="组合 32">
              <a:extLst>
                <a:ext uri="{FF2B5EF4-FFF2-40B4-BE49-F238E27FC236}">
                  <a16:creationId xmlns:a16="http://schemas.microsoft.com/office/drawing/2014/main" id="{B705B7AF-8CE2-CDAF-A8CC-2A337A24889B}"/>
                </a:ext>
              </a:extLst>
            </p:cNvPr>
            <p:cNvGrpSpPr/>
            <p:nvPr/>
          </p:nvGrpSpPr>
          <p:grpSpPr>
            <a:xfrm>
              <a:off x="1078215" y="4036493"/>
              <a:ext cx="2336318" cy="1265229"/>
              <a:chOff x="673100" y="3926728"/>
              <a:chExt cx="2336318" cy="1265229"/>
            </a:xfrm>
          </p:grpSpPr>
          <p:sp>
            <p:nvSpPr>
              <p:cNvPr id="7" name="íṥļiḍe">
                <a:extLst>
                  <a:ext uri="{FF2B5EF4-FFF2-40B4-BE49-F238E27FC236}">
                    <a16:creationId xmlns:a16="http://schemas.microsoft.com/office/drawing/2014/main" id="{E6FE7CF8-5B4F-3C14-8495-77E3BB866F9E}"/>
                  </a:ext>
                </a:extLst>
              </p:cNvPr>
              <p:cNvSpPr/>
              <p:nvPr/>
            </p:nvSpPr>
            <p:spPr>
              <a:xfrm>
                <a:off x="760617" y="3926728"/>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创新能力提升</a:t>
                </a:r>
              </a:p>
            </p:txBody>
          </p:sp>
          <p:sp>
            <p:nvSpPr>
              <p:cNvPr id="8" name="文本框 7">
                <a:extLst>
                  <a:ext uri="{FF2B5EF4-FFF2-40B4-BE49-F238E27FC236}">
                    <a16:creationId xmlns:a16="http://schemas.microsoft.com/office/drawing/2014/main" id="{71CFED29-DC58-327F-5116-D0BA1E52B34B}"/>
                  </a:ext>
                </a:extLst>
              </p:cNvPr>
              <p:cNvSpPr txBox="1"/>
              <p:nvPr/>
            </p:nvSpPr>
            <p:spPr>
              <a:xfrm>
                <a:off x="673100" y="4527929"/>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sp>
          <p:nvSpPr>
            <p:cNvPr id="9" name="椭圆 8">
              <a:extLst>
                <a:ext uri="{FF2B5EF4-FFF2-40B4-BE49-F238E27FC236}">
                  <a16:creationId xmlns:a16="http://schemas.microsoft.com/office/drawing/2014/main" id="{B6E98C3A-51FA-C034-6BE4-292AEBD0B25C}"/>
                </a:ext>
              </a:extLst>
            </p:cNvPr>
            <p:cNvSpPr/>
            <p:nvPr/>
          </p:nvSpPr>
          <p:spPr>
            <a:xfrm>
              <a:off x="4329459" y="5249907"/>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椭圆 9">
              <a:extLst>
                <a:ext uri="{FF2B5EF4-FFF2-40B4-BE49-F238E27FC236}">
                  <a16:creationId xmlns:a16="http://schemas.microsoft.com/office/drawing/2014/main" id="{01D0C684-21D2-AD25-9E4C-E8AB387D3D63}"/>
                </a:ext>
              </a:extLst>
            </p:cNvPr>
            <p:cNvSpPr/>
            <p:nvPr/>
          </p:nvSpPr>
          <p:spPr>
            <a:xfrm>
              <a:off x="4408927" y="5329375"/>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sp>
          <p:nvSpPr>
            <p:cNvPr id="11" name="椭圆 10">
              <a:extLst>
                <a:ext uri="{FF2B5EF4-FFF2-40B4-BE49-F238E27FC236}">
                  <a16:creationId xmlns:a16="http://schemas.microsoft.com/office/drawing/2014/main" id="{642E0766-AD0F-08C0-D2BD-ED37751036B3}"/>
                </a:ext>
              </a:extLst>
            </p:cNvPr>
            <p:cNvSpPr/>
            <p:nvPr/>
          </p:nvSpPr>
          <p:spPr>
            <a:xfrm>
              <a:off x="7373601" y="4844793"/>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椭圆 11">
              <a:extLst>
                <a:ext uri="{FF2B5EF4-FFF2-40B4-BE49-F238E27FC236}">
                  <a16:creationId xmlns:a16="http://schemas.microsoft.com/office/drawing/2014/main" id="{069D4632-302A-D2C0-EE21-C6DF75F59F0D}"/>
                </a:ext>
              </a:extLst>
            </p:cNvPr>
            <p:cNvSpPr/>
            <p:nvPr/>
          </p:nvSpPr>
          <p:spPr>
            <a:xfrm>
              <a:off x="7453069" y="4924261"/>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sp>
          <p:nvSpPr>
            <p:cNvPr id="13" name="椭圆 12">
              <a:extLst>
                <a:ext uri="{FF2B5EF4-FFF2-40B4-BE49-F238E27FC236}">
                  <a16:creationId xmlns:a16="http://schemas.microsoft.com/office/drawing/2014/main" id="{847F741C-842D-C171-814B-89FCF0ECEE35}"/>
                </a:ext>
              </a:extLst>
            </p:cNvPr>
            <p:cNvSpPr/>
            <p:nvPr/>
          </p:nvSpPr>
          <p:spPr>
            <a:xfrm>
              <a:off x="4717446" y="3155455"/>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a:extLst>
                <a:ext uri="{FF2B5EF4-FFF2-40B4-BE49-F238E27FC236}">
                  <a16:creationId xmlns:a16="http://schemas.microsoft.com/office/drawing/2014/main" id="{27C3F75E-0E26-B2AE-9AD5-507FAB0F9604}"/>
                </a:ext>
              </a:extLst>
            </p:cNvPr>
            <p:cNvSpPr/>
            <p:nvPr/>
          </p:nvSpPr>
          <p:spPr>
            <a:xfrm>
              <a:off x="4796914" y="3234923"/>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4" name="组合 33">
              <a:extLst>
                <a:ext uri="{FF2B5EF4-FFF2-40B4-BE49-F238E27FC236}">
                  <a16:creationId xmlns:a16="http://schemas.microsoft.com/office/drawing/2014/main" id="{7F94933C-D47F-2DA6-7663-10B08F60ED39}"/>
                </a:ext>
              </a:extLst>
            </p:cNvPr>
            <p:cNvGrpSpPr/>
            <p:nvPr/>
          </p:nvGrpSpPr>
          <p:grpSpPr>
            <a:xfrm>
              <a:off x="4416976" y="5537659"/>
              <a:ext cx="4693911" cy="664028"/>
              <a:chOff x="4416976" y="5370019"/>
              <a:chExt cx="4693911" cy="664028"/>
            </a:xfrm>
          </p:grpSpPr>
          <p:sp>
            <p:nvSpPr>
              <p:cNvPr id="19" name="íṥļiḍe">
                <a:extLst>
                  <a:ext uri="{FF2B5EF4-FFF2-40B4-BE49-F238E27FC236}">
                    <a16:creationId xmlns:a16="http://schemas.microsoft.com/office/drawing/2014/main" id="{A3D17D6E-19F8-8144-8B63-0400F4C44201}"/>
                  </a:ext>
                </a:extLst>
              </p:cNvPr>
              <p:cNvSpPr/>
              <p:nvPr/>
            </p:nvSpPr>
            <p:spPr>
              <a:xfrm>
                <a:off x="4416976" y="5467584"/>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数据驱动决策</a:t>
                </a:r>
              </a:p>
            </p:txBody>
          </p:sp>
          <p:sp>
            <p:nvSpPr>
              <p:cNvPr id="20" name="文本框 19">
                <a:extLst>
                  <a:ext uri="{FF2B5EF4-FFF2-40B4-BE49-F238E27FC236}">
                    <a16:creationId xmlns:a16="http://schemas.microsoft.com/office/drawing/2014/main" id="{CEAE53D2-C845-50A7-5B56-C679D59032E4}"/>
                  </a:ext>
                </a:extLst>
              </p:cNvPr>
              <p:cNvSpPr txBox="1"/>
              <p:nvPr/>
            </p:nvSpPr>
            <p:spPr>
              <a:xfrm>
                <a:off x="6774569" y="5370019"/>
                <a:ext cx="2336318" cy="664028"/>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grpSp>
        <p:grpSp>
          <p:nvGrpSpPr>
            <p:cNvPr id="35" name="组合 34">
              <a:extLst>
                <a:ext uri="{FF2B5EF4-FFF2-40B4-BE49-F238E27FC236}">
                  <a16:creationId xmlns:a16="http://schemas.microsoft.com/office/drawing/2014/main" id="{1049D2CB-E92A-FFE0-CFCA-C4D7C60A674A}"/>
                </a:ext>
              </a:extLst>
            </p:cNvPr>
            <p:cNvGrpSpPr/>
            <p:nvPr/>
          </p:nvGrpSpPr>
          <p:grpSpPr>
            <a:xfrm>
              <a:off x="7942728" y="4139537"/>
              <a:ext cx="2336318" cy="1265229"/>
              <a:chOff x="7942728" y="3971897"/>
              <a:chExt cx="2336318" cy="1265229"/>
            </a:xfrm>
          </p:grpSpPr>
          <p:sp>
            <p:nvSpPr>
              <p:cNvPr id="21" name="íṥļiḍe">
                <a:extLst>
                  <a:ext uri="{FF2B5EF4-FFF2-40B4-BE49-F238E27FC236}">
                    <a16:creationId xmlns:a16="http://schemas.microsoft.com/office/drawing/2014/main" id="{1059FBD3-4DA1-DA29-C10D-03D2389DD4E4}"/>
                  </a:ext>
                </a:extLst>
              </p:cNvPr>
              <p:cNvSpPr/>
              <p:nvPr/>
            </p:nvSpPr>
            <p:spPr>
              <a:xfrm>
                <a:off x="8030245" y="3971897"/>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新领域探索</a:t>
                </a:r>
              </a:p>
            </p:txBody>
          </p:sp>
          <p:sp>
            <p:nvSpPr>
              <p:cNvPr id="22" name="文本框 21">
                <a:extLst>
                  <a:ext uri="{FF2B5EF4-FFF2-40B4-BE49-F238E27FC236}">
                    <a16:creationId xmlns:a16="http://schemas.microsoft.com/office/drawing/2014/main" id="{B98C1226-9625-66D0-F988-B912745A184A}"/>
                  </a:ext>
                </a:extLst>
              </p:cNvPr>
              <p:cNvSpPr txBox="1"/>
              <p:nvPr/>
            </p:nvSpPr>
            <p:spPr>
              <a:xfrm>
                <a:off x="7942728" y="4573098"/>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grpSp>
          <p:nvGrpSpPr>
            <p:cNvPr id="37" name="组合 36">
              <a:extLst>
                <a:ext uri="{FF2B5EF4-FFF2-40B4-BE49-F238E27FC236}">
                  <a16:creationId xmlns:a16="http://schemas.microsoft.com/office/drawing/2014/main" id="{363803BE-E862-181C-FF3E-06C0C7EE3968}"/>
                </a:ext>
              </a:extLst>
            </p:cNvPr>
            <p:cNvGrpSpPr/>
            <p:nvPr/>
          </p:nvGrpSpPr>
          <p:grpSpPr>
            <a:xfrm>
              <a:off x="2509433" y="1436840"/>
              <a:ext cx="2336318" cy="1265229"/>
              <a:chOff x="2509433" y="1269200"/>
              <a:chExt cx="2336318" cy="1265229"/>
            </a:xfrm>
          </p:grpSpPr>
          <p:sp>
            <p:nvSpPr>
              <p:cNvPr id="23" name="íṥļiḍe">
                <a:extLst>
                  <a:ext uri="{FF2B5EF4-FFF2-40B4-BE49-F238E27FC236}">
                    <a16:creationId xmlns:a16="http://schemas.microsoft.com/office/drawing/2014/main" id="{8A1CED0C-A834-A65A-ABE5-1C64513AE290}"/>
                  </a:ext>
                </a:extLst>
              </p:cNvPr>
              <p:cNvSpPr/>
              <p:nvPr/>
            </p:nvSpPr>
            <p:spPr>
              <a:xfrm>
                <a:off x="2596950" y="1269200"/>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自我挑战计划</a:t>
                </a:r>
              </a:p>
            </p:txBody>
          </p:sp>
          <p:sp>
            <p:nvSpPr>
              <p:cNvPr id="24" name="文本框 23">
                <a:extLst>
                  <a:ext uri="{FF2B5EF4-FFF2-40B4-BE49-F238E27FC236}">
                    <a16:creationId xmlns:a16="http://schemas.microsoft.com/office/drawing/2014/main" id="{44DDB5F4-D8EA-8E6D-A99E-904C344C3383}"/>
                  </a:ext>
                </a:extLst>
              </p:cNvPr>
              <p:cNvSpPr txBox="1"/>
              <p:nvPr/>
            </p:nvSpPr>
            <p:spPr>
              <a:xfrm>
                <a:off x="2509433" y="1870401"/>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sp>
          <p:nvSpPr>
            <p:cNvPr id="25" name="椭圆 24">
              <a:extLst>
                <a:ext uri="{FF2B5EF4-FFF2-40B4-BE49-F238E27FC236}">
                  <a16:creationId xmlns:a16="http://schemas.microsoft.com/office/drawing/2014/main" id="{82603A8E-4DBA-7743-4043-C3C397CBA093}"/>
                </a:ext>
              </a:extLst>
            </p:cNvPr>
            <p:cNvSpPr/>
            <p:nvPr/>
          </p:nvSpPr>
          <p:spPr>
            <a:xfrm>
              <a:off x="5393797" y="1563884"/>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椭圆 25">
              <a:extLst>
                <a:ext uri="{FF2B5EF4-FFF2-40B4-BE49-F238E27FC236}">
                  <a16:creationId xmlns:a16="http://schemas.microsoft.com/office/drawing/2014/main" id="{9A89C893-EDDD-9EAF-5E2C-12A7CCF54919}"/>
                </a:ext>
              </a:extLst>
            </p:cNvPr>
            <p:cNvSpPr/>
            <p:nvPr/>
          </p:nvSpPr>
          <p:spPr>
            <a:xfrm>
              <a:off x="5473265" y="1643352"/>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9" name="组合 38">
              <a:extLst>
                <a:ext uri="{FF2B5EF4-FFF2-40B4-BE49-F238E27FC236}">
                  <a16:creationId xmlns:a16="http://schemas.microsoft.com/office/drawing/2014/main" id="{BCD653E3-CEA8-9BAE-421E-E7941B0319EF}"/>
                </a:ext>
              </a:extLst>
            </p:cNvPr>
            <p:cNvGrpSpPr/>
            <p:nvPr/>
          </p:nvGrpSpPr>
          <p:grpSpPr>
            <a:xfrm>
              <a:off x="5234246" y="2396479"/>
              <a:ext cx="2511712" cy="1265229"/>
              <a:chOff x="5431016" y="2228839"/>
              <a:chExt cx="2511712" cy="1265229"/>
            </a:xfrm>
          </p:grpSpPr>
          <p:sp>
            <p:nvSpPr>
              <p:cNvPr id="28" name="文本框 27">
                <a:extLst>
                  <a:ext uri="{FF2B5EF4-FFF2-40B4-BE49-F238E27FC236}">
                    <a16:creationId xmlns:a16="http://schemas.microsoft.com/office/drawing/2014/main" id="{5ACA02B4-5E6E-B88D-F77B-40CC293DD923}"/>
                  </a:ext>
                </a:extLst>
              </p:cNvPr>
              <p:cNvSpPr txBox="1"/>
              <p:nvPr/>
            </p:nvSpPr>
            <p:spPr>
              <a:xfrm>
                <a:off x="5431016" y="2830040"/>
                <a:ext cx="2511712"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en-US" altLang="zh-CN" sz="1400" dirty="0"/>
                  <a:t>    </a:t>
                </a:r>
                <a:r>
                  <a:rPr lang="zh-CN" altLang="en-US" sz="1400" dirty="0"/>
                  <a:t>单击此处添加文本</a:t>
                </a:r>
                <a:r>
                  <a:rPr lang="zh-CN" altLang="en-US" sz="1400" b="1" dirty="0">
                    <a:solidFill>
                      <a:srgbClr val="F8F8F8"/>
                    </a:solidFill>
                    <a:latin typeface="+mj-ea"/>
                    <a:ea typeface="+mj-ea"/>
                  </a:rPr>
                  <a:t>跨</a:t>
                </a:r>
                <a:endParaRPr lang="en-US" altLang="zh-CN" sz="1400" dirty="0"/>
              </a:p>
            </p:txBody>
          </p:sp>
          <p:sp>
            <p:nvSpPr>
              <p:cNvPr id="27" name="íṥļiḍe">
                <a:extLst>
                  <a:ext uri="{FF2B5EF4-FFF2-40B4-BE49-F238E27FC236}">
                    <a16:creationId xmlns:a16="http://schemas.microsoft.com/office/drawing/2014/main" id="{DF9A58F1-0909-80FD-2D51-68746A5BED40}"/>
                  </a:ext>
                </a:extLst>
              </p:cNvPr>
              <p:cNvSpPr/>
              <p:nvPr/>
            </p:nvSpPr>
            <p:spPr>
              <a:xfrm>
                <a:off x="5606230" y="2228839"/>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跨团队学习</a:t>
                </a:r>
              </a:p>
            </p:txBody>
          </p:sp>
        </p:grpSp>
        <p:sp>
          <p:nvSpPr>
            <p:cNvPr id="29" name="椭圆 28">
              <a:extLst>
                <a:ext uri="{FF2B5EF4-FFF2-40B4-BE49-F238E27FC236}">
                  <a16:creationId xmlns:a16="http://schemas.microsoft.com/office/drawing/2014/main" id="{5C7B7A03-DE3C-9A2B-4DD2-AA4CC6D1B707}"/>
                </a:ext>
              </a:extLst>
            </p:cNvPr>
            <p:cNvSpPr/>
            <p:nvPr/>
          </p:nvSpPr>
          <p:spPr>
            <a:xfrm>
              <a:off x="9119871" y="702094"/>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椭圆 29">
              <a:extLst>
                <a:ext uri="{FF2B5EF4-FFF2-40B4-BE49-F238E27FC236}">
                  <a16:creationId xmlns:a16="http://schemas.microsoft.com/office/drawing/2014/main" id="{F66650F2-33CE-6A2E-C7D1-E6F1CAEC47BC}"/>
                </a:ext>
              </a:extLst>
            </p:cNvPr>
            <p:cNvSpPr/>
            <p:nvPr/>
          </p:nvSpPr>
          <p:spPr>
            <a:xfrm>
              <a:off x="9199339" y="781562"/>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6" name="组合 35">
              <a:extLst>
                <a:ext uri="{FF2B5EF4-FFF2-40B4-BE49-F238E27FC236}">
                  <a16:creationId xmlns:a16="http://schemas.microsoft.com/office/drawing/2014/main" id="{EE370155-CEB5-2E68-CB81-B99412C5CAD3}"/>
                </a:ext>
              </a:extLst>
            </p:cNvPr>
            <p:cNvGrpSpPr/>
            <p:nvPr/>
          </p:nvGrpSpPr>
          <p:grpSpPr>
            <a:xfrm>
              <a:off x="8192468" y="1196052"/>
              <a:ext cx="2336318" cy="1265229"/>
              <a:chOff x="8192468" y="1028412"/>
              <a:chExt cx="2336318" cy="1265229"/>
            </a:xfrm>
          </p:grpSpPr>
          <p:sp>
            <p:nvSpPr>
              <p:cNvPr id="31" name="íṥļiḍe">
                <a:extLst>
                  <a:ext uri="{FF2B5EF4-FFF2-40B4-BE49-F238E27FC236}">
                    <a16:creationId xmlns:a16="http://schemas.microsoft.com/office/drawing/2014/main" id="{91A957B1-B526-69EF-F415-A25F53C2C98C}"/>
                  </a:ext>
                </a:extLst>
              </p:cNvPr>
              <p:cNvSpPr/>
              <p:nvPr/>
            </p:nvSpPr>
            <p:spPr>
              <a:xfrm>
                <a:off x="8279985" y="1028412"/>
                <a:ext cx="2161285" cy="54574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趋势捕捉与分享</a:t>
                </a:r>
              </a:p>
            </p:txBody>
          </p:sp>
          <p:sp>
            <p:nvSpPr>
              <p:cNvPr id="32" name="文本框 31">
                <a:extLst>
                  <a:ext uri="{FF2B5EF4-FFF2-40B4-BE49-F238E27FC236}">
                    <a16:creationId xmlns:a16="http://schemas.microsoft.com/office/drawing/2014/main" id="{287D9FC1-2BCC-395E-7099-CFA4A611E579}"/>
                  </a:ext>
                </a:extLst>
              </p:cNvPr>
              <p:cNvSpPr txBox="1"/>
              <p:nvPr/>
            </p:nvSpPr>
            <p:spPr>
              <a:xfrm>
                <a:off x="8192468" y="1629613"/>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gr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a:extLst>
              <a:ext uri="{FF2B5EF4-FFF2-40B4-BE49-F238E27FC236}">
                <a16:creationId xmlns:a16="http://schemas.microsoft.com/office/drawing/2014/main" id="{C54C1BAD-7D73-0A4C-FD59-4F7426DE93CD}"/>
              </a:ext>
            </a:extLst>
          </p:cNvPr>
          <p:cNvSpPr>
            <a:spLocks noGrp="1"/>
          </p:cNvSpPr>
          <p:nvPr>
            <p:ph type="title"/>
          </p:nvPr>
        </p:nvSpPr>
        <p:spPr/>
        <p:txBody>
          <a:bodyPr/>
          <a:lstStyle/>
          <a:p>
            <a:r>
              <a:rPr lang="zh-CN" altLang="en-US" dirty="0"/>
              <a:t>工作感悟</a:t>
            </a:r>
          </a:p>
        </p:txBody>
      </p:sp>
      <p:grpSp>
        <p:nvGrpSpPr>
          <p:cNvPr id="44" name="组合 43">
            <a:extLst>
              <a:ext uri="{FF2B5EF4-FFF2-40B4-BE49-F238E27FC236}">
                <a16:creationId xmlns:a16="http://schemas.microsoft.com/office/drawing/2014/main" id="{90FC88DE-FAD1-FC4F-45D9-67BDEB7261BE}"/>
              </a:ext>
            </a:extLst>
          </p:cNvPr>
          <p:cNvGrpSpPr/>
          <p:nvPr/>
        </p:nvGrpSpPr>
        <p:grpSpPr>
          <a:xfrm>
            <a:off x="645549" y="1707360"/>
            <a:ext cx="10900903" cy="4362832"/>
            <a:chOff x="627484" y="1707360"/>
            <a:chExt cx="10900903" cy="4362832"/>
          </a:xfrm>
        </p:grpSpPr>
        <p:sp>
          <p:nvSpPr>
            <p:cNvPr id="5" name="Oval 2+">
              <a:extLst>
                <a:ext uri="{FF2B5EF4-FFF2-40B4-BE49-F238E27FC236}">
                  <a16:creationId xmlns:a16="http://schemas.microsoft.com/office/drawing/2014/main" id="{A1E7D41F-8EEA-8576-A643-E2648D2442C3}"/>
                </a:ext>
              </a:extLst>
            </p:cNvPr>
            <p:cNvSpPr/>
            <p:nvPr/>
          </p:nvSpPr>
          <p:spPr>
            <a:xfrm>
              <a:off x="4414520" y="1896602"/>
              <a:ext cx="3703320" cy="3703320"/>
            </a:xfrm>
            <a:prstGeom prst="ellipse">
              <a:avLst/>
            </a:prstGeom>
            <a:gradFill flip="none" rotWithShape="1">
              <a:gsLst>
                <a:gs pos="56000">
                  <a:schemeClr val="accent1">
                    <a:alpha val="0"/>
                  </a:schemeClr>
                </a:gs>
                <a:gs pos="100000">
                  <a:schemeClr val="accent1">
                    <a:lumMod val="75000"/>
                    <a:alpha val="5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en-US" altLang="zh-CN" sz="2400" b="1" dirty="0">
                <a:solidFill>
                  <a:srgbClr val="F8F8F8"/>
                </a:solidFill>
              </a:endParaRPr>
            </a:p>
          </p:txBody>
        </p:sp>
        <p:grpSp>
          <p:nvGrpSpPr>
            <p:cNvPr id="19" name="组合 18">
              <a:extLst>
                <a:ext uri="{FF2B5EF4-FFF2-40B4-BE49-F238E27FC236}">
                  <a16:creationId xmlns:a16="http://schemas.microsoft.com/office/drawing/2014/main" id="{84E130F5-E7C2-E96F-5A8C-64BD79AC331F}"/>
                </a:ext>
              </a:extLst>
            </p:cNvPr>
            <p:cNvGrpSpPr/>
            <p:nvPr/>
          </p:nvGrpSpPr>
          <p:grpSpPr>
            <a:xfrm>
              <a:off x="4902402" y="2384483"/>
              <a:ext cx="2727554" cy="2727554"/>
              <a:chOff x="4902402" y="2384483"/>
              <a:chExt cx="2727554" cy="2727554"/>
            </a:xfrm>
          </p:grpSpPr>
          <p:sp>
            <p:nvSpPr>
              <p:cNvPr id="3" name="椭圆 2">
                <a:extLst>
                  <a:ext uri="{FF2B5EF4-FFF2-40B4-BE49-F238E27FC236}">
                    <a16:creationId xmlns:a16="http://schemas.microsoft.com/office/drawing/2014/main" id="{17850AE8-F85B-0402-1BA5-0B51D2FC4E6E}"/>
                  </a:ext>
                </a:extLst>
              </p:cNvPr>
              <p:cNvSpPr/>
              <p:nvPr/>
            </p:nvSpPr>
            <p:spPr>
              <a:xfrm>
                <a:off x="4902402" y="2384483"/>
                <a:ext cx="2727554" cy="272755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111600" tIns="56693" rIns="113386" bIns="56693" rtlCol="0" anchor="ctr"/>
              <a:lstStyle/>
              <a:p>
                <a:pPr algn="ctr">
                  <a:lnSpc>
                    <a:spcPct val="120000"/>
                  </a:lnSpc>
                </a:pPr>
                <a:endParaRPr lang="en-US" altLang="zh-CN" sz="2976" b="1" dirty="0">
                  <a:solidFill>
                    <a:srgbClr val="F8F8F8"/>
                  </a:solidFill>
                  <a:latin typeface="+mj-ea"/>
                  <a:ea typeface="+mj-ea"/>
                </a:endParaRPr>
              </a:p>
              <a:p>
                <a:pPr algn="ctr">
                  <a:lnSpc>
                    <a:spcPct val="120000"/>
                  </a:lnSpc>
                </a:pPr>
                <a:r>
                  <a:rPr lang="zh-CN" altLang="en-US" sz="2976" b="1" dirty="0">
                    <a:solidFill>
                      <a:srgbClr val="F8F8F8"/>
                    </a:solidFill>
                    <a:latin typeface="+mj-ea"/>
                    <a:ea typeface="+mj-ea"/>
                  </a:rPr>
                  <a:t>工作感悟</a:t>
                </a:r>
              </a:p>
            </p:txBody>
          </p:sp>
          <p:sp>
            <p:nvSpPr>
              <p:cNvPr id="4" name="physics_229311">
                <a:extLst>
                  <a:ext uri="{FF2B5EF4-FFF2-40B4-BE49-F238E27FC236}">
                    <a16:creationId xmlns:a16="http://schemas.microsoft.com/office/drawing/2014/main" id="{966AC3C4-5FD1-280E-6E5F-855BB03F17EC}"/>
                  </a:ext>
                </a:extLst>
              </p:cNvPr>
              <p:cNvSpPr/>
              <p:nvPr/>
            </p:nvSpPr>
            <p:spPr>
              <a:xfrm>
                <a:off x="6020484" y="3113565"/>
                <a:ext cx="491391" cy="490599"/>
              </a:xfrm>
              <a:custGeom>
                <a:avLst/>
                <a:gdLst>
                  <a:gd name="connsiteX0" fmla="*/ 304130 w 607634"/>
                  <a:gd name="connsiteY0" fmla="*/ 243123 h 606654"/>
                  <a:gd name="connsiteX1" fmla="*/ 364181 w 607634"/>
                  <a:gd name="connsiteY1" fmla="*/ 303024 h 606654"/>
                  <a:gd name="connsiteX2" fmla="*/ 304130 w 607634"/>
                  <a:gd name="connsiteY2" fmla="*/ 363014 h 606654"/>
                  <a:gd name="connsiteX3" fmla="*/ 244079 w 607634"/>
                  <a:gd name="connsiteY3" fmla="*/ 303024 h 606654"/>
                  <a:gd name="connsiteX4" fmla="*/ 304130 w 607634"/>
                  <a:gd name="connsiteY4" fmla="*/ 243123 h 606654"/>
                  <a:gd name="connsiteX5" fmla="*/ 304054 w 607634"/>
                  <a:gd name="connsiteY5" fmla="*/ 117730 h 606654"/>
                  <a:gd name="connsiteX6" fmla="*/ 249407 w 607634"/>
                  <a:gd name="connsiteY6" fmla="*/ 518701 h 606654"/>
                  <a:gd name="connsiteX7" fmla="*/ 110297 w 607634"/>
                  <a:gd name="connsiteY7" fmla="*/ 385933 h 606654"/>
                  <a:gd name="connsiteX8" fmla="*/ 109140 w 607634"/>
                  <a:gd name="connsiteY8" fmla="*/ 376335 h 606654"/>
                  <a:gd name="connsiteX9" fmla="*/ 128364 w 607634"/>
                  <a:gd name="connsiteY9" fmla="*/ 339544 h 606654"/>
                  <a:gd name="connsiteX10" fmla="*/ 143672 w 607634"/>
                  <a:gd name="connsiteY10" fmla="*/ 338655 h 606654"/>
                  <a:gd name="connsiteX11" fmla="*/ 303787 w 607634"/>
                  <a:gd name="connsiteY11" fmla="*/ 488308 h 606654"/>
                  <a:gd name="connsiteX12" fmla="*/ 490602 w 607634"/>
                  <a:gd name="connsiteY12" fmla="*/ 304174 h 606654"/>
                  <a:gd name="connsiteX13" fmla="*/ 304054 w 607634"/>
                  <a:gd name="connsiteY13" fmla="*/ 117730 h 606654"/>
                  <a:gd name="connsiteX14" fmla="*/ 461189 w 607634"/>
                  <a:gd name="connsiteY14" fmla="*/ 55414 h 606654"/>
                  <a:gd name="connsiteX15" fmla="*/ 357722 w 607634"/>
                  <a:gd name="connsiteY15" fmla="*/ 87070 h 606654"/>
                  <a:gd name="connsiteX16" fmla="*/ 521040 w 607634"/>
                  <a:gd name="connsiteY16" fmla="*/ 249343 h 606654"/>
                  <a:gd name="connsiteX17" fmla="*/ 461189 w 607634"/>
                  <a:gd name="connsiteY17" fmla="*/ 55414 h 606654"/>
                  <a:gd name="connsiteX18" fmla="*/ 463993 w 607634"/>
                  <a:gd name="connsiteY18" fmla="*/ 202 h 606654"/>
                  <a:gd name="connsiteX19" fmla="*/ 555484 w 607634"/>
                  <a:gd name="connsiteY19" fmla="*/ 302130 h 606654"/>
                  <a:gd name="connsiteX20" fmla="*/ 348466 w 607634"/>
                  <a:gd name="connsiteY20" fmla="*/ 575932 h 606654"/>
                  <a:gd name="connsiteX21" fmla="*/ 347131 w 607634"/>
                  <a:gd name="connsiteY21" fmla="*/ 559669 h 606654"/>
                  <a:gd name="connsiteX22" fmla="*/ 382909 w 607634"/>
                  <a:gd name="connsiteY22" fmla="*/ 534964 h 606654"/>
                  <a:gd name="connsiteX23" fmla="*/ 401867 w 607634"/>
                  <a:gd name="connsiteY23" fmla="*/ 537363 h 606654"/>
                  <a:gd name="connsiteX24" fmla="*/ 533323 w 607634"/>
                  <a:gd name="connsiteY24" fmla="*/ 385844 h 606654"/>
                  <a:gd name="connsiteX25" fmla="*/ 520417 w 607634"/>
                  <a:gd name="connsiteY25" fmla="*/ 356517 h 606654"/>
                  <a:gd name="connsiteX26" fmla="*/ 135662 w 607634"/>
                  <a:gd name="connsiteY26" fmla="*/ 606147 h 606654"/>
                  <a:gd name="connsiteX27" fmla="*/ 53424 w 607634"/>
                  <a:gd name="connsiteY27" fmla="*/ 303019 h 606654"/>
                  <a:gd name="connsiteX28" fmla="*/ 37137 w 607634"/>
                  <a:gd name="connsiteY28" fmla="*/ 36505 h 606654"/>
                  <a:gd name="connsiteX29" fmla="*/ 76476 w 607634"/>
                  <a:gd name="connsiteY29" fmla="*/ 36505 h 606654"/>
                  <a:gd name="connsiteX30" fmla="*/ 76476 w 607634"/>
                  <a:gd name="connsiteY30" fmla="*/ 75695 h 606654"/>
                  <a:gd name="connsiteX31" fmla="*/ 87868 w 607634"/>
                  <a:gd name="connsiteY31" fmla="*/ 249609 h 606654"/>
                  <a:gd name="connsiteX32" fmla="*/ 250564 w 607634"/>
                  <a:gd name="connsiteY32" fmla="*/ 87159 h 606654"/>
                  <a:gd name="connsiteX33" fmla="*/ 204016 w 607634"/>
                  <a:gd name="connsiteY33" fmla="*/ 67875 h 606654"/>
                  <a:gd name="connsiteX34" fmla="*/ 185147 w 607634"/>
                  <a:gd name="connsiteY34" fmla="*/ 34105 h 606654"/>
                  <a:gd name="connsiteX35" fmla="*/ 220659 w 607634"/>
                  <a:gd name="connsiteY35" fmla="*/ 14999 h 606654"/>
                  <a:gd name="connsiteX36" fmla="*/ 304143 w 607634"/>
                  <a:gd name="connsiteY36" fmla="*/ 52678 h 606654"/>
                  <a:gd name="connsiteX37" fmla="*/ 463993 w 607634"/>
                  <a:gd name="connsiteY37" fmla="*/ 202 h 606654"/>
                  <a:gd name="connsiteX38" fmla="*/ 143103 w 607634"/>
                  <a:gd name="connsiteY38" fmla="*/ 151 h 606654"/>
                  <a:gd name="connsiteX39" fmla="*/ 169874 w 607634"/>
                  <a:gd name="connsiteY39" fmla="*/ 28849 h 606654"/>
                  <a:gd name="connsiteX40" fmla="*/ 141147 w 607634"/>
                  <a:gd name="connsiteY40" fmla="*/ 55503 h 606654"/>
                  <a:gd name="connsiteX41" fmla="*/ 124337 w 607634"/>
                  <a:gd name="connsiteY41" fmla="*/ 55858 h 606654"/>
                  <a:gd name="connsiteX42" fmla="*/ 96765 w 607634"/>
                  <a:gd name="connsiteY42" fmla="*/ 30004 h 606654"/>
                  <a:gd name="connsiteX43" fmla="*/ 122469 w 607634"/>
                  <a:gd name="connsiteY43" fmla="*/ 417 h 606654"/>
                  <a:gd name="connsiteX44" fmla="*/ 143103 w 607634"/>
                  <a:gd name="connsiteY44" fmla="*/ 151 h 606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634" h="606654">
                    <a:moveTo>
                      <a:pt x="304130" y="243123"/>
                    </a:moveTo>
                    <a:cubicBezTo>
                      <a:pt x="337314" y="243123"/>
                      <a:pt x="364181" y="269963"/>
                      <a:pt x="364181" y="303024"/>
                    </a:cubicBezTo>
                    <a:cubicBezTo>
                      <a:pt x="364181" y="336174"/>
                      <a:pt x="337314" y="363014"/>
                      <a:pt x="304130" y="363014"/>
                    </a:cubicBezTo>
                    <a:cubicBezTo>
                      <a:pt x="271035" y="363014"/>
                      <a:pt x="244079" y="336174"/>
                      <a:pt x="244079" y="303024"/>
                    </a:cubicBezTo>
                    <a:cubicBezTo>
                      <a:pt x="244079" y="269963"/>
                      <a:pt x="270946" y="243123"/>
                      <a:pt x="304130" y="243123"/>
                    </a:cubicBezTo>
                    <a:close/>
                    <a:moveTo>
                      <a:pt x="304054" y="117730"/>
                    </a:moveTo>
                    <a:cubicBezTo>
                      <a:pt x="28771" y="297420"/>
                      <a:pt x="-56671" y="665599"/>
                      <a:pt x="249407" y="518701"/>
                    </a:cubicBezTo>
                    <a:cubicBezTo>
                      <a:pt x="171619" y="462981"/>
                      <a:pt x="110297" y="385933"/>
                      <a:pt x="110297" y="385933"/>
                    </a:cubicBezTo>
                    <a:cubicBezTo>
                      <a:pt x="108161" y="383266"/>
                      <a:pt x="107627" y="379534"/>
                      <a:pt x="109140" y="376335"/>
                    </a:cubicBezTo>
                    <a:cubicBezTo>
                      <a:pt x="114747" y="364160"/>
                      <a:pt x="121155" y="351896"/>
                      <a:pt x="128364" y="339544"/>
                    </a:cubicBezTo>
                    <a:cubicBezTo>
                      <a:pt x="131657" y="333856"/>
                      <a:pt x="139667" y="333501"/>
                      <a:pt x="143672" y="338655"/>
                    </a:cubicBezTo>
                    <a:cubicBezTo>
                      <a:pt x="143672" y="338655"/>
                      <a:pt x="204194" y="423346"/>
                      <a:pt x="303787" y="488308"/>
                    </a:cubicBezTo>
                    <a:cubicBezTo>
                      <a:pt x="372674" y="444585"/>
                      <a:pt x="441740" y="380423"/>
                      <a:pt x="490602" y="304174"/>
                    </a:cubicBezTo>
                    <a:cubicBezTo>
                      <a:pt x="444588" y="233524"/>
                      <a:pt x="377391" y="165540"/>
                      <a:pt x="304054" y="117730"/>
                    </a:cubicBezTo>
                    <a:close/>
                    <a:moveTo>
                      <a:pt x="461189" y="55414"/>
                    </a:moveTo>
                    <a:cubicBezTo>
                      <a:pt x="432061" y="57494"/>
                      <a:pt x="397038" y="67897"/>
                      <a:pt x="357722" y="87070"/>
                    </a:cubicBezTo>
                    <a:cubicBezTo>
                      <a:pt x="421536" y="132926"/>
                      <a:pt x="479565" y="192645"/>
                      <a:pt x="521040" y="249343"/>
                    </a:cubicBezTo>
                    <a:cubicBezTo>
                      <a:pt x="582919" y="117841"/>
                      <a:pt x="548575" y="49174"/>
                      <a:pt x="461189" y="55414"/>
                    </a:cubicBezTo>
                    <a:close/>
                    <a:moveTo>
                      <a:pt x="463993" y="202"/>
                    </a:moveTo>
                    <a:cubicBezTo>
                      <a:pt x="600425" y="-5130"/>
                      <a:pt x="657680" y="122106"/>
                      <a:pt x="555484" y="302130"/>
                    </a:cubicBezTo>
                    <a:cubicBezTo>
                      <a:pt x="676794" y="513013"/>
                      <a:pt x="576132" y="677241"/>
                      <a:pt x="348466" y="575932"/>
                    </a:cubicBezTo>
                    <a:cubicBezTo>
                      <a:pt x="341791" y="572910"/>
                      <a:pt x="340990" y="563668"/>
                      <a:pt x="347131" y="559669"/>
                    </a:cubicBezTo>
                    <a:cubicBezTo>
                      <a:pt x="359146" y="551938"/>
                      <a:pt x="371072" y="543673"/>
                      <a:pt x="382909" y="534964"/>
                    </a:cubicBezTo>
                    <a:cubicBezTo>
                      <a:pt x="387982" y="531142"/>
                      <a:pt x="391899" y="533986"/>
                      <a:pt x="401867" y="537363"/>
                    </a:cubicBezTo>
                    <a:cubicBezTo>
                      <a:pt x="533056" y="581886"/>
                      <a:pt x="583075" y="512925"/>
                      <a:pt x="533323" y="385844"/>
                    </a:cubicBezTo>
                    <a:cubicBezTo>
                      <a:pt x="529406" y="375979"/>
                      <a:pt x="525134" y="366204"/>
                      <a:pt x="520417" y="356517"/>
                    </a:cubicBezTo>
                    <a:cubicBezTo>
                      <a:pt x="421981" y="493196"/>
                      <a:pt x="260176" y="606147"/>
                      <a:pt x="135662" y="606147"/>
                    </a:cubicBezTo>
                    <a:cubicBezTo>
                      <a:pt x="13195" y="606147"/>
                      <a:pt x="-52399" y="488397"/>
                      <a:pt x="53424" y="303019"/>
                    </a:cubicBezTo>
                    <a:cubicBezTo>
                      <a:pt x="4562" y="216995"/>
                      <a:pt x="-29525" y="103066"/>
                      <a:pt x="37137" y="36505"/>
                    </a:cubicBezTo>
                    <a:cubicBezTo>
                      <a:pt x="47995" y="25663"/>
                      <a:pt x="65618" y="25663"/>
                      <a:pt x="76476" y="36505"/>
                    </a:cubicBezTo>
                    <a:cubicBezTo>
                      <a:pt x="87245" y="47258"/>
                      <a:pt x="87245" y="64853"/>
                      <a:pt x="76476" y="75695"/>
                    </a:cubicBezTo>
                    <a:cubicBezTo>
                      <a:pt x="40341" y="111687"/>
                      <a:pt x="56717" y="185447"/>
                      <a:pt x="87868" y="249609"/>
                    </a:cubicBezTo>
                    <a:cubicBezTo>
                      <a:pt x="132013" y="188202"/>
                      <a:pt x="189152" y="131238"/>
                      <a:pt x="250564" y="87159"/>
                    </a:cubicBezTo>
                    <a:cubicBezTo>
                      <a:pt x="234721" y="79428"/>
                      <a:pt x="219146" y="72940"/>
                      <a:pt x="204016" y="67875"/>
                    </a:cubicBezTo>
                    <a:cubicBezTo>
                      <a:pt x="189864" y="63254"/>
                      <a:pt x="181231" y="48502"/>
                      <a:pt x="185147" y="34105"/>
                    </a:cubicBezTo>
                    <a:cubicBezTo>
                      <a:pt x="189330" y="18642"/>
                      <a:pt x="205618" y="10022"/>
                      <a:pt x="220659" y="14999"/>
                    </a:cubicBezTo>
                    <a:cubicBezTo>
                      <a:pt x="248072" y="23974"/>
                      <a:pt x="276107" y="36682"/>
                      <a:pt x="304143" y="52678"/>
                    </a:cubicBezTo>
                    <a:cubicBezTo>
                      <a:pt x="364242" y="18486"/>
                      <a:pt x="418516" y="1979"/>
                      <a:pt x="463993" y="202"/>
                    </a:cubicBezTo>
                    <a:close/>
                    <a:moveTo>
                      <a:pt x="143103" y="151"/>
                    </a:moveTo>
                    <a:cubicBezTo>
                      <a:pt x="158401" y="684"/>
                      <a:pt x="170408" y="13478"/>
                      <a:pt x="169874" y="28849"/>
                    </a:cubicBezTo>
                    <a:cubicBezTo>
                      <a:pt x="169341" y="44130"/>
                      <a:pt x="156444" y="56125"/>
                      <a:pt x="141147" y="55503"/>
                    </a:cubicBezTo>
                    <a:cubicBezTo>
                      <a:pt x="131630" y="55148"/>
                      <a:pt x="126827" y="55858"/>
                      <a:pt x="124337" y="55858"/>
                    </a:cubicBezTo>
                    <a:cubicBezTo>
                      <a:pt x="109928" y="55858"/>
                      <a:pt x="97744" y="44664"/>
                      <a:pt x="96765" y="30004"/>
                    </a:cubicBezTo>
                    <a:cubicBezTo>
                      <a:pt x="95609" y="14811"/>
                      <a:pt x="107171" y="1483"/>
                      <a:pt x="122469" y="417"/>
                    </a:cubicBezTo>
                    <a:cubicBezTo>
                      <a:pt x="129140" y="-27"/>
                      <a:pt x="136077" y="-116"/>
                      <a:pt x="143103" y="151"/>
                    </a:cubicBezTo>
                    <a:close/>
                  </a:path>
                </a:pathLst>
              </a:custGeom>
              <a:solidFill>
                <a:srgbClr val="F8F8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13386" tIns="56693" rIns="113386" bIns="56693" rtlCol="0" anchor="ctr"/>
              <a:lstStyle/>
              <a:p>
                <a:pPr algn="ctr"/>
                <a:endParaRPr lang="en-US" sz="2232">
                  <a:latin typeface="+mj-ea"/>
                  <a:ea typeface="+mj-ea"/>
                </a:endParaRPr>
              </a:p>
            </p:txBody>
          </p:sp>
        </p:grpSp>
        <p:grpSp>
          <p:nvGrpSpPr>
            <p:cNvPr id="38" name="组合 37">
              <a:extLst>
                <a:ext uri="{FF2B5EF4-FFF2-40B4-BE49-F238E27FC236}">
                  <a16:creationId xmlns:a16="http://schemas.microsoft.com/office/drawing/2014/main" id="{9F5D84EA-E6B1-92B4-C97D-F8B951FF0417}"/>
                </a:ext>
              </a:extLst>
            </p:cNvPr>
            <p:cNvGrpSpPr/>
            <p:nvPr/>
          </p:nvGrpSpPr>
          <p:grpSpPr>
            <a:xfrm>
              <a:off x="660400" y="1707360"/>
              <a:ext cx="4031413" cy="1188285"/>
              <a:chOff x="660400" y="1707360"/>
              <a:chExt cx="4031413" cy="1188285"/>
            </a:xfrm>
          </p:grpSpPr>
          <p:cxnSp>
            <p:nvCxnSpPr>
              <p:cNvPr id="14" name="Shape1">
                <a:extLst>
                  <a:ext uri="{FF2B5EF4-FFF2-40B4-BE49-F238E27FC236}">
                    <a16:creationId xmlns:a16="http://schemas.microsoft.com/office/drawing/2014/main" id="{332E7343-263B-43C2-5330-BC9685F03A0F}"/>
                  </a:ext>
                </a:extLst>
              </p:cNvPr>
              <p:cNvCxnSpPr>
                <a:cxnSpLocks/>
              </p:cNvCxnSpPr>
              <p:nvPr/>
            </p:nvCxnSpPr>
            <p:spPr>
              <a:xfrm rot="16200000">
                <a:off x="4122338" y="1395859"/>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17" name="íṥļiḍe">
                <a:extLst>
                  <a:ext uri="{FF2B5EF4-FFF2-40B4-BE49-F238E27FC236}">
                    <a16:creationId xmlns:a16="http://schemas.microsoft.com/office/drawing/2014/main" id="{7B4C8CE6-E89B-C0CB-272F-7AB72F77369C}"/>
                  </a:ext>
                </a:extLst>
              </p:cNvPr>
              <p:cNvSpPr/>
              <p:nvPr/>
            </p:nvSpPr>
            <p:spPr>
              <a:xfrm>
                <a:off x="660400" y="1707360"/>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责任感的提升</a:t>
                </a:r>
              </a:p>
            </p:txBody>
          </p:sp>
          <p:sp>
            <p:nvSpPr>
              <p:cNvPr id="18" name="文本框 17">
                <a:extLst>
                  <a:ext uri="{FF2B5EF4-FFF2-40B4-BE49-F238E27FC236}">
                    <a16:creationId xmlns:a16="http://schemas.microsoft.com/office/drawing/2014/main" id="{60FA7D06-9731-5357-8E18-52F1568EA423}"/>
                  </a:ext>
                </a:extLst>
              </p:cNvPr>
              <p:cNvSpPr txBox="1"/>
              <p:nvPr/>
            </p:nvSpPr>
            <p:spPr>
              <a:xfrm>
                <a:off x="665481" y="2308561"/>
                <a:ext cx="3165740"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39" name="组合 38">
              <a:extLst>
                <a:ext uri="{FF2B5EF4-FFF2-40B4-BE49-F238E27FC236}">
                  <a16:creationId xmlns:a16="http://schemas.microsoft.com/office/drawing/2014/main" id="{A1EA0211-B1D2-3913-6A07-2A65B52D2A13}"/>
                </a:ext>
              </a:extLst>
            </p:cNvPr>
            <p:cNvGrpSpPr/>
            <p:nvPr/>
          </p:nvGrpSpPr>
          <p:grpSpPr>
            <a:xfrm>
              <a:off x="627484" y="3352506"/>
              <a:ext cx="3684173" cy="1188285"/>
              <a:chOff x="627484" y="3352506"/>
              <a:chExt cx="3684173" cy="1188285"/>
            </a:xfrm>
          </p:grpSpPr>
          <p:cxnSp>
            <p:nvCxnSpPr>
              <p:cNvPr id="20" name="Shape1">
                <a:extLst>
                  <a:ext uri="{FF2B5EF4-FFF2-40B4-BE49-F238E27FC236}">
                    <a16:creationId xmlns:a16="http://schemas.microsoft.com/office/drawing/2014/main" id="{5D7243B2-ECC7-A23F-E9C4-2F734AB4848C}"/>
                  </a:ext>
                </a:extLst>
              </p:cNvPr>
              <p:cNvCxnSpPr>
                <a:cxnSpLocks/>
              </p:cNvCxnSpPr>
              <p:nvPr/>
            </p:nvCxnSpPr>
            <p:spPr>
              <a:xfrm rot="16200000">
                <a:off x="3742182" y="3042546"/>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21" name="íṥļiḍe">
                <a:extLst>
                  <a:ext uri="{FF2B5EF4-FFF2-40B4-BE49-F238E27FC236}">
                    <a16:creationId xmlns:a16="http://schemas.microsoft.com/office/drawing/2014/main" id="{25596350-4EE2-680D-1B62-4F37C71D684A}"/>
                  </a:ext>
                </a:extLst>
              </p:cNvPr>
              <p:cNvSpPr/>
              <p:nvPr/>
            </p:nvSpPr>
            <p:spPr>
              <a:xfrm>
                <a:off x="627484" y="3352506"/>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团队合作的力量</a:t>
                </a:r>
              </a:p>
            </p:txBody>
          </p:sp>
          <p:sp>
            <p:nvSpPr>
              <p:cNvPr id="22" name="文本框 21">
                <a:extLst>
                  <a:ext uri="{FF2B5EF4-FFF2-40B4-BE49-F238E27FC236}">
                    <a16:creationId xmlns:a16="http://schemas.microsoft.com/office/drawing/2014/main" id="{D3D1F265-33A1-1ADB-A670-C3C016F54D60}"/>
                  </a:ext>
                </a:extLst>
              </p:cNvPr>
              <p:cNvSpPr txBox="1"/>
              <p:nvPr/>
            </p:nvSpPr>
            <p:spPr>
              <a:xfrm>
                <a:off x="632565" y="3953707"/>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0" name="组合 39">
              <a:extLst>
                <a:ext uri="{FF2B5EF4-FFF2-40B4-BE49-F238E27FC236}">
                  <a16:creationId xmlns:a16="http://schemas.microsoft.com/office/drawing/2014/main" id="{AC0FA0CA-9771-CEF0-C4DF-C74B18289290}"/>
                </a:ext>
              </a:extLst>
            </p:cNvPr>
            <p:cNvGrpSpPr/>
            <p:nvPr/>
          </p:nvGrpSpPr>
          <p:grpSpPr>
            <a:xfrm>
              <a:off x="627484" y="4881907"/>
              <a:ext cx="3935256" cy="1188285"/>
              <a:chOff x="627484" y="4881907"/>
              <a:chExt cx="3935256" cy="1188285"/>
            </a:xfrm>
          </p:grpSpPr>
          <p:cxnSp>
            <p:nvCxnSpPr>
              <p:cNvPr id="23" name="Shape1">
                <a:extLst>
                  <a:ext uri="{FF2B5EF4-FFF2-40B4-BE49-F238E27FC236}">
                    <a16:creationId xmlns:a16="http://schemas.microsoft.com/office/drawing/2014/main" id="{916F0C56-CEF2-5F2F-53BD-BAA42E7D8EC2}"/>
                  </a:ext>
                </a:extLst>
              </p:cNvPr>
              <p:cNvCxnSpPr>
                <a:cxnSpLocks/>
              </p:cNvCxnSpPr>
              <p:nvPr/>
            </p:nvCxnSpPr>
            <p:spPr>
              <a:xfrm rot="16200000">
                <a:off x="3993265" y="4520132"/>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24" name="íṥļiḍe">
                <a:extLst>
                  <a:ext uri="{FF2B5EF4-FFF2-40B4-BE49-F238E27FC236}">
                    <a16:creationId xmlns:a16="http://schemas.microsoft.com/office/drawing/2014/main" id="{F7E956D7-FEAE-EF0E-8A00-BF7877DCDB41}"/>
                  </a:ext>
                </a:extLst>
              </p:cNvPr>
              <p:cNvSpPr/>
              <p:nvPr/>
            </p:nvSpPr>
            <p:spPr>
              <a:xfrm>
                <a:off x="627484" y="4881907"/>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挑战让我成长</a:t>
                </a:r>
              </a:p>
            </p:txBody>
          </p:sp>
          <p:sp>
            <p:nvSpPr>
              <p:cNvPr id="25" name="文本框 24">
                <a:extLst>
                  <a:ext uri="{FF2B5EF4-FFF2-40B4-BE49-F238E27FC236}">
                    <a16:creationId xmlns:a16="http://schemas.microsoft.com/office/drawing/2014/main" id="{4BBFE776-09F5-078E-B6A0-02EF91D0FC75}"/>
                  </a:ext>
                </a:extLst>
              </p:cNvPr>
              <p:cNvSpPr txBox="1"/>
              <p:nvPr/>
            </p:nvSpPr>
            <p:spPr>
              <a:xfrm>
                <a:off x="632565" y="5483108"/>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3" name="组合 42">
              <a:extLst>
                <a:ext uri="{FF2B5EF4-FFF2-40B4-BE49-F238E27FC236}">
                  <a16:creationId xmlns:a16="http://schemas.microsoft.com/office/drawing/2014/main" id="{3C4CDE5B-342E-804B-4D59-82337E574D49}"/>
                </a:ext>
              </a:extLst>
            </p:cNvPr>
            <p:cNvGrpSpPr/>
            <p:nvPr/>
          </p:nvGrpSpPr>
          <p:grpSpPr>
            <a:xfrm>
              <a:off x="7694848" y="1707360"/>
              <a:ext cx="3833539" cy="1188285"/>
              <a:chOff x="7694848" y="1707360"/>
              <a:chExt cx="3833539" cy="1188285"/>
            </a:xfrm>
          </p:grpSpPr>
          <p:cxnSp>
            <p:nvCxnSpPr>
              <p:cNvPr id="29" name="Shape1">
                <a:extLst>
                  <a:ext uri="{FF2B5EF4-FFF2-40B4-BE49-F238E27FC236}">
                    <a16:creationId xmlns:a16="http://schemas.microsoft.com/office/drawing/2014/main" id="{46DA518F-A36B-D5E8-7E93-1A4781EDDFE8}"/>
                  </a:ext>
                </a:extLst>
              </p:cNvPr>
              <p:cNvCxnSpPr>
                <a:cxnSpLocks/>
              </p:cNvCxnSpPr>
              <p:nvPr/>
            </p:nvCxnSpPr>
            <p:spPr>
              <a:xfrm rot="5400000" flipH="1">
                <a:off x="8264323" y="1395859"/>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2" name="íṥļiḍe">
                <a:extLst>
                  <a:ext uri="{FF2B5EF4-FFF2-40B4-BE49-F238E27FC236}">
                    <a16:creationId xmlns:a16="http://schemas.microsoft.com/office/drawing/2014/main" id="{54CA8F65-67E2-0403-B060-C7D9FD4B8D8E}"/>
                  </a:ext>
                </a:extLst>
              </p:cNvPr>
              <p:cNvSpPr/>
              <p:nvPr/>
            </p:nvSpPr>
            <p:spPr>
              <a:xfrm>
                <a:off x="9367102" y="1707360"/>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沟通的重要性</a:t>
                </a:r>
              </a:p>
            </p:txBody>
          </p:sp>
          <p:sp>
            <p:nvSpPr>
              <p:cNvPr id="33" name="文本框 32">
                <a:extLst>
                  <a:ext uri="{FF2B5EF4-FFF2-40B4-BE49-F238E27FC236}">
                    <a16:creationId xmlns:a16="http://schemas.microsoft.com/office/drawing/2014/main" id="{1F319A8C-7EAB-CC86-87D5-2C9DCD75DCB0}"/>
                  </a:ext>
                </a:extLst>
              </p:cNvPr>
              <p:cNvSpPr txBox="1"/>
              <p:nvPr/>
            </p:nvSpPr>
            <p:spPr>
              <a:xfrm>
                <a:off x="8362647" y="2308561"/>
                <a:ext cx="3165740"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2" name="组合 41">
              <a:extLst>
                <a:ext uri="{FF2B5EF4-FFF2-40B4-BE49-F238E27FC236}">
                  <a16:creationId xmlns:a16="http://schemas.microsoft.com/office/drawing/2014/main" id="{BCC5C1B2-BDD3-F490-3852-B66D230334D6}"/>
                </a:ext>
              </a:extLst>
            </p:cNvPr>
            <p:cNvGrpSpPr/>
            <p:nvPr/>
          </p:nvGrpSpPr>
          <p:grpSpPr>
            <a:xfrm>
              <a:off x="8161394" y="3352506"/>
              <a:ext cx="3366993" cy="1188285"/>
              <a:chOff x="8161394" y="3352506"/>
              <a:chExt cx="3366993" cy="1188285"/>
            </a:xfrm>
          </p:grpSpPr>
          <p:cxnSp>
            <p:nvCxnSpPr>
              <p:cNvPr id="30" name="Shape1">
                <a:extLst>
                  <a:ext uri="{FF2B5EF4-FFF2-40B4-BE49-F238E27FC236}">
                    <a16:creationId xmlns:a16="http://schemas.microsoft.com/office/drawing/2014/main" id="{CBA48C4D-B5DF-743D-22B3-733F5B43D9B6}"/>
                  </a:ext>
                </a:extLst>
              </p:cNvPr>
              <p:cNvCxnSpPr>
                <a:cxnSpLocks/>
              </p:cNvCxnSpPr>
              <p:nvPr/>
            </p:nvCxnSpPr>
            <p:spPr>
              <a:xfrm rot="5400000" flipH="1">
                <a:off x="8730869" y="3042546"/>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4" name="íṥļiḍe">
                <a:extLst>
                  <a:ext uri="{FF2B5EF4-FFF2-40B4-BE49-F238E27FC236}">
                    <a16:creationId xmlns:a16="http://schemas.microsoft.com/office/drawing/2014/main" id="{61C2FC39-88B9-BA2B-6432-C3BC55AA046E}"/>
                  </a:ext>
                </a:extLst>
              </p:cNvPr>
              <p:cNvSpPr/>
              <p:nvPr/>
            </p:nvSpPr>
            <p:spPr>
              <a:xfrm>
                <a:off x="9042400" y="3352506"/>
                <a:ext cx="2485987"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时间管理的必要性</a:t>
                </a:r>
              </a:p>
            </p:txBody>
          </p:sp>
          <p:sp>
            <p:nvSpPr>
              <p:cNvPr id="35" name="文本框 34">
                <a:extLst>
                  <a:ext uri="{FF2B5EF4-FFF2-40B4-BE49-F238E27FC236}">
                    <a16:creationId xmlns:a16="http://schemas.microsoft.com/office/drawing/2014/main" id="{3F8D5EE7-25BF-3746-290D-A0D59B953CAF}"/>
                  </a:ext>
                </a:extLst>
              </p:cNvPr>
              <p:cNvSpPr txBox="1"/>
              <p:nvPr/>
            </p:nvSpPr>
            <p:spPr>
              <a:xfrm>
                <a:off x="8331335" y="3953707"/>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1" name="组合 40">
              <a:extLst>
                <a:ext uri="{FF2B5EF4-FFF2-40B4-BE49-F238E27FC236}">
                  <a16:creationId xmlns:a16="http://schemas.microsoft.com/office/drawing/2014/main" id="{C0C4F4E4-94F8-4957-01FB-1132376D0F77}"/>
                </a:ext>
              </a:extLst>
            </p:cNvPr>
            <p:cNvGrpSpPr/>
            <p:nvPr/>
          </p:nvGrpSpPr>
          <p:grpSpPr>
            <a:xfrm>
              <a:off x="7694848" y="4881907"/>
              <a:ext cx="3833539" cy="1188285"/>
              <a:chOff x="7694848" y="4881907"/>
              <a:chExt cx="3833539" cy="1188285"/>
            </a:xfrm>
          </p:grpSpPr>
          <p:cxnSp>
            <p:nvCxnSpPr>
              <p:cNvPr id="31" name="Shape1">
                <a:extLst>
                  <a:ext uri="{FF2B5EF4-FFF2-40B4-BE49-F238E27FC236}">
                    <a16:creationId xmlns:a16="http://schemas.microsoft.com/office/drawing/2014/main" id="{E0C0EEFC-5D7B-B842-9F89-CC6D1262A84B}"/>
                  </a:ext>
                </a:extLst>
              </p:cNvPr>
              <p:cNvCxnSpPr>
                <a:cxnSpLocks/>
              </p:cNvCxnSpPr>
              <p:nvPr/>
            </p:nvCxnSpPr>
            <p:spPr>
              <a:xfrm rot="5400000" flipH="1">
                <a:off x="8264323" y="4520132"/>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6" name="íṥļiḍe">
                <a:extLst>
                  <a:ext uri="{FF2B5EF4-FFF2-40B4-BE49-F238E27FC236}">
                    <a16:creationId xmlns:a16="http://schemas.microsoft.com/office/drawing/2014/main" id="{3F1A2C67-3A74-97CC-1FFF-3E3C3C750F2D}"/>
                  </a:ext>
                </a:extLst>
              </p:cNvPr>
              <p:cNvSpPr/>
              <p:nvPr/>
            </p:nvSpPr>
            <p:spPr>
              <a:xfrm>
                <a:off x="9102436" y="4881907"/>
                <a:ext cx="242595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工作中的满足感</a:t>
                </a:r>
              </a:p>
            </p:txBody>
          </p:sp>
          <p:sp>
            <p:nvSpPr>
              <p:cNvPr id="37" name="文本框 36">
                <a:extLst>
                  <a:ext uri="{FF2B5EF4-FFF2-40B4-BE49-F238E27FC236}">
                    <a16:creationId xmlns:a16="http://schemas.microsoft.com/office/drawing/2014/main" id="{44E22CBC-C2E9-ED86-6E93-C8A34E4DD45C}"/>
                  </a:ext>
                </a:extLst>
              </p:cNvPr>
              <p:cNvSpPr txBox="1"/>
              <p:nvPr/>
            </p:nvSpPr>
            <p:spPr>
              <a:xfrm>
                <a:off x="8331335" y="5483108"/>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a:extLst>
              <a:ext uri="{FF2B5EF4-FFF2-40B4-BE49-F238E27FC236}">
                <a16:creationId xmlns:a16="http://schemas.microsoft.com/office/drawing/2014/main" id="{D9C07224-EEA7-6D16-18AF-641616D14A6C}"/>
              </a:ext>
            </a:extLst>
          </p:cNvPr>
          <p:cNvSpPr>
            <a:spLocks noGrp="1"/>
          </p:cNvSpPr>
          <p:nvPr>
            <p:ph type="title"/>
          </p:nvPr>
        </p:nvSpPr>
        <p:spPr/>
        <p:txBody>
          <a:bodyPr/>
          <a:lstStyle/>
          <a:p>
            <a:r>
              <a:rPr lang="zh-CN" altLang="en-US" dirty="0"/>
              <a:t>年度成果总结</a:t>
            </a:r>
          </a:p>
        </p:txBody>
      </p:sp>
      <p:grpSp>
        <p:nvGrpSpPr>
          <p:cNvPr id="46" name="组合 45">
            <a:extLst>
              <a:ext uri="{FF2B5EF4-FFF2-40B4-BE49-F238E27FC236}">
                <a16:creationId xmlns:a16="http://schemas.microsoft.com/office/drawing/2014/main" id="{21A4BFB5-25DB-85CE-7DFF-372A4871E31C}"/>
              </a:ext>
            </a:extLst>
          </p:cNvPr>
          <p:cNvGrpSpPr/>
          <p:nvPr/>
        </p:nvGrpSpPr>
        <p:grpSpPr>
          <a:xfrm>
            <a:off x="719571" y="1234440"/>
            <a:ext cx="10752859" cy="4953000"/>
            <a:chOff x="666750" y="1188720"/>
            <a:chExt cx="10752859" cy="4953000"/>
          </a:xfrm>
        </p:grpSpPr>
        <p:grpSp>
          <p:nvGrpSpPr>
            <p:cNvPr id="41" name="组合 40">
              <a:extLst>
                <a:ext uri="{FF2B5EF4-FFF2-40B4-BE49-F238E27FC236}">
                  <a16:creationId xmlns:a16="http://schemas.microsoft.com/office/drawing/2014/main" id="{8E27B155-01FC-3C99-C5FA-2D72F01EFE9E}"/>
                </a:ext>
              </a:extLst>
            </p:cNvPr>
            <p:cNvGrpSpPr/>
            <p:nvPr/>
          </p:nvGrpSpPr>
          <p:grpSpPr>
            <a:xfrm>
              <a:off x="666750" y="1188720"/>
              <a:ext cx="5247913" cy="2834640"/>
              <a:chOff x="666750" y="1188720"/>
              <a:chExt cx="5247913" cy="2834640"/>
            </a:xfrm>
          </p:grpSpPr>
          <p:sp>
            <p:nvSpPr>
              <p:cNvPr id="3" name="矩形: 圆角 2">
                <a:extLst>
                  <a:ext uri="{FF2B5EF4-FFF2-40B4-BE49-F238E27FC236}">
                    <a16:creationId xmlns:a16="http://schemas.microsoft.com/office/drawing/2014/main" id="{E311D241-EFA7-B267-1476-AD8A6DB2A596}"/>
                  </a:ext>
                </a:extLst>
              </p:cNvPr>
              <p:cNvSpPr/>
              <p:nvPr/>
            </p:nvSpPr>
            <p:spPr>
              <a:xfrm>
                <a:off x="666750" y="1188720"/>
                <a:ext cx="5247913" cy="2834640"/>
              </a:xfrm>
              <a:prstGeom prst="roundRect">
                <a:avLst>
                  <a:gd name="adj" fmla="val 5540"/>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graphicFrame>
            <p:nvGraphicFramePr>
              <p:cNvPr id="5" name="Obj1">
                <a:extLst>
                  <a:ext uri="{FF2B5EF4-FFF2-40B4-BE49-F238E27FC236}">
                    <a16:creationId xmlns:a16="http://schemas.microsoft.com/office/drawing/2014/main" id="{DD3350BE-BCB5-38DE-2A3C-798ED614D093}"/>
                  </a:ext>
                </a:extLst>
              </p:cNvPr>
              <p:cNvGraphicFramePr/>
              <p:nvPr>
                <p:extLst>
                  <p:ext uri="{D42A27DB-BD31-4B8C-83A1-F6EECF244321}">
                    <p14:modId xmlns:p14="http://schemas.microsoft.com/office/powerpoint/2010/main" val="573227818"/>
                  </p:ext>
                </p:extLst>
              </p:nvPr>
            </p:nvGraphicFramePr>
            <p:xfrm>
              <a:off x="830390" y="1812806"/>
              <a:ext cx="4920632" cy="2094469"/>
            </p:xfrm>
            <a:graphic>
              <a:graphicData uri="http://schemas.openxmlformats.org/drawingml/2006/chart">
                <c:chart xmlns:c="http://schemas.openxmlformats.org/drawingml/2006/chart" r:id="rId2"/>
              </a:graphicData>
            </a:graphic>
          </p:graphicFrame>
          <p:sp>
            <p:nvSpPr>
              <p:cNvPr id="7" name="NumberMisc">
                <a:extLst>
                  <a:ext uri="{FF2B5EF4-FFF2-40B4-BE49-F238E27FC236}">
                    <a16:creationId xmlns:a16="http://schemas.microsoft.com/office/drawing/2014/main" id="{6C522D47-FC97-F329-764F-DE060DE7B671}"/>
                  </a:ext>
                </a:extLst>
              </p:cNvPr>
              <p:cNvSpPr/>
              <p:nvPr/>
            </p:nvSpPr>
            <p:spPr>
              <a:xfrm>
                <a:off x="1972446" y="1282728"/>
                <a:ext cx="2636520" cy="427826"/>
              </a:xfrm>
              <a:prstGeom prst="roundRect">
                <a:avLst>
                  <a:gd name="adj" fmla="val 19413"/>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zh-CN" altLang="en-US" sz="2000" b="1" dirty="0"/>
                  <a:t>工作任务完成情况</a:t>
                </a:r>
                <a:endParaRPr lang="en-US" altLang="zh-CN" sz="2000" b="1" dirty="0"/>
              </a:p>
            </p:txBody>
          </p:sp>
        </p:grpSp>
        <p:grpSp>
          <p:nvGrpSpPr>
            <p:cNvPr id="42" name="组合 41">
              <a:extLst>
                <a:ext uri="{FF2B5EF4-FFF2-40B4-BE49-F238E27FC236}">
                  <a16:creationId xmlns:a16="http://schemas.microsoft.com/office/drawing/2014/main" id="{510A3252-503E-B531-0D73-0794751BDD47}"/>
                </a:ext>
              </a:extLst>
            </p:cNvPr>
            <p:cNvGrpSpPr/>
            <p:nvPr/>
          </p:nvGrpSpPr>
          <p:grpSpPr>
            <a:xfrm>
              <a:off x="6171696" y="1188720"/>
              <a:ext cx="5247913" cy="2834640"/>
              <a:chOff x="6171696" y="1188720"/>
              <a:chExt cx="5247913" cy="2834640"/>
            </a:xfrm>
          </p:grpSpPr>
          <p:sp>
            <p:nvSpPr>
              <p:cNvPr id="15" name="矩形: 圆角 14">
                <a:extLst>
                  <a:ext uri="{FF2B5EF4-FFF2-40B4-BE49-F238E27FC236}">
                    <a16:creationId xmlns:a16="http://schemas.microsoft.com/office/drawing/2014/main" id="{DE9676CA-0FE5-81F5-BD9D-8CA9A696CA7F}"/>
                  </a:ext>
                </a:extLst>
              </p:cNvPr>
              <p:cNvSpPr/>
              <p:nvPr/>
            </p:nvSpPr>
            <p:spPr>
              <a:xfrm>
                <a:off x="6171696" y="1188720"/>
                <a:ext cx="5247913" cy="2834640"/>
              </a:xfrm>
              <a:prstGeom prst="roundRect">
                <a:avLst>
                  <a:gd name="adj" fmla="val 5540"/>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16" name="NumberMisc">
                <a:extLst>
                  <a:ext uri="{FF2B5EF4-FFF2-40B4-BE49-F238E27FC236}">
                    <a16:creationId xmlns:a16="http://schemas.microsoft.com/office/drawing/2014/main" id="{E36A5082-92BE-35E6-1724-783B0582D21F}"/>
                  </a:ext>
                </a:extLst>
              </p:cNvPr>
              <p:cNvSpPr/>
              <p:nvPr/>
            </p:nvSpPr>
            <p:spPr>
              <a:xfrm>
                <a:off x="7389398" y="1282728"/>
                <a:ext cx="2636520" cy="427826"/>
              </a:xfrm>
              <a:prstGeom prst="roundRect">
                <a:avLst>
                  <a:gd name="adj" fmla="val 19413"/>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zh-CN" altLang="en-US" sz="2000" b="1"/>
                  <a:t>项目成果展示</a:t>
                </a:r>
                <a:endParaRPr lang="en-US" altLang="zh-CN" sz="2000" b="1" dirty="0"/>
              </a:p>
            </p:txBody>
          </p:sp>
          <p:graphicFrame>
            <p:nvGraphicFramePr>
              <p:cNvPr id="12" name="Obj2">
                <a:extLst>
                  <a:ext uri="{FF2B5EF4-FFF2-40B4-BE49-F238E27FC236}">
                    <a16:creationId xmlns:a16="http://schemas.microsoft.com/office/drawing/2014/main" id="{A58A79FF-A861-3108-53DB-5766868535F6}"/>
                  </a:ext>
                </a:extLst>
              </p:cNvPr>
              <p:cNvGraphicFramePr>
                <a:graphicFrameLocks/>
              </p:cNvGraphicFramePr>
              <p:nvPr>
                <p:extLst>
                  <p:ext uri="{D42A27DB-BD31-4B8C-83A1-F6EECF244321}">
                    <p14:modId xmlns:p14="http://schemas.microsoft.com/office/powerpoint/2010/main" val="3457589479"/>
                  </p:ext>
                </p:extLst>
              </p:nvPr>
            </p:nvGraphicFramePr>
            <p:xfrm>
              <a:off x="6423712" y="2050950"/>
              <a:ext cx="4729938" cy="1745691"/>
            </p:xfrm>
            <a:graphic>
              <a:graphicData uri="http://schemas.openxmlformats.org/drawingml/2006/chart">
                <c:chart xmlns:c="http://schemas.openxmlformats.org/drawingml/2006/chart" r:id="rId3"/>
              </a:graphicData>
            </a:graphic>
          </p:graphicFrame>
        </p:grpSp>
        <p:grpSp>
          <p:nvGrpSpPr>
            <p:cNvPr id="45" name="组合 44">
              <a:extLst>
                <a:ext uri="{FF2B5EF4-FFF2-40B4-BE49-F238E27FC236}">
                  <a16:creationId xmlns:a16="http://schemas.microsoft.com/office/drawing/2014/main" id="{2E6AB450-EF81-B870-0F40-9F1525241B08}"/>
                </a:ext>
              </a:extLst>
            </p:cNvPr>
            <p:cNvGrpSpPr/>
            <p:nvPr/>
          </p:nvGrpSpPr>
          <p:grpSpPr>
            <a:xfrm>
              <a:off x="666750" y="4294787"/>
              <a:ext cx="3427267" cy="1846933"/>
              <a:chOff x="666750" y="4294787"/>
              <a:chExt cx="3427267" cy="1846933"/>
            </a:xfrm>
          </p:grpSpPr>
          <p:sp>
            <p:nvSpPr>
              <p:cNvPr id="17" name="Bullet1">
                <a:extLst>
                  <a:ext uri="{FF2B5EF4-FFF2-40B4-BE49-F238E27FC236}">
                    <a16:creationId xmlns:a16="http://schemas.microsoft.com/office/drawing/2014/main" id="{F7A007CE-8817-3A85-9675-A0BF7C8E9A7F}"/>
                  </a:ext>
                </a:extLst>
              </p:cNvPr>
              <p:cNvSpPr txBox="1">
                <a:spLocks/>
              </p:cNvSpPr>
              <p:nvPr/>
            </p:nvSpPr>
            <p:spPr>
              <a:xfrm>
                <a:off x="666750"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19" name="文本框 18">
                <a:extLst>
                  <a:ext uri="{FF2B5EF4-FFF2-40B4-BE49-F238E27FC236}">
                    <a16:creationId xmlns:a16="http://schemas.microsoft.com/office/drawing/2014/main" id="{C0BE6AC6-A149-5BE0-60D7-41C29DDD17DF}"/>
                  </a:ext>
                </a:extLst>
              </p:cNvPr>
              <p:cNvSpPr txBox="1"/>
              <p:nvPr/>
            </p:nvSpPr>
            <p:spPr>
              <a:xfrm>
                <a:off x="857462"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20" name="文本框 19">
                <a:extLst>
                  <a:ext uri="{FF2B5EF4-FFF2-40B4-BE49-F238E27FC236}">
                    <a16:creationId xmlns:a16="http://schemas.microsoft.com/office/drawing/2014/main" id="{F3B3F5DC-C71F-5933-A47C-228FDFCD55DA}"/>
                  </a:ext>
                </a:extLst>
              </p:cNvPr>
              <p:cNvSpPr txBox="1"/>
              <p:nvPr/>
            </p:nvSpPr>
            <p:spPr>
              <a:xfrm>
                <a:off x="857462" y="4604982"/>
                <a:ext cx="2878155" cy="369332"/>
              </a:xfrm>
              <a:prstGeom prst="rect">
                <a:avLst/>
              </a:prstGeom>
              <a:noFill/>
            </p:spPr>
            <p:txBody>
              <a:bodyPr wrap="square">
                <a:spAutoFit/>
              </a:bodyPr>
              <a:lstStyle/>
              <a:p>
                <a:r>
                  <a:rPr lang="zh-CN" altLang="en-US" b="1" dirty="0">
                    <a:solidFill>
                      <a:srgbClr val="F8F8F8"/>
                    </a:solidFill>
                    <a:latin typeface="+mj-ea"/>
                    <a:ea typeface="+mj-ea"/>
                  </a:rPr>
                  <a:t>团队支持贡献</a:t>
                </a:r>
              </a:p>
            </p:txBody>
          </p:sp>
        </p:grpSp>
        <p:grpSp>
          <p:nvGrpSpPr>
            <p:cNvPr id="44" name="组合 43">
              <a:extLst>
                <a:ext uri="{FF2B5EF4-FFF2-40B4-BE49-F238E27FC236}">
                  <a16:creationId xmlns:a16="http://schemas.microsoft.com/office/drawing/2014/main" id="{FCD21745-CE46-AADB-BDB0-6121D64B8616}"/>
                </a:ext>
              </a:extLst>
            </p:cNvPr>
            <p:cNvGrpSpPr/>
            <p:nvPr/>
          </p:nvGrpSpPr>
          <p:grpSpPr>
            <a:xfrm>
              <a:off x="4329546" y="4294787"/>
              <a:ext cx="3427267" cy="1846933"/>
              <a:chOff x="4329546" y="4294787"/>
              <a:chExt cx="3427267" cy="1846933"/>
            </a:xfrm>
          </p:grpSpPr>
          <p:sp>
            <p:nvSpPr>
              <p:cNvPr id="32" name="Bullet1">
                <a:extLst>
                  <a:ext uri="{FF2B5EF4-FFF2-40B4-BE49-F238E27FC236}">
                    <a16:creationId xmlns:a16="http://schemas.microsoft.com/office/drawing/2014/main" id="{F7D5531D-0D1D-7E1B-05AE-C2594A70FF63}"/>
                  </a:ext>
                </a:extLst>
              </p:cNvPr>
              <p:cNvSpPr txBox="1">
                <a:spLocks/>
              </p:cNvSpPr>
              <p:nvPr/>
            </p:nvSpPr>
            <p:spPr>
              <a:xfrm>
                <a:off x="4329546"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34" name="文本框 33">
                <a:extLst>
                  <a:ext uri="{FF2B5EF4-FFF2-40B4-BE49-F238E27FC236}">
                    <a16:creationId xmlns:a16="http://schemas.microsoft.com/office/drawing/2014/main" id="{5B68E76F-DD65-6DB0-5250-70BA81D09E63}"/>
                  </a:ext>
                </a:extLst>
              </p:cNvPr>
              <p:cNvSpPr txBox="1"/>
              <p:nvPr/>
            </p:nvSpPr>
            <p:spPr>
              <a:xfrm>
                <a:off x="4520258"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35" name="文本框 34">
                <a:extLst>
                  <a:ext uri="{FF2B5EF4-FFF2-40B4-BE49-F238E27FC236}">
                    <a16:creationId xmlns:a16="http://schemas.microsoft.com/office/drawing/2014/main" id="{E66EA312-14DA-AB05-297D-49AFD63D8F73}"/>
                  </a:ext>
                </a:extLst>
              </p:cNvPr>
              <p:cNvSpPr txBox="1"/>
              <p:nvPr/>
            </p:nvSpPr>
            <p:spPr>
              <a:xfrm>
                <a:off x="4520258" y="4604982"/>
                <a:ext cx="2878155" cy="369332"/>
              </a:xfrm>
              <a:prstGeom prst="rect">
                <a:avLst/>
              </a:prstGeom>
              <a:noFill/>
            </p:spPr>
            <p:txBody>
              <a:bodyPr wrap="square">
                <a:spAutoFit/>
              </a:bodyPr>
              <a:lstStyle/>
              <a:p>
                <a:r>
                  <a:rPr lang="zh-CN" altLang="en-US" b="1">
                    <a:solidFill>
                      <a:srgbClr val="F8F8F8"/>
                    </a:solidFill>
                    <a:latin typeface="+mj-ea"/>
                    <a:ea typeface="+mj-ea"/>
                  </a:rPr>
                  <a:t>数据成果</a:t>
                </a:r>
                <a:endParaRPr lang="zh-CN" altLang="en-US" b="1" dirty="0">
                  <a:solidFill>
                    <a:srgbClr val="F8F8F8"/>
                  </a:solidFill>
                  <a:latin typeface="+mj-ea"/>
                  <a:ea typeface="+mj-ea"/>
                </a:endParaRPr>
              </a:p>
            </p:txBody>
          </p:sp>
        </p:grpSp>
        <p:grpSp>
          <p:nvGrpSpPr>
            <p:cNvPr id="43" name="组合 42">
              <a:extLst>
                <a:ext uri="{FF2B5EF4-FFF2-40B4-BE49-F238E27FC236}">
                  <a16:creationId xmlns:a16="http://schemas.microsoft.com/office/drawing/2014/main" id="{840389AB-146B-F347-2AE4-CFD8F0B63408}"/>
                </a:ext>
              </a:extLst>
            </p:cNvPr>
            <p:cNvGrpSpPr/>
            <p:nvPr/>
          </p:nvGrpSpPr>
          <p:grpSpPr>
            <a:xfrm>
              <a:off x="7992342" y="4294787"/>
              <a:ext cx="3427267" cy="1846933"/>
              <a:chOff x="7992342" y="4294787"/>
              <a:chExt cx="3427267" cy="1846933"/>
            </a:xfrm>
          </p:grpSpPr>
          <p:sp>
            <p:nvSpPr>
              <p:cNvPr id="37" name="Bullet1">
                <a:extLst>
                  <a:ext uri="{FF2B5EF4-FFF2-40B4-BE49-F238E27FC236}">
                    <a16:creationId xmlns:a16="http://schemas.microsoft.com/office/drawing/2014/main" id="{718082DD-D978-6331-4AB1-0B480EFD9757}"/>
                  </a:ext>
                </a:extLst>
              </p:cNvPr>
              <p:cNvSpPr txBox="1">
                <a:spLocks/>
              </p:cNvSpPr>
              <p:nvPr/>
            </p:nvSpPr>
            <p:spPr>
              <a:xfrm>
                <a:off x="7992342"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39" name="文本框 38">
                <a:extLst>
                  <a:ext uri="{FF2B5EF4-FFF2-40B4-BE49-F238E27FC236}">
                    <a16:creationId xmlns:a16="http://schemas.microsoft.com/office/drawing/2014/main" id="{5E6C9411-372C-CF36-735F-6D31BE871183}"/>
                  </a:ext>
                </a:extLst>
              </p:cNvPr>
              <p:cNvSpPr txBox="1"/>
              <p:nvPr/>
            </p:nvSpPr>
            <p:spPr>
              <a:xfrm>
                <a:off x="8183054"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40" name="文本框 39">
                <a:extLst>
                  <a:ext uri="{FF2B5EF4-FFF2-40B4-BE49-F238E27FC236}">
                    <a16:creationId xmlns:a16="http://schemas.microsoft.com/office/drawing/2014/main" id="{431661FA-8068-1CE7-B1AA-A66FBDB681DC}"/>
                  </a:ext>
                </a:extLst>
              </p:cNvPr>
              <p:cNvSpPr txBox="1"/>
              <p:nvPr/>
            </p:nvSpPr>
            <p:spPr>
              <a:xfrm>
                <a:off x="8183054" y="4604982"/>
                <a:ext cx="2878155" cy="369332"/>
              </a:xfrm>
              <a:prstGeom prst="rect">
                <a:avLst/>
              </a:prstGeom>
              <a:noFill/>
            </p:spPr>
            <p:txBody>
              <a:bodyPr wrap="square">
                <a:spAutoFit/>
              </a:bodyPr>
              <a:lstStyle/>
              <a:p>
                <a:r>
                  <a:rPr lang="zh-CN" altLang="en-US" b="1">
                    <a:solidFill>
                      <a:srgbClr val="F8F8F8"/>
                    </a:solidFill>
                    <a:latin typeface="+mj-ea"/>
                    <a:ea typeface="+mj-ea"/>
                  </a:rPr>
                  <a:t>技能成长</a:t>
                </a:r>
                <a:endParaRPr lang="zh-CN" altLang="en-US" b="1" dirty="0">
                  <a:solidFill>
                    <a:srgbClr val="F8F8F8"/>
                  </a:solidFill>
                  <a:latin typeface="+mj-ea"/>
                  <a:ea typeface="+mj-ea"/>
                </a:endParaRPr>
              </a:p>
            </p:txBody>
          </p:sp>
        </p:grpSp>
      </p:gr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标题 1">
            <a:extLst>
              <a:ext uri="{FF2B5EF4-FFF2-40B4-BE49-F238E27FC236}">
                <a16:creationId xmlns:a16="http://schemas.microsoft.com/office/drawing/2014/main" id="{2CA3ED2E-16E9-0B6E-5767-3B7EAC4D01CE}"/>
              </a:ext>
            </a:extLst>
          </p:cNvPr>
          <p:cNvSpPr>
            <a:spLocks noGrp="1"/>
          </p:cNvSpPr>
          <p:nvPr>
            <p:ph type="title"/>
          </p:nvPr>
        </p:nvSpPr>
        <p:spPr/>
        <p:txBody>
          <a:bodyPr/>
          <a:lstStyle/>
          <a:p>
            <a:r>
              <a:rPr lang="zh-CN" altLang="en-US" dirty="0"/>
              <a:t>自我突破展示</a:t>
            </a:r>
          </a:p>
        </p:txBody>
      </p:sp>
      <p:grpSp>
        <p:nvGrpSpPr>
          <p:cNvPr id="7" name="组合 6">
            <a:extLst>
              <a:ext uri="{FF2B5EF4-FFF2-40B4-BE49-F238E27FC236}">
                <a16:creationId xmlns:a16="http://schemas.microsoft.com/office/drawing/2014/main" id="{FF7E32ED-7E17-4869-4B12-D2C792E136CF}"/>
              </a:ext>
            </a:extLst>
          </p:cNvPr>
          <p:cNvGrpSpPr/>
          <p:nvPr/>
        </p:nvGrpSpPr>
        <p:grpSpPr>
          <a:xfrm>
            <a:off x="654627" y="1657696"/>
            <a:ext cx="10744893" cy="4476403"/>
            <a:chOff x="654627" y="1657696"/>
            <a:chExt cx="10744893" cy="4476403"/>
          </a:xfrm>
        </p:grpSpPr>
        <p:grpSp>
          <p:nvGrpSpPr>
            <p:cNvPr id="3" name="组合 2">
              <a:extLst>
                <a:ext uri="{FF2B5EF4-FFF2-40B4-BE49-F238E27FC236}">
                  <a16:creationId xmlns:a16="http://schemas.microsoft.com/office/drawing/2014/main" id="{38873669-5704-6792-1E0B-AA0866A71AFB}"/>
                </a:ext>
              </a:extLst>
            </p:cNvPr>
            <p:cNvGrpSpPr/>
            <p:nvPr/>
          </p:nvGrpSpPr>
          <p:grpSpPr>
            <a:xfrm>
              <a:off x="654627" y="1657697"/>
              <a:ext cx="5117871" cy="1205344"/>
              <a:chOff x="654627" y="1657697"/>
              <a:chExt cx="5117871" cy="1205344"/>
            </a:xfrm>
          </p:grpSpPr>
          <p:sp>
            <p:nvSpPr>
              <p:cNvPr id="6" name="Bullet1">
                <a:extLst>
                  <a:ext uri="{FF2B5EF4-FFF2-40B4-BE49-F238E27FC236}">
                    <a16:creationId xmlns:a16="http://schemas.microsoft.com/office/drawing/2014/main" id="{78C18221-4649-D4DC-24BB-CA71ACBD16A3}"/>
                  </a:ext>
                </a:extLst>
              </p:cNvPr>
              <p:cNvSpPr txBox="1">
                <a:spLocks/>
              </p:cNvSpPr>
              <p:nvPr/>
            </p:nvSpPr>
            <p:spPr>
              <a:xfrm>
                <a:off x="654627" y="1657697"/>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11" name="文本框 10">
                <a:extLst>
                  <a:ext uri="{FF2B5EF4-FFF2-40B4-BE49-F238E27FC236}">
                    <a16:creationId xmlns:a16="http://schemas.microsoft.com/office/drawing/2014/main" id="{FD183114-3973-AE96-B188-DE7EE7149E19}"/>
                  </a:ext>
                </a:extLst>
              </p:cNvPr>
              <p:cNvSpPr txBox="1"/>
              <p:nvPr/>
            </p:nvSpPr>
            <p:spPr>
              <a:xfrm>
                <a:off x="2612191" y="1928355"/>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 name="Bullet1">
                <a:extLst>
                  <a:ext uri="{FF2B5EF4-FFF2-40B4-BE49-F238E27FC236}">
                    <a16:creationId xmlns:a16="http://schemas.microsoft.com/office/drawing/2014/main" id="{8EAB7A0D-3CB6-E196-9636-756E4E6D9729}"/>
                  </a:ext>
                </a:extLst>
              </p:cNvPr>
              <p:cNvSpPr txBox="1">
                <a:spLocks/>
              </p:cNvSpPr>
              <p:nvPr/>
            </p:nvSpPr>
            <p:spPr>
              <a:xfrm>
                <a:off x="660400" y="1657697"/>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从任务执行</a:t>
                </a:r>
                <a:endParaRPr lang="en-US" altLang="zh-CN" dirty="0">
                  <a:latin typeface="+mj-ea"/>
                  <a:ea typeface="+mj-ea"/>
                  <a:sym typeface="+mn-lt"/>
                </a:endParaRPr>
              </a:p>
              <a:p>
                <a:r>
                  <a:rPr lang="zh-CN" altLang="en-US" dirty="0">
                    <a:latin typeface="+mj-ea"/>
                    <a:ea typeface="+mj-ea"/>
                    <a:sym typeface="+mn-lt"/>
                  </a:rPr>
                  <a:t>到主动规划</a:t>
                </a:r>
              </a:p>
            </p:txBody>
          </p:sp>
        </p:grpSp>
        <p:grpSp>
          <p:nvGrpSpPr>
            <p:cNvPr id="49" name="组合 48">
              <a:extLst>
                <a:ext uri="{FF2B5EF4-FFF2-40B4-BE49-F238E27FC236}">
                  <a16:creationId xmlns:a16="http://schemas.microsoft.com/office/drawing/2014/main" id="{B61DA789-49AC-5C04-0C00-CAFB709ADD45}"/>
                </a:ext>
              </a:extLst>
            </p:cNvPr>
            <p:cNvGrpSpPr/>
            <p:nvPr/>
          </p:nvGrpSpPr>
          <p:grpSpPr>
            <a:xfrm>
              <a:off x="654627" y="3289072"/>
              <a:ext cx="5117871" cy="1205344"/>
              <a:chOff x="654627" y="3044539"/>
              <a:chExt cx="5117871" cy="1205344"/>
            </a:xfrm>
          </p:grpSpPr>
          <p:sp>
            <p:nvSpPr>
              <p:cNvPr id="13" name="Bullet1">
                <a:extLst>
                  <a:ext uri="{FF2B5EF4-FFF2-40B4-BE49-F238E27FC236}">
                    <a16:creationId xmlns:a16="http://schemas.microsoft.com/office/drawing/2014/main" id="{6D6884D7-9C37-09BE-E5D0-691114635BC9}"/>
                  </a:ext>
                </a:extLst>
              </p:cNvPr>
              <p:cNvSpPr txBox="1">
                <a:spLocks/>
              </p:cNvSpPr>
              <p:nvPr/>
            </p:nvSpPr>
            <p:spPr>
              <a:xfrm>
                <a:off x="654627" y="3044539"/>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14" name="文本框 13">
                <a:extLst>
                  <a:ext uri="{FF2B5EF4-FFF2-40B4-BE49-F238E27FC236}">
                    <a16:creationId xmlns:a16="http://schemas.microsoft.com/office/drawing/2014/main" id="{6BAD50C7-7C57-8B58-CA28-C92E00E2FA58}"/>
                  </a:ext>
                </a:extLst>
              </p:cNvPr>
              <p:cNvSpPr txBox="1"/>
              <p:nvPr/>
            </p:nvSpPr>
            <p:spPr>
              <a:xfrm>
                <a:off x="2612191" y="3315197"/>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18" name="Bullet1">
                <a:extLst>
                  <a:ext uri="{FF2B5EF4-FFF2-40B4-BE49-F238E27FC236}">
                    <a16:creationId xmlns:a16="http://schemas.microsoft.com/office/drawing/2014/main" id="{CB23F95B-E17E-E381-FC4A-885A6905E2A1}"/>
                  </a:ext>
                </a:extLst>
              </p:cNvPr>
              <p:cNvSpPr txBox="1">
                <a:spLocks/>
              </p:cNvSpPr>
              <p:nvPr/>
            </p:nvSpPr>
            <p:spPr>
              <a:xfrm>
                <a:off x="660400" y="3044539"/>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从依赖团队到独立解决问题</a:t>
                </a:r>
              </a:p>
            </p:txBody>
          </p:sp>
        </p:grpSp>
        <p:grpSp>
          <p:nvGrpSpPr>
            <p:cNvPr id="50" name="组合 49">
              <a:extLst>
                <a:ext uri="{FF2B5EF4-FFF2-40B4-BE49-F238E27FC236}">
                  <a16:creationId xmlns:a16="http://schemas.microsoft.com/office/drawing/2014/main" id="{CC08DCEF-797E-B3FD-8E91-BCE5E3E31348}"/>
                </a:ext>
              </a:extLst>
            </p:cNvPr>
            <p:cNvGrpSpPr/>
            <p:nvPr/>
          </p:nvGrpSpPr>
          <p:grpSpPr>
            <a:xfrm>
              <a:off x="654627" y="4920446"/>
              <a:ext cx="5117871" cy="1205344"/>
              <a:chOff x="654627" y="4623958"/>
              <a:chExt cx="5117871" cy="1205344"/>
            </a:xfrm>
          </p:grpSpPr>
          <p:sp>
            <p:nvSpPr>
              <p:cNvPr id="32" name="Bullet1">
                <a:extLst>
                  <a:ext uri="{FF2B5EF4-FFF2-40B4-BE49-F238E27FC236}">
                    <a16:creationId xmlns:a16="http://schemas.microsoft.com/office/drawing/2014/main" id="{E9CE9F4B-B367-C427-7E8D-B436F2D3084F}"/>
                  </a:ext>
                </a:extLst>
              </p:cNvPr>
              <p:cNvSpPr txBox="1">
                <a:spLocks/>
              </p:cNvSpPr>
              <p:nvPr/>
            </p:nvSpPr>
            <p:spPr>
              <a:xfrm>
                <a:off x="654627" y="4623958"/>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40" name="文本框 39">
                <a:extLst>
                  <a:ext uri="{FF2B5EF4-FFF2-40B4-BE49-F238E27FC236}">
                    <a16:creationId xmlns:a16="http://schemas.microsoft.com/office/drawing/2014/main" id="{A89E812B-F16F-6D83-9417-9F9048010905}"/>
                  </a:ext>
                </a:extLst>
              </p:cNvPr>
              <p:cNvSpPr txBox="1"/>
              <p:nvPr/>
            </p:nvSpPr>
            <p:spPr>
              <a:xfrm>
                <a:off x="2612191" y="4894616"/>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41" name="Bullet1">
                <a:extLst>
                  <a:ext uri="{FF2B5EF4-FFF2-40B4-BE49-F238E27FC236}">
                    <a16:creationId xmlns:a16="http://schemas.microsoft.com/office/drawing/2014/main" id="{79710F7B-B08D-F2A2-5EBD-2BF0875E369E}"/>
                  </a:ext>
                </a:extLst>
              </p:cNvPr>
              <p:cNvSpPr txBox="1">
                <a:spLocks/>
              </p:cNvSpPr>
              <p:nvPr/>
            </p:nvSpPr>
            <p:spPr>
              <a:xfrm>
                <a:off x="660400" y="4623958"/>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从技能应用到优化创新</a:t>
                </a:r>
              </a:p>
            </p:txBody>
          </p:sp>
        </p:grpSp>
        <p:grpSp>
          <p:nvGrpSpPr>
            <p:cNvPr id="4" name="组合 3">
              <a:extLst>
                <a:ext uri="{FF2B5EF4-FFF2-40B4-BE49-F238E27FC236}">
                  <a16:creationId xmlns:a16="http://schemas.microsoft.com/office/drawing/2014/main" id="{C84EC802-5C70-570A-29E3-1AAAEB560B28}"/>
                </a:ext>
              </a:extLst>
            </p:cNvPr>
            <p:cNvGrpSpPr/>
            <p:nvPr/>
          </p:nvGrpSpPr>
          <p:grpSpPr>
            <a:xfrm>
              <a:off x="6187440" y="1657696"/>
              <a:ext cx="5212080" cy="4476403"/>
              <a:chOff x="6187440" y="1657696"/>
              <a:chExt cx="5212080" cy="4476403"/>
            </a:xfrm>
          </p:grpSpPr>
          <p:sp>
            <p:nvSpPr>
              <p:cNvPr id="63" name="Bullet1">
                <a:extLst>
                  <a:ext uri="{FF2B5EF4-FFF2-40B4-BE49-F238E27FC236}">
                    <a16:creationId xmlns:a16="http://schemas.microsoft.com/office/drawing/2014/main" id="{CAAA20BA-0DD9-D5FB-EB88-55B640900C73}"/>
                  </a:ext>
                </a:extLst>
              </p:cNvPr>
              <p:cNvSpPr txBox="1">
                <a:spLocks/>
              </p:cNvSpPr>
              <p:nvPr/>
            </p:nvSpPr>
            <p:spPr>
              <a:xfrm>
                <a:off x="6187440" y="1657696"/>
                <a:ext cx="5212080" cy="4476403"/>
              </a:xfrm>
              <a:prstGeom prst="roundRect">
                <a:avLst>
                  <a:gd name="adj" fmla="val 236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grpSp>
            <p:nvGrpSpPr>
              <p:cNvPr id="64" name="组合 63">
                <a:extLst>
                  <a:ext uri="{FF2B5EF4-FFF2-40B4-BE49-F238E27FC236}">
                    <a16:creationId xmlns:a16="http://schemas.microsoft.com/office/drawing/2014/main" id="{97347514-E70A-9286-FBF6-C143DD04BF7B}"/>
                  </a:ext>
                </a:extLst>
              </p:cNvPr>
              <p:cNvGrpSpPr/>
              <p:nvPr/>
            </p:nvGrpSpPr>
            <p:grpSpPr>
              <a:xfrm>
                <a:off x="6481078" y="1967891"/>
                <a:ext cx="4305377" cy="988122"/>
                <a:chOff x="6481078" y="1859058"/>
                <a:chExt cx="4305377" cy="988122"/>
              </a:xfrm>
            </p:grpSpPr>
            <p:sp>
              <p:nvSpPr>
                <p:cNvPr id="24" name="文本框 23">
                  <a:extLst>
                    <a:ext uri="{FF2B5EF4-FFF2-40B4-BE49-F238E27FC236}">
                      <a16:creationId xmlns:a16="http://schemas.microsoft.com/office/drawing/2014/main" id="{4826F9AB-7792-5B0F-C851-A1B5D1C41CD8}"/>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25" name="文本框 24">
                  <a:extLst>
                    <a:ext uri="{FF2B5EF4-FFF2-40B4-BE49-F238E27FC236}">
                      <a16:creationId xmlns:a16="http://schemas.microsoft.com/office/drawing/2014/main" id="{3F26C300-049A-D865-1BE5-C6579088DC3B}"/>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从低效沟通到高效协作</a:t>
                  </a:r>
                </a:p>
              </p:txBody>
            </p:sp>
          </p:grpSp>
          <p:grpSp>
            <p:nvGrpSpPr>
              <p:cNvPr id="65" name="组合 64">
                <a:extLst>
                  <a:ext uri="{FF2B5EF4-FFF2-40B4-BE49-F238E27FC236}">
                    <a16:creationId xmlns:a16="http://schemas.microsoft.com/office/drawing/2014/main" id="{6C23C169-7112-582D-0143-7EE2031722E0}"/>
                  </a:ext>
                </a:extLst>
              </p:cNvPr>
              <p:cNvGrpSpPr/>
              <p:nvPr/>
            </p:nvGrpSpPr>
            <p:grpSpPr>
              <a:xfrm>
                <a:off x="6481078" y="3401837"/>
                <a:ext cx="4305377" cy="988122"/>
                <a:chOff x="6481078" y="1859058"/>
                <a:chExt cx="4305377" cy="988122"/>
              </a:xfrm>
            </p:grpSpPr>
            <p:sp>
              <p:nvSpPr>
                <p:cNvPr id="66" name="文本框 65">
                  <a:extLst>
                    <a:ext uri="{FF2B5EF4-FFF2-40B4-BE49-F238E27FC236}">
                      <a16:creationId xmlns:a16="http://schemas.microsoft.com/office/drawing/2014/main" id="{CFC0EAAA-ED9C-73D4-126E-DD573C61A0FD}"/>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67" name="文本框 66">
                  <a:extLst>
                    <a:ext uri="{FF2B5EF4-FFF2-40B4-BE49-F238E27FC236}">
                      <a16:creationId xmlns:a16="http://schemas.microsoft.com/office/drawing/2014/main" id="{2752E586-2662-948A-8F7F-7D6C1F6841FE}"/>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从被动学习到主动分享</a:t>
                  </a:r>
                </a:p>
              </p:txBody>
            </p:sp>
          </p:grpSp>
          <p:grpSp>
            <p:nvGrpSpPr>
              <p:cNvPr id="68" name="组合 67">
                <a:extLst>
                  <a:ext uri="{FF2B5EF4-FFF2-40B4-BE49-F238E27FC236}">
                    <a16:creationId xmlns:a16="http://schemas.microsoft.com/office/drawing/2014/main" id="{B63EEE9B-8FCD-86F4-ECA1-EB298DDCC99C}"/>
                  </a:ext>
                </a:extLst>
              </p:cNvPr>
              <p:cNvGrpSpPr/>
              <p:nvPr/>
            </p:nvGrpSpPr>
            <p:grpSpPr>
              <a:xfrm>
                <a:off x="6481078" y="4835782"/>
                <a:ext cx="4305377" cy="988122"/>
                <a:chOff x="6481078" y="1859058"/>
                <a:chExt cx="4305377" cy="988122"/>
              </a:xfrm>
            </p:grpSpPr>
            <p:sp>
              <p:nvSpPr>
                <p:cNvPr id="69" name="文本框 68">
                  <a:extLst>
                    <a:ext uri="{FF2B5EF4-FFF2-40B4-BE49-F238E27FC236}">
                      <a16:creationId xmlns:a16="http://schemas.microsoft.com/office/drawing/2014/main" id="{8D222038-39D8-FB74-FC45-28766789DCDF}"/>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70" name="文本框 69">
                  <a:extLst>
                    <a:ext uri="{FF2B5EF4-FFF2-40B4-BE49-F238E27FC236}">
                      <a16:creationId xmlns:a16="http://schemas.microsoft.com/office/drawing/2014/main" id="{81A17DCA-6B8D-A919-B226-82EBC7EA869B}"/>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从执行者到贡献者</a:t>
                  </a:r>
                </a:p>
              </p:txBody>
            </p:sp>
          </p:grpSp>
          <p:cxnSp>
            <p:nvCxnSpPr>
              <p:cNvPr id="72" name="直接连接符 71">
                <a:extLst>
                  <a:ext uri="{FF2B5EF4-FFF2-40B4-BE49-F238E27FC236}">
                    <a16:creationId xmlns:a16="http://schemas.microsoft.com/office/drawing/2014/main" id="{D2517D50-7B0C-1E25-3F49-577280F87C31}"/>
                  </a:ext>
                </a:extLst>
              </p:cNvPr>
              <p:cNvCxnSpPr/>
              <p:nvPr/>
            </p:nvCxnSpPr>
            <p:spPr>
              <a:xfrm>
                <a:off x="6556664" y="3178925"/>
                <a:ext cx="44473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0D741E7-8EFC-919D-E0FC-72D6DAD16B68}"/>
                  </a:ext>
                </a:extLst>
              </p:cNvPr>
              <p:cNvCxnSpPr/>
              <p:nvPr/>
            </p:nvCxnSpPr>
            <p:spPr>
              <a:xfrm>
                <a:off x="6556664" y="4612871"/>
                <a:ext cx="44473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3" name="组合 2">
            <a:extLst>
              <a:ext uri="{FF2B5EF4-FFF2-40B4-BE49-F238E27FC236}">
                <a16:creationId xmlns:a16="http://schemas.microsoft.com/office/drawing/2014/main" id="{518E9B7A-B73C-5012-D38A-AC33C1A3F4E5}"/>
              </a:ext>
            </a:extLst>
          </p:cNvPr>
          <p:cNvGrpSpPr/>
          <p:nvPr/>
        </p:nvGrpSpPr>
        <p:grpSpPr>
          <a:xfrm>
            <a:off x="0" y="1130300"/>
            <a:ext cx="12192000" cy="5727700"/>
            <a:chOff x="0" y="1130300"/>
            <a:chExt cx="12192000" cy="5727700"/>
          </a:xfrm>
        </p:grpSpPr>
        <p:grpSp>
          <p:nvGrpSpPr>
            <p:cNvPr id="4" name="组合 3">
              <a:extLst>
                <a:ext uri="{FF2B5EF4-FFF2-40B4-BE49-F238E27FC236}">
                  <a16:creationId xmlns:a16="http://schemas.microsoft.com/office/drawing/2014/main" id="{1DD8E9AB-9907-D802-29CC-F01EDD949497}"/>
                </a:ext>
              </a:extLst>
            </p:cNvPr>
            <p:cNvGrpSpPr/>
            <p:nvPr/>
          </p:nvGrpSpPr>
          <p:grpSpPr>
            <a:xfrm>
              <a:off x="0" y="1130300"/>
              <a:ext cx="12192000" cy="5003804"/>
              <a:chOff x="0" y="1130299"/>
              <a:chExt cx="12192000" cy="5003804"/>
            </a:xfrm>
          </p:grpSpPr>
          <p:cxnSp>
            <p:nvCxnSpPr>
              <p:cNvPr id="8" name="直线连接符 70">
                <a:extLst>
                  <a:ext uri="{FF2B5EF4-FFF2-40B4-BE49-F238E27FC236}">
                    <a16:creationId xmlns:a16="http://schemas.microsoft.com/office/drawing/2014/main" id="{F2C6AA2B-E1B1-CE42-1735-30331E6D8F0D}"/>
                  </a:ext>
                </a:extLst>
              </p:cNvPr>
              <p:cNvCxnSpPr>
                <a:cxnSpLocks/>
              </p:cNvCxnSpPr>
              <p:nvPr/>
            </p:nvCxnSpPr>
            <p:spPr>
              <a:xfrm>
                <a:off x="0" y="3533213"/>
                <a:ext cx="12192000" cy="0"/>
              </a:xfrm>
              <a:prstGeom prst="line">
                <a:avLst/>
              </a:prstGeom>
              <a:ln w="25400">
                <a:gradFill flip="none" rotWithShape="1">
                  <a:gsLst>
                    <a:gs pos="0">
                      <a:schemeClr val="accent1"/>
                    </a:gs>
                    <a:gs pos="100000">
                      <a:schemeClr val="accent5"/>
                    </a:gs>
                  </a:gsLst>
                  <a:lin ang="0" scaled="1"/>
                  <a:tileRect/>
                </a:gradFill>
                <a:headEnd w="lg" len="lg"/>
                <a:tailEnd type="none"/>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D2832259-D2C1-BD61-8786-3CB554A1382E}"/>
                  </a:ext>
                </a:extLst>
              </p:cNvPr>
              <p:cNvGrpSpPr/>
              <p:nvPr/>
            </p:nvGrpSpPr>
            <p:grpSpPr>
              <a:xfrm>
                <a:off x="671366" y="2176615"/>
                <a:ext cx="2123827" cy="3957486"/>
                <a:chOff x="671366" y="2176615"/>
                <a:chExt cx="2123827" cy="3957486"/>
              </a:xfrm>
            </p:grpSpPr>
            <p:cxnSp>
              <p:nvCxnSpPr>
                <p:cNvPr id="47" name="直线连接符 72">
                  <a:extLst>
                    <a:ext uri="{FF2B5EF4-FFF2-40B4-BE49-F238E27FC236}">
                      <a16:creationId xmlns:a16="http://schemas.microsoft.com/office/drawing/2014/main" id="{A367A451-0D93-AC0C-8D38-7DDE8C2C4EB7}"/>
                    </a:ext>
                  </a:extLst>
                </p:cNvPr>
                <p:cNvCxnSpPr>
                  <a:cxnSpLocks/>
                  <a:endCxn id="53" idx="0"/>
                </p:cNvCxnSpPr>
                <p:nvPr/>
              </p:nvCxnSpPr>
              <p:spPr>
                <a:xfrm flipH="1">
                  <a:off x="1733283" y="2828581"/>
                  <a:ext cx="3577" cy="494025"/>
                </a:xfrm>
                <a:prstGeom prst="line">
                  <a:avLst/>
                </a:prstGeom>
                <a:ln w="31750">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48" name="组合 47">
                  <a:extLst>
                    <a:ext uri="{FF2B5EF4-FFF2-40B4-BE49-F238E27FC236}">
                      <a16:creationId xmlns:a16="http://schemas.microsoft.com/office/drawing/2014/main" id="{359FACC9-BF28-448C-16C2-F150534687F2}"/>
                    </a:ext>
                  </a:extLst>
                </p:cNvPr>
                <p:cNvGrpSpPr>
                  <a:grpSpLocks noChangeAspect="1"/>
                </p:cNvGrpSpPr>
                <p:nvPr/>
              </p:nvGrpSpPr>
              <p:grpSpPr>
                <a:xfrm>
                  <a:off x="671366" y="2176615"/>
                  <a:ext cx="2123827" cy="3957486"/>
                  <a:chOff x="4841906" y="138860"/>
                  <a:chExt cx="2495482" cy="4650019"/>
                </a:xfrm>
              </p:grpSpPr>
              <p:sp>
                <p:nvSpPr>
                  <p:cNvPr id="49" name="矩形: 圆顶角 1">
                    <a:extLst>
                      <a:ext uri="{FF2B5EF4-FFF2-40B4-BE49-F238E27FC236}">
                        <a16:creationId xmlns:a16="http://schemas.microsoft.com/office/drawing/2014/main" id="{1698FA1A-2EFB-26F3-7F7B-CE6F985C2913}"/>
                      </a:ext>
                    </a:extLst>
                  </p:cNvPr>
                  <p:cNvSpPr>
                    <a:spLocks/>
                  </p:cNvSpPr>
                  <p:nvPr/>
                </p:nvSpPr>
                <p:spPr>
                  <a:xfrm flipH="1">
                    <a:off x="4841906" y="1866485"/>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50" name="Bullet1">
                    <a:extLst>
                      <a:ext uri="{FF2B5EF4-FFF2-40B4-BE49-F238E27FC236}">
                        <a16:creationId xmlns:a16="http://schemas.microsoft.com/office/drawing/2014/main" id="{8FCB50C0-801A-ED9E-BABC-08E15DC157DA}"/>
                      </a:ext>
                    </a:extLst>
                  </p:cNvPr>
                  <p:cNvSpPr txBox="1"/>
                  <p:nvPr/>
                </p:nvSpPr>
                <p:spPr>
                  <a:xfrm>
                    <a:off x="4962201" y="2232531"/>
                    <a:ext cx="2254897"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51" name="Text1">
                    <a:extLst>
                      <a:ext uri="{FF2B5EF4-FFF2-40B4-BE49-F238E27FC236}">
                        <a16:creationId xmlns:a16="http://schemas.microsoft.com/office/drawing/2014/main" id="{9B8B6175-72ED-89B5-AC8C-6157577D2D95}"/>
                      </a:ext>
                    </a:extLst>
                  </p:cNvPr>
                  <p:cNvSpPr txBox="1"/>
                  <p:nvPr/>
                </p:nvSpPr>
                <p:spPr>
                  <a:xfrm>
                    <a:off x="4962204" y="2975578"/>
                    <a:ext cx="2254897" cy="1487627"/>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52" name="Number1">
                    <a:extLst>
                      <a:ext uri="{FF2B5EF4-FFF2-40B4-BE49-F238E27FC236}">
                        <a16:creationId xmlns:a16="http://schemas.microsoft.com/office/drawing/2014/main" id="{FD41CC9E-33B4-E021-C6B0-4BD0A4DBE380}"/>
                      </a:ext>
                    </a:extLst>
                  </p:cNvPr>
                  <p:cNvSpPr/>
                  <p:nvPr/>
                </p:nvSpPr>
                <p:spPr>
                  <a:xfrm>
                    <a:off x="4981387" y="138860"/>
                    <a:ext cx="2254901" cy="710912"/>
                  </a:xfrm>
                  <a:prstGeom prst="chevron">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400" b="1" dirty="0">
                        <a:solidFill>
                          <a:srgbClr val="FFFFFF"/>
                        </a:solidFill>
                        <a:cs typeface="+mn-ea"/>
                      </a:rPr>
                      <a:t>01</a:t>
                    </a:r>
                    <a:endParaRPr lang="zh-CN" altLang="en-US" sz="2400" b="1" dirty="0">
                      <a:solidFill>
                        <a:srgbClr val="FFFFFF"/>
                      </a:solidFill>
                      <a:cs typeface="+mn-ea"/>
                    </a:endParaRPr>
                  </a:p>
                </p:txBody>
              </p:sp>
              <p:sp>
                <p:nvSpPr>
                  <p:cNvPr id="53" name="IconBackground1">
                    <a:extLst>
                      <a:ext uri="{FF2B5EF4-FFF2-40B4-BE49-F238E27FC236}">
                        <a16:creationId xmlns:a16="http://schemas.microsoft.com/office/drawing/2014/main" id="{A69CB23E-0397-403E-02CE-02526DB2E65B}"/>
                      </a:ext>
                    </a:extLst>
                  </p:cNvPr>
                  <p:cNvSpPr txBox="1">
                    <a:spLocks noChangeAspect="1"/>
                  </p:cNvSpPr>
                  <p:nvPr/>
                </p:nvSpPr>
                <p:spPr>
                  <a:xfrm>
                    <a:off x="5819650" y="1485392"/>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10000"/>
                  </a:bodyP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54" name="Icon1">
                    <a:extLst>
                      <a:ext uri="{FF2B5EF4-FFF2-40B4-BE49-F238E27FC236}">
                        <a16:creationId xmlns:a16="http://schemas.microsoft.com/office/drawing/2014/main" id="{363A1378-1E36-AB86-DBB6-3BF85204DC8D}"/>
                      </a:ext>
                    </a:extLst>
                  </p:cNvPr>
                  <p:cNvSpPr/>
                  <p:nvPr/>
                </p:nvSpPr>
                <p:spPr>
                  <a:xfrm>
                    <a:off x="5976535" y="1631403"/>
                    <a:ext cx="226228" cy="247978"/>
                  </a:xfrm>
                  <a:custGeom>
                    <a:avLst/>
                    <a:gdLst>
                      <a:gd name="connsiteX0" fmla="*/ 248770 w 495300"/>
                      <a:gd name="connsiteY0" fmla="*/ 621 h 542925"/>
                      <a:gd name="connsiteX1" fmla="*/ 496420 w 495300"/>
                      <a:gd name="connsiteY1" fmla="*/ 248271 h 542925"/>
                      <a:gd name="connsiteX2" fmla="*/ 324017 w 495300"/>
                      <a:gd name="connsiteY2" fmla="*/ 484491 h 542925"/>
                      <a:gd name="connsiteX3" fmla="*/ 346877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663 w 495300"/>
                      <a:gd name="connsiteY8" fmla="*/ 524496 h 542925"/>
                      <a:gd name="connsiteX9" fmla="*/ 173523 w 495300"/>
                      <a:gd name="connsiteY9" fmla="*/ 484491 h 542925"/>
                      <a:gd name="connsiteX10" fmla="*/ 1120 w 495300"/>
                      <a:gd name="connsiteY10" fmla="*/ 248271 h 542925"/>
                      <a:gd name="connsiteX11" fmla="*/ 248770 w 495300"/>
                      <a:gd name="connsiteY11" fmla="*/ 621 h 542925"/>
                      <a:gd name="connsiteX12" fmla="*/ 192573 w 495300"/>
                      <a:gd name="connsiteY12" fmla="*/ 489254 h 542925"/>
                      <a:gd name="connsiteX13" fmla="*/ 172570 w 495300"/>
                      <a:gd name="connsiteY13" fmla="*/ 524496 h 542925"/>
                      <a:gd name="connsiteX14" fmla="*/ 324970 w 495300"/>
                      <a:gd name="connsiteY14" fmla="*/ 524496 h 542925"/>
                      <a:gd name="connsiteX15" fmla="*/ 304967 w 495300"/>
                      <a:gd name="connsiteY15" fmla="*/ 489254 h 542925"/>
                      <a:gd name="connsiteX16" fmla="*/ 248770 w 495300"/>
                      <a:gd name="connsiteY16" fmla="*/ 495921 h 542925"/>
                      <a:gd name="connsiteX17" fmla="*/ 192573 w 495300"/>
                      <a:gd name="connsiteY17" fmla="*/ 489254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930" y="621"/>
                          <a:pt x="496420" y="111111"/>
                          <a:pt x="496420" y="248271"/>
                        </a:cubicBezTo>
                        <a:cubicBezTo>
                          <a:pt x="496420" y="358761"/>
                          <a:pt x="424030" y="452106"/>
                          <a:pt x="324017" y="484491"/>
                        </a:cubicBezTo>
                        <a:lnTo>
                          <a:pt x="346877" y="524496"/>
                        </a:lnTo>
                        <a:lnTo>
                          <a:pt x="420220" y="524496"/>
                        </a:lnTo>
                        <a:lnTo>
                          <a:pt x="420220" y="543546"/>
                        </a:lnTo>
                        <a:lnTo>
                          <a:pt x="77320" y="543546"/>
                        </a:lnTo>
                        <a:lnTo>
                          <a:pt x="77320" y="524496"/>
                        </a:lnTo>
                        <a:lnTo>
                          <a:pt x="150663" y="524496"/>
                        </a:lnTo>
                        <a:lnTo>
                          <a:pt x="173523" y="484491"/>
                        </a:lnTo>
                        <a:cubicBezTo>
                          <a:pt x="73510" y="453059"/>
                          <a:pt x="1120" y="358761"/>
                          <a:pt x="1120" y="248271"/>
                        </a:cubicBezTo>
                        <a:cubicBezTo>
                          <a:pt x="1120" y="111111"/>
                          <a:pt x="111610" y="621"/>
                          <a:pt x="248770" y="621"/>
                        </a:cubicBezTo>
                        <a:close/>
                        <a:moveTo>
                          <a:pt x="192573" y="489254"/>
                        </a:moveTo>
                        <a:lnTo>
                          <a:pt x="172570" y="524496"/>
                        </a:lnTo>
                        <a:lnTo>
                          <a:pt x="324970" y="524496"/>
                        </a:lnTo>
                        <a:lnTo>
                          <a:pt x="304967" y="489254"/>
                        </a:lnTo>
                        <a:cubicBezTo>
                          <a:pt x="286870" y="493064"/>
                          <a:pt x="267820" y="495921"/>
                          <a:pt x="248770" y="495921"/>
                        </a:cubicBezTo>
                        <a:cubicBezTo>
                          <a:pt x="229720" y="495921"/>
                          <a:pt x="210670" y="493064"/>
                          <a:pt x="192573" y="489254"/>
                        </a:cubicBezTo>
                        <a:close/>
                        <a:moveTo>
                          <a:pt x="248770" y="143496"/>
                        </a:moveTo>
                        <a:cubicBezTo>
                          <a:pt x="190667" y="143496"/>
                          <a:pt x="143995" y="190169"/>
                          <a:pt x="143995" y="248271"/>
                        </a:cubicBezTo>
                        <a:cubicBezTo>
                          <a:pt x="143995" y="306374"/>
                          <a:pt x="190667" y="353046"/>
                          <a:pt x="248770" y="353046"/>
                        </a:cubicBezTo>
                        <a:cubicBezTo>
                          <a:pt x="306873" y="353046"/>
                          <a:pt x="353545" y="306374"/>
                          <a:pt x="353545" y="248271"/>
                        </a:cubicBezTo>
                        <a:cubicBezTo>
                          <a:pt x="353545" y="190169"/>
                          <a:pt x="306873" y="143496"/>
                          <a:pt x="248770" y="143496"/>
                        </a:cubicBezTo>
                        <a:close/>
                        <a:moveTo>
                          <a:pt x="367833" y="114921"/>
                        </a:moveTo>
                        <a:cubicBezTo>
                          <a:pt x="360213" y="114921"/>
                          <a:pt x="353545" y="121589"/>
                          <a:pt x="353545" y="129209"/>
                        </a:cubicBezTo>
                        <a:cubicBezTo>
                          <a:pt x="353545" y="136829"/>
                          <a:pt x="360213" y="143496"/>
                          <a:pt x="367833" y="143496"/>
                        </a:cubicBezTo>
                        <a:cubicBezTo>
                          <a:pt x="375452" y="143496"/>
                          <a:pt x="382120" y="136829"/>
                          <a:pt x="382120" y="129209"/>
                        </a:cubicBezTo>
                        <a:cubicBezTo>
                          <a:pt x="382120" y="121589"/>
                          <a:pt x="375452" y="114921"/>
                          <a:pt x="367833" y="11492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10" name="组合 9">
                <a:extLst>
                  <a:ext uri="{FF2B5EF4-FFF2-40B4-BE49-F238E27FC236}">
                    <a16:creationId xmlns:a16="http://schemas.microsoft.com/office/drawing/2014/main" id="{FD91D2DE-F6DF-9413-DB82-9E53E1FCBC7A}"/>
                  </a:ext>
                </a:extLst>
              </p:cNvPr>
              <p:cNvGrpSpPr/>
              <p:nvPr/>
            </p:nvGrpSpPr>
            <p:grpSpPr>
              <a:xfrm>
                <a:off x="2852724" y="2176615"/>
                <a:ext cx="2123827" cy="3957486"/>
                <a:chOff x="2852724" y="2176615"/>
                <a:chExt cx="2123827" cy="3957486"/>
              </a:xfrm>
            </p:grpSpPr>
            <p:grpSp>
              <p:nvGrpSpPr>
                <p:cNvPr id="39" name="组合 7">
                  <a:extLst>
                    <a:ext uri="{FF2B5EF4-FFF2-40B4-BE49-F238E27FC236}">
                      <a16:creationId xmlns:a16="http://schemas.microsoft.com/office/drawing/2014/main" id="{D3BAB0CB-2FD5-4845-D98C-CD8E60F5AD3F}"/>
                    </a:ext>
                  </a:extLst>
                </p:cNvPr>
                <p:cNvGrpSpPr>
                  <a:grpSpLocks noChangeAspect="1"/>
                </p:cNvGrpSpPr>
                <p:nvPr/>
              </p:nvGrpSpPr>
              <p:grpSpPr>
                <a:xfrm>
                  <a:off x="2852724" y="2176615"/>
                  <a:ext cx="2123827" cy="3957486"/>
                  <a:chOff x="4841906" y="138860"/>
                  <a:chExt cx="2495482" cy="4650019"/>
                </a:xfrm>
              </p:grpSpPr>
              <p:sp>
                <p:nvSpPr>
                  <p:cNvPr id="41" name="矩形: 圆顶角 1">
                    <a:extLst>
                      <a:ext uri="{FF2B5EF4-FFF2-40B4-BE49-F238E27FC236}">
                        <a16:creationId xmlns:a16="http://schemas.microsoft.com/office/drawing/2014/main" id="{C9E85FD4-A984-D801-B8F8-4682A890FFAE}"/>
                      </a:ext>
                    </a:extLst>
                  </p:cNvPr>
                  <p:cNvSpPr>
                    <a:spLocks/>
                  </p:cNvSpPr>
                  <p:nvPr/>
                </p:nvSpPr>
                <p:spPr>
                  <a:xfrm flipH="1">
                    <a:off x="4841906" y="1866485"/>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42" name="Bullet2">
                    <a:extLst>
                      <a:ext uri="{FF2B5EF4-FFF2-40B4-BE49-F238E27FC236}">
                        <a16:creationId xmlns:a16="http://schemas.microsoft.com/office/drawing/2014/main" id="{1F3E872F-968A-7AB4-8372-E1852582693B}"/>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3" name="Text2">
                    <a:extLst>
                      <a:ext uri="{FF2B5EF4-FFF2-40B4-BE49-F238E27FC236}">
                        <a16:creationId xmlns:a16="http://schemas.microsoft.com/office/drawing/2014/main" id="{2E80028F-594F-CF30-BB6F-41855409E394}"/>
                      </a:ext>
                    </a:extLst>
                  </p:cNvPr>
                  <p:cNvSpPr txBox="1"/>
                  <p:nvPr/>
                </p:nvSpPr>
                <p:spPr>
                  <a:xfrm>
                    <a:off x="4962204" y="2975578"/>
                    <a:ext cx="2254897" cy="1487627"/>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4" name="Number2">
                    <a:extLst>
                      <a:ext uri="{FF2B5EF4-FFF2-40B4-BE49-F238E27FC236}">
                        <a16:creationId xmlns:a16="http://schemas.microsoft.com/office/drawing/2014/main" id="{004FFCF0-C285-6EE6-B53E-E54D0B8AD507}"/>
                      </a:ext>
                    </a:extLst>
                  </p:cNvPr>
                  <p:cNvSpPr/>
                  <p:nvPr/>
                </p:nvSpPr>
                <p:spPr>
                  <a:xfrm>
                    <a:off x="4962200" y="138860"/>
                    <a:ext cx="2254901" cy="710912"/>
                  </a:xfrm>
                  <a:prstGeom prst="chevron">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400" b="1" dirty="0">
                        <a:solidFill>
                          <a:srgbClr val="FFFFFF"/>
                        </a:solidFill>
                        <a:cs typeface="+mn-ea"/>
                      </a:rPr>
                      <a:t>02</a:t>
                    </a:r>
                    <a:endParaRPr lang="zh-CN" altLang="en-US" sz="2400" b="1" dirty="0">
                      <a:solidFill>
                        <a:srgbClr val="FFFFFF"/>
                      </a:solidFill>
                      <a:cs typeface="+mn-ea"/>
                    </a:endParaRPr>
                  </a:p>
                </p:txBody>
              </p:sp>
              <p:sp>
                <p:nvSpPr>
                  <p:cNvPr id="45" name="IconBackground2">
                    <a:extLst>
                      <a:ext uri="{FF2B5EF4-FFF2-40B4-BE49-F238E27FC236}">
                        <a16:creationId xmlns:a16="http://schemas.microsoft.com/office/drawing/2014/main" id="{CD21920A-1A25-7107-0368-1EAC82C55015}"/>
                      </a:ext>
                    </a:extLst>
                  </p:cNvPr>
                  <p:cNvSpPr txBox="1">
                    <a:spLocks noChangeAspect="1"/>
                  </p:cNvSpPr>
                  <p:nvPr/>
                </p:nvSpPr>
                <p:spPr>
                  <a:xfrm>
                    <a:off x="5819650" y="1485392"/>
                    <a:ext cx="540000" cy="540000"/>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10000"/>
                  </a:bodyP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46" name="Icon2">
                    <a:extLst>
                      <a:ext uri="{FF2B5EF4-FFF2-40B4-BE49-F238E27FC236}">
                        <a16:creationId xmlns:a16="http://schemas.microsoft.com/office/drawing/2014/main" id="{5E62F4D6-9566-1876-F1D7-E3D1AF458E15}"/>
                      </a:ext>
                    </a:extLst>
                  </p:cNvPr>
                  <p:cNvSpPr/>
                  <p:nvPr/>
                </p:nvSpPr>
                <p:spPr>
                  <a:xfrm>
                    <a:off x="5976535" y="1635754"/>
                    <a:ext cx="226228" cy="239279"/>
                  </a:xfrm>
                  <a:custGeom>
                    <a:avLst/>
                    <a:gdLst>
                      <a:gd name="connsiteX0" fmla="*/ 371955 w 495300"/>
                      <a:gd name="connsiteY0" fmla="*/ 621 h 523875"/>
                      <a:gd name="connsiteX1" fmla="*/ 400530 w 495300"/>
                      <a:gd name="connsiteY1" fmla="*/ 29196 h 523875"/>
                      <a:gd name="connsiteX2" fmla="*/ 400530 w 495300"/>
                      <a:gd name="connsiteY2" fmla="*/ 133971 h 523875"/>
                      <a:gd name="connsiteX3" fmla="*/ 371955 w 495300"/>
                      <a:gd name="connsiteY3" fmla="*/ 162546 h 523875"/>
                      <a:gd name="connsiteX4" fmla="*/ 257655 w 495300"/>
                      <a:gd name="connsiteY4" fmla="*/ 162546 h 523875"/>
                      <a:gd name="connsiteX5" fmla="*/ 257655 w 495300"/>
                      <a:gd name="connsiteY5" fmla="*/ 286371 h 523875"/>
                      <a:gd name="connsiteX6" fmla="*/ 419580 w 495300"/>
                      <a:gd name="connsiteY6" fmla="*/ 286371 h 523875"/>
                      <a:gd name="connsiteX7" fmla="*/ 457680 w 495300"/>
                      <a:gd name="connsiteY7" fmla="*/ 322566 h 523875"/>
                      <a:gd name="connsiteX8" fmla="*/ 457680 w 495300"/>
                      <a:gd name="connsiteY8" fmla="*/ 324471 h 523875"/>
                      <a:gd name="connsiteX9" fmla="*/ 457680 w 495300"/>
                      <a:gd name="connsiteY9" fmla="*/ 429246 h 523875"/>
                      <a:gd name="connsiteX10" fmla="*/ 476730 w 495300"/>
                      <a:gd name="connsiteY10" fmla="*/ 429246 h 523875"/>
                      <a:gd name="connsiteX11" fmla="*/ 495780 w 495300"/>
                      <a:gd name="connsiteY11" fmla="*/ 448296 h 523875"/>
                      <a:gd name="connsiteX12" fmla="*/ 495780 w 495300"/>
                      <a:gd name="connsiteY12" fmla="*/ 505446 h 523875"/>
                      <a:gd name="connsiteX13" fmla="*/ 476730 w 495300"/>
                      <a:gd name="connsiteY13" fmla="*/ 524496 h 523875"/>
                      <a:gd name="connsiteX14" fmla="*/ 419580 w 495300"/>
                      <a:gd name="connsiteY14" fmla="*/ 524496 h 523875"/>
                      <a:gd name="connsiteX15" fmla="*/ 400530 w 495300"/>
                      <a:gd name="connsiteY15" fmla="*/ 505446 h 523875"/>
                      <a:gd name="connsiteX16" fmla="*/ 400530 w 495300"/>
                      <a:gd name="connsiteY16" fmla="*/ 448296 h 523875"/>
                      <a:gd name="connsiteX17" fmla="*/ 419580 w 495300"/>
                      <a:gd name="connsiteY17" fmla="*/ 429246 h 523875"/>
                      <a:gd name="connsiteX18" fmla="*/ 438630 w 495300"/>
                      <a:gd name="connsiteY18" fmla="*/ 429246 h 523875"/>
                      <a:gd name="connsiteX19" fmla="*/ 438630 w 495300"/>
                      <a:gd name="connsiteY19" fmla="*/ 324471 h 523875"/>
                      <a:gd name="connsiteX20" fmla="*/ 420533 w 495300"/>
                      <a:gd name="connsiteY20" fmla="*/ 305421 h 523875"/>
                      <a:gd name="connsiteX21" fmla="*/ 419580 w 495300"/>
                      <a:gd name="connsiteY21" fmla="*/ 305421 h 523875"/>
                      <a:gd name="connsiteX22" fmla="*/ 257655 w 495300"/>
                      <a:gd name="connsiteY22" fmla="*/ 305421 h 523875"/>
                      <a:gd name="connsiteX23" fmla="*/ 257655 w 495300"/>
                      <a:gd name="connsiteY23" fmla="*/ 429246 h 523875"/>
                      <a:gd name="connsiteX24" fmla="*/ 276705 w 495300"/>
                      <a:gd name="connsiteY24" fmla="*/ 429246 h 523875"/>
                      <a:gd name="connsiteX25" fmla="*/ 295755 w 495300"/>
                      <a:gd name="connsiteY25" fmla="*/ 448296 h 523875"/>
                      <a:gd name="connsiteX26" fmla="*/ 295755 w 495300"/>
                      <a:gd name="connsiteY26" fmla="*/ 505446 h 523875"/>
                      <a:gd name="connsiteX27" fmla="*/ 276705 w 495300"/>
                      <a:gd name="connsiteY27" fmla="*/ 524496 h 523875"/>
                      <a:gd name="connsiteX28" fmla="*/ 219555 w 495300"/>
                      <a:gd name="connsiteY28" fmla="*/ 524496 h 523875"/>
                      <a:gd name="connsiteX29" fmla="*/ 200505 w 495300"/>
                      <a:gd name="connsiteY29" fmla="*/ 505446 h 523875"/>
                      <a:gd name="connsiteX30" fmla="*/ 200505 w 495300"/>
                      <a:gd name="connsiteY30" fmla="*/ 448296 h 523875"/>
                      <a:gd name="connsiteX31" fmla="*/ 219555 w 495300"/>
                      <a:gd name="connsiteY31" fmla="*/ 429246 h 523875"/>
                      <a:gd name="connsiteX32" fmla="*/ 238605 w 495300"/>
                      <a:gd name="connsiteY32" fmla="*/ 429246 h 523875"/>
                      <a:gd name="connsiteX33" fmla="*/ 238605 w 495300"/>
                      <a:gd name="connsiteY33" fmla="*/ 305421 h 523875"/>
                      <a:gd name="connsiteX34" fmla="*/ 76680 w 495300"/>
                      <a:gd name="connsiteY34" fmla="*/ 305421 h 523875"/>
                      <a:gd name="connsiteX35" fmla="*/ 57630 w 495300"/>
                      <a:gd name="connsiteY35" fmla="*/ 323519 h 523875"/>
                      <a:gd name="connsiteX36" fmla="*/ 57630 w 495300"/>
                      <a:gd name="connsiteY36" fmla="*/ 324471 h 523875"/>
                      <a:gd name="connsiteX37" fmla="*/ 57630 w 495300"/>
                      <a:gd name="connsiteY37" fmla="*/ 429246 h 523875"/>
                      <a:gd name="connsiteX38" fmla="*/ 76680 w 495300"/>
                      <a:gd name="connsiteY38" fmla="*/ 429246 h 523875"/>
                      <a:gd name="connsiteX39" fmla="*/ 95730 w 495300"/>
                      <a:gd name="connsiteY39" fmla="*/ 448296 h 523875"/>
                      <a:gd name="connsiteX40" fmla="*/ 95730 w 495300"/>
                      <a:gd name="connsiteY40" fmla="*/ 505446 h 523875"/>
                      <a:gd name="connsiteX41" fmla="*/ 76680 w 495300"/>
                      <a:gd name="connsiteY41" fmla="*/ 524496 h 523875"/>
                      <a:gd name="connsiteX42" fmla="*/ 19530 w 495300"/>
                      <a:gd name="connsiteY42" fmla="*/ 524496 h 523875"/>
                      <a:gd name="connsiteX43" fmla="*/ 480 w 495300"/>
                      <a:gd name="connsiteY43" fmla="*/ 505446 h 523875"/>
                      <a:gd name="connsiteX44" fmla="*/ 480 w 495300"/>
                      <a:gd name="connsiteY44" fmla="*/ 448296 h 523875"/>
                      <a:gd name="connsiteX45" fmla="*/ 19530 w 495300"/>
                      <a:gd name="connsiteY45" fmla="*/ 429246 h 523875"/>
                      <a:gd name="connsiteX46" fmla="*/ 38580 w 495300"/>
                      <a:gd name="connsiteY46" fmla="*/ 429246 h 523875"/>
                      <a:gd name="connsiteX47" fmla="*/ 38580 w 495300"/>
                      <a:gd name="connsiteY47" fmla="*/ 324471 h 523875"/>
                      <a:gd name="connsiteX48" fmla="*/ 74775 w 495300"/>
                      <a:gd name="connsiteY48" fmla="*/ 286371 h 523875"/>
                      <a:gd name="connsiteX49" fmla="*/ 76680 w 495300"/>
                      <a:gd name="connsiteY49" fmla="*/ 286371 h 523875"/>
                      <a:gd name="connsiteX50" fmla="*/ 238605 w 495300"/>
                      <a:gd name="connsiteY50" fmla="*/ 286371 h 523875"/>
                      <a:gd name="connsiteX51" fmla="*/ 238605 w 495300"/>
                      <a:gd name="connsiteY51" fmla="*/ 162546 h 523875"/>
                      <a:gd name="connsiteX52" fmla="*/ 124305 w 495300"/>
                      <a:gd name="connsiteY52" fmla="*/ 162546 h 523875"/>
                      <a:gd name="connsiteX53" fmla="*/ 95730 w 495300"/>
                      <a:gd name="connsiteY53" fmla="*/ 133971 h 523875"/>
                      <a:gd name="connsiteX54" fmla="*/ 95730 w 495300"/>
                      <a:gd name="connsiteY54" fmla="*/ 29196 h 523875"/>
                      <a:gd name="connsiteX55" fmla="*/ 124305 w 495300"/>
                      <a:gd name="connsiteY55" fmla="*/ 621 h 523875"/>
                      <a:gd name="connsiteX56" fmla="*/ 371955 w 495300"/>
                      <a:gd name="connsiteY56" fmla="*/ 621 h 523875"/>
                      <a:gd name="connsiteX57" fmla="*/ 148118 w 495300"/>
                      <a:gd name="connsiteY57" fmla="*/ 95871 h 523875"/>
                      <a:gd name="connsiteX58" fmla="*/ 133830 w 495300"/>
                      <a:gd name="connsiteY58" fmla="*/ 110159 h 523875"/>
                      <a:gd name="connsiteX59" fmla="*/ 148118 w 495300"/>
                      <a:gd name="connsiteY59" fmla="*/ 124446 h 523875"/>
                      <a:gd name="connsiteX60" fmla="*/ 162405 w 495300"/>
                      <a:gd name="connsiteY60" fmla="*/ 110159 h 523875"/>
                      <a:gd name="connsiteX61" fmla="*/ 148118 w 495300"/>
                      <a:gd name="connsiteY61" fmla="*/ 9587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95300" h="523875">
                        <a:moveTo>
                          <a:pt x="371955" y="621"/>
                        </a:moveTo>
                        <a:cubicBezTo>
                          <a:pt x="388148" y="621"/>
                          <a:pt x="400530" y="13004"/>
                          <a:pt x="400530" y="29196"/>
                        </a:cubicBezTo>
                        <a:lnTo>
                          <a:pt x="400530" y="133971"/>
                        </a:lnTo>
                        <a:cubicBezTo>
                          <a:pt x="400530" y="150164"/>
                          <a:pt x="388148" y="162546"/>
                          <a:pt x="371955" y="162546"/>
                        </a:cubicBezTo>
                        <a:lnTo>
                          <a:pt x="257655" y="162546"/>
                        </a:lnTo>
                        <a:lnTo>
                          <a:pt x="257655" y="286371"/>
                        </a:lnTo>
                        <a:lnTo>
                          <a:pt x="419580" y="286371"/>
                        </a:lnTo>
                        <a:cubicBezTo>
                          <a:pt x="439583" y="286371"/>
                          <a:pt x="456727" y="302564"/>
                          <a:pt x="457680" y="322566"/>
                        </a:cubicBezTo>
                        <a:lnTo>
                          <a:pt x="457680" y="324471"/>
                        </a:lnTo>
                        <a:lnTo>
                          <a:pt x="457680" y="429246"/>
                        </a:lnTo>
                        <a:lnTo>
                          <a:pt x="476730" y="429246"/>
                        </a:lnTo>
                        <a:cubicBezTo>
                          <a:pt x="487208" y="429246"/>
                          <a:pt x="495780" y="437819"/>
                          <a:pt x="495780" y="448296"/>
                        </a:cubicBezTo>
                        <a:lnTo>
                          <a:pt x="495780" y="505446"/>
                        </a:lnTo>
                        <a:cubicBezTo>
                          <a:pt x="495780" y="515924"/>
                          <a:pt x="487208" y="524496"/>
                          <a:pt x="476730" y="524496"/>
                        </a:cubicBezTo>
                        <a:lnTo>
                          <a:pt x="419580" y="524496"/>
                        </a:lnTo>
                        <a:cubicBezTo>
                          <a:pt x="409102" y="524496"/>
                          <a:pt x="400530" y="515924"/>
                          <a:pt x="400530" y="505446"/>
                        </a:cubicBezTo>
                        <a:lnTo>
                          <a:pt x="400530" y="448296"/>
                        </a:lnTo>
                        <a:cubicBezTo>
                          <a:pt x="400530" y="437819"/>
                          <a:pt x="409102" y="429246"/>
                          <a:pt x="419580" y="429246"/>
                        </a:cubicBezTo>
                        <a:lnTo>
                          <a:pt x="438630" y="429246"/>
                        </a:lnTo>
                        <a:lnTo>
                          <a:pt x="438630" y="324471"/>
                        </a:lnTo>
                        <a:cubicBezTo>
                          <a:pt x="438630" y="313994"/>
                          <a:pt x="431010" y="306374"/>
                          <a:pt x="420533" y="305421"/>
                        </a:cubicBezTo>
                        <a:lnTo>
                          <a:pt x="419580" y="305421"/>
                        </a:lnTo>
                        <a:lnTo>
                          <a:pt x="257655" y="305421"/>
                        </a:lnTo>
                        <a:lnTo>
                          <a:pt x="257655" y="429246"/>
                        </a:lnTo>
                        <a:lnTo>
                          <a:pt x="276705" y="429246"/>
                        </a:lnTo>
                        <a:cubicBezTo>
                          <a:pt x="287183" y="429246"/>
                          <a:pt x="295755" y="437819"/>
                          <a:pt x="295755" y="448296"/>
                        </a:cubicBezTo>
                        <a:lnTo>
                          <a:pt x="295755" y="505446"/>
                        </a:lnTo>
                        <a:cubicBezTo>
                          <a:pt x="295755" y="515924"/>
                          <a:pt x="287183" y="524496"/>
                          <a:pt x="276705" y="524496"/>
                        </a:cubicBezTo>
                        <a:lnTo>
                          <a:pt x="219555" y="524496"/>
                        </a:lnTo>
                        <a:cubicBezTo>
                          <a:pt x="209077" y="524496"/>
                          <a:pt x="200505" y="515924"/>
                          <a:pt x="200505" y="505446"/>
                        </a:cubicBezTo>
                        <a:lnTo>
                          <a:pt x="200505" y="448296"/>
                        </a:lnTo>
                        <a:cubicBezTo>
                          <a:pt x="200505" y="437819"/>
                          <a:pt x="209077" y="429246"/>
                          <a:pt x="219555" y="429246"/>
                        </a:cubicBezTo>
                        <a:lnTo>
                          <a:pt x="238605" y="429246"/>
                        </a:lnTo>
                        <a:lnTo>
                          <a:pt x="238605" y="305421"/>
                        </a:lnTo>
                        <a:lnTo>
                          <a:pt x="76680" y="305421"/>
                        </a:lnTo>
                        <a:cubicBezTo>
                          <a:pt x="66202" y="305421"/>
                          <a:pt x="58583" y="313041"/>
                          <a:pt x="57630" y="323519"/>
                        </a:cubicBezTo>
                        <a:lnTo>
                          <a:pt x="57630" y="324471"/>
                        </a:lnTo>
                        <a:lnTo>
                          <a:pt x="57630" y="429246"/>
                        </a:lnTo>
                        <a:lnTo>
                          <a:pt x="76680" y="429246"/>
                        </a:lnTo>
                        <a:cubicBezTo>
                          <a:pt x="87158" y="429246"/>
                          <a:pt x="95730" y="437819"/>
                          <a:pt x="95730" y="448296"/>
                        </a:cubicBezTo>
                        <a:lnTo>
                          <a:pt x="95730" y="505446"/>
                        </a:lnTo>
                        <a:cubicBezTo>
                          <a:pt x="95730" y="515924"/>
                          <a:pt x="87158" y="524496"/>
                          <a:pt x="76680" y="524496"/>
                        </a:cubicBezTo>
                        <a:lnTo>
                          <a:pt x="19530" y="524496"/>
                        </a:lnTo>
                        <a:cubicBezTo>
                          <a:pt x="9052" y="524496"/>
                          <a:pt x="480" y="515924"/>
                          <a:pt x="480" y="505446"/>
                        </a:cubicBezTo>
                        <a:lnTo>
                          <a:pt x="480" y="448296"/>
                        </a:lnTo>
                        <a:cubicBezTo>
                          <a:pt x="480" y="437819"/>
                          <a:pt x="9052" y="429246"/>
                          <a:pt x="19530" y="429246"/>
                        </a:cubicBezTo>
                        <a:lnTo>
                          <a:pt x="38580" y="429246"/>
                        </a:lnTo>
                        <a:lnTo>
                          <a:pt x="38580" y="324471"/>
                        </a:lnTo>
                        <a:cubicBezTo>
                          <a:pt x="38580" y="304469"/>
                          <a:pt x="54773" y="287324"/>
                          <a:pt x="74775" y="286371"/>
                        </a:cubicBezTo>
                        <a:lnTo>
                          <a:pt x="76680" y="286371"/>
                        </a:lnTo>
                        <a:lnTo>
                          <a:pt x="238605" y="286371"/>
                        </a:lnTo>
                        <a:lnTo>
                          <a:pt x="238605" y="162546"/>
                        </a:lnTo>
                        <a:lnTo>
                          <a:pt x="124305" y="162546"/>
                        </a:lnTo>
                        <a:cubicBezTo>
                          <a:pt x="108112" y="162546"/>
                          <a:pt x="95730" y="150164"/>
                          <a:pt x="95730" y="133971"/>
                        </a:cubicBezTo>
                        <a:lnTo>
                          <a:pt x="95730" y="29196"/>
                        </a:lnTo>
                        <a:cubicBezTo>
                          <a:pt x="95730" y="13004"/>
                          <a:pt x="108112" y="621"/>
                          <a:pt x="124305" y="621"/>
                        </a:cubicBezTo>
                        <a:lnTo>
                          <a:pt x="371955" y="621"/>
                        </a:lnTo>
                        <a:close/>
                        <a:moveTo>
                          <a:pt x="148118" y="95871"/>
                        </a:moveTo>
                        <a:cubicBezTo>
                          <a:pt x="140498" y="95871"/>
                          <a:pt x="133830" y="102539"/>
                          <a:pt x="133830" y="110159"/>
                        </a:cubicBezTo>
                        <a:cubicBezTo>
                          <a:pt x="133830" y="117779"/>
                          <a:pt x="140498" y="124446"/>
                          <a:pt x="148118" y="124446"/>
                        </a:cubicBezTo>
                        <a:cubicBezTo>
                          <a:pt x="155737" y="124446"/>
                          <a:pt x="162405" y="117779"/>
                          <a:pt x="162405" y="110159"/>
                        </a:cubicBezTo>
                        <a:cubicBezTo>
                          <a:pt x="162405" y="102539"/>
                          <a:pt x="155737" y="95871"/>
                          <a:pt x="148118" y="958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40" name="直线连接符 73">
                  <a:extLst>
                    <a:ext uri="{FF2B5EF4-FFF2-40B4-BE49-F238E27FC236}">
                      <a16:creationId xmlns:a16="http://schemas.microsoft.com/office/drawing/2014/main" id="{F0148D41-0E84-8E4C-F17A-9213AC1307F1}"/>
                    </a:ext>
                  </a:extLst>
                </p:cNvPr>
                <p:cNvCxnSpPr>
                  <a:cxnSpLocks/>
                </p:cNvCxnSpPr>
                <p:nvPr/>
              </p:nvCxnSpPr>
              <p:spPr>
                <a:xfrm>
                  <a:off x="3941265" y="2828581"/>
                  <a:ext cx="0" cy="494025"/>
                </a:xfrm>
                <a:prstGeom prst="line">
                  <a:avLst/>
                </a:prstGeom>
                <a:ln w="31750">
                  <a:solidFill>
                    <a:schemeClr val="accent2"/>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327E2F6B-4241-87E9-9284-DE740BDBE1B6}"/>
                  </a:ext>
                </a:extLst>
              </p:cNvPr>
              <p:cNvGrpSpPr/>
              <p:nvPr/>
            </p:nvGrpSpPr>
            <p:grpSpPr>
              <a:xfrm>
                <a:off x="5034082" y="2176615"/>
                <a:ext cx="2123827" cy="3957488"/>
                <a:chOff x="5034082" y="2176615"/>
                <a:chExt cx="2123827" cy="3957488"/>
              </a:xfrm>
            </p:grpSpPr>
            <p:grpSp>
              <p:nvGrpSpPr>
                <p:cNvPr id="31" name="组合 7">
                  <a:extLst>
                    <a:ext uri="{FF2B5EF4-FFF2-40B4-BE49-F238E27FC236}">
                      <a16:creationId xmlns:a16="http://schemas.microsoft.com/office/drawing/2014/main" id="{81B6193B-51EC-A4D8-1BDA-DB0BB2CAB94B}"/>
                    </a:ext>
                  </a:extLst>
                </p:cNvPr>
                <p:cNvGrpSpPr>
                  <a:grpSpLocks noChangeAspect="1"/>
                </p:cNvGrpSpPr>
                <p:nvPr/>
              </p:nvGrpSpPr>
              <p:grpSpPr>
                <a:xfrm>
                  <a:off x="5034082" y="2176615"/>
                  <a:ext cx="2123827" cy="3957488"/>
                  <a:chOff x="4841906" y="138860"/>
                  <a:chExt cx="2495482" cy="4650021"/>
                </a:xfrm>
              </p:grpSpPr>
              <p:sp>
                <p:nvSpPr>
                  <p:cNvPr id="33" name="矩形: 圆顶角 1">
                    <a:extLst>
                      <a:ext uri="{FF2B5EF4-FFF2-40B4-BE49-F238E27FC236}">
                        <a16:creationId xmlns:a16="http://schemas.microsoft.com/office/drawing/2014/main" id="{BCA55E97-8549-E2D7-7E85-A5495635C9EB}"/>
                      </a:ext>
                    </a:extLst>
                  </p:cNvPr>
                  <p:cNvSpPr>
                    <a:spLocks/>
                  </p:cNvSpPr>
                  <p:nvPr/>
                </p:nvSpPr>
                <p:spPr>
                  <a:xfrm flipH="1">
                    <a:off x="4841906" y="1866487"/>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34" name="Bullet3">
                    <a:extLst>
                      <a:ext uri="{FF2B5EF4-FFF2-40B4-BE49-F238E27FC236}">
                        <a16:creationId xmlns:a16="http://schemas.microsoft.com/office/drawing/2014/main" id="{413EAA2F-70A2-8A58-6E82-E6AA06B6577D}"/>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35" name="Text3">
                    <a:extLst>
                      <a:ext uri="{FF2B5EF4-FFF2-40B4-BE49-F238E27FC236}">
                        <a16:creationId xmlns:a16="http://schemas.microsoft.com/office/drawing/2014/main" id="{03C6DF58-46F6-A4EB-950B-5915CEE77A6E}"/>
                      </a:ext>
                    </a:extLst>
                  </p:cNvPr>
                  <p:cNvSpPr txBox="1"/>
                  <p:nvPr/>
                </p:nvSpPr>
                <p:spPr>
                  <a:xfrm>
                    <a:off x="4962204" y="2975578"/>
                    <a:ext cx="2254897" cy="1487627"/>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36" name="Number3">
                    <a:extLst>
                      <a:ext uri="{FF2B5EF4-FFF2-40B4-BE49-F238E27FC236}">
                        <a16:creationId xmlns:a16="http://schemas.microsoft.com/office/drawing/2014/main" id="{FAA33261-5C8B-D9B8-896C-7DDB2C0B9E27}"/>
                      </a:ext>
                    </a:extLst>
                  </p:cNvPr>
                  <p:cNvSpPr/>
                  <p:nvPr/>
                </p:nvSpPr>
                <p:spPr>
                  <a:xfrm>
                    <a:off x="4962200" y="138860"/>
                    <a:ext cx="2254901" cy="710912"/>
                  </a:xfrm>
                  <a:prstGeom prst="chevron">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400" b="1" dirty="0">
                        <a:solidFill>
                          <a:srgbClr val="FFFFFF"/>
                        </a:solidFill>
                        <a:cs typeface="+mn-ea"/>
                      </a:rPr>
                      <a:t>03</a:t>
                    </a:r>
                    <a:endParaRPr lang="zh-CN" altLang="en-US" sz="2400" b="1" dirty="0">
                      <a:solidFill>
                        <a:srgbClr val="FFFFFF"/>
                      </a:solidFill>
                      <a:cs typeface="+mn-ea"/>
                    </a:endParaRPr>
                  </a:p>
                </p:txBody>
              </p:sp>
              <p:sp>
                <p:nvSpPr>
                  <p:cNvPr id="37" name="IconBackground3">
                    <a:extLst>
                      <a:ext uri="{FF2B5EF4-FFF2-40B4-BE49-F238E27FC236}">
                        <a16:creationId xmlns:a16="http://schemas.microsoft.com/office/drawing/2014/main" id="{A02DF8AE-5C1A-6F05-D9A1-23EA360784A0}"/>
                      </a:ext>
                    </a:extLst>
                  </p:cNvPr>
                  <p:cNvSpPr txBox="1">
                    <a:spLocks noChangeAspect="1"/>
                  </p:cNvSpPr>
                  <p:nvPr/>
                </p:nvSpPr>
                <p:spPr>
                  <a:xfrm>
                    <a:off x="5819652" y="1485392"/>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38" name="Icon3">
                    <a:extLst>
                      <a:ext uri="{FF2B5EF4-FFF2-40B4-BE49-F238E27FC236}">
                        <a16:creationId xmlns:a16="http://schemas.microsoft.com/office/drawing/2014/main" id="{F80A1F37-1588-63FC-B030-9E870DF7D398}"/>
                      </a:ext>
                    </a:extLst>
                  </p:cNvPr>
                  <p:cNvSpPr/>
                  <p:nvPr/>
                </p:nvSpPr>
                <p:spPr>
                  <a:xfrm>
                    <a:off x="5976538" y="1644299"/>
                    <a:ext cx="226228" cy="222187"/>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599 h 523875"/>
                      <a:gd name="connsiteX30" fmla="*/ 11342 w 533400"/>
                      <a:gd name="connsiteY30" fmla="*/ 175881 h 523875"/>
                      <a:gd name="connsiteX31" fmla="*/ 56109 w 533400"/>
                      <a:gd name="connsiteY31" fmla="*/ 127304 h 523875"/>
                      <a:gd name="connsiteX32" fmla="*/ 8373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957" y="276846"/>
                          <a:pt x="372339" y="289229"/>
                          <a:pt x="372339" y="305421"/>
                        </a:cubicBezTo>
                        <a:lnTo>
                          <a:pt x="372339" y="495921"/>
                        </a:lnTo>
                        <a:cubicBezTo>
                          <a:pt x="372339" y="512114"/>
                          <a:pt x="359957" y="524496"/>
                          <a:pt x="343764" y="524496"/>
                        </a:cubicBezTo>
                        <a:lnTo>
                          <a:pt x="191364" y="524496"/>
                        </a:lnTo>
                        <a:cubicBezTo>
                          <a:pt x="175171" y="524496"/>
                          <a:pt x="162789" y="512114"/>
                          <a:pt x="162789" y="495921"/>
                        </a:cubicBezTo>
                        <a:lnTo>
                          <a:pt x="162789" y="305421"/>
                        </a:lnTo>
                        <a:cubicBezTo>
                          <a:pt x="162789" y="289229"/>
                          <a:pt x="175171" y="276846"/>
                          <a:pt x="191364" y="276846"/>
                        </a:cubicBezTo>
                        <a:lnTo>
                          <a:pt x="343764" y="276846"/>
                        </a:lnTo>
                        <a:close/>
                        <a:moveTo>
                          <a:pt x="143739" y="114921"/>
                        </a:moveTo>
                        <a:cubicBezTo>
                          <a:pt x="143739" y="134924"/>
                          <a:pt x="159932" y="152069"/>
                          <a:pt x="179934" y="153021"/>
                        </a:cubicBezTo>
                        <a:lnTo>
                          <a:pt x="181839" y="153021"/>
                        </a:lnTo>
                        <a:lnTo>
                          <a:pt x="353289" y="153021"/>
                        </a:lnTo>
                        <a:cubicBezTo>
                          <a:pt x="373292" y="153021"/>
                          <a:pt x="390436" y="136829"/>
                          <a:pt x="391389" y="116826"/>
                        </a:cubicBezTo>
                        <a:lnTo>
                          <a:pt x="391389" y="114921"/>
                        </a:lnTo>
                        <a:lnTo>
                          <a:pt x="505689" y="114921"/>
                        </a:lnTo>
                        <a:cubicBezTo>
                          <a:pt x="521882" y="114921"/>
                          <a:pt x="534264" y="127304"/>
                          <a:pt x="534264" y="143496"/>
                        </a:cubicBezTo>
                        <a:lnTo>
                          <a:pt x="534264" y="381621"/>
                        </a:lnTo>
                        <a:cubicBezTo>
                          <a:pt x="534264" y="397814"/>
                          <a:pt x="521882" y="410196"/>
                          <a:pt x="505689" y="410196"/>
                        </a:cubicBezTo>
                        <a:lnTo>
                          <a:pt x="391389" y="410196"/>
                        </a:lnTo>
                        <a:lnTo>
                          <a:pt x="391389" y="295896"/>
                        </a:lnTo>
                        <a:cubicBezTo>
                          <a:pt x="391389" y="275894"/>
                          <a:pt x="375196" y="258749"/>
                          <a:pt x="355194" y="257796"/>
                        </a:cubicBezTo>
                        <a:lnTo>
                          <a:pt x="353289" y="257796"/>
                        </a:lnTo>
                        <a:lnTo>
                          <a:pt x="181839" y="257796"/>
                        </a:lnTo>
                        <a:cubicBezTo>
                          <a:pt x="161836" y="257796"/>
                          <a:pt x="144692" y="273989"/>
                          <a:pt x="143739" y="293991"/>
                        </a:cubicBezTo>
                        <a:lnTo>
                          <a:pt x="143739" y="295896"/>
                        </a:lnTo>
                        <a:lnTo>
                          <a:pt x="143739" y="410196"/>
                        </a:lnTo>
                        <a:lnTo>
                          <a:pt x="29439" y="410196"/>
                        </a:lnTo>
                        <a:cubicBezTo>
                          <a:pt x="13246" y="410196"/>
                          <a:pt x="864" y="397814"/>
                          <a:pt x="864" y="381621"/>
                        </a:cubicBezTo>
                        <a:lnTo>
                          <a:pt x="864" y="201599"/>
                        </a:lnTo>
                        <a:cubicBezTo>
                          <a:pt x="864" y="192074"/>
                          <a:pt x="4674" y="182549"/>
                          <a:pt x="11342" y="175881"/>
                        </a:cubicBezTo>
                        <a:lnTo>
                          <a:pt x="56109" y="127304"/>
                        </a:lnTo>
                        <a:cubicBezTo>
                          <a:pt x="63729" y="119684"/>
                          <a:pt x="73254" y="114921"/>
                          <a:pt x="83732" y="114921"/>
                        </a:cubicBezTo>
                        <a:lnTo>
                          <a:pt x="143739" y="114921"/>
                        </a:lnTo>
                        <a:close/>
                        <a:moveTo>
                          <a:pt x="462827" y="172071"/>
                        </a:moveTo>
                        <a:cubicBezTo>
                          <a:pt x="455207" y="172071"/>
                          <a:pt x="448539" y="178739"/>
                          <a:pt x="448539" y="186359"/>
                        </a:cubicBezTo>
                        <a:cubicBezTo>
                          <a:pt x="448539" y="193979"/>
                          <a:pt x="455207" y="200646"/>
                          <a:pt x="462827" y="200646"/>
                        </a:cubicBezTo>
                        <a:cubicBezTo>
                          <a:pt x="470446" y="200646"/>
                          <a:pt x="477114" y="193979"/>
                          <a:pt x="477114" y="186359"/>
                        </a:cubicBezTo>
                        <a:cubicBezTo>
                          <a:pt x="477114" y="178739"/>
                          <a:pt x="470446" y="172071"/>
                          <a:pt x="462827" y="172071"/>
                        </a:cubicBezTo>
                        <a:close/>
                        <a:moveTo>
                          <a:pt x="343764" y="621"/>
                        </a:moveTo>
                        <a:cubicBezTo>
                          <a:pt x="359957" y="621"/>
                          <a:pt x="372339" y="13004"/>
                          <a:pt x="372339" y="29196"/>
                        </a:cubicBezTo>
                        <a:lnTo>
                          <a:pt x="372339" y="105396"/>
                        </a:lnTo>
                        <a:cubicBezTo>
                          <a:pt x="372339" y="121589"/>
                          <a:pt x="359957" y="133971"/>
                          <a:pt x="343764" y="133971"/>
                        </a:cubicBezTo>
                        <a:lnTo>
                          <a:pt x="191364" y="133971"/>
                        </a:lnTo>
                        <a:cubicBezTo>
                          <a:pt x="175171" y="133971"/>
                          <a:pt x="162789" y="121589"/>
                          <a:pt x="162789" y="105396"/>
                        </a:cubicBezTo>
                        <a:lnTo>
                          <a:pt x="162789" y="29196"/>
                        </a:lnTo>
                        <a:cubicBezTo>
                          <a:pt x="162789" y="13004"/>
                          <a:pt x="175171" y="621"/>
                          <a:pt x="191364" y="621"/>
                        </a:cubicBezTo>
                        <a:lnTo>
                          <a:pt x="343764" y="621"/>
                        </a:ln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32" name="直线连接符 74">
                  <a:extLst>
                    <a:ext uri="{FF2B5EF4-FFF2-40B4-BE49-F238E27FC236}">
                      <a16:creationId xmlns:a16="http://schemas.microsoft.com/office/drawing/2014/main" id="{B5C18C94-83A5-5F63-8915-36F7BB576D18}"/>
                    </a:ext>
                  </a:extLst>
                </p:cNvPr>
                <p:cNvCxnSpPr>
                  <a:cxnSpLocks/>
                </p:cNvCxnSpPr>
                <p:nvPr/>
              </p:nvCxnSpPr>
              <p:spPr>
                <a:xfrm flipH="1">
                  <a:off x="6113012" y="2828581"/>
                  <a:ext cx="1104" cy="494025"/>
                </a:xfrm>
                <a:prstGeom prst="line">
                  <a:avLst/>
                </a:prstGeom>
                <a:ln w="31750">
                  <a:solidFill>
                    <a:schemeClr val="accent3"/>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7A92920E-AE0D-7BCB-ECE9-8E9EC16B8203}"/>
                  </a:ext>
                </a:extLst>
              </p:cNvPr>
              <p:cNvGrpSpPr/>
              <p:nvPr/>
            </p:nvGrpSpPr>
            <p:grpSpPr>
              <a:xfrm>
                <a:off x="7215440" y="2176614"/>
                <a:ext cx="2123827" cy="3957485"/>
                <a:chOff x="7215440" y="2176614"/>
                <a:chExt cx="2123827" cy="3957485"/>
              </a:xfrm>
            </p:grpSpPr>
            <p:grpSp>
              <p:nvGrpSpPr>
                <p:cNvPr id="23" name="组合 7">
                  <a:extLst>
                    <a:ext uri="{FF2B5EF4-FFF2-40B4-BE49-F238E27FC236}">
                      <a16:creationId xmlns:a16="http://schemas.microsoft.com/office/drawing/2014/main" id="{8FB019C0-8BCE-4878-1CEA-4AE036388A2D}"/>
                    </a:ext>
                  </a:extLst>
                </p:cNvPr>
                <p:cNvGrpSpPr>
                  <a:grpSpLocks noChangeAspect="1"/>
                </p:cNvGrpSpPr>
                <p:nvPr/>
              </p:nvGrpSpPr>
              <p:grpSpPr>
                <a:xfrm>
                  <a:off x="7215440" y="2176614"/>
                  <a:ext cx="2123827" cy="3957485"/>
                  <a:chOff x="4841906" y="138857"/>
                  <a:chExt cx="2495482" cy="4650020"/>
                </a:xfrm>
              </p:grpSpPr>
              <p:sp>
                <p:nvSpPr>
                  <p:cNvPr id="25" name="矩形: 圆顶角 39">
                    <a:extLst>
                      <a:ext uri="{FF2B5EF4-FFF2-40B4-BE49-F238E27FC236}">
                        <a16:creationId xmlns:a16="http://schemas.microsoft.com/office/drawing/2014/main" id="{E23039FE-DBEB-11D7-ED60-5E2A4ACCBEEC}"/>
                      </a:ext>
                    </a:extLst>
                  </p:cNvPr>
                  <p:cNvSpPr>
                    <a:spLocks/>
                  </p:cNvSpPr>
                  <p:nvPr/>
                </p:nvSpPr>
                <p:spPr>
                  <a:xfrm flipH="1">
                    <a:off x="4841906" y="1866483"/>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p>
                </p:txBody>
              </p:sp>
              <p:sp>
                <p:nvSpPr>
                  <p:cNvPr id="26" name="Bullet4">
                    <a:extLst>
                      <a:ext uri="{FF2B5EF4-FFF2-40B4-BE49-F238E27FC236}">
                        <a16:creationId xmlns:a16="http://schemas.microsoft.com/office/drawing/2014/main" id="{E8C5297B-5E59-B345-5F19-ADBE82917F8C}"/>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7" name="Text4">
                    <a:extLst>
                      <a:ext uri="{FF2B5EF4-FFF2-40B4-BE49-F238E27FC236}">
                        <a16:creationId xmlns:a16="http://schemas.microsoft.com/office/drawing/2014/main" id="{1BA3F7A5-972F-4D90-6A57-983431B1282A}"/>
                      </a:ext>
                    </a:extLst>
                  </p:cNvPr>
                  <p:cNvSpPr txBox="1"/>
                  <p:nvPr/>
                </p:nvSpPr>
                <p:spPr>
                  <a:xfrm>
                    <a:off x="4962204" y="2975579"/>
                    <a:ext cx="2254897" cy="1487626"/>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8" name="Number4">
                    <a:extLst>
                      <a:ext uri="{FF2B5EF4-FFF2-40B4-BE49-F238E27FC236}">
                        <a16:creationId xmlns:a16="http://schemas.microsoft.com/office/drawing/2014/main" id="{E2EE1046-E064-3A3B-BAF6-D635EF0DD7DA}"/>
                      </a:ext>
                    </a:extLst>
                  </p:cNvPr>
                  <p:cNvSpPr/>
                  <p:nvPr/>
                </p:nvSpPr>
                <p:spPr>
                  <a:xfrm>
                    <a:off x="4964795" y="138857"/>
                    <a:ext cx="2249712" cy="710912"/>
                  </a:xfrm>
                  <a:prstGeom prst="chevron">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dirty="0">
                        <a:solidFill>
                          <a:srgbClr val="FFFFFF"/>
                        </a:solidFill>
                        <a:cs typeface="+mn-ea"/>
                      </a:rPr>
                      <a:t>04</a:t>
                    </a:r>
                    <a:endParaRPr lang="zh-CN" altLang="en-US" sz="2400" b="1" dirty="0">
                      <a:solidFill>
                        <a:srgbClr val="FFFFFF"/>
                      </a:solidFill>
                      <a:cs typeface="+mn-ea"/>
                    </a:endParaRPr>
                  </a:p>
                </p:txBody>
              </p:sp>
              <p:sp>
                <p:nvSpPr>
                  <p:cNvPr id="29" name="IconBackground4">
                    <a:extLst>
                      <a:ext uri="{FF2B5EF4-FFF2-40B4-BE49-F238E27FC236}">
                        <a16:creationId xmlns:a16="http://schemas.microsoft.com/office/drawing/2014/main" id="{02ABF82D-D2A0-D4E0-724D-965BA14FA623}"/>
                      </a:ext>
                    </a:extLst>
                  </p:cNvPr>
                  <p:cNvSpPr txBox="1">
                    <a:spLocks noChangeAspect="1"/>
                  </p:cNvSpPr>
                  <p:nvPr/>
                </p:nvSpPr>
                <p:spPr>
                  <a:xfrm>
                    <a:off x="5819652" y="1485392"/>
                    <a:ext cx="540000" cy="540000"/>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defPPr>
                      <a:defRPr lang="en-US"/>
                    </a:defPPr>
                    <a:lvl1pPr algn="ctr">
                      <a:defRPr sz="2400" b="1">
                        <a:solidFill>
                          <a:srgbClr val="FFFFFF"/>
                        </a:solidFill>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sym typeface="Arial" panose="020B0604020202020204" pitchFamily="34" charset="0"/>
                    </a:endParaRPr>
                  </a:p>
                </p:txBody>
              </p:sp>
              <p:sp>
                <p:nvSpPr>
                  <p:cNvPr id="30" name="Icon4">
                    <a:extLst>
                      <a:ext uri="{FF2B5EF4-FFF2-40B4-BE49-F238E27FC236}">
                        <a16:creationId xmlns:a16="http://schemas.microsoft.com/office/drawing/2014/main" id="{FCE6BD36-FC75-C02B-E631-1EF8FAB02117}"/>
                      </a:ext>
                    </a:extLst>
                  </p:cNvPr>
                  <p:cNvSpPr/>
                  <p:nvPr/>
                </p:nvSpPr>
                <p:spPr>
                  <a:xfrm>
                    <a:off x="5976538" y="1660561"/>
                    <a:ext cx="226228" cy="189660"/>
                  </a:xfrm>
                  <a:custGeom>
                    <a:avLst/>
                    <a:gdLst>
                      <a:gd name="T0" fmla="*/ 2623 w 2768"/>
                      <a:gd name="T1" fmla="*/ 1207 h 2324"/>
                      <a:gd name="T2" fmla="*/ 2529 w 2768"/>
                      <a:gd name="T3" fmla="*/ 2116 h 2324"/>
                      <a:gd name="T4" fmla="*/ 2298 w 2768"/>
                      <a:gd name="T5" fmla="*/ 2324 h 2324"/>
                      <a:gd name="T6" fmla="*/ 470 w 2768"/>
                      <a:gd name="T7" fmla="*/ 2324 h 2324"/>
                      <a:gd name="T8" fmla="*/ 239 w 2768"/>
                      <a:gd name="T9" fmla="*/ 2116 h 2324"/>
                      <a:gd name="T10" fmla="*/ 145 w 2768"/>
                      <a:gd name="T11" fmla="*/ 1207 h 2324"/>
                      <a:gd name="T12" fmla="*/ 170 w 2768"/>
                      <a:gd name="T13" fmla="*/ 1130 h 2324"/>
                      <a:gd name="T14" fmla="*/ 244 w 2768"/>
                      <a:gd name="T15" fmla="*/ 1097 h 2324"/>
                      <a:gd name="T16" fmla="*/ 2524 w 2768"/>
                      <a:gd name="T17" fmla="*/ 1097 h 2324"/>
                      <a:gd name="T18" fmla="*/ 2598 w 2768"/>
                      <a:gd name="T19" fmla="*/ 1130 h 2324"/>
                      <a:gd name="T20" fmla="*/ 2623 w 2768"/>
                      <a:gd name="T21" fmla="*/ 1207 h 2324"/>
                      <a:gd name="T22" fmla="*/ 2762 w 2768"/>
                      <a:gd name="T23" fmla="*/ 588 h 2324"/>
                      <a:gd name="T24" fmla="*/ 2722 w 2768"/>
                      <a:gd name="T25" fmla="*/ 814 h 2324"/>
                      <a:gd name="T26" fmla="*/ 2624 w 2768"/>
                      <a:gd name="T27" fmla="*/ 897 h 2324"/>
                      <a:gd name="T28" fmla="*/ 157 w 2768"/>
                      <a:gd name="T29" fmla="*/ 897 h 2324"/>
                      <a:gd name="T30" fmla="*/ 60 w 2768"/>
                      <a:gd name="T31" fmla="*/ 820 h 2324"/>
                      <a:gd name="T32" fmla="*/ 7 w 2768"/>
                      <a:gd name="T33" fmla="*/ 593 h 2324"/>
                      <a:gd name="T34" fmla="*/ 26 w 2768"/>
                      <a:gd name="T35" fmla="*/ 508 h 2324"/>
                      <a:gd name="T36" fmla="*/ 104 w 2768"/>
                      <a:gd name="T37" fmla="*/ 470 h 2324"/>
                      <a:gd name="T38" fmla="*/ 904 w 2768"/>
                      <a:gd name="T39" fmla="*/ 470 h 2324"/>
                      <a:gd name="T40" fmla="*/ 904 w 2768"/>
                      <a:gd name="T41" fmla="*/ 100 h 2324"/>
                      <a:gd name="T42" fmla="*/ 1004 w 2768"/>
                      <a:gd name="T43" fmla="*/ 0 h 2324"/>
                      <a:gd name="T44" fmla="*/ 1764 w 2768"/>
                      <a:gd name="T45" fmla="*/ 0 h 2324"/>
                      <a:gd name="T46" fmla="*/ 1864 w 2768"/>
                      <a:gd name="T47" fmla="*/ 100 h 2324"/>
                      <a:gd name="T48" fmla="*/ 1864 w 2768"/>
                      <a:gd name="T49" fmla="*/ 470 h 2324"/>
                      <a:gd name="T50" fmla="*/ 2664 w 2768"/>
                      <a:gd name="T51" fmla="*/ 470 h 2324"/>
                      <a:gd name="T52" fmla="*/ 2741 w 2768"/>
                      <a:gd name="T53" fmla="*/ 506 h 2324"/>
                      <a:gd name="T54" fmla="*/ 2762 w 2768"/>
                      <a:gd name="T55" fmla="*/ 588 h 2324"/>
                      <a:gd name="T56" fmla="*/ 1104 w 2768"/>
                      <a:gd name="T57" fmla="*/ 470 h 2324"/>
                      <a:gd name="T58" fmla="*/ 1664 w 2768"/>
                      <a:gd name="T59" fmla="*/ 470 h 2324"/>
                      <a:gd name="T60" fmla="*/ 1664 w 2768"/>
                      <a:gd name="T61" fmla="*/ 200 h 2324"/>
                      <a:gd name="T62" fmla="*/ 1104 w 2768"/>
                      <a:gd name="T63" fmla="*/ 200 h 2324"/>
                      <a:gd name="T64" fmla="*/ 1104 w 2768"/>
                      <a:gd name="T65" fmla="*/ 470 h 2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68" h="2324">
                        <a:moveTo>
                          <a:pt x="2623" y="1207"/>
                        </a:moveTo>
                        <a:lnTo>
                          <a:pt x="2529" y="2116"/>
                        </a:lnTo>
                        <a:cubicBezTo>
                          <a:pt x="2517" y="2234"/>
                          <a:pt x="2418" y="2324"/>
                          <a:pt x="2298" y="2324"/>
                        </a:cubicBezTo>
                        <a:lnTo>
                          <a:pt x="470" y="2324"/>
                        </a:lnTo>
                        <a:cubicBezTo>
                          <a:pt x="350" y="2324"/>
                          <a:pt x="251" y="2234"/>
                          <a:pt x="239" y="2116"/>
                        </a:cubicBezTo>
                        <a:lnTo>
                          <a:pt x="145" y="1207"/>
                        </a:lnTo>
                        <a:cubicBezTo>
                          <a:pt x="142" y="1179"/>
                          <a:pt x="151" y="1151"/>
                          <a:pt x="170" y="1130"/>
                        </a:cubicBezTo>
                        <a:cubicBezTo>
                          <a:pt x="189" y="1109"/>
                          <a:pt x="216" y="1097"/>
                          <a:pt x="244" y="1097"/>
                        </a:cubicBezTo>
                        <a:lnTo>
                          <a:pt x="2524" y="1097"/>
                        </a:lnTo>
                        <a:cubicBezTo>
                          <a:pt x="2552" y="1097"/>
                          <a:pt x="2579" y="1109"/>
                          <a:pt x="2598" y="1130"/>
                        </a:cubicBezTo>
                        <a:cubicBezTo>
                          <a:pt x="2617" y="1151"/>
                          <a:pt x="2626" y="1179"/>
                          <a:pt x="2623" y="1207"/>
                        </a:cubicBezTo>
                        <a:close/>
                        <a:moveTo>
                          <a:pt x="2762" y="588"/>
                        </a:moveTo>
                        <a:lnTo>
                          <a:pt x="2722" y="814"/>
                        </a:lnTo>
                        <a:cubicBezTo>
                          <a:pt x="2714" y="862"/>
                          <a:pt x="2673" y="897"/>
                          <a:pt x="2624" y="897"/>
                        </a:cubicBezTo>
                        <a:lnTo>
                          <a:pt x="157" y="897"/>
                        </a:lnTo>
                        <a:cubicBezTo>
                          <a:pt x="111" y="897"/>
                          <a:pt x="71" y="865"/>
                          <a:pt x="60" y="820"/>
                        </a:cubicBezTo>
                        <a:lnTo>
                          <a:pt x="7" y="593"/>
                        </a:lnTo>
                        <a:cubicBezTo>
                          <a:pt x="0" y="564"/>
                          <a:pt x="7" y="532"/>
                          <a:pt x="26" y="508"/>
                        </a:cubicBezTo>
                        <a:cubicBezTo>
                          <a:pt x="45" y="484"/>
                          <a:pt x="73" y="470"/>
                          <a:pt x="104" y="470"/>
                        </a:cubicBezTo>
                        <a:lnTo>
                          <a:pt x="904" y="470"/>
                        </a:lnTo>
                        <a:lnTo>
                          <a:pt x="904" y="100"/>
                        </a:lnTo>
                        <a:cubicBezTo>
                          <a:pt x="904" y="45"/>
                          <a:pt x="949" y="0"/>
                          <a:pt x="1004" y="0"/>
                        </a:cubicBezTo>
                        <a:lnTo>
                          <a:pt x="1764" y="0"/>
                        </a:lnTo>
                        <a:cubicBezTo>
                          <a:pt x="1819" y="0"/>
                          <a:pt x="1864" y="45"/>
                          <a:pt x="1864" y="100"/>
                        </a:cubicBezTo>
                        <a:lnTo>
                          <a:pt x="1864" y="470"/>
                        </a:lnTo>
                        <a:lnTo>
                          <a:pt x="2664" y="470"/>
                        </a:lnTo>
                        <a:cubicBezTo>
                          <a:pt x="2694" y="470"/>
                          <a:pt x="2722" y="483"/>
                          <a:pt x="2741" y="506"/>
                        </a:cubicBezTo>
                        <a:cubicBezTo>
                          <a:pt x="2760" y="529"/>
                          <a:pt x="2768" y="559"/>
                          <a:pt x="2762" y="588"/>
                        </a:cubicBezTo>
                        <a:close/>
                        <a:moveTo>
                          <a:pt x="1104" y="470"/>
                        </a:moveTo>
                        <a:lnTo>
                          <a:pt x="1664" y="470"/>
                        </a:lnTo>
                        <a:lnTo>
                          <a:pt x="1664" y="200"/>
                        </a:lnTo>
                        <a:lnTo>
                          <a:pt x="1104" y="200"/>
                        </a:lnTo>
                        <a:lnTo>
                          <a:pt x="1104" y="470"/>
                        </a:ln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24" name="直线连接符 75">
                  <a:extLst>
                    <a:ext uri="{FF2B5EF4-FFF2-40B4-BE49-F238E27FC236}">
                      <a16:creationId xmlns:a16="http://schemas.microsoft.com/office/drawing/2014/main" id="{7F181902-BDAA-C21D-A75E-BD2778FA6125}"/>
                    </a:ext>
                  </a:extLst>
                </p:cNvPr>
                <p:cNvCxnSpPr>
                  <a:cxnSpLocks/>
                </p:cNvCxnSpPr>
                <p:nvPr/>
              </p:nvCxnSpPr>
              <p:spPr>
                <a:xfrm flipH="1">
                  <a:off x="8285863" y="2828581"/>
                  <a:ext cx="1104" cy="494025"/>
                </a:xfrm>
                <a:prstGeom prst="line">
                  <a:avLst/>
                </a:prstGeom>
                <a:ln w="31750">
                  <a:solidFill>
                    <a:schemeClr val="accent4"/>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0D93B9B2-2C37-FE74-F26B-756706FE3152}"/>
                  </a:ext>
                </a:extLst>
              </p:cNvPr>
              <p:cNvGrpSpPr/>
              <p:nvPr/>
            </p:nvGrpSpPr>
            <p:grpSpPr>
              <a:xfrm>
                <a:off x="9396800" y="2176614"/>
                <a:ext cx="2123827" cy="3957485"/>
                <a:chOff x="9396800" y="2176614"/>
                <a:chExt cx="2123827" cy="3957485"/>
              </a:xfrm>
            </p:grpSpPr>
            <p:grpSp>
              <p:nvGrpSpPr>
                <p:cNvPr id="15" name="组合 7">
                  <a:extLst>
                    <a:ext uri="{FF2B5EF4-FFF2-40B4-BE49-F238E27FC236}">
                      <a16:creationId xmlns:a16="http://schemas.microsoft.com/office/drawing/2014/main" id="{DE2E497C-005A-6E12-5364-EAB80D5F9A1D}"/>
                    </a:ext>
                  </a:extLst>
                </p:cNvPr>
                <p:cNvGrpSpPr>
                  <a:grpSpLocks noChangeAspect="1"/>
                </p:cNvGrpSpPr>
                <p:nvPr/>
              </p:nvGrpSpPr>
              <p:grpSpPr>
                <a:xfrm>
                  <a:off x="9396800" y="2176614"/>
                  <a:ext cx="2123827" cy="3957485"/>
                  <a:chOff x="4841906" y="138857"/>
                  <a:chExt cx="2495482" cy="4650020"/>
                </a:xfrm>
              </p:grpSpPr>
              <p:sp>
                <p:nvSpPr>
                  <p:cNvPr id="17" name="矩形: 圆顶角 46">
                    <a:extLst>
                      <a:ext uri="{FF2B5EF4-FFF2-40B4-BE49-F238E27FC236}">
                        <a16:creationId xmlns:a16="http://schemas.microsoft.com/office/drawing/2014/main" id="{FF845287-DD87-BC19-0904-49D6DAAC1743}"/>
                      </a:ext>
                    </a:extLst>
                  </p:cNvPr>
                  <p:cNvSpPr>
                    <a:spLocks/>
                  </p:cNvSpPr>
                  <p:nvPr/>
                </p:nvSpPr>
                <p:spPr>
                  <a:xfrm flipH="1">
                    <a:off x="4841906" y="1866483"/>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p>
                </p:txBody>
              </p:sp>
              <p:sp>
                <p:nvSpPr>
                  <p:cNvPr id="18" name="Bullet5">
                    <a:extLst>
                      <a:ext uri="{FF2B5EF4-FFF2-40B4-BE49-F238E27FC236}">
                        <a16:creationId xmlns:a16="http://schemas.microsoft.com/office/drawing/2014/main" id="{1D3E39B0-0138-B148-5AE6-37701E3991B7}"/>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9" name="Text5">
                    <a:extLst>
                      <a:ext uri="{FF2B5EF4-FFF2-40B4-BE49-F238E27FC236}">
                        <a16:creationId xmlns:a16="http://schemas.microsoft.com/office/drawing/2014/main" id="{DAF7598C-A63E-BBAB-C48F-3FA2BBFFE1E8}"/>
                      </a:ext>
                    </a:extLst>
                  </p:cNvPr>
                  <p:cNvSpPr txBox="1"/>
                  <p:nvPr/>
                </p:nvSpPr>
                <p:spPr>
                  <a:xfrm>
                    <a:off x="4962204" y="2975579"/>
                    <a:ext cx="2254897" cy="1487626"/>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0" name="Number5">
                    <a:extLst>
                      <a:ext uri="{FF2B5EF4-FFF2-40B4-BE49-F238E27FC236}">
                        <a16:creationId xmlns:a16="http://schemas.microsoft.com/office/drawing/2014/main" id="{D14C22E3-0CE0-83B3-E2D3-239EBCC5CE81}"/>
                      </a:ext>
                    </a:extLst>
                  </p:cNvPr>
                  <p:cNvSpPr/>
                  <p:nvPr/>
                </p:nvSpPr>
                <p:spPr>
                  <a:xfrm>
                    <a:off x="4962200" y="138857"/>
                    <a:ext cx="2254901" cy="710912"/>
                  </a:xfrm>
                  <a:prstGeom prst="chevron">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dirty="0">
                        <a:solidFill>
                          <a:srgbClr val="FFFFFF"/>
                        </a:solidFill>
                        <a:cs typeface="+mn-ea"/>
                      </a:rPr>
                      <a:t>05</a:t>
                    </a:r>
                    <a:endParaRPr lang="zh-CN" altLang="en-US" sz="2400" b="1" dirty="0">
                      <a:solidFill>
                        <a:srgbClr val="FFFFFF"/>
                      </a:solidFill>
                      <a:cs typeface="+mn-ea"/>
                    </a:endParaRPr>
                  </a:p>
                </p:txBody>
              </p:sp>
              <p:sp>
                <p:nvSpPr>
                  <p:cNvPr id="21" name="IconBackground5">
                    <a:extLst>
                      <a:ext uri="{FF2B5EF4-FFF2-40B4-BE49-F238E27FC236}">
                        <a16:creationId xmlns:a16="http://schemas.microsoft.com/office/drawing/2014/main" id="{319C484F-EE11-0C01-077A-742FC22A192C}"/>
                      </a:ext>
                    </a:extLst>
                  </p:cNvPr>
                  <p:cNvSpPr txBox="1">
                    <a:spLocks noChangeAspect="1"/>
                  </p:cNvSpPr>
                  <p:nvPr/>
                </p:nvSpPr>
                <p:spPr>
                  <a:xfrm>
                    <a:off x="5819652" y="1485392"/>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defPPr>
                      <a:defRPr lang="en-US"/>
                    </a:defPPr>
                    <a:lvl1pPr algn="ctr">
                      <a:defRPr sz="2400" b="1">
                        <a:solidFill>
                          <a:srgbClr val="FFFFFF"/>
                        </a:solidFill>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sym typeface="Arial" panose="020B0604020202020204" pitchFamily="34" charset="0"/>
                    </a:endParaRPr>
                  </a:p>
                </p:txBody>
              </p:sp>
              <p:sp>
                <p:nvSpPr>
                  <p:cNvPr id="22" name="Icon5">
                    <a:extLst>
                      <a:ext uri="{FF2B5EF4-FFF2-40B4-BE49-F238E27FC236}">
                        <a16:creationId xmlns:a16="http://schemas.microsoft.com/office/drawing/2014/main" id="{41DADC57-E9F3-0216-B202-D9F7CB6ADBBB}"/>
                      </a:ext>
                    </a:extLst>
                  </p:cNvPr>
                  <p:cNvSpPr/>
                  <p:nvPr/>
                </p:nvSpPr>
                <p:spPr>
                  <a:xfrm>
                    <a:off x="5976538" y="1660561"/>
                    <a:ext cx="226228" cy="189660"/>
                  </a:xfrm>
                  <a:custGeom>
                    <a:avLst/>
                    <a:gdLst>
                      <a:gd name="T0" fmla="*/ 2623 w 2768"/>
                      <a:gd name="T1" fmla="*/ 1207 h 2324"/>
                      <a:gd name="T2" fmla="*/ 2529 w 2768"/>
                      <a:gd name="T3" fmla="*/ 2116 h 2324"/>
                      <a:gd name="T4" fmla="*/ 2298 w 2768"/>
                      <a:gd name="T5" fmla="*/ 2324 h 2324"/>
                      <a:gd name="T6" fmla="*/ 470 w 2768"/>
                      <a:gd name="T7" fmla="*/ 2324 h 2324"/>
                      <a:gd name="T8" fmla="*/ 239 w 2768"/>
                      <a:gd name="T9" fmla="*/ 2116 h 2324"/>
                      <a:gd name="T10" fmla="*/ 145 w 2768"/>
                      <a:gd name="T11" fmla="*/ 1207 h 2324"/>
                      <a:gd name="T12" fmla="*/ 170 w 2768"/>
                      <a:gd name="T13" fmla="*/ 1130 h 2324"/>
                      <a:gd name="T14" fmla="*/ 244 w 2768"/>
                      <a:gd name="T15" fmla="*/ 1097 h 2324"/>
                      <a:gd name="T16" fmla="*/ 2524 w 2768"/>
                      <a:gd name="T17" fmla="*/ 1097 h 2324"/>
                      <a:gd name="T18" fmla="*/ 2598 w 2768"/>
                      <a:gd name="T19" fmla="*/ 1130 h 2324"/>
                      <a:gd name="T20" fmla="*/ 2623 w 2768"/>
                      <a:gd name="T21" fmla="*/ 1207 h 2324"/>
                      <a:gd name="T22" fmla="*/ 2762 w 2768"/>
                      <a:gd name="T23" fmla="*/ 588 h 2324"/>
                      <a:gd name="T24" fmla="*/ 2722 w 2768"/>
                      <a:gd name="T25" fmla="*/ 814 h 2324"/>
                      <a:gd name="T26" fmla="*/ 2624 w 2768"/>
                      <a:gd name="T27" fmla="*/ 897 h 2324"/>
                      <a:gd name="T28" fmla="*/ 157 w 2768"/>
                      <a:gd name="T29" fmla="*/ 897 h 2324"/>
                      <a:gd name="T30" fmla="*/ 60 w 2768"/>
                      <a:gd name="T31" fmla="*/ 820 h 2324"/>
                      <a:gd name="T32" fmla="*/ 7 w 2768"/>
                      <a:gd name="T33" fmla="*/ 593 h 2324"/>
                      <a:gd name="T34" fmla="*/ 26 w 2768"/>
                      <a:gd name="T35" fmla="*/ 508 h 2324"/>
                      <a:gd name="T36" fmla="*/ 104 w 2768"/>
                      <a:gd name="T37" fmla="*/ 470 h 2324"/>
                      <a:gd name="T38" fmla="*/ 904 w 2768"/>
                      <a:gd name="T39" fmla="*/ 470 h 2324"/>
                      <a:gd name="T40" fmla="*/ 904 w 2768"/>
                      <a:gd name="T41" fmla="*/ 100 h 2324"/>
                      <a:gd name="T42" fmla="*/ 1004 w 2768"/>
                      <a:gd name="T43" fmla="*/ 0 h 2324"/>
                      <a:gd name="T44" fmla="*/ 1764 w 2768"/>
                      <a:gd name="T45" fmla="*/ 0 h 2324"/>
                      <a:gd name="T46" fmla="*/ 1864 w 2768"/>
                      <a:gd name="T47" fmla="*/ 100 h 2324"/>
                      <a:gd name="T48" fmla="*/ 1864 w 2768"/>
                      <a:gd name="T49" fmla="*/ 470 h 2324"/>
                      <a:gd name="T50" fmla="*/ 2664 w 2768"/>
                      <a:gd name="T51" fmla="*/ 470 h 2324"/>
                      <a:gd name="T52" fmla="*/ 2741 w 2768"/>
                      <a:gd name="T53" fmla="*/ 506 h 2324"/>
                      <a:gd name="T54" fmla="*/ 2762 w 2768"/>
                      <a:gd name="T55" fmla="*/ 588 h 2324"/>
                      <a:gd name="T56" fmla="*/ 1104 w 2768"/>
                      <a:gd name="T57" fmla="*/ 470 h 2324"/>
                      <a:gd name="T58" fmla="*/ 1664 w 2768"/>
                      <a:gd name="T59" fmla="*/ 470 h 2324"/>
                      <a:gd name="T60" fmla="*/ 1664 w 2768"/>
                      <a:gd name="T61" fmla="*/ 200 h 2324"/>
                      <a:gd name="T62" fmla="*/ 1104 w 2768"/>
                      <a:gd name="T63" fmla="*/ 200 h 2324"/>
                      <a:gd name="T64" fmla="*/ 1104 w 2768"/>
                      <a:gd name="T65" fmla="*/ 470 h 2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68" h="2324">
                        <a:moveTo>
                          <a:pt x="2623" y="1207"/>
                        </a:moveTo>
                        <a:lnTo>
                          <a:pt x="2529" y="2116"/>
                        </a:lnTo>
                        <a:cubicBezTo>
                          <a:pt x="2517" y="2234"/>
                          <a:pt x="2418" y="2324"/>
                          <a:pt x="2298" y="2324"/>
                        </a:cubicBezTo>
                        <a:lnTo>
                          <a:pt x="470" y="2324"/>
                        </a:lnTo>
                        <a:cubicBezTo>
                          <a:pt x="350" y="2324"/>
                          <a:pt x="251" y="2234"/>
                          <a:pt x="239" y="2116"/>
                        </a:cubicBezTo>
                        <a:lnTo>
                          <a:pt x="145" y="1207"/>
                        </a:lnTo>
                        <a:cubicBezTo>
                          <a:pt x="142" y="1179"/>
                          <a:pt x="151" y="1151"/>
                          <a:pt x="170" y="1130"/>
                        </a:cubicBezTo>
                        <a:cubicBezTo>
                          <a:pt x="189" y="1109"/>
                          <a:pt x="216" y="1097"/>
                          <a:pt x="244" y="1097"/>
                        </a:cubicBezTo>
                        <a:lnTo>
                          <a:pt x="2524" y="1097"/>
                        </a:lnTo>
                        <a:cubicBezTo>
                          <a:pt x="2552" y="1097"/>
                          <a:pt x="2579" y="1109"/>
                          <a:pt x="2598" y="1130"/>
                        </a:cubicBezTo>
                        <a:cubicBezTo>
                          <a:pt x="2617" y="1151"/>
                          <a:pt x="2626" y="1179"/>
                          <a:pt x="2623" y="1207"/>
                        </a:cubicBezTo>
                        <a:close/>
                        <a:moveTo>
                          <a:pt x="2762" y="588"/>
                        </a:moveTo>
                        <a:lnTo>
                          <a:pt x="2722" y="814"/>
                        </a:lnTo>
                        <a:cubicBezTo>
                          <a:pt x="2714" y="862"/>
                          <a:pt x="2673" y="897"/>
                          <a:pt x="2624" y="897"/>
                        </a:cubicBezTo>
                        <a:lnTo>
                          <a:pt x="157" y="897"/>
                        </a:lnTo>
                        <a:cubicBezTo>
                          <a:pt x="111" y="897"/>
                          <a:pt x="71" y="865"/>
                          <a:pt x="60" y="820"/>
                        </a:cubicBezTo>
                        <a:lnTo>
                          <a:pt x="7" y="593"/>
                        </a:lnTo>
                        <a:cubicBezTo>
                          <a:pt x="0" y="564"/>
                          <a:pt x="7" y="532"/>
                          <a:pt x="26" y="508"/>
                        </a:cubicBezTo>
                        <a:cubicBezTo>
                          <a:pt x="45" y="484"/>
                          <a:pt x="73" y="470"/>
                          <a:pt x="104" y="470"/>
                        </a:cubicBezTo>
                        <a:lnTo>
                          <a:pt x="904" y="470"/>
                        </a:lnTo>
                        <a:lnTo>
                          <a:pt x="904" y="100"/>
                        </a:lnTo>
                        <a:cubicBezTo>
                          <a:pt x="904" y="45"/>
                          <a:pt x="949" y="0"/>
                          <a:pt x="1004" y="0"/>
                        </a:cubicBezTo>
                        <a:lnTo>
                          <a:pt x="1764" y="0"/>
                        </a:lnTo>
                        <a:cubicBezTo>
                          <a:pt x="1819" y="0"/>
                          <a:pt x="1864" y="45"/>
                          <a:pt x="1864" y="100"/>
                        </a:cubicBezTo>
                        <a:lnTo>
                          <a:pt x="1864" y="470"/>
                        </a:lnTo>
                        <a:lnTo>
                          <a:pt x="2664" y="470"/>
                        </a:lnTo>
                        <a:cubicBezTo>
                          <a:pt x="2694" y="470"/>
                          <a:pt x="2722" y="483"/>
                          <a:pt x="2741" y="506"/>
                        </a:cubicBezTo>
                        <a:cubicBezTo>
                          <a:pt x="2760" y="529"/>
                          <a:pt x="2768" y="559"/>
                          <a:pt x="2762" y="588"/>
                        </a:cubicBezTo>
                        <a:close/>
                        <a:moveTo>
                          <a:pt x="1104" y="470"/>
                        </a:moveTo>
                        <a:lnTo>
                          <a:pt x="1664" y="470"/>
                        </a:lnTo>
                        <a:lnTo>
                          <a:pt x="1664" y="200"/>
                        </a:lnTo>
                        <a:lnTo>
                          <a:pt x="1104" y="200"/>
                        </a:lnTo>
                        <a:lnTo>
                          <a:pt x="1104" y="470"/>
                        </a:ln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16" name="直线连接符 76">
                  <a:extLst>
                    <a:ext uri="{FF2B5EF4-FFF2-40B4-BE49-F238E27FC236}">
                      <a16:creationId xmlns:a16="http://schemas.microsoft.com/office/drawing/2014/main" id="{C2D44921-AB51-28E1-CF9E-05DB10D052C7}"/>
                    </a:ext>
                  </a:extLst>
                </p:cNvPr>
                <p:cNvCxnSpPr>
                  <a:cxnSpLocks/>
                </p:cNvCxnSpPr>
                <p:nvPr/>
              </p:nvCxnSpPr>
              <p:spPr>
                <a:xfrm flipH="1">
                  <a:off x="10458715" y="2828581"/>
                  <a:ext cx="3" cy="494025"/>
                </a:xfrm>
                <a:prstGeom prst="line">
                  <a:avLst/>
                </a:prstGeom>
                <a:ln w="31750">
                  <a:solidFill>
                    <a:schemeClr val="accent5"/>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sp>
            <p:nvSpPr>
              <p:cNvPr id="14" name="Title">
                <a:extLst>
                  <a:ext uri="{FF2B5EF4-FFF2-40B4-BE49-F238E27FC236}">
                    <a16:creationId xmlns:a16="http://schemas.microsoft.com/office/drawing/2014/main" id="{51C76B4E-88AE-A339-1956-0DFBC46BAC4B}"/>
                  </a:ext>
                </a:extLst>
              </p:cNvPr>
              <p:cNvSpPr>
                <a:spLocks noChangeAspect="1"/>
              </p:cNvSpPr>
              <p:nvPr/>
            </p:nvSpPr>
            <p:spPr>
              <a:xfrm>
                <a:off x="660400" y="1130299"/>
                <a:ext cx="10858500" cy="6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研究问题、假设与预期达成的目标</a:t>
                </a:r>
                <a:endParaRPr lang="en-US" altLang="zh-CN" sz="2400" b="1" dirty="0">
                  <a:solidFill>
                    <a:schemeClr val="tx1"/>
                  </a:solidFill>
                </a:endParaRPr>
              </a:p>
            </p:txBody>
          </p:sp>
        </p:grpSp>
        <p:grpSp>
          <p:nvGrpSpPr>
            <p:cNvPr id="5" name="组合 4">
              <a:extLst>
                <a:ext uri="{FF2B5EF4-FFF2-40B4-BE49-F238E27FC236}">
                  <a16:creationId xmlns:a16="http://schemas.microsoft.com/office/drawing/2014/main" id="{EE6B1E6B-23EF-1A3B-7FAB-94779ABB9DF9}"/>
                </a:ext>
              </a:extLst>
            </p:cNvPr>
            <p:cNvGrpSpPr/>
            <p:nvPr/>
          </p:nvGrpSpPr>
          <p:grpSpPr>
            <a:xfrm>
              <a:off x="0" y="6134099"/>
              <a:ext cx="12192000" cy="723901"/>
              <a:chOff x="0" y="5848663"/>
              <a:chExt cx="12192000" cy="1009338"/>
            </a:xfrm>
          </p:grpSpPr>
          <p:sp>
            <p:nvSpPr>
              <p:cNvPr id="6" name="矩形 5">
                <a:extLst>
                  <a:ext uri="{FF2B5EF4-FFF2-40B4-BE49-F238E27FC236}">
                    <a16:creationId xmlns:a16="http://schemas.microsoft.com/office/drawing/2014/main" id="{4A913D7F-F8F7-0BC3-B123-3A4B941C8485}"/>
                  </a:ext>
                </a:extLst>
              </p:cNvPr>
              <p:cNvSpPr>
                <a:spLocks noChangeAspect="1"/>
              </p:cNvSpPr>
              <p:nvPr/>
            </p:nvSpPr>
            <p:spPr>
              <a:xfrm>
                <a:off x="0" y="5848663"/>
                <a:ext cx="12192000" cy="1009337"/>
              </a:xfrm>
              <a:prstGeom prst="rect">
                <a:avLst/>
              </a:prstGeom>
              <a:gradFill flip="none" rotWithShape="1">
                <a:gsLst>
                  <a:gs pos="0">
                    <a:schemeClr val="accent1">
                      <a:lumMod val="60000"/>
                      <a:lumOff val="40000"/>
                      <a:alpha val="0"/>
                    </a:schemeClr>
                  </a:gs>
                  <a:gs pos="100000">
                    <a:schemeClr val="accent1"/>
                  </a:gs>
                </a:gsLst>
                <a:lin ang="27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accent1"/>
                  </a:solidFill>
                  <a:latin typeface="Arial" panose="020B0604020202020204" pitchFamily="34" charset="0"/>
                  <a:cs typeface="Arial" panose="020B0604020202020204" pitchFamily="34" charset="0"/>
                </a:endParaRPr>
              </a:p>
            </p:txBody>
          </p:sp>
          <p:sp>
            <p:nvSpPr>
              <p:cNvPr id="7" name="矩形 6">
                <a:extLst>
                  <a:ext uri="{FF2B5EF4-FFF2-40B4-BE49-F238E27FC236}">
                    <a16:creationId xmlns:a16="http://schemas.microsoft.com/office/drawing/2014/main" id="{49F112CD-AAB9-04B2-6687-656A5CC0C246}"/>
                  </a:ext>
                </a:extLst>
              </p:cNvPr>
              <p:cNvSpPr>
                <a:spLocks noChangeAspect="1"/>
              </p:cNvSpPr>
              <p:nvPr/>
            </p:nvSpPr>
            <p:spPr>
              <a:xfrm>
                <a:off x="0" y="5962394"/>
                <a:ext cx="12192000" cy="895607"/>
              </a:xfrm>
              <a:prstGeom prst="rect">
                <a:avLst/>
              </a:prstGeom>
              <a:gradFill flip="none" rotWithShape="1">
                <a:gsLst>
                  <a:gs pos="0">
                    <a:schemeClr val="accent2">
                      <a:lumMod val="60000"/>
                      <a:lumOff val="40000"/>
                    </a:schemeClr>
                  </a:gs>
                  <a:gs pos="71000">
                    <a:schemeClr val="accent1"/>
                  </a:gs>
                </a:gsLst>
                <a:lin ang="108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accent1"/>
                  </a:solidFill>
                  <a:latin typeface="Arial" panose="020B0604020202020204" pitchFamily="34" charset="0"/>
                  <a:cs typeface="Arial" panose="020B0604020202020204" pitchFamily="34" charset="0"/>
                </a:endParaRPr>
              </a:p>
            </p:txBody>
          </p:sp>
        </p:grpSp>
      </p:grpSp>
      <p:sp>
        <p:nvSpPr>
          <p:cNvPr id="2" name="标题 1">
            <a:extLst>
              <a:ext uri="{FF2B5EF4-FFF2-40B4-BE49-F238E27FC236}">
                <a16:creationId xmlns:a16="http://schemas.microsoft.com/office/drawing/2014/main" id="{E924BEC8-4803-2C6A-9C38-0399580E4945}"/>
              </a:ext>
            </a:extLst>
          </p:cNvPr>
          <p:cNvSpPr>
            <a:spLocks noGrp="1"/>
          </p:cNvSpPr>
          <p:nvPr>
            <p:ph type="title"/>
          </p:nvPr>
        </p:nvSpPr>
        <p:spPr/>
        <p:txBody>
          <a:bodyPr/>
          <a:lstStyle/>
          <a:p>
            <a:r>
              <a:rPr lang="zh-CN" altLang="en-US" dirty="0"/>
              <a:t>研究内容和目标</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0"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63" name="Group 1">
            <a:extLst>
              <a:ext uri="{FF2B5EF4-FFF2-40B4-BE49-F238E27FC236}">
                <a16:creationId xmlns:a16="http://schemas.microsoft.com/office/drawing/2014/main" id="{27E58778-6A00-3EBA-5E0C-243C5524CA11}"/>
              </a:ext>
            </a:extLst>
          </p:cNvPr>
          <p:cNvGrpSpPr/>
          <p:nvPr/>
        </p:nvGrpSpPr>
        <p:grpSpPr>
          <a:xfrm>
            <a:off x="660400" y="1318444"/>
            <a:ext cx="10858500" cy="4815656"/>
            <a:chOff x="660400" y="1318444"/>
            <a:chExt cx="10858500" cy="4815656"/>
          </a:xfrm>
        </p:grpSpPr>
        <p:cxnSp>
          <p:nvCxnSpPr>
            <p:cNvPr id="264" name="iśľíḍe">
              <a:extLst>
                <a:ext uri="{FF2B5EF4-FFF2-40B4-BE49-F238E27FC236}">
                  <a16:creationId xmlns:a16="http://schemas.microsoft.com/office/drawing/2014/main" id="{5DF48D04-5E77-6D56-A8B2-4A7D7BBF27AA}"/>
                </a:ext>
              </a:extLst>
            </p:cNvPr>
            <p:cNvCxnSpPr>
              <a:cxnSpLocks/>
            </p:cNvCxnSpPr>
            <p:nvPr/>
          </p:nvCxnSpPr>
          <p:spPr>
            <a:xfrm>
              <a:off x="2657315" y="3450461"/>
              <a:ext cx="1514326" cy="0"/>
            </a:xfrm>
            <a:prstGeom prst="line">
              <a:avLst/>
            </a:prstGeom>
            <a:ln w="3175" cap="rnd">
              <a:solidFill>
                <a:schemeClr val="accent1"/>
              </a:solidFill>
              <a:prstDash val="solid"/>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265" name="iṣľïḍe">
              <a:extLst>
                <a:ext uri="{FF2B5EF4-FFF2-40B4-BE49-F238E27FC236}">
                  <a16:creationId xmlns:a16="http://schemas.microsoft.com/office/drawing/2014/main" id="{4192FC16-01B7-AA8F-DCA5-12009CC94A5B}"/>
                </a:ext>
              </a:extLst>
            </p:cNvPr>
            <p:cNvCxnSpPr>
              <a:cxnSpLocks/>
            </p:cNvCxnSpPr>
            <p:nvPr/>
          </p:nvCxnSpPr>
          <p:spPr>
            <a:xfrm>
              <a:off x="5332486" y="3450459"/>
              <a:ext cx="1514326" cy="0"/>
            </a:xfrm>
            <a:prstGeom prst="line">
              <a:avLst/>
            </a:prstGeom>
            <a:ln w="3175" cap="rnd">
              <a:solidFill>
                <a:schemeClr val="accent2"/>
              </a:solidFill>
              <a:prstDash val="solid"/>
              <a:round/>
              <a:headEnd type="none"/>
              <a:tailEnd type="none"/>
            </a:ln>
          </p:spPr>
          <p:style>
            <a:lnRef idx="1">
              <a:schemeClr val="accent1"/>
            </a:lnRef>
            <a:fillRef idx="0">
              <a:schemeClr val="accent1"/>
            </a:fillRef>
            <a:effectRef idx="0">
              <a:schemeClr val="accent1"/>
            </a:effectRef>
            <a:fontRef idx="minor">
              <a:schemeClr val="tx1"/>
            </a:fontRef>
          </p:style>
        </p:cxnSp>
        <p:sp>
          <p:nvSpPr>
            <p:cNvPr id="266" name="Title">
              <a:extLst>
                <a:ext uri="{FF2B5EF4-FFF2-40B4-BE49-F238E27FC236}">
                  <a16:creationId xmlns:a16="http://schemas.microsoft.com/office/drawing/2014/main" id="{04909BCE-CA96-2A39-E448-54F465834110}"/>
                </a:ext>
              </a:extLst>
            </p:cNvPr>
            <p:cNvSpPr>
              <a:spLocks/>
            </p:cNvSpPr>
            <p:nvPr/>
          </p:nvSpPr>
          <p:spPr>
            <a:xfrm>
              <a:off x="660400" y="1318444"/>
              <a:ext cx="10858500" cy="8190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SzPct val="25000"/>
              </a:pPr>
              <a:r>
                <a:rPr lang="zh-CN" altLang="en-US" sz="2400" b="1" dirty="0">
                  <a:solidFill>
                    <a:schemeClr val="tx1"/>
                  </a:solidFill>
                  <a:cs typeface="+mn-ea"/>
                  <a:sym typeface="+mn-lt"/>
                </a:rPr>
                <a:t>单击此处添加长一点的副标题</a:t>
              </a:r>
              <a:endParaRPr lang="en-US" dirty="0"/>
            </a:p>
          </p:txBody>
        </p:sp>
        <p:grpSp>
          <p:nvGrpSpPr>
            <p:cNvPr id="267" name="组合 266">
              <a:extLst>
                <a:ext uri="{FF2B5EF4-FFF2-40B4-BE49-F238E27FC236}">
                  <a16:creationId xmlns:a16="http://schemas.microsoft.com/office/drawing/2014/main" id="{3AEA3693-8E7E-CDFE-877B-A8F60EA3DFEC}"/>
                </a:ext>
              </a:extLst>
            </p:cNvPr>
            <p:cNvGrpSpPr/>
            <p:nvPr/>
          </p:nvGrpSpPr>
          <p:grpSpPr>
            <a:xfrm>
              <a:off x="801464" y="2870038"/>
              <a:ext cx="2550858" cy="3264062"/>
              <a:chOff x="1007944" y="3276438"/>
              <a:chExt cx="2550858" cy="3264062"/>
            </a:xfrm>
          </p:grpSpPr>
          <p:sp>
            <p:nvSpPr>
              <p:cNvPr id="305" name="Text1">
                <a:extLst>
                  <a:ext uri="{FF2B5EF4-FFF2-40B4-BE49-F238E27FC236}">
                    <a16:creationId xmlns:a16="http://schemas.microsoft.com/office/drawing/2014/main" id="{CAEC5AEF-54E6-E78D-299B-C8FE8844952F}"/>
                  </a:ext>
                </a:extLst>
              </p:cNvPr>
              <p:cNvSpPr txBox="1"/>
              <p:nvPr/>
            </p:nvSpPr>
            <p:spPr>
              <a:xfrm>
                <a:off x="1007944"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306" name="Bullet1">
                <a:extLst>
                  <a:ext uri="{FF2B5EF4-FFF2-40B4-BE49-F238E27FC236}">
                    <a16:creationId xmlns:a16="http://schemas.microsoft.com/office/drawing/2014/main" id="{8ED9E9E0-53B4-7794-F401-A6B6F81FD80C}"/>
                  </a:ext>
                </a:extLst>
              </p:cNvPr>
              <p:cNvSpPr txBox="1"/>
              <p:nvPr/>
            </p:nvSpPr>
            <p:spPr>
              <a:xfrm>
                <a:off x="1007944"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307" name="IconBackground1">
                <a:extLst>
                  <a:ext uri="{FF2B5EF4-FFF2-40B4-BE49-F238E27FC236}">
                    <a16:creationId xmlns:a16="http://schemas.microsoft.com/office/drawing/2014/main" id="{3D325CD4-6149-EBA3-9B58-36BA28A02DE3}"/>
                  </a:ext>
                </a:extLst>
              </p:cNvPr>
              <p:cNvSpPr/>
              <p:nvPr/>
            </p:nvSpPr>
            <p:spPr>
              <a:xfrm>
                <a:off x="1816636" y="3390124"/>
                <a:ext cx="933473" cy="933473"/>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308" name="Shape1">
                <a:extLst>
                  <a:ext uri="{FF2B5EF4-FFF2-40B4-BE49-F238E27FC236}">
                    <a16:creationId xmlns:a16="http://schemas.microsoft.com/office/drawing/2014/main" id="{7CBF4BD7-3B99-478C-A6C6-573D6E56C4D8}"/>
                  </a:ext>
                </a:extLst>
              </p:cNvPr>
              <p:cNvSpPr/>
              <p:nvPr/>
            </p:nvSpPr>
            <p:spPr>
              <a:xfrm>
                <a:off x="1702950"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309" name="Icon1">
                <a:extLst>
                  <a:ext uri="{FF2B5EF4-FFF2-40B4-BE49-F238E27FC236}">
                    <a16:creationId xmlns:a16="http://schemas.microsoft.com/office/drawing/2014/main" id="{A0950F14-6AE8-02DC-4AB4-568BE620144C}"/>
                  </a:ext>
                </a:extLst>
              </p:cNvPr>
              <p:cNvSpPr/>
              <p:nvPr/>
            </p:nvSpPr>
            <p:spPr>
              <a:xfrm>
                <a:off x="2101880" y="3698348"/>
                <a:ext cx="362984" cy="317024"/>
              </a:xfrm>
              <a:custGeom>
                <a:avLst/>
                <a:gdLst>
                  <a:gd name="T0" fmla="*/ 0 w 6537"/>
                  <a:gd name="T1" fmla="*/ 677 h 5719"/>
                  <a:gd name="T2" fmla="*/ 0 w 6537"/>
                  <a:gd name="T3" fmla="*/ 3819 h 5719"/>
                  <a:gd name="T4" fmla="*/ 677 w 6537"/>
                  <a:gd name="T5" fmla="*/ 4496 h 5719"/>
                  <a:gd name="T6" fmla="*/ 828 w 6537"/>
                  <a:gd name="T7" fmla="*/ 4496 h 5719"/>
                  <a:gd name="T8" fmla="*/ 828 w 6537"/>
                  <a:gd name="T9" fmla="*/ 5587 h 5719"/>
                  <a:gd name="T10" fmla="*/ 997 w 6537"/>
                  <a:gd name="T11" fmla="*/ 5656 h 5719"/>
                  <a:gd name="T12" fmla="*/ 2157 w 6537"/>
                  <a:gd name="T13" fmla="*/ 4496 h 5719"/>
                  <a:gd name="T14" fmla="*/ 5860 w 6537"/>
                  <a:gd name="T15" fmla="*/ 4496 h 5719"/>
                  <a:gd name="T16" fmla="*/ 6537 w 6537"/>
                  <a:gd name="T17" fmla="*/ 3819 h 5719"/>
                  <a:gd name="T18" fmla="*/ 6537 w 6537"/>
                  <a:gd name="T19" fmla="*/ 677 h 5719"/>
                  <a:gd name="T20" fmla="*/ 5860 w 6537"/>
                  <a:gd name="T21" fmla="*/ 0 h 5719"/>
                  <a:gd name="T22" fmla="*/ 677 w 6537"/>
                  <a:gd name="T23" fmla="*/ 0 h 5719"/>
                  <a:gd name="T24" fmla="*/ 0 w 6537"/>
                  <a:gd name="T25" fmla="*/ 677 h 5719"/>
                  <a:gd name="T26" fmla="*/ 1329 w 6537"/>
                  <a:gd name="T27" fmla="*/ 3045 h 5719"/>
                  <a:gd name="T28" fmla="*/ 1416 w 6537"/>
                  <a:gd name="T29" fmla="*/ 2959 h 5719"/>
                  <a:gd name="T30" fmla="*/ 3496 w 6537"/>
                  <a:gd name="T31" fmla="*/ 2959 h 5719"/>
                  <a:gd name="T32" fmla="*/ 3583 w 6537"/>
                  <a:gd name="T33" fmla="*/ 3045 h 5719"/>
                  <a:gd name="T34" fmla="*/ 3583 w 6537"/>
                  <a:gd name="T35" fmla="*/ 3388 h 5719"/>
                  <a:gd name="T36" fmla="*/ 3496 w 6537"/>
                  <a:gd name="T37" fmla="*/ 3475 h 5719"/>
                  <a:gd name="T38" fmla="*/ 1415 w 6537"/>
                  <a:gd name="T39" fmla="*/ 3475 h 5719"/>
                  <a:gd name="T40" fmla="*/ 1328 w 6537"/>
                  <a:gd name="T41" fmla="*/ 3388 h 5719"/>
                  <a:gd name="T42" fmla="*/ 1328 w 6537"/>
                  <a:gd name="T43" fmla="*/ 3045 h 5719"/>
                  <a:gd name="T44" fmla="*/ 1329 w 6537"/>
                  <a:gd name="T45" fmla="*/ 3045 h 5719"/>
                  <a:gd name="T46" fmla="*/ 1323 w 6537"/>
                  <a:gd name="T47" fmla="*/ 2077 h 5719"/>
                  <a:gd name="T48" fmla="*/ 1409 w 6537"/>
                  <a:gd name="T49" fmla="*/ 1991 h 5719"/>
                  <a:gd name="T50" fmla="*/ 5128 w 6537"/>
                  <a:gd name="T51" fmla="*/ 1991 h 5719"/>
                  <a:gd name="T52" fmla="*/ 5215 w 6537"/>
                  <a:gd name="T53" fmla="*/ 2077 h 5719"/>
                  <a:gd name="T54" fmla="*/ 5215 w 6537"/>
                  <a:gd name="T55" fmla="*/ 2420 h 5719"/>
                  <a:gd name="T56" fmla="*/ 5128 w 6537"/>
                  <a:gd name="T57" fmla="*/ 2507 h 5719"/>
                  <a:gd name="T58" fmla="*/ 1409 w 6537"/>
                  <a:gd name="T59" fmla="*/ 2507 h 5719"/>
                  <a:gd name="T60" fmla="*/ 1323 w 6537"/>
                  <a:gd name="T61" fmla="*/ 2420 h 5719"/>
                  <a:gd name="T62" fmla="*/ 1323 w 6537"/>
                  <a:gd name="T63" fmla="*/ 2077 h 5719"/>
                  <a:gd name="T64" fmla="*/ 1323 w 6537"/>
                  <a:gd name="T65" fmla="*/ 1109 h 5719"/>
                  <a:gd name="T66" fmla="*/ 1409 w 6537"/>
                  <a:gd name="T67" fmla="*/ 1023 h 5719"/>
                  <a:gd name="T68" fmla="*/ 5128 w 6537"/>
                  <a:gd name="T69" fmla="*/ 1023 h 5719"/>
                  <a:gd name="T70" fmla="*/ 5215 w 6537"/>
                  <a:gd name="T71" fmla="*/ 1109 h 5719"/>
                  <a:gd name="T72" fmla="*/ 5215 w 6537"/>
                  <a:gd name="T73" fmla="*/ 1452 h 5719"/>
                  <a:gd name="T74" fmla="*/ 5128 w 6537"/>
                  <a:gd name="T75" fmla="*/ 1539 h 5719"/>
                  <a:gd name="T76" fmla="*/ 1409 w 6537"/>
                  <a:gd name="T77" fmla="*/ 1539 h 5719"/>
                  <a:gd name="T78" fmla="*/ 1323 w 6537"/>
                  <a:gd name="T79" fmla="*/ 1452 h 5719"/>
                  <a:gd name="T80" fmla="*/ 1323 w 6537"/>
                  <a:gd name="T81" fmla="*/ 1109 h 5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37" h="5719">
                    <a:moveTo>
                      <a:pt x="0" y="677"/>
                    </a:moveTo>
                    <a:lnTo>
                      <a:pt x="0" y="3819"/>
                    </a:lnTo>
                    <a:cubicBezTo>
                      <a:pt x="0" y="4193"/>
                      <a:pt x="303" y="4496"/>
                      <a:pt x="677" y="4496"/>
                    </a:cubicBezTo>
                    <a:lnTo>
                      <a:pt x="828" y="4496"/>
                    </a:lnTo>
                    <a:lnTo>
                      <a:pt x="828" y="5587"/>
                    </a:lnTo>
                    <a:cubicBezTo>
                      <a:pt x="828" y="5675"/>
                      <a:pt x="935" y="5719"/>
                      <a:pt x="997" y="5656"/>
                    </a:cubicBezTo>
                    <a:lnTo>
                      <a:pt x="2157" y="4496"/>
                    </a:lnTo>
                    <a:lnTo>
                      <a:pt x="5860" y="4496"/>
                    </a:lnTo>
                    <a:cubicBezTo>
                      <a:pt x="6235" y="4496"/>
                      <a:pt x="6537" y="4193"/>
                      <a:pt x="6537" y="3819"/>
                    </a:cubicBezTo>
                    <a:lnTo>
                      <a:pt x="6537" y="677"/>
                    </a:lnTo>
                    <a:cubicBezTo>
                      <a:pt x="6537" y="303"/>
                      <a:pt x="6235" y="0"/>
                      <a:pt x="5860" y="0"/>
                    </a:cubicBezTo>
                    <a:lnTo>
                      <a:pt x="677" y="0"/>
                    </a:lnTo>
                    <a:cubicBezTo>
                      <a:pt x="303" y="0"/>
                      <a:pt x="0" y="303"/>
                      <a:pt x="0" y="677"/>
                    </a:cubicBezTo>
                    <a:close/>
                    <a:moveTo>
                      <a:pt x="1329" y="3045"/>
                    </a:moveTo>
                    <a:cubicBezTo>
                      <a:pt x="1329" y="2997"/>
                      <a:pt x="1368" y="2959"/>
                      <a:pt x="1416" y="2959"/>
                    </a:cubicBezTo>
                    <a:lnTo>
                      <a:pt x="3496" y="2959"/>
                    </a:lnTo>
                    <a:cubicBezTo>
                      <a:pt x="3544" y="2959"/>
                      <a:pt x="3583" y="2997"/>
                      <a:pt x="3583" y="3045"/>
                    </a:cubicBezTo>
                    <a:lnTo>
                      <a:pt x="3583" y="3388"/>
                    </a:lnTo>
                    <a:cubicBezTo>
                      <a:pt x="3583" y="3436"/>
                      <a:pt x="3544" y="3475"/>
                      <a:pt x="3496" y="3475"/>
                    </a:cubicBezTo>
                    <a:lnTo>
                      <a:pt x="1415" y="3475"/>
                    </a:lnTo>
                    <a:cubicBezTo>
                      <a:pt x="1367" y="3475"/>
                      <a:pt x="1328" y="3436"/>
                      <a:pt x="1328" y="3388"/>
                    </a:cubicBezTo>
                    <a:lnTo>
                      <a:pt x="1328" y="3045"/>
                    </a:lnTo>
                    <a:lnTo>
                      <a:pt x="1329" y="3045"/>
                    </a:lnTo>
                    <a:close/>
                    <a:moveTo>
                      <a:pt x="1323" y="2077"/>
                    </a:moveTo>
                    <a:cubicBezTo>
                      <a:pt x="1323" y="2029"/>
                      <a:pt x="1361" y="1991"/>
                      <a:pt x="1409" y="1991"/>
                    </a:cubicBezTo>
                    <a:lnTo>
                      <a:pt x="5128" y="1991"/>
                    </a:lnTo>
                    <a:cubicBezTo>
                      <a:pt x="5176" y="1991"/>
                      <a:pt x="5215" y="2029"/>
                      <a:pt x="5215" y="2077"/>
                    </a:cubicBezTo>
                    <a:lnTo>
                      <a:pt x="5215" y="2420"/>
                    </a:lnTo>
                    <a:cubicBezTo>
                      <a:pt x="5215" y="2468"/>
                      <a:pt x="5176" y="2507"/>
                      <a:pt x="5128" y="2507"/>
                    </a:cubicBezTo>
                    <a:lnTo>
                      <a:pt x="1409" y="2507"/>
                    </a:lnTo>
                    <a:cubicBezTo>
                      <a:pt x="1361" y="2507"/>
                      <a:pt x="1323" y="2468"/>
                      <a:pt x="1323" y="2420"/>
                    </a:cubicBezTo>
                    <a:lnTo>
                      <a:pt x="1323" y="2077"/>
                    </a:lnTo>
                    <a:close/>
                    <a:moveTo>
                      <a:pt x="1323" y="1109"/>
                    </a:moveTo>
                    <a:cubicBezTo>
                      <a:pt x="1323" y="1061"/>
                      <a:pt x="1361" y="1023"/>
                      <a:pt x="1409" y="1023"/>
                    </a:cubicBezTo>
                    <a:lnTo>
                      <a:pt x="5128" y="1023"/>
                    </a:lnTo>
                    <a:cubicBezTo>
                      <a:pt x="5176" y="1023"/>
                      <a:pt x="5215" y="1061"/>
                      <a:pt x="5215" y="1109"/>
                    </a:cubicBezTo>
                    <a:lnTo>
                      <a:pt x="5215" y="1452"/>
                    </a:lnTo>
                    <a:cubicBezTo>
                      <a:pt x="5215" y="1500"/>
                      <a:pt x="5176" y="1539"/>
                      <a:pt x="5128" y="1539"/>
                    </a:cubicBezTo>
                    <a:lnTo>
                      <a:pt x="1409" y="1539"/>
                    </a:lnTo>
                    <a:cubicBezTo>
                      <a:pt x="1361" y="1539"/>
                      <a:pt x="1323" y="1500"/>
                      <a:pt x="1323" y="1452"/>
                    </a:cubicBezTo>
                    <a:lnTo>
                      <a:pt x="1323" y="1109"/>
                    </a:ln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grpSp>
          <p:nvGrpSpPr>
            <p:cNvPr id="268" name="组合 267">
              <a:extLst>
                <a:ext uri="{FF2B5EF4-FFF2-40B4-BE49-F238E27FC236}">
                  <a16:creationId xmlns:a16="http://schemas.microsoft.com/office/drawing/2014/main" id="{D6237EF0-7BA9-5E7B-22E8-BCD8BF0B909D}"/>
                </a:ext>
              </a:extLst>
            </p:cNvPr>
            <p:cNvGrpSpPr/>
            <p:nvPr/>
          </p:nvGrpSpPr>
          <p:grpSpPr>
            <a:xfrm>
              <a:off x="3476634" y="2870038"/>
              <a:ext cx="2550858" cy="3264062"/>
              <a:chOff x="4820723" y="3276438"/>
              <a:chExt cx="2550858" cy="3264062"/>
            </a:xfrm>
          </p:grpSpPr>
          <p:sp>
            <p:nvSpPr>
              <p:cNvPr id="300" name="Text2">
                <a:extLst>
                  <a:ext uri="{FF2B5EF4-FFF2-40B4-BE49-F238E27FC236}">
                    <a16:creationId xmlns:a16="http://schemas.microsoft.com/office/drawing/2014/main" id="{46D1DAF1-0AF3-9F52-93F2-05314F26F13A}"/>
                  </a:ext>
                </a:extLst>
              </p:cNvPr>
              <p:cNvSpPr txBox="1"/>
              <p:nvPr/>
            </p:nvSpPr>
            <p:spPr>
              <a:xfrm>
                <a:off x="4820723"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301" name="Bullet2">
                <a:extLst>
                  <a:ext uri="{FF2B5EF4-FFF2-40B4-BE49-F238E27FC236}">
                    <a16:creationId xmlns:a16="http://schemas.microsoft.com/office/drawing/2014/main" id="{B61DEAC9-0DB4-942C-1353-0E79A26BC732}"/>
                  </a:ext>
                </a:extLst>
              </p:cNvPr>
              <p:cNvSpPr txBox="1"/>
              <p:nvPr/>
            </p:nvSpPr>
            <p:spPr>
              <a:xfrm>
                <a:off x="4820723"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302" name="IconBackground2">
                <a:extLst>
                  <a:ext uri="{FF2B5EF4-FFF2-40B4-BE49-F238E27FC236}">
                    <a16:creationId xmlns:a16="http://schemas.microsoft.com/office/drawing/2014/main" id="{A9DDFE89-3A73-FC7C-9F8A-832AB0EA9C3E}"/>
                  </a:ext>
                </a:extLst>
              </p:cNvPr>
              <p:cNvSpPr/>
              <p:nvPr/>
            </p:nvSpPr>
            <p:spPr>
              <a:xfrm>
                <a:off x="5629415" y="3390124"/>
                <a:ext cx="933473" cy="933473"/>
              </a:xfrm>
              <a:prstGeom prst="ellipse">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303" name="Shape2">
                <a:extLst>
                  <a:ext uri="{FF2B5EF4-FFF2-40B4-BE49-F238E27FC236}">
                    <a16:creationId xmlns:a16="http://schemas.microsoft.com/office/drawing/2014/main" id="{85C275C2-0518-0919-5E0A-5EAAF6782DB8}"/>
                  </a:ext>
                </a:extLst>
              </p:cNvPr>
              <p:cNvSpPr/>
              <p:nvPr/>
            </p:nvSpPr>
            <p:spPr>
              <a:xfrm>
                <a:off x="5515729"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304" name="Icon2">
                <a:extLst>
                  <a:ext uri="{FF2B5EF4-FFF2-40B4-BE49-F238E27FC236}">
                    <a16:creationId xmlns:a16="http://schemas.microsoft.com/office/drawing/2014/main" id="{69BF7B54-5AAF-ED3C-6C31-0A746EADB075}"/>
                  </a:ext>
                </a:extLst>
              </p:cNvPr>
              <p:cNvSpPr/>
              <p:nvPr/>
            </p:nvSpPr>
            <p:spPr>
              <a:xfrm>
                <a:off x="5905112" y="3708982"/>
                <a:ext cx="382080" cy="295756"/>
              </a:xfrm>
              <a:custGeom>
                <a:avLst/>
                <a:gdLst>
                  <a:gd name="T0" fmla="*/ 593 w 601"/>
                  <a:gd name="T1" fmla="*/ 112 h 466"/>
                  <a:gd name="T2" fmla="*/ 567 w 601"/>
                  <a:gd name="T3" fmla="*/ 100 h 466"/>
                  <a:gd name="T4" fmla="*/ 533 w 601"/>
                  <a:gd name="T5" fmla="*/ 100 h 466"/>
                  <a:gd name="T6" fmla="*/ 500 w 601"/>
                  <a:gd name="T7" fmla="*/ 66 h 466"/>
                  <a:gd name="T8" fmla="*/ 467 w 601"/>
                  <a:gd name="T9" fmla="*/ 66 h 466"/>
                  <a:gd name="T10" fmla="*/ 467 w 601"/>
                  <a:gd name="T11" fmla="*/ 33 h 466"/>
                  <a:gd name="T12" fmla="*/ 433 w 601"/>
                  <a:gd name="T13" fmla="*/ 0 h 466"/>
                  <a:gd name="T14" fmla="*/ 33 w 601"/>
                  <a:gd name="T15" fmla="*/ 0 h 466"/>
                  <a:gd name="T16" fmla="*/ 0 w 601"/>
                  <a:gd name="T17" fmla="*/ 33 h 466"/>
                  <a:gd name="T18" fmla="*/ 0 w 601"/>
                  <a:gd name="T19" fmla="*/ 433 h 466"/>
                  <a:gd name="T20" fmla="*/ 33 w 601"/>
                  <a:gd name="T21" fmla="*/ 466 h 466"/>
                  <a:gd name="T22" fmla="*/ 100 w 601"/>
                  <a:gd name="T23" fmla="*/ 466 h 466"/>
                  <a:gd name="T24" fmla="*/ 258 w 601"/>
                  <a:gd name="T25" fmla="*/ 466 h 466"/>
                  <a:gd name="T26" fmla="*/ 258 w 601"/>
                  <a:gd name="T27" fmla="*/ 347 h 466"/>
                  <a:gd name="T28" fmla="*/ 216 w 601"/>
                  <a:gd name="T29" fmla="*/ 347 h 466"/>
                  <a:gd name="T30" fmla="*/ 201 w 601"/>
                  <a:gd name="T31" fmla="*/ 337 h 466"/>
                  <a:gd name="T32" fmla="*/ 205 w 601"/>
                  <a:gd name="T33" fmla="*/ 319 h 466"/>
                  <a:gd name="T34" fmla="*/ 321 w 601"/>
                  <a:gd name="T35" fmla="*/ 202 h 466"/>
                  <a:gd name="T36" fmla="*/ 345 w 601"/>
                  <a:gd name="T37" fmla="*/ 202 h 466"/>
                  <a:gd name="T38" fmla="*/ 462 w 601"/>
                  <a:gd name="T39" fmla="*/ 319 h 466"/>
                  <a:gd name="T40" fmla="*/ 465 w 601"/>
                  <a:gd name="T41" fmla="*/ 337 h 466"/>
                  <a:gd name="T42" fmla="*/ 450 w 601"/>
                  <a:gd name="T43" fmla="*/ 347 h 466"/>
                  <a:gd name="T44" fmla="*/ 408 w 601"/>
                  <a:gd name="T45" fmla="*/ 347 h 466"/>
                  <a:gd name="T46" fmla="*/ 408 w 601"/>
                  <a:gd name="T47" fmla="*/ 466 h 466"/>
                  <a:gd name="T48" fmla="*/ 433 w 601"/>
                  <a:gd name="T49" fmla="*/ 466 h 466"/>
                  <a:gd name="T50" fmla="*/ 500 w 601"/>
                  <a:gd name="T51" fmla="*/ 466 h 466"/>
                  <a:gd name="T52" fmla="*/ 533 w 601"/>
                  <a:gd name="T53" fmla="*/ 440 h 466"/>
                  <a:gd name="T54" fmla="*/ 599 w 601"/>
                  <a:gd name="T55" fmla="*/ 140 h 466"/>
                  <a:gd name="T56" fmla="*/ 593 w 601"/>
                  <a:gd name="T57" fmla="*/ 112 h 466"/>
                  <a:gd name="T58" fmla="*/ 433 w 601"/>
                  <a:gd name="T59" fmla="*/ 66 h 466"/>
                  <a:gd name="T60" fmla="*/ 400 w 601"/>
                  <a:gd name="T61" fmla="*/ 66 h 466"/>
                  <a:gd name="T62" fmla="*/ 367 w 601"/>
                  <a:gd name="T63" fmla="*/ 100 h 466"/>
                  <a:gd name="T64" fmla="*/ 167 w 601"/>
                  <a:gd name="T65" fmla="*/ 100 h 466"/>
                  <a:gd name="T66" fmla="*/ 134 w 601"/>
                  <a:gd name="T67" fmla="*/ 126 h 466"/>
                  <a:gd name="T68" fmla="*/ 67 w 601"/>
                  <a:gd name="T69" fmla="*/ 426 h 466"/>
                  <a:gd name="T70" fmla="*/ 67 w 601"/>
                  <a:gd name="T71" fmla="*/ 433 h 466"/>
                  <a:gd name="T72" fmla="*/ 33 w 601"/>
                  <a:gd name="T73" fmla="*/ 433 h 466"/>
                  <a:gd name="T74" fmla="*/ 33 w 601"/>
                  <a:gd name="T75" fmla="*/ 33 h 466"/>
                  <a:gd name="T76" fmla="*/ 433 w 601"/>
                  <a:gd name="T77" fmla="*/ 33 h 466"/>
                  <a:gd name="T78" fmla="*/ 433 w 601"/>
                  <a:gd name="T79" fmla="*/ 66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01" h="466">
                    <a:moveTo>
                      <a:pt x="593" y="112"/>
                    </a:moveTo>
                    <a:cubicBezTo>
                      <a:pt x="586" y="104"/>
                      <a:pt x="577" y="100"/>
                      <a:pt x="567" y="100"/>
                    </a:cubicBezTo>
                    <a:lnTo>
                      <a:pt x="533" y="100"/>
                    </a:lnTo>
                    <a:cubicBezTo>
                      <a:pt x="533" y="81"/>
                      <a:pt x="518" y="66"/>
                      <a:pt x="500" y="66"/>
                    </a:cubicBezTo>
                    <a:lnTo>
                      <a:pt x="467" y="66"/>
                    </a:lnTo>
                    <a:lnTo>
                      <a:pt x="467" y="33"/>
                    </a:lnTo>
                    <a:cubicBezTo>
                      <a:pt x="467" y="15"/>
                      <a:pt x="452" y="0"/>
                      <a:pt x="433" y="0"/>
                    </a:cubicBezTo>
                    <a:lnTo>
                      <a:pt x="33" y="0"/>
                    </a:lnTo>
                    <a:cubicBezTo>
                      <a:pt x="15" y="0"/>
                      <a:pt x="0" y="15"/>
                      <a:pt x="0" y="33"/>
                    </a:cubicBezTo>
                    <a:lnTo>
                      <a:pt x="0" y="433"/>
                    </a:lnTo>
                    <a:cubicBezTo>
                      <a:pt x="0" y="451"/>
                      <a:pt x="15" y="466"/>
                      <a:pt x="33" y="466"/>
                    </a:cubicBezTo>
                    <a:lnTo>
                      <a:pt x="100" y="466"/>
                    </a:lnTo>
                    <a:lnTo>
                      <a:pt x="258" y="466"/>
                    </a:lnTo>
                    <a:lnTo>
                      <a:pt x="258" y="347"/>
                    </a:lnTo>
                    <a:lnTo>
                      <a:pt x="216" y="347"/>
                    </a:lnTo>
                    <a:cubicBezTo>
                      <a:pt x="210" y="347"/>
                      <a:pt x="204" y="343"/>
                      <a:pt x="201" y="337"/>
                    </a:cubicBezTo>
                    <a:cubicBezTo>
                      <a:pt x="198" y="331"/>
                      <a:pt x="200" y="324"/>
                      <a:pt x="205" y="319"/>
                    </a:cubicBezTo>
                    <a:lnTo>
                      <a:pt x="321" y="202"/>
                    </a:lnTo>
                    <a:cubicBezTo>
                      <a:pt x="328" y="196"/>
                      <a:pt x="338" y="196"/>
                      <a:pt x="345" y="202"/>
                    </a:cubicBezTo>
                    <a:lnTo>
                      <a:pt x="462" y="319"/>
                    </a:lnTo>
                    <a:cubicBezTo>
                      <a:pt x="466" y="324"/>
                      <a:pt x="468" y="331"/>
                      <a:pt x="465" y="337"/>
                    </a:cubicBezTo>
                    <a:cubicBezTo>
                      <a:pt x="463" y="343"/>
                      <a:pt x="457" y="347"/>
                      <a:pt x="450" y="347"/>
                    </a:cubicBezTo>
                    <a:lnTo>
                      <a:pt x="408" y="347"/>
                    </a:lnTo>
                    <a:lnTo>
                      <a:pt x="408" y="466"/>
                    </a:lnTo>
                    <a:lnTo>
                      <a:pt x="433" y="466"/>
                    </a:lnTo>
                    <a:lnTo>
                      <a:pt x="500" y="466"/>
                    </a:lnTo>
                    <a:cubicBezTo>
                      <a:pt x="516" y="466"/>
                      <a:pt x="529" y="455"/>
                      <a:pt x="533" y="440"/>
                    </a:cubicBezTo>
                    <a:lnTo>
                      <a:pt x="599" y="140"/>
                    </a:lnTo>
                    <a:cubicBezTo>
                      <a:pt x="601" y="130"/>
                      <a:pt x="599" y="120"/>
                      <a:pt x="593" y="112"/>
                    </a:cubicBezTo>
                    <a:close/>
                    <a:moveTo>
                      <a:pt x="433" y="66"/>
                    </a:moveTo>
                    <a:lnTo>
                      <a:pt x="400" y="66"/>
                    </a:lnTo>
                    <a:cubicBezTo>
                      <a:pt x="382" y="66"/>
                      <a:pt x="367" y="81"/>
                      <a:pt x="367" y="100"/>
                    </a:cubicBezTo>
                    <a:lnTo>
                      <a:pt x="167" y="100"/>
                    </a:lnTo>
                    <a:cubicBezTo>
                      <a:pt x="151" y="100"/>
                      <a:pt x="138" y="111"/>
                      <a:pt x="134" y="126"/>
                    </a:cubicBezTo>
                    <a:lnTo>
                      <a:pt x="67" y="426"/>
                    </a:lnTo>
                    <a:cubicBezTo>
                      <a:pt x="67" y="428"/>
                      <a:pt x="67" y="431"/>
                      <a:pt x="67" y="433"/>
                    </a:cubicBezTo>
                    <a:lnTo>
                      <a:pt x="33" y="433"/>
                    </a:lnTo>
                    <a:lnTo>
                      <a:pt x="33" y="33"/>
                    </a:lnTo>
                    <a:lnTo>
                      <a:pt x="433" y="33"/>
                    </a:lnTo>
                    <a:lnTo>
                      <a:pt x="433" y="66"/>
                    </a:ln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grpSp>
          <p:nvGrpSpPr>
            <p:cNvPr id="269" name="组合 268">
              <a:extLst>
                <a:ext uri="{FF2B5EF4-FFF2-40B4-BE49-F238E27FC236}">
                  <a16:creationId xmlns:a16="http://schemas.microsoft.com/office/drawing/2014/main" id="{69CE305D-6364-0CC6-45B1-0742336EC9B3}"/>
                </a:ext>
              </a:extLst>
            </p:cNvPr>
            <p:cNvGrpSpPr/>
            <p:nvPr/>
          </p:nvGrpSpPr>
          <p:grpSpPr>
            <a:xfrm>
              <a:off x="6151807" y="2870038"/>
              <a:ext cx="2550858" cy="3264062"/>
              <a:chOff x="8633501" y="3276438"/>
              <a:chExt cx="2550858" cy="3264062"/>
            </a:xfrm>
          </p:grpSpPr>
          <p:sp>
            <p:nvSpPr>
              <p:cNvPr id="295" name="Text3">
                <a:extLst>
                  <a:ext uri="{FF2B5EF4-FFF2-40B4-BE49-F238E27FC236}">
                    <a16:creationId xmlns:a16="http://schemas.microsoft.com/office/drawing/2014/main" id="{C047255C-F48C-4DE5-6470-0012E699C9D5}"/>
                  </a:ext>
                </a:extLst>
              </p:cNvPr>
              <p:cNvSpPr txBox="1"/>
              <p:nvPr/>
            </p:nvSpPr>
            <p:spPr>
              <a:xfrm>
                <a:off x="8633501"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296" name="Bullet3">
                <a:extLst>
                  <a:ext uri="{FF2B5EF4-FFF2-40B4-BE49-F238E27FC236}">
                    <a16:creationId xmlns:a16="http://schemas.microsoft.com/office/drawing/2014/main" id="{062F44B6-22CC-B767-F3A6-04452B2E35BB}"/>
                  </a:ext>
                </a:extLst>
              </p:cNvPr>
              <p:cNvSpPr txBox="1"/>
              <p:nvPr/>
            </p:nvSpPr>
            <p:spPr>
              <a:xfrm>
                <a:off x="8633501"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297" name="IconBackground3">
                <a:extLst>
                  <a:ext uri="{FF2B5EF4-FFF2-40B4-BE49-F238E27FC236}">
                    <a16:creationId xmlns:a16="http://schemas.microsoft.com/office/drawing/2014/main" id="{E9B04A2C-EE69-12ED-59B7-6CFC684A05DC}"/>
                  </a:ext>
                </a:extLst>
              </p:cNvPr>
              <p:cNvSpPr/>
              <p:nvPr/>
            </p:nvSpPr>
            <p:spPr>
              <a:xfrm>
                <a:off x="9442192" y="3390124"/>
                <a:ext cx="933473" cy="933473"/>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298" name="Shape3">
                <a:extLst>
                  <a:ext uri="{FF2B5EF4-FFF2-40B4-BE49-F238E27FC236}">
                    <a16:creationId xmlns:a16="http://schemas.microsoft.com/office/drawing/2014/main" id="{7572C609-9676-6D47-4AC3-0FBE3FDD56BC}"/>
                  </a:ext>
                </a:extLst>
              </p:cNvPr>
              <p:cNvSpPr/>
              <p:nvPr/>
            </p:nvSpPr>
            <p:spPr>
              <a:xfrm>
                <a:off x="9328506"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299" name="Icon3">
                <a:extLst>
                  <a:ext uri="{FF2B5EF4-FFF2-40B4-BE49-F238E27FC236}">
                    <a16:creationId xmlns:a16="http://schemas.microsoft.com/office/drawing/2014/main" id="{3ADB4EF8-D121-EB83-572D-E345FBC30AB1}"/>
                  </a:ext>
                </a:extLst>
              </p:cNvPr>
              <p:cNvSpPr/>
              <p:nvPr/>
            </p:nvSpPr>
            <p:spPr>
              <a:xfrm>
                <a:off x="9725115" y="3673047"/>
                <a:ext cx="367628" cy="367626"/>
              </a:xfrm>
              <a:custGeom>
                <a:avLst/>
                <a:gdLst>
                  <a:gd name="T0" fmla="*/ 10650 w 12800"/>
                  <a:gd name="T1" fmla="*/ 5963 h 12800"/>
                  <a:gd name="T2" fmla="*/ 10342 w 12800"/>
                  <a:gd name="T3" fmla="*/ 5356 h 12800"/>
                  <a:gd name="T4" fmla="*/ 9592 w 12800"/>
                  <a:gd name="T5" fmla="*/ 5104 h 12800"/>
                  <a:gd name="T6" fmla="*/ 3191 w 12800"/>
                  <a:gd name="T7" fmla="*/ 5104 h 12800"/>
                  <a:gd name="T8" fmla="*/ 2440 w 12800"/>
                  <a:gd name="T9" fmla="*/ 5356 h 12800"/>
                  <a:gd name="T10" fmla="*/ 2133 w 12800"/>
                  <a:gd name="T11" fmla="*/ 5963 h 12800"/>
                  <a:gd name="T12" fmla="*/ 2440 w 12800"/>
                  <a:gd name="T13" fmla="*/ 6564 h 12800"/>
                  <a:gd name="T14" fmla="*/ 3191 w 12800"/>
                  <a:gd name="T15" fmla="*/ 6809 h 12800"/>
                  <a:gd name="T16" fmla="*/ 9592 w 12800"/>
                  <a:gd name="T17" fmla="*/ 6809 h 12800"/>
                  <a:gd name="T18" fmla="*/ 10342 w 12800"/>
                  <a:gd name="T19" fmla="*/ 6564 h 12800"/>
                  <a:gd name="T20" fmla="*/ 10650 w 12800"/>
                  <a:gd name="T21" fmla="*/ 5963 h 12800"/>
                  <a:gd name="T22" fmla="*/ 9592 w 12800"/>
                  <a:gd name="T23" fmla="*/ 10221 h 12800"/>
                  <a:gd name="T24" fmla="*/ 10342 w 12800"/>
                  <a:gd name="T25" fmla="*/ 9968 h 12800"/>
                  <a:gd name="T26" fmla="*/ 10650 w 12800"/>
                  <a:gd name="T27" fmla="*/ 9361 h 12800"/>
                  <a:gd name="T28" fmla="*/ 10342 w 12800"/>
                  <a:gd name="T29" fmla="*/ 8761 h 12800"/>
                  <a:gd name="T30" fmla="*/ 9592 w 12800"/>
                  <a:gd name="T31" fmla="*/ 8515 h 12800"/>
                  <a:gd name="T32" fmla="*/ 3191 w 12800"/>
                  <a:gd name="T33" fmla="*/ 8515 h 12800"/>
                  <a:gd name="T34" fmla="*/ 2440 w 12800"/>
                  <a:gd name="T35" fmla="*/ 8761 h 12800"/>
                  <a:gd name="T36" fmla="*/ 2133 w 12800"/>
                  <a:gd name="T37" fmla="*/ 9361 h 12800"/>
                  <a:gd name="T38" fmla="*/ 2440 w 12800"/>
                  <a:gd name="T39" fmla="*/ 9968 h 12800"/>
                  <a:gd name="T40" fmla="*/ 3191 w 12800"/>
                  <a:gd name="T41" fmla="*/ 10221 h 12800"/>
                  <a:gd name="T42" fmla="*/ 9592 w 12800"/>
                  <a:gd name="T43" fmla="*/ 10221 h 12800"/>
                  <a:gd name="T44" fmla="*/ 8516 w 12800"/>
                  <a:gd name="T45" fmla="*/ 1706 h 12800"/>
                  <a:gd name="T46" fmla="*/ 8619 w 12800"/>
                  <a:gd name="T47" fmla="*/ 2272 h 12800"/>
                  <a:gd name="T48" fmla="*/ 8943 w 12800"/>
                  <a:gd name="T49" fmla="*/ 2818 h 12800"/>
                  <a:gd name="T50" fmla="*/ 9506 w 12800"/>
                  <a:gd name="T51" fmla="*/ 3234 h 12800"/>
                  <a:gd name="T52" fmla="*/ 10308 w 12800"/>
                  <a:gd name="T53" fmla="*/ 3398 h 12800"/>
                  <a:gd name="T54" fmla="*/ 12800 w 12800"/>
                  <a:gd name="T55" fmla="*/ 3398 h 12800"/>
                  <a:gd name="T56" fmla="*/ 12800 w 12800"/>
                  <a:gd name="T57" fmla="*/ 11094 h 12800"/>
                  <a:gd name="T58" fmla="*/ 12604 w 12800"/>
                  <a:gd name="T59" fmla="*/ 11804 h 12800"/>
                  <a:gd name="T60" fmla="*/ 12083 w 12800"/>
                  <a:gd name="T61" fmla="*/ 12336 h 12800"/>
                  <a:gd name="T62" fmla="*/ 11366 w 12800"/>
                  <a:gd name="T63" fmla="*/ 12677 h 12800"/>
                  <a:gd name="T64" fmla="*/ 10598 w 12800"/>
                  <a:gd name="T65" fmla="*/ 12800 h 12800"/>
                  <a:gd name="T66" fmla="*/ 2202 w 12800"/>
                  <a:gd name="T67" fmla="*/ 12800 h 12800"/>
                  <a:gd name="T68" fmla="*/ 1493 w 12800"/>
                  <a:gd name="T69" fmla="*/ 12650 h 12800"/>
                  <a:gd name="T70" fmla="*/ 776 w 12800"/>
                  <a:gd name="T71" fmla="*/ 12254 h 12800"/>
                  <a:gd name="T72" fmla="*/ 222 w 12800"/>
                  <a:gd name="T73" fmla="*/ 11695 h 12800"/>
                  <a:gd name="T74" fmla="*/ 0 w 12800"/>
                  <a:gd name="T75" fmla="*/ 11040 h 12800"/>
                  <a:gd name="T76" fmla="*/ 0 w 12800"/>
                  <a:gd name="T77" fmla="*/ 1760 h 12800"/>
                  <a:gd name="T78" fmla="*/ 162 w 12800"/>
                  <a:gd name="T79" fmla="*/ 1167 h 12800"/>
                  <a:gd name="T80" fmla="*/ 606 w 12800"/>
                  <a:gd name="T81" fmla="*/ 600 h 12800"/>
                  <a:gd name="T82" fmla="*/ 1246 w 12800"/>
                  <a:gd name="T83" fmla="*/ 171 h 12800"/>
                  <a:gd name="T84" fmla="*/ 1997 w 12800"/>
                  <a:gd name="T85" fmla="*/ 0 h 12800"/>
                  <a:gd name="T86" fmla="*/ 8516 w 12800"/>
                  <a:gd name="T87" fmla="*/ 0 h 12800"/>
                  <a:gd name="T88" fmla="*/ 8516 w 12800"/>
                  <a:gd name="T89" fmla="*/ 1706 h 12800"/>
                  <a:gd name="T90" fmla="*/ 11435 w 12800"/>
                  <a:gd name="T91" fmla="*/ 914 h 12800"/>
                  <a:gd name="T92" fmla="*/ 12168 w 12800"/>
                  <a:gd name="T93" fmla="*/ 1481 h 12800"/>
                  <a:gd name="T94" fmla="*/ 12587 w 12800"/>
                  <a:gd name="T95" fmla="*/ 1863 h 12800"/>
                  <a:gd name="T96" fmla="*/ 12766 w 12800"/>
                  <a:gd name="T97" fmla="*/ 2129 h 12800"/>
                  <a:gd name="T98" fmla="*/ 12800 w 12800"/>
                  <a:gd name="T99" fmla="*/ 2320 h 12800"/>
                  <a:gd name="T100" fmla="*/ 12800 w 12800"/>
                  <a:gd name="T101" fmla="*/ 2538 h 12800"/>
                  <a:gd name="T102" fmla="*/ 10274 w 12800"/>
                  <a:gd name="T103" fmla="*/ 2538 h 12800"/>
                  <a:gd name="T104" fmla="*/ 9976 w 12800"/>
                  <a:gd name="T105" fmla="*/ 2436 h 12800"/>
                  <a:gd name="T106" fmla="*/ 9762 w 12800"/>
                  <a:gd name="T107" fmla="*/ 2197 h 12800"/>
                  <a:gd name="T108" fmla="*/ 9634 w 12800"/>
                  <a:gd name="T109" fmla="*/ 1917 h 12800"/>
                  <a:gd name="T110" fmla="*/ 9592 w 12800"/>
                  <a:gd name="T111" fmla="*/ 1692 h 12800"/>
                  <a:gd name="T112" fmla="*/ 9592 w 12800"/>
                  <a:gd name="T113" fmla="*/ 0 h 12800"/>
                  <a:gd name="T114" fmla="*/ 9643 w 12800"/>
                  <a:gd name="T115" fmla="*/ 0 h 12800"/>
                  <a:gd name="T116" fmla="*/ 9924 w 12800"/>
                  <a:gd name="T117" fmla="*/ 34 h 12800"/>
                  <a:gd name="T118" fmla="*/ 10257 w 12800"/>
                  <a:gd name="T119" fmla="*/ 164 h 12800"/>
                  <a:gd name="T120" fmla="*/ 10726 w 12800"/>
                  <a:gd name="T121" fmla="*/ 437 h 12800"/>
                  <a:gd name="T122" fmla="*/ 11435 w 12800"/>
                  <a:gd name="T123" fmla="*/ 914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00" h="12800">
                    <a:moveTo>
                      <a:pt x="10650" y="5963"/>
                    </a:moveTo>
                    <a:cubicBezTo>
                      <a:pt x="10650" y="5727"/>
                      <a:pt x="10547" y="5524"/>
                      <a:pt x="10342" y="5356"/>
                    </a:cubicBezTo>
                    <a:cubicBezTo>
                      <a:pt x="10138" y="5188"/>
                      <a:pt x="9887" y="5104"/>
                      <a:pt x="9592" y="5104"/>
                    </a:cubicBezTo>
                    <a:lnTo>
                      <a:pt x="3191" y="5104"/>
                    </a:lnTo>
                    <a:cubicBezTo>
                      <a:pt x="2896" y="5104"/>
                      <a:pt x="2645" y="5188"/>
                      <a:pt x="2440" y="5356"/>
                    </a:cubicBezTo>
                    <a:cubicBezTo>
                      <a:pt x="2236" y="5524"/>
                      <a:pt x="2133" y="5727"/>
                      <a:pt x="2133" y="5963"/>
                    </a:cubicBezTo>
                    <a:cubicBezTo>
                      <a:pt x="2133" y="6200"/>
                      <a:pt x="2236" y="6400"/>
                      <a:pt x="2440" y="6564"/>
                    </a:cubicBezTo>
                    <a:cubicBezTo>
                      <a:pt x="2645" y="6727"/>
                      <a:pt x="2896" y="6809"/>
                      <a:pt x="3191" y="6809"/>
                    </a:cubicBezTo>
                    <a:lnTo>
                      <a:pt x="9592" y="6809"/>
                    </a:lnTo>
                    <a:cubicBezTo>
                      <a:pt x="9887" y="6809"/>
                      <a:pt x="10138" y="6727"/>
                      <a:pt x="10342" y="6564"/>
                    </a:cubicBezTo>
                    <a:cubicBezTo>
                      <a:pt x="10547" y="6400"/>
                      <a:pt x="10650" y="6200"/>
                      <a:pt x="10650" y="5963"/>
                    </a:cubicBezTo>
                    <a:close/>
                    <a:moveTo>
                      <a:pt x="9592" y="10221"/>
                    </a:moveTo>
                    <a:cubicBezTo>
                      <a:pt x="9887" y="10221"/>
                      <a:pt x="10138" y="10137"/>
                      <a:pt x="10342" y="9968"/>
                    </a:cubicBezTo>
                    <a:cubicBezTo>
                      <a:pt x="10547" y="9800"/>
                      <a:pt x="10650" y="9598"/>
                      <a:pt x="10650" y="9361"/>
                    </a:cubicBezTo>
                    <a:cubicBezTo>
                      <a:pt x="10650" y="9125"/>
                      <a:pt x="10547" y="8925"/>
                      <a:pt x="10342" y="8761"/>
                    </a:cubicBezTo>
                    <a:cubicBezTo>
                      <a:pt x="10138" y="8597"/>
                      <a:pt x="9887" y="8515"/>
                      <a:pt x="9592" y="8515"/>
                    </a:cubicBezTo>
                    <a:lnTo>
                      <a:pt x="3191" y="8515"/>
                    </a:lnTo>
                    <a:cubicBezTo>
                      <a:pt x="2896" y="8515"/>
                      <a:pt x="2645" y="8597"/>
                      <a:pt x="2440" y="8761"/>
                    </a:cubicBezTo>
                    <a:cubicBezTo>
                      <a:pt x="2236" y="8925"/>
                      <a:pt x="2133" y="9125"/>
                      <a:pt x="2133" y="9361"/>
                    </a:cubicBezTo>
                    <a:cubicBezTo>
                      <a:pt x="2133" y="9598"/>
                      <a:pt x="2236" y="9800"/>
                      <a:pt x="2440" y="9968"/>
                    </a:cubicBezTo>
                    <a:cubicBezTo>
                      <a:pt x="2645" y="10137"/>
                      <a:pt x="2896" y="10221"/>
                      <a:pt x="3191" y="10221"/>
                    </a:cubicBezTo>
                    <a:lnTo>
                      <a:pt x="9592" y="10221"/>
                    </a:lnTo>
                    <a:close/>
                    <a:moveTo>
                      <a:pt x="8516" y="1706"/>
                    </a:moveTo>
                    <a:cubicBezTo>
                      <a:pt x="8516" y="1888"/>
                      <a:pt x="8550" y="2076"/>
                      <a:pt x="8619" y="2272"/>
                    </a:cubicBezTo>
                    <a:cubicBezTo>
                      <a:pt x="8687" y="2468"/>
                      <a:pt x="8795" y="2650"/>
                      <a:pt x="8943" y="2818"/>
                    </a:cubicBezTo>
                    <a:cubicBezTo>
                      <a:pt x="9091" y="2986"/>
                      <a:pt x="9279" y="3125"/>
                      <a:pt x="9506" y="3234"/>
                    </a:cubicBezTo>
                    <a:cubicBezTo>
                      <a:pt x="9734" y="3343"/>
                      <a:pt x="10001" y="3398"/>
                      <a:pt x="10308" y="3398"/>
                    </a:cubicBezTo>
                    <a:lnTo>
                      <a:pt x="12800" y="3398"/>
                    </a:lnTo>
                    <a:lnTo>
                      <a:pt x="12800" y="11094"/>
                    </a:lnTo>
                    <a:cubicBezTo>
                      <a:pt x="12800" y="11358"/>
                      <a:pt x="12735" y="11595"/>
                      <a:pt x="12604" y="11804"/>
                    </a:cubicBezTo>
                    <a:cubicBezTo>
                      <a:pt x="12473" y="12013"/>
                      <a:pt x="12299" y="12190"/>
                      <a:pt x="12083" y="12336"/>
                    </a:cubicBezTo>
                    <a:cubicBezTo>
                      <a:pt x="11867" y="12482"/>
                      <a:pt x="11628" y="12595"/>
                      <a:pt x="11366" y="12677"/>
                    </a:cubicBezTo>
                    <a:cubicBezTo>
                      <a:pt x="11105" y="12759"/>
                      <a:pt x="10849" y="12800"/>
                      <a:pt x="10598" y="12800"/>
                    </a:cubicBezTo>
                    <a:lnTo>
                      <a:pt x="2202" y="12800"/>
                    </a:lnTo>
                    <a:cubicBezTo>
                      <a:pt x="1985" y="12800"/>
                      <a:pt x="1749" y="12750"/>
                      <a:pt x="1493" y="12650"/>
                    </a:cubicBezTo>
                    <a:cubicBezTo>
                      <a:pt x="1237" y="12550"/>
                      <a:pt x="998" y="12418"/>
                      <a:pt x="776" y="12254"/>
                    </a:cubicBezTo>
                    <a:cubicBezTo>
                      <a:pt x="555" y="12090"/>
                      <a:pt x="370" y="11904"/>
                      <a:pt x="222" y="11695"/>
                    </a:cubicBezTo>
                    <a:cubicBezTo>
                      <a:pt x="74" y="11485"/>
                      <a:pt x="0" y="11267"/>
                      <a:pt x="0" y="11040"/>
                    </a:cubicBezTo>
                    <a:lnTo>
                      <a:pt x="0" y="1760"/>
                    </a:lnTo>
                    <a:cubicBezTo>
                      <a:pt x="0" y="1569"/>
                      <a:pt x="54" y="1371"/>
                      <a:pt x="162" y="1167"/>
                    </a:cubicBezTo>
                    <a:cubicBezTo>
                      <a:pt x="270" y="962"/>
                      <a:pt x="418" y="773"/>
                      <a:pt x="606" y="600"/>
                    </a:cubicBezTo>
                    <a:cubicBezTo>
                      <a:pt x="794" y="428"/>
                      <a:pt x="1007" y="284"/>
                      <a:pt x="1246" y="171"/>
                    </a:cubicBezTo>
                    <a:cubicBezTo>
                      <a:pt x="1485" y="57"/>
                      <a:pt x="1735" y="0"/>
                      <a:pt x="1997" y="0"/>
                    </a:cubicBezTo>
                    <a:lnTo>
                      <a:pt x="8516" y="0"/>
                    </a:lnTo>
                    <a:lnTo>
                      <a:pt x="8516" y="1706"/>
                    </a:lnTo>
                    <a:close/>
                    <a:moveTo>
                      <a:pt x="11435" y="914"/>
                    </a:moveTo>
                    <a:cubicBezTo>
                      <a:pt x="11742" y="1142"/>
                      <a:pt x="11986" y="1330"/>
                      <a:pt x="12168" y="1481"/>
                    </a:cubicBezTo>
                    <a:cubicBezTo>
                      <a:pt x="12351" y="1631"/>
                      <a:pt x="12490" y="1758"/>
                      <a:pt x="12587" y="1863"/>
                    </a:cubicBezTo>
                    <a:cubicBezTo>
                      <a:pt x="12683" y="1967"/>
                      <a:pt x="12743" y="2056"/>
                      <a:pt x="12766" y="2129"/>
                    </a:cubicBezTo>
                    <a:cubicBezTo>
                      <a:pt x="12789" y="2201"/>
                      <a:pt x="12800" y="2265"/>
                      <a:pt x="12800" y="2320"/>
                    </a:cubicBezTo>
                    <a:lnTo>
                      <a:pt x="12800" y="2538"/>
                    </a:lnTo>
                    <a:lnTo>
                      <a:pt x="10274" y="2538"/>
                    </a:lnTo>
                    <a:cubicBezTo>
                      <a:pt x="10160" y="2538"/>
                      <a:pt x="10061" y="2504"/>
                      <a:pt x="9976" y="2436"/>
                    </a:cubicBezTo>
                    <a:cubicBezTo>
                      <a:pt x="9890" y="2368"/>
                      <a:pt x="9819" y="2288"/>
                      <a:pt x="9762" y="2197"/>
                    </a:cubicBezTo>
                    <a:cubicBezTo>
                      <a:pt x="9705" y="2106"/>
                      <a:pt x="9663" y="2013"/>
                      <a:pt x="9634" y="1917"/>
                    </a:cubicBezTo>
                    <a:cubicBezTo>
                      <a:pt x="9606" y="1822"/>
                      <a:pt x="9592" y="1747"/>
                      <a:pt x="9592" y="1692"/>
                    </a:cubicBezTo>
                    <a:lnTo>
                      <a:pt x="9592" y="0"/>
                    </a:lnTo>
                    <a:lnTo>
                      <a:pt x="9643" y="0"/>
                    </a:lnTo>
                    <a:cubicBezTo>
                      <a:pt x="9734" y="0"/>
                      <a:pt x="9828" y="11"/>
                      <a:pt x="9924" y="34"/>
                    </a:cubicBezTo>
                    <a:cubicBezTo>
                      <a:pt x="10021" y="57"/>
                      <a:pt x="10132" y="100"/>
                      <a:pt x="10257" y="164"/>
                    </a:cubicBezTo>
                    <a:cubicBezTo>
                      <a:pt x="10382" y="227"/>
                      <a:pt x="10539" y="318"/>
                      <a:pt x="10726" y="437"/>
                    </a:cubicBezTo>
                    <a:cubicBezTo>
                      <a:pt x="10914" y="555"/>
                      <a:pt x="11150" y="714"/>
                      <a:pt x="11435" y="914"/>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grpSp>
          <p:nvGrpSpPr>
            <p:cNvPr id="272" name="Group 2">
              <a:extLst>
                <a:ext uri="{FF2B5EF4-FFF2-40B4-BE49-F238E27FC236}">
                  <a16:creationId xmlns:a16="http://schemas.microsoft.com/office/drawing/2014/main" id="{4098EA2D-AA1E-2859-FE5C-8090959B895C}"/>
                </a:ext>
              </a:extLst>
            </p:cNvPr>
            <p:cNvGrpSpPr/>
            <p:nvPr/>
          </p:nvGrpSpPr>
          <p:grpSpPr>
            <a:xfrm>
              <a:off x="8826978" y="2870038"/>
              <a:ext cx="2550858" cy="3264062"/>
              <a:chOff x="8633501" y="3276438"/>
              <a:chExt cx="2550858" cy="3264062"/>
            </a:xfrm>
          </p:grpSpPr>
          <p:sp>
            <p:nvSpPr>
              <p:cNvPr id="274" name="Text4">
                <a:extLst>
                  <a:ext uri="{FF2B5EF4-FFF2-40B4-BE49-F238E27FC236}">
                    <a16:creationId xmlns:a16="http://schemas.microsoft.com/office/drawing/2014/main" id="{C2AD2289-C9EB-8F23-ED40-3DFAD8895C00}"/>
                  </a:ext>
                </a:extLst>
              </p:cNvPr>
              <p:cNvSpPr txBox="1"/>
              <p:nvPr/>
            </p:nvSpPr>
            <p:spPr>
              <a:xfrm>
                <a:off x="8633501"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291" name="Bullet4">
                <a:extLst>
                  <a:ext uri="{FF2B5EF4-FFF2-40B4-BE49-F238E27FC236}">
                    <a16:creationId xmlns:a16="http://schemas.microsoft.com/office/drawing/2014/main" id="{46D3BBC0-E76E-7A66-A5D2-D97465958A71}"/>
                  </a:ext>
                </a:extLst>
              </p:cNvPr>
              <p:cNvSpPr txBox="1"/>
              <p:nvPr/>
            </p:nvSpPr>
            <p:spPr>
              <a:xfrm>
                <a:off x="8633501"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292" name="IconBackground4">
                <a:extLst>
                  <a:ext uri="{FF2B5EF4-FFF2-40B4-BE49-F238E27FC236}">
                    <a16:creationId xmlns:a16="http://schemas.microsoft.com/office/drawing/2014/main" id="{353BE8F0-C0E5-8459-2051-0441DA38E331}"/>
                  </a:ext>
                </a:extLst>
              </p:cNvPr>
              <p:cNvSpPr/>
              <p:nvPr/>
            </p:nvSpPr>
            <p:spPr>
              <a:xfrm>
                <a:off x="9442192" y="3390124"/>
                <a:ext cx="933473" cy="933473"/>
              </a:xfrm>
              <a:prstGeom prst="ellipse">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293" name="Shape4">
                <a:extLst>
                  <a:ext uri="{FF2B5EF4-FFF2-40B4-BE49-F238E27FC236}">
                    <a16:creationId xmlns:a16="http://schemas.microsoft.com/office/drawing/2014/main" id="{796D7E03-983F-A0EB-A9D6-154C9B3F23A7}"/>
                  </a:ext>
                </a:extLst>
              </p:cNvPr>
              <p:cNvSpPr/>
              <p:nvPr/>
            </p:nvSpPr>
            <p:spPr>
              <a:xfrm>
                <a:off x="9328506"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294" name="Icon4">
                <a:extLst>
                  <a:ext uri="{FF2B5EF4-FFF2-40B4-BE49-F238E27FC236}">
                    <a16:creationId xmlns:a16="http://schemas.microsoft.com/office/drawing/2014/main" id="{9BB7DC64-2C41-A344-C2C6-FC852C1AC5A6}"/>
                  </a:ext>
                </a:extLst>
              </p:cNvPr>
              <p:cNvSpPr/>
              <p:nvPr/>
            </p:nvSpPr>
            <p:spPr>
              <a:xfrm>
                <a:off x="9756814" y="3673045"/>
                <a:ext cx="304228" cy="367628"/>
              </a:xfrm>
              <a:custGeom>
                <a:avLst/>
                <a:gdLst>
                  <a:gd name="T0" fmla="*/ 9793 w 10366"/>
                  <a:gd name="T1" fmla="*/ 2818 h 12525"/>
                  <a:gd name="T2" fmla="*/ 10366 w 10366"/>
                  <a:gd name="T3" fmla="*/ 5183 h 12525"/>
                  <a:gd name="T4" fmla="*/ 9050 w 10366"/>
                  <a:gd name="T5" fmla="*/ 8625 h 12525"/>
                  <a:gd name="T6" fmla="*/ 8972 w 10366"/>
                  <a:gd name="T7" fmla="*/ 8729 h 12525"/>
                  <a:gd name="T8" fmla="*/ 5669 w 10366"/>
                  <a:gd name="T9" fmla="*/ 12188 h 12525"/>
                  <a:gd name="T10" fmla="*/ 5567 w 10366"/>
                  <a:gd name="T11" fmla="*/ 12336 h 12525"/>
                  <a:gd name="T12" fmla="*/ 4981 w 10366"/>
                  <a:gd name="T13" fmla="*/ 12434 h 12525"/>
                  <a:gd name="T14" fmla="*/ 4809 w 10366"/>
                  <a:gd name="T15" fmla="*/ 12320 h 12525"/>
                  <a:gd name="T16" fmla="*/ 4755 w 10366"/>
                  <a:gd name="T17" fmla="*/ 12254 h 12525"/>
                  <a:gd name="T18" fmla="*/ 1388 w 10366"/>
                  <a:gd name="T19" fmla="*/ 8728 h 12525"/>
                  <a:gd name="T20" fmla="*/ 1302 w 10366"/>
                  <a:gd name="T21" fmla="*/ 8610 h 12525"/>
                  <a:gd name="T22" fmla="*/ 0 w 10366"/>
                  <a:gd name="T23" fmla="*/ 5183 h 12525"/>
                  <a:gd name="T24" fmla="*/ 5183 w 10366"/>
                  <a:gd name="T25" fmla="*/ 0 h 12525"/>
                  <a:gd name="T26" fmla="*/ 7959 w 10366"/>
                  <a:gd name="T27" fmla="*/ 812 h 12525"/>
                  <a:gd name="T28" fmla="*/ 8140 w 10366"/>
                  <a:gd name="T29" fmla="*/ 930 h 12525"/>
                  <a:gd name="T30" fmla="*/ 9621 w 10366"/>
                  <a:gd name="T31" fmla="*/ 2510 h 12525"/>
                  <a:gd name="T32" fmla="*/ 9792 w 10366"/>
                  <a:gd name="T33" fmla="*/ 2818 h 12525"/>
                  <a:gd name="T34" fmla="*/ 9793 w 10366"/>
                  <a:gd name="T35" fmla="*/ 2818 h 12525"/>
                  <a:gd name="T36" fmla="*/ 5180 w 10366"/>
                  <a:gd name="T37" fmla="*/ 3118 h 12525"/>
                  <a:gd name="T38" fmla="*/ 3085 w 10366"/>
                  <a:gd name="T39" fmla="*/ 5213 h 12525"/>
                  <a:gd name="T40" fmla="*/ 5180 w 10366"/>
                  <a:gd name="T41" fmla="*/ 7308 h 12525"/>
                  <a:gd name="T42" fmla="*/ 7275 w 10366"/>
                  <a:gd name="T43" fmla="*/ 5213 h 12525"/>
                  <a:gd name="T44" fmla="*/ 5180 w 10366"/>
                  <a:gd name="T45" fmla="*/ 3118 h 12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366" h="12525">
                    <a:moveTo>
                      <a:pt x="9793" y="2818"/>
                    </a:moveTo>
                    <a:cubicBezTo>
                      <a:pt x="10158" y="3527"/>
                      <a:pt x="10366" y="4330"/>
                      <a:pt x="10366" y="5183"/>
                    </a:cubicBezTo>
                    <a:cubicBezTo>
                      <a:pt x="10366" y="6506"/>
                      <a:pt x="9866" y="7709"/>
                      <a:pt x="9050" y="8625"/>
                    </a:cubicBezTo>
                    <a:cubicBezTo>
                      <a:pt x="9029" y="8662"/>
                      <a:pt x="9003" y="8698"/>
                      <a:pt x="8972" y="8729"/>
                    </a:cubicBezTo>
                    <a:lnTo>
                      <a:pt x="5669" y="12188"/>
                    </a:lnTo>
                    <a:cubicBezTo>
                      <a:pt x="5645" y="12241"/>
                      <a:pt x="5612" y="12292"/>
                      <a:pt x="5567" y="12336"/>
                    </a:cubicBezTo>
                    <a:cubicBezTo>
                      <a:pt x="5408" y="12496"/>
                      <a:pt x="5173" y="12525"/>
                      <a:pt x="4981" y="12434"/>
                    </a:cubicBezTo>
                    <a:cubicBezTo>
                      <a:pt x="4919" y="12409"/>
                      <a:pt x="4860" y="12371"/>
                      <a:pt x="4809" y="12320"/>
                    </a:cubicBezTo>
                    <a:cubicBezTo>
                      <a:pt x="4788" y="12299"/>
                      <a:pt x="4771" y="12277"/>
                      <a:pt x="4755" y="12254"/>
                    </a:cubicBezTo>
                    <a:lnTo>
                      <a:pt x="1388" y="8728"/>
                    </a:lnTo>
                    <a:cubicBezTo>
                      <a:pt x="1352" y="8693"/>
                      <a:pt x="1325" y="8652"/>
                      <a:pt x="1302" y="8610"/>
                    </a:cubicBezTo>
                    <a:cubicBezTo>
                      <a:pt x="494" y="7696"/>
                      <a:pt x="0" y="6498"/>
                      <a:pt x="0" y="5183"/>
                    </a:cubicBezTo>
                    <a:cubicBezTo>
                      <a:pt x="0" y="2320"/>
                      <a:pt x="2320" y="0"/>
                      <a:pt x="5183" y="0"/>
                    </a:cubicBezTo>
                    <a:cubicBezTo>
                      <a:pt x="6205" y="0"/>
                      <a:pt x="7156" y="300"/>
                      <a:pt x="7959" y="812"/>
                    </a:cubicBezTo>
                    <a:cubicBezTo>
                      <a:pt x="8028" y="838"/>
                      <a:pt x="8089" y="878"/>
                      <a:pt x="8140" y="930"/>
                    </a:cubicBezTo>
                    <a:cubicBezTo>
                      <a:pt x="8738" y="1346"/>
                      <a:pt x="9243" y="1886"/>
                      <a:pt x="9621" y="2510"/>
                    </a:cubicBezTo>
                    <a:cubicBezTo>
                      <a:pt x="9711" y="2588"/>
                      <a:pt x="9772" y="2695"/>
                      <a:pt x="9792" y="2818"/>
                    </a:cubicBezTo>
                    <a:lnTo>
                      <a:pt x="9793" y="2818"/>
                    </a:lnTo>
                    <a:close/>
                    <a:moveTo>
                      <a:pt x="5180" y="3118"/>
                    </a:moveTo>
                    <a:cubicBezTo>
                      <a:pt x="4023" y="3118"/>
                      <a:pt x="3085" y="4056"/>
                      <a:pt x="3085" y="5213"/>
                    </a:cubicBezTo>
                    <a:cubicBezTo>
                      <a:pt x="3085" y="6370"/>
                      <a:pt x="4023" y="7308"/>
                      <a:pt x="5180" y="7308"/>
                    </a:cubicBezTo>
                    <a:cubicBezTo>
                      <a:pt x="6337" y="7308"/>
                      <a:pt x="7275" y="6370"/>
                      <a:pt x="7275" y="5213"/>
                    </a:cubicBezTo>
                    <a:cubicBezTo>
                      <a:pt x="7275" y="4056"/>
                      <a:pt x="6337" y="3118"/>
                      <a:pt x="5180" y="3118"/>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cxnSp>
          <p:nvCxnSpPr>
            <p:cNvPr id="273" name="iṣľïḍe">
              <a:extLst>
                <a:ext uri="{FF2B5EF4-FFF2-40B4-BE49-F238E27FC236}">
                  <a16:creationId xmlns:a16="http://schemas.microsoft.com/office/drawing/2014/main" id="{F3D94088-0C53-2E17-1298-4FC2239EB587}"/>
                </a:ext>
              </a:extLst>
            </p:cNvPr>
            <p:cNvCxnSpPr>
              <a:cxnSpLocks/>
            </p:cNvCxnSpPr>
            <p:nvPr/>
          </p:nvCxnSpPr>
          <p:spPr>
            <a:xfrm>
              <a:off x="8007657" y="3450459"/>
              <a:ext cx="1514326" cy="0"/>
            </a:xfrm>
            <a:prstGeom prst="line">
              <a:avLst/>
            </a:prstGeom>
            <a:ln w="3175" cap="rnd">
              <a:solidFill>
                <a:schemeClr val="accent4"/>
              </a:solidFill>
              <a:prstDash val="solid"/>
              <a:round/>
              <a:headEnd type="none"/>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3" name="组合 2">
            <a:extLst>
              <a:ext uri="{FF2B5EF4-FFF2-40B4-BE49-F238E27FC236}">
                <a16:creationId xmlns:a16="http://schemas.microsoft.com/office/drawing/2014/main" id="{0F5BB044-47B9-2194-CEB0-AE0F2E00979A}"/>
              </a:ext>
            </a:extLst>
          </p:cNvPr>
          <p:cNvGrpSpPr/>
          <p:nvPr/>
        </p:nvGrpSpPr>
        <p:grpSpPr>
          <a:xfrm>
            <a:off x="660400" y="1130300"/>
            <a:ext cx="10858500" cy="5003800"/>
            <a:chOff x="660400" y="1130300"/>
            <a:chExt cx="10858500" cy="5003800"/>
          </a:xfrm>
        </p:grpSpPr>
        <p:sp>
          <p:nvSpPr>
            <p:cNvPr id="4" name="ïṣļíḋè">
              <a:extLst>
                <a:ext uri="{FF2B5EF4-FFF2-40B4-BE49-F238E27FC236}">
                  <a16:creationId xmlns:a16="http://schemas.microsoft.com/office/drawing/2014/main" id="{93F3FCD4-35BE-4349-FD75-E5089F39A38B}"/>
                </a:ext>
              </a:extLst>
            </p:cNvPr>
            <p:cNvSpPr/>
            <p:nvPr/>
          </p:nvSpPr>
          <p:spPr bwMode="auto">
            <a:xfrm>
              <a:off x="660400" y="1703954"/>
              <a:ext cx="9953936" cy="2300708"/>
            </a:xfrm>
            <a:prstGeom prst="parallelogram">
              <a:avLst/>
            </a:prstGeom>
            <a:solidFill>
              <a:schemeClr val="accent1"/>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5" name="îşḻïḑé">
              <a:extLst>
                <a:ext uri="{FF2B5EF4-FFF2-40B4-BE49-F238E27FC236}">
                  <a16:creationId xmlns:a16="http://schemas.microsoft.com/office/drawing/2014/main" id="{006369A8-665F-E7C5-B2A1-2AE5BD26254F}"/>
                </a:ext>
              </a:extLst>
            </p:cNvPr>
            <p:cNvSpPr/>
            <p:nvPr/>
          </p:nvSpPr>
          <p:spPr>
            <a:xfrm>
              <a:off x="2832469" y="5103951"/>
              <a:ext cx="589506" cy="471604"/>
            </a:xfrm>
            <a:prstGeom prst="rightArrow">
              <a:avLst/>
            </a:prstGeom>
            <a:solidFill>
              <a:schemeClr val="accent1">
                <a:alpha val="15000"/>
              </a:schemeClr>
            </a:solidFill>
            <a:ln w="6055" cap="flat">
              <a:noFill/>
              <a:prstDash val="solid"/>
              <a:miter/>
            </a:ln>
          </p:spPr>
          <p:txBody>
            <a:bodyPr rtlCol="0" anchor="ctr"/>
            <a:lstStyle/>
            <a:p>
              <a:endParaRPr lang="zh-CN" altLang="en-US"/>
            </a:p>
          </p:txBody>
        </p:sp>
        <p:sp>
          <p:nvSpPr>
            <p:cNvPr id="6" name="íṥ1iḑê">
              <a:extLst>
                <a:ext uri="{FF2B5EF4-FFF2-40B4-BE49-F238E27FC236}">
                  <a16:creationId xmlns:a16="http://schemas.microsoft.com/office/drawing/2014/main" id="{BACE083F-6662-8F7C-0DBF-E895A719055E}"/>
                </a:ext>
              </a:extLst>
            </p:cNvPr>
            <p:cNvSpPr/>
            <p:nvPr/>
          </p:nvSpPr>
          <p:spPr>
            <a:xfrm>
              <a:off x="8690517" y="5078038"/>
              <a:ext cx="589506" cy="471604"/>
            </a:xfrm>
            <a:prstGeom prst="rightArrow">
              <a:avLst/>
            </a:prstGeom>
            <a:solidFill>
              <a:schemeClr val="accent1">
                <a:alpha val="15000"/>
              </a:schemeClr>
            </a:solidFill>
            <a:ln w="6055" cap="flat">
              <a:noFill/>
              <a:prstDash val="solid"/>
              <a:miter/>
            </a:ln>
          </p:spPr>
          <p:txBody>
            <a:bodyPr rtlCol="0" anchor="ctr"/>
            <a:lstStyle/>
            <a:p>
              <a:endParaRPr lang="zh-CN" altLang="en-US"/>
            </a:p>
          </p:txBody>
        </p:sp>
        <p:sp>
          <p:nvSpPr>
            <p:cNvPr id="7" name="íṧļîḋé">
              <a:extLst>
                <a:ext uri="{FF2B5EF4-FFF2-40B4-BE49-F238E27FC236}">
                  <a16:creationId xmlns:a16="http://schemas.microsoft.com/office/drawing/2014/main" id="{F412CACC-E2EA-8DA7-9AA6-937FFE3F11B6}"/>
                </a:ext>
              </a:extLst>
            </p:cNvPr>
            <p:cNvSpPr/>
            <p:nvPr/>
          </p:nvSpPr>
          <p:spPr>
            <a:xfrm>
              <a:off x="5761493" y="5129864"/>
              <a:ext cx="589506" cy="471604"/>
            </a:xfrm>
            <a:prstGeom prst="rightArrow">
              <a:avLst/>
            </a:prstGeom>
            <a:solidFill>
              <a:schemeClr val="accent1">
                <a:alpha val="15000"/>
              </a:schemeClr>
            </a:solidFill>
            <a:ln w="6055" cap="flat">
              <a:noFill/>
              <a:prstDash val="solid"/>
              <a:miter/>
            </a:ln>
          </p:spPr>
          <p:txBody>
            <a:bodyPr rtlCol="0" anchor="ctr"/>
            <a:lstStyle/>
            <a:p>
              <a:endParaRPr lang="zh-CN" altLang="en-US"/>
            </a:p>
          </p:txBody>
        </p:sp>
        <p:sp>
          <p:nvSpPr>
            <p:cNvPr id="8" name="Title">
              <a:extLst>
                <a:ext uri="{FF2B5EF4-FFF2-40B4-BE49-F238E27FC236}">
                  <a16:creationId xmlns:a16="http://schemas.microsoft.com/office/drawing/2014/main" id="{9D6EE3DB-6445-0A4D-97A5-69A4CA03D40E}"/>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a:t>管理层决策及执行情况</a:t>
              </a:r>
              <a:endParaRPr lang="zh-CN" altLang="en-US" sz="2400" b="1" dirty="0"/>
            </a:p>
          </p:txBody>
        </p:sp>
        <p:grpSp>
          <p:nvGrpSpPr>
            <p:cNvPr id="9" name="组合 8">
              <a:extLst>
                <a:ext uri="{FF2B5EF4-FFF2-40B4-BE49-F238E27FC236}">
                  <a16:creationId xmlns:a16="http://schemas.microsoft.com/office/drawing/2014/main" id="{871310E9-781A-4427-AE5E-7ABB31FC9F7B}"/>
                </a:ext>
              </a:extLst>
            </p:cNvPr>
            <p:cNvGrpSpPr/>
            <p:nvPr/>
          </p:nvGrpSpPr>
          <p:grpSpPr>
            <a:xfrm>
              <a:off x="771791" y="1931785"/>
              <a:ext cx="10747109" cy="4114698"/>
              <a:chOff x="771791" y="1931785"/>
              <a:chExt cx="10747109" cy="4114698"/>
            </a:xfrm>
          </p:grpSpPr>
          <p:sp>
            <p:nvSpPr>
              <p:cNvPr id="22" name="PictureMisc">
                <a:extLst>
                  <a:ext uri="{FF2B5EF4-FFF2-40B4-BE49-F238E27FC236}">
                    <a16:creationId xmlns:a16="http://schemas.microsoft.com/office/drawing/2014/main" id="{EDAAB373-6AAD-7717-AB04-E52710780D70}"/>
                  </a:ext>
                </a:extLst>
              </p:cNvPr>
              <p:cNvSpPr/>
              <p:nvPr/>
            </p:nvSpPr>
            <p:spPr bwMode="auto">
              <a:xfrm>
                <a:off x="894576" y="1931785"/>
                <a:ext cx="10624324" cy="2300708"/>
              </a:xfrm>
              <a:prstGeom prst="parallelogram">
                <a:avLst>
                  <a:gd name="adj" fmla="val 24410"/>
                </a:avLst>
              </a:prstGeom>
              <a:blipFill>
                <a:blip r:embed="rId2">
                  <a:extLst>
                    <a:ext uri="{BEBA8EAE-BF5A-486C-A8C5-ECC9F3942E4B}">
                      <a14:imgProps xmlns:a14="http://schemas.microsoft.com/office/drawing/2010/main">
                        <a14:imgLayer>
                          <a14:imgEffect>
                            <a14:colorTemperature colorTemp="7000"/>
                          </a14:imgEffect>
                        </a14:imgLayer>
                      </a14:imgProps>
                    </a:ext>
                  </a:extLst>
                </a:blip>
                <a:srcRect/>
                <a:stretch>
                  <a:fillRect t="-135458" b="-13397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schemeClr val="lt1"/>
                  </a:solidFill>
                </a:endParaRPr>
              </a:p>
            </p:txBody>
          </p:sp>
          <p:sp>
            <p:nvSpPr>
              <p:cNvPr id="23" name="Bullet1">
                <a:extLst>
                  <a:ext uri="{FF2B5EF4-FFF2-40B4-BE49-F238E27FC236}">
                    <a16:creationId xmlns:a16="http://schemas.microsoft.com/office/drawing/2014/main" id="{23C7DD8E-3513-B79F-2E6B-A43C0E794B1E}"/>
                  </a:ext>
                </a:extLst>
              </p:cNvPr>
              <p:cNvSpPr/>
              <p:nvPr/>
            </p:nvSpPr>
            <p:spPr>
              <a:xfrm>
                <a:off x="771792"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dirty="0">
                    <a:solidFill>
                      <a:schemeClr val="tx1"/>
                    </a:solidFill>
                  </a:rPr>
                  <a:t>决策优化</a:t>
                </a:r>
                <a:endParaRPr kumimoji="1" lang="en-US" altLang="zh-CN" b="1" dirty="0">
                  <a:solidFill>
                    <a:schemeClr val="tx1"/>
                  </a:solidFill>
                </a:endParaRPr>
              </a:p>
            </p:txBody>
          </p:sp>
          <p:sp>
            <p:nvSpPr>
              <p:cNvPr id="24" name="Text1">
                <a:extLst>
                  <a:ext uri="{FF2B5EF4-FFF2-40B4-BE49-F238E27FC236}">
                    <a16:creationId xmlns:a16="http://schemas.microsoft.com/office/drawing/2014/main" id="{82914442-E432-97DA-95D4-2BDE254AE4BD}"/>
                  </a:ext>
                </a:extLst>
              </p:cNvPr>
              <p:cNvSpPr/>
              <p:nvPr/>
            </p:nvSpPr>
            <p:spPr>
              <a:xfrm>
                <a:off x="771792" y="5549642"/>
                <a:ext cx="1956599" cy="4968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a:lnSpc>
                    <a:spcPct val="120000"/>
                  </a:lnSpc>
                </a:pPr>
                <a:r>
                  <a:rPr kumimoji="1" lang="zh-CN" altLang="en-US" sz="1200" dirty="0">
                    <a:solidFill>
                      <a:schemeClr val="tx1"/>
                    </a:solidFill>
                  </a:rPr>
                  <a:t>本季度，管理层对内部管理流程进行了全面梳理。</a:t>
                </a:r>
                <a:endParaRPr kumimoji="1" lang="en-US" altLang="zh-CN" sz="1200" dirty="0">
                  <a:solidFill>
                    <a:schemeClr val="tx1"/>
                  </a:solidFill>
                </a:endParaRPr>
              </a:p>
            </p:txBody>
          </p:sp>
          <p:sp>
            <p:nvSpPr>
              <p:cNvPr id="25" name="Number1">
                <a:extLst>
                  <a:ext uri="{FF2B5EF4-FFF2-40B4-BE49-F238E27FC236}">
                    <a16:creationId xmlns:a16="http://schemas.microsoft.com/office/drawing/2014/main" id="{33D7B77B-1B14-783B-BF0D-9BEFA32F0716}"/>
                  </a:ext>
                </a:extLst>
              </p:cNvPr>
              <p:cNvSpPr txBox="1"/>
              <p:nvPr/>
            </p:nvSpPr>
            <p:spPr>
              <a:xfrm>
                <a:off x="771791"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1</a:t>
                </a:r>
                <a:endParaRPr kumimoji="1" lang="zh-CN" altLang="en-US" sz="4400" b="1" dirty="0">
                  <a:solidFill>
                    <a:schemeClr val="accent1"/>
                  </a:solidFill>
                </a:endParaRPr>
              </a:p>
            </p:txBody>
          </p:sp>
        </p:grpSp>
        <p:grpSp>
          <p:nvGrpSpPr>
            <p:cNvPr id="10" name="组合 9">
              <a:extLst>
                <a:ext uri="{FF2B5EF4-FFF2-40B4-BE49-F238E27FC236}">
                  <a16:creationId xmlns:a16="http://schemas.microsoft.com/office/drawing/2014/main" id="{184ED627-FA56-DA51-36CA-8F670E022338}"/>
                </a:ext>
              </a:extLst>
            </p:cNvPr>
            <p:cNvGrpSpPr/>
            <p:nvPr/>
          </p:nvGrpSpPr>
          <p:grpSpPr>
            <a:xfrm>
              <a:off x="3700815" y="4461211"/>
              <a:ext cx="1956600" cy="1672889"/>
              <a:chOff x="3700815" y="4461211"/>
              <a:chExt cx="1956600" cy="1672889"/>
            </a:xfrm>
          </p:grpSpPr>
          <p:sp>
            <p:nvSpPr>
              <p:cNvPr id="19" name="Bullet2">
                <a:extLst>
                  <a:ext uri="{FF2B5EF4-FFF2-40B4-BE49-F238E27FC236}">
                    <a16:creationId xmlns:a16="http://schemas.microsoft.com/office/drawing/2014/main" id="{E6FA25EB-5369-C896-244F-26AF5877CC77}"/>
                  </a:ext>
                </a:extLst>
              </p:cNvPr>
              <p:cNvSpPr/>
              <p:nvPr/>
            </p:nvSpPr>
            <p:spPr>
              <a:xfrm>
                <a:off x="3700816"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dirty="0">
                    <a:solidFill>
                      <a:schemeClr val="tx1"/>
                    </a:solidFill>
                  </a:rPr>
                  <a:t>执行跟踪</a:t>
                </a:r>
                <a:endParaRPr kumimoji="1" lang="en-US" altLang="zh-CN" b="1" dirty="0">
                  <a:solidFill>
                    <a:schemeClr val="tx1"/>
                  </a:solidFill>
                </a:endParaRPr>
              </a:p>
            </p:txBody>
          </p:sp>
          <p:sp>
            <p:nvSpPr>
              <p:cNvPr id="20" name="Text2">
                <a:extLst>
                  <a:ext uri="{FF2B5EF4-FFF2-40B4-BE49-F238E27FC236}">
                    <a16:creationId xmlns:a16="http://schemas.microsoft.com/office/drawing/2014/main" id="{1840FEB9-CFF0-7A80-C00B-B12214A01E76}"/>
                  </a:ext>
                </a:extLst>
              </p:cNvPr>
              <p:cNvSpPr/>
              <p:nvPr/>
            </p:nvSpPr>
            <p:spPr>
              <a:xfrm>
                <a:off x="3700816" y="5549642"/>
                <a:ext cx="1956599" cy="584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rPr>
                  <a:t>对各项决策实施情况进行实时跟踪。</a:t>
                </a:r>
                <a:endParaRPr kumimoji="1" lang="en-US" altLang="zh-CN" sz="1200" dirty="0">
                  <a:solidFill>
                    <a:schemeClr val="tx1"/>
                  </a:solidFill>
                </a:endParaRPr>
              </a:p>
            </p:txBody>
          </p:sp>
          <p:sp>
            <p:nvSpPr>
              <p:cNvPr id="21" name="Number2">
                <a:extLst>
                  <a:ext uri="{FF2B5EF4-FFF2-40B4-BE49-F238E27FC236}">
                    <a16:creationId xmlns:a16="http://schemas.microsoft.com/office/drawing/2014/main" id="{F8F6A408-BDC7-BACE-CAFD-A9D35D679C6C}"/>
                  </a:ext>
                </a:extLst>
              </p:cNvPr>
              <p:cNvSpPr txBox="1"/>
              <p:nvPr/>
            </p:nvSpPr>
            <p:spPr>
              <a:xfrm>
                <a:off x="3700815"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2</a:t>
                </a:r>
                <a:endParaRPr kumimoji="1" lang="zh-CN" altLang="en-US" sz="4400" b="1" dirty="0">
                  <a:solidFill>
                    <a:schemeClr val="accent1"/>
                  </a:solidFill>
                </a:endParaRPr>
              </a:p>
            </p:txBody>
          </p:sp>
        </p:grpSp>
        <p:grpSp>
          <p:nvGrpSpPr>
            <p:cNvPr id="11" name="组合 10">
              <a:extLst>
                <a:ext uri="{FF2B5EF4-FFF2-40B4-BE49-F238E27FC236}">
                  <a16:creationId xmlns:a16="http://schemas.microsoft.com/office/drawing/2014/main" id="{EB92D80F-A487-77EC-D892-74A8D67E3457}"/>
                </a:ext>
              </a:extLst>
            </p:cNvPr>
            <p:cNvGrpSpPr/>
            <p:nvPr/>
          </p:nvGrpSpPr>
          <p:grpSpPr>
            <a:xfrm>
              <a:off x="6629839" y="4461211"/>
              <a:ext cx="1956600" cy="1585272"/>
              <a:chOff x="6629839" y="4461211"/>
              <a:chExt cx="1956600" cy="1585272"/>
            </a:xfrm>
          </p:grpSpPr>
          <p:sp>
            <p:nvSpPr>
              <p:cNvPr id="16" name="Bullet3">
                <a:extLst>
                  <a:ext uri="{FF2B5EF4-FFF2-40B4-BE49-F238E27FC236}">
                    <a16:creationId xmlns:a16="http://schemas.microsoft.com/office/drawing/2014/main" id="{4CA7CAD6-21DA-7624-1550-83BA32053210}"/>
                  </a:ext>
                </a:extLst>
              </p:cNvPr>
              <p:cNvSpPr/>
              <p:nvPr/>
            </p:nvSpPr>
            <p:spPr>
              <a:xfrm>
                <a:off x="6629840"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a:solidFill>
                      <a:schemeClr val="tx1"/>
                    </a:solidFill>
                  </a:rPr>
                  <a:t>团队建设</a:t>
                </a:r>
                <a:endParaRPr kumimoji="1" lang="en-US" altLang="zh-CN" b="1" dirty="0">
                  <a:solidFill>
                    <a:schemeClr val="tx1"/>
                  </a:solidFill>
                </a:endParaRPr>
              </a:p>
            </p:txBody>
          </p:sp>
          <p:sp>
            <p:nvSpPr>
              <p:cNvPr id="17" name="Text3">
                <a:extLst>
                  <a:ext uri="{FF2B5EF4-FFF2-40B4-BE49-F238E27FC236}">
                    <a16:creationId xmlns:a16="http://schemas.microsoft.com/office/drawing/2014/main" id="{BE0719DC-250E-2381-4C8D-86F5BE68E398}"/>
                  </a:ext>
                </a:extLst>
              </p:cNvPr>
              <p:cNvSpPr/>
              <p:nvPr/>
            </p:nvSpPr>
            <p:spPr>
              <a:xfrm>
                <a:off x="6629840" y="5549642"/>
                <a:ext cx="1956599" cy="4968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a:lnSpc>
                    <a:spcPct val="120000"/>
                  </a:lnSpc>
                </a:pPr>
                <a:r>
                  <a:rPr kumimoji="1" lang="zh-CN" altLang="en-US" sz="1200" dirty="0">
                    <a:solidFill>
                      <a:schemeClr val="tx1"/>
                    </a:solidFill>
                  </a:rPr>
                  <a:t>加强团队建设，提升员工凝聚力和执行力。</a:t>
                </a:r>
                <a:endParaRPr kumimoji="1" lang="en-US" altLang="zh-CN" sz="1200" dirty="0">
                  <a:solidFill>
                    <a:schemeClr val="tx1"/>
                  </a:solidFill>
                </a:endParaRPr>
              </a:p>
            </p:txBody>
          </p:sp>
          <p:sp>
            <p:nvSpPr>
              <p:cNvPr id="18" name="Number3">
                <a:extLst>
                  <a:ext uri="{FF2B5EF4-FFF2-40B4-BE49-F238E27FC236}">
                    <a16:creationId xmlns:a16="http://schemas.microsoft.com/office/drawing/2014/main" id="{E2398951-5D6A-45DB-7925-B3CC41B1649E}"/>
                  </a:ext>
                </a:extLst>
              </p:cNvPr>
              <p:cNvSpPr txBox="1"/>
              <p:nvPr/>
            </p:nvSpPr>
            <p:spPr>
              <a:xfrm>
                <a:off x="6629839"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3</a:t>
                </a:r>
                <a:endParaRPr kumimoji="1" lang="zh-CN" altLang="en-US" sz="4400" b="1" dirty="0">
                  <a:solidFill>
                    <a:schemeClr val="accent1"/>
                  </a:solidFill>
                </a:endParaRPr>
              </a:p>
            </p:txBody>
          </p:sp>
        </p:grpSp>
        <p:grpSp>
          <p:nvGrpSpPr>
            <p:cNvPr id="12" name="组合 11">
              <a:extLst>
                <a:ext uri="{FF2B5EF4-FFF2-40B4-BE49-F238E27FC236}">
                  <a16:creationId xmlns:a16="http://schemas.microsoft.com/office/drawing/2014/main" id="{9A7793B6-3140-5C86-C006-3D3F54814E22}"/>
                </a:ext>
              </a:extLst>
            </p:cNvPr>
            <p:cNvGrpSpPr/>
            <p:nvPr/>
          </p:nvGrpSpPr>
          <p:grpSpPr>
            <a:xfrm>
              <a:off x="9558860" y="4461211"/>
              <a:ext cx="1956600" cy="1585272"/>
              <a:chOff x="9558860" y="4461211"/>
              <a:chExt cx="1956600" cy="1585272"/>
            </a:xfrm>
          </p:grpSpPr>
          <p:sp>
            <p:nvSpPr>
              <p:cNvPr id="13" name="Bullet4">
                <a:extLst>
                  <a:ext uri="{FF2B5EF4-FFF2-40B4-BE49-F238E27FC236}">
                    <a16:creationId xmlns:a16="http://schemas.microsoft.com/office/drawing/2014/main" id="{76650523-91D8-3D23-7D43-2596B0715AE7}"/>
                  </a:ext>
                </a:extLst>
              </p:cNvPr>
              <p:cNvSpPr/>
              <p:nvPr/>
            </p:nvSpPr>
            <p:spPr>
              <a:xfrm>
                <a:off x="9558861"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dirty="0">
                    <a:solidFill>
                      <a:schemeClr val="tx1"/>
                    </a:solidFill>
                  </a:rPr>
                  <a:t>质量控制</a:t>
                </a:r>
                <a:endParaRPr kumimoji="1" lang="en-US" altLang="zh-CN" b="1" dirty="0">
                  <a:solidFill>
                    <a:schemeClr val="tx1"/>
                  </a:solidFill>
                </a:endParaRPr>
              </a:p>
            </p:txBody>
          </p:sp>
          <p:sp>
            <p:nvSpPr>
              <p:cNvPr id="14" name="Text4">
                <a:extLst>
                  <a:ext uri="{FF2B5EF4-FFF2-40B4-BE49-F238E27FC236}">
                    <a16:creationId xmlns:a16="http://schemas.microsoft.com/office/drawing/2014/main" id="{3E360683-02BF-04D1-463F-A1626F09D775}"/>
                  </a:ext>
                </a:extLst>
              </p:cNvPr>
              <p:cNvSpPr/>
              <p:nvPr/>
            </p:nvSpPr>
            <p:spPr>
              <a:xfrm>
                <a:off x="9558861" y="5549642"/>
                <a:ext cx="1956599" cy="4968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a:lnSpc>
                    <a:spcPct val="120000"/>
                  </a:lnSpc>
                </a:pPr>
                <a:r>
                  <a:rPr kumimoji="1" lang="zh-CN" altLang="en-US" sz="1200" dirty="0">
                    <a:solidFill>
                      <a:schemeClr val="tx1"/>
                    </a:solidFill>
                  </a:rPr>
                  <a:t>强化内部管理，严格把控产品质量。</a:t>
                </a:r>
                <a:endParaRPr kumimoji="1" lang="en-US" altLang="zh-CN" sz="1200" dirty="0">
                  <a:solidFill>
                    <a:schemeClr val="tx1"/>
                  </a:solidFill>
                </a:endParaRPr>
              </a:p>
            </p:txBody>
          </p:sp>
          <p:sp>
            <p:nvSpPr>
              <p:cNvPr id="15" name="Number4">
                <a:extLst>
                  <a:ext uri="{FF2B5EF4-FFF2-40B4-BE49-F238E27FC236}">
                    <a16:creationId xmlns:a16="http://schemas.microsoft.com/office/drawing/2014/main" id="{85C36D6E-4D39-7947-077B-B9DCB69FF801}"/>
                  </a:ext>
                </a:extLst>
              </p:cNvPr>
              <p:cNvSpPr txBox="1"/>
              <p:nvPr/>
            </p:nvSpPr>
            <p:spPr>
              <a:xfrm>
                <a:off x="9558860"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4</a:t>
                </a:r>
                <a:endParaRPr kumimoji="1" lang="zh-CN" altLang="en-US" sz="4400" b="1" dirty="0">
                  <a:solidFill>
                    <a:schemeClr val="accent1"/>
                  </a:solidFill>
                </a:endParaRPr>
              </a:p>
            </p:txBody>
          </p:sp>
        </p:grpSp>
      </p:grpSp>
      <p:sp>
        <p:nvSpPr>
          <p:cNvPr id="2" name="标题 1">
            <a:extLst>
              <a:ext uri="{FF2B5EF4-FFF2-40B4-BE49-F238E27FC236}">
                <a16:creationId xmlns:a16="http://schemas.microsoft.com/office/drawing/2014/main" id="{764839F8-E912-F9AC-0514-1A09B163093C}"/>
              </a:ext>
            </a:extLst>
          </p:cNvPr>
          <p:cNvSpPr>
            <a:spLocks noGrp="1"/>
          </p:cNvSpPr>
          <p:nvPr>
            <p:ph type="title"/>
          </p:nvPr>
        </p:nvSpPr>
        <p:spPr/>
        <p:txBody>
          <a:bodyPr/>
          <a:lstStyle/>
          <a:p>
            <a:r>
              <a:rPr lang="zh-CN" altLang="en-US"/>
              <a:t>内部管理</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hasCustomPrompt="1"/>
          </p:nvPr>
        </p:nvSpPr>
        <p:spPr/>
        <p:txBody>
          <a:bodyPr/>
          <a:lstStyle/>
          <a:p>
            <a:r>
              <a:rPr lang="zh-CN" altLang="en-US" sz="7200" dirty="0">
                <a:gradFill flip="none" rotWithShape="1">
                  <a:gsLst>
                    <a:gs pos="0">
                      <a:schemeClr val="accent1">
                        <a:lumMod val="20000"/>
                        <a:lumOff val="80000"/>
                      </a:schemeClr>
                    </a:gs>
                    <a:gs pos="100000">
                      <a:schemeClr val="accent1"/>
                    </a:gs>
                  </a:gsLst>
                  <a:lin ang="0" scaled="1"/>
                  <a:tileRect/>
                </a:gradFill>
              </a:rPr>
              <a:t>感谢观看</a:t>
            </a:r>
            <a:br>
              <a:rPr lang="en-US" altLang="zh-CN" sz="7200" dirty="0">
                <a:gradFill flip="none" rotWithShape="1">
                  <a:gsLst>
                    <a:gs pos="0">
                      <a:schemeClr val="accent1">
                        <a:lumMod val="20000"/>
                        <a:lumOff val="80000"/>
                      </a:schemeClr>
                    </a:gs>
                    <a:gs pos="100000">
                      <a:schemeClr val="accent1"/>
                    </a:gs>
                  </a:gsLst>
                  <a:lin ang="0" scaled="1"/>
                  <a:tileRect/>
                </a:gradFill>
              </a:rPr>
            </a:br>
            <a:r>
              <a:rPr lang="zh-CN" altLang="en-US" dirty="0"/>
              <a:t>Thank you</a:t>
            </a:r>
            <a:endParaRPr lang="en-US" dirty="0"/>
          </a:p>
        </p:txBody>
      </p:sp>
      <p:sp>
        <p:nvSpPr>
          <p:cNvPr id="4" name="文本占位符 3"/>
          <p:cNvSpPr>
            <a:spLocks noGrp="1"/>
          </p:cNvSpPr>
          <p:nvPr>
            <p:ph type="body" sz="quarter" idx="13" hasCustomPrompt="1"/>
          </p:nvPr>
        </p:nvSpPr>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p:txBody>
          <a:bodyPr/>
          <a:lstStyle/>
          <a:p>
            <a:r>
              <a:rPr lang="zh-CN" altLang="en-US" dirty="0"/>
              <a:t>20XX.XX.XX</a:t>
            </a:r>
            <a:endParaRPr lang="en-US" dirty="0"/>
          </a:p>
        </p:txBody>
      </p:sp>
      <p:sp>
        <p:nvSpPr>
          <p:cNvPr id="9" name="文本框 8">
            <a:extLst>
              <a:ext uri="{FF2B5EF4-FFF2-40B4-BE49-F238E27FC236}">
                <a16:creationId xmlns:a16="http://schemas.microsoft.com/office/drawing/2014/main" id="{9FB389CC-C11C-4F26-848D-F229D478C41D}"/>
              </a:ext>
            </a:extLst>
          </p:cNvPr>
          <p:cNvSpPr txBox="1"/>
          <p:nvPr/>
        </p:nvSpPr>
        <p:spPr>
          <a:xfrm>
            <a:off x="654050" y="635112"/>
            <a:ext cx="1558971" cy="323850"/>
          </a:xfrm>
          <a:prstGeom prst="rect">
            <a:avLst/>
          </a:prstGeom>
          <a:noFill/>
          <a:ln>
            <a:noFill/>
          </a:ln>
        </p:spPr>
        <p:txBody>
          <a:bodyPr wrap="square" rtlCol="0" anchor="ctr">
            <a:normAutofit/>
          </a:bodyPr>
          <a:lstStyle/>
          <a:p>
            <a:r>
              <a:rPr lang="en-US" altLang="zh-CN" sz="1200" dirty="0">
                <a:solidFill>
                  <a:schemeClr val="tx1">
                    <a:alpha val="50000"/>
                  </a:schemeClr>
                </a:solidFill>
              </a:rPr>
              <a:t>technology industry</a:t>
            </a:r>
            <a:endParaRPr lang="zh-CN" altLang="en-US" sz="1200" dirty="0">
              <a:solidFill>
                <a:schemeClr val="tx1">
                  <a:alpha val="50000"/>
                </a:schemeClr>
              </a:solidFill>
            </a:endParaRPr>
          </a:p>
        </p:txBody>
      </p:sp>
      <p:sp>
        <p:nvSpPr>
          <p:cNvPr id="10" name="文本框 9">
            <a:extLst>
              <a:ext uri="{FF2B5EF4-FFF2-40B4-BE49-F238E27FC236}">
                <a16:creationId xmlns:a16="http://schemas.microsoft.com/office/drawing/2014/main" id="{10246232-5C7A-7886-0658-039A98BB261A}"/>
              </a:ext>
            </a:extLst>
          </p:cNvPr>
          <p:cNvSpPr txBox="1"/>
          <p:nvPr/>
        </p:nvSpPr>
        <p:spPr>
          <a:xfrm>
            <a:off x="2718063" y="635112"/>
            <a:ext cx="1558971" cy="323850"/>
          </a:xfrm>
          <a:prstGeom prst="rect">
            <a:avLst/>
          </a:prstGeom>
          <a:noFill/>
          <a:ln>
            <a:noFill/>
          </a:ln>
        </p:spPr>
        <p:txBody>
          <a:bodyPr wrap="square" rtlCol="0" anchor="ctr">
            <a:normAutofit/>
          </a:bodyPr>
          <a:lstStyle/>
          <a:p>
            <a:r>
              <a:rPr lang="en-US" altLang="zh-CN" sz="1200" dirty="0">
                <a:solidFill>
                  <a:schemeClr val="tx1">
                    <a:alpha val="50000"/>
                  </a:schemeClr>
                </a:solidFill>
              </a:rPr>
              <a:t>product release</a:t>
            </a:r>
            <a:endParaRPr lang="zh-CN" altLang="en-US" sz="1200" dirty="0">
              <a:solidFill>
                <a:schemeClr val="tx1">
                  <a:alpha val="50000"/>
                </a:schemeClr>
              </a:solidFill>
            </a:endParaRPr>
          </a:p>
        </p:txBody>
      </p:sp>
      <p:sp>
        <p:nvSpPr>
          <p:cNvPr id="11" name="文本框 10">
            <a:extLst>
              <a:ext uri="{FF2B5EF4-FFF2-40B4-BE49-F238E27FC236}">
                <a16:creationId xmlns:a16="http://schemas.microsoft.com/office/drawing/2014/main" id="{8922425B-1E27-C310-42CD-602167ADA7E2}"/>
              </a:ext>
            </a:extLst>
          </p:cNvPr>
          <p:cNvSpPr txBox="1"/>
          <p:nvPr/>
        </p:nvSpPr>
        <p:spPr>
          <a:xfrm>
            <a:off x="4714658" y="635112"/>
            <a:ext cx="2011650" cy="323850"/>
          </a:xfrm>
          <a:prstGeom prst="rect">
            <a:avLst/>
          </a:prstGeom>
          <a:noFill/>
          <a:ln>
            <a:noFill/>
          </a:ln>
        </p:spPr>
        <p:txBody>
          <a:bodyPr wrap="square" rtlCol="0" anchor="ctr">
            <a:normAutofit/>
          </a:bodyPr>
          <a:lstStyle/>
          <a:p>
            <a:r>
              <a:rPr lang="en-US" altLang="zh-CN" sz="1200" dirty="0">
                <a:solidFill>
                  <a:schemeClr val="tx1">
                    <a:alpha val="50000"/>
                  </a:schemeClr>
                </a:solidFill>
              </a:rPr>
              <a:t>innovation achievements</a:t>
            </a:r>
            <a:endParaRPr lang="zh-CN" altLang="en-US" sz="1200" dirty="0">
              <a:solidFill>
                <a:schemeClr val="tx1">
                  <a:alpha val="50000"/>
                </a:schemeClr>
              </a:solidFill>
            </a:endParaRPr>
          </a:p>
        </p:txBody>
      </p:sp>
      <p:sp>
        <p:nvSpPr>
          <p:cNvPr id="12" name="文本框 11">
            <a:extLst>
              <a:ext uri="{FF2B5EF4-FFF2-40B4-BE49-F238E27FC236}">
                <a16:creationId xmlns:a16="http://schemas.microsoft.com/office/drawing/2014/main" id="{DCFC3083-6B16-9EDE-F5B0-3F15179CCFDC}"/>
              </a:ext>
            </a:extLst>
          </p:cNvPr>
          <p:cNvSpPr txBox="1"/>
          <p:nvPr/>
        </p:nvSpPr>
        <p:spPr>
          <a:xfrm>
            <a:off x="7303249" y="635112"/>
            <a:ext cx="946931" cy="323850"/>
          </a:xfrm>
          <a:prstGeom prst="rect">
            <a:avLst/>
          </a:prstGeom>
          <a:noFill/>
          <a:ln>
            <a:noFill/>
          </a:ln>
        </p:spPr>
        <p:txBody>
          <a:bodyPr wrap="square" rtlCol="0" anchor="ctr">
            <a:normAutofit/>
          </a:bodyPr>
          <a:lstStyle/>
          <a:p>
            <a:pPr algn="r"/>
            <a:r>
              <a:rPr lang="en-US" altLang="zh-CN" sz="1200" dirty="0">
                <a:solidFill>
                  <a:schemeClr val="tx1">
                    <a:alpha val="50000"/>
                  </a:schemeClr>
                </a:solidFill>
              </a:rPr>
              <a:t>forefront</a:t>
            </a:r>
            <a:endParaRPr lang="zh-CN" altLang="en-US" sz="1200" dirty="0">
              <a:solidFill>
                <a:schemeClr val="tx1">
                  <a:alpha val="50000"/>
                </a:schemeClr>
              </a:solidFill>
            </a:endParaRPr>
          </a:p>
        </p:txBody>
      </p:sp>
      <p:cxnSp>
        <p:nvCxnSpPr>
          <p:cNvPr id="13" name="直接连接符 12">
            <a:extLst>
              <a:ext uri="{FF2B5EF4-FFF2-40B4-BE49-F238E27FC236}">
                <a16:creationId xmlns:a16="http://schemas.microsoft.com/office/drawing/2014/main" id="{FA12BAA6-AABA-D3B0-6E37-822CE072B272}"/>
              </a:ext>
            </a:extLst>
          </p:cNvPr>
          <p:cNvCxnSpPr>
            <a:cxnSpLocks/>
          </p:cNvCxnSpPr>
          <p:nvPr/>
        </p:nvCxnSpPr>
        <p:spPr>
          <a:xfrm>
            <a:off x="660400" y="967740"/>
            <a:ext cx="750316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thm15="http://schemas.microsoft.com/office/thememl/2012/main" xmlns:a="http://schemas.openxmlformats.org/drawingml/2006/main" name="Raven">
  <a:themeElements>
    <a:clrScheme name="Raven">
      <a:dk1>
        <a:srgbClr val="2F2F2F"/>
      </a:dk1>
      <a:lt1>
        <a:srgbClr val="FFFFFF"/>
      </a:lt1>
      <a:dk2>
        <a:srgbClr val="778495"/>
      </a:dk2>
      <a:lt2>
        <a:srgbClr val="F0F0F0"/>
      </a:lt2>
      <a:accent1>
        <a:srgbClr val="F49309"/>
      </a:accent1>
      <a:accent2>
        <a:srgbClr val="F1B03C"/>
      </a:accent2>
      <a:accent3>
        <a:srgbClr val="F0783F"/>
      </a:accent3>
      <a:accent4>
        <a:srgbClr val="F2A735"/>
      </a:accent4>
      <a:accent5>
        <a:srgbClr val="EF9E3A"/>
      </a:accent5>
      <a:accent6>
        <a:srgbClr val="C7BF0F"/>
      </a:accent6>
      <a:hlink>
        <a:srgbClr val="F84D4D"/>
      </a:hlink>
      <a:folHlink>
        <a:srgbClr val="979797"/>
      </a:folHlink>
    </a:clrScheme>
    <a:fontScheme name="Raven">
      <a:majorFont>
        <a:latin typeface="Arial"/>
        <a:ea typeface="微软雅黑"/>
        <a:cs typeface=""/>
      </a:majorFont>
      <a:minorFont>
        <a:latin typeface="Arial"/>
        <a:ea typeface="微软雅黑"/>
        <a:cs typeface=""/>
      </a:minorFont>
    </a:fontScheme>
    <a:fmtScheme name="Rave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ven"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Raven">
    <a:dk1>
      <a:srgbClr val="2F2F2F"/>
    </a:dk1>
    <a:lt1>
      <a:srgbClr val="FFFFFF"/>
    </a:lt1>
    <a:dk2>
      <a:srgbClr val="778495"/>
    </a:dk2>
    <a:lt2>
      <a:srgbClr val="F0F0F0"/>
    </a:lt2>
    <a:accent1>
      <a:srgbClr val="F49309"/>
    </a:accent1>
    <a:accent2>
      <a:srgbClr val="F1B03C"/>
    </a:accent2>
    <a:accent3>
      <a:srgbClr val="F0783F"/>
    </a:accent3>
    <a:accent4>
      <a:srgbClr val="F2A735"/>
    </a:accent4>
    <a:accent5>
      <a:srgbClr val="EF9E3A"/>
    </a:accent5>
    <a:accent6>
      <a:srgbClr val="C7BF0F"/>
    </a:accent6>
    <a:hlink>
      <a:srgbClr val="F84D4D"/>
    </a:hlink>
    <a:folHlink>
      <a:srgbClr val="979797"/>
    </a:folHlink>
  </a:clrScheme>
</a:themeOverride>
</file>

<file path=ppt/theme/themeOverride2.xml><?xml version="1.0" encoding="utf-8"?>
<a:themeOverride xmlns:a="http://schemas.openxmlformats.org/drawingml/2006/main">
  <a:clrScheme name="Raven">
    <a:dk1>
      <a:srgbClr val="2F2F2F"/>
    </a:dk1>
    <a:lt1>
      <a:srgbClr val="FFFFFF"/>
    </a:lt1>
    <a:dk2>
      <a:srgbClr val="778495"/>
    </a:dk2>
    <a:lt2>
      <a:srgbClr val="F0F0F0"/>
    </a:lt2>
    <a:accent1>
      <a:srgbClr val="F49309"/>
    </a:accent1>
    <a:accent2>
      <a:srgbClr val="F1B03C"/>
    </a:accent2>
    <a:accent3>
      <a:srgbClr val="F0783F"/>
    </a:accent3>
    <a:accent4>
      <a:srgbClr val="F2A735"/>
    </a:accent4>
    <a:accent5>
      <a:srgbClr val="EF9E3A"/>
    </a:accent5>
    <a:accent6>
      <a:srgbClr val="C7BF0F"/>
    </a:accent6>
    <a:hlink>
      <a:srgbClr val="F84D4D"/>
    </a:hlink>
    <a:folHlink>
      <a:srgbClr val="979797"/>
    </a:folHlink>
  </a:clrScheme>
</a:themeOverride>
</file>

<file path=ppt/theme/themeOverride3.xml><?xml version="1.0" encoding="utf-8"?>
<a:themeOverride xmlns:a="http://schemas.openxmlformats.org/drawingml/2006/main">
  <a:clrScheme name="Raven">
    <a:dk1>
      <a:srgbClr val="2F2F2F"/>
    </a:dk1>
    <a:lt1>
      <a:srgbClr val="FFFFFF"/>
    </a:lt1>
    <a:dk2>
      <a:srgbClr val="778495"/>
    </a:dk2>
    <a:lt2>
      <a:srgbClr val="F0F0F0"/>
    </a:lt2>
    <a:accent1>
      <a:srgbClr val="F49309"/>
    </a:accent1>
    <a:accent2>
      <a:srgbClr val="F1B03C"/>
    </a:accent2>
    <a:accent3>
      <a:srgbClr val="F0783F"/>
    </a:accent3>
    <a:accent4>
      <a:srgbClr val="F2A735"/>
    </a:accent4>
    <a:accent5>
      <a:srgbClr val="EF9E3A"/>
    </a:accent5>
    <a:accent6>
      <a:srgbClr val="C7BF0F"/>
    </a:accent6>
    <a:hlink>
      <a:srgbClr val="F84D4D"/>
    </a:hlink>
    <a:folHlink>
      <a:srgbClr val="979797"/>
    </a:folHlink>
  </a:clrScheme>
</a:themeOverride>
</file>

<file path=ppt/theme/themeOverride4.xml><?xml version="1.0" encoding="utf-8"?>
<a:themeOverride xmlns:a="http://schemas.openxmlformats.org/drawingml/2006/main">
  <a:clrScheme name="Raven">
    <a:dk1>
      <a:srgbClr val="2F2F2F"/>
    </a:dk1>
    <a:lt1>
      <a:srgbClr val="FFFFFF"/>
    </a:lt1>
    <a:dk2>
      <a:srgbClr val="778495"/>
    </a:dk2>
    <a:lt2>
      <a:srgbClr val="F0F0F0"/>
    </a:lt2>
    <a:accent1>
      <a:srgbClr val="F49309"/>
    </a:accent1>
    <a:accent2>
      <a:srgbClr val="F1B03C"/>
    </a:accent2>
    <a:accent3>
      <a:srgbClr val="F0783F"/>
    </a:accent3>
    <a:accent4>
      <a:srgbClr val="F2A735"/>
    </a:accent4>
    <a:accent5>
      <a:srgbClr val="EF9E3A"/>
    </a:accent5>
    <a:accent6>
      <a:srgbClr val="C7BF0F"/>
    </a:accent6>
    <a:hlink>
      <a:srgbClr val="F84D4D"/>
    </a:hlink>
    <a:folHlink>
      <a:srgbClr val="979797"/>
    </a:folHlink>
  </a:clrScheme>
</a:themeOverride>
</file>

<file path=ppt/theme/themeOverride5.xml><?xml version="1.0" encoding="utf-8"?>
<a:themeOverride xmlns:a="http://schemas.openxmlformats.org/drawingml/2006/main">
  <a:clrScheme name="Raven">
    <a:dk1>
      <a:srgbClr val="2F2F2F"/>
    </a:dk1>
    <a:lt1>
      <a:srgbClr val="FFFFFF"/>
    </a:lt1>
    <a:dk2>
      <a:srgbClr val="778495"/>
    </a:dk2>
    <a:lt2>
      <a:srgbClr val="F0F0F0"/>
    </a:lt2>
    <a:accent1>
      <a:srgbClr val="F49309"/>
    </a:accent1>
    <a:accent2>
      <a:srgbClr val="F1B03C"/>
    </a:accent2>
    <a:accent3>
      <a:srgbClr val="F0783F"/>
    </a:accent3>
    <a:accent4>
      <a:srgbClr val="F2A735"/>
    </a:accent4>
    <a:accent5>
      <a:srgbClr val="EF9E3A"/>
    </a:accent5>
    <a:accent6>
      <a:srgbClr val="C7BF0F"/>
    </a:accent6>
    <a:hlink>
      <a:srgbClr val="F84D4D"/>
    </a:hlink>
    <a:folHlink>
      <a:srgbClr val="979797"/>
    </a:folHlink>
  </a:clrScheme>
</a:themeOverride>
</file>

<file path=ppt/theme/themeOverride6.xml><?xml version="1.0" encoding="utf-8"?>
<a:themeOverride xmlns:a="http://schemas.openxmlformats.org/drawingml/2006/main">
  <a:clrScheme name="Raven">
    <a:dk1>
      <a:srgbClr val="2F2F2F"/>
    </a:dk1>
    <a:lt1>
      <a:srgbClr val="FFFFFF"/>
    </a:lt1>
    <a:dk2>
      <a:srgbClr val="778495"/>
    </a:dk2>
    <a:lt2>
      <a:srgbClr val="F0F0F0"/>
    </a:lt2>
    <a:accent1>
      <a:srgbClr val="F49309"/>
    </a:accent1>
    <a:accent2>
      <a:srgbClr val="F1B03C"/>
    </a:accent2>
    <a:accent3>
      <a:srgbClr val="F0783F"/>
    </a:accent3>
    <a:accent4>
      <a:srgbClr val="F2A735"/>
    </a:accent4>
    <a:accent5>
      <a:srgbClr val="EF9E3A"/>
    </a:accent5>
    <a:accent6>
      <a:srgbClr val="C7BF0F"/>
    </a:accent6>
    <a:hlink>
      <a:srgbClr val="F84D4D"/>
    </a:hlink>
    <a:folHlink>
      <a:srgbClr val="979797"/>
    </a:folHlink>
  </a:clrScheme>
</a:themeOverride>
</file>

<file path=ppt/theme/themeOverride7.xml><?xml version="1.0" encoding="utf-8"?>
<a:themeOverride xmlns:a="http://schemas.openxmlformats.org/drawingml/2006/main">
  <a:clrScheme name="Raven">
    <a:dk1>
      <a:srgbClr val="2F2F2F"/>
    </a:dk1>
    <a:lt1>
      <a:srgbClr val="FFFFFF"/>
    </a:lt1>
    <a:dk2>
      <a:srgbClr val="778495"/>
    </a:dk2>
    <a:lt2>
      <a:srgbClr val="F0F0F0"/>
    </a:lt2>
    <a:accent1>
      <a:srgbClr val="F49309"/>
    </a:accent1>
    <a:accent2>
      <a:srgbClr val="F1B03C"/>
    </a:accent2>
    <a:accent3>
      <a:srgbClr val="F0783F"/>
    </a:accent3>
    <a:accent4>
      <a:srgbClr val="F2A735"/>
    </a:accent4>
    <a:accent5>
      <a:srgbClr val="EF9E3A"/>
    </a:accent5>
    <a:accent6>
      <a:srgbClr val="C7BF0F"/>
    </a:accent6>
    <a:hlink>
      <a:srgbClr val="F84D4D"/>
    </a:hlink>
    <a:folHlink>
      <a:srgbClr val="979797"/>
    </a:folHlink>
  </a:clrScheme>
</a:themeOverride>
</file>

<file path=ppt/theme/themeOverride8.xml><?xml version="1.0" encoding="utf-8"?>
<a:themeOverride xmlns:a="http://schemas.openxmlformats.org/drawingml/2006/main">
  <a:clrScheme name="Raven">
    <a:dk1>
      <a:srgbClr val="2F2F2F"/>
    </a:dk1>
    <a:lt1>
      <a:srgbClr val="FFFFFF"/>
    </a:lt1>
    <a:dk2>
      <a:srgbClr val="778495"/>
    </a:dk2>
    <a:lt2>
      <a:srgbClr val="F0F0F0"/>
    </a:lt2>
    <a:accent1>
      <a:srgbClr val="F49309"/>
    </a:accent1>
    <a:accent2>
      <a:srgbClr val="F1B03C"/>
    </a:accent2>
    <a:accent3>
      <a:srgbClr val="F0783F"/>
    </a:accent3>
    <a:accent4>
      <a:srgbClr val="F2A735"/>
    </a:accent4>
    <a:accent5>
      <a:srgbClr val="EF9E3A"/>
    </a:accent5>
    <a:accent6>
      <a:srgbClr val="C7BF0F"/>
    </a:accent6>
    <a:hlink>
      <a:srgbClr val="F84D4D"/>
    </a:hlink>
    <a:folHlink>
      <a:srgbClr val="979797"/>
    </a:folHlink>
  </a:clrScheme>
</a:themeOverride>
</file>

<file path=docProps/app.xml><?xml version="1.0" encoding="utf-8"?>
<Properties xmlns="http://schemas.openxmlformats.org/officeDocument/2006/extended-properties" xmlns:vt="http://schemas.openxmlformats.org/officeDocument/2006/docPropsVTypes">
  <TotalTime>366</TotalTime>
  <Words>1377</Words>
  <Application>Microsoft Office PowerPoint</Application>
  <PresentationFormat>宽屏</PresentationFormat>
  <Paragraphs>181</Paragraphs>
  <Slides>20</Slides>
  <Notes>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20</vt:i4>
      </vt:variant>
    </vt:vector>
  </HeadingPairs>
  <TitlesOfParts>
    <vt:vector size="23" baseType="lpstr">
      <vt:lpstr>等线</vt:lpstr>
      <vt:lpstr>Arial</vt:lpstr>
      <vt:lpstr>Raven</vt:lpstr>
      <vt:lpstr>通用科技行业 产品发布会</vt:lpstr>
      <vt:lpstr>PowerPoint 演示文稿</vt:lpstr>
      <vt:lpstr>行业背景分析</vt:lpstr>
      <vt:lpstr>行业政策与法规</vt:lpstr>
      <vt:lpstr>市场规模与增长潜力</vt:lpstr>
      <vt:lpstr>技术发展趋势</vt:lpstr>
      <vt:lpstr>行业竞争格局</vt:lpstr>
      <vt:lpstr>产品展示</vt:lpstr>
      <vt:lpstr>产品A：智能硬件</vt:lpstr>
      <vt:lpstr>产品B：人工智能</vt:lpstr>
      <vt:lpstr>自然语言处理</vt:lpstr>
      <vt:lpstr>技术创新与应用</vt:lpstr>
      <vt:lpstr>智能机器人</vt:lpstr>
      <vt:lpstr>人工智能与就业</vt:lpstr>
      <vt:lpstr>智能制造</vt:lpstr>
      <vt:lpstr>生态合作与投资</vt:lpstr>
      <vt:lpstr>产业链上下游合作</vt:lpstr>
      <vt:lpstr>投资趋势分析</vt:lpstr>
      <vt:lpstr>生态合作案例</vt:lpstr>
      <vt:lpstr>感谢观看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Raven</dc:creator>
  <cp:lastModifiedBy>Raven</cp:lastModifiedBy>
  <cp:revision>97</cp:revision>
  <dcterms:created xsi:type="dcterms:W3CDTF">2023-06-05T05:58:43Z</dcterms:created>
  <dcterms:modified xsi:type="dcterms:W3CDTF">2026-09-22T07:05:14Z</dcterms:modified>
  <dc:title>Black Circuit Tech Launch</dc:title>
</cp:coreProperties>
</file>