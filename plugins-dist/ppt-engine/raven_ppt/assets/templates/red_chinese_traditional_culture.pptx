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09" r:id="rId3"/>
    <p:sldId id="265" r:id="rId4"/>
    <p:sldId id="316" r:id="rId5"/>
    <p:sldId id="318" r:id="rId6"/>
    <p:sldId id="319" r:id="rId7"/>
    <p:sldId id="322" r:id="rId8"/>
    <p:sldId id="323" r:id="rId9"/>
    <p:sldId id="326" r:id="rId10"/>
    <p:sldId id="330" r:id="rId11"/>
    <p:sldId id="331" r:id="rId19"/>
    <p:sldId id="332" r:id="rId20"/>
    <p:sldId id="333" r:id="rId21"/>
    <p:sldId id="334" r:id="rId22"/>
    <p:sldId id="308"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69" autoAdjust="0"/>
    <p:restoredTop sz="86483" autoAdjust="0"/>
  </p:normalViewPr>
  <p:slideViewPr>
    <p:cSldViewPr snapToGrid="0" showGuides="1">
      <p:cViewPr varScale="1">
        <p:scale>
          <a:sx n="149" d="100"/>
          <a:sy n="149" d="100"/>
        </p:scale>
        <p:origin x="104" y="18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tags" Target="tags/tag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5A222D-D15A-4175-8377-E6E44FE68F3A}" type="datetimeFigureOut">
              <a:rPr lang="zh-CN" altLang="en-US" smtClean="0"/>
              <a:t>2026/7/1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36272-0656-43FF-913A-DA63CC4BC289}" type="slidenum">
              <a:rPr lang="zh-CN" altLang="en-US" smtClean="0"/>
              <a:t>‹#›</a:t>
            </a:fld>
            <a:endParaRPr lang="zh-CN" altLang="en-US"/>
          </a:p>
        </p:txBody>
      </p:sp>
    </p:spTree>
    <p:extLst>
      <p:ext uri="{BB962C8B-B14F-4D97-AF65-F5344CB8AC3E}">
        <p14:creationId xmlns:p14="http://schemas.microsoft.com/office/powerpoint/2010/main" val="2592108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B7440-261A-48CD-3DC5-034DF3DC7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BE064-5FCF-1B6C-AD31-67F84242C482}"/>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98C13FE0-3888-23B9-AF2B-6DD979A81FA2}"/>
              </a:ext>
            </a:extLst>
          </p:cNvPr>
          <p:cNvSpPr>
            <a:spLocks noGrp="1"/>
          </p:cNvSpPr>
          <p:nvPr>
            <p:ph type="body" idx="1"/>
          </p:nvPr>
        </p:nvSpPr>
        <p:spPr/>
        <p:txBody>
          <a:bodyPr/>
          <a:lstStyle/>
          <a:p>
            <a:r>
              <a:t>586fe751-f631-40bd-a643-bdaeae57b9b9.source.8.zh-Hans</a:t>
            </a:r>
          </a:p>
        </p:txBody>
      </p:sp>
    </p:spTree>
    <p:extLst>
      <p:ext uri="{BB962C8B-B14F-4D97-AF65-F5344CB8AC3E}">
        <p14:creationId xmlns:p14="http://schemas.microsoft.com/office/powerpoint/2010/main" val="4185546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28C83-9B84-FF98-424F-C5B529299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65AFA-9510-94CC-9FBE-97E5C3D4F5FF}"/>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412FAF2-26D0-E52B-8CBC-1EDF0806C088}"/>
              </a:ext>
            </a:extLst>
          </p:cNvPr>
          <p:cNvSpPr>
            <a:spLocks noGrp="1"/>
          </p:cNvSpPr>
          <p:nvPr>
            <p:ph type="body" idx="1"/>
          </p:nvPr>
        </p:nvSpPr>
        <p:spPr/>
        <p:txBody>
          <a:bodyPr/>
          <a:lstStyle/>
          <a:p>
            <a:r>
              <a:t>ec22ff0a-adc2-4f15-b1cc-f4395a471a46.source.2.zh-Hans</a:t>
            </a:r>
          </a:p>
        </p:txBody>
      </p:sp>
    </p:spTree>
    <p:extLst>
      <p:ext uri="{BB962C8B-B14F-4D97-AF65-F5344CB8AC3E}">
        <p14:creationId xmlns:p14="http://schemas.microsoft.com/office/powerpoint/2010/main" val="840427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69A6-5BC8-C603-DE56-1F05668D4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FFAEC-4485-FD4D-3CA0-520A0FE3B160}"/>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38C80EC5-EB58-32DE-86A2-F76D0BB207D0}"/>
              </a:ext>
            </a:extLst>
          </p:cNvPr>
          <p:cNvSpPr>
            <a:spLocks noGrp="1"/>
          </p:cNvSpPr>
          <p:nvPr>
            <p:ph type="body" idx="1"/>
          </p:nvPr>
        </p:nvSpPr>
        <p:spPr/>
        <p:txBody>
          <a:bodyPr/>
          <a:lstStyle/>
          <a:p>
            <a:r>
              <a:t>d15cf88e-fdda-4390-b7fa-d666ca31bdb8.source.2.zh-Hans</a:t>
            </a:r>
          </a:p>
        </p:txBody>
      </p:sp>
    </p:spTree>
    <p:extLst>
      <p:ext uri="{BB962C8B-B14F-4D97-AF65-F5344CB8AC3E}">
        <p14:creationId xmlns:p14="http://schemas.microsoft.com/office/powerpoint/2010/main" val="1927051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D1E7-6533-75B6-68A4-7A66F4990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E7E19-F8B3-BDCD-27C7-772F02FD755F}"/>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847EC1CA-9E3B-BD1E-1E59-D165DAD81A97}"/>
              </a:ext>
            </a:extLst>
          </p:cNvPr>
          <p:cNvSpPr>
            <a:spLocks noGrp="1"/>
          </p:cNvSpPr>
          <p:nvPr>
            <p:ph type="body" idx="1"/>
          </p:nvPr>
        </p:nvSpPr>
        <p:spPr/>
        <p:txBody>
          <a:bodyPr/>
          <a:lstStyle/>
          <a:p>
            <a:r>
              <a:t>6d11bec1-fc08-4516-8162-46b7b86572f3.source.6.zh-Hans</a:t>
            </a:r>
          </a:p>
        </p:txBody>
      </p:sp>
    </p:spTree>
    <p:extLst>
      <p:ext uri="{BB962C8B-B14F-4D97-AF65-F5344CB8AC3E}">
        <p14:creationId xmlns:p14="http://schemas.microsoft.com/office/powerpoint/2010/main" val="3121585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53302-D3FF-EFC0-8174-BE2B1278E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5F3DA-1435-1E35-A6E6-DB836247ABF7}"/>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33C3E658-2920-D6A8-2CDF-1B1AB8D2C4B6}"/>
              </a:ext>
            </a:extLst>
          </p:cNvPr>
          <p:cNvSpPr>
            <a:spLocks noGrp="1"/>
          </p:cNvSpPr>
          <p:nvPr>
            <p:ph type="body" idx="1"/>
          </p:nvPr>
        </p:nvSpPr>
        <p:spPr/>
        <p:txBody>
          <a:bodyPr/>
          <a:lstStyle/>
          <a:p>
            <a:r>
              <a:t>fcd20217-4ba6-412b-a1f7-45b90bbf4870.source.4.zh-Hans</a:t>
            </a:r>
          </a:p>
        </p:txBody>
      </p:sp>
    </p:spTree>
    <p:extLst>
      <p:ext uri="{BB962C8B-B14F-4D97-AF65-F5344CB8AC3E}">
        <p14:creationId xmlns:p14="http://schemas.microsoft.com/office/powerpoint/2010/main" val="284281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0821B-DDC7-75B2-4923-996A5532B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842F6-25B5-3846-E696-625FF2011C34}"/>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B515F5B-9C44-DC83-F118-C7D415ADCC06}"/>
              </a:ext>
            </a:extLst>
          </p:cNvPr>
          <p:cNvSpPr>
            <a:spLocks noGrp="1"/>
          </p:cNvSpPr>
          <p:nvPr>
            <p:ph type="body" idx="1"/>
          </p:nvPr>
        </p:nvSpPr>
        <p:spPr/>
        <p:txBody>
          <a:bodyPr/>
          <a:lstStyle/>
          <a:p>
            <a:r>
              <a:t>62ad9dbb-2007-44a9-8e8d-b966dcc451b0.source.2.zh-Hans</a:t>
            </a:r>
          </a:p>
        </p:txBody>
      </p:sp>
    </p:spTree>
    <p:extLst>
      <p:ext uri="{BB962C8B-B14F-4D97-AF65-F5344CB8AC3E}">
        <p14:creationId xmlns:p14="http://schemas.microsoft.com/office/powerpoint/2010/main" val="3932538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6709-5975-FA35-6277-77BD645EB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FCBA3-607E-FC5A-B07C-975B2C40FCE4}"/>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96CA241D-68F2-5DBA-3664-8CC89002A3A9}"/>
              </a:ext>
            </a:extLst>
          </p:cNvPr>
          <p:cNvSpPr>
            <a:spLocks noGrp="1"/>
          </p:cNvSpPr>
          <p:nvPr>
            <p:ph type="body" idx="1"/>
          </p:nvPr>
        </p:nvSpPr>
        <p:spPr/>
        <p:txBody>
          <a:bodyPr/>
          <a:lstStyle/>
          <a:p>
            <a:r>
              <a:t>02241cf3-6c7b-474e-b932-22297fa6da73.source.3.zh-Hans</a:t>
            </a:r>
          </a:p>
        </p:txBody>
      </p:sp>
    </p:spTree>
    <p:extLst>
      <p:ext uri="{BB962C8B-B14F-4D97-AF65-F5344CB8AC3E}">
        <p14:creationId xmlns:p14="http://schemas.microsoft.com/office/powerpoint/2010/main" val="3855234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C306C-8FFF-0620-BB07-B20A3D3A2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E2764-1E5E-69E5-9985-D4DA891639C8}"/>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10F0C21C-9965-9DC4-737D-3874199F3F22}"/>
              </a:ext>
            </a:extLst>
          </p:cNvPr>
          <p:cNvSpPr>
            <a:spLocks noGrp="1"/>
          </p:cNvSpPr>
          <p:nvPr>
            <p:ph type="body" idx="1"/>
          </p:nvPr>
        </p:nvSpPr>
        <p:spPr/>
        <p:txBody>
          <a:bodyPr/>
          <a:lstStyle/>
          <a:p>
            <a:r>
              <a:t>cfd6e32f-94ce-4576-b480-4212b5e8bf71.source.6.zh-Hans</a:t>
            </a:r>
          </a:p>
        </p:txBody>
      </p:sp>
    </p:spTree>
    <p:extLst>
      <p:ext uri="{BB962C8B-B14F-4D97-AF65-F5344CB8AC3E}">
        <p14:creationId xmlns:p14="http://schemas.microsoft.com/office/powerpoint/2010/main" val="3035355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Title Slide" type="title" preserve="1">
  <p:cSld name="Title Slide">
    <p:bg>
      <p:bgRef idx="1001">
        <a:schemeClr val="bg1"/>
      </p:bgRef>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A20C1B4-A476-25E0-9A42-B7B56CDA74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5" name="7850604b-0e1d-4ec9-a4d3-030a0eb33f20"/>
          <p:cNvSpPr>
            <a:spLocks noGrp="1"/>
          </p:cNvSpPr>
          <p:nvPr userDrawn="1">
            <p:ph type="ctrTitle" hasCustomPrompt="1"/>
          </p:nvPr>
        </p:nvSpPr>
        <p:spPr>
          <a:xfrm>
            <a:off x="660399" y="1028700"/>
            <a:ext cx="10858500" cy="1263650"/>
          </a:xfrm>
          <a:prstGeom prst="rect">
            <a:avLst/>
          </a:prstGeom>
        </p:spPr>
        <p:txBody>
          <a:bodyPr wrap="square" anchor="b">
            <a:normAutofit/>
          </a:bodyPr>
          <a:lstStyle>
            <a:lvl1pPr algn="ctr">
              <a:lnSpc>
                <a:spcPct val="100000"/>
              </a:lnSpc>
              <a:defRPr sz="4800">
                <a:ln w="19050">
                  <a:noFill/>
                </a:ln>
                <a:solidFill>
                  <a:schemeClr val="accent2"/>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399" y="2352165"/>
            <a:ext cx="10858500" cy="568835"/>
          </a:xfrm>
          <a:prstGeom prst="rect">
            <a:avLst/>
          </a:prstGeom>
          <a:noFill/>
          <a:ln>
            <a:noFill/>
          </a:ln>
          <a:effectLst/>
        </p:spPr>
        <p:txBody>
          <a:bodyPr vert="horz" wrap="square" lIns="91440" tIns="45720" rIns="91440" bIns="45720" rtlCol="0" anchor="t" anchorCtr="0">
            <a:normAutofit/>
          </a:bodyPr>
          <a:lstStyle>
            <a:lvl1pPr marL="0" indent="0" algn="ctr">
              <a:lnSpc>
                <a:spcPct val="100000"/>
              </a:lnSpc>
              <a:buNone/>
              <a:defRPr lang="en-US" sz="2000" b="0" dirty="0">
                <a:solidFill>
                  <a:schemeClr val="accent2"/>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3389649" y="2980815"/>
            <a:ext cx="5400000" cy="288000"/>
          </a:xfrm>
          <a:prstGeom prst="rect">
            <a:avLst/>
          </a:prstGeom>
          <a:noFill/>
          <a:ln>
            <a:noFill/>
          </a:ln>
        </p:spPr>
        <p:txBody>
          <a:bodyPr wrap="square" lIns="90000" anchor="ctr">
            <a:normAutofit/>
          </a:bodyPr>
          <a:lstStyle>
            <a:lvl1pPr marL="0" indent="0" algn="ctr">
              <a:lnSpc>
                <a:spcPct val="100000"/>
              </a:lnSpc>
              <a:buNone/>
              <a:defRPr sz="1200">
                <a:solidFill>
                  <a:schemeClr val="accent2"/>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3389649" y="3328630"/>
            <a:ext cx="5400000" cy="288000"/>
          </a:xfrm>
          <a:prstGeom prst="rect">
            <a:avLst/>
          </a:prstGeom>
          <a:noFill/>
          <a:ln>
            <a:noFill/>
          </a:ln>
        </p:spPr>
        <p:txBody>
          <a:bodyPr wrap="none" anchor="ctr">
            <a:normAutofit/>
          </a:bodyPr>
          <a:lstStyle>
            <a:lvl1pPr marL="0" indent="0" algn="ctr">
              <a:lnSpc>
                <a:spcPct val="100000"/>
              </a:lnSpc>
              <a:buNone/>
              <a:defRPr sz="1200">
                <a:solidFill>
                  <a:schemeClr val="accent2"/>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sp>
        <p:nvSpPr>
          <p:cNvPr id="2" name="c474ab12-dce0-4db3-a3ad-b8db9fd01ef7"/>
          <p:cNvSpPr>
            <a:spLocks noGrp="1"/>
          </p:cNvSpPr>
          <p:nvPr userDrawn="1">
            <p:ph type="title" hasCustomPrompt="1"/>
          </p:nvPr>
        </p:nvSpPr>
        <p:spPr>
          <a:xfrm>
            <a:off x="660399" y="1130301"/>
            <a:ext cx="3199954" cy="1375358"/>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4235123" y="1130300"/>
            <a:ext cx="7283775" cy="500380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0" name="直接连接符 9">
            <a:extLst>
              <a:ext uri="{FF2B5EF4-FFF2-40B4-BE49-F238E27FC236}">
                <a16:creationId xmlns:a16="http://schemas.microsoft.com/office/drawing/2014/main" id="{04D21A6C-217A-B572-B542-943B98879DD4}"/>
              </a:ext>
            </a:extLst>
          </p:cNvPr>
          <p:cNvCxnSpPr>
            <a:cxnSpLocks/>
          </p:cNvCxnSpPr>
          <p:nvPr userDrawn="1"/>
        </p:nvCxnSpPr>
        <p:spPr>
          <a:xfrm>
            <a:off x="4047738" y="1130300"/>
            <a:ext cx="0" cy="500380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Ref idx="1001">
        <a:schemeClr val="bg1"/>
      </p:bgRef>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03687D4-6DCC-A7D1-1A23-D0561E6692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5" name="7850604b-0e1d-4ec9-a4d3-030a0eb33f20"/>
          <p:cNvSpPr>
            <a:spLocks noGrp="1"/>
          </p:cNvSpPr>
          <p:nvPr>
            <p:ph type="title" hasCustomPrompt="1"/>
          </p:nvPr>
        </p:nvSpPr>
        <p:spPr>
          <a:xfrm>
            <a:off x="1746250" y="1678564"/>
            <a:ext cx="5581650" cy="1517258"/>
          </a:xfrm>
          <a:prstGeom prst="rect">
            <a:avLst/>
          </a:prstGeom>
        </p:spPr>
        <p:txBody>
          <a:bodyPr>
            <a:normAutofit/>
          </a:bodyPr>
          <a:lstStyle>
            <a:lvl1pPr algn="l">
              <a:lnSpc>
                <a:spcPct val="100000"/>
              </a:lnSpc>
              <a:defRPr sz="4000">
                <a:solidFill>
                  <a:schemeClr val="accent2"/>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1746250" y="3244752"/>
            <a:ext cx="5581650" cy="1060548"/>
          </a:xfrm>
          <a:prstGeom prst="rect">
            <a:avLst/>
          </a:prstGeom>
        </p:spPr>
        <p:txBody>
          <a:bodyPr anchor="t">
            <a:normAutofit/>
          </a:bodyPr>
          <a:lstStyle>
            <a:lvl1pPr marL="0" indent="0" algn="l">
              <a:lnSpc>
                <a:spcPct val="120000"/>
              </a:lnSpc>
              <a:buFont typeface="+mj-lt"/>
              <a:buNone/>
              <a:defRPr sz="2000" b="0">
                <a:solidFill>
                  <a:schemeClr val="accent2"/>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2026/7/1</a:t>
            </a:fld>
            <a:endParaRPr lang="en-US" altLang="zh-CN"/>
          </a:p>
        </p:txBody>
      </p:sp>
      <p:sp>
        <p:nvSpPr>
          <p:cNvPr id="6" name="页脚占位符 5"/>
          <p:cNvSpPr>
            <a:spLocks noGrp="1"/>
          </p:cNvSpPr>
          <p:nvPr>
            <p:ph type="ftr" sz="quarter" idx="11"/>
          </p:nvPr>
        </p:nvSpPr>
        <p:spPr/>
        <p:txBody>
          <a:bodyPr/>
          <a:lstStyle/>
          <a:p>
            <a:endParaRPr lang="zh-CN" altLang="en-US" dirty="0"/>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bg>
      <p:bgRef idx="1001">
        <a:schemeClr val="bg1"/>
      </p:bgRef>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1C0E52E-8B92-BBB6-1B8A-0F223E361A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6" name="7850604b-0e1d-4ec9-a4d3-030a0eb33f20">
            <a:extLst>
              <a:ext uri="{FF2B5EF4-FFF2-40B4-BE49-F238E27FC236}">
                <a16:creationId xmlns:a16="http://schemas.microsoft.com/office/drawing/2014/main" id="{425CCECB-DE8F-F919-1AC3-A070EB9A70F2}"/>
              </a:ext>
            </a:extLst>
          </p:cNvPr>
          <p:cNvSpPr>
            <a:spLocks noGrp="1"/>
          </p:cNvSpPr>
          <p:nvPr>
            <p:ph type="ctrTitle" hasCustomPrompt="1"/>
          </p:nvPr>
        </p:nvSpPr>
        <p:spPr>
          <a:xfrm>
            <a:off x="660399" y="1028700"/>
            <a:ext cx="10858500" cy="1263650"/>
          </a:xfrm>
          <a:prstGeom prst="rect">
            <a:avLst/>
          </a:prstGeom>
        </p:spPr>
        <p:txBody>
          <a:bodyPr wrap="square" anchor="b">
            <a:normAutofit/>
          </a:bodyPr>
          <a:lstStyle>
            <a:lvl1pPr algn="ctr">
              <a:lnSpc>
                <a:spcPct val="100000"/>
              </a:lnSpc>
              <a:defRPr sz="4800">
                <a:ln w="19050">
                  <a:noFill/>
                </a:ln>
                <a:solidFill>
                  <a:schemeClr val="accent2"/>
                </a:solidFill>
              </a:defRPr>
            </a:lvl1pPr>
          </a:lstStyle>
          <a:p>
            <a:pPr lvl="0"/>
            <a:r>
              <a:rPr lang="zh-CN" altLang="en-US" dirty="0"/>
              <a:t>Click to add title</a:t>
            </a:r>
            <a:endParaRPr lang="en-US" dirty="0"/>
          </a:p>
        </p:txBody>
      </p:sp>
      <p:sp>
        <p:nvSpPr>
          <p:cNvPr id="7" name="文本占位符 3">
            <a:extLst>
              <a:ext uri="{FF2B5EF4-FFF2-40B4-BE49-F238E27FC236}">
                <a16:creationId xmlns:a16="http://schemas.microsoft.com/office/drawing/2014/main" id="{0B535472-77ED-5FE3-9536-3D3C026D7006}"/>
              </a:ext>
            </a:extLst>
          </p:cNvPr>
          <p:cNvSpPr>
            <a:spLocks noGrp="1"/>
          </p:cNvSpPr>
          <p:nvPr>
            <p:ph type="body" sz="quarter" idx="13" hasCustomPrompt="1"/>
          </p:nvPr>
        </p:nvSpPr>
        <p:spPr>
          <a:xfrm>
            <a:off x="3389649" y="2829235"/>
            <a:ext cx="5400000" cy="288000"/>
          </a:xfrm>
          <a:prstGeom prst="rect">
            <a:avLst/>
          </a:prstGeom>
          <a:noFill/>
          <a:ln>
            <a:noFill/>
          </a:ln>
        </p:spPr>
        <p:txBody>
          <a:bodyPr wrap="square" lIns="90000" anchor="ctr">
            <a:normAutofit/>
          </a:bodyPr>
          <a:lstStyle>
            <a:lvl1pPr marL="0" indent="0" algn="ctr">
              <a:lnSpc>
                <a:spcPct val="100000"/>
              </a:lnSpc>
              <a:buNone/>
              <a:defRPr sz="1200">
                <a:solidFill>
                  <a:schemeClr val="accent2"/>
                </a:solidFill>
              </a:defRPr>
            </a:lvl1pPr>
          </a:lstStyle>
          <a:p>
            <a:pPr lvl="0"/>
            <a:r>
              <a:rPr lang="zh-CN" altLang="en-US" dirty="0"/>
              <a:t>Presenter name</a:t>
            </a:r>
            <a:endParaRPr lang="en-US" dirty="0"/>
          </a:p>
        </p:txBody>
      </p:sp>
      <p:sp>
        <p:nvSpPr>
          <p:cNvPr id="8" name="文本占位符 6">
            <a:extLst>
              <a:ext uri="{FF2B5EF4-FFF2-40B4-BE49-F238E27FC236}">
                <a16:creationId xmlns:a16="http://schemas.microsoft.com/office/drawing/2014/main" id="{4D1D0688-1CB9-DB62-387C-D2F634F65664}"/>
              </a:ext>
            </a:extLst>
          </p:cNvPr>
          <p:cNvSpPr>
            <a:spLocks noGrp="1"/>
          </p:cNvSpPr>
          <p:nvPr>
            <p:ph type="body" sz="quarter" idx="14" hasCustomPrompt="1"/>
          </p:nvPr>
        </p:nvSpPr>
        <p:spPr>
          <a:xfrm>
            <a:off x="3389649" y="3177050"/>
            <a:ext cx="5400000" cy="288000"/>
          </a:xfrm>
          <a:prstGeom prst="rect">
            <a:avLst/>
          </a:prstGeom>
          <a:noFill/>
          <a:ln>
            <a:noFill/>
          </a:ln>
        </p:spPr>
        <p:txBody>
          <a:bodyPr wrap="none" anchor="ctr">
            <a:normAutofit/>
          </a:bodyPr>
          <a:lstStyle>
            <a:lvl1pPr marL="0" indent="0" algn="ctr">
              <a:lnSpc>
                <a:spcPct val="100000"/>
              </a:lnSpc>
              <a:buNone/>
              <a:defRPr sz="1200">
                <a:solidFill>
                  <a:schemeClr val="accent2"/>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2">
            <a:alpha val="30000"/>
          </a:schemeClr>
        </a:solidFill>
        <a:effectLst/>
      </p:bgPr>
    </p:bg>
    <p:spTree>
      <p:nvGrpSpPr>
        <p:cNvPr id="1" name=""/>
        <p:cNvGrpSpPr/>
        <p:nvPr/>
      </p:nvGrpSpPr>
      <p:grpSpPr>
        <a:xfrm>
          <a:off x="0" y="0"/>
          <a:ext cx="0" cy="0"/>
          <a:chOff x="0" y="0"/>
          <a:chExt cx="0" cy="0"/>
        </a:xfrm>
      </p:grpSpPr>
      <p:sp>
        <p:nvSpPr>
          <p:cNvPr id="2" name="b2718e8f-4880-49e2-9e7b-b4b503877afb"/>
          <p:cNvSpPr>
            <a:spLocks noGrp="1"/>
          </p:cNvSpPr>
          <p:nvPr>
            <p:ph type="title"/>
          </p:nvPr>
        </p:nvSpPr>
        <p:spPr>
          <a:xfrm>
            <a:off x="776108" y="128587"/>
            <a:ext cx="10742791" cy="900112"/>
          </a:xfrm>
          <a:prstGeom prst="rect">
            <a:avLst/>
          </a:prstGeom>
        </p:spPr>
        <p:txBody>
          <a:bodyPr vert="horz" lIns="91440" tIns="45720" rIns="91440" bIns="45720" rtlCol="0" anchor="b">
            <a:normAutofit/>
          </a:bodyPr>
          <a:lstStyle/>
          <a:p>
            <a:pPr lvl="0"/>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
        <p:nvSpPr>
          <p:cNvPr id="7" name="矩形 6">
            <a:extLst>
              <a:ext uri="{FF2B5EF4-FFF2-40B4-BE49-F238E27FC236}">
                <a16:creationId xmlns:a16="http://schemas.microsoft.com/office/drawing/2014/main" id="{3BE2E4C2-8FB1-8322-12B1-34A0AA4F5A61}"/>
              </a:ext>
            </a:extLst>
          </p:cNvPr>
          <p:cNvSpPr/>
          <p:nvPr userDrawn="1"/>
        </p:nvSpPr>
        <p:spPr>
          <a:xfrm rot="2700000">
            <a:off x="578582" y="668171"/>
            <a:ext cx="163636" cy="163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028700"/>
            <a:ext cx="10858500" cy="1263650"/>
          </a:xfrm>
        </p:spPr>
        <p:txBody>
          <a:bodyPr/>
          <a:lstStyle/>
          <a:p>
            <a:r>
              <a:rPr lang="zh-CN" altLang="en-US" dirty="0"/>
              <a:t>红色中国风传统文化介绍</a:t>
            </a:r>
            <a:endParaRPr lang="en-US" dirty="0"/>
          </a:p>
        </p:txBody>
      </p:sp>
      <p:sp>
        <p:nvSpPr>
          <p:cNvPr id="9" name="副标题 8"/>
          <p:cNvSpPr>
            <a:spLocks noGrp="1"/>
          </p:cNvSpPr>
          <p:nvPr>
            <p:ph type="subTitle" sz="quarter" idx="1" hasCustomPrompt="1"/>
          </p:nvPr>
        </p:nvSpPr>
        <p:spPr>
          <a:xfrm>
            <a:off x="660399" y="2352165"/>
            <a:ext cx="10858500" cy="568835"/>
          </a:xfrm>
        </p:spPr>
        <p:txBody>
          <a:bodyPr>
            <a:normAutofit/>
          </a:bodyPr>
          <a:lstStyle/>
          <a:p>
            <a:r>
              <a:rPr lang="zh-CN" altLang="en-US" dirty="0"/>
              <a:t>非物质文化遗产传统文化</a:t>
            </a:r>
          </a:p>
        </p:txBody>
      </p:sp>
      <p:sp>
        <p:nvSpPr>
          <p:cNvPr id="4" name="文本占位符 3"/>
          <p:cNvSpPr>
            <a:spLocks noGrp="1"/>
          </p:cNvSpPr>
          <p:nvPr>
            <p:ph type="body" sz="quarter" idx="13" hasCustomPrompt="1"/>
          </p:nvPr>
        </p:nvSpPr>
        <p:spPr>
          <a:xfrm>
            <a:off x="3389649" y="2980815"/>
            <a:ext cx="5400000" cy="288000"/>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389649" y="3328630"/>
            <a:ext cx="5400000" cy="288000"/>
          </a:xfrm>
        </p:spPr>
        <p:txBody>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07C6-8235-2482-47E3-99F5CA0CAECD}"/>
            </a:ext>
          </a:extLst>
        </p:cNvPr>
        <p:cNvGrpSpPr/>
        <p:nvPr/>
      </p:nvGrpSpPr>
      <p:grpSpPr>
        <a:xfrm>
          <a:off x="0" y="0"/>
          <a:ext cx="0" cy="0"/>
          <a:chOff x="0" y="0"/>
          <a:chExt cx="0" cy="0"/>
        </a:xfrm>
      </p:grpSpPr>
      <p:sp>
        <p:nvSpPr>
          <p:cNvPr id="57" name="Title 1">
            <a:extLst>
              <a:ext uri="{FF2B5EF4-FFF2-40B4-BE49-F238E27FC236}">
                <a16:creationId xmlns:a16="http://schemas.microsoft.com/office/drawing/2014/main" id="{C7F0D7DF-BB8F-F6D0-7606-DFA1A0081AAD}"/>
              </a:ext>
            </a:extLst>
          </p:cNvPr>
          <p:cNvSpPr>
            <a:spLocks noGrp="1"/>
          </p:cNvSpPr>
          <p:nvPr>
            <p:ph type="title" hasCustomPrompt="1"/>
          </p:nvPr>
        </p:nvSpPr>
        <p:spPr/>
        <p:txBody>
          <a:bodyPr/>
          <a:lstStyle>
            <a:lvl1pPr>
              <a:defRPr/>
            </a:lvl1pPr>
          </a:lstStyle>
          <a:p>
            <a:pPr lvl="0"/>
            <a:r>
              <a:rPr lang="zh-CN" altLang="en-US" dirty="0"/>
              <a:t>目录</a:t>
            </a:r>
            <a:endParaRPr lang="en-US" dirty="0"/>
          </a:p>
        </p:txBody>
      </p:sp>
      <p:grpSp>
        <p:nvGrpSpPr>
          <p:cNvPr id="5" name="组合 4">
            <a:extLst>
              <a:ext uri="{FF2B5EF4-FFF2-40B4-BE49-F238E27FC236}">
                <a16:creationId xmlns:a16="http://schemas.microsoft.com/office/drawing/2014/main" id="{BD6A6512-610A-5295-6251-9178E216232D}"/>
              </a:ext>
            </a:extLst>
          </p:cNvPr>
          <p:cNvGrpSpPr/>
          <p:nvPr/>
        </p:nvGrpSpPr>
        <p:grpSpPr>
          <a:xfrm>
            <a:off x="660399" y="1245872"/>
            <a:ext cx="10858501" cy="4888228"/>
            <a:chOff x="660399" y="1245872"/>
            <a:chExt cx="10858501" cy="4888228"/>
          </a:xfrm>
        </p:grpSpPr>
        <p:sp>
          <p:nvSpPr>
            <p:cNvPr id="7" name="Title">
              <a:extLst>
                <a:ext uri="{FF2B5EF4-FFF2-40B4-BE49-F238E27FC236}">
                  <a16:creationId xmlns:a16="http://schemas.microsoft.com/office/drawing/2014/main" id="{2E4994AA-0757-2A85-8E2E-DD20876BD7C8}"/>
                </a:ext>
              </a:extLst>
            </p:cNvPr>
            <p:cNvSpPr txBox="1">
              <a:spLocks/>
            </p:cNvSpPr>
            <p:nvPr/>
          </p:nvSpPr>
          <p:spPr>
            <a:xfrm>
              <a:off x="660400" y="1245872"/>
              <a:ext cx="3290884" cy="1187602"/>
            </a:xfrm>
            <a:prstGeom prst="rect">
              <a:avLst/>
            </a:prstGeom>
            <a:noFill/>
          </p:spPr>
          <p:txBody>
            <a:bodyPr vert="horz" lIns="91440" tIns="45720" rIns="91440" bIns="45720" rtlCol="0" anchor="t" anchorCtr="0">
              <a:normAutofit/>
            </a:bodyPr>
            <a:lstStyle>
              <a:lvl1pPr algn="l" defTabSz="914400" rtl="0" eaLnBrk="1" latinLnBrk="0" hangingPunct="1">
                <a:lnSpc>
                  <a:spcPct val="100000"/>
                </a:lnSpc>
                <a:spcBef>
                  <a:spcPct val="0"/>
                </a:spcBef>
                <a:buNone/>
                <a:defRPr sz="3200" b="1" kern="1200">
                  <a:solidFill>
                    <a:srgbClr val="B35F54"/>
                  </a:solidFill>
                  <a:latin typeface="+mj-lt"/>
                  <a:ea typeface="+mj-ea"/>
                  <a:cs typeface="+mj-cs"/>
                </a:defRPr>
              </a:lvl1pPr>
            </a:lstStyle>
            <a:p>
              <a:r>
                <a:rPr lang="zh-CN" altLang="en-US" sz="2800" dirty="0">
                  <a:solidFill>
                    <a:schemeClr val="accent1"/>
                  </a:solidFill>
                </a:rPr>
                <a:t>Agenda</a:t>
              </a:r>
              <a:endParaRPr lang="en-US" sz="2800" dirty="0">
                <a:solidFill>
                  <a:schemeClr val="accent1"/>
                </a:solidFill>
              </a:endParaRPr>
            </a:p>
          </p:txBody>
        </p:sp>
        <p:pic>
          <p:nvPicPr>
            <p:cNvPr id="10" name="Picture">
              <a:extLst>
                <a:ext uri="{FF2B5EF4-FFF2-40B4-BE49-F238E27FC236}">
                  <a16:creationId xmlns:a16="http://schemas.microsoft.com/office/drawing/2014/main" id="{9F6298B4-3B78-4867-647D-94DB26CE289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0399" y="2749023"/>
              <a:ext cx="3290883" cy="3385077"/>
            </a:xfrm>
            <a:prstGeom prst="rect">
              <a:avLst/>
            </a:prstGeom>
          </p:spPr>
        </p:pic>
        <p:grpSp>
          <p:nvGrpSpPr>
            <p:cNvPr id="12" name="组合 11">
              <a:extLst>
                <a:ext uri="{FF2B5EF4-FFF2-40B4-BE49-F238E27FC236}">
                  <a16:creationId xmlns:a16="http://schemas.microsoft.com/office/drawing/2014/main" id="{994D8534-20CA-9A64-4CFC-E952426795E4}"/>
                </a:ext>
              </a:extLst>
            </p:cNvPr>
            <p:cNvGrpSpPr/>
            <p:nvPr/>
          </p:nvGrpSpPr>
          <p:grpSpPr>
            <a:xfrm>
              <a:off x="4574996" y="1810180"/>
              <a:ext cx="3337896" cy="814588"/>
              <a:chOff x="4397196" y="2017603"/>
              <a:chExt cx="3337896" cy="814588"/>
            </a:xfrm>
          </p:grpSpPr>
          <p:sp>
            <p:nvSpPr>
              <p:cNvPr id="64" name="缺角矩形 63">
                <a:extLst>
                  <a:ext uri="{FF2B5EF4-FFF2-40B4-BE49-F238E27FC236}">
                    <a16:creationId xmlns:a16="http://schemas.microsoft.com/office/drawing/2014/main" id="{A7A1621B-236E-0AA1-9F52-1AC221410544}"/>
                  </a:ext>
                </a:extLst>
              </p:cNvPr>
              <p:cNvSpPr/>
              <p:nvPr/>
            </p:nvSpPr>
            <p:spPr>
              <a:xfrm>
                <a:off x="4397196" y="2136897"/>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01</a:t>
                </a:r>
                <a:endParaRPr lang="zh-CN" altLang="en-US" dirty="0"/>
              </a:p>
            </p:txBody>
          </p:sp>
          <p:sp>
            <p:nvSpPr>
              <p:cNvPr id="65" name="Bullet1">
                <a:extLst>
                  <a:ext uri="{FF2B5EF4-FFF2-40B4-BE49-F238E27FC236}">
                    <a16:creationId xmlns:a16="http://schemas.microsoft.com/office/drawing/2014/main" id="{8179AC83-0507-A3E8-FBD0-FE9FB7E8871D}"/>
                  </a:ext>
                </a:extLst>
              </p:cNvPr>
              <p:cNvSpPr txBox="1"/>
              <p:nvPr/>
            </p:nvSpPr>
            <p:spPr>
              <a:xfrm>
                <a:off x="5143092" y="2017603"/>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3" name="组合 12">
              <a:extLst>
                <a:ext uri="{FF2B5EF4-FFF2-40B4-BE49-F238E27FC236}">
                  <a16:creationId xmlns:a16="http://schemas.microsoft.com/office/drawing/2014/main" id="{D630E99C-D820-3FBC-9370-455BFDFDD7BA}"/>
                </a:ext>
              </a:extLst>
            </p:cNvPr>
            <p:cNvGrpSpPr/>
            <p:nvPr/>
          </p:nvGrpSpPr>
          <p:grpSpPr>
            <a:xfrm>
              <a:off x="4574996" y="2899278"/>
              <a:ext cx="3337896" cy="814588"/>
              <a:chOff x="4397196" y="3106701"/>
              <a:chExt cx="3337896" cy="814588"/>
            </a:xfrm>
          </p:grpSpPr>
          <p:sp>
            <p:nvSpPr>
              <p:cNvPr id="62" name="缺角矩形 61">
                <a:extLst>
                  <a:ext uri="{FF2B5EF4-FFF2-40B4-BE49-F238E27FC236}">
                    <a16:creationId xmlns:a16="http://schemas.microsoft.com/office/drawing/2014/main" id="{ED27CC48-0B49-A6DC-2FC2-E4E9FA0A50C6}"/>
                  </a:ext>
                </a:extLst>
              </p:cNvPr>
              <p:cNvSpPr/>
              <p:nvPr/>
            </p:nvSpPr>
            <p:spPr>
              <a:xfrm>
                <a:off x="4397196" y="3225995"/>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03</a:t>
                </a:r>
                <a:endParaRPr lang="zh-CN" altLang="en-US" dirty="0"/>
              </a:p>
            </p:txBody>
          </p:sp>
          <p:sp>
            <p:nvSpPr>
              <p:cNvPr id="63" name="Bullet3">
                <a:extLst>
                  <a:ext uri="{FF2B5EF4-FFF2-40B4-BE49-F238E27FC236}">
                    <a16:creationId xmlns:a16="http://schemas.microsoft.com/office/drawing/2014/main" id="{076922CD-0B1C-5835-9A0D-83102B7F7F55}"/>
                  </a:ext>
                </a:extLst>
              </p:cNvPr>
              <p:cNvSpPr txBox="1"/>
              <p:nvPr/>
            </p:nvSpPr>
            <p:spPr>
              <a:xfrm>
                <a:off x="5143092" y="3106701"/>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4" name="组合 13">
              <a:extLst>
                <a:ext uri="{FF2B5EF4-FFF2-40B4-BE49-F238E27FC236}">
                  <a16:creationId xmlns:a16="http://schemas.microsoft.com/office/drawing/2014/main" id="{CA9925CB-0A19-2EA7-9777-B19FDDE9B23B}"/>
                </a:ext>
              </a:extLst>
            </p:cNvPr>
            <p:cNvGrpSpPr/>
            <p:nvPr/>
          </p:nvGrpSpPr>
          <p:grpSpPr>
            <a:xfrm>
              <a:off x="4574996" y="3988376"/>
              <a:ext cx="3337896" cy="814588"/>
              <a:chOff x="4397196" y="4195799"/>
              <a:chExt cx="3337896" cy="814588"/>
            </a:xfrm>
          </p:grpSpPr>
          <p:sp>
            <p:nvSpPr>
              <p:cNvPr id="60" name="缺角矩形 59">
                <a:extLst>
                  <a:ext uri="{FF2B5EF4-FFF2-40B4-BE49-F238E27FC236}">
                    <a16:creationId xmlns:a16="http://schemas.microsoft.com/office/drawing/2014/main" id="{538937EF-A4B0-3FD9-194F-B66EA5D724D7}"/>
                  </a:ext>
                </a:extLst>
              </p:cNvPr>
              <p:cNvSpPr/>
              <p:nvPr/>
            </p:nvSpPr>
            <p:spPr>
              <a:xfrm>
                <a:off x="4397196" y="4315093"/>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05</a:t>
                </a:r>
                <a:endParaRPr lang="zh-CN" altLang="en-US" dirty="0"/>
              </a:p>
            </p:txBody>
          </p:sp>
          <p:sp>
            <p:nvSpPr>
              <p:cNvPr id="61" name="Bullet5">
                <a:extLst>
                  <a:ext uri="{FF2B5EF4-FFF2-40B4-BE49-F238E27FC236}">
                    <a16:creationId xmlns:a16="http://schemas.microsoft.com/office/drawing/2014/main" id="{633D618F-09BD-098A-1888-4678BDB64608}"/>
                  </a:ext>
                </a:extLst>
              </p:cNvPr>
              <p:cNvSpPr txBox="1"/>
              <p:nvPr/>
            </p:nvSpPr>
            <p:spPr>
              <a:xfrm>
                <a:off x="5143092" y="4195799"/>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8" name="组合 17">
              <a:extLst>
                <a:ext uri="{FF2B5EF4-FFF2-40B4-BE49-F238E27FC236}">
                  <a16:creationId xmlns:a16="http://schemas.microsoft.com/office/drawing/2014/main" id="{631AB95C-0548-C1E4-29BF-FA7A9D6F988C}"/>
                </a:ext>
              </a:extLst>
            </p:cNvPr>
            <p:cNvGrpSpPr/>
            <p:nvPr/>
          </p:nvGrpSpPr>
          <p:grpSpPr>
            <a:xfrm>
              <a:off x="4574996" y="5077474"/>
              <a:ext cx="3337896" cy="814588"/>
              <a:chOff x="4397196" y="5284897"/>
              <a:chExt cx="3337896" cy="814588"/>
            </a:xfrm>
          </p:grpSpPr>
          <p:sp>
            <p:nvSpPr>
              <p:cNvPr id="58" name="缺角矩形 57">
                <a:extLst>
                  <a:ext uri="{FF2B5EF4-FFF2-40B4-BE49-F238E27FC236}">
                    <a16:creationId xmlns:a16="http://schemas.microsoft.com/office/drawing/2014/main" id="{8E283EB5-AC5D-CBED-FD9C-3170CBE5BF4C}"/>
                  </a:ext>
                </a:extLst>
              </p:cNvPr>
              <p:cNvSpPr/>
              <p:nvPr/>
            </p:nvSpPr>
            <p:spPr>
              <a:xfrm>
                <a:off x="4397196" y="5404191"/>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07</a:t>
                </a:r>
                <a:endParaRPr lang="zh-CN" altLang="en-US" dirty="0"/>
              </a:p>
            </p:txBody>
          </p:sp>
          <p:sp>
            <p:nvSpPr>
              <p:cNvPr id="59" name="Bullet7">
                <a:extLst>
                  <a:ext uri="{FF2B5EF4-FFF2-40B4-BE49-F238E27FC236}">
                    <a16:creationId xmlns:a16="http://schemas.microsoft.com/office/drawing/2014/main" id="{A06CC9FD-3B3D-7A9A-186B-EFFB15983F24}"/>
                  </a:ext>
                </a:extLst>
              </p:cNvPr>
              <p:cNvSpPr txBox="1"/>
              <p:nvPr/>
            </p:nvSpPr>
            <p:spPr>
              <a:xfrm>
                <a:off x="5143092" y="5284897"/>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9" name="组合 18">
              <a:extLst>
                <a:ext uri="{FF2B5EF4-FFF2-40B4-BE49-F238E27FC236}">
                  <a16:creationId xmlns:a16="http://schemas.microsoft.com/office/drawing/2014/main" id="{924A6749-B9CE-A6D9-83F3-11200242B980}"/>
                </a:ext>
              </a:extLst>
            </p:cNvPr>
            <p:cNvGrpSpPr/>
            <p:nvPr/>
          </p:nvGrpSpPr>
          <p:grpSpPr>
            <a:xfrm>
              <a:off x="8181004" y="1810180"/>
              <a:ext cx="3337896" cy="814588"/>
              <a:chOff x="8181004" y="2017603"/>
              <a:chExt cx="3337896" cy="814588"/>
            </a:xfrm>
          </p:grpSpPr>
          <p:sp>
            <p:nvSpPr>
              <p:cNvPr id="44" name="缺角矩形 43">
                <a:extLst>
                  <a:ext uri="{FF2B5EF4-FFF2-40B4-BE49-F238E27FC236}">
                    <a16:creationId xmlns:a16="http://schemas.microsoft.com/office/drawing/2014/main" id="{E02C2BF7-E767-48CB-AAA8-D2B8292B29EE}"/>
                  </a:ext>
                </a:extLst>
              </p:cNvPr>
              <p:cNvSpPr/>
              <p:nvPr/>
            </p:nvSpPr>
            <p:spPr>
              <a:xfrm>
                <a:off x="8181004" y="2136897"/>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02</a:t>
                </a:r>
                <a:endParaRPr lang="zh-CN" altLang="en-US" dirty="0"/>
              </a:p>
            </p:txBody>
          </p:sp>
          <p:sp>
            <p:nvSpPr>
              <p:cNvPr id="48" name="Bullet2">
                <a:extLst>
                  <a:ext uri="{FF2B5EF4-FFF2-40B4-BE49-F238E27FC236}">
                    <a16:creationId xmlns:a16="http://schemas.microsoft.com/office/drawing/2014/main" id="{10649963-AC33-955B-0A65-2D877C3330E1}"/>
                  </a:ext>
                </a:extLst>
              </p:cNvPr>
              <p:cNvSpPr txBox="1"/>
              <p:nvPr/>
            </p:nvSpPr>
            <p:spPr>
              <a:xfrm>
                <a:off x="8926900" y="2017603"/>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23" name="组合 22">
              <a:extLst>
                <a:ext uri="{FF2B5EF4-FFF2-40B4-BE49-F238E27FC236}">
                  <a16:creationId xmlns:a16="http://schemas.microsoft.com/office/drawing/2014/main" id="{E750A7FE-1808-03FA-BBE2-A3ED946376DF}"/>
                </a:ext>
              </a:extLst>
            </p:cNvPr>
            <p:cNvGrpSpPr/>
            <p:nvPr/>
          </p:nvGrpSpPr>
          <p:grpSpPr>
            <a:xfrm>
              <a:off x="8181004" y="2899278"/>
              <a:ext cx="3337896" cy="814588"/>
              <a:chOff x="8181004" y="3106701"/>
              <a:chExt cx="3337896" cy="814588"/>
            </a:xfrm>
          </p:grpSpPr>
          <p:sp>
            <p:nvSpPr>
              <p:cNvPr id="39" name="缺角矩形 38">
                <a:extLst>
                  <a:ext uri="{FF2B5EF4-FFF2-40B4-BE49-F238E27FC236}">
                    <a16:creationId xmlns:a16="http://schemas.microsoft.com/office/drawing/2014/main" id="{F035A803-1AF0-3C8E-6AC1-CA175748C3B2}"/>
                  </a:ext>
                </a:extLst>
              </p:cNvPr>
              <p:cNvSpPr/>
              <p:nvPr/>
            </p:nvSpPr>
            <p:spPr>
              <a:xfrm>
                <a:off x="8181004" y="3225995"/>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04</a:t>
                </a:r>
                <a:endParaRPr lang="zh-CN" altLang="en-US" dirty="0"/>
              </a:p>
            </p:txBody>
          </p:sp>
          <p:sp>
            <p:nvSpPr>
              <p:cNvPr id="43" name="Bullet4">
                <a:extLst>
                  <a:ext uri="{FF2B5EF4-FFF2-40B4-BE49-F238E27FC236}">
                    <a16:creationId xmlns:a16="http://schemas.microsoft.com/office/drawing/2014/main" id="{9EA40796-F2B2-D167-C75D-DF52D6017A84}"/>
                  </a:ext>
                </a:extLst>
              </p:cNvPr>
              <p:cNvSpPr txBox="1"/>
              <p:nvPr/>
            </p:nvSpPr>
            <p:spPr>
              <a:xfrm>
                <a:off x="8926900" y="3106701"/>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24" name="组合 23">
              <a:extLst>
                <a:ext uri="{FF2B5EF4-FFF2-40B4-BE49-F238E27FC236}">
                  <a16:creationId xmlns:a16="http://schemas.microsoft.com/office/drawing/2014/main" id="{273233C9-2B79-A5AC-B3A9-BE7B76DD698C}"/>
                </a:ext>
              </a:extLst>
            </p:cNvPr>
            <p:cNvGrpSpPr/>
            <p:nvPr/>
          </p:nvGrpSpPr>
          <p:grpSpPr>
            <a:xfrm>
              <a:off x="8181004" y="3988376"/>
              <a:ext cx="3337896" cy="814588"/>
              <a:chOff x="8181004" y="4195799"/>
              <a:chExt cx="3337896" cy="814588"/>
            </a:xfrm>
          </p:grpSpPr>
          <p:sp>
            <p:nvSpPr>
              <p:cNvPr id="34" name="缺角矩形 33">
                <a:extLst>
                  <a:ext uri="{FF2B5EF4-FFF2-40B4-BE49-F238E27FC236}">
                    <a16:creationId xmlns:a16="http://schemas.microsoft.com/office/drawing/2014/main" id="{18A8A592-5DBA-4744-68B3-9F6CBE43ECFB}"/>
                  </a:ext>
                </a:extLst>
              </p:cNvPr>
              <p:cNvSpPr/>
              <p:nvPr/>
            </p:nvSpPr>
            <p:spPr>
              <a:xfrm>
                <a:off x="8181004" y="4315093"/>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06</a:t>
                </a:r>
                <a:endParaRPr lang="zh-CN" altLang="en-US" dirty="0"/>
              </a:p>
            </p:txBody>
          </p:sp>
          <p:sp>
            <p:nvSpPr>
              <p:cNvPr id="38" name="Bullet6">
                <a:extLst>
                  <a:ext uri="{FF2B5EF4-FFF2-40B4-BE49-F238E27FC236}">
                    <a16:creationId xmlns:a16="http://schemas.microsoft.com/office/drawing/2014/main" id="{4E35EC0C-39A1-8ED3-DDA1-6DC0F65E5214}"/>
                  </a:ext>
                </a:extLst>
              </p:cNvPr>
              <p:cNvSpPr txBox="1"/>
              <p:nvPr/>
            </p:nvSpPr>
            <p:spPr>
              <a:xfrm>
                <a:off x="8926900" y="4195799"/>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28" name="组合 27">
              <a:extLst>
                <a:ext uri="{FF2B5EF4-FFF2-40B4-BE49-F238E27FC236}">
                  <a16:creationId xmlns:a16="http://schemas.microsoft.com/office/drawing/2014/main" id="{E21AF1EA-7E6D-3652-C096-ACD14955A87C}"/>
                </a:ext>
              </a:extLst>
            </p:cNvPr>
            <p:cNvGrpSpPr/>
            <p:nvPr/>
          </p:nvGrpSpPr>
          <p:grpSpPr>
            <a:xfrm>
              <a:off x="8181004" y="5077474"/>
              <a:ext cx="3337896" cy="814588"/>
              <a:chOff x="8181004" y="5284897"/>
              <a:chExt cx="3337896" cy="814588"/>
            </a:xfrm>
          </p:grpSpPr>
          <p:sp>
            <p:nvSpPr>
              <p:cNvPr id="29" name="缺角矩形 28">
                <a:extLst>
                  <a:ext uri="{FF2B5EF4-FFF2-40B4-BE49-F238E27FC236}">
                    <a16:creationId xmlns:a16="http://schemas.microsoft.com/office/drawing/2014/main" id="{EEFC1C89-B285-EF62-EBB8-BBD51DBA70AC}"/>
                  </a:ext>
                </a:extLst>
              </p:cNvPr>
              <p:cNvSpPr/>
              <p:nvPr/>
            </p:nvSpPr>
            <p:spPr>
              <a:xfrm>
                <a:off x="8181004" y="5404191"/>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08</a:t>
                </a:r>
                <a:endParaRPr lang="zh-CN" altLang="en-US" dirty="0"/>
              </a:p>
            </p:txBody>
          </p:sp>
          <p:sp>
            <p:nvSpPr>
              <p:cNvPr id="33" name="Bullet8">
                <a:extLst>
                  <a:ext uri="{FF2B5EF4-FFF2-40B4-BE49-F238E27FC236}">
                    <a16:creationId xmlns:a16="http://schemas.microsoft.com/office/drawing/2014/main" id="{A2B0C4E7-8A05-AED9-182E-A4A2CA03721E}"/>
                  </a:ext>
                </a:extLst>
              </p:cNvPr>
              <p:cNvSpPr txBox="1"/>
              <p:nvPr/>
            </p:nvSpPr>
            <p:spPr>
              <a:xfrm>
                <a:off x="8926900" y="5284897"/>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spTree>
    <p:extLst>
      <p:ext uri="{BB962C8B-B14F-4D97-AF65-F5344CB8AC3E}">
        <p14:creationId xmlns:p14="http://schemas.microsoft.com/office/powerpoint/2010/main" val="299177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130300"/>
            <a:ext cx="7486650" cy="2224272"/>
          </a:xfrm>
        </p:spPr>
        <p:txBody>
          <a:bodyPr/>
          <a:lstStyle/>
          <a:p>
            <a:r>
              <a:rPr lang="zh-CN" altLang="en-US" dirty="0"/>
              <a:t>单击此处添加章节标</a:t>
            </a:r>
          </a:p>
        </p:txBody>
      </p:sp>
      <p:sp>
        <p:nvSpPr>
          <p:cNvPr id="25" name="文本占位符 24"/>
          <p:cNvSpPr>
            <a:spLocks noGrp="1"/>
          </p:cNvSpPr>
          <p:nvPr>
            <p:ph type="body" sz="quarter" idx="1" hasCustomPrompt="1"/>
          </p:nvPr>
        </p:nvSpPr>
        <p:spPr>
          <a:xfrm>
            <a:off x="660400" y="3403502"/>
            <a:ext cx="7486650" cy="1440000"/>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84B9A-3EC7-20BC-9A22-C68AD70E7734}"/>
            </a:ext>
          </a:extLst>
        </p:cNvPr>
        <p:cNvGrpSpPr/>
        <p:nvPr/>
      </p:nvGrpSpPr>
      <p:grpSpPr>
        <a:xfrm>
          <a:off x="0" y="0"/>
          <a:ext cx="0" cy="0"/>
          <a:chOff x="0" y="0"/>
          <a:chExt cx="0" cy="0"/>
        </a:xfrm>
      </p:grpSpPr>
      <p:sp>
        <p:nvSpPr>
          <p:cNvPr id="323" name="Title 1">
            <a:extLst>
              <a:ext uri="{FF2B5EF4-FFF2-40B4-BE49-F238E27FC236}">
                <a16:creationId xmlns:a16="http://schemas.microsoft.com/office/drawing/2014/main" id="{2B57E478-B83F-A27B-C7C1-C5F0D70741AF}"/>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4" name="组合 3">
            <a:extLst>
              <a:ext uri="{FF2B5EF4-FFF2-40B4-BE49-F238E27FC236}">
                <a16:creationId xmlns:a16="http://schemas.microsoft.com/office/drawing/2014/main" id="{91F540AF-8431-73E8-43CC-5D53C8818F2F}"/>
              </a:ext>
            </a:extLst>
          </p:cNvPr>
          <p:cNvGrpSpPr/>
          <p:nvPr/>
        </p:nvGrpSpPr>
        <p:grpSpPr>
          <a:xfrm>
            <a:off x="0" y="1130300"/>
            <a:ext cx="12192000" cy="5727700"/>
            <a:chOff x="0" y="1130300"/>
            <a:chExt cx="12192000" cy="5727700"/>
          </a:xfrm>
        </p:grpSpPr>
        <p:sp>
          <p:nvSpPr>
            <p:cNvPr id="5" name="矩形 4">
              <a:extLst>
                <a:ext uri="{FF2B5EF4-FFF2-40B4-BE49-F238E27FC236}">
                  <a16:creationId xmlns:a16="http://schemas.microsoft.com/office/drawing/2014/main" id="{051FC01A-C452-9BC4-CD8F-2184701CAE93}"/>
                </a:ext>
              </a:extLst>
            </p:cNvPr>
            <p:cNvSpPr/>
            <p:nvPr/>
          </p:nvSpPr>
          <p:spPr>
            <a:xfrm>
              <a:off x="0" y="1130300"/>
              <a:ext cx="12192000" cy="5727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7" name="Title">
              <a:extLst>
                <a:ext uri="{FF2B5EF4-FFF2-40B4-BE49-F238E27FC236}">
                  <a16:creationId xmlns:a16="http://schemas.microsoft.com/office/drawing/2014/main" id="{29D1BB01-2C8F-292F-0732-74220CDAC70E}"/>
                </a:ext>
              </a:extLst>
            </p:cNvPr>
            <p:cNvSpPr txBox="1"/>
            <p:nvPr/>
          </p:nvSpPr>
          <p:spPr>
            <a:xfrm>
              <a:off x="660400" y="1371600"/>
              <a:ext cx="10858500" cy="774895"/>
            </a:xfrm>
            <a:prstGeom prst="rect">
              <a:avLst/>
            </a:prstGeom>
            <a:noFill/>
          </p:spPr>
          <p:txBody>
            <a:bodyPr wrap="square" anchor="ctr" anchorCtr="0">
              <a:normAutofit/>
            </a:bodyPr>
            <a:lstStyle>
              <a:defPPr>
                <a:defRPr lang="zh-CN"/>
              </a:defPPr>
              <a:lvl1pPr>
                <a:defRPr sz="2400" b="1">
                  <a:cs typeface="+mn-ea"/>
                </a:defRPr>
              </a:lvl1pPr>
            </a:lstStyle>
            <a:p>
              <a:pPr algn="ctr"/>
              <a:r>
                <a:rPr lang="zh-CN" altLang="en-US" dirty="0">
                  <a:solidFill>
                    <a:srgbClr val="FFFFFF"/>
                  </a:solidFill>
                  <a:sym typeface="+mn-lt"/>
                </a:rPr>
                <a:t>单击此处添加长一点的副标题</a:t>
              </a:r>
            </a:p>
          </p:txBody>
        </p:sp>
        <p:grpSp>
          <p:nvGrpSpPr>
            <p:cNvPr id="8" name="组合 7">
              <a:extLst>
                <a:ext uri="{FF2B5EF4-FFF2-40B4-BE49-F238E27FC236}">
                  <a16:creationId xmlns:a16="http://schemas.microsoft.com/office/drawing/2014/main" id="{33FA0F7A-FB69-AAAD-3E06-E3487850E274}"/>
                </a:ext>
              </a:extLst>
            </p:cNvPr>
            <p:cNvGrpSpPr/>
            <p:nvPr/>
          </p:nvGrpSpPr>
          <p:grpSpPr>
            <a:xfrm>
              <a:off x="720601" y="4032189"/>
              <a:ext cx="3096000" cy="1754371"/>
              <a:chOff x="720601" y="4032189"/>
              <a:chExt cx="3096000" cy="1754371"/>
            </a:xfrm>
          </p:grpSpPr>
          <p:sp>
            <p:nvSpPr>
              <p:cNvPr id="18"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ctr">
                  <a:lnSpc>
                    <a:spcPct val="120000"/>
                  </a:lnSpc>
                </a:pPr>
                <a:r>
                  <a:rPr lang="zh-CN" altLang="en-US" b="1" dirty="0">
                    <a:solidFill>
                      <a:srgbClr val="FFFFFF"/>
                    </a:solidFill>
                    <a:cs typeface="+mn-ea"/>
                    <a:sym typeface="+mn-lt"/>
                  </a:rPr>
                  <a:t>单击添加小标题</a:t>
                </a:r>
              </a:p>
            </p:txBody>
          </p:sp>
          <p:sp>
            <p:nvSpPr>
              <p:cNvPr id="19"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A57611F7-5F54-3538-D819-128CE5806F80}"/>
                </a:ext>
              </a:extLst>
            </p:cNvPr>
            <p:cNvGrpSpPr/>
            <p:nvPr/>
          </p:nvGrpSpPr>
          <p:grpSpPr>
            <a:xfrm>
              <a:off x="8368195" y="4032189"/>
              <a:ext cx="3096000" cy="1754371"/>
              <a:chOff x="8368195" y="4032189"/>
              <a:chExt cx="3096000" cy="1754371"/>
            </a:xfrm>
          </p:grpSpPr>
          <p:sp>
            <p:nvSpPr>
              <p:cNvPr id="16" name="Bullet3">
                <a:extLst>
                  <a:ext uri="{FF2B5EF4-FFF2-40B4-BE49-F238E27FC236}">
                    <a16:creationId xmlns:a16="http://schemas.microsoft.com/office/drawing/2014/main" id="{941397D6-6FCA-03A7-0667-A0A439D205D5}"/>
                  </a:ext>
                </a:extLst>
              </p:cNvPr>
              <p:cNvSpPr txBox="1"/>
              <p:nvPr/>
            </p:nvSpPr>
            <p:spPr>
              <a:xfrm>
                <a:off x="8368195" y="4032189"/>
                <a:ext cx="3096000" cy="674513"/>
              </a:xfrm>
              <a:prstGeom prst="rect">
                <a:avLst/>
              </a:prstGeom>
              <a:noFill/>
            </p:spPr>
            <p:txBody>
              <a:bodyPr wrap="square" lIns="90000" tIns="46800" rIns="90000" bIns="46800" anchor="b" anchorCtr="0">
                <a:normAutofit/>
              </a:bodyPr>
              <a:lstStyle/>
              <a:p>
                <a:pPr algn="ctr">
                  <a:lnSpc>
                    <a:spcPct val="120000"/>
                  </a:lnSpc>
                </a:pPr>
                <a:r>
                  <a:rPr lang="zh-CN" altLang="en-US" b="1" dirty="0">
                    <a:solidFill>
                      <a:srgbClr val="FFFFFF"/>
                    </a:solidFill>
                    <a:cs typeface="+mn-ea"/>
                    <a:sym typeface="+mn-lt"/>
                  </a:rPr>
                  <a:t>单击添加小标题</a:t>
                </a:r>
              </a:p>
            </p:txBody>
          </p:sp>
          <p:sp>
            <p:nvSpPr>
              <p:cNvPr id="17" name="Text3">
                <a:extLst>
                  <a:ext uri="{FF2B5EF4-FFF2-40B4-BE49-F238E27FC236}">
                    <a16:creationId xmlns:a16="http://schemas.microsoft.com/office/drawing/2014/main" id="{CEBD6AFE-A5DB-0B10-A932-52DEA9E9DAC1}"/>
                  </a:ext>
                </a:extLst>
              </p:cNvPr>
              <p:cNvSpPr txBox="1"/>
              <p:nvPr/>
            </p:nvSpPr>
            <p:spPr>
              <a:xfrm>
                <a:off x="8368195" y="4725753"/>
                <a:ext cx="3096000" cy="1060807"/>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EBAE5440-F50D-3DD4-7913-601E81171A7B}"/>
                </a:ext>
              </a:extLst>
            </p:cNvPr>
            <p:cNvGrpSpPr/>
            <p:nvPr/>
          </p:nvGrpSpPr>
          <p:grpSpPr>
            <a:xfrm>
              <a:off x="4544398" y="4379729"/>
              <a:ext cx="3096000" cy="1754371"/>
              <a:chOff x="4544398" y="4379729"/>
              <a:chExt cx="3096000" cy="1754371"/>
            </a:xfrm>
          </p:grpSpPr>
          <p:sp>
            <p:nvSpPr>
              <p:cNvPr id="14" name="Bullet2">
                <a:extLst>
                  <a:ext uri="{FF2B5EF4-FFF2-40B4-BE49-F238E27FC236}">
                    <a16:creationId xmlns:a16="http://schemas.microsoft.com/office/drawing/2014/main" id="{FF0D0D7A-F5A1-7C6E-DDDE-E961A7237A2F}"/>
                  </a:ext>
                </a:extLst>
              </p:cNvPr>
              <p:cNvSpPr txBox="1"/>
              <p:nvPr/>
            </p:nvSpPr>
            <p:spPr>
              <a:xfrm>
                <a:off x="4544398" y="4379729"/>
                <a:ext cx="3096000" cy="674513"/>
              </a:xfrm>
              <a:prstGeom prst="rect">
                <a:avLst/>
              </a:prstGeom>
              <a:noFill/>
            </p:spPr>
            <p:txBody>
              <a:bodyPr wrap="square" lIns="90000" tIns="46800" rIns="90000" bIns="46800" anchor="b" anchorCtr="0">
                <a:normAutofit/>
              </a:bodyPr>
              <a:lstStyle/>
              <a:p>
                <a:pPr algn="ctr">
                  <a:lnSpc>
                    <a:spcPct val="120000"/>
                  </a:lnSpc>
                </a:pPr>
                <a:r>
                  <a:rPr lang="zh-CN" altLang="en-US" b="1" dirty="0">
                    <a:solidFill>
                      <a:srgbClr val="FFFFFF"/>
                    </a:solidFill>
                    <a:cs typeface="+mn-ea"/>
                    <a:sym typeface="+mn-lt"/>
                  </a:rPr>
                  <a:t>单击添加小标题</a:t>
                </a:r>
              </a:p>
            </p:txBody>
          </p:sp>
          <p:sp>
            <p:nvSpPr>
              <p:cNvPr id="15" name="Text2">
                <a:extLst>
                  <a:ext uri="{FF2B5EF4-FFF2-40B4-BE49-F238E27FC236}">
                    <a16:creationId xmlns:a16="http://schemas.microsoft.com/office/drawing/2014/main" id="{4A823263-D1BE-A210-F2E5-E2AD43BD3C32}"/>
                  </a:ext>
                </a:extLst>
              </p:cNvPr>
              <p:cNvSpPr txBox="1"/>
              <p:nvPr/>
            </p:nvSpPr>
            <p:spPr>
              <a:xfrm>
                <a:off x="4544398" y="5073293"/>
                <a:ext cx="3096000" cy="1060807"/>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pic>
          <p:nvPicPr>
            <p:cNvPr id="11" name="图片 10">
              <a:extLst>
                <a:ext uri="{FF2B5EF4-FFF2-40B4-BE49-F238E27FC236}">
                  <a16:creationId xmlns:a16="http://schemas.microsoft.com/office/drawing/2014/main" id="{0BFA0B72-F687-64CF-D63D-AD31903A02FA}"/>
                </a:ext>
              </a:extLst>
            </p:cNvPr>
            <p:cNvPicPr>
              <a:picLocks noChangeAspect="1"/>
            </p:cNvPicPr>
            <p:nvPr/>
          </p:nvPicPr>
          <p:blipFill>
            <a:blip r:embed="rId3"/>
            <a:stretch>
              <a:fillRect/>
            </a:stretch>
          </p:blipFill>
          <p:spPr>
            <a:xfrm>
              <a:off x="1498821" y="2318512"/>
              <a:ext cx="1554615" cy="1560711"/>
            </a:xfrm>
            <a:prstGeom prst="rect">
              <a:avLst/>
            </a:prstGeom>
          </p:spPr>
        </p:pic>
        <p:pic>
          <p:nvPicPr>
            <p:cNvPr id="12" name="图片 11">
              <a:extLst>
                <a:ext uri="{FF2B5EF4-FFF2-40B4-BE49-F238E27FC236}">
                  <a16:creationId xmlns:a16="http://schemas.microsoft.com/office/drawing/2014/main" id="{9D1570EB-C183-EB4C-D123-1CFB5F8A352B}"/>
                </a:ext>
              </a:extLst>
            </p:cNvPr>
            <p:cNvPicPr>
              <a:picLocks noChangeAspect="1"/>
            </p:cNvPicPr>
            <p:nvPr/>
          </p:nvPicPr>
          <p:blipFill>
            <a:blip r:embed="rId4"/>
            <a:stretch>
              <a:fillRect/>
            </a:stretch>
          </p:blipFill>
          <p:spPr>
            <a:xfrm>
              <a:off x="5312342" y="2648644"/>
              <a:ext cx="1554615" cy="1560711"/>
            </a:xfrm>
            <a:prstGeom prst="rect">
              <a:avLst/>
            </a:prstGeom>
          </p:spPr>
        </p:pic>
        <p:pic>
          <p:nvPicPr>
            <p:cNvPr id="13" name="图片 12">
              <a:extLst>
                <a:ext uri="{FF2B5EF4-FFF2-40B4-BE49-F238E27FC236}">
                  <a16:creationId xmlns:a16="http://schemas.microsoft.com/office/drawing/2014/main" id="{ABAE42C9-8A8F-9FAA-1407-FB91C82FDECF}"/>
                </a:ext>
              </a:extLst>
            </p:cNvPr>
            <p:cNvPicPr>
              <a:picLocks noChangeAspect="1"/>
            </p:cNvPicPr>
            <p:nvPr/>
          </p:nvPicPr>
          <p:blipFill>
            <a:blip r:embed="rId5"/>
            <a:stretch>
              <a:fillRect/>
            </a:stretch>
          </p:blipFill>
          <p:spPr>
            <a:xfrm>
              <a:off x="9138888" y="2318512"/>
              <a:ext cx="1554615" cy="1560711"/>
            </a:xfrm>
            <a:prstGeom prst="rect">
              <a:avLst/>
            </a:prstGeom>
          </p:spPr>
        </p:pic>
      </p:grpSp>
    </p:spTree>
    <p:extLst>
      <p:ext uri="{BB962C8B-B14F-4D97-AF65-F5344CB8AC3E}">
        <p14:creationId xmlns:p14="http://schemas.microsoft.com/office/powerpoint/2010/main" val="2834366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934C4-E5AE-FC4E-296D-A578F2B77A68}"/>
            </a:ext>
          </a:extLst>
        </p:cNvPr>
        <p:cNvGrpSpPr/>
        <p:nvPr/>
      </p:nvGrpSpPr>
      <p:grpSpPr>
        <a:xfrm>
          <a:off x="0" y="0"/>
          <a:ext cx="0" cy="0"/>
          <a:chOff x="0" y="0"/>
          <a:chExt cx="0" cy="0"/>
        </a:xfrm>
      </p:grpSpPr>
      <p:sp>
        <p:nvSpPr>
          <p:cNvPr id="27" name="Title 1">
            <a:extLst>
              <a:ext uri="{FF2B5EF4-FFF2-40B4-BE49-F238E27FC236}">
                <a16:creationId xmlns:a16="http://schemas.microsoft.com/office/drawing/2014/main" id="{C70D5344-7F13-25F4-8ECA-FB4C8BEF5693}"/>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 name="组合 1">
            <a:extLst>
              <a:ext uri="{FF2B5EF4-FFF2-40B4-BE49-F238E27FC236}">
                <a16:creationId xmlns:a16="http://schemas.microsoft.com/office/drawing/2014/main" id="{3EEE8A47-6F8E-2E58-6D17-38537367F96A}"/>
              </a:ext>
            </a:extLst>
          </p:cNvPr>
          <p:cNvGrpSpPr/>
          <p:nvPr/>
        </p:nvGrpSpPr>
        <p:grpSpPr>
          <a:xfrm>
            <a:off x="660400" y="1165814"/>
            <a:ext cx="10858500" cy="4968286"/>
            <a:chOff x="660400" y="1165814"/>
            <a:chExt cx="10858500" cy="4968286"/>
          </a:xfrm>
        </p:grpSpPr>
        <p:sp>
          <p:nvSpPr>
            <p:cNvPr id="5" name="Title">
              <a:extLst>
                <a:ext uri="{FF2B5EF4-FFF2-40B4-BE49-F238E27FC236}">
                  <a16:creationId xmlns:a16="http://schemas.microsoft.com/office/drawing/2014/main" id="{FFFD0135-EF3A-D7B8-C687-16A6386227AC}"/>
                </a:ext>
              </a:extLst>
            </p:cNvPr>
            <p:cNvSpPr txBox="1"/>
            <p:nvPr/>
          </p:nvSpPr>
          <p:spPr>
            <a:xfrm>
              <a:off x="660400" y="1165814"/>
              <a:ext cx="10858500" cy="540000"/>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nvGrpSpPr>
            <p:cNvPr id="7" name="组合 6">
              <a:extLst>
                <a:ext uri="{FF2B5EF4-FFF2-40B4-BE49-F238E27FC236}">
                  <a16:creationId xmlns:a16="http://schemas.microsoft.com/office/drawing/2014/main" id="{371F4B8F-A4C0-52FE-C45B-3E7F845893A9}"/>
                </a:ext>
              </a:extLst>
            </p:cNvPr>
            <p:cNvGrpSpPr/>
            <p:nvPr/>
          </p:nvGrpSpPr>
          <p:grpSpPr>
            <a:xfrm>
              <a:off x="848200" y="4276583"/>
              <a:ext cx="6120000" cy="1730806"/>
              <a:chOff x="848200" y="4365154"/>
              <a:chExt cx="6120000" cy="1730806"/>
            </a:xfrm>
          </p:grpSpPr>
          <p:sp>
            <p:nvSpPr>
              <p:cNvPr id="14" name="Bullet2">
                <a:extLst>
                  <a:ext uri="{FF2B5EF4-FFF2-40B4-BE49-F238E27FC236}">
                    <a16:creationId xmlns:a16="http://schemas.microsoft.com/office/drawing/2014/main" id="{7AEBF64D-9BFC-1593-6730-FE0037913B8C}"/>
                  </a:ext>
                </a:extLst>
              </p:cNvPr>
              <p:cNvSpPr txBox="1"/>
              <p:nvPr/>
            </p:nvSpPr>
            <p:spPr>
              <a:xfrm>
                <a:off x="848200" y="4365154"/>
                <a:ext cx="6120000" cy="677116"/>
              </a:xfrm>
              <a:prstGeom prst="rect">
                <a:avLst/>
              </a:prstGeom>
              <a:noFill/>
            </p:spPr>
            <p:txBody>
              <a:bodyPr wrap="square" lIns="90000" tIns="46800" rIns="90000" bIns="46800" anchor="b" anchorCtr="0">
                <a:normAutofit/>
              </a:bodyPr>
              <a:lstStyle/>
              <a:p>
                <a:pPr algn="r">
                  <a:lnSpc>
                    <a:spcPct val="120000"/>
                  </a:lnSpc>
                </a:pPr>
                <a:r>
                  <a:rPr lang="zh-CN" altLang="en-US" b="1" dirty="0">
                    <a:cs typeface="+mn-ea"/>
                    <a:sym typeface="+mn-lt"/>
                  </a:rPr>
                  <a:t>单击添加小标题</a:t>
                </a:r>
              </a:p>
            </p:txBody>
          </p:sp>
          <p:sp>
            <p:nvSpPr>
              <p:cNvPr id="15" name="Text2">
                <a:extLst>
                  <a:ext uri="{FF2B5EF4-FFF2-40B4-BE49-F238E27FC236}">
                    <a16:creationId xmlns:a16="http://schemas.microsoft.com/office/drawing/2014/main" id="{B9950DA2-7229-E8E2-4839-59659C67EAB5}"/>
                  </a:ext>
                </a:extLst>
              </p:cNvPr>
              <p:cNvSpPr txBox="1"/>
              <p:nvPr/>
            </p:nvSpPr>
            <p:spPr>
              <a:xfrm>
                <a:off x="848200" y="5051145"/>
                <a:ext cx="6120000" cy="1044815"/>
              </a:xfrm>
              <a:prstGeom prst="rect">
                <a:avLst/>
              </a:prstGeom>
            </p:spPr>
            <p:txBody>
              <a:bodyPr vert="horz" wrap="square" lIns="90000" tIns="46800" rIns="90000" bIns="46800" anchor="t" anchorCtr="0">
                <a:normAutofit/>
              </a:bodyPr>
              <a:lstStyle/>
              <a:p>
                <a:pPr algn="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BABCEA1C-069F-A0E1-210B-D80BA701ABBA}"/>
                </a:ext>
              </a:extLst>
            </p:cNvPr>
            <p:cNvGrpSpPr/>
            <p:nvPr/>
          </p:nvGrpSpPr>
          <p:grpSpPr>
            <a:xfrm>
              <a:off x="5187930" y="2157919"/>
              <a:ext cx="6120000" cy="1721930"/>
              <a:chOff x="5187930" y="2083478"/>
              <a:chExt cx="6120000" cy="1721930"/>
            </a:xfrm>
          </p:grpSpPr>
          <p:sp>
            <p:nvSpPr>
              <p:cNvPr id="12" name="Bullet1">
                <a:extLst>
                  <a:ext uri="{FF2B5EF4-FFF2-40B4-BE49-F238E27FC236}">
                    <a16:creationId xmlns:a16="http://schemas.microsoft.com/office/drawing/2014/main" id="{10BAEEDF-E16C-A5F8-9DB5-B9FE167F4FAA}"/>
                  </a:ext>
                </a:extLst>
              </p:cNvPr>
              <p:cNvSpPr txBox="1"/>
              <p:nvPr/>
            </p:nvSpPr>
            <p:spPr>
              <a:xfrm>
                <a:off x="5187930" y="2083478"/>
                <a:ext cx="6120000" cy="677116"/>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3" name="Text1">
                <a:extLst>
                  <a:ext uri="{FF2B5EF4-FFF2-40B4-BE49-F238E27FC236}">
                    <a16:creationId xmlns:a16="http://schemas.microsoft.com/office/drawing/2014/main" id="{4D66EF16-EE03-7D36-B7F4-B2900D107F5E}"/>
                  </a:ext>
                </a:extLst>
              </p:cNvPr>
              <p:cNvSpPr txBox="1"/>
              <p:nvPr/>
            </p:nvSpPr>
            <p:spPr>
              <a:xfrm>
                <a:off x="5187930" y="2760593"/>
                <a:ext cx="6120000" cy="1044815"/>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pic>
          <p:nvPicPr>
            <p:cNvPr id="10" name="图片 9">
              <a:extLst>
                <a:ext uri="{FF2B5EF4-FFF2-40B4-BE49-F238E27FC236}">
                  <a16:creationId xmlns:a16="http://schemas.microsoft.com/office/drawing/2014/main" id="{9A68B499-E1B8-EE7C-0B5D-BC2E7613783A}"/>
                </a:ext>
              </a:extLst>
            </p:cNvPr>
            <p:cNvPicPr>
              <a:picLocks noChangeAspect="1"/>
            </p:cNvPicPr>
            <p:nvPr/>
          </p:nvPicPr>
          <p:blipFill>
            <a:blip r:embed="rId3"/>
            <a:stretch>
              <a:fillRect/>
            </a:stretch>
          </p:blipFill>
          <p:spPr>
            <a:xfrm>
              <a:off x="1036681" y="1938178"/>
              <a:ext cx="3798137" cy="2072820"/>
            </a:xfrm>
            <a:prstGeom prst="rect">
              <a:avLst/>
            </a:prstGeom>
          </p:spPr>
        </p:pic>
        <p:pic>
          <p:nvPicPr>
            <p:cNvPr id="11" name="图片 10">
              <a:extLst>
                <a:ext uri="{FF2B5EF4-FFF2-40B4-BE49-F238E27FC236}">
                  <a16:creationId xmlns:a16="http://schemas.microsoft.com/office/drawing/2014/main" id="{2DCA14C1-7C9A-A2A2-14BD-6F21AB5A4D06}"/>
                </a:ext>
              </a:extLst>
            </p:cNvPr>
            <p:cNvPicPr>
              <a:picLocks noChangeAspect="1"/>
            </p:cNvPicPr>
            <p:nvPr/>
          </p:nvPicPr>
          <p:blipFill>
            <a:blip r:embed="rId4"/>
            <a:stretch>
              <a:fillRect/>
            </a:stretch>
          </p:blipFill>
          <p:spPr>
            <a:xfrm>
              <a:off x="7344482" y="4061280"/>
              <a:ext cx="3798137" cy="2072820"/>
            </a:xfrm>
            <a:prstGeom prst="rect">
              <a:avLst/>
            </a:prstGeom>
          </p:spPr>
        </p:pic>
      </p:grpSp>
    </p:spTree>
    <p:extLst>
      <p:ext uri="{BB962C8B-B14F-4D97-AF65-F5344CB8AC3E}">
        <p14:creationId xmlns:p14="http://schemas.microsoft.com/office/powerpoint/2010/main" val="316760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FE44D-CFD6-F5AD-EFE1-4982F9FD4F34}"/>
            </a:ext>
          </a:extLst>
        </p:cNvPr>
        <p:cNvGrpSpPr/>
        <p:nvPr/>
      </p:nvGrpSpPr>
      <p:grpSpPr>
        <a:xfrm>
          <a:off x="0" y="0"/>
          <a:ext cx="0" cy="0"/>
          <a:chOff x="0" y="0"/>
          <a:chExt cx="0" cy="0"/>
        </a:xfrm>
      </p:grpSpPr>
      <p:sp>
        <p:nvSpPr>
          <p:cNvPr id="61" name="Title 1">
            <a:extLst>
              <a:ext uri="{FF2B5EF4-FFF2-40B4-BE49-F238E27FC236}">
                <a16:creationId xmlns:a16="http://schemas.microsoft.com/office/drawing/2014/main" id="{78D086F0-4027-9FDF-AA32-38AD0940A19D}"/>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3" name="组合 32">
            <a:extLst>
              <a:ext uri="{FF2B5EF4-FFF2-40B4-BE49-F238E27FC236}">
                <a16:creationId xmlns:a16="http://schemas.microsoft.com/office/drawing/2014/main" id="{0A7CECFD-4E52-F48C-86E9-5BD565269D80}"/>
              </a:ext>
            </a:extLst>
          </p:cNvPr>
          <p:cNvGrpSpPr/>
          <p:nvPr/>
        </p:nvGrpSpPr>
        <p:grpSpPr>
          <a:xfrm>
            <a:off x="1" y="0"/>
            <a:ext cx="12191999" cy="6858001"/>
            <a:chOff x="1" y="0"/>
            <a:chExt cx="12191999" cy="6858001"/>
          </a:xfrm>
        </p:grpSpPr>
        <p:grpSp>
          <p:nvGrpSpPr>
            <p:cNvPr id="3" name="组合 2">
              <a:extLst>
                <a:ext uri="{FF2B5EF4-FFF2-40B4-BE49-F238E27FC236}">
                  <a16:creationId xmlns:a16="http://schemas.microsoft.com/office/drawing/2014/main" id="{11FF56E1-05D7-6855-60F7-DBDEA3EE3846}"/>
                </a:ext>
              </a:extLst>
            </p:cNvPr>
            <p:cNvGrpSpPr/>
            <p:nvPr/>
          </p:nvGrpSpPr>
          <p:grpSpPr>
            <a:xfrm>
              <a:off x="660400" y="2151666"/>
              <a:ext cx="2723252" cy="1874234"/>
              <a:chOff x="650266" y="1332185"/>
              <a:chExt cx="2723252" cy="2666557"/>
            </a:xfrm>
          </p:grpSpPr>
          <p:sp>
            <p:nvSpPr>
              <p:cNvPr id="19" name="Bullet1">
                <a:extLst>
                  <a:ext uri="{FF2B5EF4-FFF2-40B4-BE49-F238E27FC236}">
                    <a16:creationId xmlns:a16="http://schemas.microsoft.com/office/drawing/2014/main" id="{E2F093CE-4839-8636-C8D7-D7072CFC07DE}"/>
                  </a:ext>
                </a:extLst>
              </p:cNvPr>
              <p:cNvSpPr txBox="1">
                <a:spLocks/>
              </p:cNvSpPr>
              <p:nvPr/>
            </p:nvSpPr>
            <p:spPr>
              <a:xfrm>
                <a:off x="650266" y="1332185"/>
                <a:ext cx="2723252" cy="903932"/>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0" name="Text1">
                <a:extLst>
                  <a:ext uri="{FF2B5EF4-FFF2-40B4-BE49-F238E27FC236}">
                    <a16:creationId xmlns:a16="http://schemas.microsoft.com/office/drawing/2014/main" id="{8B4F0FCE-26F6-1A5F-5EB3-11A071516909}"/>
                  </a:ext>
                </a:extLst>
              </p:cNvPr>
              <p:cNvSpPr txBox="1">
                <a:spLocks/>
              </p:cNvSpPr>
              <p:nvPr/>
            </p:nvSpPr>
            <p:spPr>
              <a:xfrm>
                <a:off x="650266" y="2236119"/>
                <a:ext cx="2723252" cy="1762623"/>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6" name="组合 5">
              <a:extLst>
                <a:ext uri="{FF2B5EF4-FFF2-40B4-BE49-F238E27FC236}">
                  <a16:creationId xmlns:a16="http://schemas.microsoft.com/office/drawing/2014/main" id="{EADC406B-1CE3-641E-3D1A-1C76A058FF06}"/>
                </a:ext>
              </a:extLst>
            </p:cNvPr>
            <p:cNvGrpSpPr/>
            <p:nvPr/>
          </p:nvGrpSpPr>
          <p:grpSpPr>
            <a:xfrm>
              <a:off x="8795648" y="2151666"/>
              <a:ext cx="2723252" cy="1874234"/>
              <a:chOff x="8795648" y="1332185"/>
              <a:chExt cx="2723252" cy="2666557"/>
            </a:xfrm>
          </p:grpSpPr>
          <p:sp>
            <p:nvSpPr>
              <p:cNvPr id="17" name="Bullet2">
                <a:extLst>
                  <a:ext uri="{FF2B5EF4-FFF2-40B4-BE49-F238E27FC236}">
                    <a16:creationId xmlns:a16="http://schemas.microsoft.com/office/drawing/2014/main" id="{CBEFD9A4-3F00-BD2A-74ED-872E86BD178A}"/>
                  </a:ext>
                </a:extLst>
              </p:cNvPr>
              <p:cNvSpPr txBox="1"/>
              <p:nvPr/>
            </p:nvSpPr>
            <p:spPr>
              <a:xfrm>
                <a:off x="8795648" y="1332185"/>
                <a:ext cx="2723252" cy="903932"/>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8" name="Text2">
                <a:extLst>
                  <a:ext uri="{FF2B5EF4-FFF2-40B4-BE49-F238E27FC236}">
                    <a16:creationId xmlns:a16="http://schemas.microsoft.com/office/drawing/2014/main" id="{FE6A8DDA-F764-C889-4BFB-DC9FE286C45C}"/>
                  </a:ext>
                </a:extLst>
              </p:cNvPr>
              <p:cNvSpPr txBox="1"/>
              <p:nvPr/>
            </p:nvSpPr>
            <p:spPr>
              <a:xfrm>
                <a:off x="8795648" y="2236119"/>
                <a:ext cx="2723252" cy="1762623"/>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sp>
          <p:nvSpPr>
            <p:cNvPr id="7" name="Title">
              <a:extLst>
                <a:ext uri="{FF2B5EF4-FFF2-40B4-BE49-F238E27FC236}">
                  <a16:creationId xmlns:a16="http://schemas.microsoft.com/office/drawing/2014/main" id="{45C6D778-41D9-5CF6-27B2-F4F9914D28E4}"/>
                </a:ext>
              </a:extLst>
            </p:cNvPr>
            <p:cNvSpPr txBox="1"/>
            <p:nvPr/>
          </p:nvSpPr>
          <p:spPr>
            <a:xfrm>
              <a:off x="660400" y="1130300"/>
              <a:ext cx="10858500" cy="722915"/>
            </a:xfrm>
            <a:prstGeom prst="rect">
              <a:avLst/>
            </a:prstGeom>
            <a:noFill/>
          </p:spPr>
          <p:txBody>
            <a:bodyPr wrap="square" anchor="ctr" anchorCtr="0">
              <a:normAutofit/>
            </a:bodyPr>
            <a:lstStyle>
              <a:defPPr>
                <a:defRPr lang="zh-CN"/>
              </a:defPPr>
              <a:lvl1pPr>
                <a:defRPr sz="2400" b="1">
                  <a:cs typeface="+mn-ea"/>
                </a:defRPr>
              </a:lvl1pPr>
            </a:lstStyle>
            <a:p>
              <a:pPr algn="ctr"/>
              <a:r>
                <a:rPr lang="zh-CN" altLang="en-US" dirty="0">
                  <a:sym typeface="+mn-lt"/>
                </a:rPr>
                <a:t>单击此处添加长一点的副标题</a:t>
              </a:r>
            </a:p>
          </p:txBody>
        </p:sp>
        <p:pic>
          <p:nvPicPr>
            <p:cNvPr id="12" name="图片 11">
              <a:extLst>
                <a:ext uri="{FF2B5EF4-FFF2-40B4-BE49-F238E27FC236}">
                  <a16:creationId xmlns:a16="http://schemas.microsoft.com/office/drawing/2014/main" id="{35C250EA-E41A-87F0-AD72-0474B45A741B}"/>
                </a:ext>
              </a:extLst>
            </p:cNvPr>
            <p:cNvPicPr>
              <a:picLocks noChangeAspect="1"/>
            </p:cNvPicPr>
            <p:nvPr/>
          </p:nvPicPr>
          <p:blipFill>
            <a:blip r:embed="rId3"/>
            <a:srcRect l="81130" b="69530"/>
            <a:stretch>
              <a:fillRect/>
            </a:stretch>
          </p:blipFill>
          <p:spPr>
            <a:xfrm>
              <a:off x="1" y="6134100"/>
              <a:ext cx="813068" cy="723901"/>
            </a:xfrm>
            <a:custGeom>
              <a:avLst/>
              <a:gdLst>
                <a:gd name="csX0" fmla="*/ 0 w 918040"/>
                <a:gd name="csY0" fmla="*/ 0 h 817361"/>
                <a:gd name="csX1" fmla="*/ 918040 w 918040"/>
                <a:gd name="csY1" fmla="*/ 0 h 817361"/>
                <a:gd name="csX2" fmla="*/ 918040 w 918040"/>
                <a:gd name="csY2" fmla="*/ 817361 h 817361"/>
                <a:gd name="csX3" fmla="*/ 0 w 918040"/>
                <a:gd name="csY3" fmla="*/ 817361 h 817361"/>
              </a:gdLst>
              <a:ahLst/>
              <a:cxnLst>
                <a:cxn ang="0">
                  <a:pos x="csX0" y="csY0"/>
                </a:cxn>
                <a:cxn ang="0">
                  <a:pos x="csX1" y="csY1"/>
                </a:cxn>
                <a:cxn ang="0">
                  <a:pos x="csX2" y="csY2"/>
                </a:cxn>
                <a:cxn ang="0">
                  <a:pos x="csX3" y="csY3"/>
                </a:cxn>
              </a:cxnLst>
              <a:rect l="l" t="t" r="r" b="b"/>
              <a:pathLst>
                <a:path w="918040" h="817361">
                  <a:moveTo>
                    <a:pt x="0" y="0"/>
                  </a:moveTo>
                  <a:lnTo>
                    <a:pt x="918040" y="0"/>
                  </a:lnTo>
                  <a:lnTo>
                    <a:pt x="918040" y="817361"/>
                  </a:lnTo>
                  <a:lnTo>
                    <a:pt x="0" y="817361"/>
                  </a:lnTo>
                  <a:close/>
                </a:path>
              </a:pathLst>
            </a:custGeom>
          </p:spPr>
        </p:pic>
        <p:pic>
          <p:nvPicPr>
            <p:cNvPr id="13" name="图片 12">
              <a:extLst>
                <a:ext uri="{FF2B5EF4-FFF2-40B4-BE49-F238E27FC236}">
                  <a16:creationId xmlns:a16="http://schemas.microsoft.com/office/drawing/2014/main" id="{A5A3793C-8851-2CCE-2AFB-5F2EFD9628FB}"/>
                </a:ext>
              </a:extLst>
            </p:cNvPr>
            <p:cNvPicPr>
              <a:picLocks noChangeAspect="1"/>
            </p:cNvPicPr>
            <p:nvPr/>
          </p:nvPicPr>
          <p:blipFill>
            <a:blip r:embed="rId3"/>
            <a:srcRect l="81130" b="69530"/>
            <a:stretch>
              <a:fillRect/>
            </a:stretch>
          </p:blipFill>
          <p:spPr>
            <a:xfrm flipH="1" flipV="1">
              <a:off x="11493048" y="0"/>
              <a:ext cx="698952" cy="622300"/>
            </a:xfrm>
            <a:custGeom>
              <a:avLst/>
              <a:gdLst>
                <a:gd name="csX0" fmla="*/ 0 w 918040"/>
                <a:gd name="csY0" fmla="*/ 0 h 817361"/>
                <a:gd name="csX1" fmla="*/ 918040 w 918040"/>
                <a:gd name="csY1" fmla="*/ 0 h 817361"/>
                <a:gd name="csX2" fmla="*/ 918040 w 918040"/>
                <a:gd name="csY2" fmla="*/ 817361 h 817361"/>
                <a:gd name="csX3" fmla="*/ 0 w 918040"/>
                <a:gd name="csY3" fmla="*/ 817361 h 817361"/>
              </a:gdLst>
              <a:ahLst/>
              <a:cxnLst>
                <a:cxn ang="0">
                  <a:pos x="csX0" y="csY0"/>
                </a:cxn>
                <a:cxn ang="0">
                  <a:pos x="csX1" y="csY1"/>
                </a:cxn>
                <a:cxn ang="0">
                  <a:pos x="csX2" y="csY2"/>
                </a:cxn>
                <a:cxn ang="0">
                  <a:pos x="csX3" y="csY3"/>
                </a:cxn>
              </a:cxnLst>
              <a:rect l="l" t="t" r="r" b="b"/>
              <a:pathLst>
                <a:path w="918040" h="817361">
                  <a:moveTo>
                    <a:pt x="0" y="0"/>
                  </a:moveTo>
                  <a:lnTo>
                    <a:pt x="918040" y="0"/>
                  </a:lnTo>
                  <a:lnTo>
                    <a:pt x="918040" y="817361"/>
                  </a:lnTo>
                  <a:lnTo>
                    <a:pt x="0" y="817361"/>
                  </a:lnTo>
                  <a:close/>
                </a:path>
              </a:pathLst>
            </a:custGeom>
          </p:spPr>
        </p:pic>
        <p:pic>
          <p:nvPicPr>
            <p:cNvPr id="15" name="图片 14">
              <a:extLst>
                <a:ext uri="{FF2B5EF4-FFF2-40B4-BE49-F238E27FC236}">
                  <a16:creationId xmlns:a16="http://schemas.microsoft.com/office/drawing/2014/main" id="{6308BE31-95E5-FB43-5F96-A154BB36D899}"/>
                </a:ext>
              </a:extLst>
            </p:cNvPr>
            <p:cNvPicPr>
              <a:picLocks noChangeAspect="1"/>
            </p:cNvPicPr>
            <p:nvPr/>
          </p:nvPicPr>
          <p:blipFill>
            <a:blip r:embed="rId4"/>
            <a:stretch>
              <a:fillRect/>
            </a:stretch>
          </p:blipFill>
          <p:spPr>
            <a:xfrm>
              <a:off x="3657135" y="2684537"/>
              <a:ext cx="4865030" cy="2676376"/>
            </a:xfrm>
            <a:prstGeom prst="rect">
              <a:avLst/>
            </a:prstGeom>
          </p:spPr>
        </p:pic>
        <p:grpSp>
          <p:nvGrpSpPr>
            <p:cNvPr id="21" name="组合 20">
              <a:extLst>
                <a:ext uri="{FF2B5EF4-FFF2-40B4-BE49-F238E27FC236}">
                  <a16:creationId xmlns:a16="http://schemas.microsoft.com/office/drawing/2014/main" id="{5BA682FB-F208-5A9F-8BF7-F01B57707B9E}"/>
                </a:ext>
              </a:extLst>
            </p:cNvPr>
            <p:cNvGrpSpPr/>
            <p:nvPr/>
          </p:nvGrpSpPr>
          <p:grpSpPr>
            <a:xfrm>
              <a:off x="660400" y="4267840"/>
              <a:ext cx="2723252" cy="1874234"/>
              <a:chOff x="650266" y="2283111"/>
              <a:chExt cx="2723252" cy="2666557"/>
            </a:xfrm>
          </p:grpSpPr>
          <p:sp>
            <p:nvSpPr>
              <p:cNvPr id="22" name="Bullet1">
                <a:extLst>
                  <a:ext uri="{FF2B5EF4-FFF2-40B4-BE49-F238E27FC236}">
                    <a16:creationId xmlns:a16="http://schemas.microsoft.com/office/drawing/2014/main" id="{4C94861C-421B-48C8-120D-F901428A982D}"/>
                  </a:ext>
                </a:extLst>
              </p:cNvPr>
              <p:cNvSpPr txBox="1">
                <a:spLocks/>
              </p:cNvSpPr>
              <p:nvPr/>
            </p:nvSpPr>
            <p:spPr>
              <a:xfrm>
                <a:off x="650266" y="2283111"/>
                <a:ext cx="2723252" cy="903933"/>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3" name="Text1">
                <a:extLst>
                  <a:ext uri="{FF2B5EF4-FFF2-40B4-BE49-F238E27FC236}">
                    <a16:creationId xmlns:a16="http://schemas.microsoft.com/office/drawing/2014/main" id="{44C461AF-856E-0987-F4D6-CFEA878CE8A2}"/>
                  </a:ext>
                </a:extLst>
              </p:cNvPr>
              <p:cNvSpPr txBox="1">
                <a:spLocks/>
              </p:cNvSpPr>
              <p:nvPr/>
            </p:nvSpPr>
            <p:spPr>
              <a:xfrm>
                <a:off x="650266" y="3187045"/>
                <a:ext cx="2723252" cy="1762623"/>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24" name="组合 23">
              <a:extLst>
                <a:ext uri="{FF2B5EF4-FFF2-40B4-BE49-F238E27FC236}">
                  <a16:creationId xmlns:a16="http://schemas.microsoft.com/office/drawing/2014/main" id="{D998BB3A-4A39-A108-35F2-CB1A14149167}"/>
                </a:ext>
              </a:extLst>
            </p:cNvPr>
            <p:cNvGrpSpPr/>
            <p:nvPr/>
          </p:nvGrpSpPr>
          <p:grpSpPr>
            <a:xfrm>
              <a:off x="8795648" y="4267839"/>
              <a:ext cx="2723252" cy="1874236"/>
              <a:chOff x="8795648" y="2283111"/>
              <a:chExt cx="2723252" cy="2666560"/>
            </a:xfrm>
          </p:grpSpPr>
          <p:sp>
            <p:nvSpPr>
              <p:cNvPr id="25" name="Bullet2">
                <a:extLst>
                  <a:ext uri="{FF2B5EF4-FFF2-40B4-BE49-F238E27FC236}">
                    <a16:creationId xmlns:a16="http://schemas.microsoft.com/office/drawing/2014/main" id="{B576AEA6-1736-210B-96DC-F20B9CDB872E}"/>
                  </a:ext>
                </a:extLst>
              </p:cNvPr>
              <p:cNvSpPr txBox="1"/>
              <p:nvPr/>
            </p:nvSpPr>
            <p:spPr>
              <a:xfrm>
                <a:off x="8795648" y="2283111"/>
                <a:ext cx="2723252" cy="903933"/>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6" name="Text2">
                <a:extLst>
                  <a:ext uri="{FF2B5EF4-FFF2-40B4-BE49-F238E27FC236}">
                    <a16:creationId xmlns:a16="http://schemas.microsoft.com/office/drawing/2014/main" id="{71F9DCBE-EF56-B5A4-7C2A-920EDD0ABC77}"/>
                  </a:ext>
                </a:extLst>
              </p:cNvPr>
              <p:cNvSpPr txBox="1"/>
              <p:nvPr/>
            </p:nvSpPr>
            <p:spPr>
              <a:xfrm>
                <a:off x="8795648" y="3187045"/>
                <a:ext cx="2723252" cy="1762626"/>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grpSp>
    </p:spTree>
    <p:extLst>
      <p:ext uri="{BB962C8B-B14F-4D97-AF65-F5344CB8AC3E}">
        <p14:creationId xmlns:p14="http://schemas.microsoft.com/office/powerpoint/2010/main" val="163866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3FCE-F49B-897F-D448-CC5B8C1D0DC7}"/>
            </a:ext>
          </a:extLst>
        </p:cNvPr>
        <p:cNvGrpSpPr/>
        <p:nvPr/>
      </p:nvGrpSpPr>
      <p:grpSpPr>
        <a:xfrm>
          <a:off x="0" y="0"/>
          <a:ext cx="0" cy="0"/>
          <a:chOff x="0" y="0"/>
          <a:chExt cx="0" cy="0"/>
        </a:xfrm>
      </p:grpSpPr>
      <p:sp>
        <p:nvSpPr>
          <p:cNvPr id="28" name="Title 1">
            <a:extLst>
              <a:ext uri="{FF2B5EF4-FFF2-40B4-BE49-F238E27FC236}">
                <a16:creationId xmlns:a16="http://schemas.microsoft.com/office/drawing/2014/main" id="{CF4077EC-44F9-7F3E-EC5B-87D2C636C344}"/>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6" name="组合 5">
            <a:extLst>
              <a:ext uri="{FF2B5EF4-FFF2-40B4-BE49-F238E27FC236}">
                <a16:creationId xmlns:a16="http://schemas.microsoft.com/office/drawing/2014/main" id="{6CD3601A-068A-CC58-57DD-0A2D9198926D}"/>
              </a:ext>
            </a:extLst>
          </p:cNvPr>
          <p:cNvGrpSpPr/>
          <p:nvPr/>
        </p:nvGrpSpPr>
        <p:grpSpPr>
          <a:xfrm>
            <a:off x="0" y="1130300"/>
            <a:ext cx="12192000" cy="5727700"/>
            <a:chOff x="0" y="1130300"/>
            <a:chExt cx="12192000" cy="5727700"/>
          </a:xfrm>
        </p:grpSpPr>
        <p:sp>
          <p:nvSpPr>
            <p:cNvPr id="7" name="矩形 6">
              <a:extLst>
                <a:ext uri="{FF2B5EF4-FFF2-40B4-BE49-F238E27FC236}">
                  <a16:creationId xmlns:a16="http://schemas.microsoft.com/office/drawing/2014/main" id="{3954924D-05F7-ADA6-4D48-E5C8E634461F}"/>
                </a:ext>
              </a:extLst>
            </p:cNvPr>
            <p:cNvSpPr/>
            <p:nvPr/>
          </p:nvSpPr>
          <p:spPr>
            <a:xfrm>
              <a:off x="0" y="1866680"/>
              <a:ext cx="12192000" cy="4991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8" name="Title">
              <a:extLst>
                <a:ext uri="{FF2B5EF4-FFF2-40B4-BE49-F238E27FC236}">
                  <a16:creationId xmlns:a16="http://schemas.microsoft.com/office/drawing/2014/main" id="{347DBDC2-46B9-036B-1A00-C05BB5832EFE}"/>
                </a:ext>
              </a:extLst>
            </p:cNvPr>
            <p:cNvSpPr txBox="1"/>
            <p:nvPr/>
          </p:nvSpPr>
          <p:spPr>
            <a:xfrm>
              <a:off x="660400" y="1130300"/>
              <a:ext cx="10858500" cy="540000"/>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nvGrpSpPr>
            <p:cNvPr id="9" name="组合 8">
              <a:extLst>
                <a:ext uri="{FF2B5EF4-FFF2-40B4-BE49-F238E27FC236}">
                  <a16:creationId xmlns:a16="http://schemas.microsoft.com/office/drawing/2014/main" id="{74026923-BEB3-E03D-B3F2-EE3B6DED2721}"/>
                </a:ext>
              </a:extLst>
            </p:cNvPr>
            <p:cNvGrpSpPr/>
            <p:nvPr/>
          </p:nvGrpSpPr>
          <p:grpSpPr>
            <a:xfrm>
              <a:off x="660400" y="2330985"/>
              <a:ext cx="3040351" cy="1841272"/>
              <a:chOff x="722920" y="2481460"/>
              <a:chExt cx="3979472" cy="1358303"/>
            </a:xfrm>
          </p:grpSpPr>
          <p:sp>
            <p:nvSpPr>
              <p:cNvPr id="33" name="Bullet1">
                <a:extLst>
                  <a:ext uri="{FF2B5EF4-FFF2-40B4-BE49-F238E27FC236}">
                    <a16:creationId xmlns:a16="http://schemas.microsoft.com/office/drawing/2014/main" id="{848E345D-DF76-AB7F-AE63-6F91A8918864}"/>
                  </a:ext>
                </a:extLst>
              </p:cNvPr>
              <p:cNvSpPr txBox="1">
                <a:spLocks/>
              </p:cNvSpPr>
              <p:nvPr/>
            </p:nvSpPr>
            <p:spPr>
              <a:xfrm>
                <a:off x="722920" y="2481460"/>
                <a:ext cx="3979472"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34" name="Text1">
                <a:extLst>
                  <a:ext uri="{FF2B5EF4-FFF2-40B4-BE49-F238E27FC236}">
                    <a16:creationId xmlns:a16="http://schemas.microsoft.com/office/drawing/2014/main" id="{EE9811BC-AF4F-8549-C867-CE4D25BB2A1C}"/>
                  </a:ext>
                </a:extLst>
              </p:cNvPr>
              <p:cNvSpPr txBox="1">
                <a:spLocks/>
              </p:cNvSpPr>
              <p:nvPr/>
            </p:nvSpPr>
            <p:spPr>
              <a:xfrm>
                <a:off x="722920" y="3005255"/>
                <a:ext cx="3979472"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E948B234-5275-DF60-90F6-501A01F676B7}"/>
                </a:ext>
              </a:extLst>
            </p:cNvPr>
            <p:cNvGrpSpPr/>
            <p:nvPr/>
          </p:nvGrpSpPr>
          <p:grpSpPr>
            <a:xfrm>
              <a:off x="660400" y="4292828"/>
              <a:ext cx="3040351" cy="1841272"/>
              <a:chOff x="722920" y="4262523"/>
              <a:chExt cx="3979472" cy="1358303"/>
            </a:xfrm>
          </p:grpSpPr>
          <p:sp>
            <p:nvSpPr>
              <p:cNvPr id="31" name="Bullet3">
                <a:extLst>
                  <a:ext uri="{FF2B5EF4-FFF2-40B4-BE49-F238E27FC236}">
                    <a16:creationId xmlns:a16="http://schemas.microsoft.com/office/drawing/2014/main" id="{DC5B5133-6D87-A909-A1B9-8E1DAC413EED}"/>
                  </a:ext>
                </a:extLst>
              </p:cNvPr>
              <p:cNvSpPr txBox="1">
                <a:spLocks/>
              </p:cNvSpPr>
              <p:nvPr/>
            </p:nvSpPr>
            <p:spPr>
              <a:xfrm>
                <a:off x="722920" y="4262523"/>
                <a:ext cx="3979472"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32" name="Text3">
                <a:extLst>
                  <a:ext uri="{FF2B5EF4-FFF2-40B4-BE49-F238E27FC236}">
                    <a16:creationId xmlns:a16="http://schemas.microsoft.com/office/drawing/2014/main" id="{36D2EAAA-8E1A-F452-F7D0-1A3E29C2995D}"/>
                  </a:ext>
                </a:extLst>
              </p:cNvPr>
              <p:cNvSpPr txBox="1">
                <a:spLocks/>
              </p:cNvSpPr>
              <p:nvPr/>
            </p:nvSpPr>
            <p:spPr>
              <a:xfrm>
                <a:off x="722920" y="4786318"/>
                <a:ext cx="3979472"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2" name="组合 11">
              <a:extLst>
                <a:ext uri="{FF2B5EF4-FFF2-40B4-BE49-F238E27FC236}">
                  <a16:creationId xmlns:a16="http://schemas.microsoft.com/office/drawing/2014/main" id="{AF689211-4C0F-AAC1-3F00-E5A48ECD312D}"/>
                </a:ext>
              </a:extLst>
            </p:cNvPr>
            <p:cNvGrpSpPr/>
            <p:nvPr/>
          </p:nvGrpSpPr>
          <p:grpSpPr>
            <a:xfrm>
              <a:off x="8478549" y="2330985"/>
              <a:ext cx="3040352" cy="1841272"/>
              <a:chOff x="7456749" y="2481460"/>
              <a:chExt cx="3979472" cy="1358303"/>
            </a:xfrm>
          </p:grpSpPr>
          <p:sp>
            <p:nvSpPr>
              <p:cNvPr id="29" name="Bullet2">
                <a:extLst>
                  <a:ext uri="{FF2B5EF4-FFF2-40B4-BE49-F238E27FC236}">
                    <a16:creationId xmlns:a16="http://schemas.microsoft.com/office/drawing/2014/main" id="{FBA83189-5953-9875-C938-974EF2D6D91A}"/>
                  </a:ext>
                </a:extLst>
              </p:cNvPr>
              <p:cNvSpPr txBox="1">
                <a:spLocks/>
              </p:cNvSpPr>
              <p:nvPr/>
            </p:nvSpPr>
            <p:spPr>
              <a:xfrm>
                <a:off x="7456749" y="2481460"/>
                <a:ext cx="3979471"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30" name="Text2">
                <a:extLst>
                  <a:ext uri="{FF2B5EF4-FFF2-40B4-BE49-F238E27FC236}">
                    <a16:creationId xmlns:a16="http://schemas.microsoft.com/office/drawing/2014/main" id="{885394A8-C60E-9E51-01D9-2CC3EEDD1F71}"/>
                  </a:ext>
                </a:extLst>
              </p:cNvPr>
              <p:cNvSpPr txBox="1">
                <a:spLocks/>
              </p:cNvSpPr>
              <p:nvPr/>
            </p:nvSpPr>
            <p:spPr>
              <a:xfrm>
                <a:off x="7456750" y="3005255"/>
                <a:ext cx="3979471"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3" name="组合 12">
              <a:extLst>
                <a:ext uri="{FF2B5EF4-FFF2-40B4-BE49-F238E27FC236}">
                  <a16:creationId xmlns:a16="http://schemas.microsoft.com/office/drawing/2014/main" id="{855DBC79-1B9A-5870-B609-F0E3FC23CDFD}"/>
                </a:ext>
              </a:extLst>
            </p:cNvPr>
            <p:cNvGrpSpPr/>
            <p:nvPr/>
          </p:nvGrpSpPr>
          <p:grpSpPr>
            <a:xfrm>
              <a:off x="8478549" y="4292828"/>
              <a:ext cx="3040352" cy="1841272"/>
              <a:chOff x="7456749" y="4262523"/>
              <a:chExt cx="3979472" cy="1358303"/>
            </a:xfrm>
          </p:grpSpPr>
          <p:sp>
            <p:nvSpPr>
              <p:cNvPr id="22" name="Bullet4">
                <a:extLst>
                  <a:ext uri="{FF2B5EF4-FFF2-40B4-BE49-F238E27FC236}">
                    <a16:creationId xmlns:a16="http://schemas.microsoft.com/office/drawing/2014/main" id="{6DB31D74-2B7A-EA1D-B7C8-EC23A6199F59}"/>
                  </a:ext>
                </a:extLst>
              </p:cNvPr>
              <p:cNvSpPr txBox="1">
                <a:spLocks/>
              </p:cNvSpPr>
              <p:nvPr/>
            </p:nvSpPr>
            <p:spPr>
              <a:xfrm>
                <a:off x="7456749" y="4262523"/>
                <a:ext cx="3979471"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23" name="Text4">
                <a:extLst>
                  <a:ext uri="{FF2B5EF4-FFF2-40B4-BE49-F238E27FC236}">
                    <a16:creationId xmlns:a16="http://schemas.microsoft.com/office/drawing/2014/main" id="{AA935374-E2DD-08E3-AAD5-73894344370D}"/>
                  </a:ext>
                </a:extLst>
              </p:cNvPr>
              <p:cNvSpPr txBox="1">
                <a:spLocks/>
              </p:cNvSpPr>
              <p:nvPr/>
            </p:nvSpPr>
            <p:spPr>
              <a:xfrm>
                <a:off x="7456750" y="4786318"/>
                <a:ext cx="3979471"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pic>
          <p:nvPicPr>
            <p:cNvPr id="20" name="图片 19">
              <a:extLst>
                <a:ext uri="{FF2B5EF4-FFF2-40B4-BE49-F238E27FC236}">
                  <a16:creationId xmlns:a16="http://schemas.microsoft.com/office/drawing/2014/main" id="{BC1DE77A-7F89-90E2-2514-DD48D385EF1C}"/>
                </a:ext>
              </a:extLst>
            </p:cNvPr>
            <p:cNvPicPr>
              <a:picLocks noChangeAspect="1"/>
            </p:cNvPicPr>
            <p:nvPr/>
          </p:nvPicPr>
          <p:blipFill>
            <a:blip r:embed="rId3"/>
            <a:srcRect b="28264"/>
            <a:stretch>
              <a:fillRect/>
            </a:stretch>
          </p:blipFill>
          <p:spPr>
            <a:xfrm>
              <a:off x="4248498" y="2475861"/>
              <a:ext cx="3682303" cy="4382139"/>
            </a:xfrm>
            <a:custGeom>
              <a:avLst/>
              <a:gdLst>
                <a:gd name="csX0" fmla="*/ 0 w 3682303"/>
                <a:gd name="csY0" fmla="*/ 0 h 4382139"/>
                <a:gd name="csX1" fmla="*/ 3682303 w 3682303"/>
                <a:gd name="csY1" fmla="*/ 0 h 4382139"/>
                <a:gd name="csX2" fmla="*/ 3682303 w 3682303"/>
                <a:gd name="csY2" fmla="*/ 4382139 h 4382139"/>
                <a:gd name="csX3" fmla="*/ 0 w 3682303"/>
                <a:gd name="csY3" fmla="*/ 4382139 h 4382139"/>
              </a:gdLst>
              <a:ahLst/>
              <a:cxnLst>
                <a:cxn ang="0">
                  <a:pos x="csX0" y="csY0"/>
                </a:cxn>
                <a:cxn ang="0">
                  <a:pos x="csX1" y="csY1"/>
                </a:cxn>
                <a:cxn ang="0">
                  <a:pos x="csX2" y="csY2"/>
                </a:cxn>
                <a:cxn ang="0">
                  <a:pos x="csX3" y="csY3"/>
                </a:cxn>
              </a:cxnLst>
              <a:rect l="l" t="t" r="r" b="b"/>
              <a:pathLst>
                <a:path w="3682303" h="4382139">
                  <a:moveTo>
                    <a:pt x="0" y="0"/>
                  </a:moveTo>
                  <a:lnTo>
                    <a:pt x="3682303" y="0"/>
                  </a:lnTo>
                  <a:lnTo>
                    <a:pt x="3682303" y="4382139"/>
                  </a:lnTo>
                  <a:lnTo>
                    <a:pt x="0" y="4382139"/>
                  </a:lnTo>
                  <a:close/>
                </a:path>
              </a:pathLst>
            </a:custGeom>
          </p:spPr>
        </p:pic>
      </p:grpSp>
    </p:spTree>
    <p:extLst>
      <p:ext uri="{BB962C8B-B14F-4D97-AF65-F5344CB8AC3E}">
        <p14:creationId xmlns:p14="http://schemas.microsoft.com/office/powerpoint/2010/main" val="21781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E961E-6DC1-D181-B0AA-E41BE2D8970D}"/>
            </a:ext>
          </a:extLst>
        </p:cNvPr>
        <p:cNvGrpSpPr/>
        <p:nvPr/>
      </p:nvGrpSpPr>
      <p:grpSpPr>
        <a:xfrm>
          <a:off x="0" y="0"/>
          <a:ext cx="0" cy="0"/>
          <a:chOff x="0" y="0"/>
          <a:chExt cx="0" cy="0"/>
        </a:xfrm>
      </p:grpSpPr>
      <p:sp>
        <p:nvSpPr>
          <p:cNvPr id="43" name="Title 1">
            <a:extLst>
              <a:ext uri="{FF2B5EF4-FFF2-40B4-BE49-F238E27FC236}">
                <a16:creationId xmlns:a16="http://schemas.microsoft.com/office/drawing/2014/main" id="{931F84D0-61F9-7447-12FF-D9AD04953B77}"/>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 name="组合 4">
            <a:extLst>
              <a:ext uri="{FF2B5EF4-FFF2-40B4-BE49-F238E27FC236}">
                <a16:creationId xmlns:a16="http://schemas.microsoft.com/office/drawing/2014/main" id="{3F7CC633-77EA-5D41-16EE-B68818FED1C2}"/>
              </a:ext>
            </a:extLst>
          </p:cNvPr>
          <p:cNvGrpSpPr/>
          <p:nvPr/>
        </p:nvGrpSpPr>
        <p:grpSpPr>
          <a:xfrm>
            <a:off x="660401" y="1130300"/>
            <a:ext cx="11531600" cy="5727700"/>
            <a:chOff x="660401" y="1130300"/>
            <a:chExt cx="11531600" cy="5727700"/>
          </a:xfrm>
        </p:grpSpPr>
        <p:sp>
          <p:nvSpPr>
            <p:cNvPr id="7" name="矩形 6">
              <a:extLst>
                <a:ext uri="{FF2B5EF4-FFF2-40B4-BE49-F238E27FC236}">
                  <a16:creationId xmlns:a16="http://schemas.microsoft.com/office/drawing/2014/main" id="{B5A33190-1D2F-4B20-86B3-07BCFABFA868}"/>
                </a:ext>
              </a:extLst>
            </p:cNvPr>
            <p:cNvSpPr/>
            <p:nvPr/>
          </p:nvSpPr>
          <p:spPr>
            <a:xfrm>
              <a:off x="6324600" y="1130300"/>
              <a:ext cx="5867399" cy="5727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itle">
              <a:extLst>
                <a:ext uri="{FF2B5EF4-FFF2-40B4-BE49-F238E27FC236}">
                  <a16:creationId xmlns:a16="http://schemas.microsoft.com/office/drawing/2014/main" id="{1C6B0EA5-3418-D963-6676-EAFECBD65308}"/>
                </a:ext>
              </a:extLst>
            </p:cNvPr>
            <p:cNvSpPr txBox="1"/>
            <p:nvPr/>
          </p:nvSpPr>
          <p:spPr>
            <a:xfrm>
              <a:off x="660401" y="1130300"/>
              <a:ext cx="5140324" cy="900112"/>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pic>
          <p:nvPicPr>
            <p:cNvPr id="9" name="图片 8">
              <a:extLst>
                <a:ext uri="{FF2B5EF4-FFF2-40B4-BE49-F238E27FC236}">
                  <a16:creationId xmlns:a16="http://schemas.microsoft.com/office/drawing/2014/main" id="{24B0BDCC-7113-40A4-83F0-09575DB9357C}"/>
                </a:ext>
              </a:extLst>
            </p:cNvPr>
            <p:cNvPicPr>
              <a:picLocks noChangeAspect="1"/>
            </p:cNvPicPr>
            <p:nvPr/>
          </p:nvPicPr>
          <p:blipFill>
            <a:blip r:embed="rId3"/>
            <a:srcRect r="10885"/>
            <a:stretch>
              <a:fillRect/>
            </a:stretch>
          </p:blipFill>
          <p:spPr>
            <a:xfrm>
              <a:off x="6877050" y="1561061"/>
              <a:ext cx="5314951" cy="3356715"/>
            </a:xfrm>
            <a:custGeom>
              <a:avLst/>
              <a:gdLst>
                <a:gd name="csX0" fmla="*/ 0 w 5142803"/>
                <a:gd name="csY0" fmla="*/ 0 h 3400425"/>
                <a:gd name="csX1" fmla="*/ 5142803 w 5142803"/>
                <a:gd name="csY1" fmla="*/ 0 h 3400425"/>
                <a:gd name="csX2" fmla="*/ 5142803 w 5142803"/>
                <a:gd name="csY2" fmla="*/ 3400425 h 3400425"/>
                <a:gd name="csX3" fmla="*/ 0 w 5142803"/>
                <a:gd name="csY3" fmla="*/ 3400425 h 3400425"/>
              </a:gdLst>
              <a:ahLst/>
              <a:cxnLst>
                <a:cxn ang="0">
                  <a:pos x="csX0" y="csY0"/>
                </a:cxn>
                <a:cxn ang="0">
                  <a:pos x="csX1" y="csY1"/>
                </a:cxn>
                <a:cxn ang="0">
                  <a:pos x="csX2" y="csY2"/>
                </a:cxn>
                <a:cxn ang="0">
                  <a:pos x="csX3" y="csY3"/>
                </a:cxn>
              </a:cxnLst>
              <a:rect l="l" t="t" r="r" b="b"/>
              <a:pathLst>
                <a:path w="5142803" h="3400425">
                  <a:moveTo>
                    <a:pt x="0" y="0"/>
                  </a:moveTo>
                  <a:lnTo>
                    <a:pt x="5142803" y="0"/>
                  </a:lnTo>
                  <a:lnTo>
                    <a:pt x="5142803" y="3400425"/>
                  </a:lnTo>
                  <a:lnTo>
                    <a:pt x="0" y="3400425"/>
                  </a:lnTo>
                  <a:close/>
                </a:path>
              </a:pathLst>
            </a:custGeom>
          </p:spPr>
        </p:pic>
        <p:grpSp>
          <p:nvGrpSpPr>
            <p:cNvPr id="10" name="组合 9">
              <a:extLst>
                <a:ext uri="{FF2B5EF4-FFF2-40B4-BE49-F238E27FC236}">
                  <a16:creationId xmlns:a16="http://schemas.microsoft.com/office/drawing/2014/main" id="{08148110-50AA-233A-F64A-826AFF82A4B2}"/>
                </a:ext>
              </a:extLst>
            </p:cNvPr>
            <p:cNvGrpSpPr/>
            <p:nvPr/>
          </p:nvGrpSpPr>
          <p:grpSpPr>
            <a:xfrm>
              <a:off x="660402" y="2171280"/>
              <a:ext cx="5140324" cy="1139450"/>
              <a:chOff x="660401" y="1833145"/>
              <a:chExt cx="5476875" cy="848278"/>
            </a:xfrm>
          </p:grpSpPr>
          <p:sp>
            <p:nvSpPr>
              <p:cNvPr id="18" name="Bullet1">
                <a:extLst>
                  <a:ext uri="{FF2B5EF4-FFF2-40B4-BE49-F238E27FC236}">
                    <a16:creationId xmlns:a16="http://schemas.microsoft.com/office/drawing/2014/main" id="{1EA855C5-DCA1-F069-2627-D8859479E8C1}"/>
                  </a:ext>
                </a:extLst>
              </p:cNvPr>
              <p:cNvSpPr txBox="1"/>
              <p:nvPr/>
            </p:nvSpPr>
            <p:spPr>
              <a:xfrm>
                <a:off x="660401" y="1833145"/>
                <a:ext cx="5476875" cy="399759"/>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9" name="Text1">
                <a:extLst>
                  <a:ext uri="{FF2B5EF4-FFF2-40B4-BE49-F238E27FC236}">
                    <a16:creationId xmlns:a16="http://schemas.microsoft.com/office/drawing/2014/main" id="{A38D85CF-20AD-6601-C366-1988ED9CEB3A}"/>
                  </a:ext>
                </a:extLst>
              </p:cNvPr>
              <p:cNvSpPr txBox="1"/>
              <p:nvPr/>
            </p:nvSpPr>
            <p:spPr>
              <a:xfrm>
                <a:off x="660401" y="2232903"/>
                <a:ext cx="5476875" cy="44852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nvGrpSpPr>
            <p:cNvPr id="11" name="组合 10">
              <a:extLst>
                <a:ext uri="{FF2B5EF4-FFF2-40B4-BE49-F238E27FC236}">
                  <a16:creationId xmlns:a16="http://schemas.microsoft.com/office/drawing/2014/main" id="{33C2148F-2F91-4CC5-E853-FD6274D28188}"/>
                </a:ext>
              </a:extLst>
            </p:cNvPr>
            <p:cNvGrpSpPr/>
            <p:nvPr/>
          </p:nvGrpSpPr>
          <p:grpSpPr>
            <a:xfrm>
              <a:off x="660402" y="3582964"/>
              <a:ext cx="5140324" cy="1139451"/>
              <a:chOff x="660401" y="1445124"/>
              <a:chExt cx="5476875" cy="848279"/>
            </a:xfrm>
          </p:grpSpPr>
          <p:sp>
            <p:nvSpPr>
              <p:cNvPr id="16" name="Bullet1">
                <a:extLst>
                  <a:ext uri="{FF2B5EF4-FFF2-40B4-BE49-F238E27FC236}">
                    <a16:creationId xmlns:a16="http://schemas.microsoft.com/office/drawing/2014/main" id="{84FA81D6-9E09-03CD-A74D-7B088A5A89BB}"/>
                  </a:ext>
                </a:extLst>
              </p:cNvPr>
              <p:cNvSpPr txBox="1"/>
              <p:nvPr/>
            </p:nvSpPr>
            <p:spPr>
              <a:xfrm>
                <a:off x="660401" y="1445124"/>
                <a:ext cx="5476875" cy="399759"/>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7" name="Text1">
                <a:extLst>
                  <a:ext uri="{FF2B5EF4-FFF2-40B4-BE49-F238E27FC236}">
                    <a16:creationId xmlns:a16="http://schemas.microsoft.com/office/drawing/2014/main" id="{BB3707B9-C30B-D832-1930-25CBD50E58AC}"/>
                  </a:ext>
                </a:extLst>
              </p:cNvPr>
              <p:cNvSpPr txBox="1"/>
              <p:nvPr/>
            </p:nvSpPr>
            <p:spPr>
              <a:xfrm>
                <a:off x="660401" y="1844883"/>
                <a:ext cx="5476875" cy="44852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nvGrpSpPr>
            <p:cNvPr id="12" name="组合 11">
              <a:extLst>
                <a:ext uri="{FF2B5EF4-FFF2-40B4-BE49-F238E27FC236}">
                  <a16:creationId xmlns:a16="http://schemas.microsoft.com/office/drawing/2014/main" id="{8599695E-57D5-7044-09DE-610BC511CD5B}"/>
                </a:ext>
              </a:extLst>
            </p:cNvPr>
            <p:cNvGrpSpPr/>
            <p:nvPr/>
          </p:nvGrpSpPr>
          <p:grpSpPr>
            <a:xfrm>
              <a:off x="6953249" y="5048251"/>
              <a:ext cx="4565651" cy="1085849"/>
              <a:chOff x="660401" y="2402880"/>
              <a:chExt cx="5476875" cy="808374"/>
            </a:xfrm>
          </p:grpSpPr>
          <p:sp>
            <p:nvSpPr>
              <p:cNvPr id="13" name="Bullet1">
                <a:extLst>
                  <a:ext uri="{FF2B5EF4-FFF2-40B4-BE49-F238E27FC236}">
                    <a16:creationId xmlns:a16="http://schemas.microsoft.com/office/drawing/2014/main" id="{95918305-7B03-E4DF-5AE1-5A90769B8135}"/>
                  </a:ext>
                </a:extLst>
              </p:cNvPr>
              <p:cNvSpPr txBox="1"/>
              <p:nvPr/>
            </p:nvSpPr>
            <p:spPr>
              <a:xfrm>
                <a:off x="660401" y="2402880"/>
                <a:ext cx="5476875" cy="357714"/>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14" name="Text1">
                <a:extLst>
                  <a:ext uri="{FF2B5EF4-FFF2-40B4-BE49-F238E27FC236}">
                    <a16:creationId xmlns:a16="http://schemas.microsoft.com/office/drawing/2014/main" id="{09310127-4F03-6CC4-9C09-ED66D8787129}"/>
                  </a:ext>
                </a:extLst>
              </p:cNvPr>
              <p:cNvSpPr txBox="1"/>
              <p:nvPr/>
            </p:nvSpPr>
            <p:spPr>
              <a:xfrm>
                <a:off x="660401" y="2760593"/>
                <a:ext cx="5476875" cy="450661"/>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单击此处添加文本单击此处添加文本单击此处添加文本单击此处添加文本单击此处添加文本单击此处添加文本</a:t>
                </a:r>
              </a:p>
            </p:txBody>
          </p:sp>
        </p:grpSp>
        <p:grpSp>
          <p:nvGrpSpPr>
            <p:cNvPr id="2" name="组合 1">
              <a:extLst>
                <a:ext uri="{FF2B5EF4-FFF2-40B4-BE49-F238E27FC236}">
                  <a16:creationId xmlns:a16="http://schemas.microsoft.com/office/drawing/2014/main" id="{F41FB736-ECE8-C92C-737D-D9071A9C87DC}"/>
                </a:ext>
              </a:extLst>
            </p:cNvPr>
            <p:cNvGrpSpPr/>
            <p:nvPr/>
          </p:nvGrpSpPr>
          <p:grpSpPr>
            <a:xfrm>
              <a:off x="660402" y="4994649"/>
              <a:ext cx="5140324" cy="1139451"/>
              <a:chOff x="660401" y="1445124"/>
              <a:chExt cx="5476875" cy="848279"/>
            </a:xfrm>
          </p:grpSpPr>
          <p:sp>
            <p:nvSpPr>
              <p:cNvPr id="3" name="Bullet1">
                <a:extLst>
                  <a:ext uri="{FF2B5EF4-FFF2-40B4-BE49-F238E27FC236}">
                    <a16:creationId xmlns:a16="http://schemas.microsoft.com/office/drawing/2014/main" id="{DBF8B58D-4ADF-E75E-B98A-23AA475F3CE6}"/>
                  </a:ext>
                </a:extLst>
              </p:cNvPr>
              <p:cNvSpPr txBox="1"/>
              <p:nvPr/>
            </p:nvSpPr>
            <p:spPr>
              <a:xfrm>
                <a:off x="660401" y="1445124"/>
                <a:ext cx="5476875" cy="399759"/>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4" name="Text1">
                <a:extLst>
                  <a:ext uri="{FF2B5EF4-FFF2-40B4-BE49-F238E27FC236}">
                    <a16:creationId xmlns:a16="http://schemas.microsoft.com/office/drawing/2014/main" id="{DD58F710-8A5C-213E-FE4D-50B3561EBB44}"/>
                  </a:ext>
                </a:extLst>
              </p:cNvPr>
              <p:cNvSpPr txBox="1"/>
              <p:nvPr/>
            </p:nvSpPr>
            <p:spPr>
              <a:xfrm>
                <a:off x="660401" y="1844883"/>
                <a:ext cx="5476875" cy="44852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spTree>
    <p:extLst>
      <p:ext uri="{BB962C8B-B14F-4D97-AF65-F5344CB8AC3E}">
        <p14:creationId xmlns:p14="http://schemas.microsoft.com/office/powerpoint/2010/main" val="3472067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BCFE-864B-4F5A-17DD-CA951D0D8D2E}"/>
            </a:ext>
          </a:extLst>
        </p:cNvPr>
        <p:cNvGrpSpPr/>
        <p:nvPr/>
      </p:nvGrpSpPr>
      <p:grpSpPr>
        <a:xfrm>
          <a:off x="0" y="0"/>
          <a:ext cx="0" cy="0"/>
          <a:chOff x="0" y="0"/>
          <a:chExt cx="0" cy="0"/>
        </a:xfrm>
      </p:grpSpPr>
      <p:sp>
        <p:nvSpPr>
          <p:cNvPr id="71" name="Title 1">
            <a:extLst>
              <a:ext uri="{FF2B5EF4-FFF2-40B4-BE49-F238E27FC236}">
                <a16:creationId xmlns:a16="http://schemas.microsoft.com/office/drawing/2014/main" id="{2FA7F6DE-5D85-EDC4-B24F-B07F2EB4B033}"/>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 name="组合 2">
            <a:extLst>
              <a:ext uri="{FF2B5EF4-FFF2-40B4-BE49-F238E27FC236}">
                <a16:creationId xmlns:a16="http://schemas.microsoft.com/office/drawing/2014/main" id="{1B350686-8297-84D4-1B59-97AEF50A46AF}"/>
              </a:ext>
            </a:extLst>
          </p:cNvPr>
          <p:cNvGrpSpPr/>
          <p:nvPr/>
        </p:nvGrpSpPr>
        <p:grpSpPr>
          <a:xfrm>
            <a:off x="660400" y="1130300"/>
            <a:ext cx="10858500" cy="5003800"/>
            <a:chOff x="660400" y="1130300"/>
            <a:chExt cx="10858500" cy="5003800"/>
          </a:xfrm>
        </p:grpSpPr>
        <p:sp>
          <p:nvSpPr>
            <p:cNvPr id="4" name="Title">
              <a:extLst>
                <a:ext uri="{FF2B5EF4-FFF2-40B4-BE49-F238E27FC236}">
                  <a16:creationId xmlns:a16="http://schemas.microsoft.com/office/drawing/2014/main" id="{FF6E0C60-5B83-1D5F-49BC-82EE7CE1DF4E}"/>
                </a:ext>
              </a:extLst>
            </p:cNvPr>
            <p:cNvSpPr txBox="1"/>
            <p:nvPr/>
          </p:nvSpPr>
          <p:spPr>
            <a:xfrm>
              <a:off x="3604334" y="1130300"/>
              <a:ext cx="7914566" cy="907982"/>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nvGrpSpPr>
            <p:cNvPr id="9" name="组合 8">
              <a:extLst>
                <a:ext uri="{FF2B5EF4-FFF2-40B4-BE49-F238E27FC236}">
                  <a16:creationId xmlns:a16="http://schemas.microsoft.com/office/drawing/2014/main" id="{053404E8-06CD-F807-D011-61670746C5ED}"/>
                </a:ext>
              </a:extLst>
            </p:cNvPr>
            <p:cNvGrpSpPr/>
            <p:nvPr/>
          </p:nvGrpSpPr>
          <p:grpSpPr>
            <a:xfrm>
              <a:off x="3604334" y="2255406"/>
              <a:ext cx="3780000" cy="1135798"/>
              <a:chOff x="3604334" y="2255406"/>
              <a:chExt cx="3780000" cy="1135798"/>
            </a:xfrm>
          </p:grpSpPr>
          <p:sp>
            <p:nvSpPr>
              <p:cNvPr id="29" name="Bullet1">
                <a:extLst>
                  <a:ext uri="{FF2B5EF4-FFF2-40B4-BE49-F238E27FC236}">
                    <a16:creationId xmlns:a16="http://schemas.microsoft.com/office/drawing/2014/main" id="{98934E1E-C831-CC0A-1F17-547491D0C7D9}"/>
                  </a:ext>
                </a:extLst>
              </p:cNvPr>
              <p:cNvSpPr txBox="1"/>
              <p:nvPr/>
            </p:nvSpPr>
            <p:spPr>
              <a:xfrm>
                <a:off x="3604334" y="2255406"/>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30" name="Text1">
                <a:extLst>
                  <a:ext uri="{FF2B5EF4-FFF2-40B4-BE49-F238E27FC236}">
                    <a16:creationId xmlns:a16="http://schemas.microsoft.com/office/drawing/2014/main" id="{6C343745-906B-D002-68AF-A72BEE64BFBD}"/>
                  </a:ext>
                </a:extLst>
              </p:cNvPr>
              <p:cNvSpPr txBox="1"/>
              <p:nvPr/>
            </p:nvSpPr>
            <p:spPr>
              <a:xfrm>
                <a:off x="3604334" y="2779204"/>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1" name="组合 10">
              <a:extLst>
                <a:ext uri="{FF2B5EF4-FFF2-40B4-BE49-F238E27FC236}">
                  <a16:creationId xmlns:a16="http://schemas.microsoft.com/office/drawing/2014/main" id="{63E33D35-23C4-4BE2-D35F-B3A4C667A8ED}"/>
                </a:ext>
              </a:extLst>
            </p:cNvPr>
            <p:cNvGrpSpPr/>
            <p:nvPr/>
          </p:nvGrpSpPr>
          <p:grpSpPr>
            <a:xfrm>
              <a:off x="3604334" y="3608328"/>
              <a:ext cx="3780000" cy="1135798"/>
              <a:chOff x="3604334" y="3597037"/>
              <a:chExt cx="3780000" cy="1135798"/>
            </a:xfrm>
          </p:grpSpPr>
          <p:sp>
            <p:nvSpPr>
              <p:cNvPr id="27" name="Bullet3">
                <a:extLst>
                  <a:ext uri="{FF2B5EF4-FFF2-40B4-BE49-F238E27FC236}">
                    <a16:creationId xmlns:a16="http://schemas.microsoft.com/office/drawing/2014/main" id="{00324978-E2A7-0EEC-F02F-61A86FF43AAA}"/>
                  </a:ext>
                </a:extLst>
              </p:cNvPr>
              <p:cNvSpPr txBox="1"/>
              <p:nvPr/>
            </p:nvSpPr>
            <p:spPr>
              <a:xfrm>
                <a:off x="3604334" y="3597037"/>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8" name="Text3">
                <a:extLst>
                  <a:ext uri="{FF2B5EF4-FFF2-40B4-BE49-F238E27FC236}">
                    <a16:creationId xmlns:a16="http://schemas.microsoft.com/office/drawing/2014/main" id="{45179F7E-4CEE-6021-AFBA-BA7903202FDD}"/>
                  </a:ext>
                </a:extLst>
              </p:cNvPr>
              <p:cNvSpPr txBox="1"/>
              <p:nvPr/>
            </p:nvSpPr>
            <p:spPr>
              <a:xfrm>
                <a:off x="3604334" y="4120835"/>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3" name="组合 12">
              <a:extLst>
                <a:ext uri="{FF2B5EF4-FFF2-40B4-BE49-F238E27FC236}">
                  <a16:creationId xmlns:a16="http://schemas.microsoft.com/office/drawing/2014/main" id="{ED89855E-BDB7-6419-8692-4C2B30982F02}"/>
                </a:ext>
              </a:extLst>
            </p:cNvPr>
            <p:cNvGrpSpPr/>
            <p:nvPr/>
          </p:nvGrpSpPr>
          <p:grpSpPr>
            <a:xfrm>
              <a:off x="3604334" y="4961250"/>
              <a:ext cx="3780000" cy="1135798"/>
              <a:chOff x="3604334" y="4961250"/>
              <a:chExt cx="3780000" cy="1135798"/>
            </a:xfrm>
          </p:grpSpPr>
          <p:sp>
            <p:nvSpPr>
              <p:cNvPr id="25" name="Bullet4">
                <a:extLst>
                  <a:ext uri="{FF2B5EF4-FFF2-40B4-BE49-F238E27FC236}">
                    <a16:creationId xmlns:a16="http://schemas.microsoft.com/office/drawing/2014/main" id="{D59BE56D-D1CD-A24E-074F-A459C7174115}"/>
                  </a:ext>
                </a:extLst>
              </p:cNvPr>
              <p:cNvSpPr txBox="1"/>
              <p:nvPr/>
            </p:nvSpPr>
            <p:spPr>
              <a:xfrm>
                <a:off x="3604334" y="4961250"/>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6" name="Text4">
                <a:extLst>
                  <a:ext uri="{FF2B5EF4-FFF2-40B4-BE49-F238E27FC236}">
                    <a16:creationId xmlns:a16="http://schemas.microsoft.com/office/drawing/2014/main" id="{3EE048CD-AA65-3A3C-AD94-AF27B3A0E223}"/>
                  </a:ext>
                </a:extLst>
              </p:cNvPr>
              <p:cNvSpPr txBox="1"/>
              <p:nvPr/>
            </p:nvSpPr>
            <p:spPr>
              <a:xfrm>
                <a:off x="3604334" y="5485048"/>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4" name="组合 13">
              <a:extLst>
                <a:ext uri="{FF2B5EF4-FFF2-40B4-BE49-F238E27FC236}">
                  <a16:creationId xmlns:a16="http://schemas.microsoft.com/office/drawing/2014/main" id="{C34A7871-B529-9B69-0D16-17B3E6C3237D}"/>
                </a:ext>
              </a:extLst>
            </p:cNvPr>
            <p:cNvGrpSpPr/>
            <p:nvPr/>
          </p:nvGrpSpPr>
          <p:grpSpPr>
            <a:xfrm>
              <a:off x="7732304" y="4998302"/>
              <a:ext cx="3780000" cy="1135798"/>
              <a:chOff x="7732304" y="4998302"/>
              <a:chExt cx="3780000" cy="1135798"/>
            </a:xfrm>
          </p:grpSpPr>
          <p:sp>
            <p:nvSpPr>
              <p:cNvPr id="21" name="Bullet2">
                <a:extLst>
                  <a:ext uri="{FF2B5EF4-FFF2-40B4-BE49-F238E27FC236}">
                    <a16:creationId xmlns:a16="http://schemas.microsoft.com/office/drawing/2014/main" id="{A150860F-583A-0C36-F7E2-180877042BA3}"/>
                  </a:ext>
                </a:extLst>
              </p:cNvPr>
              <p:cNvSpPr txBox="1"/>
              <p:nvPr/>
            </p:nvSpPr>
            <p:spPr>
              <a:xfrm>
                <a:off x="7732304" y="4998302"/>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2" name="Text2">
                <a:extLst>
                  <a:ext uri="{FF2B5EF4-FFF2-40B4-BE49-F238E27FC236}">
                    <a16:creationId xmlns:a16="http://schemas.microsoft.com/office/drawing/2014/main" id="{FC093D92-CE26-2776-5F9A-7615F055FED6}"/>
                  </a:ext>
                </a:extLst>
              </p:cNvPr>
              <p:cNvSpPr txBox="1"/>
              <p:nvPr/>
            </p:nvSpPr>
            <p:spPr>
              <a:xfrm>
                <a:off x="7732304" y="5522100"/>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pic>
          <p:nvPicPr>
            <p:cNvPr id="15" name="图片 14">
              <a:extLst>
                <a:ext uri="{FF2B5EF4-FFF2-40B4-BE49-F238E27FC236}">
                  <a16:creationId xmlns:a16="http://schemas.microsoft.com/office/drawing/2014/main" id="{2E5EF2BD-420E-802F-981B-369CAA107663}"/>
                </a:ext>
              </a:extLst>
            </p:cNvPr>
            <p:cNvPicPr>
              <a:picLocks noChangeAspect="1"/>
            </p:cNvPicPr>
            <p:nvPr/>
          </p:nvPicPr>
          <p:blipFill>
            <a:blip r:embed="rId3"/>
            <a:stretch>
              <a:fillRect/>
            </a:stretch>
          </p:blipFill>
          <p:spPr>
            <a:xfrm>
              <a:off x="660400" y="1147140"/>
              <a:ext cx="2578832" cy="4986960"/>
            </a:xfrm>
            <a:prstGeom prst="rect">
              <a:avLst/>
            </a:prstGeom>
          </p:spPr>
        </p:pic>
        <p:pic>
          <p:nvPicPr>
            <p:cNvPr id="20" name="图片 19">
              <a:extLst>
                <a:ext uri="{FF2B5EF4-FFF2-40B4-BE49-F238E27FC236}">
                  <a16:creationId xmlns:a16="http://schemas.microsoft.com/office/drawing/2014/main" id="{DE44CF5F-7D0F-5292-E320-538FA0D16243}"/>
                </a:ext>
              </a:extLst>
            </p:cNvPr>
            <p:cNvPicPr>
              <a:picLocks noChangeAspect="1"/>
            </p:cNvPicPr>
            <p:nvPr/>
          </p:nvPicPr>
          <p:blipFill>
            <a:blip r:embed="rId4"/>
            <a:stretch>
              <a:fillRect/>
            </a:stretch>
          </p:blipFill>
          <p:spPr>
            <a:xfrm>
              <a:off x="7732956" y="2202831"/>
              <a:ext cx="3785944" cy="2566638"/>
            </a:xfrm>
            <a:prstGeom prst="rect">
              <a:avLst/>
            </a:prstGeom>
          </p:spPr>
        </p:pic>
      </p:grpSp>
    </p:spTree>
    <p:extLst>
      <p:ext uri="{BB962C8B-B14F-4D97-AF65-F5344CB8AC3E}">
        <p14:creationId xmlns:p14="http://schemas.microsoft.com/office/powerpoint/2010/main" val="167013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ADEC-F65B-2E70-5BA5-20FF285171D6}"/>
            </a:ext>
          </a:extLst>
        </p:cNvPr>
        <p:cNvGrpSpPr/>
        <p:nvPr/>
      </p:nvGrpSpPr>
      <p:grpSpPr>
        <a:xfrm>
          <a:off x="0" y="0"/>
          <a:ext cx="0" cy="0"/>
          <a:chOff x="0" y="0"/>
          <a:chExt cx="0" cy="0"/>
        </a:xfrm>
      </p:grpSpPr>
      <p:sp>
        <p:nvSpPr>
          <p:cNvPr id="43" name="Title 1">
            <a:extLst>
              <a:ext uri="{FF2B5EF4-FFF2-40B4-BE49-F238E27FC236}">
                <a16:creationId xmlns:a16="http://schemas.microsoft.com/office/drawing/2014/main" id="{16E8158E-5866-80C3-5391-B8612AA55673}"/>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 name="组合 4">
            <a:extLst>
              <a:ext uri="{FF2B5EF4-FFF2-40B4-BE49-F238E27FC236}">
                <a16:creationId xmlns:a16="http://schemas.microsoft.com/office/drawing/2014/main" id="{018A41FA-E879-3691-529D-F896818E4708}"/>
              </a:ext>
            </a:extLst>
          </p:cNvPr>
          <p:cNvGrpSpPr/>
          <p:nvPr/>
        </p:nvGrpSpPr>
        <p:grpSpPr>
          <a:xfrm>
            <a:off x="660400" y="1165814"/>
            <a:ext cx="10858500" cy="4892040"/>
            <a:chOff x="660400" y="1165814"/>
            <a:chExt cx="10858500" cy="4892040"/>
          </a:xfrm>
        </p:grpSpPr>
        <p:sp>
          <p:nvSpPr>
            <p:cNvPr id="6" name="Picture">
              <a:extLst>
                <a:ext uri="{FF2B5EF4-FFF2-40B4-BE49-F238E27FC236}">
                  <a16:creationId xmlns:a16="http://schemas.microsoft.com/office/drawing/2014/main" id="{B81007D8-3510-49BD-04DF-C4DE2B69AFA0}"/>
                </a:ext>
              </a:extLst>
            </p:cNvPr>
            <p:cNvSpPr/>
            <p:nvPr/>
          </p:nvSpPr>
          <p:spPr>
            <a:xfrm>
              <a:off x="3735752" y="2653870"/>
              <a:ext cx="4808165" cy="2676616"/>
            </a:xfrm>
            <a:prstGeom prst="rect">
              <a:avLst/>
            </a:prstGeom>
            <a:blipFill>
              <a:blip r:embed="rId3" cstate="email">
                <a:extLst>
                  <a:ext uri="{28A0092B-C50C-407E-A947-70E740481C1C}">
                    <a14:useLocalDpi xmlns:a14="http://schemas.microsoft.com/office/drawing/2010/main"/>
                  </a:ext>
                </a:extLst>
              </a:blip>
              <a:srcRect/>
              <a:stretch>
                <a:fillRect l="-480" r="-48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4746DF88-148A-7290-F97B-E5AB032C6AA7}"/>
                </a:ext>
              </a:extLst>
            </p:cNvPr>
            <p:cNvGrpSpPr/>
            <p:nvPr/>
          </p:nvGrpSpPr>
          <p:grpSpPr>
            <a:xfrm>
              <a:off x="660400" y="1939679"/>
              <a:ext cx="2723252" cy="1893773"/>
              <a:chOff x="660400" y="1939679"/>
              <a:chExt cx="2723252" cy="1893773"/>
            </a:xfrm>
          </p:grpSpPr>
          <p:sp>
            <p:nvSpPr>
              <p:cNvPr id="46" name="Bullet1">
                <a:extLst>
                  <a:ext uri="{FF2B5EF4-FFF2-40B4-BE49-F238E27FC236}">
                    <a16:creationId xmlns:a16="http://schemas.microsoft.com/office/drawing/2014/main" id="{B8012001-572F-2A69-DAAF-29D35EC9CD8F}"/>
                  </a:ext>
                </a:extLst>
              </p:cNvPr>
              <p:cNvSpPr txBox="1"/>
              <p:nvPr/>
            </p:nvSpPr>
            <p:spPr>
              <a:xfrm>
                <a:off x="660400" y="1939679"/>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47" name="Text1">
                <a:extLst>
                  <a:ext uri="{FF2B5EF4-FFF2-40B4-BE49-F238E27FC236}">
                    <a16:creationId xmlns:a16="http://schemas.microsoft.com/office/drawing/2014/main" id="{3771B3F7-F96F-EF94-8446-86735EE3B199}"/>
                  </a:ext>
                </a:extLst>
              </p:cNvPr>
              <p:cNvSpPr txBox="1"/>
              <p:nvPr/>
            </p:nvSpPr>
            <p:spPr>
              <a:xfrm>
                <a:off x="660400" y="2645452"/>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grpSp>
          <p:nvGrpSpPr>
            <p:cNvPr id="8" name="组合 7">
              <a:extLst>
                <a:ext uri="{FF2B5EF4-FFF2-40B4-BE49-F238E27FC236}">
                  <a16:creationId xmlns:a16="http://schemas.microsoft.com/office/drawing/2014/main" id="{58F968DB-7C1E-71E1-0671-237EE41A218E}"/>
                </a:ext>
              </a:extLst>
            </p:cNvPr>
            <p:cNvGrpSpPr/>
            <p:nvPr/>
          </p:nvGrpSpPr>
          <p:grpSpPr>
            <a:xfrm>
              <a:off x="8771347" y="1939679"/>
              <a:ext cx="2723252" cy="1893773"/>
              <a:chOff x="8771347" y="1939679"/>
              <a:chExt cx="2723252" cy="1893773"/>
            </a:xfrm>
          </p:grpSpPr>
          <p:sp>
            <p:nvSpPr>
              <p:cNvPr id="44" name="Bullet2">
                <a:extLst>
                  <a:ext uri="{FF2B5EF4-FFF2-40B4-BE49-F238E27FC236}">
                    <a16:creationId xmlns:a16="http://schemas.microsoft.com/office/drawing/2014/main" id="{BAA50293-08C3-6CF6-29B3-8E500B667BE2}"/>
                  </a:ext>
                </a:extLst>
              </p:cNvPr>
              <p:cNvSpPr txBox="1"/>
              <p:nvPr/>
            </p:nvSpPr>
            <p:spPr>
              <a:xfrm>
                <a:off x="8771347" y="1939679"/>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45" name="Text2">
                <a:extLst>
                  <a:ext uri="{FF2B5EF4-FFF2-40B4-BE49-F238E27FC236}">
                    <a16:creationId xmlns:a16="http://schemas.microsoft.com/office/drawing/2014/main" id="{0F4F02C1-E9A2-851E-1BA4-334A3AB6C01B}"/>
                  </a:ext>
                </a:extLst>
              </p:cNvPr>
              <p:cNvSpPr txBox="1"/>
              <p:nvPr/>
            </p:nvSpPr>
            <p:spPr>
              <a:xfrm>
                <a:off x="8771347" y="2645452"/>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210861D1-5570-AC0C-E17A-1EABDDA7EF93}"/>
                </a:ext>
              </a:extLst>
            </p:cNvPr>
            <p:cNvGrpSpPr/>
            <p:nvPr/>
          </p:nvGrpSpPr>
          <p:grpSpPr>
            <a:xfrm>
              <a:off x="660400" y="4164081"/>
              <a:ext cx="2723252" cy="1893773"/>
              <a:chOff x="660400" y="4164081"/>
              <a:chExt cx="2723252" cy="1893773"/>
            </a:xfrm>
          </p:grpSpPr>
          <p:sp>
            <p:nvSpPr>
              <p:cNvPr id="31" name="Bullet3">
                <a:extLst>
                  <a:ext uri="{FF2B5EF4-FFF2-40B4-BE49-F238E27FC236}">
                    <a16:creationId xmlns:a16="http://schemas.microsoft.com/office/drawing/2014/main" id="{04AD6C16-BDA8-2D8B-5768-8DC98B116D8C}"/>
                  </a:ext>
                </a:extLst>
              </p:cNvPr>
              <p:cNvSpPr txBox="1"/>
              <p:nvPr/>
            </p:nvSpPr>
            <p:spPr>
              <a:xfrm>
                <a:off x="660400" y="4164081"/>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33" name="Text3">
                <a:extLst>
                  <a:ext uri="{FF2B5EF4-FFF2-40B4-BE49-F238E27FC236}">
                    <a16:creationId xmlns:a16="http://schemas.microsoft.com/office/drawing/2014/main" id="{ED48A2D9-5952-6F19-0551-F4736EF883AB}"/>
                  </a:ext>
                </a:extLst>
              </p:cNvPr>
              <p:cNvSpPr txBox="1"/>
              <p:nvPr/>
            </p:nvSpPr>
            <p:spPr>
              <a:xfrm>
                <a:off x="660400" y="4869854"/>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03096CE7-3287-FAEC-F55F-5B90CE573DF9}"/>
                </a:ext>
              </a:extLst>
            </p:cNvPr>
            <p:cNvGrpSpPr/>
            <p:nvPr/>
          </p:nvGrpSpPr>
          <p:grpSpPr>
            <a:xfrm>
              <a:off x="8771347" y="4164081"/>
              <a:ext cx="2723252" cy="1893773"/>
              <a:chOff x="8771347" y="4164081"/>
              <a:chExt cx="2723252" cy="1893773"/>
            </a:xfrm>
          </p:grpSpPr>
          <p:sp>
            <p:nvSpPr>
              <p:cNvPr id="28" name="Bullet4">
                <a:extLst>
                  <a:ext uri="{FF2B5EF4-FFF2-40B4-BE49-F238E27FC236}">
                    <a16:creationId xmlns:a16="http://schemas.microsoft.com/office/drawing/2014/main" id="{6CFB533B-9AEB-AFAA-8ACE-0B7DB4CDAFE8}"/>
                  </a:ext>
                </a:extLst>
              </p:cNvPr>
              <p:cNvSpPr txBox="1"/>
              <p:nvPr/>
            </p:nvSpPr>
            <p:spPr>
              <a:xfrm>
                <a:off x="8771347" y="4164081"/>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30" name="Text4">
                <a:extLst>
                  <a:ext uri="{FF2B5EF4-FFF2-40B4-BE49-F238E27FC236}">
                    <a16:creationId xmlns:a16="http://schemas.microsoft.com/office/drawing/2014/main" id="{228A1D17-FC89-BF8F-7797-6F8E967EC5A0}"/>
                  </a:ext>
                </a:extLst>
              </p:cNvPr>
              <p:cNvSpPr txBox="1"/>
              <p:nvPr/>
            </p:nvSpPr>
            <p:spPr>
              <a:xfrm>
                <a:off x="8771347" y="4869854"/>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sp>
          <p:nvSpPr>
            <p:cNvPr id="11" name="Title">
              <a:extLst>
                <a:ext uri="{FF2B5EF4-FFF2-40B4-BE49-F238E27FC236}">
                  <a16:creationId xmlns:a16="http://schemas.microsoft.com/office/drawing/2014/main" id="{6801732C-A6ED-4F51-10FB-75006FA2B709}"/>
                </a:ext>
              </a:extLst>
            </p:cNvPr>
            <p:cNvSpPr txBox="1"/>
            <p:nvPr/>
          </p:nvSpPr>
          <p:spPr>
            <a:xfrm>
              <a:off x="660400" y="1165814"/>
              <a:ext cx="10858500" cy="540000"/>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spTree>
    <p:extLst>
      <p:ext uri="{BB962C8B-B14F-4D97-AF65-F5344CB8AC3E}">
        <p14:creationId xmlns:p14="http://schemas.microsoft.com/office/powerpoint/2010/main" val="216915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028700"/>
            <a:ext cx="10858500" cy="1263650"/>
          </a:xfrm>
        </p:spPr>
        <p:txBody>
          <a:bodyPr/>
          <a:lstStyle/>
          <a:p>
            <a:r>
              <a:rPr lang="zh-CN" altLang="en-US" dirty="0"/>
              <a:t>谢谢观看</a:t>
            </a:r>
            <a:endParaRPr lang="en-US" dirty="0"/>
          </a:p>
        </p:txBody>
      </p:sp>
      <p:sp>
        <p:nvSpPr>
          <p:cNvPr id="4" name="文本占位符 3"/>
          <p:cNvSpPr>
            <a:spLocks noGrp="1"/>
          </p:cNvSpPr>
          <p:nvPr>
            <p:ph type="body" sz="quarter" idx="13" hasCustomPrompt="1"/>
          </p:nvPr>
        </p:nvSpPr>
        <p:spPr>
          <a:xfrm>
            <a:off x="3389649" y="2829235"/>
            <a:ext cx="5400000" cy="288000"/>
          </a:xfrm>
        </p:spPr>
        <p:txBody>
          <a:bodyPr>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389649" y="3177050"/>
            <a:ext cx="5400000" cy="288000"/>
          </a:xfrm>
        </p:spPr>
        <p:txBody>
          <a:bodyPr>
            <a:normAutofit/>
          </a:bodyPr>
          <a:lstStyle/>
          <a:p>
            <a:r>
              <a:rPr lang="zh-CN" altLang="en-US" dirty="0"/>
              <a:t>20XX.XX.XX</a:t>
            </a:r>
            <a:endParaRPr lang="en-US"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00" name=""/>
        <p:cNvGrpSpPr/>
        <p:nvPr/>
      </p:nvGrpSpPr>
      <p:grpSpPr/>
      <p:sp>
        <p:nvSpPr>
          <p:cNvPr id="201" name="Title 1">
            <a:extLst>
              <a:ext uri="{FF2B5EF4-FFF2-40B4-BE49-F238E27FC236}">
                <a16:creationId xmlns:a16="http://schemas.microsoft.com/office/drawing/2014/main" id="{2B57E478-B83F-A27B-C7C1-C5F0D70741AF}"/>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02" name="组合 3">
            <a:extLst>
              <a:ext uri="{FF2B5EF4-FFF2-40B4-BE49-F238E27FC236}">
                <a16:creationId xmlns:a16="http://schemas.microsoft.com/office/drawing/2014/main" id="{91F540AF-8431-73E8-43CC-5D53C8818F2F}"/>
              </a:ext>
            </a:extLst>
          </p:cNvPr>
          <p:cNvGrpSpPr/>
          <p:nvPr/>
        </p:nvGrpSpPr>
        <p:grpSpPr>
          <a:xfrm>
            <a:off x="0" y="1130300"/>
            <a:ext cx="12192000" cy="5727700"/>
            <a:chOff x="0" y="1130300"/>
            <a:chExt cx="12192000" cy="5727700"/>
          </a:xfrm>
        </p:grpSpPr>
        <p:sp>
          <p:nvSpPr>
            <p:cNvPr id="203" name="矩形 4">
              <a:extLst>
                <a:ext uri="{FF2B5EF4-FFF2-40B4-BE49-F238E27FC236}">
                  <a16:creationId xmlns:a16="http://schemas.microsoft.com/office/drawing/2014/main" id="{051FC01A-C452-9BC4-CD8F-2184701CAE93}"/>
                </a:ext>
              </a:extLst>
            </p:cNvPr>
            <p:cNvSpPr/>
            <p:nvPr/>
          </p:nvSpPr>
          <p:spPr>
            <a:xfrm>
              <a:off x="0" y="1130300"/>
              <a:ext cx="12192000" cy="5727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204" name="Title">
              <a:extLst>
                <a:ext uri="{FF2B5EF4-FFF2-40B4-BE49-F238E27FC236}">
                  <a16:creationId xmlns:a16="http://schemas.microsoft.com/office/drawing/2014/main" id="{29D1BB01-2C8F-292F-0732-74220CDAC70E}"/>
                </a:ext>
              </a:extLst>
            </p:cNvPr>
            <p:cNvSpPr txBox="1"/>
            <p:nvPr/>
          </p:nvSpPr>
          <p:spPr>
            <a:xfrm>
              <a:off x="658368" y="1389888"/>
              <a:ext cx="3931920" cy="402336"/>
            </a:xfrm>
            <a:prstGeom prst="rect">
              <a:avLst/>
            </a:prstGeom>
            <a:noFill/>
          </p:spPr>
          <p:txBody>
            <a:bodyPr wrap="square" anchor="t" anchorCtr="0">
              <a:normAutofit/>
            </a:bodyPr>
            <a:lstStyle>
              <a:defPPr>
                <a:defRPr lang="zh-CN" sz="2400" b="1"/>
              </a:defPPr>
              <a:lvl1pPr>
                <a:defRPr sz="2400" b="1">
                  <a:cs typeface="+mn-ea"/>
                </a:defRPr>
              </a:lvl1pPr>
            </a:lstStyle>
            <a:p>
              <a:pPr algn="l"/>
              <a:r>
                <a:rPr lang="zh-CN" altLang="en-US" dirty="0" sz="2400" b="1">
                  <a:solidFill>
                    <a:srgbClr val="FFFFFF"/>
                  </a:solidFill>
                  <a:sym typeface="+mn-lt"/>
                </a:rPr>
                <a:t>单击此处添加长一点的副标题</a:t>
              </a:r>
            </a:p>
          </p:txBody>
        </p:sp>
        <p:grpSp>
          <p:nvGrpSpPr>
            <p:cNvPr id="205" name="组合 7">
              <a:extLst>
                <a:ext uri="{FF2B5EF4-FFF2-40B4-BE49-F238E27FC236}">
                  <a16:creationId xmlns:a16="http://schemas.microsoft.com/office/drawing/2014/main" id="{33FA0F7A-FB69-AAAD-3E06-E3487850E274}"/>
                </a:ext>
              </a:extLst>
            </p:cNvPr>
            <p:cNvGrpSpPr/>
            <p:nvPr/>
          </p:nvGrpSpPr>
          <p:grpSpPr>
            <a:xfrm>
              <a:off x="658368" y="2011680"/>
              <a:ext cx="3931920" cy="1097280"/>
              <a:chOff x="720601" y="4032189"/>
              <a:chExt cx="3096000" cy="1754371"/>
            </a:xfrm>
          </p:grpSpPr>
          <p:sp>
            <p:nvSpPr>
              <p:cNvPr id="206"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l">
                  <a:lnSpc>
                    <a:spcPct val="120000"/>
                  </a:lnSpc>
                </a:pPr>
                <a:r>
                  <a:rPr lang="zh-CN" altLang="en-US" b="1" dirty="0">
                    <a:solidFill>
                      <a:srgbClr val="FFFFFF"/>
                    </a:solidFill>
                    <a:cs typeface="+mn-ea"/>
                    <a:sym typeface="+mn-lt"/>
                  </a:rPr>
                  <a:t>单击添加小标题</a:t>
                </a:r>
              </a:p>
            </p:txBody>
          </p:sp>
          <p:sp>
            <p:nvSpPr>
              <p:cNvPr id="207"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gn="l">
                  <a:lnSpc>
                    <a:spcPct val="120000"/>
                  </a:lnSpc>
                </a:pPr>
                <a:r>
                  <a:rPr lang="zh-CN" altLang="en-US" sz="1400" dirty="0">
                    <a:solidFill>
                      <a:srgbClr val="FFFFFF"/>
                    </a:solidFill>
                    <a:cs typeface="+mn-ea"/>
                    <a:sym typeface="+mn-lt"/>
                  </a:rPr>
                  <a:t>单击此处添加文本单击此处添加文本单击此处添加文本</a:t>
                </a:r>
              </a:p>
            </p:txBody>
          </p:sp>
        </p:grpSp>
        <p:pic>
          <p:nvPicPr>
            <p:cNvPr id="208" name="图片 10">
              <a:extLst>
                <a:ext uri="{FF2B5EF4-FFF2-40B4-BE49-F238E27FC236}">
                  <a16:creationId xmlns:a16="http://schemas.microsoft.com/office/drawing/2014/main" id="{0BFA0B72-F687-64CF-D63D-AD31903A02FA}"/>
                </a:ext>
              </a:extLst>
            </p:cNvPr>
            <p:cNvPicPr>
              <a:picLocks noChangeAspect="1"/>
            </p:cNvPicPr>
            <p:nvPr/>
          </p:nvPicPr>
          <p:blipFill>
            <a:blip r:embed="rId5"/>
            <a:srcRect/>
            <a:stretch>
              <a:fillRect/>
            </a:stretch>
          </p:blipFill>
          <p:spPr>
            <a:xfrm>
              <a:off x="5029200" y="2794916"/>
              <a:ext cx="7159752" cy="4029655"/>
            </a:xfrm>
            <a:prstGeom prst="rect">
              <a:avLst/>
            </a:prstGeom>
          </p:spPr>
        </p:pic>
        <p:grpSp>
          <p:nvGrpSpPr>
            <p:cNvPr id="209" name="组合 7">
              <a:extLst>
                <a:ext uri="{FF2B5EF4-FFF2-40B4-BE49-F238E27FC236}">
                  <a16:creationId xmlns:a16="http://schemas.microsoft.com/office/drawing/2014/main" id="{33FA0F7A-FB69-AAAD-3E06-E3487850E274}"/>
                </a:ext>
              </a:extLst>
            </p:cNvPr>
            <p:cNvGrpSpPr/>
            <p:nvPr/>
          </p:nvGrpSpPr>
          <p:grpSpPr>
            <a:xfrm>
              <a:off x="658368" y="3200400"/>
              <a:ext cx="3931920" cy="1097280"/>
              <a:chOff x="720601" y="4032189"/>
              <a:chExt cx="3096000" cy="1754371"/>
            </a:xfrm>
          </p:grpSpPr>
          <p:sp>
            <p:nvSpPr>
              <p:cNvPr id="210"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l">
                  <a:lnSpc>
                    <a:spcPct val="120000"/>
                  </a:lnSpc>
                </a:pPr>
                <a:r>
                  <a:rPr lang="zh-CN" altLang="en-US" b="1" dirty="0">
                    <a:solidFill>
                      <a:srgbClr val="FFFFFF"/>
                    </a:solidFill>
                    <a:cs typeface="+mn-ea"/>
                    <a:sym typeface="+mn-lt"/>
                  </a:rPr>
                  <a:t>单击添加小标题</a:t>
                </a:r>
              </a:p>
            </p:txBody>
          </p:sp>
          <p:sp>
            <p:nvSpPr>
              <p:cNvPr id="211"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gn="l">
                  <a:lnSpc>
                    <a:spcPct val="120000"/>
                  </a:lnSpc>
                </a:pPr>
                <a:r>
                  <a:rPr lang="zh-CN" altLang="en-US" sz="1400" dirty="0">
                    <a:solidFill>
                      <a:srgbClr val="FFFFFF"/>
                    </a:solidFill>
                    <a:cs typeface="+mn-ea"/>
                    <a:sym typeface="+mn-lt"/>
                  </a:rPr>
                  <a:t>单击此处添加文本单击此处添加文本单击此处添加文本</a:t>
                </a:r>
              </a:p>
            </p:txBody>
          </p:sp>
        </p:grpSp>
        <p:grpSp>
          <p:nvGrpSpPr>
            <p:cNvPr id="212" name="组合 7">
              <a:extLst>
                <a:ext uri="{FF2B5EF4-FFF2-40B4-BE49-F238E27FC236}">
                  <a16:creationId xmlns:a16="http://schemas.microsoft.com/office/drawing/2014/main" id="{33FA0F7A-FB69-AAAD-3E06-E3487850E274}"/>
                </a:ext>
              </a:extLst>
            </p:cNvPr>
            <p:cNvGrpSpPr/>
            <p:nvPr/>
          </p:nvGrpSpPr>
          <p:grpSpPr>
            <a:xfrm>
              <a:off x="658368" y="4389120"/>
              <a:ext cx="3931920" cy="1097280"/>
              <a:chOff x="720601" y="4032189"/>
              <a:chExt cx="3096000" cy="1754371"/>
            </a:xfrm>
          </p:grpSpPr>
          <p:sp>
            <p:nvSpPr>
              <p:cNvPr id="213"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l">
                  <a:lnSpc>
                    <a:spcPct val="120000"/>
                  </a:lnSpc>
                </a:pPr>
                <a:r>
                  <a:rPr lang="zh-CN" altLang="en-US" b="1" dirty="0">
                    <a:solidFill>
                      <a:srgbClr val="FFFFFF"/>
                    </a:solidFill>
                    <a:cs typeface="+mn-ea"/>
                    <a:sym typeface="+mn-lt"/>
                  </a:rPr>
                  <a:t>单击添加小标题</a:t>
                </a:r>
              </a:p>
            </p:txBody>
          </p:sp>
          <p:sp>
            <p:nvSpPr>
              <p:cNvPr id="214"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gn="l">
                  <a:lnSpc>
                    <a:spcPct val="120000"/>
                  </a:lnSpc>
                </a:pPr>
                <a:r>
                  <a:rPr lang="zh-CN" altLang="en-US" sz="1400" dirty="0">
                    <a:solidFill>
                      <a:srgbClr val="FFFFFF"/>
                    </a:solidFill>
                    <a:cs typeface="+mn-ea"/>
                    <a:sym typeface="+mn-lt"/>
                  </a:rPr>
                  <a:t>单击此处添加文本单击此处添加文本单击此处添加文本</a:t>
                </a:r>
              </a:p>
            </p:txBody>
          </p:sp>
        </p:gr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300" name=""/>
        <p:cNvGrpSpPr/>
        <p:nvPr/>
      </p:nvGrpSpPr>
      <p:grpSpPr/>
      <p:sp>
        <p:nvSpPr>
          <p:cNvPr id="301" name="Title 1">
            <a:extLst>
              <a:ext uri="{FF2B5EF4-FFF2-40B4-BE49-F238E27FC236}">
                <a16:creationId xmlns:a16="http://schemas.microsoft.com/office/drawing/2014/main" id="{16E8158E-5866-80C3-5391-B8612AA55673}"/>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02" name="组合 4">
            <a:extLst>
              <a:ext uri="{FF2B5EF4-FFF2-40B4-BE49-F238E27FC236}">
                <a16:creationId xmlns:a16="http://schemas.microsoft.com/office/drawing/2014/main" id="{018A41FA-E879-3691-529D-F896818E4708}"/>
              </a:ext>
            </a:extLst>
          </p:cNvPr>
          <p:cNvGrpSpPr/>
          <p:nvPr/>
        </p:nvGrpSpPr>
        <p:grpSpPr>
          <a:xfrm>
            <a:off x="660400" y="1165814"/>
            <a:ext cx="10858500" cy="4892040"/>
            <a:chOff x="660400" y="1165814"/>
            <a:chExt cx="10858500" cy="4892040"/>
          </a:xfrm>
        </p:grpSpPr>
        <p:grpSp>
          <p:nvGrpSpPr>
            <p:cNvPr id="303" name="组合 6">
              <a:extLst>
                <a:ext uri="{FF2B5EF4-FFF2-40B4-BE49-F238E27FC236}">
                  <a16:creationId xmlns:a16="http://schemas.microsoft.com/office/drawing/2014/main" id="{4746DF88-148A-7290-F97B-E5AB032C6AA7}"/>
                </a:ext>
              </a:extLst>
            </p:cNvPr>
            <p:cNvGrpSpPr/>
            <p:nvPr/>
          </p:nvGrpSpPr>
          <p:grpSpPr>
            <a:xfrm>
              <a:off x="4937760" y="2148840"/>
              <a:ext cx="5760720" cy="1325880"/>
              <a:chOff x="660400" y="1939679"/>
              <a:chExt cx="2723252" cy="1893773"/>
            </a:xfrm>
          </p:grpSpPr>
          <p:sp>
            <p:nvSpPr>
              <p:cNvPr id="304" name="Bullet1">
                <a:extLst>
                  <a:ext uri="{FF2B5EF4-FFF2-40B4-BE49-F238E27FC236}">
                    <a16:creationId xmlns:a16="http://schemas.microsoft.com/office/drawing/2014/main" id="{B8012001-572F-2A69-DAAF-29D35EC9CD8F}"/>
                  </a:ext>
                </a:extLst>
              </p:cNvPr>
              <p:cNvSpPr txBox="1"/>
              <p:nvPr/>
            </p:nvSpPr>
            <p:spPr>
              <a:xfrm>
                <a:off x="660400" y="1939679"/>
                <a:ext cx="2723252" cy="648000"/>
              </a:xfrm>
              <a:prstGeom prst="rect">
                <a:avLst/>
              </a:prstGeom>
              <a:noFill/>
            </p:spPr>
            <p:txBody>
              <a:bodyPr wrap="square" lIns="90000" tIns="46800" rIns="90000" bIns="46800" anchor="b" anchorCtr="0">
                <a:normAutofit/>
              </a:bodyPr>
              <a:lstStyle/>
              <a:p>
                <a:pPr algn="l">
                  <a:lnSpc>
                    <a:spcPct val="120000"/>
                  </a:lnSpc>
                </a:pPr>
                <a:r>
                  <a:rPr lang="zh-CN" altLang="en-US" b="1" dirty="0">
                    <a:cs typeface="+mn-ea"/>
                    <a:sym typeface="+mn-lt"/>
                  </a:rPr>
                  <a:t>单击添加小标题</a:t>
                </a:r>
              </a:p>
            </p:txBody>
          </p:sp>
          <p:sp>
            <p:nvSpPr>
              <p:cNvPr id="305" name="Text1">
                <a:extLst>
                  <a:ext uri="{FF2B5EF4-FFF2-40B4-BE49-F238E27FC236}">
                    <a16:creationId xmlns:a16="http://schemas.microsoft.com/office/drawing/2014/main" id="{3771B3F7-F96F-EF94-8446-86735EE3B199}"/>
                  </a:ext>
                </a:extLst>
              </p:cNvPr>
              <p:cNvSpPr txBox="1"/>
              <p:nvPr/>
            </p:nvSpPr>
            <p:spPr>
              <a:xfrm>
                <a:off x="660400" y="2645452"/>
                <a:ext cx="2723252" cy="1188000"/>
              </a:xfrm>
              <a:prstGeom prst="rect">
                <a:avLst/>
              </a:prstGeom>
            </p:spPr>
            <p:txBody>
              <a:bodyPr vert="horz" wrap="square" lIns="90000" tIns="46800" rIns="90000" bIns="46800" anchor="t">
                <a:normAutofit/>
              </a:bodyPr>
              <a:lstStyle/>
              <a:p>
                <a:pPr algn="l">
                  <a:lnSpc>
                    <a:spcPct val="120000"/>
                  </a:lnSpc>
                </a:pPr>
                <a:r>
                  <a:rPr lang="zh-CN" altLang="en-US" sz="1400" dirty="0">
                    <a:cs typeface="+mn-ea"/>
                    <a:sym typeface="+mn-lt"/>
                  </a:rPr>
                  <a:t>单击此处添加文本单击此处添加文本单击此处添加文本单击此处添加文本单击此处添加文本单击此处添加文本单击此处添加文本</a:t>
                </a:r>
              </a:p>
            </p:txBody>
          </p:sp>
        </p:grpSp>
        <p:grpSp>
          <p:nvGrpSpPr>
            <p:cNvPr id="306" name="组合 7">
              <a:extLst>
                <a:ext uri="{FF2B5EF4-FFF2-40B4-BE49-F238E27FC236}">
                  <a16:creationId xmlns:a16="http://schemas.microsoft.com/office/drawing/2014/main" id="{58F968DB-7C1E-71E1-0671-237EE41A218E}"/>
                </a:ext>
              </a:extLst>
            </p:cNvPr>
            <p:cNvGrpSpPr/>
            <p:nvPr/>
          </p:nvGrpSpPr>
          <p:grpSpPr>
            <a:xfrm>
              <a:off x="4937760" y="3429000"/>
              <a:ext cx="5760720" cy="1325880"/>
              <a:chOff x="8771347" y="1939679"/>
              <a:chExt cx="2723252" cy="1893773"/>
            </a:xfrm>
          </p:grpSpPr>
          <p:sp>
            <p:nvSpPr>
              <p:cNvPr id="307" name="Bullet2">
                <a:extLst>
                  <a:ext uri="{FF2B5EF4-FFF2-40B4-BE49-F238E27FC236}">
                    <a16:creationId xmlns:a16="http://schemas.microsoft.com/office/drawing/2014/main" id="{BAA50293-08C3-6CF6-29B3-8E500B667BE2}"/>
                  </a:ext>
                </a:extLst>
              </p:cNvPr>
              <p:cNvSpPr txBox="1"/>
              <p:nvPr/>
            </p:nvSpPr>
            <p:spPr>
              <a:xfrm>
                <a:off x="8771347" y="1939679"/>
                <a:ext cx="2723252" cy="648000"/>
              </a:xfrm>
              <a:prstGeom prst="rect">
                <a:avLst/>
              </a:prstGeom>
              <a:noFill/>
            </p:spPr>
            <p:txBody>
              <a:bodyPr wrap="square" lIns="90000" tIns="46800" rIns="90000" bIns="46800" anchor="b" anchorCtr="0">
                <a:normAutofit/>
              </a:bodyPr>
              <a:lstStyle/>
              <a:p>
                <a:pPr algn="l">
                  <a:lnSpc>
                    <a:spcPct val="120000"/>
                  </a:lnSpc>
                </a:pPr>
                <a:r>
                  <a:rPr lang="zh-CN" altLang="en-US" b="1" dirty="0">
                    <a:cs typeface="+mn-ea"/>
                    <a:sym typeface="+mn-lt"/>
                  </a:rPr>
                  <a:t>单击添加小标题</a:t>
                </a:r>
              </a:p>
            </p:txBody>
          </p:sp>
          <p:sp>
            <p:nvSpPr>
              <p:cNvPr id="308" name="Text2">
                <a:extLst>
                  <a:ext uri="{FF2B5EF4-FFF2-40B4-BE49-F238E27FC236}">
                    <a16:creationId xmlns:a16="http://schemas.microsoft.com/office/drawing/2014/main" id="{0F4F02C1-E9A2-851E-1BA4-334A3AB6C01B}"/>
                  </a:ext>
                </a:extLst>
              </p:cNvPr>
              <p:cNvSpPr txBox="1"/>
              <p:nvPr/>
            </p:nvSpPr>
            <p:spPr>
              <a:xfrm>
                <a:off x="8771347" y="2645452"/>
                <a:ext cx="2723252" cy="1188000"/>
              </a:xfrm>
              <a:prstGeom prst="rect">
                <a:avLst/>
              </a:prstGeom>
            </p:spPr>
            <p:txBody>
              <a:bodyPr vert="horz" wrap="square" lIns="90000" tIns="46800" rIns="90000" bIns="46800" anchor="t">
                <a:normAutofit/>
              </a:bodyPr>
              <a:lstStyle/>
              <a:p>
                <a:pPr algn="l">
                  <a:lnSpc>
                    <a:spcPct val="120000"/>
                  </a:lnSpc>
                </a:pPr>
                <a:r>
                  <a:rPr lang="zh-CN" altLang="en-US" sz="1400" dirty="0">
                    <a:cs typeface="+mn-ea"/>
                    <a:sym typeface="+mn-lt"/>
                  </a:rPr>
                  <a:t>单击此处添加文本单击此处添加文本单击此处添加文本单击此处添加文本单击此处添加文本单击此处添加文本单击此处添加文本</a:t>
                </a:r>
              </a:p>
            </p:txBody>
          </p:sp>
        </p:grpSp>
        <p:grpSp>
          <p:nvGrpSpPr>
            <p:cNvPr id="309" name="组合 8">
              <a:extLst>
                <a:ext uri="{FF2B5EF4-FFF2-40B4-BE49-F238E27FC236}">
                  <a16:creationId xmlns:a16="http://schemas.microsoft.com/office/drawing/2014/main" id="{210861D1-5570-AC0C-E17A-1EABDDA7EF93}"/>
                </a:ext>
              </a:extLst>
            </p:cNvPr>
            <p:cNvGrpSpPr/>
            <p:nvPr/>
          </p:nvGrpSpPr>
          <p:grpSpPr>
            <a:xfrm>
              <a:off x="4937760" y="4709160"/>
              <a:ext cx="5760720" cy="1325880"/>
              <a:chOff x="660400" y="4164081"/>
              <a:chExt cx="2723252" cy="1893773"/>
            </a:xfrm>
          </p:grpSpPr>
          <p:sp>
            <p:nvSpPr>
              <p:cNvPr id="310" name="Bullet3">
                <a:extLst>
                  <a:ext uri="{FF2B5EF4-FFF2-40B4-BE49-F238E27FC236}">
                    <a16:creationId xmlns:a16="http://schemas.microsoft.com/office/drawing/2014/main" id="{04AD6C16-BDA8-2D8B-5768-8DC98B116D8C}"/>
                  </a:ext>
                </a:extLst>
              </p:cNvPr>
              <p:cNvSpPr txBox="1"/>
              <p:nvPr/>
            </p:nvSpPr>
            <p:spPr>
              <a:xfrm>
                <a:off x="660400" y="4164081"/>
                <a:ext cx="2723252" cy="648000"/>
              </a:xfrm>
              <a:prstGeom prst="rect">
                <a:avLst/>
              </a:prstGeom>
              <a:noFill/>
            </p:spPr>
            <p:txBody>
              <a:bodyPr wrap="square" lIns="90000" tIns="46800" rIns="90000" bIns="46800" anchor="b" anchorCtr="0">
                <a:normAutofit/>
              </a:bodyPr>
              <a:lstStyle/>
              <a:p>
                <a:pPr algn="l">
                  <a:lnSpc>
                    <a:spcPct val="120000"/>
                  </a:lnSpc>
                </a:pPr>
                <a:r>
                  <a:rPr lang="zh-CN" altLang="en-US" b="1" dirty="0">
                    <a:cs typeface="+mn-ea"/>
                    <a:sym typeface="+mn-lt"/>
                  </a:rPr>
                  <a:t>单击添加小标题</a:t>
                </a:r>
              </a:p>
            </p:txBody>
          </p:sp>
          <p:sp>
            <p:nvSpPr>
              <p:cNvPr id="311" name="Text3">
                <a:extLst>
                  <a:ext uri="{FF2B5EF4-FFF2-40B4-BE49-F238E27FC236}">
                    <a16:creationId xmlns:a16="http://schemas.microsoft.com/office/drawing/2014/main" id="{ED48A2D9-5952-6F19-0551-F4736EF883AB}"/>
                  </a:ext>
                </a:extLst>
              </p:cNvPr>
              <p:cNvSpPr txBox="1"/>
              <p:nvPr/>
            </p:nvSpPr>
            <p:spPr>
              <a:xfrm>
                <a:off x="660400" y="4869854"/>
                <a:ext cx="2723252" cy="1188000"/>
              </a:xfrm>
              <a:prstGeom prst="rect">
                <a:avLst/>
              </a:prstGeom>
            </p:spPr>
            <p:txBody>
              <a:bodyPr vert="horz" wrap="square" lIns="90000" tIns="46800" rIns="90000" bIns="46800" anchor="t">
                <a:normAutofit/>
              </a:bodyPr>
              <a:lstStyle/>
              <a:p>
                <a:pPr algn="l">
                  <a:lnSpc>
                    <a:spcPct val="120000"/>
                  </a:lnSpc>
                </a:pPr>
                <a:r>
                  <a:rPr lang="zh-CN" altLang="en-US" sz="1400" dirty="0">
                    <a:cs typeface="+mn-ea"/>
                    <a:sym typeface="+mn-lt"/>
                  </a:rPr>
                  <a:t>单击此处添加文本单击此处添加文本单击此处添加文本单击此处添加文本单击此处添加文本单击此处添加文本单击此处添加文本</a:t>
                </a:r>
              </a:p>
            </p:txBody>
          </p:sp>
        </p:grpSp>
        <p:sp>
          <p:nvSpPr>
            <p:cNvPr id="312" name="Title">
              <a:extLst>
                <a:ext uri="{FF2B5EF4-FFF2-40B4-BE49-F238E27FC236}">
                  <a16:creationId xmlns:a16="http://schemas.microsoft.com/office/drawing/2014/main" id="{6801732C-A6ED-4F51-10FB-75006FA2B709}"/>
                </a:ext>
              </a:extLst>
            </p:cNvPr>
            <p:cNvSpPr txBox="1"/>
            <p:nvPr/>
          </p:nvSpPr>
          <p:spPr>
            <a:xfrm>
              <a:off x="658368" y="1170432"/>
              <a:ext cx="10863072" cy="502920"/>
            </a:xfrm>
            <a:prstGeom prst="rect">
              <a:avLst/>
            </a:prstGeom>
            <a:noFill/>
          </p:spPr>
          <p:txBody>
            <a:bodyPr wrap="square" anchor="t" anchorCtr="0">
              <a:normAutofit/>
            </a:bodyPr>
            <a:lstStyle>
              <a:defPPr>
                <a:defRPr lang="zh-CN"/>
              </a:defPPr>
              <a:lvl1pPr>
                <a:defRPr sz="2400" b="1">
                  <a:cs typeface="+mn-ea"/>
                </a:defRPr>
              </a:lvl1pPr>
            </a:lstStyle>
            <a:p>
              <a:pPr algn="l"/>
              <a:r>
                <a:rPr lang="zh-CN" altLang="en-US" dirty="0">
                  <a:sym typeface="+mn-lt"/>
                </a:rPr>
                <a:t>单击此处添加长一点的副标题</a:t>
              </a:r>
            </a:p>
          </p:txBody>
        </p:sp>
        <p:sp>
          <p:nvSpPr>
            <p:cNvPr id="313" name="Title">
              <a:extLst>
                <a:ext uri="{FF2B5EF4-FFF2-40B4-BE49-F238E27FC236}">
                  <a16:creationId xmlns:a16="http://schemas.microsoft.com/office/drawing/2014/main" id="{6801732C-A6ED-4F51-10FB-75006FA2B709}"/>
                </a:ext>
              </a:extLst>
            </p:cNvPr>
            <p:cNvSpPr txBox="1"/>
            <p:nvPr/>
          </p:nvSpPr>
          <p:spPr>
            <a:xfrm>
              <a:off x="658368" y="2084831"/>
              <a:ext cx="3657600" cy="1481328"/>
            </a:xfrm>
            <a:prstGeom prst="rect">
              <a:avLst/>
            </a:prstGeom>
            <a:noFill/>
          </p:spPr>
          <p:txBody>
            <a:bodyPr wrap="square" anchor="t" anchorCtr="0">
              <a:normAutofit/>
            </a:bodyPr>
            <a:lstStyle>
              <a:defPPr>
                <a:defRPr lang="zh-CN" sz="9600" b="1"/>
              </a:defPPr>
              <a:lvl1pPr>
                <a:defRPr sz="9600" b="1">
                  <a:cs typeface="+mn-ea"/>
                </a:defRPr>
              </a:lvl1pPr>
            </a:lstStyle>
            <a:p>
              <a:pPr algn="l"/>
              <a:r>
                <a:rPr lang="zh-CN" altLang="en-US" dirty="0" sz="9600" b="1">
                  <a:solidFill>
                    <a:srgbClr val="B0503C"/>
                  </a:solidFill>
                  <a:sym typeface="+mn-lt"/>
                </a:rPr>
                <a:t>00</a:t>
              </a:r>
            </a:p>
          </p:txBody>
        </p:sp>
        <p:sp>
          <p:nvSpPr>
            <p:cNvPr id="314" name="Title">
              <a:extLst>
                <a:ext uri="{FF2B5EF4-FFF2-40B4-BE49-F238E27FC236}">
                  <a16:creationId xmlns:a16="http://schemas.microsoft.com/office/drawing/2014/main" id="{6801732C-A6ED-4F51-10FB-75006FA2B709}"/>
                </a:ext>
              </a:extLst>
            </p:cNvPr>
            <p:cNvSpPr txBox="1"/>
            <p:nvPr/>
          </p:nvSpPr>
          <p:spPr>
            <a:xfrm>
              <a:off x="658368" y="3547872"/>
              <a:ext cx="3657600" cy="402336"/>
            </a:xfrm>
            <a:prstGeom prst="rect">
              <a:avLst/>
            </a:prstGeom>
            <a:noFill/>
          </p:spPr>
          <p:txBody>
            <a:bodyPr wrap="square" anchor="t" anchorCtr="0">
              <a:normAutofit/>
            </a:bodyPr>
            <a:lstStyle>
              <a:defPPr>
                <a:defRPr lang="zh-CN" sz="1800" b="1"/>
              </a:defPPr>
              <a:lvl1pPr>
                <a:defRPr sz="1800" b="1">
                  <a:cs typeface="+mn-ea"/>
                </a:defRPr>
              </a:lvl1pPr>
            </a:lstStyle>
            <a:p>
              <a:pPr algn="l"/>
              <a:r>
                <a:rPr lang="zh-CN" altLang="en-US" dirty="0" sz="1800" b="1">
                  <a:sym typeface="+mn-lt"/>
                </a:rPr>
                <a:t>单击添加小标题</a:t>
              </a:r>
            </a:p>
          </p:txBody>
        </p:sp>
        <p:sp>
          <p:nvSpPr>
            <p:cNvPr id="315" name="Text1">
              <a:extLst>
                <a:ext uri="{FF2B5EF4-FFF2-40B4-BE49-F238E27FC236}">
                  <a16:creationId xmlns:a16="http://schemas.microsoft.com/office/drawing/2014/main" id="{3771B3F7-F96F-EF94-8446-86735EE3B199}"/>
                </a:ext>
              </a:extLst>
            </p:cNvPr>
            <p:cNvSpPr txBox="1"/>
            <p:nvPr/>
          </p:nvSpPr>
          <p:spPr>
            <a:xfrm>
              <a:off x="658368" y="4005072"/>
              <a:ext cx="3657600" cy="1645920"/>
            </a:xfrm>
            <a:prstGeom prst="rect">
              <a:avLst/>
            </a:prstGeom>
          </p:spPr>
          <p:txBody>
            <a:bodyPr vert="horz" wrap="square" lIns="90000" tIns="46800" rIns="90000" bIns="46800" anchor="t">
              <a:normAutofit/>
            </a:bodyPr>
            <a:lstStyle/>
            <a:p>
              <a:pPr algn="l">
                <a:lnSpc>
                  <a:spcPct val="120000"/>
                </a:lnSpc>
              </a:pPr>
              <a:r>
                <a:rPr lang="zh-CN" altLang="en-US" sz="1400" dirty="0">
                  <a:cs typeface="+mn-ea"/>
                  <a:sym typeface="+mn-lt"/>
                </a:rPr>
                <a:t>单击此处添加文本单击此处添加文本单击此处添加文本单击此处添加文本单击此处添加文本单击此处添加文本单击此处添加文本</a:t>
              </a: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400" name=""/>
        <p:cNvGrpSpPr/>
        <p:nvPr/>
      </p:nvGrpSpPr>
      <p:grpSpPr/>
      <p:sp>
        <p:nvSpPr>
          <p:cNvPr id="401" name="Title 1">
            <a:extLst>
              <a:ext uri="{FF2B5EF4-FFF2-40B4-BE49-F238E27FC236}">
                <a16:creationId xmlns:a16="http://schemas.microsoft.com/office/drawing/2014/main" id="{2B57E478-B83F-A27B-C7C1-C5F0D70741AF}"/>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402" name="组合 3">
            <a:extLst>
              <a:ext uri="{FF2B5EF4-FFF2-40B4-BE49-F238E27FC236}">
                <a16:creationId xmlns:a16="http://schemas.microsoft.com/office/drawing/2014/main" id="{91F540AF-8431-73E8-43CC-5D53C8818F2F}"/>
              </a:ext>
            </a:extLst>
          </p:cNvPr>
          <p:cNvGrpSpPr/>
          <p:nvPr/>
        </p:nvGrpSpPr>
        <p:grpSpPr>
          <a:xfrm>
            <a:off x="0" y="1130300"/>
            <a:ext cx="12192000" cy="5727700"/>
            <a:chOff x="0" y="1130300"/>
            <a:chExt cx="12192000" cy="5727700"/>
          </a:xfrm>
        </p:grpSpPr>
        <p:sp>
          <p:nvSpPr>
            <p:cNvPr id="403" name="矩形 4">
              <a:extLst>
                <a:ext uri="{FF2B5EF4-FFF2-40B4-BE49-F238E27FC236}">
                  <a16:creationId xmlns:a16="http://schemas.microsoft.com/office/drawing/2014/main" id="{051FC01A-C452-9BC4-CD8F-2184701CAE93}"/>
                </a:ext>
              </a:extLst>
            </p:cNvPr>
            <p:cNvSpPr/>
            <p:nvPr/>
          </p:nvSpPr>
          <p:spPr>
            <a:xfrm>
              <a:off x="0" y="1130300"/>
              <a:ext cx="12192000" cy="5727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404" name="Title">
              <a:extLst>
                <a:ext uri="{FF2B5EF4-FFF2-40B4-BE49-F238E27FC236}">
                  <a16:creationId xmlns:a16="http://schemas.microsoft.com/office/drawing/2014/main" id="{29D1BB01-2C8F-292F-0732-74220CDAC70E}"/>
                </a:ext>
              </a:extLst>
            </p:cNvPr>
            <p:cNvSpPr txBox="1"/>
            <p:nvPr/>
          </p:nvSpPr>
          <p:spPr>
            <a:xfrm>
              <a:off x="1463040" y="2048256"/>
              <a:ext cx="9262872" cy="1280160"/>
            </a:xfrm>
            <a:prstGeom prst="rect">
              <a:avLst/>
            </a:prstGeom>
            <a:noFill/>
          </p:spPr>
          <p:txBody>
            <a:bodyPr wrap="square" anchor="t" anchorCtr="0">
              <a:normAutofit/>
            </a:bodyPr>
            <a:lstStyle>
              <a:defPPr>
                <a:defRPr lang="zh-CN" sz="4000" b="1"/>
              </a:defPPr>
              <a:lvl1pPr>
                <a:defRPr sz="4000" b="1">
                  <a:cs typeface="+mn-ea"/>
                </a:defRPr>
              </a:lvl1pPr>
            </a:lstStyle>
            <a:p>
              <a:pPr algn="ctr"/>
              <a:r>
                <a:rPr lang="zh-CN" altLang="en-US" dirty="0" sz="4000" b="1">
                  <a:solidFill>
                    <a:srgbClr val="FFFFFF"/>
                  </a:solidFill>
                  <a:sym typeface="+mn-lt"/>
                </a:rPr>
                <a:t>单击此处添加引用金句</a:t>
              </a:r>
            </a:p>
            <a:p>
              <a:pPr algn="ctr"/>
              <a:r>
                <a:rPr lang="zh-CN" altLang="en-US" dirty="0" sz="4000" b="1">
                  <a:solidFill>
                    <a:srgbClr val="FFFFFF"/>
                  </a:solidFill>
                  <a:sym typeface="+mn-lt"/>
                </a:rPr>
                <a:t>此处可添加第二行金句</a:t>
              </a:r>
            </a:p>
          </p:txBody>
        </p:sp>
        <p:pic>
          <p:nvPicPr>
            <p:cNvPr id="405" name="图片 11">
              <a:extLst>
                <a:ext uri="{FF2B5EF4-FFF2-40B4-BE49-F238E27FC236}">
                  <a16:creationId xmlns:a16="http://schemas.microsoft.com/office/drawing/2014/main" id="{9D1570EB-C183-EB4C-D123-1CFB5F8A352B}"/>
                </a:ext>
              </a:extLst>
            </p:cNvPr>
            <p:cNvPicPr>
              <a:picLocks noChangeAspect="1"/>
            </p:cNvPicPr>
            <p:nvPr/>
          </p:nvPicPr>
          <p:blipFill>
            <a:blip r:embed="rId3"/>
            <a:srcRect/>
            <a:stretch>
              <a:fillRect/>
            </a:stretch>
          </p:blipFill>
          <p:spPr>
            <a:xfrm>
              <a:off x="5452360" y="4526280"/>
              <a:ext cx="1293375" cy="1298448"/>
            </a:xfrm>
            <a:prstGeom prst="rect">
              <a:avLst/>
            </a:prstGeom>
          </p:spPr>
        </p:pic>
        <p:sp>
          <p:nvSpPr>
            <p:cNvPr id="406" name="Text1">
              <a:extLst>
                <a:ext uri="{FF2B5EF4-FFF2-40B4-BE49-F238E27FC236}">
                  <a16:creationId xmlns:a16="http://schemas.microsoft.com/office/drawing/2014/main" id="{4B410A62-64AB-3FCA-370E-C27BAE94DD0F}"/>
                </a:ext>
              </a:extLst>
            </p:cNvPr>
            <p:cNvSpPr txBox="1"/>
            <p:nvPr/>
          </p:nvSpPr>
          <p:spPr>
            <a:xfrm>
              <a:off x="1463040" y="3822191"/>
              <a:ext cx="9262872" cy="402336"/>
            </a:xfrm>
            <a:prstGeom prst="rect">
              <a:avLst/>
            </a:prstGeom>
          </p:spPr>
          <p:txBody>
            <a:bodyPr vert="horz" wrap="square" lIns="90000" tIns="46800" rIns="90000" bIns="46800" anchor="t">
              <a:normAutofit/>
            </a:bodyPr>
            <a:lstStyle/>
            <a:p>
              <a:pPr algn="ctr">
                <a:lnSpc>
                  <a:spcPct val="120000"/>
                </a:lnSpc>
              </a:pPr>
              <a:r>
                <a:rPr lang="zh-CN" altLang="en-US" sz="1800" dirty="0">
                  <a:solidFill>
                    <a:srgbClr val="FFFFFF"/>
                  </a:solidFill>
                  <a:cs typeface="+mn-ea"/>
                  <a:sym typeface="+mn-lt"/>
                </a:rPr>
                <a:t>——单击添加出处</a:t>
              </a: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500" name=""/>
        <p:cNvGrpSpPr/>
        <p:nvPr/>
      </p:nvGrpSpPr>
      <p:grpSpPr/>
      <p:sp>
        <p:nvSpPr>
          <p:cNvPr id="501" name="Title 1">
            <a:extLst>
              <a:ext uri="{FF2B5EF4-FFF2-40B4-BE49-F238E27FC236}">
                <a16:creationId xmlns:a16="http://schemas.microsoft.com/office/drawing/2014/main" id="{2B57E478-B83F-A27B-C7C1-C5F0D70741AF}"/>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02" name="组合 3">
            <a:extLst>
              <a:ext uri="{FF2B5EF4-FFF2-40B4-BE49-F238E27FC236}">
                <a16:creationId xmlns:a16="http://schemas.microsoft.com/office/drawing/2014/main" id="{91F540AF-8431-73E8-43CC-5D53C8818F2F}"/>
              </a:ext>
            </a:extLst>
          </p:cNvPr>
          <p:cNvGrpSpPr/>
          <p:nvPr/>
        </p:nvGrpSpPr>
        <p:grpSpPr>
          <a:xfrm>
            <a:off x="0" y="1130300"/>
            <a:ext cx="12192000" cy="5727700"/>
            <a:chOff x="0" y="1130300"/>
            <a:chExt cx="12192000" cy="5727700"/>
          </a:xfrm>
        </p:grpSpPr>
        <p:sp>
          <p:nvSpPr>
            <p:cNvPr id="503" name="矩形 4">
              <a:extLst>
                <a:ext uri="{FF2B5EF4-FFF2-40B4-BE49-F238E27FC236}">
                  <a16:creationId xmlns:a16="http://schemas.microsoft.com/office/drawing/2014/main" id="{051FC01A-C452-9BC4-CD8F-2184701CAE93}"/>
                </a:ext>
              </a:extLst>
            </p:cNvPr>
            <p:cNvSpPr/>
            <p:nvPr/>
          </p:nvSpPr>
          <p:spPr>
            <a:xfrm>
              <a:off x="7498079" y="1783080"/>
              <a:ext cx="4032504" cy="4160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92608" tIns="237744" rIns="292608"/>
            <a:lstStyle>
              <a:defPPr>
                <a:defRPr lang="zh-CN" sz="2400" b="1"/>
              </a:defPPr>
              <a:lvl1pPr>
                <a:defRPr sz="2400" b="1">
                  <a:cs typeface="+mn-ea"/>
                </a:defRPr>
              </a:lvl1pPr>
            </a:lstStyle>
            <a:p>
              <a:pPr algn="l"/>
              <a:r>
                <a:rPr lang="zh-CN" altLang="en-US" dirty="0" sz="2400" b="1">
                  <a:solidFill>
                    <a:srgbClr val="FFFFFF"/>
                  </a:solidFill>
                  <a:sym typeface="+mn-lt"/>
                </a:rPr>
                <a:t>单击添加小标题</a:t>
              </a:r>
            </a:p>
          </p:txBody>
        </p:sp>
        <p:sp>
          <p:nvSpPr>
            <p:cNvPr id="504" name="Title">
              <a:extLst>
                <a:ext uri="{FF2B5EF4-FFF2-40B4-BE49-F238E27FC236}">
                  <a16:creationId xmlns:a16="http://schemas.microsoft.com/office/drawing/2014/main" id="{29D1BB01-2C8F-292F-0732-74220CDAC70E}"/>
                </a:ext>
              </a:extLst>
            </p:cNvPr>
            <p:cNvSpPr txBox="1"/>
            <p:nvPr/>
          </p:nvSpPr>
          <p:spPr>
            <a:xfrm>
              <a:off x="658368" y="1170432"/>
              <a:ext cx="10863072" cy="502920"/>
            </a:xfrm>
            <a:prstGeom prst="rect">
              <a:avLst/>
            </a:prstGeom>
            <a:noFill/>
          </p:spPr>
          <p:txBody>
            <a:bodyPr wrap="square" anchor="ctr" anchorCtr="0">
              <a:normAutofit/>
            </a:bodyPr>
            <a:lstStyle>
              <a:defPPr>
                <a:defRPr lang="zh-CN" sz="2400" b="1"/>
              </a:defPPr>
              <a:lvl1pPr>
                <a:defRPr sz="2400" b="1">
                  <a:cs typeface="+mn-ea"/>
                </a:defRPr>
              </a:lvl1pPr>
            </a:lstStyle>
            <a:p>
              <a:pPr algn="l"/>
              <a:r>
                <a:rPr lang="zh-CN" altLang="en-US" dirty="0" sz="2400" b="1">
                  <a:solidFill>
                    <a:srgbClr val="000000"/>
                  </a:solidFill>
                  <a:sym typeface="+mn-lt"/>
                </a:rPr>
                <a:t>单击此处添加长一点的副标题</a:t>
              </a:r>
            </a:p>
          </p:txBody>
        </p:sp>
        <p:grpSp>
          <p:nvGrpSpPr>
            <p:cNvPr id="505" name="组合 7">
              <a:extLst>
                <a:ext uri="{FF2B5EF4-FFF2-40B4-BE49-F238E27FC236}">
                  <a16:creationId xmlns:a16="http://schemas.microsoft.com/office/drawing/2014/main" id="{33FA0F7A-FB69-AAAD-3E06-E3487850E274}"/>
                </a:ext>
              </a:extLst>
            </p:cNvPr>
            <p:cNvGrpSpPr/>
            <p:nvPr/>
          </p:nvGrpSpPr>
          <p:grpSpPr>
            <a:xfrm>
              <a:off x="7790688" y="2487168"/>
              <a:ext cx="3447288" cy="1060704"/>
              <a:chOff x="720601" y="4032189"/>
              <a:chExt cx="3096000" cy="1754371"/>
            </a:xfrm>
          </p:grpSpPr>
          <p:sp>
            <p:nvSpPr>
              <p:cNvPr id="506"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l">
                  <a:lnSpc>
                    <a:spcPct val="120000"/>
                  </a:lnSpc>
                </a:pPr>
                <a:r>
                  <a:rPr lang="zh-CN" altLang="en-US" b="1" dirty="0">
                    <a:solidFill>
                      <a:srgbClr val="FFFFFF"/>
                    </a:solidFill>
                    <a:cs typeface="+mn-ea"/>
                    <a:sym typeface="+mn-lt"/>
                  </a:rPr>
                  <a:t>单击添加小标题</a:t>
                </a:r>
              </a:p>
            </p:txBody>
          </p:sp>
          <p:sp>
            <p:nvSpPr>
              <p:cNvPr id="507"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gn="l">
                  <a:lnSpc>
                    <a:spcPct val="120000"/>
                  </a:lnSpc>
                </a:pPr>
                <a:r>
                  <a:rPr lang="zh-CN" altLang="en-US" sz="1400" dirty="0">
                    <a:solidFill>
                      <a:srgbClr val="FFFFFF"/>
                    </a:solidFill>
                    <a:cs typeface="+mn-ea"/>
                    <a:sym typeface="+mn-lt"/>
                  </a:rPr>
                  <a:t>单击此处添加文本单击此处添加文本单击此处添加文本</a:t>
                </a:r>
              </a:p>
            </p:txBody>
          </p:sp>
        </p:grpSp>
        <p:pic>
          <p:nvPicPr>
            <p:cNvPr id="508" name="图片 10">
              <a:extLst>
                <a:ext uri="{FF2B5EF4-FFF2-40B4-BE49-F238E27FC236}">
                  <a16:creationId xmlns:a16="http://schemas.microsoft.com/office/drawing/2014/main" id="{0BFA0B72-F687-64CF-D63D-AD31903A02FA}"/>
                </a:ext>
              </a:extLst>
            </p:cNvPr>
            <p:cNvPicPr>
              <a:picLocks noChangeAspect="1"/>
            </p:cNvPicPr>
            <p:nvPr/>
          </p:nvPicPr>
          <p:blipFill>
            <a:blip r:embed="rId5"/>
            <a:srcRect/>
            <a:stretch>
              <a:fillRect/>
            </a:stretch>
          </p:blipFill>
          <p:spPr>
            <a:xfrm>
              <a:off x="721360" y="1847088"/>
              <a:ext cx="6274816" cy="3529584"/>
            </a:xfrm>
            <a:prstGeom prst="rect">
              <a:avLst/>
            </a:prstGeom>
          </p:spPr>
        </p:pic>
        <p:sp>
          <p:nvSpPr>
            <p:cNvPr id="509" name="Text1">
              <a:extLst>
                <a:ext uri="{FF2B5EF4-FFF2-40B4-BE49-F238E27FC236}">
                  <a16:creationId xmlns:a16="http://schemas.microsoft.com/office/drawing/2014/main" id="{4B410A62-64AB-3FCA-370E-C27BAE94DD0F}"/>
                </a:ext>
              </a:extLst>
            </p:cNvPr>
            <p:cNvSpPr txBox="1"/>
            <p:nvPr/>
          </p:nvSpPr>
          <p:spPr>
            <a:xfrm>
              <a:off x="658368" y="5468112"/>
              <a:ext cx="6400800" cy="310896"/>
            </a:xfrm>
            <a:prstGeom prst="rect">
              <a:avLst/>
            </a:prstGeom>
          </p:spPr>
          <p:txBody>
            <a:bodyPr vert="horz" wrap="square" lIns="90000" tIns="46800" rIns="90000" bIns="46800" anchor="t">
              <a:normAutofit/>
            </a:bodyPr>
            <a:lstStyle/>
            <a:p>
              <a:pPr algn="l">
                <a:lnSpc>
                  <a:spcPct val="120000"/>
                </a:lnSpc>
              </a:pPr>
              <a:r>
                <a:rPr lang="zh-CN" altLang="en-US" sz="1200" dirty="0">
                  <a:solidFill>
                    <a:srgbClr val="000000"/>
                  </a:solidFill>
                  <a:cs typeface="+mn-ea"/>
                  <a:sym typeface="+mn-lt"/>
                </a:rPr>
                <a:t>单击此处添加图片注释说明文字</a:t>
              </a:r>
            </a:p>
          </p:txBody>
        </p:sp>
        <p:grpSp>
          <p:nvGrpSpPr>
            <p:cNvPr id="510" name="组合 7">
              <a:extLst>
                <a:ext uri="{FF2B5EF4-FFF2-40B4-BE49-F238E27FC236}">
                  <a16:creationId xmlns:a16="http://schemas.microsoft.com/office/drawing/2014/main" id="{33FA0F7A-FB69-AAAD-3E06-E3487850E274}"/>
                </a:ext>
              </a:extLst>
            </p:cNvPr>
            <p:cNvGrpSpPr/>
            <p:nvPr/>
          </p:nvGrpSpPr>
          <p:grpSpPr>
            <a:xfrm>
              <a:off x="7790688" y="3621024"/>
              <a:ext cx="3447288" cy="1060704"/>
              <a:chOff x="720601" y="4032189"/>
              <a:chExt cx="3096000" cy="1754371"/>
            </a:xfrm>
          </p:grpSpPr>
          <p:sp>
            <p:nvSpPr>
              <p:cNvPr id="511"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l">
                  <a:lnSpc>
                    <a:spcPct val="120000"/>
                  </a:lnSpc>
                </a:pPr>
                <a:r>
                  <a:rPr lang="zh-CN" altLang="en-US" b="1" dirty="0">
                    <a:solidFill>
                      <a:srgbClr val="FFFFFF"/>
                    </a:solidFill>
                    <a:cs typeface="+mn-ea"/>
                    <a:sym typeface="+mn-lt"/>
                  </a:rPr>
                  <a:t>单击添加小标题</a:t>
                </a:r>
              </a:p>
            </p:txBody>
          </p:sp>
          <p:sp>
            <p:nvSpPr>
              <p:cNvPr id="512"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gn="l">
                  <a:lnSpc>
                    <a:spcPct val="120000"/>
                  </a:lnSpc>
                </a:pPr>
                <a:r>
                  <a:rPr lang="zh-CN" altLang="en-US" sz="1400" dirty="0">
                    <a:solidFill>
                      <a:srgbClr val="FFFFFF"/>
                    </a:solidFill>
                    <a:cs typeface="+mn-ea"/>
                    <a:sym typeface="+mn-lt"/>
                  </a:rPr>
                  <a:t>单击此处添加文本单击此处添加文本单击此处添加文本</a:t>
                </a:r>
              </a:p>
            </p:txBody>
          </p:sp>
        </p:grpSp>
        <p:grpSp>
          <p:nvGrpSpPr>
            <p:cNvPr id="513" name="组合 7">
              <a:extLst>
                <a:ext uri="{FF2B5EF4-FFF2-40B4-BE49-F238E27FC236}">
                  <a16:creationId xmlns:a16="http://schemas.microsoft.com/office/drawing/2014/main" id="{33FA0F7A-FB69-AAAD-3E06-E3487850E274}"/>
                </a:ext>
              </a:extLst>
            </p:cNvPr>
            <p:cNvGrpSpPr/>
            <p:nvPr/>
          </p:nvGrpSpPr>
          <p:grpSpPr>
            <a:xfrm>
              <a:off x="7790688" y="4754880"/>
              <a:ext cx="3447288" cy="1060704"/>
              <a:chOff x="720601" y="4032189"/>
              <a:chExt cx="3096000" cy="1754371"/>
            </a:xfrm>
          </p:grpSpPr>
          <p:sp>
            <p:nvSpPr>
              <p:cNvPr id="514"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l">
                  <a:lnSpc>
                    <a:spcPct val="120000"/>
                  </a:lnSpc>
                </a:pPr>
                <a:r>
                  <a:rPr lang="zh-CN" altLang="en-US" b="1" dirty="0">
                    <a:solidFill>
                      <a:srgbClr val="FFFFFF"/>
                    </a:solidFill>
                    <a:cs typeface="+mn-ea"/>
                    <a:sym typeface="+mn-lt"/>
                  </a:rPr>
                  <a:t>单击添加小标题</a:t>
                </a:r>
              </a:p>
            </p:txBody>
          </p:sp>
          <p:sp>
            <p:nvSpPr>
              <p:cNvPr id="515"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gn="l">
                  <a:lnSpc>
                    <a:spcPct val="120000"/>
                  </a:lnSpc>
                </a:pPr>
                <a:r>
                  <a:rPr lang="zh-CN" altLang="en-US" sz="1400" dirty="0">
                    <a:solidFill>
                      <a:srgbClr val="FFFFFF"/>
                    </a:solidFill>
                    <a:cs typeface="+mn-ea"/>
                    <a:sym typeface="+mn-lt"/>
                  </a:rPr>
                  <a:t>单击此处添加文本单击此处添加文本单击此处添加文本</a:t>
                </a:r>
              </a:p>
            </p:txBody>
          </p:sp>
        </p:gr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thm15="http://schemas.microsoft.com/office/thememl/2012/main" xmlns:a="http://schemas.openxmlformats.org/drawingml/2006/main" name="Raven">
  <a:themeElements>
    <a:clrScheme name="0112">
      <a:dk1>
        <a:srgbClr val="000000"/>
      </a:dk1>
      <a:lt1>
        <a:srgbClr val="FFFFFF"/>
      </a:lt1>
      <a:dk2>
        <a:srgbClr val="778495"/>
      </a:dk2>
      <a:lt2>
        <a:srgbClr val="F0F0F0"/>
      </a:lt2>
      <a:accent1>
        <a:srgbClr val="B0503C"/>
      </a:accent1>
      <a:accent2>
        <a:srgbClr val="EDC6A2"/>
      </a:accent2>
      <a:accent3>
        <a:srgbClr val="DCB730"/>
      </a:accent3>
      <a:accent4>
        <a:srgbClr val="759060"/>
      </a:accent4>
      <a:accent5>
        <a:srgbClr val="AE936E"/>
      </a:accent5>
      <a:accent6>
        <a:srgbClr val="B87368"/>
      </a:accent6>
      <a:hlink>
        <a:srgbClr val="DC5F38"/>
      </a:hlink>
      <a:folHlink>
        <a:srgbClr val="BFBFBF"/>
      </a:folHlink>
    </a:clrScheme>
    <a:fontScheme name="Raven">
      <a:majorFont>
        <a:latin typeface="Arial"/>
        <a:ea typeface="微软雅黑"/>
        <a:cs typeface=""/>
      </a:majorFont>
      <a:minorFont>
        <a:latin typeface="Arial"/>
        <a:ea typeface="微软雅黑"/>
        <a:cs typeface=""/>
      </a:minorFont>
    </a:fontScheme>
    <a:fmtScheme name="Rave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ven"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188</TotalTime>
  <Words>767</Words>
  <Application>Microsoft Office PowerPoint</Application>
  <PresentationFormat>宽屏</PresentationFormat>
  <Paragraphs>99</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Raven</vt:lpstr>
      <vt:lpstr>红色中国风传统文化介绍</vt:lpstr>
      <vt:lpstr>目录</vt:lpstr>
      <vt:lpstr>单击此处添加章节标</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Chinese Traditional Culture</dc:title>
  <dc:creator>Raven</dc:creator>
  <cp:lastModifiedBy>Raven</cp:lastModifiedBy>
  <cp:revision>143</cp:revision>
  <dcterms:created xsi:type="dcterms:W3CDTF">2023-06-05T05:58:43Z</dcterms:created>
  <dcterms:modified xsi:type="dcterms:W3CDTF">2026-09-22T07:05:15Z</dcterms:modified>
</cp:coreProperties>
</file>