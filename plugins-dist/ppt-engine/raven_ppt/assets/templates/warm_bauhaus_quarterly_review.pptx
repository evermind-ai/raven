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78" r:id="rId3"/>
    <p:sldId id="258" r:id="rId4"/>
    <p:sldId id="281" r:id="rId5"/>
    <p:sldId id="286" r:id="rId6"/>
    <p:sldId id="288" r:id="rId7"/>
    <p:sldId id="264" r:id="rId8"/>
    <p:sldId id="292" r:id="rId9"/>
    <p:sldId id="293" r:id="rId10"/>
    <p:sldId id="311" r:id="rId11"/>
    <p:sldId id="321" r:id="rId12"/>
    <p:sldId id="323" r:id="rId13"/>
    <p:sldId id="270" r:id="rId14"/>
    <p:sldId id="328" r:id="rId15"/>
    <p:sldId id="332" r:id="rId16"/>
    <p:sldId id="335" r:id="rId17"/>
    <p:sldId id="338" r:id="rId18"/>
    <p:sldId id="276" r:id="rId19"/>
  </p:sldIdLst>
  <p:sldSz cx="12192000" cy="6858000"/>
  <p:notesSz cx="6858000" cy="91440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256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>
        <p:scale>
          <a:sx n="75" d="100"/>
          <a:sy n="75" d="100"/>
        </p:scale>
        <p:origin x="498" y="768"/>
      </p:cViewPr>
      <p:guideLst>
        <p:guide pos="7256"/>
        <p:guide orient="horz" pos="39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tags" Target="tags/tag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4418F2-C6E6-4B33-AEF9-2DEADA9812DE}" type="datetimeFigureOut">
              <a:rPr lang="zh-CN" altLang="en-US" smtClean="0"/>
              <a:t>2025/7/7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DD04B-FDE4-4865-8264-61B8BD221F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1339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16="http://schemas.microsoft.com/office/drawing/2014/main" xmlns:a="http://schemas.openxmlformats.org/drawingml/2006/main" xmlns:r="http://schemas.openxmlformats.org/officeDocument/2006/relationships" xmlns:p="http://schemas.openxmlformats.org/presentationml/2006/main" showMasterSp="0" matchingName="Title Slide" type="title" preserve="1">
  <p:cSld name="Title Slide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E133EB0D-26A2-5567-6391-3DD9862B191E}"/>
              </a:ext>
            </a:extLst>
          </p:cNvPr>
          <p:cNvGrpSpPr/>
          <p:nvPr userDrawn="1"/>
        </p:nvGrpSpPr>
        <p:grpSpPr>
          <a:xfrm>
            <a:off x="1" y="453428"/>
            <a:ext cx="12191988" cy="6404572"/>
            <a:chOff x="1" y="453428"/>
            <a:chExt cx="12191988" cy="6404572"/>
          </a:xfrm>
        </p:grpSpPr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264E5C11-1418-5626-7603-4692DCD020EF}"/>
                </a:ext>
              </a:extLst>
            </p:cNvPr>
            <p:cNvSpPr/>
            <p:nvPr userDrawn="1"/>
          </p:nvSpPr>
          <p:spPr>
            <a:xfrm>
              <a:off x="1" y="5507875"/>
              <a:ext cx="12191988" cy="13501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" name="图形 8">
              <a:extLst>
                <a:ext uri="{FF2B5EF4-FFF2-40B4-BE49-F238E27FC236}">
                  <a16:creationId xmlns:a16="http://schemas.microsoft.com/office/drawing/2014/main" id="{53559D52-EF0B-FA8F-9CC3-468EC9C12D70}"/>
                </a:ext>
              </a:extLst>
            </p:cNvPr>
            <p:cNvGrpSpPr/>
            <p:nvPr userDrawn="1"/>
          </p:nvGrpSpPr>
          <p:grpSpPr>
            <a:xfrm>
              <a:off x="6944779" y="453428"/>
              <a:ext cx="4813928" cy="6009017"/>
              <a:chOff x="6944779" y="453428"/>
              <a:chExt cx="4813928" cy="6009017"/>
            </a:xfrm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98706D93-7F07-FAA8-9162-E9278E974BBE}"/>
                  </a:ext>
                </a:extLst>
              </p:cNvPr>
              <p:cNvSpPr/>
              <p:nvPr/>
            </p:nvSpPr>
            <p:spPr>
              <a:xfrm rot="-5400000">
                <a:off x="8161471" y="2860456"/>
                <a:ext cx="1195870" cy="1195876"/>
              </a:xfrm>
              <a:custGeom>
                <a:avLst/>
                <a:gdLst>
                  <a:gd name="connsiteX0" fmla="*/ 0 w 1195870"/>
                  <a:gd name="connsiteY0" fmla="*/ 0 h 1195876"/>
                  <a:gd name="connsiteX1" fmla="*/ 1195871 w 1195870"/>
                  <a:gd name="connsiteY1" fmla="*/ 0 h 1195876"/>
                  <a:gd name="connsiteX2" fmla="*/ 1195871 w 1195870"/>
                  <a:gd name="connsiteY2" fmla="*/ 1195877 h 1195876"/>
                  <a:gd name="connsiteX3" fmla="*/ 0 w 1195870"/>
                  <a:gd name="connsiteY3" fmla="*/ 1195877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0" h="1195876">
                    <a:moveTo>
                      <a:pt x="0" y="0"/>
                    </a:moveTo>
                    <a:lnTo>
                      <a:pt x="1195871" y="0"/>
                    </a:lnTo>
                    <a:lnTo>
                      <a:pt x="1195871" y="1195877"/>
                    </a:lnTo>
                    <a:lnTo>
                      <a:pt x="0" y="1195877"/>
                    </a:lnTo>
                    <a:close/>
                  </a:path>
                </a:pathLst>
              </a:custGeom>
              <a:solidFill>
                <a:srgbClr val="DC424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B0FBE556-7834-2696-AD6A-8DAAC0DEF0CE}"/>
                  </a:ext>
                </a:extLst>
              </p:cNvPr>
              <p:cNvSpPr/>
              <p:nvPr/>
            </p:nvSpPr>
            <p:spPr>
              <a:xfrm rot="-5400000">
                <a:off x="8161465" y="4056325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7 h 1195876"/>
                  <a:gd name="connsiteX3" fmla="*/ 0 w 1195876"/>
                  <a:gd name="connsiteY3" fmla="*/ 1195877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7"/>
                    </a:lnTo>
                    <a:lnTo>
                      <a:pt x="0" y="1195877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" name="任意多边形: 形状 11">
                <a:extLst>
                  <a:ext uri="{FF2B5EF4-FFF2-40B4-BE49-F238E27FC236}">
                    <a16:creationId xmlns:a16="http://schemas.microsoft.com/office/drawing/2014/main" id="{35356A75-D42C-7B21-D167-A9117CFFE754}"/>
                  </a:ext>
                </a:extLst>
              </p:cNvPr>
              <p:cNvSpPr/>
              <p:nvPr/>
            </p:nvSpPr>
            <p:spPr>
              <a:xfrm>
                <a:off x="6962343" y="463797"/>
                <a:ext cx="1195876" cy="1195870"/>
              </a:xfrm>
              <a:custGeom>
                <a:avLst/>
                <a:gdLst>
                  <a:gd name="connsiteX0" fmla="*/ 0 w 1195876"/>
                  <a:gd name="connsiteY0" fmla="*/ 1195870 h 1195870"/>
                  <a:gd name="connsiteX1" fmla="*/ 0 w 1195876"/>
                  <a:gd name="connsiteY1" fmla="*/ 0 h 1195870"/>
                  <a:gd name="connsiteX2" fmla="*/ 1195877 w 1195876"/>
                  <a:gd name="connsiteY2" fmla="*/ 0 h 1195870"/>
                  <a:gd name="connsiteX3" fmla="*/ 1195877 w 1195876"/>
                  <a:gd name="connsiteY3" fmla="*/ 521799 h 1195870"/>
                  <a:gd name="connsiteX4" fmla="*/ 521805 w 1195876"/>
                  <a:gd name="connsiteY4" fmla="*/ 1195870 h 1195870"/>
                  <a:gd name="connsiteX5" fmla="*/ 0 w 1195876"/>
                  <a:gd name="connsiteY5" fmla="*/ 1195870 h 1195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5876" h="1195870">
                    <a:moveTo>
                      <a:pt x="0" y="1195870"/>
                    </a:moveTo>
                    <a:lnTo>
                      <a:pt x="0" y="0"/>
                    </a:lnTo>
                    <a:lnTo>
                      <a:pt x="1195877" y="0"/>
                    </a:lnTo>
                    <a:lnTo>
                      <a:pt x="1195877" y="521799"/>
                    </a:lnTo>
                    <a:cubicBezTo>
                      <a:pt x="1195877" y="894080"/>
                      <a:pt x="894087" y="1195870"/>
                      <a:pt x="521805" y="1195870"/>
                    </a:cubicBezTo>
                    <a:lnTo>
                      <a:pt x="0" y="1195870"/>
                    </a:lnTo>
                    <a:close/>
                  </a:path>
                </a:pathLst>
              </a:custGeom>
              <a:solidFill>
                <a:srgbClr val="EFC590">
                  <a:alpha val="7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63FAF78-24C0-37D2-BDB8-E14E08825641}"/>
                  </a:ext>
                </a:extLst>
              </p:cNvPr>
              <p:cNvSpPr/>
              <p:nvPr/>
            </p:nvSpPr>
            <p:spPr>
              <a:xfrm rot="-5400000">
                <a:off x="6965583" y="2860458"/>
                <a:ext cx="1195870" cy="1195870"/>
              </a:xfrm>
              <a:custGeom>
                <a:avLst/>
                <a:gdLst>
                  <a:gd name="connsiteX0" fmla="*/ 0 w 1195870"/>
                  <a:gd name="connsiteY0" fmla="*/ 0 h 1195870"/>
                  <a:gd name="connsiteX1" fmla="*/ 1195871 w 1195870"/>
                  <a:gd name="connsiteY1" fmla="*/ 0 h 1195870"/>
                  <a:gd name="connsiteX2" fmla="*/ 1195871 w 1195870"/>
                  <a:gd name="connsiteY2" fmla="*/ 1195870 h 1195870"/>
                  <a:gd name="connsiteX3" fmla="*/ 0 w 1195870"/>
                  <a:gd name="connsiteY3" fmla="*/ 1195870 h 1195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0" h="1195870">
                    <a:moveTo>
                      <a:pt x="0" y="0"/>
                    </a:moveTo>
                    <a:lnTo>
                      <a:pt x="1195871" y="0"/>
                    </a:lnTo>
                    <a:lnTo>
                      <a:pt x="1195871" y="1195870"/>
                    </a:lnTo>
                    <a:lnTo>
                      <a:pt x="0" y="1195870"/>
                    </a:lnTo>
                    <a:close/>
                  </a:path>
                </a:pathLst>
              </a:custGeom>
              <a:solidFill>
                <a:srgbClr val="E9A65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41FB2C1F-D931-8E2D-C6A9-0E1B16456060}"/>
                  </a:ext>
                </a:extLst>
              </p:cNvPr>
              <p:cNvSpPr/>
              <p:nvPr/>
            </p:nvSpPr>
            <p:spPr>
              <a:xfrm rot="-5400000">
                <a:off x="6965577" y="4056327"/>
                <a:ext cx="1195876" cy="1195870"/>
              </a:xfrm>
              <a:custGeom>
                <a:avLst/>
                <a:gdLst>
                  <a:gd name="connsiteX0" fmla="*/ 0 w 1195876"/>
                  <a:gd name="connsiteY0" fmla="*/ 0 h 1195870"/>
                  <a:gd name="connsiteX1" fmla="*/ 1195877 w 1195876"/>
                  <a:gd name="connsiteY1" fmla="*/ 0 h 1195870"/>
                  <a:gd name="connsiteX2" fmla="*/ 1195877 w 1195876"/>
                  <a:gd name="connsiteY2" fmla="*/ 1195870 h 1195870"/>
                  <a:gd name="connsiteX3" fmla="*/ 0 w 1195876"/>
                  <a:gd name="connsiteY3" fmla="*/ 1195870 h 1195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0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0"/>
                    </a:lnTo>
                    <a:lnTo>
                      <a:pt x="0" y="1195870"/>
                    </a:lnTo>
                    <a:close/>
                  </a:path>
                </a:pathLst>
              </a:custGeom>
              <a:solidFill>
                <a:srgbClr val="DC424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E8F919E7-0CDD-F94A-C7B8-023DDEE5C3A9}"/>
                  </a:ext>
                </a:extLst>
              </p:cNvPr>
              <p:cNvSpPr/>
              <p:nvPr/>
            </p:nvSpPr>
            <p:spPr>
              <a:xfrm rot="5400000">
                <a:off x="8158222" y="1659665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6 h 1195876"/>
                  <a:gd name="connsiteX3" fmla="*/ 0 w 1195876"/>
                  <a:gd name="connsiteY3" fmla="*/ 1195876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6"/>
                    </a:lnTo>
                    <a:lnTo>
                      <a:pt x="0" y="1195876"/>
                    </a:lnTo>
                    <a:close/>
                  </a:path>
                </a:pathLst>
              </a:custGeom>
              <a:solidFill>
                <a:srgbClr val="EFC590">
                  <a:alpha val="7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82DDF11-AA05-1AE6-2D3B-055C97A651B0}"/>
                  </a:ext>
                </a:extLst>
              </p:cNvPr>
              <p:cNvSpPr/>
              <p:nvPr/>
            </p:nvSpPr>
            <p:spPr>
              <a:xfrm>
                <a:off x="8158226" y="463797"/>
                <a:ext cx="1195876" cy="1195870"/>
              </a:xfrm>
              <a:custGeom>
                <a:avLst/>
                <a:gdLst>
                  <a:gd name="connsiteX0" fmla="*/ 1195877 w 1195876"/>
                  <a:gd name="connsiteY0" fmla="*/ 0 h 1195870"/>
                  <a:gd name="connsiteX1" fmla="*/ 1195877 w 1195876"/>
                  <a:gd name="connsiteY1" fmla="*/ 1195870 h 1195870"/>
                  <a:gd name="connsiteX2" fmla="*/ 0 w 1195876"/>
                  <a:gd name="connsiteY2" fmla="*/ 1195870 h 1195870"/>
                  <a:gd name="connsiteX3" fmla="*/ 0 w 1195876"/>
                  <a:gd name="connsiteY3" fmla="*/ 597935 h 1195870"/>
                  <a:gd name="connsiteX4" fmla="*/ 597935 w 1195876"/>
                  <a:gd name="connsiteY4" fmla="*/ 0 h 1195870"/>
                  <a:gd name="connsiteX5" fmla="*/ 1195877 w 1195876"/>
                  <a:gd name="connsiteY5" fmla="*/ 0 h 1195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5876" h="1195870">
                    <a:moveTo>
                      <a:pt x="1195877" y="0"/>
                    </a:moveTo>
                    <a:lnTo>
                      <a:pt x="1195877" y="1195870"/>
                    </a:lnTo>
                    <a:lnTo>
                      <a:pt x="0" y="1195870"/>
                    </a:lnTo>
                    <a:lnTo>
                      <a:pt x="0" y="597935"/>
                    </a:lnTo>
                    <a:cubicBezTo>
                      <a:pt x="0" y="267703"/>
                      <a:pt x="267703" y="0"/>
                      <a:pt x="597935" y="0"/>
                    </a:cubicBezTo>
                    <a:lnTo>
                      <a:pt x="1195877" y="0"/>
                    </a:lnTo>
                    <a:close/>
                  </a:path>
                </a:pathLst>
              </a:custGeom>
              <a:solidFill>
                <a:srgbClr val="1C1C6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398EDA28-EB60-6EF7-38B4-E03C7D97B099}"/>
                  </a:ext>
                </a:extLst>
              </p:cNvPr>
              <p:cNvSpPr/>
              <p:nvPr/>
            </p:nvSpPr>
            <p:spPr>
              <a:xfrm rot="5400000">
                <a:off x="9354092" y="4051258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7 h 1195876"/>
                  <a:gd name="connsiteX3" fmla="*/ 0 w 1195876"/>
                  <a:gd name="connsiteY3" fmla="*/ 1195877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7"/>
                    </a:lnTo>
                    <a:lnTo>
                      <a:pt x="0" y="1195877"/>
                    </a:lnTo>
                    <a:close/>
                  </a:path>
                </a:pathLst>
              </a:custGeom>
              <a:solidFill>
                <a:srgbClr val="DC424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A796C797-9AFC-F9C5-1949-BE60672FB46F}"/>
                  </a:ext>
                </a:extLst>
              </p:cNvPr>
              <p:cNvSpPr/>
              <p:nvPr/>
            </p:nvSpPr>
            <p:spPr>
              <a:xfrm rot="5400000">
                <a:off x="9354090" y="1659668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6 h 1195876"/>
                  <a:gd name="connsiteX3" fmla="*/ 0 w 1195876"/>
                  <a:gd name="connsiteY3" fmla="*/ 1195876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6"/>
                    </a:lnTo>
                    <a:lnTo>
                      <a:pt x="0" y="1195876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7223CA1-0CC1-8795-BA86-2E1BCB4753C3}"/>
                  </a:ext>
                </a:extLst>
              </p:cNvPr>
              <p:cNvSpPr/>
              <p:nvPr/>
            </p:nvSpPr>
            <p:spPr>
              <a:xfrm rot="5400000">
                <a:off x="9354098" y="463791"/>
                <a:ext cx="1195870" cy="1195876"/>
              </a:xfrm>
              <a:custGeom>
                <a:avLst/>
                <a:gdLst>
                  <a:gd name="connsiteX0" fmla="*/ 0 w 1195870"/>
                  <a:gd name="connsiteY0" fmla="*/ 0 h 1195876"/>
                  <a:gd name="connsiteX1" fmla="*/ 1195871 w 1195870"/>
                  <a:gd name="connsiteY1" fmla="*/ 0 h 1195876"/>
                  <a:gd name="connsiteX2" fmla="*/ 1195871 w 1195870"/>
                  <a:gd name="connsiteY2" fmla="*/ 1195876 h 1195876"/>
                  <a:gd name="connsiteX3" fmla="*/ 0 w 1195870"/>
                  <a:gd name="connsiteY3" fmla="*/ 1195876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0" h="1195876">
                    <a:moveTo>
                      <a:pt x="0" y="0"/>
                    </a:moveTo>
                    <a:lnTo>
                      <a:pt x="1195871" y="0"/>
                    </a:lnTo>
                    <a:lnTo>
                      <a:pt x="1195871" y="1195876"/>
                    </a:lnTo>
                    <a:lnTo>
                      <a:pt x="0" y="1195876"/>
                    </a:lnTo>
                    <a:close/>
                  </a:path>
                </a:pathLst>
              </a:custGeom>
              <a:solidFill>
                <a:srgbClr val="EFC590">
                  <a:alpha val="7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" name="任意多边形: 形状 19">
                <a:extLst>
                  <a:ext uri="{FF2B5EF4-FFF2-40B4-BE49-F238E27FC236}">
                    <a16:creationId xmlns:a16="http://schemas.microsoft.com/office/drawing/2014/main" id="{F87796AC-C6B5-485A-F1BC-70AE79D2E8AD}"/>
                  </a:ext>
                </a:extLst>
              </p:cNvPr>
              <p:cNvSpPr/>
              <p:nvPr/>
            </p:nvSpPr>
            <p:spPr>
              <a:xfrm rot="5400000">
                <a:off x="10546592" y="4051258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7 h 1195876"/>
                  <a:gd name="connsiteX3" fmla="*/ 0 w 1195876"/>
                  <a:gd name="connsiteY3" fmla="*/ 1195877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7"/>
                    </a:lnTo>
                    <a:lnTo>
                      <a:pt x="0" y="1195877"/>
                    </a:lnTo>
                    <a:close/>
                  </a:path>
                </a:pathLst>
              </a:custGeom>
              <a:solidFill>
                <a:srgbClr val="F9ECA4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7D9C71EE-6EC4-91D4-1C03-D5117BCE93B0}"/>
                  </a:ext>
                </a:extLst>
              </p:cNvPr>
              <p:cNvSpPr/>
              <p:nvPr/>
            </p:nvSpPr>
            <p:spPr>
              <a:xfrm>
                <a:off x="10546594" y="2855379"/>
                <a:ext cx="1195876" cy="1195876"/>
              </a:xfrm>
              <a:custGeom>
                <a:avLst/>
                <a:gdLst>
                  <a:gd name="connsiteX0" fmla="*/ 0 w 1195876"/>
                  <a:gd name="connsiteY0" fmla="*/ 1195876 h 1195876"/>
                  <a:gd name="connsiteX1" fmla="*/ 0 w 1195876"/>
                  <a:gd name="connsiteY1" fmla="*/ 1193940 h 1195876"/>
                  <a:gd name="connsiteX2" fmla="*/ 1193940 w 1195876"/>
                  <a:gd name="connsiteY2" fmla="*/ 0 h 1195876"/>
                  <a:gd name="connsiteX3" fmla="*/ 1195877 w 1195876"/>
                  <a:gd name="connsiteY3" fmla="*/ 0 h 1195876"/>
                  <a:gd name="connsiteX4" fmla="*/ 1195877 w 1195876"/>
                  <a:gd name="connsiteY4" fmla="*/ 1937 h 1195876"/>
                  <a:gd name="connsiteX5" fmla="*/ 1937 w 1195876"/>
                  <a:gd name="connsiteY5" fmla="*/ 1195876 h 1195876"/>
                  <a:gd name="connsiteX6" fmla="*/ 0 w 1195876"/>
                  <a:gd name="connsiteY6" fmla="*/ 1195876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5876" h="1195876">
                    <a:moveTo>
                      <a:pt x="0" y="1195876"/>
                    </a:moveTo>
                    <a:lnTo>
                      <a:pt x="0" y="1193940"/>
                    </a:lnTo>
                    <a:cubicBezTo>
                      <a:pt x="0" y="534549"/>
                      <a:pt x="534543" y="0"/>
                      <a:pt x="1193940" y="0"/>
                    </a:cubicBezTo>
                    <a:lnTo>
                      <a:pt x="1195877" y="0"/>
                    </a:lnTo>
                    <a:lnTo>
                      <a:pt x="1195877" y="1937"/>
                    </a:lnTo>
                    <a:cubicBezTo>
                      <a:pt x="1195877" y="661327"/>
                      <a:pt x="661333" y="1195876"/>
                      <a:pt x="1937" y="1195876"/>
                    </a:cubicBezTo>
                    <a:lnTo>
                      <a:pt x="0" y="1195876"/>
                    </a:lnTo>
                    <a:close/>
                  </a:path>
                </a:pathLst>
              </a:custGeom>
              <a:solidFill>
                <a:srgbClr val="1C1C6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ABF786CB-C313-88FF-2FAA-2965EE26B51D}"/>
                  </a:ext>
                </a:extLst>
              </p:cNvPr>
              <p:cNvSpPr/>
              <p:nvPr/>
            </p:nvSpPr>
            <p:spPr>
              <a:xfrm rot="5400000">
                <a:off x="10546589" y="1659667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6 h 1195876"/>
                  <a:gd name="connsiteX3" fmla="*/ 0 w 1195876"/>
                  <a:gd name="connsiteY3" fmla="*/ 1195876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6"/>
                    </a:lnTo>
                    <a:lnTo>
                      <a:pt x="0" y="1195876"/>
                    </a:lnTo>
                    <a:close/>
                  </a:path>
                </a:pathLst>
              </a:custGeom>
              <a:solidFill>
                <a:srgbClr val="EFC590">
                  <a:alpha val="7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1A14F84E-994A-83C0-2824-9F46FA4C65AA}"/>
                  </a:ext>
                </a:extLst>
              </p:cNvPr>
              <p:cNvSpPr/>
              <p:nvPr/>
            </p:nvSpPr>
            <p:spPr>
              <a:xfrm rot="5400000">
                <a:off x="10546596" y="463791"/>
                <a:ext cx="1195870" cy="1195876"/>
              </a:xfrm>
              <a:custGeom>
                <a:avLst/>
                <a:gdLst>
                  <a:gd name="connsiteX0" fmla="*/ 0 w 1195870"/>
                  <a:gd name="connsiteY0" fmla="*/ 0 h 1195876"/>
                  <a:gd name="connsiteX1" fmla="*/ 1195870 w 1195870"/>
                  <a:gd name="connsiteY1" fmla="*/ 0 h 1195876"/>
                  <a:gd name="connsiteX2" fmla="*/ 1195870 w 1195870"/>
                  <a:gd name="connsiteY2" fmla="*/ 1195876 h 1195876"/>
                  <a:gd name="connsiteX3" fmla="*/ 0 w 1195870"/>
                  <a:gd name="connsiteY3" fmla="*/ 1195876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0" h="1195876">
                    <a:moveTo>
                      <a:pt x="0" y="0"/>
                    </a:moveTo>
                    <a:lnTo>
                      <a:pt x="1195870" y="0"/>
                    </a:lnTo>
                    <a:lnTo>
                      <a:pt x="1195870" y="1195876"/>
                    </a:lnTo>
                    <a:lnTo>
                      <a:pt x="0" y="1195876"/>
                    </a:lnTo>
                    <a:close/>
                  </a:path>
                </a:pathLst>
              </a:custGeom>
              <a:solidFill>
                <a:srgbClr val="DC424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A25D3172-952C-C052-2305-68B0C44B5314}"/>
                  </a:ext>
                </a:extLst>
              </p:cNvPr>
              <p:cNvSpPr/>
              <p:nvPr/>
            </p:nvSpPr>
            <p:spPr>
              <a:xfrm>
                <a:off x="6962343" y="5247360"/>
                <a:ext cx="1195870" cy="1195870"/>
              </a:xfrm>
              <a:custGeom>
                <a:avLst/>
                <a:gdLst>
                  <a:gd name="connsiteX0" fmla="*/ 0 w 1195870"/>
                  <a:gd name="connsiteY0" fmla="*/ 0 h 1195870"/>
                  <a:gd name="connsiteX1" fmla="*/ 597935 w 1195870"/>
                  <a:gd name="connsiteY1" fmla="*/ 0 h 1195870"/>
                  <a:gd name="connsiteX2" fmla="*/ 1195870 w 1195870"/>
                  <a:gd name="connsiteY2" fmla="*/ 597935 h 1195870"/>
                  <a:gd name="connsiteX3" fmla="*/ 1195870 w 1195870"/>
                  <a:gd name="connsiteY3" fmla="*/ 597935 h 1195870"/>
                  <a:gd name="connsiteX4" fmla="*/ 597935 w 1195870"/>
                  <a:gd name="connsiteY4" fmla="*/ 1195870 h 1195870"/>
                  <a:gd name="connsiteX5" fmla="*/ 0 w 1195870"/>
                  <a:gd name="connsiteY5" fmla="*/ 1195870 h 1195870"/>
                  <a:gd name="connsiteX6" fmla="*/ 0 w 1195870"/>
                  <a:gd name="connsiteY6" fmla="*/ 0 h 1195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5870" h="1195870">
                    <a:moveTo>
                      <a:pt x="0" y="0"/>
                    </a:moveTo>
                    <a:lnTo>
                      <a:pt x="597935" y="0"/>
                    </a:lnTo>
                    <a:cubicBezTo>
                      <a:pt x="928167" y="0"/>
                      <a:pt x="1195870" y="267703"/>
                      <a:pt x="1195870" y="597935"/>
                    </a:cubicBezTo>
                    <a:lnTo>
                      <a:pt x="1195870" y="597935"/>
                    </a:lnTo>
                    <a:cubicBezTo>
                      <a:pt x="1195870" y="928167"/>
                      <a:pt x="928167" y="1195870"/>
                      <a:pt x="597935" y="1195870"/>
                    </a:cubicBezTo>
                    <a:lnTo>
                      <a:pt x="0" y="11958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9A65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8" name="任意多边形: 形状 27">
                <a:extLst>
                  <a:ext uri="{FF2B5EF4-FFF2-40B4-BE49-F238E27FC236}">
                    <a16:creationId xmlns:a16="http://schemas.microsoft.com/office/drawing/2014/main" id="{E7DC336A-3765-FC0D-DF14-1650FF79FED3}"/>
                  </a:ext>
                </a:extLst>
              </p:cNvPr>
              <p:cNvSpPr/>
              <p:nvPr/>
            </p:nvSpPr>
            <p:spPr>
              <a:xfrm rot="5400000">
                <a:off x="8158225" y="5247360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7 h 1195876"/>
                  <a:gd name="connsiteX3" fmla="*/ 0 w 1195876"/>
                  <a:gd name="connsiteY3" fmla="*/ 1195877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7"/>
                    </a:lnTo>
                    <a:lnTo>
                      <a:pt x="0" y="1195877"/>
                    </a:lnTo>
                    <a:close/>
                  </a:path>
                </a:pathLst>
              </a:custGeom>
              <a:solidFill>
                <a:srgbClr val="EFC590">
                  <a:alpha val="7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" name="任意多边形: 形状 31">
                <a:extLst>
                  <a:ext uri="{FF2B5EF4-FFF2-40B4-BE49-F238E27FC236}">
                    <a16:creationId xmlns:a16="http://schemas.microsoft.com/office/drawing/2014/main" id="{F0DCA069-FA7B-1D64-70BC-4B3087C127F5}"/>
                  </a:ext>
                </a:extLst>
              </p:cNvPr>
              <p:cNvSpPr/>
              <p:nvPr/>
            </p:nvSpPr>
            <p:spPr>
              <a:xfrm rot="5400000">
                <a:off x="9354093" y="5247363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7 h 1195876"/>
                  <a:gd name="connsiteX3" fmla="*/ 0 w 1195876"/>
                  <a:gd name="connsiteY3" fmla="*/ 1195877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7"/>
                    </a:lnTo>
                    <a:lnTo>
                      <a:pt x="0" y="1195877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1EEE0734-3D2F-F351-9039-66B167EF746D}"/>
                  </a:ext>
                </a:extLst>
              </p:cNvPr>
              <p:cNvSpPr/>
              <p:nvPr/>
            </p:nvSpPr>
            <p:spPr>
              <a:xfrm rot="5400000">
                <a:off x="10546592" y="5247362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7 h 1195876"/>
                  <a:gd name="connsiteX3" fmla="*/ 0 w 1195876"/>
                  <a:gd name="connsiteY3" fmla="*/ 1195877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7"/>
                    </a:lnTo>
                    <a:lnTo>
                      <a:pt x="0" y="1195877"/>
                    </a:lnTo>
                    <a:close/>
                  </a:path>
                </a:pathLst>
              </a:custGeom>
              <a:solidFill>
                <a:srgbClr val="1C1C6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BE432325-19D2-D7DD-358F-C32E4A4E3A2B}"/>
                  </a:ext>
                </a:extLst>
              </p:cNvPr>
              <p:cNvSpPr/>
              <p:nvPr/>
            </p:nvSpPr>
            <p:spPr>
              <a:xfrm>
                <a:off x="9794297" y="2200854"/>
                <a:ext cx="754423" cy="662911"/>
              </a:xfrm>
              <a:custGeom>
                <a:avLst/>
                <a:gdLst>
                  <a:gd name="connsiteX0" fmla="*/ 0 w 754423"/>
                  <a:gd name="connsiteY0" fmla="*/ 976 h 662911"/>
                  <a:gd name="connsiteX1" fmla="*/ 754424 w 754423"/>
                  <a:gd name="connsiteY1" fmla="*/ 661935 h 662911"/>
                  <a:gd name="connsiteX2" fmla="*/ 754424 w 754423"/>
                  <a:gd name="connsiteY2" fmla="*/ 661935 h 662911"/>
                  <a:gd name="connsiteX3" fmla="*/ 754424 w 754423"/>
                  <a:gd name="connsiteY3" fmla="*/ 661935 h 662911"/>
                  <a:gd name="connsiteX4" fmla="*/ 0 w 754423"/>
                  <a:gd name="connsiteY4" fmla="*/ 976 h 662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4423" h="662911">
                    <a:moveTo>
                      <a:pt x="0" y="976"/>
                    </a:moveTo>
                    <a:cubicBezTo>
                      <a:pt x="351320" y="-20334"/>
                      <a:pt x="733113" y="310615"/>
                      <a:pt x="754424" y="661935"/>
                    </a:cubicBezTo>
                    <a:lnTo>
                      <a:pt x="754424" y="661935"/>
                    </a:lnTo>
                    <a:lnTo>
                      <a:pt x="754424" y="661935"/>
                    </a:lnTo>
                    <a:cubicBezTo>
                      <a:pt x="403110" y="683246"/>
                      <a:pt x="21310" y="352297"/>
                      <a:pt x="0" y="976"/>
                    </a:cubicBez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6" name="任意多边形: 形状 35">
                <a:extLst>
                  <a:ext uri="{FF2B5EF4-FFF2-40B4-BE49-F238E27FC236}">
                    <a16:creationId xmlns:a16="http://schemas.microsoft.com/office/drawing/2014/main" id="{35DF1FFE-B24D-9390-67DF-44EA8F62BC93}"/>
                  </a:ext>
                </a:extLst>
              </p:cNvPr>
              <p:cNvSpPr/>
              <p:nvPr/>
            </p:nvSpPr>
            <p:spPr>
              <a:xfrm>
                <a:off x="10549280" y="2200854"/>
                <a:ext cx="754424" cy="662911"/>
              </a:xfrm>
              <a:custGeom>
                <a:avLst/>
                <a:gdLst>
                  <a:gd name="connsiteX0" fmla="*/ 754425 w 754424"/>
                  <a:gd name="connsiteY0" fmla="*/ 976 h 662911"/>
                  <a:gd name="connsiteX1" fmla="*/ 0 w 754424"/>
                  <a:gd name="connsiteY1" fmla="*/ 661935 h 662911"/>
                  <a:gd name="connsiteX2" fmla="*/ 0 w 754424"/>
                  <a:gd name="connsiteY2" fmla="*/ 661935 h 662911"/>
                  <a:gd name="connsiteX3" fmla="*/ 0 w 754424"/>
                  <a:gd name="connsiteY3" fmla="*/ 661935 h 662911"/>
                  <a:gd name="connsiteX4" fmla="*/ 754425 w 754424"/>
                  <a:gd name="connsiteY4" fmla="*/ 976 h 662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4424" h="662911">
                    <a:moveTo>
                      <a:pt x="754425" y="976"/>
                    </a:moveTo>
                    <a:cubicBezTo>
                      <a:pt x="403105" y="-20334"/>
                      <a:pt x="21311" y="310615"/>
                      <a:pt x="0" y="661935"/>
                    </a:cubicBezTo>
                    <a:lnTo>
                      <a:pt x="0" y="661935"/>
                    </a:lnTo>
                    <a:lnTo>
                      <a:pt x="0" y="661935"/>
                    </a:lnTo>
                    <a:cubicBezTo>
                      <a:pt x="351314" y="683246"/>
                      <a:pt x="733114" y="352297"/>
                      <a:pt x="754425" y="976"/>
                    </a:cubicBez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" name="任意多边形: 形状 36">
                <a:extLst>
                  <a:ext uri="{FF2B5EF4-FFF2-40B4-BE49-F238E27FC236}">
                    <a16:creationId xmlns:a16="http://schemas.microsoft.com/office/drawing/2014/main" id="{FEFF0047-3A38-3688-6EB1-673529E51F37}"/>
                  </a:ext>
                </a:extLst>
              </p:cNvPr>
              <p:cNvSpPr/>
              <p:nvPr/>
            </p:nvSpPr>
            <p:spPr>
              <a:xfrm>
                <a:off x="9794297" y="1672737"/>
                <a:ext cx="754423" cy="662910"/>
              </a:xfrm>
              <a:custGeom>
                <a:avLst/>
                <a:gdLst>
                  <a:gd name="connsiteX0" fmla="*/ 0 w 754423"/>
                  <a:gd name="connsiteY0" fmla="*/ 976 h 662910"/>
                  <a:gd name="connsiteX1" fmla="*/ 754424 w 754423"/>
                  <a:gd name="connsiteY1" fmla="*/ 661935 h 662910"/>
                  <a:gd name="connsiteX2" fmla="*/ 754424 w 754423"/>
                  <a:gd name="connsiteY2" fmla="*/ 661935 h 662910"/>
                  <a:gd name="connsiteX3" fmla="*/ 754424 w 754423"/>
                  <a:gd name="connsiteY3" fmla="*/ 661935 h 662910"/>
                  <a:gd name="connsiteX4" fmla="*/ 0 w 754423"/>
                  <a:gd name="connsiteY4" fmla="*/ 976 h 662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4423" h="662910">
                    <a:moveTo>
                      <a:pt x="0" y="976"/>
                    </a:moveTo>
                    <a:cubicBezTo>
                      <a:pt x="351320" y="-20334"/>
                      <a:pt x="733113" y="310615"/>
                      <a:pt x="754424" y="661935"/>
                    </a:cubicBezTo>
                    <a:lnTo>
                      <a:pt x="754424" y="661935"/>
                    </a:lnTo>
                    <a:lnTo>
                      <a:pt x="754424" y="661935"/>
                    </a:lnTo>
                    <a:cubicBezTo>
                      <a:pt x="403110" y="683239"/>
                      <a:pt x="21310" y="352290"/>
                      <a:pt x="0" y="976"/>
                    </a:cubicBez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9A8927EB-A656-7DBD-1A65-E60E63CB0F57}"/>
                  </a:ext>
                </a:extLst>
              </p:cNvPr>
              <p:cNvSpPr/>
              <p:nvPr/>
            </p:nvSpPr>
            <p:spPr>
              <a:xfrm>
                <a:off x="10549280" y="1672737"/>
                <a:ext cx="754424" cy="662910"/>
              </a:xfrm>
              <a:custGeom>
                <a:avLst/>
                <a:gdLst>
                  <a:gd name="connsiteX0" fmla="*/ 754425 w 754424"/>
                  <a:gd name="connsiteY0" fmla="*/ 976 h 662910"/>
                  <a:gd name="connsiteX1" fmla="*/ 0 w 754424"/>
                  <a:gd name="connsiteY1" fmla="*/ 661935 h 662910"/>
                  <a:gd name="connsiteX2" fmla="*/ 0 w 754424"/>
                  <a:gd name="connsiteY2" fmla="*/ 661935 h 662910"/>
                  <a:gd name="connsiteX3" fmla="*/ 0 w 754424"/>
                  <a:gd name="connsiteY3" fmla="*/ 661935 h 662910"/>
                  <a:gd name="connsiteX4" fmla="*/ 754425 w 754424"/>
                  <a:gd name="connsiteY4" fmla="*/ 976 h 662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4424" h="662910">
                    <a:moveTo>
                      <a:pt x="754425" y="976"/>
                    </a:moveTo>
                    <a:cubicBezTo>
                      <a:pt x="403105" y="-20334"/>
                      <a:pt x="21311" y="310615"/>
                      <a:pt x="0" y="661935"/>
                    </a:cubicBezTo>
                    <a:lnTo>
                      <a:pt x="0" y="661935"/>
                    </a:lnTo>
                    <a:lnTo>
                      <a:pt x="0" y="661935"/>
                    </a:lnTo>
                    <a:cubicBezTo>
                      <a:pt x="351314" y="683239"/>
                      <a:pt x="733114" y="352290"/>
                      <a:pt x="754425" y="976"/>
                    </a:cubicBez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73F79DA1-F4D6-6F9A-080D-44547A94D237}"/>
                  </a:ext>
                </a:extLst>
              </p:cNvPr>
              <p:cNvSpPr/>
              <p:nvPr/>
            </p:nvSpPr>
            <p:spPr>
              <a:xfrm>
                <a:off x="8143754" y="5255977"/>
                <a:ext cx="300412" cy="301491"/>
              </a:xfrm>
              <a:custGeom>
                <a:avLst/>
                <a:gdLst>
                  <a:gd name="connsiteX0" fmla="*/ 0 w 300412"/>
                  <a:gd name="connsiteY0" fmla="*/ 0 h 301491"/>
                  <a:gd name="connsiteX1" fmla="*/ 300412 w 300412"/>
                  <a:gd name="connsiteY1" fmla="*/ 0 h 301491"/>
                  <a:gd name="connsiteX2" fmla="*/ 300412 w 300412"/>
                  <a:gd name="connsiteY2" fmla="*/ 301492 h 301491"/>
                  <a:gd name="connsiteX3" fmla="*/ 0 w 300412"/>
                  <a:gd name="connsiteY3" fmla="*/ 301492 h 301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0412" h="301491">
                    <a:moveTo>
                      <a:pt x="0" y="0"/>
                    </a:moveTo>
                    <a:lnTo>
                      <a:pt x="300412" y="0"/>
                    </a:lnTo>
                    <a:lnTo>
                      <a:pt x="300412" y="301492"/>
                    </a:lnTo>
                    <a:lnTo>
                      <a:pt x="0" y="301492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B105ABDD-017A-62AE-9746-CC1A0E148B7E}"/>
                  </a:ext>
                </a:extLst>
              </p:cNvPr>
              <p:cNvSpPr/>
              <p:nvPr/>
            </p:nvSpPr>
            <p:spPr>
              <a:xfrm>
                <a:off x="8444318" y="5553805"/>
                <a:ext cx="300412" cy="301491"/>
              </a:xfrm>
              <a:custGeom>
                <a:avLst/>
                <a:gdLst>
                  <a:gd name="connsiteX0" fmla="*/ 0 w 300412"/>
                  <a:gd name="connsiteY0" fmla="*/ 0 h 301491"/>
                  <a:gd name="connsiteX1" fmla="*/ 300412 w 300412"/>
                  <a:gd name="connsiteY1" fmla="*/ 0 h 301491"/>
                  <a:gd name="connsiteX2" fmla="*/ 300412 w 300412"/>
                  <a:gd name="connsiteY2" fmla="*/ 301492 h 301491"/>
                  <a:gd name="connsiteX3" fmla="*/ 0 w 300412"/>
                  <a:gd name="connsiteY3" fmla="*/ 301492 h 301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0412" h="301491">
                    <a:moveTo>
                      <a:pt x="0" y="0"/>
                    </a:moveTo>
                    <a:lnTo>
                      <a:pt x="300412" y="0"/>
                    </a:lnTo>
                    <a:lnTo>
                      <a:pt x="300412" y="301492"/>
                    </a:lnTo>
                    <a:lnTo>
                      <a:pt x="0" y="301492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E2A9F960-1AEA-F50D-925A-536D4AC85844}"/>
                  </a:ext>
                </a:extLst>
              </p:cNvPr>
              <p:cNvSpPr/>
              <p:nvPr/>
            </p:nvSpPr>
            <p:spPr>
              <a:xfrm>
                <a:off x="8744889" y="5853544"/>
                <a:ext cx="300412" cy="301491"/>
              </a:xfrm>
              <a:custGeom>
                <a:avLst/>
                <a:gdLst>
                  <a:gd name="connsiteX0" fmla="*/ 0 w 300412"/>
                  <a:gd name="connsiteY0" fmla="*/ 0 h 301491"/>
                  <a:gd name="connsiteX1" fmla="*/ 300412 w 300412"/>
                  <a:gd name="connsiteY1" fmla="*/ 0 h 301491"/>
                  <a:gd name="connsiteX2" fmla="*/ 300412 w 300412"/>
                  <a:gd name="connsiteY2" fmla="*/ 301492 h 301491"/>
                  <a:gd name="connsiteX3" fmla="*/ 0 w 300412"/>
                  <a:gd name="connsiteY3" fmla="*/ 301492 h 301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0412" h="301491">
                    <a:moveTo>
                      <a:pt x="0" y="0"/>
                    </a:moveTo>
                    <a:lnTo>
                      <a:pt x="300412" y="0"/>
                    </a:lnTo>
                    <a:lnTo>
                      <a:pt x="300412" y="301492"/>
                    </a:lnTo>
                    <a:lnTo>
                      <a:pt x="0" y="301492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" name="任意多边形: 形状 41">
                <a:extLst>
                  <a:ext uri="{FF2B5EF4-FFF2-40B4-BE49-F238E27FC236}">
                    <a16:creationId xmlns:a16="http://schemas.microsoft.com/office/drawing/2014/main" id="{BF480260-25DF-6189-99F0-E683A4D308FE}"/>
                  </a:ext>
                </a:extLst>
              </p:cNvPr>
              <p:cNvSpPr/>
              <p:nvPr/>
            </p:nvSpPr>
            <p:spPr>
              <a:xfrm>
                <a:off x="9045454" y="6151378"/>
                <a:ext cx="303612" cy="301491"/>
              </a:xfrm>
              <a:custGeom>
                <a:avLst/>
                <a:gdLst>
                  <a:gd name="connsiteX0" fmla="*/ 0 w 303612"/>
                  <a:gd name="connsiteY0" fmla="*/ 0 h 301491"/>
                  <a:gd name="connsiteX1" fmla="*/ 303612 w 303612"/>
                  <a:gd name="connsiteY1" fmla="*/ 0 h 301491"/>
                  <a:gd name="connsiteX2" fmla="*/ 303612 w 303612"/>
                  <a:gd name="connsiteY2" fmla="*/ 301492 h 301491"/>
                  <a:gd name="connsiteX3" fmla="*/ 0 w 303612"/>
                  <a:gd name="connsiteY3" fmla="*/ 301492 h 301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3612" h="301491">
                    <a:moveTo>
                      <a:pt x="0" y="0"/>
                    </a:moveTo>
                    <a:lnTo>
                      <a:pt x="303612" y="0"/>
                    </a:lnTo>
                    <a:lnTo>
                      <a:pt x="303612" y="301492"/>
                    </a:lnTo>
                    <a:lnTo>
                      <a:pt x="0" y="301492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08014B8B-9214-10E6-0E8C-FE5A0887FB1C}"/>
                  </a:ext>
                </a:extLst>
              </p:cNvPr>
              <p:cNvSpPr/>
              <p:nvPr/>
            </p:nvSpPr>
            <p:spPr>
              <a:xfrm>
                <a:off x="10892370" y="4051998"/>
                <a:ext cx="569417" cy="444055"/>
              </a:xfrm>
              <a:custGeom>
                <a:avLst/>
                <a:gdLst>
                  <a:gd name="connsiteX0" fmla="*/ 569417 w 569417"/>
                  <a:gd name="connsiteY0" fmla="*/ 0 h 444055"/>
                  <a:gd name="connsiteX1" fmla="*/ 293154 w 569417"/>
                  <a:gd name="connsiteY1" fmla="*/ 444055 h 444055"/>
                  <a:gd name="connsiteX2" fmla="*/ 0 w 569417"/>
                  <a:gd name="connsiteY2" fmla="*/ 0 h 444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69417" h="444055">
                    <a:moveTo>
                      <a:pt x="569417" y="0"/>
                    </a:moveTo>
                    <a:lnTo>
                      <a:pt x="293154" y="4440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" name="任意多边形: 形状 43">
                <a:extLst>
                  <a:ext uri="{FF2B5EF4-FFF2-40B4-BE49-F238E27FC236}">
                    <a16:creationId xmlns:a16="http://schemas.microsoft.com/office/drawing/2014/main" id="{511E8969-EBFC-C355-E54F-3BE169B93CF3}"/>
                  </a:ext>
                </a:extLst>
              </p:cNvPr>
              <p:cNvSpPr/>
              <p:nvPr/>
            </p:nvSpPr>
            <p:spPr>
              <a:xfrm>
                <a:off x="10892370" y="4424083"/>
                <a:ext cx="569417" cy="444055"/>
              </a:xfrm>
              <a:custGeom>
                <a:avLst/>
                <a:gdLst>
                  <a:gd name="connsiteX0" fmla="*/ 569417 w 569417"/>
                  <a:gd name="connsiteY0" fmla="*/ 0 h 444055"/>
                  <a:gd name="connsiteX1" fmla="*/ 293154 w 569417"/>
                  <a:gd name="connsiteY1" fmla="*/ 444055 h 444055"/>
                  <a:gd name="connsiteX2" fmla="*/ 0 w 569417"/>
                  <a:gd name="connsiteY2" fmla="*/ 0 h 444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69417" h="444055">
                    <a:moveTo>
                      <a:pt x="569417" y="0"/>
                    </a:moveTo>
                    <a:lnTo>
                      <a:pt x="293154" y="4440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" name="任意多边形: 形状 44">
                <a:extLst>
                  <a:ext uri="{FF2B5EF4-FFF2-40B4-BE49-F238E27FC236}">
                    <a16:creationId xmlns:a16="http://schemas.microsoft.com/office/drawing/2014/main" id="{634AD93C-BF6E-87BF-309A-A2B729389877}"/>
                  </a:ext>
                </a:extLst>
              </p:cNvPr>
              <p:cNvSpPr/>
              <p:nvPr/>
            </p:nvSpPr>
            <p:spPr>
              <a:xfrm>
                <a:off x="10892370" y="4807203"/>
                <a:ext cx="569417" cy="444062"/>
              </a:xfrm>
              <a:custGeom>
                <a:avLst/>
                <a:gdLst>
                  <a:gd name="connsiteX0" fmla="*/ 569417 w 569417"/>
                  <a:gd name="connsiteY0" fmla="*/ 0 h 444062"/>
                  <a:gd name="connsiteX1" fmla="*/ 293154 w 569417"/>
                  <a:gd name="connsiteY1" fmla="*/ 444062 h 444062"/>
                  <a:gd name="connsiteX2" fmla="*/ 0 w 569417"/>
                  <a:gd name="connsiteY2" fmla="*/ 0 h 444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69417" h="444062">
                    <a:moveTo>
                      <a:pt x="569417" y="0"/>
                    </a:moveTo>
                    <a:lnTo>
                      <a:pt x="293154" y="4440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F9A4DAF4-19F3-28E6-53CB-DB8EC23BDA26}"/>
                  </a:ext>
                </a:extLst>
              </p:cNvPr>
              <p:cNvSpPr/>
              <p:nvPr/>
            </p:nvSpPr>
            <p:spPr>
              <a:xfrm>
                <a:off x="6962343" y="4055078"/>
                <a:ext cx="1197120" cy="1197121"/>
              </a:xfrm>
              <a:custGeom>
                <a:avLst/>
                <a:gdLst>
                  <a:gd name="connsiteX0" fmla="*/ 0 w 1197120"/>
                  <a:gd name="connsiteY0" fmla="*/ 0 h 1197121"/>
                  <a:gd name="connsiteX1" fmla="*/ 1197121 w 1197120"/>
                  <a:gd name="connsiteY1" fmla="*/ 0 h 1197121"/>
                  <a:gd name="connsiteX2" fmla="*/ 1197121 w 1197120"/>
                  <a:gd name="connsiteY2" fmla="*/ 1197121 h 1197121"/>
                  <a:gd name="connsiteX3" fmla="*/ 1195184 w 1197120"/>
                  <a:gd name="connsiteY3" fmla="*/ 1197121 h 1197121"/>
                  <a:gd name="connsiteX4" fmla="*/ 0 w 1197120"/>
                  <a:gd name="connsiteY4" fmla="*/ 1937 h 1197121"/>
                  <a:gd name="connsiteX5" fmla="*/ 0 w 1197120"/>
                  <a:gd name="connsiteY5" fmla="*/ 0 h 1197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120" h="1197121">
                    <a:moveTo>
                      <a:pt x="0" y="0"/>
                    </a:moveTo>
                    <a:lnTo>
                      <a:pt x="1197121" y="0"/>
                    </a:lnTo>
                    <a:lnTo>
                      <a:pt x="1197121" y="1197121"/>
                    </a:lnTo>
                    <a:lnTo>
                      <a:pt x="1195184" y="1197121"/>
                    </a:lnTo>
                    <a:cubicBezTo>
                      <a:pt x="535101" y="1197121"/>
                      <a:pt x="0" y="662019"/>
                      <a:pt x="0" y="193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" name="任意多边形: 形状 46">
                <a:extLst>
                  <a:ext uri="{FF2B5EF4-FFF2-40B4-BE49-F238E27FC236}">
                    <a16:creationId xmlns:a16="http://schemas.microsoft.com/office/drawing/2014/main" id="{0B44FB26-FD61-0C58-61E9-74D29978E7DB}"/>
                  </a:ext>
                </a:extLst>
              </p:cNvPr>
              <p:cNvSpPr/>
              <p:nvPr/>
            </p:nvSpPr>
            <p:spPr>
              <a:xfrm>
                <a:off x="8159495" y="4055078"/>
                <a:ext cx="1197121" cy="1197121"/>
              </a:xfrm>
              <a:custGeom>
                <a:avLst/>
                <a:gdLst>
                  <a:gd name="connsiteX0" fmla="*/ 0 w 1197121"/>
                  <a:gd name="connsiteY0" fmla="*/ 0 h 1197121"/>
                  <a:gd name="connsiteX1" fmla="*/ 1197122 w 1197121"/>
                  <a:gd name="connsiteY1" fmla="*/ 0 h 1197121"/>
                  <a:gd name="connsiteX2" fmla="*/ 1197122 w 1197121"/>
                  <a:gd name="connsiteY2" fmla="*/ 1937 h 1197121"/>
                  <a:gd name="connsiteX3" fmla="*/ 1937 w 1197121"/>
                  <a:gd name="connsiteY3" fmla="*/ 1197121 h 1197121"/>
                  <a:gd name="connsiteX4" fmla="*/ 0 w 1197121"/>
                  <a:gd name="connsiteY4" fmla="*/ 1197121 h 1197121"/>
                  <a:gd name="connsiteX5" fmla="*/ 0 w 1197121"/>
                  <a:gd name="connsiteY5" fmla="*/ 0 h 1197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121" h="1197121">
                    <a:moveTo>
                      <a:pt x="0" y="0"/>
                    </a:moveTo>
                    <a:lnTo>
                      <a:pt x="1197122" y="0"/>
                    </a:lnTo>
                    <a:lnTo>
                      <a:pt x="1197122" y="1937"/>
                    </a:lnTo>
                    <a:cubicBezTo>
                      <a:pt x="1197122" y="662019"/>
                      <a:pt x="662019" y="1197121"/>
                      <a:pt x="1937" y="1197121"/>
                    </a:cubicBezTo>
                    <a:lnTo>
                      <a:pt x="0" y="11971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C1C6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E88174A9-FDF5-10A9-232D-6260AE57D40A}"/>
                  </a:ext>
                </a:extLst>
              </p:cNvPr>
              <p:cNvSpPr/>
              <p:nvPr/>
            </p:nvSpPr>
            <p:spPr>
              <a:xfrm>
                <a:off x="7411649" y="4055078"/>
                <a:ext cx="747821" cy="747820"/>
              </a:xfrm>
              <a:custGeom>
                <a:avLst/>
                <a:gdLst>
                  <a:gd name="connsiteX0" fmla="*/ 0 w 747821"/>
                  <a:gd name="connsiteY0" fmla="*/ 0 h 747820"/>
                  <a:gd name="connsiteX1" fmla="*/ 747821 w 747821"/>
                  <a:gd name="connsiteY1" fmla="*/ 0 h 747820"/>
                  <a:gd name="connsiteX2" fmla="*/ 747821 w 747821"/>
                  <a:gd name="connsiteY2" fmla="*/ 747821 h 747820"/>
                  <a:gd name="connsiteX3" fmla="*/ 746608 w 747821"/>
                  <a:gd name="connsiteY3" fmla="*/ 747821 h 747820"/>
                  <a:gd name="connsiteX4" fmla="*/ 0 w 747821"/>
                  <a:gd name="connsiteY4" fmla="*/ 1213 h 747820"/>
                  <a:gd name="connsiteX5" fmla="*/ 0 w 747821"/>
                  <a:gd name="connsiteY5" fmla="*/ 0 h 747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7821" h="747820">
                    <a:moveTo>
                      <a:pt x="0" y="0"/>
                    </a:moveTo>
                    <a:lnTo>
                      <a:pt x="747821" y="0"/>
                    </a:lnTo>
                    <a:lnTo>
                      <a:pt x="747821" y="747821"/>
                    </a:lnTo>
                    <a:lnTo>
                      <a:pt x="746608" y="747821"/>
                    </a:lnTo>
                    <a:cubicBezTo>
                      <a:pt x="334270" y="747821"/>
                      <a:pt x="0" y="413550"/>
                      <a:pt x="0" y="121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C424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618DB4C1-DBD3-0B7C-FC82-76E093CB50E5}"/>
                  </a:ext>
                </a:extLst>
              </p:cNvPr>
              <p:cNvSpPr/>
              <p:nvPr/>
            </p:nvSpPr>
            <p:spPr>
              <a:xfrm>
                <a:off x="8159489" y="4055078"/>
                <a:ext cx="747820" cy="747820"/>
              </a:xfrm>
              <a:custGeom>
                <a:avLst/>
                <a:gdLst>
                  <a:gd name="connsiteX0" fmla="*/ 0 w 747820"/>
                  <a:gd name="connsiteY0" fmla="*/ 0 h 747820"/>
                  <a:gd name="connsiteX1" fmla="*/ 747820 w 747820"/>
                  <a:gd name="connsiteY1" fmla="*/ 0 h 747820"/>
                  <a:gd name="connsiteX2" fmla="*/ 747820 w 747820"/>
                  <a:gd name="connsiteY2" fmla="*/ 1213 h 747820"/>
                  <a:gd name="connsiteX3" fmla="*/ 1213 w 747820"/>
                  <a:gd name="connsiteY3" fmla="*/ 747821 h 747820"/>
                  <a:gd name="connsiteX4" fmla="*/ 0 w 747820"/>
                  <a:gd name="connsiteY4" fmla="*/ 747821 h 747820"/>
                  <a:gd name="connsiteX5" fmla="*/ 0 w 747820"/>
                  <a:gd name="connsiteY5" fmla="*/ 0 h 747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7820" h="747820">
                    <a:moveTo>
                      <a:pt x="0" y="0"/>
                    </a:moveTo>
                    <a:lnTo>
                      <a:pt x="747820" y="0"/>
                    </a:lnTo>
                    <a:lnTo>
                      <a:pt x="747820" y="1213"/>
                    </a:lnTo>
                    <a:cubicBezTo>
                      <a:pt x="747820" y="413550"/>
                      <a:pt x="413550" y="747821"/>
                      <a:pt x="1213" y="747821"/>
                    </a:cubicBezTo>
                    <a:lnTo>
                      <a:pt x="0" y="7478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DE1F63FB-7346-F7B2-24A9-B0F50C58EA63}"/>
                  </a:ext>
                </a:extLst>
              </p:cNvPr>
              <p:cNvSpPr/>
              <p:nvPr/>
            </p:nvSpPr>
            <p:spPr>
              <a:xfrm>
                <a:off x="8159495" y="2855385"/>
                <a:ext cx="1197121" cy="1197121"/>
              </a:xfrm>
              <a:custGeom>
                <a:avLst/>
                <a:gdLst>
                  <a:gd name="connsiteX0" fmla="*/ 1197122 w 1197121"/>
                  <a:gd name="connsiteY0" fmla="*/ 1197121 h 1197121"/>
                  <a:gd name="connsiteX1" fmla="*/ 0 w 1197121"/>
                  <a:gd name="connsiteY1" fmla="*/ 1197121 h 1197121"/>
                  <a:gd name="connsiteX2" fmla="*/ 0 w 1197121"/>
                  <a:gd name="connsiteY2" fmla="*/ 0 h 1197121"/>
                  <a:gd name="connsiteX3" fmla="*/ 1937 w 1197121"/>
                  <a:gd name="connsiteY3" fmla="*/ 0 h 1197121"/>
                  <a:gd name="connsiteX4" fmla="*/ 1197122 w 1197121"/>
                  <a:gd name="connsiteY4" fmla="*/ 1195184 h 1197121"/>
                  <a:gd name="connsiteX5" fmla="*/ 1197122 w 1197121"/>
                  <a:gd name="connsiteY5" fmla="*/ 1197121 h 1197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121" h="1197121">
                    <a:moveTo>
                      <a:pt x="1197122" y="1197121"/>
                    </a:moveTo>
                    <a:lnTo>
                      <a:pt x="0" y="1197121"/>
                    </a:lnTo>
                    <a:lnTo>
                      <a:pt x="0" y="0"/>
                    </a:lnTo>
                    <a:lnTo>
                      <a:pt x="1937" y="0"/>
                    </a:lnTo>
                    <a:cubicBezTo>
                      <a:pt x="662019" y="0"/>
                      <a:pt x="1197122" y="535102"/>
                      <a:pt x="1197122" y="1195184"/>
                    </a:cubicBezTo>
                    <a:lnTo>
                      <a:pt x="1197122" y="1197121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9EECE9DF-AC80-292D-8035-DBF72961AFD9}"/>
                  </a:ext>
                </a:extLst>
              </p:cNvPr>
              <p:cNvSpPr/>
              <p:nvPr/>
            </p:nvSpPr>
            <p:spPr>
              <a:xfrm>
                <a:off x="6962343" y="2855385"/>
                <a:ext cx="1197120" cy="1197121"/>
              </a:xfrm>
              <a:custGeom>
                <a:avLst/>
                <a:gdLst>
                  <a:gd name="connsiteX0" fmla="*/ 1197121 w 1197120"/>
                  <a:gd name="connsiteY0" fmla="*/ 1197121 h 1197121"/>
                  <a:gd name="connsiteX1" fmla="*/ 0 w 1197120"/>
                  <a:gd name="connsiteY1" fmla="*/ 1197121 h 1197121"/>
                  <a:gd name="connsiteX2" fmla="*/ 0 w 1197120"/>
                  <a:gd name="connsiteY2" fmla="*/ 1195184 h 1197121"/>
                  <a:gd name="connsiteX3" fmla="*/ 1195184 w 1197120"/>
                  <a:gd name="connsiteY3" fmla="*/ 0 h 1197121"/>
                  <a:gd name="connsiteX4" fmla="*/ 1197121 w 1197120"/>
                  <a:gd name="connsiteY4" fmla="*/ 0 h 1197121"/>
                  <a:gd name="connsiteX5" fmla="*/ 1197121 w 1197120"/>
                  <a:gd name="connsiteY5" fmla="*/ 1197121 h 1197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120" h="1197121">
                    <a:moveTo>
                      <a:pt x="1197121" y="1197121"/>
                    </a:moveTo>
                    <a:lnTo>
                      <a:pt x="0" y="1197121"/>
                    </a:lnTo>
                    <a:lnTo>
                      <a:pt x="0" y="1195184"/>
                    </a:lnTo>
                    <a:cubicBezTo>
                      <a:pt x="0" y="535102"/>
                      <a:pt x="535101" y="0"/>
                      <a:pt x="1195184" y="0"/>
                    </a:cubicBezTo>
                    <a:lnTo>
                      <a:pt x="1197121" y="0"/>
                    </a:lnTo>
                    <a:lnTo>
                      <a:pt x="1197121" y="1197121"/>
                    </a:lnTo>
                    <a:close/>
                  </a:path>
                </a:pathLst>
              </a:custGeom>
              <a:solidFill>
                <a:srgbClr val="1C1C6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D96A8215-D2F8-7DBF-78C9-84509FD6FCBB}"/>
                  </a:ext>
                </a:extLst>
              </p:cNvPr>
              <p:cNvSpPr/>
              <p:nvPr/>
            </p:nvSpPr>
            <p:spPr>
              <a:xfrm>
                <a:off x="8159483" y="3304692"/>
                <a:ext cx="747820" cy="747814"/>
              </a:xfrm>
              <a:custGeom>
                <a:avLst/>
                <a:gdLst>
                  <a:gd name="connsiteX0" fmla="*/ 747820 w 747820"/>
                  <a:gd name="connsiteY0" fmla="*/ 747814 h 747814"/>
                  <a:gd name="connsiteX1" fmla="*/ 0 w 747820"/>
                  <a:gd name="connsiteY1" fmla="*/ 747814 h 747814"/>
                  <a:gd name="connsiteX2" fmla="*/ 0 w 747820"/>
                  <a:gd name="connsiteY2" fmla="*/ 0 h 747814"/>
                  <a:gd name="connsiteX3" fmla="*/ 1213 w 747820"/>
                  <a:gd name="connsiteY3" fmla="*/ 0 h 747814"/>
                  <a:gd name="connsiteX4" fmla="*/ 747820 w 747820"/>
                  <a:gd name="connsiteY4" fmla="*/ 746608 h 747814"/>
                  <a:gd name="connsiteX5" fmla="*/ 747820 w 747820"/>
                  <a:gd name="connsiteY5" fmla="*/ 747814 h 747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7820" h="747814">
                    <a:moveTo>
                      <a:pt x="747820" y="747814"/>
                    </a:moveTo>
                    <a:lnTo>
                      <a:pt x="0" y="747814"/>
                    </a:lnTo>
                    <a:lnTo>
                      <a:pt x="0" y="0"/>
                    </a:lnTo>
                    <a:lnTo>
                      <a:pt x="1213" y="0"/>
                    </a:lnTo>
                    <a:cubicBezTo>
                      <a:pt x="413556" y="0"/>
                      <a:pt x="747820" y="334270"/>
                      <a:pt x="747820" y="746608"/>
                    </a:cubicBezTo>
                    <a:lnTo>
                      <a:pt x="747820" y="747814"/>
                    </a:lnTo>
                    <a:close/>
                  </a:path>
                </a:pathLst>
              </a:custGeom>
              <a:solidFill>
                <a:srgbClr val="E9A65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47895953-5C23-C330-7F68-A6BCAD15B4F2}"/>
                  </a:ext>
                </a:extLst>
              </p:cNvPr>
              <p:cNvSpPr/>
              <p:nvPr/>
            </p:nvSpPr>
            <p:spPr>
              <a:xfrm>
                <a:off x="7411649" y="3304692"/>
                <a:ext cx="747821" cy="747814"/>
              </a:xfrm>
              <a:custGeom>
                <a:avLst/>
                <a:gdLst>
                  <a:gd name="connsiteX0" fmla="*/ 747821 w 747821"/>
                  <a:gd name="connsiteY0" fmla="*/ 747814 h 747814"/>
                  <a:gd name="connsiteX1" fmla="*/ 0 w 747821"/>
                  <a:gd name="connsiteY1" fmla="*/ 747814 h 747814"/>
                  <a:gd name="connsiteX2" fmla="*/ 0 w 747821"/>
                  <a:gd name="connsiteY2" fmla="*/ 746608 h 747814"/>
                  <a:gd name="connsiteX3" fmla="*/ 746608 w 747821"/>
                  <a:gd name="connsiteY3" fmla="*/ 0 h 747814"/>
                  <a:gd name="connsiteX4" fmla="*/ 747821 w 747821"/>
                  <a:gd name="connsiteY4" fmla="*/ 0 h 747814"/>
                  <a:gd name="connsiteX5" fmla="*/ 747821 w 747821"/>
                  <a:gd name="connsiteY5" fmla="*/ 747814 h 747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7821" h="747814">
                    <a:moveTo>
                      <a:pt x="747821" y="747814"/>
                    </a:moveTo>
                    <a:lnTo>
                      <a:pt x="0" y="747814"/>
                    </a:lnTo>
                    <a:lnTo>
                      <a:pt x="0" y="746608"/>
                    </a:lnTo>
                    <a:cubicBezTo>
                      <a:pt x="0" y="334270"/>
                      <a:pt x="334270" y="0"/>
                      <a:pt x="746608" y="0"/>
                    </a:cubicBezTo>
                    <a:lnTo>
                      <a:pt x="747821" y="0"/>
                    </a:lnTo>
                    <a:lnTo>
                      <a:pt x="747821" y="747814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" name="任意多边形: 形状 53">
                <a:extLst>
                  <a:ext uri="{FF2B5EF4-FFF2-40B4-BE49-F238E27FC236}">
                    <a16:creationId xmlns:a16="http://schemas.microsoft.com/office/drawing/2014/main" id="{6DEEF5ED-7592-5DAB-1262-0A60F0F9F21A}"/>
                  </a:ext>
                </a:extLst>
              </p:cNvPr>
              <p:cNvSpPr/>
              <p:nvPr/>
            </p:nvSpPr>
            <p:spPr>
              <a:xfrm>
                <a:off x="10546607" y="5249919"/>
                <a:ext cx="1197120" cy="1197121"/>
              </a:xfrm>
              <a:custGeom>
                <a:avLst/>
                <a:gdLst>
                  <a:gd name="connsiteX0" fmla="*/ 1197121 w 1197120"/>
                  <a:gd name="connsiteY0" fmla="*/ 1197121 h 1197121"/>
                  <a:gd name="connsiteX1" fmla="*/ 0 w 1197120"/>
                  <a:gd name="connsiteY1" fmla="*/ 1197121 h 1197121"/>
                  <a:gd name="connsiteX2" fmla="*/ 0 w 1197120"/>
                  <a:gd name="connsiteY2" fmla="*/ 0 h 1197121"/>
                  <a:gd name="connsiteX3" fmla="*/ 1936 w 1197120"/>
                  <a:gd name="connsiteY3" fmla="*/ 0 h 1197121"/>
                  <a:gd name="connsiteX4" fmla="*/ 1197121 w 1197120"/>
                  <a:gd name="connsiteY4" fmla="*/ 1195184 h 1197121"/>
                  <a:gd name="connsiteX5" fmla="*/ 1197121 w 1197120"/>
                  <a:gd name="connsiteY5" fmla="*/ 1197121 h 1197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120" h="1197121">
                    <a:moveTo>
                      <a:pt x="1197121" y="1197121"/>
                    </a:moveTo>
                    <a:lnTo>
                      <a:pt x="0" y="1197121"/>
                    </a:lnTo>
                    <a:lnTo>
                      <a:pt x="0" y="0"/>
                    </a:lnTo>
                    <a:lnTo>
                      <a:pt x="1936" y="0"/>
                    </a:lnTo>
                    <a:cubicBezTo>
                      <a:pt x="662019" y="0"/>
                      <a:pt x="1197121" y="535102"/>
                      <a:pt x="1197121" y="1195184"/>
                    </a:cubicBezTo>
                    <a:lnTo>
                      <a:pt x="1197121" y="1197121"/>
                    </a:lnTo>
                    <a:close/>
                  </a:path>
                </a:pathLst>
              </a:custGeom>
              <a:solidFill>
                <a:srgbClr val="DC424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5" name="任意多边形: 形状 54">
                <a:extLst>
                  <a:ext uri="{FF2B5EF4-FFF2-40B4-BE49-F238E27FC236}">
                    <a16:creationId xmlns:a16="http://schemas.microsoft.com/office/drawing/2014/main" id="{97E4043E-C873-1763-9B0E-FE266FB23205}"/>
                  </a:ext>
                </a:extLst>
              </p:cNvPr>
              <p:cNvSpPr/>
              <p:nvPr/>
            </p:nvSpPr>
            <p:spPr>
              <a:xfrm>
                <a:off x="9349454" y="5249919"/>
                <a:ext cx="1197121" cy="1197121"/>
              </a:xfrm>
              <a:custGeom>
                <a:avLst/>
                <a:gdLst>
                  <a:gd name="connsiteX0" fmla="*/ 1197122 w 1197121"/>
                  <a:gd name="connsiteY0" fmla="*/ 1197121 h 1197121"/>
                  <a:gd name="connsiteX1" fmla="*/ 0 w 1197121"/>
                  <a:gd name="connsiteY1" fmla="*/ 1197121 h 1197121"/>
                  <a:gd name="connsiteX2" fmla="*/ 0 w 1197121"/>
                  <a:gd name="connsiteY2" fmla="*/ 1195184 h 1197121"/>
                  <a:gd name="connsiteX3" fmla="*/ 1195184 w 1197121"/>
                  <a:gd name="connsiteY3" fmla="*/ 0 h 1197121"/>
                  <a:gd name="connsiteX4" fmla="*/ 1197122 w 1197121"/>
                  <a:gd name="connsiteY4" fmla="*/ 0 h 1197121"/>
                  <a:gd name="connsiteX5" fmla="*/ 1197122 w 1197121"/>
                  <a:gd name="connsiteY5" fmla="*/ 1197121 h 1197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121" h="1197121">
                    <a:moveTo>
                      <a:pt x="1197122" y="1197121"/>
                    </a:moveTo>
                    <a:lnTo>
                      <a:pt x="0" y="1197121"/>
                    </a:lnTo>
                    <a:lnTo>
                      <a:pt x="0" y="1195184"/>
                    </a:lnTo>
                    <a:cubicBezTo>
                      <a:pt x="0" y="535102"/>
                      <a:pt x="535102" y="0"/>
                      <a:pt x="1195184" y="0"/>
                    </a:cubicBezTo>
                    <a:lnTo>
                      <a:pt x="1197122" y="0"/>
                    </a:lnTo>
                    <a:lnTo>
                      <a:pt x="1197122" y="1197121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6" name="任意多边形: 形状 55">
                <a:extLst>
                  <a:ext uri="{FF2B5EF4-FFF2-40B4-BE49-F238E27FC236}">
                    <a16:creationId xmlns:a16="http://schemas.microsoft.com/office/drawing/2014/main" id="{8D5F0B09-FDDD-A772-0189-9147CF32EBE5}"/>
                  </a:ext>
                </a:extLst>
              </p:cNvPr>
              <p:cNvSpPr/>
              <p:nvPr/>
            </p:nvSpPr>
            <p:spPr>
              <a:xfrm>
                <a:off x="10546600" y="5699226"/>
                <a:ext cx="747821" cy="747814"/>
              </a:xfrm>
              <a:custGeom>
                <a:avLst/>
                <a:gdLst>
                  <a:gd name="connsiteX0" fmla="*/ 747821 w 747821"/>
                  <a:gd name="connsiteY0" fmla="*/ 747814 h 747814"/>
                  <a:gd name="connsiteX1" fmla="*/ 0 w 747821"/>
                  <a:gd name="connsiteY1" fmla="*/ 747814 h 747814"/>
                  <a:gd name="connsiteX2" fmla="*/ 0 w 747821"/>
                  <a:gd name="connsiteY2" fmla="*/ 0 h 747814"/>
                  <a:gd name="connsiteX3" fmla="*/ 1213 w 747821"/>
                  <a:gd name="connsiteY3" fmla="*/ 0 h 747814"/>
                  <a:gd name="connsiteX4" fmla="*/ 747821 w 747821"/>
                  <a:gd name="connsiteY4" fmla="*/ 746608 h 747814"/>
                  <a:gd name="connsiteX5" fmla="*/ 747821 w 747821"/>
                  <a:gd name="connsiteY5" fmla="*/ 747814 h 747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7821" h="747814">
                    <a:moveTo>
                      <a:pt x="747821" y="747814"/>
                    </a:moveTo>
                    <a:lnTo>
                      <a:pt x="0" y="747814"/>
                    </a:lnTo>
                    <a:lnTo>
                      <a:pt x="0" y="0"/>
                    </a:lnTo>
                    <a:lnTo>
                      <a:pt x="1213" y="0"/>
                    </a:lnTo>
                    <a:cubicBezTo>
                      <a:pt x="413551" y="0"/>
                      <a:pt x="747821" y="334270"/>
                      <a:pt x="747821" y="746608"/>
                    </a:cubicBezTo>
                    <a:lnTo>
                      <a:pt x="747821" y="747814"/>
                    </a:lnTo>
                    <a:close/>
                  </a:path>
                </a:pathLst>
              </a:custGeom>
              <a:solidFill>
                <a:srgbClr val="1C1C6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7" name="任意多边形: 形状 56">
                <a:extLst>
                  <a:ext uri="{FF2B5EF4-FFF2-40B4-BE49-F238E27FC236}">
                    <a16:creationId xmlns:a16="http://schemas.microsoft.com/office/drawing/2014/main" id="{74DFB2D0-2D61-317E-F596-A208DF6A9953}"/>
                  </a:ext>
                </a:extLst>
              </p:cNvPr>
              <p:cNvSpPr/>
              <p:nvPr/>
            </p:nvSpPr>
            <p:spPr>
              <a:xfrm>
                <a:off x="9798761" y="5699226"/>
                <a:ext cx="747820" cy="748182"/>
              </a:xfrm>
              <a:custGeom>
                <a:avLst/>
                <a:gdLst>
                  <a:gd name="connsiteX0" fmla="*/ 747820 w 747820"/>
                  <a:gd name="connsiteY0" fmla="*/ 748183 h 748182"/>
                  <a:gd name="connsiteX1" fmla="*/ 0 w 747820"/>
                  <a:gd name="connsiteY1" fmla="*/ 748183 h 748182"/>
                  <a:gd name="connsiteX2" fmla="*/ 0 w 747820"/>
                  <a:gd name="connsiteY2" fmla="*/ 746608 h 748182"/>
                  <a:gd name="connsiteX3" fmla="*/ 746607 w 747820"/>
                  <a:gd name="connsiteY3" fmla="*/ 0 h 748182"/>
                  <a:gd name="connsiteX4" fmla="*/ 747820 w 747820"/>
                  <a:gd name="connsiteY4" fmla="*/ 0 h 748182"/>
                  <a:gd name="connsiteX5" fmla="*/ 747820 w 747820"/>
                  <a:gd name="connsiteY5" fmla="*/ 748183 h 748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7820" h="748182">
                    <a:moveTo>
                      <a:pt x="747820" y="748183"/>
                    </a:moveTo>
                    <a:lnTo>
                      <a:pt x="0" y="748183"/>
                    </a:lnTo>
                    <a:lnTo>
                      <a:pt x="0" y="746608"/>
                    </a:lnTo>
                    <a:cubicBezTo>
                      <a:pt x="0" y="334270"/>
                      <a:pt x="334270" y="0"/>
                      <a:pt x="746607" y="0"/>
                    </a:cubicBezTo>
                    <a:lnTo>
                      <a:pt x="747820" y="0"/>
                    </a:lnTo>
                    <a:lnTo>
                      <a:pt x="747820" y="748183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58" name="图形 8">
                <a:extLst>
                  <a:ext uri="{FF2B5EF4-FFF2-40B4-BE49-F238E27FC236}">
                    <a16:creationId xmlns:a16="http://schemas.microsoft.com/office/drawing/2014/main" id="{21B12634-3924-A7FC-740E-78C0055D6D42}"/>
                  </a:ext>
                </a:extLst>
              </p:cNvPr>
              <p:cNvGrpSpPr/>
              <p:nvPr/>
            </p:nvGrpSpPr>
            <p:grpSpPr>
              <a:xfrm>
                <a:off x="8315073" y="1830558"/>
                <a:ext cx="875669" cy="880090"/>
                <a:chOff x="8315073" y="1830558"/>
                <a:chExt cx="875669" cy="880090"/>
              </a:xfrm>
              <a:solidFill>
                <a:srgbClr val="FBF5E2"/>
              </a:solidFill>
            </p:grpSpPr>
            <p:sp>
              <p:nvSpPr>
                <p:cNvPr id="106" name="任意多边形: 形状 105">
                  <a:extLst>
                    <a:ext uri="{FF2B5EF4-FFF2-40B4-BE49-F238E27FC236}">
                      <a16:creationId xmlns:a16="http://schemas.microsoft.com/office/drawing/2014/main" id="{56C82058-F30B-31BF-65F5-3E8C2DD246F9}"/>
                    </a:ext>
                  </a:extLst>
                </p:cNvPr>
                <p:cNvSpPr/>
                <p:nvPr/>
              </p:nvSpPr>
              <p:spPr>
                <a:xfrm>
                  <a:off x="8810644" y="1830558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7" name="任意多边形: 形状 106">
                  <a:extLst>
                    <a:ext uri="{FF2B5EF4-FFF2-40B4-BE49-F238E27FC236}">
                      <a16:creationId xmlns:a16="http://schemas.microsoft.com/office/drawing/2014/main" id="{B67C77BC-0E02-DC2B-8D91-5B67887BFF14}"/>
                    </a:ext>
                  </a:extLst>
                </p:cNvPr>
                <p:cNvSpPr/>
                <p:nvPr/>
              </p:nvSpPr>
              <p:spPr>
                <a:xfrm>
                  <a:off x="8810644" y="2091410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8" name="任意多边形: 形状 107">
                  <a:extLst>
                    <a:ext uri="{FF2B5EF4-FFF2-40B4-BE49-F238E27FC236}">
                      <a16:creationId xmlns:a16="http://schemas.microsoft.com/office/drawing/2014/main" id="{D3B69E79-6DFC-2E63-B554-9F0F23119622}"/>
                    </a:ext>
                  </a:extLst>
                </p:cNvPr>
                <p:cNvSpPr/>
                <p:nvPr/>
              </p:nvSpPr>
              <p:spPr>
                <a:xfrm>
                  <a:off x="9059176" y="1830558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9" name="任意多边形: 形状 108">
                  <a:extLst>
                    <a:ext uri="{FF2B5EF4-FFF2-40B4-BE49-F238E27FC236}">
                      <a16:creationId xmlns:a16="http://schemas.microsoft.com/office/drawing/2014/main" id="{E2085883-DF49-14AA-4DA2-7EB0F84555D8}"/>
                    </a:ext>
                  </a:extLst>
                </p:cNvPr>
                <p:cNvSpPr/>
                <p:nvPr/>
              </p:nvSpPr>
              <p:spPr>
                <a:xfrm>
                  <a:off x="9059176" y="2091410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0" name="任意多边形: 形状 109">
                  <a:extLst>
                    <a:ext uri="{FF2B5EF4-FFF2-40B4-BE49-F238E27FC236}">
                      <a16:creationId xmlns:a16="http://schemas.microsoft.com/office/drawing/2014/main" id="{EE2A5685-BF37-36C7-ADBD-DB2B3BE0B139}"/>
                    </a:ext>
                  </a:extLst>
                </p:cNvPr>
                <p:cNvSpPr/>
                <p:nvPr/>
              </p:nvSpPr>
              <p:spPr>
                <a:xfrm>
                  <a:off x="8810644" y="2347804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1" name="任意多边形: 形状 110">
                  <a:extLst>
                    <a:ext uri="{FF2B5EF4-FFF2-40B4-BE49-F238E27FC236}">
                      <a16:creationId xmlns:a16="http://schemas.microsoft.com/office/drawing/2014/main" id="{5ACC823F-A4BC-43F1-E644-45853BD3CD85}"/>
                    </a:ext>
                  </a:extLst>
                </p:cNvPr>
                <p:cNvSpPr/>
                <p:nvPr/>
              </p:nvSpPr>
              <p:spPr>
                <a:xfrm>
                  <a:off x="9059176" y="2347804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2" name="任意多边形: 形状 111">
                  <a:extLst>
                    <a:ext uri="{FF2B5EF4-FFF2-40B4-BE49-F238E27FC236}">
                      <a16:creationId xmlns:a16="http://schemas.microsoft.com/office/drawing/2014/main" id="{E07F2AE4-8D35-533C-0F40-7F36D381B184}"/>
                    </a:ext>
                  </a:extLst>
                </p:cNvPr>
                <p:cNvSpPr/>
                <p:nvPr/>
              </p:nvSpPr>
              <p:spPr>
                <a:xfrm>
                  <a:off x="8322640" y="1830558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3" name="任意多边形: 形状 112">
                  <a:extLst>
                    <a:ext uri="{FF2B5EF4-FFF2-40B4-BE49-F238E27FC236}">
                      <a16:creationId xmlns:a16="http://schemas.microsoft.com/office/drawing/2014/main" id="{983A796C-EB3E-B9C0-11BE-02DE07CD49C2}"/>
                    </a:ext>
                  </a:extLst>
                </p:cNvPr>
                <p:cNvSpPr/>
                <p:nvPr/>
              </p:nvSpPr>
              <p:spPr>
                <a:xfrm>
                  <a:off x="8322640" y="2091410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4" name="任意多边形: 形状 113">
                  <a:extLst>
                    <a:ext uri="{FF2B5EF4-FFF2-40B4-BE49-F238E27FC236}">
                      <a16:creationId xmlns:a16="http://schemas.microsoft.com/office/drawing/2014/main" id="{B7985DDA-FE92-20BF-27A1-AF952748E4D5}"/>
                    </a:ext>
                  </a:extLst>
                </p:cNvPr>
                <p:cNvSpPr/>
                <p:nvPr/>
              </p:nvSpPr>
              <p:spPr>
                <a:xfrm>
                  <a:off x="8571172" y="1830558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2"/>
                        <a:pt x="94973" y="122364"/>
                        <a:pt x="61182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3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5" name="任意多边形: 形状 114">
                  <a:extLst>
                    <a:ext uri="{FF2B5EF4-FFF2-40B4-BE49-F238E27FC236}">
                      <a16:creationId xmlns:a16="http://schemas.microsoft.com/office/drawing/2014/main" id="{1F67BF36-51F1-BCAD-9F25-DBAEC9ED051C}"/>
                    </a:ext>
                  </a:extLst>
                </p:cNvPr>
                <p:cNvSpPr/>
                <p:nvPr/>
              </p:nvSpPr>
              <p:spPr>
                <a:xfrm>
                  <a:off x="8571172" y="2091410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2"/>
                        <a:pt x="94973" y="122365"/>
                        <a:pt x="61182" y="122365"/>
                      </a:cubicBezTo>
                      <a:cubicBezTo>
                        <a:pt x="27392" y="122365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3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6" name="任意多边形: 形状 115">
                  <a:extLst>
                    <a:ext uri="{FF2B5EF4-FFF2-40B4-BE49-F238E27FC236}">
                      <a16:creationId xmlns:a16="http://schemas.microsoft.com/office/drawing/2014/main" id="{3D4BA348-13C7-E8E6-9EF2-608D096E1AC4}"/>
                    </a:ext>
                  </a:extLst>
                </p:cNvPr>
                <p:cNvSpPr/>
                <p:nvPr/>
              </p:nvSpPr>
              <p:spPr>
                <a:xfrm>
                  <a:off x="8322640" y="2347804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7" name="任意多边形: 形状 116">
                  <a:extLst>
                    <a:ext uri="{FF2B5EF4-FFF2-40B4-BE49-F238E27FC236}">
                      <a16:creationId xmlns:a16="http://schemas.microsoft.com/office/drawing/2014/main" id="{BF5C8491-74C8-DD89-132A-152448AFB03A}"/>
                    </a:ext>
                  </a:extLst>
                </p:cNvPr>
                <p:cNvSpPr/>
                <p:nvPr/>
              </p:nvSpPr>
              <p:spPr>
                <a:xfrm>
                  <a:off x="8571172" y="2347804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2"/>
                        <a:pt x="94973" y="122365"/>
                        <a:pt x="61182" y="122365"/>
                      </a:cubicBezTo>
                      <a:cubicBezTo>
                        <a:pt x="27392" y="122365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3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8" name="任意多边形: 形状 117">
                  <a:extLst>
                    <a:ext uri="{FF2B5EF4-FFF2-40B4-BE49-F238E27FC236}">
                      <a16:creationId xmlns:a16="http://schemas.microsoft.com/office/drawing/2014/main" id="{2155498A-8EE5-8B03-8928-7A1F64DE8504}"/>
                    </a:ext>
                  </a:extLst>
                </p:cNvPr>
                <p:cNvSpPr/>
                <p:nvPr/>
              </p:nvSpPr>
              <p:spPr>
                <a:xfrm rot="-4846898">
                  <a:off x="8810826" y="2579266"/>
                  <a:ext cx="122366" cy="122366"/>
                </a:xfrm>
                <a:custGeom>
                  <a:avLst/>
                  <a:gdLst>
                    <a:gd name="connsiteX0" fmla="*/ 122366 w 122366"/>
                    <a:gd name="connsiteY0" fmla="*/ 61183 h 122366"/>
                    <a:gd name="connsiteX1" fmla="*/ 61183 w 122366"/>
                    <a:gd name="connsiteY1" fmla="*/ 122366 h 122366"/>
                    <a:gd name="connsiteX2" fmla="*/ 0 w 122366"/>
                    <a:gd name="connsiteY2" fmla="*/ 61183 h 122366"/>
                    <a:gd name="connsiteX3" fmla="*/ 61183 w 122366"/>
                    <a:gd name="connsiteY3" fmla="*/ 0 h 122366"/>
                    <a:gd name="connsiteX4" fmla="*/ 122366 w 122366"/>
                    <a:gd name="connsiteY4" fmla="*/ 61183 h 1223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6" h="122366">
                      <a:moveTo>
                        <a:pt x="122366" y="61183"/>
                      </a:moveTo>
                      <a:cubicBezTo>
                        <a:pt x="122366" y="94974"/>
                        <a:pt x="94974" y="122366"/>
                        <a:pt x="61183" y="122366"/>
                      </a:cubicBezTo>
                      <a:cubicBezTo>
                        <a:pt x="27392" y="122366"/>
                        <a:pt x="0" y="94974"/>
                        <a:pt x="0" y="61183"/>
                      </a:cubicBezTo>
                      <a:cubicBezTo>
                        <a:pt x="0" y="27393"/>
                        <a:pt x="27392" y="0"/>
                        <a:pt x="61183" y="0"/>
                      </a:cubicBezTo>
                      <a:cubicBezTo>
                        <a:pt x="94974" y="0"/>
                        <a:pt x="122366" y="27393"/>
                        <a:pt x="122366" y="61183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9" name="任意多边形: 形状 118">
                  <a:extLst>
                    <a:ext uri="{FF2B5EF4-FFF2-40B4-BE49-F238E27FC236}">
                      <a16:creationId xmlns:a16="http://schemas.microsoft.com/office/drawing/2014/main" id="{CB417F5B-5F38-41A7-6A2D-788297ABAABF}"/>
                    </a:ext>
                  </a:extLst>
                </p:cNvPr>
                <p:cNvSpPr/>
                <p:nvPr/>
              </p:nvSpPr>
              <p:spPr>
                <a:xfrm rot="-4846898">
                  <a:off x="9059365" y="2579265"/>
                  <a:ext cx="122366" cy="122366"/>
                </a:xfrm>
                <a:custGeom>
                  <a:avLst/>
                  <a:gdLst>
                    <a:gd name="connsiteX0" fmla="*/ 122366 w 122366"/>
                    <a:gd name="connsiteY0" fmla="*/ 61183 h 122366"/>
                    <a:gd name="connsiteX1" fmla="*/ 61183 w 122366"/>
                    <a:gd name="connsiteY1" fmla="*/ 122366 h 122366"/>
                    <a:gd name="connsiteX2" fmla="*/ 0 w 122366"/>
                    <a:gd name="connsiteY2" fmla="*/ 61183 h 122366"/>
                    <a:gd name="connsiteX3" fmla="*/ 61183 w 122366"/>
                    <a:gd name="connsiteY3" fmla="*/ 0 h 122366"/>
                    <a:gd name="connsiteX4" fmla="*/ 122366 w 122366"/>
                    <a:gd name="connsiteY4" fmla="*/ 61183 h 1223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6" h="122366">
                      <a:moveTo>
                        <a:pt x="122366" y="61183"/>
                      </a:moveTo>
                      <a:cubicBezTo>
                        <a:pt x="122366" y="94974"/>
                        <a:pt x="94974" y="122366"/>
                        <a:pt x="61183" y="122366"/>
                      </a:cubicBezTo>
                      <a:cubicBezTo>
                        <a:pt x="27392" y="122366"/>
                        <a:pt x="0" y="94974"/>
                        <a:pt x="0" y="61183"/>
                      </a:cubicBezTo>
                      <a:cubicBezTo>
                        <a:pt x="0" y="27393"/>
                        <a:pt x="27392" y="0"/>
                        <a:pt x="61183" y="0"/>
                      </a:cubicBezTo>
                      <a:cubicBezTo>
                        <a:pt x="94974" y="0"/>
                        <a:pt x="122366" y="27393"/>
                        <a:pt x="122366" y="61183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20" name="任意多边形: 形状 119">
                  <a:extLst>
                    <a:ext uri="{FF2B5EF4-FFF2-40B4-BE49-F238E27FC236}">
                      <a16:creationId xmlns:a16="http://schemas.microsoft.com/office/drawing/2014/main" id="{58EC31E1-E3B0-94AA-F91C-997F52BC7E53}"/>
                    </a:ext>
                  </a:extLst>
                </p:cNvPr>
                <p:cNvSpPr/>
                <p:nvPr/>
              </p:nvSpPr>
              <p:spPr>
                <a:xfrm rot="-4952159">
                  <a:off x="8322502" y="2579532"/>
                  <a:ext cx="122361" cy="122361"/>
                </a:xfrm>
                <a:custGeom>
                  <a:avLst/>
                  <a:gdLst>
                    <a:gd name="connsiteX0" fmla="*/ 122361 w 122361"/>
                    <a:gd name="connsiteY0" fmla="*/ 61181 h 122361"/>
                    <a:gd name="connsiteX1" fmla="*/ 61181 w 122361"/>
                    <a:gd name="connsiteY1" fmla="*/ 122361 h 122361"/>
                    <a:gd name="connsiteX2" fmla="*/ 0 w 122361"/>
                    <a:gd name="connsiteY2" fmla="*/ 61181 h 122361"/>
                    <a:gd name="connsiteX3" fmla="*/ 61181 w 122361"/>
                    <a:gd name="connsiteY3" fmla="*/ 0 h 122361"/>
                    <a:gd name="connsiteX4" fmla="*/ 122361 w 122361"/>
                    <a:gd name="connsiteY4" fmla="*/ 61181 h 1223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1" h="122361">
                      <a:moveTo>
                        <a:pt x="122361" y="61181"/>
                      </a:moveTo>
                      <a:cubicBezTo>
                        <a:pt x="122361" y="94970"/>
                        <a:pt x="94970" y="122361"/>
                        <a:pt x="61181" y="122361"/>
                      </a:cubicBezTo>
                      <a:cubicBezTo>
                        <a:pt x="27391" y="122361"/>
                        <a:pt x="0" y="94970"/>
                        <a:pt x="0" y="61181"/>
                      </a:cubicBezTo>
                      <a:cubicBezTo>
                        <a:pt x="0" y="27392"/>
                        <a:pt x="27391" y="0"/>
                        <a:pt x="61181" y="0"/>
                      </a:cubicBezTo>
                      <a:cubicBezTo>
                        <a:pt x="94970" y="0"/>
                        <a:pt x="122361" y="27392"/>
                        <a:pt x="122361" y="61181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21" name="任意多边形: 形状 120">
                  <a:extLst>
                    <a:ext uri="{FF2B5EF4-FFF2-40B4-BE49-F238E27FC236}">
                      <a16:creationId xmlns:a16="http://schemas.microsoft.com/office/drawing/2014/main" id="{08905965-45FB-3282-BD8C-987939D9ABC7}"/>
                    </a:ext>
                  </a:extLst>
                </p:cNvPr>
                <p:cNvSpPr/>
                <p:nvPr/>
              </p:nvSpPr>
              <p:spPr>
                <a:xfrm rot="-4846898">
                  <a:off x="8571353" y="2579271"/>
                  <a:ext cx="122366" cy="122366"/>
                </a:xfrm>
                <a:custGeom>
                  <a:avLst/>
                  <a:gdLst>
                    <a:gd name="connsiteX0" fmla="*/ 122367 w 122366"/>
                    <a:gd name="connsiteY0" fmla="*/ 61183 h 122366"/>
                    <a:gd name="connsiteX1" fmla="*/ 61183 w 122366"/>
                    <a:gd name="connsiteY1" fmla="*/ 122366 h 122366"/>
                    <a:gd name="connsiteX2" fmla="*/ 0 w 122366"/>
                    <a:gd name="connsiteY2" fmla="*/ 61183 h 122366"/>
                    <a:gd name="connsiteX3" fmla="*/ 61183 w 122366"/>
                    <a:gd name="connsiteY3" fmla="*/ 0 h 122366"/>
                    <a:gd name="connsiteX4" fmla="*/ 122367 w 122366"/>
                    <a:gd name="connsiteY4" fmla="*/ 61183 h 1223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6" h="122366">
                      <a:moveTo>
                        <a:pt x="122367" y="61183"/>
                      </a:moveTo>
                      <a:cubicBezTo>
                        <a:pt x="122367" y="94974"/>
                        <a:pt x="94974" y="122366"/>
                        <a:pt x="61183" y="122366"/>
                      </a:cubicBezTo>
                      <a:cubicBezTo>
                        <a:pt x="27393" y="122366"/>
                        <a:pt x="0" y="94974"/>
                        <a:pt x="0" y="61183"/>
                      </a:cubicBezTo>
                      <a:cubicBezTo>
                        <a:pt x="0" y="27393"/>
                        <a:pt x="27393" y="0"/>
                        <a:pt x="61183" y="0"/>
                      </a:cubicBezTo>
                      <a:cubicBezTo>
                        <a:pt x="94974" y="0"/>
                        <a:pt x="122367" y="27393"/>
                        <a:pt x="122367" y="61183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9" name="图形 8">
                <a:extLst>
                  <a:ext uri="{FF2B5EF4-FFF2-40B4-BE49-F238E27FC236}">
                    <a16:creationId xmlns:a16="http://schemas.microsoft.com/office/drawing/2014/main" id="{8F758DBF-CB22-6293-DD14-878EA9B4B89B}"/>
                  </a:ext>
                </a:extLst>
              </p:cNvPr>
              <p:cNvGrpSpPr/>
              <p:nvPr/>
            </p:nvGrpSpPr>
            <p:grpSpPr>
              <a:xfrm>
                <a:off x="9537026" y="4200779"/>
                <a:ext cx="858901" cy="871143"/>
                <a:chOff x="9537026" y="4200779"/>
                <a:chExt cx="858901" cy="871143"/>
              </a:xfrm>
              <a:solidFill>
                <a:srgbClr val="FBF5E2"/>
              </a:solidFill>
            </p:grpSpPr>
            <p:sp>
              <p:nvSpPr>
                <p:cNvPr id="90" name="任意多边形: 形状 89">
                  <a:extLst>
                    <a:ext uri="{FF2B5EF4-FFF2-40B4-BE49-F238E27FC236}">
                      <a16:creationId xmlns:a16="http://schemas.microsoft.com/office/drawing/2014/main" id="{6873899A-5CEF-35B3-55DB-107EDCBC55AD}"/>
                    </a:ext>
                  </a:extLst>
                </p:cNvPr>
                <p:cNvSpPr/>
                <p:nvPr/>
              </p:nvSpPr>
              <p:spPr>
                <a:xfrm>
                  <a:off x="10025030" y="4200779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1" name="任意多边形: 形状 90">
                  <a:extLst>
                    <a:ext uri="{FF2B5EF4-FFF2-40B4-BE49-F238E27FC236}">
                      <a16:creationId xmlns:a16="http://schemas.microsoft.com/office/drawing/2014/main" id="{FB3EEDF8-32AC-BFB6-5437-CDFEA9A94E96}"/>
                    </a:ext>
                  </a:extLst>
                </p:cNvPr>
                <p:cNvSpPr/>
                <p:nvPr/>
              </p:nvSpPr>
              <p:spPr>
                <a:xfrm>
                  <a:off x="10025030" y="4461630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3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3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2" name="任意多边形: 形状 91">
                  <a:extLst>
                    <a:ext uri="{FF2B5EF4-FFF2-40B4-BE49-F238E27FC236}">
                      <a16:creationId xmlns:a16="http://schemas.microsoft.com/office/drawing/2014/main" id="{6B96A828-F418-6440-4021-693182488176}"/>
                    </a:ext>
                  </a:extLst>
                </p:cNvPr>
                <p:cNvSpPr/>
                <p:nvPr/>
              </p:nvSpPr>
              <p:spPr>
                <a:xfrm>
                  <a:off x="10273563" y="4200779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3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3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2"/>
                        <a:pt x="94973" y="122364"/>
                        <a:pt x="61183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3" y="0"/>
                      </a:cubicBezTo>
                      <a:cubicBezTo>
                        <a:pt x="94973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3" name="任意多边形: 形状 92">
                  <a:extLst>
                    <a:ext uri="{FF2B5EF4-FFF2-40B4-BE49-F238E27FC236}">
                      <a16:creationId xmlns:a16="http://schemas.microsoft.com/office/drawing/2014/main" id="{6BD22665-4D4D-4387-38DE-69383620A229}"/>
                    </a:ext>
                  </a:extLst>
                </p:cNvPr>
                <p:cNvSpPr/>
                <p:nvPr/>
              </p:nvSpPr>
              <p:spPr>
                <a:xfrm>
                  <a:off x="10273563" y="4461630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3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3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3"/>
                        <a:pt x="94973" y="122365"/>
                        <a:pt x="61183" y="122365"/>
                      </a:cubicBezTo>
                      <a:cubicBezTo>
                        <a:pt x="27392" y="122365"/>
                        <a:pt x="0" y="94973"/>
                        <a:pt x="0" y="61182"/>
                      </a:cubicBezTo>
                      <a:cubicBezTo>
                        <a:pt x="0" y="27392"/>
                        <a:pt x="27392" y="0"/>
                        <a:pt x="61183" y="0"/>
                      </a:cubicBezTo>
                      <a:cubicBezTo>
                        <a:pt x="94973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4" name="任意多边形: 形状 93">
                  <a:extLst>
                    <a:ext uri="{FF2B5EF4-FFF2-40B4-BE49-F238E27FC236}">
                      <a16:creationId xmlns:a16="http://schemas.microsoft.com/office/drawing/2014/main" id="{18C62DC5-1D4C-10F5-A616-0325571A626D}"/>
                    </a:ext>
                  </a:extLst>
                </p:cNvPr>
                <p:cNvSpPr/>
                <p:nvPr/>
              </p:nvSpPr>
              <p:spPr>
                <a:xfrm>
                  <a:off x="10025030" y="4718024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5" name="任意多边形: 形状 94">
                  <a:extLst>
                    <a:ext uri="{FF2B5EF4-FFF2-40B4-BE49-F238E27FC236}">
                      <a16:creationId xmlns:a16="http://schemas.microsoft.com/office/drawing/2014/main" id="{4A3966E7-FFB7-9196-DE97-FDD4C6A402AB}"/>
                    </a:ext>
                  </a:extLst>
                </p:cNvPr>
                <p:cNvSpPr/>
                <p:nvPr/>
              </p:nvSpPr>
              <p:spPr>
                <a:xfrm>
                  <a:off x="10273563" y="4718024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3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3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2"/>
                        <a:pt x="94973" y="122364"/>
                        <a:pt x="61183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3" y="0"/>
                      </a:cubicBezTo>
                      <a:cubicBezTo>
                        <a:pt x="94973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6" name="任意多边形: 形状 95">
                  <a:extLst>
                    <a:ext uri="{FF2B5EF4-FFF2-40B4-BE49-F238E27FC236}">
                      <a16:creationId xmlns:a16="http://schemas.microsoft.com/office/drawing/2014/main" id="{E8469DF7-88F1-AC71-2B8A-EC713AB37380}"/>
                    </a:ext>
                  </a:extLst>
                </p:cNvPr>
                <p:cNvSpPr/>
                <p:nvPr/>
              </p:nvSpPr>
              <p:spPr>
                <a:xfrm>
                  <a:off x="9537026" y="4200779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-1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-1" y="94972"/>
                        <a:pt x="-1" y="61182"/>
                      </a:cubicBezTo>
                      <a:cubicBezTo>
                        <a:pt x="-1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7" name="任意多边形: 形状 96">
                  <a:extLst>
                    <a:ext uri="{FF2B5EF4-FFF2-40B4-BE49-F238E27FC236}">
                      <a16:creationId xmlns:a16="http://schemas.microsoft.com/office/drawing/2014/main" id="{C2C26E03-B9E3-6AEE-51FB-C3C481B757DF}"/>
                    </a:ext>
                  </a:extLst>
                </p:cNvPr>
                <p:cNvSpPr/>
                <p:nvPr/>
              </p:nvSpPr>
              <p:spPr>
                <a:xfrm>
                  <a:off x="9537026" y="4461630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-1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3"/>
                        <a:pt x="94972" y="122365"/>
                        <a:pt x="61182" y="122365"/>
                      </a:cubicBezTo>
                      <a:cubicBezTo>
                        <a:pt x="27392" y="122365"/>
                        <a:pt x="-1" y="94973"/>
                        <a:pt x="-1" y="61182"/>
                      </a:cubicBezTo>
                      <a:cubicBezTo>
                        <a:pt x="-1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8" name="任意多边形: 形状 97">
                  <a:extLst>
                    <a:ext uri="{FF2B5EF4-FFF2-40B4-BE49-F238E27FC236}">
                      <a16:creationId xmlns:a16="http://schemas.microsoft.com/office/drawing/2014/main" id="{B3D375E9-DE72-E731-6C72-40426E64B52B}"/>
                    </a:ext>
                  </a:extLst>
                </p:cNvPr>
                <p:cNvSpPr/>
                <p:nvPr/>
              </p:nvSpPr>
              <p:spPr>
                <a:xfrm>
                  <a:off x="9785559" y="4200779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9" name="任意多边形: 形状 98">
                  <a:extLst>
                    <a:ext uri="{FF2B5EF4-FFF2-40B4-BE49-F238E27FC236}">
                      <a16:creationId xmlns:a16="http://schemas.microsoft.com/office/drawing/2014/main" id="{4C4B4CBC-28FE-5D8A-EECB-2C661C6641F4}"/>
                    </a:ext>
                  </a:extLst>
                </p:cNvPr>
                <p:cNvSpPr/>
                <p:nvPr/>
              </p:nvSpPr>
              <p:spPr>
                <a:xfrm>
                  <a:off x="9785559" y="4461630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3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3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0" name="任意多边形: 形状 99">
                  <a:extLst>
                    <a:ext uri="{FF2B5EF4-FFF2-40B4-BE49-F238E27FC236}">
                      <a16:creationId xmlns:a16="http://schemas.microsoft.com/office/drawing/2014/main" id="{E4C6DAEB-582E-0A39-3CAC-A276BE9BD2AB}"/>
                    </a:ext>
                  </a:extLst>
                </p:cNvPr>
                <p:cNvSpPr/>
                <p:nvPr/>
              </p:nvSpPr>
              <p:spPr>
                <a:xfrm>
                  <a:off x="9537026" y="4718024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-1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-1" y="94972"/>
                        <a:pt x="-1" y="61182"/>
                      </a:cubicBezTo>
                      <a:cubicBezTo>
                        <a:pt x="-1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1" name="任意多边形: 形状 100">
                  <a:extLst>
                    <a:ext uri="{FF2B5EF4-FFF2-40B4-BE49-F238E27FC236}">
                      <a16:creationId xmlns:a16="http://schemas.microsoft.com/office/drawing/2014/main" id="{DC696881-92C5-FE52-18E3-C81A0DCECD05}"/>
                    </a:ext>
                  </a:extLst>
                </p:cNvPr>
                <p:cNvSpPr/>
                <p:nvPr/>
              </p:nvSpPr>
              <p:spPr>
                <a:xfrm>
                  <a:off x="9785559" y="4718024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2" name="任意多边形: 形状 101">
                  <a:extLst>
                    <a:ext uri="{FF2B5EF4-FFF2-40B4-BE49-F238E27FC236}">
                      <a16:creationId xmlns:a16="http://schemas.microsoft.com/office/drawing/2014/main" id="{6A045904-8E27-2863-235C-BE07C1A6FC7E}"/>
                    </a:ext>
                  </a:extLst>
                </p:cNvPr>
                <p:cNvSpPr/>
                <p:nvPr/>
              </p:nvSpPr>
              <p:spPr>
                <a:xfrm>
                  <a:off x="10025030" y="4949558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3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3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3" name="任意多边形: 形状 102">
                  <a:extLst>
                    <a:ext uri="{FF2B5EF4-FFF2-40B4-BE49-F238E27FC236}">
                      <a16:creationId xmlns:a16="http://schemas.microsoft.com/office/drawing/2014/main" id="{68B1881F-4AA1-D3B0-D658-FEA0562010A5}"/>
                    </a:ext>
                  </a:extLst>
                </p:cNvPr>
                <p:cNvSpPr/>
                <p:nvPr/>
              </p:nvSpPr>
              <p:spPr>
                <a:xfrm>
                  <a:off x="10273563" y="4949558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3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3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3"/>
                        <a:pt x="94973" y="122365"/>
                        <a:pt x="61183" y="122365"/>
                      </a:cubicBezTo>
                      <a:cubicBezTo>
                        <a:pt x="27392" y="122365"/>
                        <a:pt x="0" y="94973"/>
                        <a:pt x="0" y="61182"/>
                      </a:cubicBezTo>
                      <a:cubicBezTo>
                        <a:pt x="0" y="27392"/>
                        <a:pt x="27392" y="0"/>
                        <a:pt x="61183" y="0"/>
                      </a:cubicBezTo>
                      <a:cubicBezTo>
                        <a:pt x="94973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4" name="任意多边形: 形状 103">
                  <a:extLst>
                    <a:ext uri="{FF2B5EF4-FFF2-40B4-BE49-F238E27FC236}">
                      <a16:creationId xmlns:a16="http://schemas.microsoft.com/office/drawing/2014/main" id="{7F5198D4-CC0A-A2A8-A9C0-22358F8C5E0C}"/>
                    </a:ext>
                  </a:extLst>
                </p:cNvPr>
                <p:cNvSpPr/>
                <p:nvPr/>
              </p:nvSpPr>
              <p:spPr>
                <a:xfrm>
                  <a:off x="9537026" y="4949558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-1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3"/>
                        <a:pt x="94972" y="122365"/>
                        <a:pt x="61182" y="122365"/>
                      </a:cubicBezTo>
                      <a:cubicBezTo>
                        <a:pt x="27392" y="122365"/>
                        <a:pt x="-1" y="94973"/>
                        <a:pt x="-1" y="61182"/>
                      </a:cubicBezTo>
                      <a:cubicBezTo>
                        <a:pt x="-1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5" name="任意多边形: 形状 104">
                  <a:extLst>
                    <a:ext uri="{FF2B5EF4-FFF2-40B4-BE49-F238E27FC236}">
                      <a16:creationId xmlns:a16="http://schemas.microsoft.com/office/drawing/2014/main" id="{44252E70-9B68-2049-AFBE-F540C7DCAFB3}"/>
                    </a:ext>
                  </a:extLst>
                </p:cNvPr>
                <p:cNvSpPr/>
                <p:nvPr/>
              </p:nvSpPr>
              <p:spPr>
                <a:xfrm>
                  <a:off x="9785559" y="4949558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3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3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207C459B-CDFB-B199-F175-A3C0D94A707E}"/>
                  </a:ext>
                </a:extLst>
              </p:cNvPr>
              <p:cNvSpPr/>
              <p:nvPr/>
            </p:nvSpPr>
            <p:spPr>
              <a:xfrm>
                <a:off x="6962343" y="463797"/>
                <a:ext cx="865555" cy="865555"/>
              </a:xfrm>
              <a:custGeom>
                <a:avLst/>
                <a:gdLst>
                  <a:gd name="connsiteX0" fmla="*/ 0 w 865555"/>
                  <a:gd name="connsiteY0" fmla="*/ 865549 h 865555"/>
                  <a:gd name="connsiteX1" fmla="*/ 0 w 865555"/>
                  <a:gd name="connsiteY1" fmla="*/ 0 h 865555"/>
                  <a:gd name="connsiteX2" fmla="*/ 865556 w 865555"/>
                  <a:gd name="connsiteY2" fmla="*/ 0 h 865555"/>
                  <a:gd name="connsiteX3" fmla="*/ 865556 w 865555"/>
                  <a:gd name="connsiteY3" fmla="*/ 377673 h 865555"/>
                  <a:gd name="connsiteX4" fmla="*/ 377672 w 865555"/>
                  <a:gd name="connsiteY4" fmla="*/ 865556 h 865555"/>
                  <a:gd name="connsiteX5" fmla="*/ 0 w 865555"/>
                  <a:gd name="connsiteY5" fmla="*/ 865556 h 865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65555" h="865555">
                    <a:moveTo>
                      <a:pt x="0" y="865549"/>
                    </a:moveTo>
                    <a:lnTo>
                      <a:pt x="0" y="0"/>
                    </a:lnTo>
                    <a:lnTo>
                      <a:pt x="865556" y="0"/>
                    </a:lnTo>
                    <a:lnTo>
                      <a:pt x="865556" y="377673"/>
                    </a:lnTo>
                    <a:cubicBezTo>
                      <a:pt x="865556" y="647122"/>
                      <a:pt x="647122" y="865556"/>
                      <a:pt x="377672" y="865556"/>
                    </a:cubicBezTo>
                    <a:lnTo>
                      <a:pt x="0" y="865556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1" name="任意多边形: 形状 60">
                <a:extLst>
                  <a:ext uri="{FF2B5EF4-FFF2-40B4-BE49-F238E27FC236}">
                    <a16:creationId xmlns:a16="http://schemas.microsoft.com/office/drawing/2014/main" id="{C702BDED-F7F3-B118-97CA-C93C675CC5CA}"/>
                  </a:ext>
                </a:extLst>
              </p:cNvPr>
              <p:cNvSpPr/>
              <p:nvPr/>
            </p:nvSpPr>
            <p:spPr>
              <a:xfrm>
                <a:off x="9952316" y="473538"/>
                <a:ext cx="593890" cy="1179334"/>
              </a:xfrm>
              <a:custGeom>
                <a:avLst/>
                <a:gdLst>
                  <a:gd name="connsiteX0" fmla="*/ 0 w 593890"/>
                  <a:gd name="connsiteY0" fmla="*/ 589667 h 1179334"/>
                  <a:gd name="connsiteX1" fmla="*/ 593890 w 593890"/>
                  <a:gd name="connsiteY1" fmla="*/ 0 h 1179334"/>
                  <a:gd name="connsiteX2" fmla="*/ 593890 w 593890"/>
                  <a:gd name="connsiteY2" fmla="*/ 1179335 h 1179334"/>
                  <a:gd name="connsiteX3" fmla="*/ 0 w 593890"/>
                  <a:gd name="connsiteY3" fmla="*/ 589667 h 1179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3890" h="1179334">
                    <a:moveTo>
                      <a:pt x="0" y="589667"/>
                    </a:moveTo>
                    <a:cubicBezTo>
                      <a:pt x="0" y="264001"/>
                      <a:pt x="265894" y="0"/>
                      <a:pt x="593890" y="0"/>
                    </a:cubicBezTo>
                    <a:lnTo>
                      <a:pt x="593890" y="1179335"/>
                    </a:lnTo>
                    <a:cubicBezTo>
                      <a:pt x="265894" y="1179341"/>
                      <a:pt x="0" y="915334"/>
                      <a:pt x="0" y="589667"/>
                    </a:cubicBezTo>
                    <a:close/>
                  </a:path>
                </a:pathLst>
              </a:custGeom>
              <a:solidFill>
                <a:srgbClr val="E9A65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2" name="任意多边形: 形状 61">
                <a:extLst>
                  <a:ext uri="{FF2B5EF4-FFF2-40B4-BE49-F238E27FC236}">
                    <a16:creationId xmlns:a16="http://schemas.microsoft.com/office/drawing/2014/main" id="{C27656C0-ABF9-8D5D-B8A5-1AC3D14A67D0}"/>
                  </a:ext>
                </a:extLst>
              </p:cNvPr>
              <p:cNvSpPr/>
              <p:nvPr/>
            </p:nvSpPr>
            <p:spPr>
              <a:xfrm>
                <a:off x="9351181" y="464210"/>
                <a:ext cx="589667" cy="1194498"/>
              </a:xfrm>
              <a:custGeom>
                <a:avLst/>
                <a:gdLst>
                  <a:gd name="connsiteX0" fmla="*/ 589668 w 589667"/>
                  <a:gd name="connsiteY0" fmla="*/ 597249 h 1194498"/>
                  <a:gd name="connsiteX1" fmla="*/ 0 w 589667"/>
                  <a:gd name="connsiteY1" fmla="*/ 1194499 h 1194498"/>
                  <a:gd name="connsiteX2" fmla="*/ 0 w 589667"/>
                  <a:gd name="connsiteY2" fmla="*/ 0 h 1194498"/>
                  <a:gd name="connsiteX3" fmla="*/ 589668 w 589667"/>
                  <a:gd name="connsiteY3" fmla="*/ 597249 h 1194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9667" h="1194498">
                    <a:moveTo>
                      <a:pt x="589668" y="597249"/>
                    </a:moveTo>
                    <a:cubicBezTo>
                      <a:pt x="589668" y="927100"/>
                      <a:pt x="325666" y="1194499"/>
                      <a:pt x="0" y="1194499"/>
                    </a:cubicBezTo>
                    <a:lnTo>
                      <a:pt x="0" y="0"/>
                    </a:lnTo>
                    <a:cubicBezTo>
                      <a:pt x="325666" y="0"/>
                      <a:pt x="589668" y="267399"/>
                      <a:pt x="589668" y="597249"/>
                    </a:cubicBezTo>
                    <a:close/>
                  </a:path>
                </a:pathLst>
              </a:custGeom>
              <a:solidFill>
                <a:srgbClr val="1C1C6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63" name="图形 8">
                <a:extLst>
                  <a:ext uri="{FF2B5EF4-FFF2-40B4-BE49-F238E27FC236}">
                    <a16:creationId xmlns:a16="http://schemas.microsoft.com/office/drawing/2014/main" id="{2CA4B911-439E-90C0-B57C-56E2EEE1F993}"/>
                  </a:ext>
                </a:extLst>
              </p:cNvPr>
              <p:cNvGrpSpPr/>
              <p:nvPr/>
            </p:nvGrpSpPr>
            <p:grpSpPr>
              <a:xfrm>
                <a:off x="10660303" y="453428"/>
                <a:ext cx="1098403" cy="1208735"/>
                <a:chOff x="10660303" y="453428"/>
                <a:chExt cx="1098403" cy="1208735"/>
              </a:xfrm>
            </p:grpSpPr>
            <p:sp>
              <p:nvSpPr>
                <p:cNvPr id="81" name="任意多边形: 形状 80">
                  <a:extLst>
                    <a:ext uri="{FF2B5EF4-FFF2-40B4-BE49-F238E27FC236}">
                      <a16:creationId xmlns:a16="http://schemas.microsoft.com/office/drawing/2014/main" id="{D7C684D9-312F-697D-EC28-BF13D4629C20}"/>
                    </a:ext>
                  </a:extLst>
                </p:cNvPr>
                <p:cNvSpPr/>
                <p:nvPr/>
              </p:nvSpPr>
              <p:spPr>
                <a:xfrm>
                  <a:off x="11209642" y="453434"/>
                  <a:ext cx="6" cy="1208728"/>
                </a:xfrm>
                <a:custGeom>
                  <a:avLst/>
                  <a:gdLst>
                    <a:gd name="connsiteX0" fmla="*/ 6 w 6"/>
                    <a:gd name="connsiteY0" fmla="*/ 0 h 1208728"/>
                    <a:gd name="connsiteX1" fmla="*/ 0 w 6"/>
                    <a:gd name="connsiteY1" fmla="*/ 1208729 h 120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" h="1208728">
                      <a:moveTo>
                        <a:pt x="6" y="0"/>
                      </a:moveTo>
                      <a:lnTo>
                        <a:pt x="0" y="1208729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2" name="任意多边形: 形状 81">
                  <a:extLst>
                    <a:ext uri="{FF2B5EF4-FFF2-40B4-BE49-F238E27FC236}">
                      <a16:creationId xmlns:a16="http://schemas.microsoft.com/office/drawing/2014/main" id="{64009F74-84AF-E4B4-EF60-0CFDC32834EC}"/>
                    </a:ext>
                  </a:extLst>
                </p:cNvPr>
                <p:cNvSpPr/>
                <p:nvPr/>
              </p:nvSpPr>
              <p:spPr>
                <a:xfrm>
                  <a:off x="11072361" y="453434"/>
                  <a:ext cx="6" cy="1208728"/>
                </a:xfrm>
                <a:custGeom>
                  <a:avLst/>
                  <a:gdLst>
                    <a:gd name="connsiteX0" fmla="*/ 7 w 6"/>
                    <a:gd name="connsiteY0" fmla="*/ 0 h 1208728"/>
                    <a:gd name="connsiteX1" fmla="*/ 0 w 6"/>
                    <a:gd name="connsiteY1" fmla="*/ 1208729 h 120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" h="1208728">
                      <a:moveTo>
                        <a:pt x="7" y="0"/>
                      </a:moveTo>
                      <a:lnTo>
                        <a:pt x="0" y="1208729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3" name="任意多边形: 形状 82">
                  <a:extLst>
                    <a:ext uri="{FF2B5EF4-FFF2-40B4-BE49-F238E27FC236}">
                      <a16:creationId xmlns:a16="http://schemas.microsoft.com/office/drawing/2014/main" id="{134FBF0C-2F04-E927-66AE-2C9CD47A2050}"/>
                    </a:ext>
                  </a:extLst>
                </p:cNvPr>
                <p:cNvSpPr/>
                <p:nvPr/>
              </p:nvSpPr>
              <p:spPr>
                <a:xfrm>
                  <a:off x="10935169" y="453434"/>
                  <a:ext cx="6" cy="1208728"/>
                </a:xfrm>
                <a:custGeom>
                  <a:avLst/>
                  <a:gdLst>
                    <a:gd name="connsiteX0" fmla="*/ 6 w 6"/>
                    <a:gd name="connsiteY0" fmla="*/ 0 h 1208728"/>
                    <a:gd name="connsiteX1" fmla="*/ 0 w 6"/>
                    <a:gd name="connsiteY1" fmla="*/ 1208729 h 120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" h="1208728">
                      <a:moveTo>
                        <a:pt x="6" y="0"/>
                      </a:moveTo>
                      <a:lnTo>
                        <a:pt x="0" y="1208729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4" name="任意多边形: 形状 83">
                  <a:extLst>
                    <a:ext uri="{FF2B5EF4-FFF2-40B4-BE49-F238E27FC236}">
                      <a16:creationId xmlns:a16="http://schemas.microsoft.com/office/drawing/2014/main" id="{06F3BCBA-D5D1-70B8-5999-7E4C9BBC764F}"/>
                    </a:ext>
                  </a:extLst>
                </p:cNvPr>
                <p:cNvSpPr/>
                <p:nvPr/>
              </p:nvSpPr>
              <p:spPr>
                <a:xfrm>
                  <a:off x="10797781" y="453434"/>
                  <a:ext cx="6" cy="1208728"/>
                </a:xfrm>
                <a:custGeom>
                  <a:avLst/>
                  <a:gdLst>
                    <a:gd name="connsiteX0" fmla="*/ 6 w 6"/>
                    <a:gd name="connsiteY0" fmla="*/ 0 h 1208728"/>
                    <a:gd name="connsiteX1" fmla="*/ 0 w 6"/>
                    <a:gd name="connsiteY1" fmla="*/ 1208729 h 120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" h="1208728">
                      <a:moveTo>
                        <a:pt x="6" y="0"/>
                      </a:moveTo>
                      <a:lnTo>
                        <a:pt x="0" y="1208729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5" name="任意多边形: 形状 84">
                  <a:extLst>
                    <a:ext uri="{FF2B5EF4-FFF2-40B4-BE49-F238E27FC236}">
                      <a16:creationId xmlns:a16="http://schemas.microsoft.com/office/drawing/2014/main" id="{43EFAF3E-E30D-E1BC-7CBD-1D1574B7B72F}"/>
                    </a:ext>
                  </a:extLst>
                </p:cNvPr>
                <p:cNvSpPr/>
                <p:nvPr/>
              </p:nvSpPr>
              <p:spPr>
                <a:xfrm>
                  <a:off x="10660303" y="453428"/>
                  <a:ext cx="6" cy="1208735"/>
                </a:xfrm>
                <a:custGeom>
                  <a:avLst/>
                  <a:gdLst>
                    <a:gd name="connsiteX0" fmla="*/ 6 w 6"/>
                    <a:gd name="connsiteY0" fmla="*/ 0 h 1208735"/>
                    <a:gd name="connsiteX1" fmla="*/ 0 w 6"/>
                    <a:gd name="connsiteY1" fmla="*/ 1208735 h 1208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" h="1208735">
                      <a:moveTo>
                        <a:pt x="6" y="0"/>
                      </a:moveTo>
                      <a:lnTo>
                        <a:pt x="0" y="1208735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6" name="任意多边形: 形状 85">
                  <a:extLst>
                    <a:ext uri="{FF2B5EF4-FFF2-40B4-BE49-F238E27FC236}">
                      <a16:creationId xmlns:a16="http://schemas.microsoft.com/office/drawing/2014/main" id="{FC2F34F8-E219-5C13-4317-A08484A71664}"/>
                    </a:ext>
                  </a:extLst>
                </p:cNvPr>
                <p:cNvSpPr/>
                <p:nvPr/>
              </p:nvSpPr>
              <p:spPr>
                <a:xfrm>
                  <a:off x="11758701" y="453434"/>
                  <a:ext cx="6" cy="1208728"/>
                </a:xfrm>
                <a:custGeom>
                  <a:avLst/>
                  <a:gdLst>
                    <a:gd name="connsiteX0" fmla="*/ 6 w 6"/>
                    <a:gd name="connsiteY0" fmla="*/ 0 h 1208728"/>
                    <a:gd name="connsiteX1" fmla="*/ 0 w 6"/>
                    <a:gd name="connsiteY1" fmla="*/ 1208729 h 120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" h="1208728">
                      <a:moveTo>
                        <a:pt x="6" y="0"/>
                      </a:moveTo>
                      <a:lnTo>
                        <a:pt x="0" y="1208729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7" name="任意多边形: 形状 86">
                  <a:extLst>
                    <a:ext uri="{FF2B5EF4-FFF2-40B4-BE49-F238E27FC236}">
                      <a16:creationId xmlns:a16="http://schemas.microsoft.com/office/drawing/2014/main" id="{34B89FA6-423B-BA69-EE33-3FF6257F91DC}"/>
                    </a:ext>
                  </a:extLst>
                </p:cNvPr>
                <p:cNvSpPr/>
                <p:nvPr/>
              </p:nvSpPr>
              <p:spPr>
                <a:xfrm>
                  <a:off x="11621420" y="453434"/>
                  <a:ext cx="6" cy="1208728"/>
                </a:xfrm>
                <a:custGeom>
                  <a:avLst/>
                  <a:gdLst>
                    <a:gd name="connsiteX0" fmla="*/ 6 w 6"/>
                    <a:gd name="connsiteY0" fmla="*/ 0 h 1208728"/>
                    <a:gd name="connsiteX1" fmla="*/ 0 w 6"/>
                    <a:gd name="connsiteY1" fmla="*/ 1208729 h 120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" h="1208728">
                      <a:moveTo>
                        <a:pt x="6" y="0"/>
                      </a:moveTo>
                      <a:lnTo>
                        <a:pt x="0" y="1208729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8" name="任意多边形: 形状 87">
                  <a:extLst>
                    <a:ext uri="{FF2B5EF4-FFF2-40B4-BE49-F238E27FC236}">
                      <a16:creationId xmlns:a16="http://schemas.microsoft.com/office/drawing/2014/main" id="{FF1C94EA-E549-E02E-6134-632B7933CEA6}"/>
                    </a:ext>
                  </a:extLst>
                </p:cNvPr>
                <p:cNvSpPr/>
                <p:nvPr/>
              </p:nvSpPr>
              <p:spPr>
                <a:xfrm>
                  <a:off x="11484229" y="453434"/>
                  <a:ext cx="6350" cy="1208728"/>
                </a:xfrm>
                <a:custGeom>
                  <a:avLst/>
                  <a:gdLst>
                    <a:gd name="connsiteX0" fmla="*/ 0 w 6350"/>
                    <a:gd name="connsiteY0" fmla="*/ 0 h 1208728"/>
                    <a:gd name="connsiteX1" fmla="*/ 0 w 6350"/>
                    <a:gd name="connsiteY1" fmla="*/ 1208729 h 120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350" h="1208728">
                      <a:moveTo>
                        <a:pt x="0" y="0"/>
                      </a:moveTo>
                      <a:lnTo>
                        <a:pt x="0" y="1208729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9" name="任意多边形: 形状 88">
                  <a:extLst>
                    <a:ext uri="{FF2B5EF4-FFF2-40B4-BE49-F238E27FC236}">
                      <a16:creationId xmlns:a16="http://schemas.microsoft.com/office/drawing/2014/main" id="{218256C5-6504-C3BC-C898-A1F49D33222D}"/>
                    </a:ext>
                  </a:extLst>
                </p:cNvPr>
                <p:cNvSpPr/>
                <p:nvPr/>
              </p:nvSpPr>
              <p:spPr>
                <a:xfrm>
                  <a:off x="11346840" y="453434"/>
                  <a:ext cx="6" cy="1208728"/>
                </a:xfrm>
                <a:custGeom>
                  <a:avLst/>
                  <a:gdLst>
                    <a:gd name="connsiteX0" fmla="*/ 7 w 6"/>
                    <a:gd name="connsiteY0" fmla="*/ 0 h 1208728"/>
                    <a:gd name="connsiteX1" fmla="*/ 0 w 6"/>
                    <a:gd name="connsiteY1" fmla="*/ 1208729 h 120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" h="1208728">
                      <a:moveTo>
                        <a:pt x="7" y="0"/>
                      </a:moveTo>
                      <a:lnTo>
                        <a:pt x="0" y="1208729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64" name="任意多边形: 形状 63">
                <a:extLst>
                  <a:ext uri="{FF2B5EF4-FFF2-40B4-BE49-F238E27FC236}">
                    <a16:creationId xmlns:a16="http://schemas.microsoft.com/office/drawing/2014/main" id="{CD90967C-7C3B-9E70-0A52-6C67963060BD}"/>
                  </a:ext>
                </a:extLst>
              </p:cNvPr>
              <p:cNvSpPr/>
              <p:nvPr/>
            </p:nvSpPr>
            <p:spPr>
              <a:xfrm>
                <a:off x="8559495" y="807167"/>
                <a:ext cx="376428" cy="482695"/>
              </a:xfrm>
              <a:custGeom>
                <a:avLst/>
                <a:gdLst>
                  <a:gd name="connsiteX0" fmla="*/ 0 w 376428"/>
                  <a:gd name="connsiteY0" fmla="*/ 0 h 482695"/>
                  <a:gd name="connsiteX1" fmla="*/ 376428 w 376428"/>
                  <a:gd name="connsiteY1" fmla="*/ 234188 h 482695"/>
                  <a:gd name="connsiteX2" fmla="*/ 0 w 376428"/>
                  <a:gd name="connsiteY2" fmla="*/ 482695 h 482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6428" h="482695">
                    <a:moveTo>
                      <a:pt x="0" y="0"/>
                    </a:moveTo>
                    <a:lnTo>
                      <a:pt x="376428" y="234188"/>
                    </a:lnTo>
                    <a:lnTo>
                      <a:pt x="0" y="482695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5" name="任意多边形: 形状 64">
                <a:extLst>
                  <a:ext uri="{FF2B5EF4-FFF2-40B4-BE49-F238E27FC236}">
                    <a16:creationId xmlns:a16="http://schemas.microsoft.com/office/drawing/2014/main" id="{54A624D1-7744-7CAE-E7DA-7797C5DDEF9A}"/>
                  </a:ext>
                </a:extLst>
              </p:cNvPr>
              <p:cNvSpPr/>
              <p:nvPr/>
            </p:nvSpPr>
            <p:spPr>
              <a:xfrm>
                <a:off x="8874912" y="807167"/>
                <a:ext cx="376428" cy="482695"/>
              </a:xfrm>
              <a:custGeom>
                <a:avLst/>
                <a:gdLst>
                  <a:gd name="connsiteX0" fmla="*/ 0 w 376428"/>
                  <a:gd name="connsiteY0" fmla="*/ 0 h 482695"/>
                  <a:gd name="connsiteX1" fmla="*/ 376428 w 376428"/>
                  <a:gd name="connsiteY1" fmla="*/ 234188 h 482695"/>
                  <a:gd name="connsiteX2" fmla="*/ 0 w 376428"/>
                  <a:gd name="connsiteY2" fmla="*/ 482695 h 482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6428" h="482695">
                    <a:moveTo>
                      <a:pt x="0" y="0"/>
                    </a:moveTo>
                    <a:lnTo>
                      <a:pt x="376428" y="234188"/>
                    </a:lnTo>
                    <a:lnTo>
                      <a:pt x="0" y="482695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6" name="任意多边形: 形状 65">
                <a:extLst>
                  <a:ext uri="{FF2B5EF4-FFF2-40B4-BE49-F238E27FC236}">
                    <a16:creationId xmlns:a16="http://schemas.microsoft.com/office/drawing/2014/main" id="{B71C85CB-AF1C-0E26-0961-D86AC254054B}"/>
                  </a:ext>
                </a:extLst>
              </p:cNvPr>
              <p:cNvSpPr/>
              <p:nvPr/>
            </p:nvSpPr>
            <p:spPr>
              <a:xfrm>
                <a:off x="9199689" y="807167"/>
                <a:ext cx="376428" cy="482695"/>
              </a:xfrm>
              <a:custGeom>
                <a:avLst/>
                <a:gdLst>
                  <a:gd name="connsiteX0" fmla="*/ 0 w 376428"/>
                  <a:gd name="connsiteY0" fmla="*/ 0 h 482695"/>
                  <a:gd name="connsiteX1" fmla="*/ 376428 w 376428"/>
                  <a:gd name="connsiteY1" fmla="*/ 234188 h 482695"/>
                  <a:gd name="connsiteX2" fmla="*/ 0 w 376428"/>
                  <a:gd name="connsiteY2" fmla="*/ 482695 h 482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6428" h="482695">
                    <a:moveTo>
                      <a:pt x="0" y="0"/>
                    </a:moveTo>
                    <a:lnTo>
                      <a:pt x="376428" y="234188"/>
                    </a:lnTo>
                    <a:lnTo>
                      <a:pt x="0" y="482695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67" name="图形 8">
                <a:extLst>
                  <a:ext uri="{FF2B5EF4-FFF2-40B4-BE49-F238E27FC236}">
                    <a16:creationId xmlns:a16="http://schemas.microsoft.com/office/drawing/2014/main" id="{808CEA4D-8EBD-60C6-D96C-20944823AD20}"/>
                  </a:ext>
                </a:extLst>
              </p:cNvPr>
              <p:cNvGrpSpPr/>
              <p:nvPr/>
            </p:nvGrpSpPr>
            <p:grpSpPr>
              <a:xfrm>
                <a:off x="6944779" y="5364041"/>
                <a:ext cx="1208735" cy="1098403"/>
                <a:chOff x="6944779" y="5364041"/>
                <a:chExt cx="1208735" cy="1098403"/>
              </a:xfrm>
            </p:grpSpPr>
            <p:sp>
              <p:nvSpPr>
                <p:cNvPr id="72" name="任意多边形: 形状 71">
                  <a:extLst>
                    <a:ext uri="{FF2B5EF4-FFF2-40B4-BE49-F238E27FC236}">
                      <a16:creationId xmlns:a16="http://schemas.microsoft.com/office/drawing/2014/main" id="{BAA40DC4-F317-F3FE-9C8E-78851D60A804}"/>
                    </a:ext>
                  </a:extLst>
                </p:cNvPr>
                <p:cNvSpPr/>
                <p:nvPr/>
              </p:nvSpPr>
              <p:spPr>
                <a:xfrm>
                  <a:off x="6944785" y="5913386"/>
                  <a:ext cx="1208728" cy="6350"/>
                </a:xfrm>
                <a:custGeom>
                  <a:avLst/>
                  <a:gdLst>
                    <a:gd name="connsiteX0" fmla="*/ 1208729 w 1208728"/>
                    <a:gd name="connsiteY0" fmla="*/ 0 h 6350"/>
                    <a:gd name="connsiteX1" fmla="*/ 0 w 1208728"/>
                    <a:gd name="connsiteY1" fmla="*/ 0 h 6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8" h="6350">
                      <a:moveTo>
                        <a:pt x="1208729" y="0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3" name="任意多边形: 形状 72">
                  <a:extLst>
                    <a:ext uri="{FF2B5EF4-FFF2-40B4-BE49-F238E27FC236}">
                      <a16:creationId xmlns:a16="http://schemas.microsoft.com/office/drawing/2014/main" id="{0A90B2AE-39E0-C6BB-6986-BBE84D11B3B1}"/>
                    </a:ext>
                  </a:extLst>
                </p:cNvPr>
                <p:cNvSpPr/>
                <p:nvPr/>
              </p:nvSpPr>
              <p:spPr>
                <a:xfrm>
                  <a:off x="6944785" y="5776106"/>
                  <a:ext cx="1208728" cy="6350"/>
                </a:xfrm>
                <a:custGeom>
                  <a:avLst/>
                  <a:gdLst>
                    <a:gd name="connsiteX0" fmla="*/ 1208729 w 1208728"/>
                    <a:gd name="connsiteY0" fmla="*/ 0 h 6350"/>
                    <a:gd name="connsiteX1" fmla="*/ 0 w 1208728"/>
                    <a:gd name="connsiteY1" fmla="*/ 0 h 6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8" h="6350">
                      <a:moveTo>
                        <a:pt x="1208729" y="0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4" name="任意多边形: 形状 73">
                  <a:extLst>
                    <a:ext uri="{FF2B5EF4-FFF2-40B4-BE49-F238E27FC236}">
                      <a16:creationId xmlns:a16="http://schemas.microsoft.com/office/drawing/2014/main" id="{8A117730-4194-4FEC-B563-B797BB3309A5}"/>
                    </a:ext>
                  </a:extLst>
                </p:cNvPr>
                <p:cNvSpPr/>
                <p:nvPr/>
              </p:nvSpPr>
              <p:spPr>
                <a:xfrm>
                  <a:off x="6944785" y="5638907"/>
                  <a:ext cx="1208728" cy="6"/>
                </a:xfrm>
                <a:custGeom>
                  <a:avLst/>
                  <a:gdLst>
                    <a:gd name="connsiteX0" fmla="*/ 1208729 w 1208728"/>
                    <a:gd name="connsiteY0" fmla="*/ 6 h 6"/>
                    <a:gd name="connsiteX1" fmla="*/ 0 w 1208728"/>
                    <a:gd name="connsiteY1" fmla="*/ 0 h 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8" h="6">
                      <a:moveTo>
                        <a:pt x="1208729" y="6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5" name="任意多边形: 形状 74">
                  <a:extLst>
                    <a:ext uri="{FF2B5EF4-FFF2-40B4-BE49-F238E27FC236}">
                      <a16:creationId xmlns:a16="http://schemas.microsoft.com/office/drawing/2014/main" id="{082E9F32-A89B-ACDD-AEF2-E533085C746B}"/>
                    </a:ext>
                  </a:extLst>
                </p:cNvPr>
                <p:cNvSpPr/>
                <p:nvPr/>
              </p:nvSpPr>
              <p:spPr>
                <a:xfrm>
                  <a:off x="6944785" y="5501525"/>
                  <a:ext cx="1208728" cy="6350"/>
                </a:xfrm>
                <a:custGeom>
                  <a:avLst/>
                  <a:gdLst>
                    <a:gd name="connsiteX0" fmla="*/ 1208729 w 1208728"/>
                    <a:gd name="connsiteY0" fmla="*/ 0 h 6350"/>
                    <a:gd name="connsiteX1" fmla="*/ 0 w 1208728"/>
                    <a:gd name="connsiteY1" fmla="*/ 0 h 6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8" h="6350">
                      <a:moveTo>
                        <a:pt x="1208729" y="0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6" name="任意多边形: 形状 75">
                  <a:extLst>
                    <a:ext uri="{FF2B5EF4-FFF2-40B4-BE49-F238E27FC236}">
                      <a16:creationId xmlns:a16="http://schemas.microsoft.com/office/drawing/2014/main" id="{F5463762-2535-88AE-2E83-3CF9C0225969}"/>
                    </a:ext>
                  </a:extLst>
                </p:cNvPr>
                <p:cNvSpPr/>
                <p:nvPr/>
              </p:nvSpPr>
              <p:spPr>
                <a:xfrm>
                  <a:off x="6944785" y="5364041"/>
                  <a:ext cx="1208728" cy="6"/>
                </a:xfrm>
                <a:custGeom>
                  <a:avLst/>
                  <a:gdLst>
                    <a:gd name="connsiteX0" fmla="*/ 1208729 w 1208728"/>
                    <a:gd name="connsiteY0" fmla="*/ 6 h 6"/>
                    <a:gd name="connsiteX1" fmla="*/ 0 w 1208728"/>
                    <a:gd name="connsiteY1" fmla="*/ 0 h 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8" h="6">
                      <a:moveTo>
                        <a:pt x="1208729" y="6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7" name="任意多边形: 形状 76">
                  <a:extLst>
                    <a:ext uri="{FF2B5EF4-FFF2-40B4-BE49-F238E27FC236}">
                      <a16:creationId xmlns:a16="http://schemas.microsoft.com/office/drawing/2014/main" id="{17D51BAC-4F42-C18D-A2B1-DE387BEEF72B}"/>
                    </a:ext>
                  </a:extLst>
                </p:cNvPr>
                <p:cNvSpPr/>
                <p:nvPr/>
              </p:nvSpPr>
              <p:spPr>
                <a:xfrm>
                  <a:off x="6944779" y="6462445"/>
                  <a:ext cx="1208728" cy="6350"/>
                </a:xfrm>
                <a:custGeom>
                  <a:avLst/>
                  <a:gdLst>
                    <a:gd name="connsiteX0" fmla="*/ 1208729 w 1208728"/>
                    <a:gd name="connsiteY0" fmla="*/ 0 h 6350"/>
                    <a:gd name="connsiteX1" fmla="*/ 0 w 1208728"/>
                    <a:gd name="connsiteY1" fmla="*/ 0 h 6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8" h="6350">
                      <a:moveTo>
                        <a:pt x="1208729" y="0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8" name="任意多边形: 形状 77">
                  <a:extLst>
                    <a:ext uri="{FF2B5EF4-FFF2-40B4-BE49-F238E27FC236}">
                      <a16:creationId xmlns:a16="http://schemas.microsoft.com/office/drawing/2014/main" id="{6B6416A1-4CA4-3269-F85B-177AE35A1A4D}"/>
                    </a:ext>
                  </a:extLst>
                </p:cNvPr>
                <p:cNvSpPr/>
                <p:nvPr/>
              </p:nvSpPr>
              <p:spPr>
                <a:xfrm>
                  <a:off x="6944785" y="6325165"/>
                  <a:ext cx="1208722" cy="6350"/>
                </a:xfrm>
                <a:custGeom>
                  <a:avLst/>
                  <a:gdLst>
                    <a:gd name="connsiteX0" fmla="*/ 1208722 w 1208722"/>
                    <a:gd name="connsiteY0" fmla="*/ 0 h 6350"/>
                    <a:gd name="connsiteX1" fmla="*/ 0 w 1208722"/>
                    <a:gd name="connsiteY1" fmla="*/ 0 h 6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2" h="6350">
                      <a:moveTo>
                        <a:pt x="1208722" y="0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9" name="任意多边形: 形状 78">
                  <a:extLst>
                    <a:ext uri="{FF2B5EF4-FFF2-40B4-BE49-F238E27FC236}">
                      <a16:creationId xmlns:a16="http://schemas.microsoft.com/office/drawing/2014/main" id="{45162391-42F5-F8CA-603B-EDD44661D160}"/>
                    </a:ext>
                  </a:extLst>
                </p:cNvPr>
                <p:cNvSpPr/>
                <p:nvPr/>
              </p:nvSpPr>
              <p:spPr>
                <a:xfrm>
                  <a:off x="6944785" y="6187967"/>
                  <a:ext cx="1208722" cy="6"/>
                </a:xfrm>
                <a:custGeom>
                  <a:avLst/>
                  <a:gdLst>
                    <a:gd name="connsiteX0" fmla="*/ 1208722 w 1208722"/>
                    <a:gd name="connsiteY0" fmla="*/ 6 h 6"/>
                    <a:gd name="connsiteX1" fmla="*/ 0 w 1208722"/>
                    <a:gd name="connsiteY1" fmla="*/ 0 h 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2" h="6">
                      <a:moveTo>
                        <a:pt x="1208722" y="6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0" name="任意多边形: 形状 79">
                  <a:extLst>
                    <a:ext uri="{FF2B5EF4-FFF2-40B4-BE49-F238E27FC236}">
                      <a16:creationId xmlns:a16="http://schemas.microsoft.com/office/drawing/2014/main" id="{DB6BF229-38A8-23CA-16D0-AF43267FA3BF}"/>
                    </a:ext>
                  </a:extLst>
                </p:cNvPr>
                <p:cNvSpPr/>
                <p:nvPr/>
              </p:nvSpPr>
              <p:spPr>
                <a:xfrm>
                  <a:off x="6944785" y="6050578"/>
                  <a:ext cx="1208722" cy="6"/>
                </a:xfrm>
                <a:custGeom>
                  <a:avLst/>
                  <a:gdLst>
                    <a:gd name="connsiteX0" fmla="*/ 1208722 w 1208722"/>
                    <a:gd name="connsiteY0" fmla="*/ 6 h 6"/>
                    <a:gd name="connsiteX1" fmla="*/ 0 w 1208722"/>
                    <a:gd name="connsiteY1" fmla="*/ 0 h 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2" h="6">
                      <a:moveTo>
                        <a:pt x="1208722" y="6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68" name="任意多边形: 形状 67">
                <a:extLst>
                  <a:ext uri="{FF2B5EF4-FFF2-40B4-BE49-F238E27FC236}">
                    <a16:creationId xmlns:a16="http://schemas.microsoft.com/office/drawing/2014/main" id="{42649F06-37A8-59E4-0223-9862C6E1D547}"/>
                  </a:ext>
                </a:extLst>
              </p:cNvPr>
              <p:cNvSpPr/>
              <p:nvPr/>
            </p:nvSpPr>
            <p:spPr>
              <a:xfrm>
                <a:off x="9362961" y="2855385"/>
                <a:ext cx="1195875" cy="1195876"/>
              </a:xfrm>
              <a:custGeom>
                <a:avLst/>
                <a:gdLst>
                  <a:gd name="connsiteX0" fmla="*/ 0 w 1195875"/>
                  <a:gd name="connsiteY0" fmla="*/ 0 h 1195876"/>
                  <a:gd name="connsiteX1" fmla="*/ 0 w 1195875"/>
                  <a:gd name="connsiteY1" fmla="*/ 1937 h 1195876"/>
                  <a:gd name="connsiteX2" fmla="*/ 1193940 w 1195875"/>
                  <a:gd name="connsiteY2" fmla="*/ 1195877 h 1195876"/>
                  <a:gd name="connsiteX3" fmla="*/ 1195876 w 1195875"/>
                  <a:gd name="connsiteY3" fmla="*/ 1195877 h 1195876"/>
                  <a:gd name="connsiteX4" fmla="*/ 1195876 w 1195875"/>
                  <a:gd name="connsiteY4" fmla="*/ 1193940 h 1195876"/>
                  <a:gd name="connsiteX5" fmla="*/ 1936 w 1195875"/>
                  <a:gd name="connsiteY5" fmla="*/ 0 h 1195876"/>
                  <a:gd name="connsiteX6" fmla="*/ 0 w 1195875"/>
                  <a:gd name="connsiteY6" fmla="*/ 0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5875" h="1195876">
                    <a:moveTo>
                      <a:pt x="0" y="0"/>
                    </a:moveTo>
                    <a:lnTo>
                      <a:pt x="0" y="1937"/>
                    </a:lnTo>
                    <a:cubicBezTo>
                      <a:pt x="0" y="661327"/>
                      <a:pt x="534543" y="1195877"/>
                      <a:pt x="1193940" y="1195877"/>
                    </a:cubicBezTo>
                    <a:lnTo>
                      <a:pt x="1195876" y="1195877"/>
                    </a:lnTo>
                    <a:lnTo>
                      <a:pt x="1195876" y="1193940"/>
                    </a:lnTo>
                    <a:cubicBezTo>
                      <a:pt x="1195876" y="534550"/>
                      <a:pt x="661333" y="0"/>
                      <a:pt x="1936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9A65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9" name="任意多边形: 形状 68">
                <a:extLst>
                  <a:ext uri="{FF2B5EF4-FFF2-40B4-BE49-F238E27FC236}">
                    <a16:creationId xmlns:a16="http://schemas.microsoft.com/office/drawing/2014/main" id="{CAB96E37-71EC-FA65-4DA2-7AC1881B635C}"/>
                  </a:ext>
                </a:extLst>
              </p:cNvPr>
              <p:cNvSpPr/>
              <p:nvPr/>
            </p:nvSpPr>
            <p:spPr>
              <a:xfrm>
                <a:off x="7186383" y="2199855"/>
                <a:ext cx="970114" cy="141401"/>
              </a:xfrm>
              <a:custGeom>
                <a:avLst/>
                <a:gdLst>
                  <a:gd name="connsiteX0" fmla="*/ 0 w 970114"/>
                  <a:gd name="connsiteY0" fmla="*/ 0 h 141401"/>
                  <a:gd name="connsiteX1" fmla="*/ 970115 w 970114"/>
                  <a:gd name="connsiteY1" fmla="*/ 0 h 141401"/>
                  <a:gd name="connsiteX2" fmla="*/ 970115 w 970114"/>
                  <a:gd name="connsiteY2" fmla="*/ 141402 h 141401"/>
                  <a:gd name="connsiteX3" fmla="*/ 0 w 970114"/>
                  <a:gd name="connsiteY3" fmla="*/ 141402 h 141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0114" h="141401">
                    <a:moveTo>
                      <a:pt x="0" y="0"/>
                    </a:moveTo>
                    <a:lnTo>
                      <a:pt x="970115" y="0"/>
                    </a:lnTo>
                    <a:lnTo>
                      <a:pt x="970115" y="141402"/>
                    </a:lnTo>
                    <a:lnTo>
                      <a:pt x="0" y="141402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0" name="任意多边形: 形状 69">
                <a:extLst>
                  <a:ext uri="{FF2B5EF4-FFF2-40B4-BE49-F238E27FC236}">
                    <a16:creationId xmlns:a16="http://schemas.microsoft.com/office/drawing/2014/main" id="{B4E4673A-F771-04E6-B26D-51867B144925}"/>
                  </a:ext>
                </a:extLst>
              </p:cNvPr>
              <p:cNvSpPr/>
              <p:nvPr/>
            </p:nvSpPr>
            <p:spPr>
              <a:xfrm>
                <a:off x="6969486" y="2523763"/>
                <a:ext cx="1187011" cy="141401"/>
              </a:xfrm>
              <a:custGeom>
                <a:avLst/>
                <a:gdLst>
                  <a:gd name="connsiteX0" fmla="*/ 0 w 1187011"/>
                  <a:gd name="connsiteY0" fmla="*/ 0 h 141401"/>
                  <a:gd name="connsiteX1" fmla="*/ 1187012 w 1187011"/>
                  <a:gd name="connsiteY1" fmla="*/ 0 h 141401"/>
                  <a:gd name="connsiteX2" fmla="*/ 1187012 w 1187011"/>
                  <a:gd name="connsiteY2" fmla="*/ 141402 h 141401"/>
                  <a:gd name="connsiteX3" fmla="*/ 0 w 1187011"/>
                  <a:gd name="connsiteY3" fmla="*/ 141402 h 141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7011" h="141401">
                    <a:moveTo>
                      <a:pt x="0" y="0"/>
                    </a:moveTo>
                    <a:lnTo>
                      <a:pt x="1187012" y="0"/>
                    </a:lnTo>
                    <a:lnTo>
                      <a:pt x="1187012" y="141402"/>
                    </a:lnTo>
                    <a:lnTo>
                      <a:pt x="0" y="141402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1" name="任意多边形: 形状 70">
                <a:extLst>
                  <a:ext uri="{FF2B5EF4-FFF2-40B4-BE49-F238E27FC236}">
                    <a16:creationId xmlns:a16="http://schemas.microsoft.com/office/drawing/2014/main" id="{94D4918D-6483-AAAB-B04F-E00D6DF81918}"/>
                  </a:ext>
                </a:extLst>
              </p:cNvPr>
              <p:cNvSpPr/>
              <p:nvPr/>
            </p:nvSpPr>
            <p:spPr>
              <a:xfrm>
                <a:off x="7421130" y="1869700"/>
                <a:ext cx="735368" cy="141401"/>
              </a:xfrm>
              <a:custGeom>
                <a:avLst/>
                <a:gdLst>
                  <a:gd name="connsiteX0" fmla="*/ 0 w 735368"/>
                  <a:gd name="connsiteY0" fmla="*/ 0 h 141401"/>
                  <a:gd name="connsiteX1" fmla="*/ 735368 w 735368"/>
                  <a:gd name="connsiteY1" fmla="*/ 0 h 141401"/>
                  <a:gd name="connsiteX2" fmla="*/ 735368 w 735368"/>
                  <a:gd name="connsiteY2" fmla="*/ 141402 h 141401"/>
                  <a:gd name="connsiteX3" fmla="*/ 0 w 735368"/>
                  <a:gd name="connsiteY3" fmla="*/ 141402 h 141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5368" h="141401">
                    <a:moveTo>
                      <a:pt x="0" y="0"/>
                    </a:moveTo>
                    <a:lnTo>
                      <a:pt x="735368" y="0"/>
                    </a:lnTo>
                    <a:lnTo>
                      <a:pt x="735368" y="141402"/>
                    </a:lnTo>
                    <a:lnTo>
                      <a:pt x="0" y="141402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22" name="任意多边形: 形状 121">
              <a:extLst>
                <a:ext uri="{FF2B5EF4-FFF2-40B4-BE49-F238E27FC236}">
                  <a16:creationId xmlns:a16="http://schemas.microsoft.com/office/drawing/2014/main" id="{A1585F43-2306-A4C5-E425-318F71B91688}"/>
                </a:ext>
              </a:extLst>
            </p:cNvPr>
            <p:cNvSpPr/>
            <p:nvPr userDrawn="1"/>
          </p:nvSpPr>
          <p:spPr>
            <a:xfrm>
              <a:off x="247650" y="3712002"/>
              <a:ext cx="599452" cy="599447"/>
            </a:xfrm>
            <a:custGeom>
              <a:avLst/>
              <a:gdLst>
                <a:gd name="connsiteX0" fmla="*/ 747821 w 747821"/>
                <a:gd name="connsiteY0" fmla="*/ 747814 h 747814"/>
                <a:gd name="connsiteX1" fmla="*/ 0 w 747821"/>
                <a:gd name="connsiteY1" fmla="*/ 747814 h 747814"/>
                <a:gd name="connsiteX2" fmla="*/ 0 w 747821"/>
                <a:gd name="connsiteY2" fmla="*/ 746608 h 747814"/>
                <a:gd name="connsiteX3" fmla="*/ 746608 w 747821"/>
                <a:gd name="connsiteY3" fmla="*/ 0 h 747814"/>
                <a:gd name="connsiteX4" fmla="*/ 747821 w 747821"/>
                <a:gd name="connsiteY4" fmla="*/ 0 h 747814"/>
                <a:gd name="connsiteX5" fmla="*/ 747821 w 747821"/>
                <a:gd name="connsiteY5" fmla="*/ 747814 h 747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7821" h="747814">
                  <a:moveTo>
                    <a:pt x="747821" y="747814"/>
                  </a:moveTo>
                  <a:lnTo>
                    <a:pt x="0" y="747814"/>
                  </a:lnTo>
                  <a:lnTo>
                    <a:pt x="0" y="746608"/>
                  </a:lnTo>
                  <a:cubicBezTo>
                    <a:pt x="0" y="334270"/>
                    <a:pt x="334270" y="0"/>
                    <a:pt x="746608" y="0"/>
                  </a:cubicBezTo>
                  <a:lnTo>
                    <a:pt x="747821" y="0"/>
                  </a:lnTo>
                  <a:lnTo>
                    <a:pt x="747821" y="747814"/>
                  </a:lnTo>
                  <a:close/>
                </a:path>
              </a:pathLst>
            </a:custGeom>
            <a:solidFill>
              <a:schemeClr val="accent2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" name="016aed74-051e-4c15-b8e4-51c826cbacbf"/>
          <p:cNvSpPr>
            <a:spLocks noGrp="1"/>
          </p:cNvSpPr>
          <p:nvPr>
            <p:ph type="ctrTitle" hasCustomPrompt="1"/>
          </p:nvPr>
        </p:nvSpPr>
        <p:spPr>
          <a:xfrm>
            <a:off x="845155" y="1130300"/>
            <a:ext cx="6036910" cy="2339975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66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847103" y="3719874"/>
            <a:ext cx="6034962" cy="54779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20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zh-CN" altLang="en-US" dirty="0"/>
              <a:t>Click to add subtitle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847103" y="5580102"/>
            <a:ext cx="5771593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rgbClr val="000000"/>
                </a:solidFill>
              </a:defRPr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847103" y="5857101"/>
            <a:ext cx="5771593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rgbClr val="000000"/>
                </a:solidFill>
              </a:defRPr>
            </a:lvl1pPr>
          </a:lstStyle>
          <a:p>
            <a:pPr lvl="0"/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16="http://schemas.microsoft.com/office/drawing/2014/main" xmlns:a="http://schemas.openxmlformats.org/drawingml/2006/main" xmlns:r="http://schemas.openxmlformats.org/officeDocument/2006/relationships" xmlns:p="http://schemas.openxmlformats.org/presentationml/2006/main" showMasterSp="0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E22972B4-C97A-6E08-FFC6-5878C0345506}"/>
              </a:ext>
            </a:extLst>
          </p:cNvPr>
          <p:cNvGrpSpPr/>
          <p:nvPr userDrawn="1"/>
        </p:nvGrpSpPr>
        <p:grpSpPr>
          <a:xfrm>
            <a:off x="0" y="0"/>
            <a:ext cx="12192000" cy="6872514"/>
            <a:chOff x="0" y="0"/>
            <a:chExt cx="12192000" cy="6872514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E05C8CFD-BC99-395D-6938-AE37B366CA1E}"/>
                </a:ext>
              </a:extLst>
            </p:cNvPr>
            <p:cNvGrpSpPr/>
            <p:nvPr userDrawn="1"/>
          </p:nvGrpSpPr>
          <p:grpSpPr>
            <a:xfrm>
              <a:off x="10587929" y="0"/>
              <a:ext cx="1604071" cy="1605285"/>
              <a:chOff x="6962343" y="2782398"/>
              <a:chExt cx="2395001" cy="2396814"/>
            </a:xfrm>
          </p:grpSpPr>
          <p:sp>
            <p:nvSpPr>
              <p:cNvPr id="8" name="任意多边形: 形状 7">
                <a:extLst>
                  <a:ext uri="{FF2B5EF4-FFF2-40B4-BE49-F238E27FC236}">
                    <a16:creationId xmlns:a16="http://schemas.microsoft.com/office/drawing/2014/main" id="{572C3C4A-36BF-1552-2238-3AB62427661B}"/>
                  </a:ext>
                </a:extLst>
              </p:cNvPr>
              <p:cNvSpPr/>
              <p:nvPr userDrawn="1"/>
            </p:nvSpPr>
            <p:spPr>
              <a:xfrm rot="16200000">
                <a:off x="8161471" y="2787469"/>
                <a:ext cx="1195870" cy="1195876"/>
              </a:xfrm>
              <a:custGeom>
                <a:avLst/>
                <a:gdLst>
                  <a:gd name="connsiteX0" fmla="*/ 0 w 1195870"/>
                  <a:gd name="connsiteY0" fmla="*/ 0 h 1195876"/>
                  <a:gd name="connsiteX1" fmla="*/ 1195871 w 1195870"/>
                  <a:gd name="connsiteY1" fmla="*/ 0 h 1195876"/>
                  <a:gd name="connsiteX2" fmla="*/ 1195871 w 1195870"/>
                  <a:gd name="connsiteY2" fmla="*/ 1195877 h 1195876"/>
                  <a:gd name="connsiteX3" fmla="*/ 0 w 1195870"/>
                  <a:gd name="connsiteY3" fmla="*/ 1195877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0" h="1195876">
                    <a:moveTo>
                      <a:pt x="0" y="0"/>
                    </a:moveTo>
                    <a:lnTo>
                      <a:pt x="1195871" y="0"/>
                    </a:lnTo>
                    <a:lnTo>
                      <a:pt x="1195871" y="1195877"/>
                    </a:lnTo>
                    <a:lnTo>
                      <a:pt x="0" y="1195877"/>
                    </a:lnTo>
                    <a:close/>
                  </a:path>
                </a:pathLst>
              </a:custGeom>
              <a:solidFill>
                <a:srgbClr val="DC424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" name="任意多边形: 形状 8">
                <a:extLst>
                  <a:ext uri="{FF2B5EF4-FFF2-40B4-BE49-F238E27FC236}">
                    <a16:creationId xmlns:a16="http://schemas.microsoft.com/office/drawing/2014/main" id="{04257B8E-BD45-D50C-8935-39A51BF7471F}"/>
                  </a:ext>
                </a:extLst>
              </p:cNvPr>
              <p:cNvSpPr/>
              <p:nvPr userDrawn="1"/>
            </p:nvSpPr>
            <p:spPr>
              <a:xfrm rot="16200000">
                <a:off x="6965583" y="2787471"/>
                <a:ext cx="1195870" cy="1195870"/>
              </a:xfrm>
              <a:custGeom>
                <a:avLst/>
                <a:gdLst>
                  <a:gd name="connsiteX0" fmla="*/ 0 w 1195870"/>
                  <a:gd name="connsiteY0" fmla="*/ 0 h 1195870"/>
                  <a:gd name="connsiteX1" fmla="*/ 1195871 w 1195870"/>
                  <a:gd name="connsiteY1" fmla="*/ 0 h 1195870"/>
                  <a:gd name="connsiteX2" fmla="*/ 1195871 w 1195870"/>
                  <a:gd name="connsiteY2" fmla="*/ 1195870 h 1195870"/>
                  <a:gd name="connsiteX3" fmla="*/ 0 w 1195870"/>
                  <a:gd name="connsiteY3" fmla="*/ 1195870 h 1195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0" h="1195870">
                    <a:moveTo>
                      <a:pt x="0" y="0"/>
                    </a:moveTo>
                    <a:lnTo>
                      <a:pt x="1195871" y="0"/>
                    </a:lnTo>
                    <a:lnTo>
                      <a:pt x="1195871" y="1195870"/>
                    </a:lnTo>
                    <a:lnTo>
                      <a:pt x="0" y="1195870"/>
                    </a:lnTo>
                    <a:close/>
                  </a:path>
                </a:pathLst>
              </a:custGeom>
              <a:solidFill>
                <a:srgbClr val="E9A65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866D634E-2986-7666-F79B-A1395BA7170A}"/>
                  </a:ext>
                </a:extLst>
              </p:cNvPr>
              <p:cNvSpPr/>
              <p:nvPr userDrawn="1"/>
            </p:nvSpPr>
            <p:spPr>
              <a:xfrm>
                <a:off x="6962343" y="3982091"/>
                <a:ext cx="1197120" cy="1197121"/>
              </a:xfrm>
              <a:custGeom>
                <a:avLst/>
                <a:gdLst>
                  <a:gd name="connsiteX0" fmla="*/ 0 w 1197120"/>
                  <a:gd name="connsiteY0" fmla="*/ 0 h 1197121"/>
                  <a:gd name="connsiteX1" fmla="*/ 1197121 w 1197120"/>
                  <a:gd name="connsiteY1" fmla="*/ 0 h 1197121"/>
                  <a:gd name="connsiteX2" fmla="*/ 1197121 w 1197120"/>
                  <a:gd name="connsiteY2" fmla="*/ 1197121 h 1197121"/>
                  <a:gd name="connsiteX3" fmla="*/ 1195184 w 1197120"/>
                  <a:gd name="connsiteY3" fmla="*/ 1197121 h 1197121"/>
                  <a:gd name="connsiteX4" fmla="*/ 0 w 1197120"/>
                  <a:gd name="connsiteY4" fmla="*/ 1937 h 1197121"/>
                  <a:gd name="connsiteX5" fmla="*/ 0 w 1197120"/>
                  <a:gd name="connsiteY5" fmla="*/ 0 h 1197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120" h="1197121">
                    <a:moveTo>
                      <a:pt x="0" y="0"/>
                    </a:moveTo>
                    <a:lnTo>
                      <a:pt x="1197121" y="0"/>
                    </a:lnTo>
                    <a:lnTo>
                      <a:pt x="1197121" y="1197121"/>
                    </a:lnTo>
                    <a:lnTo>
                      <a:pt x="1195184" y="1197121"/>
                    </a:lnTo>
                    <a:cubicBezTo>
                      <a:pt x="535101" y="1197121"/>
                      <a:pt x="0" y="662019"/>
                      <a:pt x="0" y="193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C4CAADB-725C-8267-D621-EAC8CE529332}"/>
                  </a:ext>
                </a:extLst>
              </p:cNvPr>
              <p:cNvSpPr/>
              <p:nvPr userDrawn="1"/>
            </p:nvSpPr>
            <p:spPr>
              <a:xfrm>
                <a:off x="8159495" y="3982091"/>
                <a:ext cx="1197121" cy="1197121"/>
              </a:xfrm>
              <a:custGeom>
                <a:avLst/>
                <a:gdLst>
                  <a:gd name="connsiteX0" fmla="*/ 0 w 1197121"/>
                  <a:gd name="connsiteY0" fmla="*/ 0 h 1197121"/>
                  <a:gd name="connsiteX1" fmla="*/ 1197122 w 1197121"/>
                  <a:gd name="connsiteY1" fmla="*/ 0 h 1197121"/>
                  <a:gd name="connsiteX2" fmla="*/ 1197122 w 1197121"/>
                  <a:gd name="connsiteY2" fmla="*/ 1937 h 1197121"/>
                  <a:gd name="connsiteX3" fmla="*/ 1937 w 1197121"/>
                  <a:gd name="connsiteY3" fmla="*/ 1197121 h 1197121"/>
                  <a:gd name="connsiteX4" fmla="*/ 0 w 1197121"/>
                  <a:gd name="connsiteY4" fmla="*/ 1197121 h 1197121"/>
                  <a:gd name="connsiteX5" fmla="*/ 0 w 1197121"/>
                  <a:gd name="connsiteY5" fmla="*/ 0 h 1197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121" h="1197121">
                    <a:moveTo>
                      <a:pt x="0" y="0"/>
                    </a:moveTo>
                    <a:lnTo>
                      <a:pt x="1197122" y="0"/>
                    </a:lnTo>
                    <a:lnTo>
                      <a:pt x="1197122" y="1937"/>
                    </a:lnTo>
                    <a:cubicBezTo>
                      <a:pt x="1197122" y="662019"/>
                      <a:pt x="662019" y="1197121"/>
                      <a:pt x="1937" y="1197121"/>
                    </a:cubicBezTo>
                    <a:lnTo>
                      <a:pt x="0" y="11971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C1C6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E34524D-B1BF-8BA9-9865-CB3A0C9F4442}"/>
                  </a:ext>
                </a:extLst>
              </p:cNvPr>
              <p:cNvSpPr/>
              <p:nvPr userDrawn="1"/>
            </p:nvSpPr>
            <p:spPr>
              <a:xfrm>
                <a:off x="7411649" y="3982091"/>
                <a:ext cx="747821" cy="747820"/>
              </a:xfrm>
              <a:custGeom>
                <a:avLst/>
                <a:gdLst>
                  <a:gd name="connsiteX0" fmla="*/ 0 w 747821"/>
                  <a:gd name="connsiteY0" fmla="*/ 0 h 747820"/>
                  <a:gd name="connsiteX1" fmla="*/ 747821 w 747821"/>
                  <a:gd name="connsiteY1" fmla="*/ 0 h 747820"/>
                  <a:gd name="connsiteX2" fmla="*/ 747821 w 747821"/>
                  <a:gd name="connsiteY2" fmla="*/ 747821 h 747820"/>
                  <a:gd name="connsiteX3" fmla="*/ 746608 w 747821"/>
                  <a:gd name="connsiteY3" fmla="*/ 747821 h 747820"/>
                  <a:gd name="connsiteX4" fmla="*/ 0 w 747821"/>
                  <a:gd name="connsiteY4" fmla="*/ 1213 h 747820"/>
                  <a:gd name="connsiteX5" fmla="*/ 0 w 747821"/>
                  <a:gd name="connsiteY5" fmla="*/ 0 h 747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7821" h="747820">
                    <a:moveTo>
                      <a:pt x="0" y="0"/>
                    </a:moveTo>
                    <a:lnTo>
                      <a:pt x="747821" y="0"/>
                    </a:lnTo>
                    <a:lnTo>
                      <a:pt x="747821" y="747821"/>
                    </a:lnTo>
                    <a:lnTo>
                      <a:pt x="746608" y="747821"/>
                    </a:lnTo>
                    <a:cubicBezTo>
                      <a:pt x="334270" y="747821"/>
                      <a:pt x="0" y="413550"/>
                      <a:pt x="0" y="121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C424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859C8275-9A9E-1B8D-BB82-4FCD64FCF249}"/>
                  </a:ext>
                </a:extLst>
              </p:cNvPr>
              <p:cNvSpPr/>
              <p:nvPr userDrawn="1"/>
            </p:nvSpPr>
            <p:spPr>
              <a:xfrm>
                <a:off x="8159495" y="2782398"/>
                <a:ext cx="1197121" cy="1197121"/>
              </a:xfrm>
              <a:custGeom>
                <a:avLst/>
                <a:gdLst>
                  <a:gd name="connsiteX0" fmla="*/ 1197122 w 1197121"/>
                  <a:gd name="connsiteY0" fmla="*/ 1197121 h 1197121"/>
                  <a:gd name="connsiteX1" fmla="*/ 0 w 1197121"/>
                  <a:gd name="connsiteY1" fmla="*/ 1197121 h 1197121"/>
                  <a:gd name="connsiteX2" fmla="*/ 0 w 1197121"/>
                  <a:gd name="connsiteY2" fmla="*/ 0 h 1197121"/>
                  <a:gd name="connsiteX3" fmla="*/ 1937 w 1197121"/>
                  <a:gd name="connsiteY3" fmla="*/ 0 h 1197121"/>
                  <a:gd name="connsiteX4" fmla="*/ 1197122 w 1197121"/>
                  <a:gd name="connsiteY4" fmla="*/ 1195184 h 1197121"/>
                  <a:gd name="connsiteX5" fmla="*/ 1197122 w 1197121"/>
                  <a:gd name="connsiteY5" fmla="*/ 1197121 h 1197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121" h="1197121">
                    <a:moveTo>
                      <a:pt x="1197122" y="1197121"/>
                    </a:moveTo>
                    <a:lnTo>
                      <a:pt x="0" y="1197121"/>
                    </a:lnTo>
                    <a:lnTo>
                      <a:pt x="0" y="0"/>
                    </a:lnTo>
                    <a:lnTo>
                      <a:pt x="1937" y="0"/>
                    </a:lnTo>
                    <a:cubicBezTo>
                      <a:pt x="662019" y="0"/>
                      <a:pt x="1197122" y="535102"/>
                      <a:pt x="1197122" y="1195184"/>
                    </a:cubicBezTo>
                    <a:lnTo>
                      <a:pt x="1197122" y="1197121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" name="任意多边形: 形状 19">
                <a:extLst>
                  <a:ext uri="{FF2B5EF4-FFF2-40B4-BE49-F238E27FC236}">
                    <a16:creationId xmlns:a16="http://schemas.microsoft.com/office/drawing/2014/main" id="{3CDDB9DF-7516-351F-01A2-6AADDFB999D9}"/>
                  </a:ext>
                </a:extLst>
              </p:cNvPr>
              <p:cNvSpPr/>
              <p:nvPr userDrawn="1"/>
            </p:nvSpPr>
            <p:spPr>
              <a:xfrm>
                <a:off x="6962343" y="2782398"/>
                <a:ext cx="1197120" cy="1197121"/>
              </a:xfrm>
              <a:custGeom>
                <a:avLst/>
                <a:gdLst>
                  <a:gd name="connsiteX0" fmla="*/ 1197121 w 1197120"/>
                  <a:gd name="connsiteY0" fmla="*/ 1197121 h 1197121"/>
                  <a:gd name="connsiteX1" fmla="*/ 0 w 1197120"/>
                  <a:gd name="connsiteY1" fmla="*/ 1197121 h 1197121"/>
                  <a:gd name="connsiteX2" fmla="*/ 0 w 1197120"/>
                  <a:gd name="connsiteY2" fmla="*/ 1195184 h 1197121"/>
                  <a:gd name="connsiteX3" fmla="*/ 1195184 w 1197120"/>
                  <a:gd name="connsiteY3" fmla="*/ 0 h 1197121"/>
                  <a:gd name="connsiteX4" fmla="*/ 1197121 w 1197120"/>
                  <a:gd name="connsiteY4" fmla="*/ 0 h 1197121"/>
                  <a:gd name="connsiteX5" fmla="*/ 1197121 w 1197120"/>
                  <a:gd name="connsiteY5" fmla="*/ 1197121 h 1197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120" h="1197121">
                    <a:moveTo>
                      <a:pt x="1197121" y="1197121"/>
                    </a:moveTo>
                    <a:lnTo>
                      <a:pt x="0" y="1197121"/>
                    </a:lnTo>
                    <a:lnTo>
                      <a:pt x="0" y="1195184"/>
                    </a:lnTo>
                    <a:cubicBezTo>
                      <a:pt x="0" y="535102"/>
                      <a:pt x="535101" y="0"/>
                      <a:pt x="1195184" y="0"/>
                    </a:cubicBezTo>
                    <a:lnTo>
                      <a:pt x="1197121" y="0"/>
                    </a:lnTo>
                    <a:lnTo>
                      <a:pt x="1197121" y="1197121"/>
                    </a:lnTo>
                    <a:close/>
                  </a:path>
                </a:pathLst>
              </a:custGeom>
              <a:solidFill>
                <a:srgbClr val="1C1C6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141E0E4F-3432-6F21-2E78-3E5BFD8662C2}"/>
                  </a:ext>
                </a:extLst>
              </p:cNvPr>
              <p:cNvSpPr/>
              <p:nvPr userDrawn="1"/>
            </p:nvSpPr>
            <p:spPr>
              <a:xfrm>
                <a:off x="8159483" y="3231705"/>
                <a:ext cx="747820" cy="747814"/>
              </a:xfrm>
              <a:custGeom>
                <a:avLst/>
                <a:gdLst>
                  <a:gd name="connsiteX0" fmla="*/ 747820 w 747820"/>
                  <a:gd name="connsiteY0" fmla="*/ 747814 h 747814"/>
                  <a:gd name="connsiteX1" fmla="*/ 0 w 747820"/>
                  <a:gd name="connsiteY1" fmla="*/ 747814 h 747814"/>
                  <a:gd name="connsiteX2" fmla="*/ 0 w 747820"/>
                  <a:gd name="connsiteY2" fmla="*/ 0 h 747814"/>
                  <a:gd name="connsiteX3" fmla="*/ 1213 w 747820"/>
                  <a:gd name="connsiteY3" fmla="*/ 0 h 747814"/>
                  <a:gd name="connsiteX4" fmla="*/ 747820 w 747820"/>
                  <a:gd name="connsiteY4" fmla="*/ 746608 h 747814"/>
                  <a:gd name="connsiteX5" fmla="*/ 747820 w 747820"/>
                  <a:gd name="connsiteY5" fmla="*/ 747814 h 747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7820" h="747814">
                    <a:moveTo>
                      <a:pt x="747820" y="747814"/>
                    </a:moveTo>
                    <a:lnTo>
                      <a:pt x="0" y="747814"/>
                    </a:lnTo>
                    <a:lnTo>
                      <a:pt x="0" y="0"/>
                    </a:lnTo>
                    <a:lnTo>
                      <a:pt x="1213" y="0"/>
                    </a:lnTo>
                    <a:cubicBezTo>
                      <a:pt x="413556" y="0"/>
                      <a:pt x="747820" y="334270"/>
                      <a:pt x="747820" y="746608"/>
                    </a:cubicBezTo>
                    <a:lnTo>
                      <a:pt x="747820" y="747814"/>
                    </a:lnTo>
                    <a:close/>
                  </a:path>
                </a:pathLst>
              </a:custGeom>
              <a:solidFill>
                <a:srgbClr val="E9A65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132E92D7-41ED-E43B-C7F2-A70EE3C5F6D7}"/>
                </a:ext>
              </a:extLst>
            </p:cNvPr>
            <p:cNvGrpSpPr/>
            <p:nvPr userDrawn="1"/>
          </p:nvGrpSpPr>
          <p:grpSpPr>
            <a:xfrm flipH="1">
              <a:off x="0" y="5672468"/>
              <a:ext cx="2394273" cy="1200046"/>
              <a:chOff x="8762466" y="5247362"/>
              <a:chExt cx="2394273" cy="1200046"/>
            </a:xfrm>
          </p:grpSpPr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835C13E7-681B-999D-5F73-2B64954DDBBF}"/>
                  </a:ext>
                </a:extLst>
              </p:cNvPr>
              <p:cNvSpPr/>
              <p:nvPr userDrawn="1"/>
            </p:nvSpPr>
            <p:spPr>
              <a:xfrm rot="5400000">
                <a:off x="8767105" y="5247363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7 h 1195876"/>
                  <a:gd name="connsiteX3" fmla="*/ 0 w 1195876"/>
                  <a:gd name="connsiteY3" fmla="*/ 1195877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7"/>
                    </a:lnTo>
                    <a:lnTo>
                      <a:pt x="0" y="1195877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E2D816A4-8DC6-51AB-7A20-1F1D98377E86}"/>
                  </a:ext>
                </a:extLst>
              </p:cNvPr>
              <p:cNvSpPr/>
              <p:nvPr userDrawn="1"/>
            </p:nvSpPr>
            <p:spPr>
              <a:xfrm rot="5400000">
                <a:off x="9959604" y="5247362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7 h 1195876"/>
                  <a:gd name="connsiteX3" fmla="*/ 0 w 1195876"/>
                  <a:gd name="connsiteY3" fmla="*/ 1195877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7"/>
                    </a:lnTo>
                    <a:lnTo>
                      <a:pt x="0" y="1195877"/>
                    </a:lnTo>
                    <a:close/>
                  </a:path>
                </a:pathLst>
              </a:custGeom>
              <a:solidFill>
                <a:srgbClr val="1C1C6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208D4287-CF69-B637-7981-5278CB9126CF}"/>
                  </a:ext>
                </a:extLst>
              </p:cNvPr>
              <p:cNvSpPr/>
              <p:nvPr userDrawn="1"/>
            </p:nvSpPr>
            <p:spPr>
              <a:xfrm>
                <a:off x="9959619" y="5249919"/>
                <a:ext cx="1197120" cy="1197121"/>
              </a:xfrm>
              <a:custGeom>
                <a:avLst/>
                <a:gdLst>
                  <a:gd name="connsiteX0" fmla="*/ 1197121 w 1197120"/>
                  <a:gd name="connsiteY0" fmla="*/ 1197121 h 1197121"/>
                  <a:gd name="connsiteX1" fmla="*/ 0 w 1197120"/>
                  <a:gd name="connsiteY1" fmla="*/ 1197121 h 1197121"/>
                  <a:gd name="connsiteX2" fmla="*/ 0 w 1197120"/>
                  <a:gd name="connsiteY2" fmla="*/ 0 h 1197121"/>
                  <a:gd name="connsiteX3" fmla="*/ 1936 w 1197120"/>
                  <a:gd name="connsiteY3" fmla="*/ 0 h 1197121"/>
                  <a:gd name="connsiteX4" fmla="*/ 1197121 w 1197120"/>
                  <a:gd name="connsiteY4" fmla="*/ 1195184 h 1197121"/>
                  <a:gd name="connsiteX5" fmla="*/ 1197121 w 1197120"/>
                  <a:gd name="connsiteY5" fmla="*/ 1197121 h 1197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120" h="1197121">
                    <a:moveTo>
                      <a:pt x="1197121" y="1197121"/>
                    </a:moveTo>
                    <a:lnTo>
                      <a:pt x="0" y="1197121"/>
                    </a:lnTo>
                    <a:lnTo>
                      <a:pt x="0" y="0"/>
                    </a:lnTo>
                    <a:lnTo>
                      <a:pt x="1936" y="0"/>
                    </a:lnTo>
                    <a:cubicBezTo>
                      <a:pt x="662019" y="0"/>
                      <a:pt x="1197121" y="535102"/>
                      <a:pt x="1197121" y="1195184"/>
                    </a:cubicBezTo>
                    <a:lnTo>
                      <a:pt x="1197121" y="1197121"/>
                    </a:lnTo>
                    <a:close/>
                  </a:path>
                </a:pathLst>
              </a:custGeom>
              <a:solidFill>
                <a:srgbClr val="DC424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F206541C-1C11-583C-D4AD-4320E18F7F4F}"/>
                  </a:ext>
                </a:extLst>
              </p:cNvPr>
              <p:cNvSpPr/>
              <p:nvPr userDrawn="1"/>
            </p:nvSpPr>
            <p:spPr>
              <a:xfrm>
                <a:off x="8762466" y="5249919"/>
                <a:ext cx="1197121" cy="1197121"/>
              </a:xfrm>
              <a:custGeom>
                <a:avLst/>
                <a:gdLst>
                  <a:gd name="connsiteX0" fmla="*/ 1197122 w 1197121"/>
                  <a:gd name="connsiteY0" fmla="*/ 1197121 h 1197121"/>
                  <a:gd name="connsiteX1" fmla="*/ 0 w 1197121"/>
                  <a:gd name="connsiteY1" fmla="*/ 1197121 h 1197121"/>
                  <a:gd name="connsiteX2" fmla="*/ 0 w 1197121"/>
                  <a:gd name="connsiteY2" fmla="*/ 1195184 h 1197121"/>
                  <a:gd name="connsiteX3" fmla="*/ 1195184 w 1197121"/>
                  <a:gd name="connsiteY3" fmla="*/ 0 h 1197121"/>
                  <a:gd name="connsiteX4" fmla="*/ 1197122 w 1197121"/>
                  <a:gd name="connsiteY4" fmla="*/ 0 h 1197121"/>
                  <a:gd name="connsiteX5" fmla="*/ 1197122 w 1197121"/>
                  <a:gd name="connsiteY5" fmla="*/ 1197121 h 1197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121" h="1197121">
                    <a:moveTo>
                      <a:pt x="1197122" y="1197121"/>
                    </a:moveTo>
                    <a:lnTo>
                      <a:pt x="0" y="1197121"/>
                    </a:lnTo>
                    <a:lnTo>
                      <a:pt x="0" y="1195184"/>
                    </a:lnTo>
                    <a:cubicBezTo>
                      <a:pt x="0" y="535102"/>
                      <a:pt x="535102" y="0"/>
                      <a:pt x="1195184" y="0"/>
                    </a:cubicBezTo>
                    <a:lnTo>
                      <a:pt x="1197122" y="0"/>
                    </a:lnTo>
                    <a:lnTo>
                      <a:pt x="1197122" y="1197121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8" name="任意多边形: 形状 27">
                <a:extLst>
                  <a:ext uri="{FF2B5EF4-FFF2-40B4-BE49-F238E27FC236}">
                    <a16:creationId xmlns:a16="http://schemas.microsoft.com/office/drawing/2014/main" id="{4BFD03D7-B107-2415-5D21-47E595D35360}"/>
                  </a:ext>
                </a:extLst>
              </p:cNvPr>
              <p:cNvSpPr/>
              <p:nvPr userDrawn="1"/>
            </p:nvSpPr>
            <p:spPr>
              <a:xfrm>
                <a:off x="9959612" y="5699226"/>
                <a:ext cx="747821" cy="747814"/>
              </a:xfrm>
              <a:custGeom>
                <a:avLst/>
                <a:gdLst>
                  <a:gd name="connsiteX0" fmla="*/ 747821 w 747821"/>
                  <a:gd name="connsiteY0" fmla="*/ 747814 h 747814"/>
                  <a:gd name="connsiteX1" fmla="*/ 0 w 747821"/>
                  <a:gd name="connsiteY1" fmla="*/ 747814 h 747814"/>
                  <a:gd name="connsiteX2" fmla="*/ 0 w 747821"/>
                  <a:gd name="connsiteY2" fmla="*/ 0 h 747814"/>
                  <a:gd name="connsiteX3" fmla="*/ 1213 w 747821"/>
                  <a:gd name="connsiteY3" fmla="*/ 0 h 747814"/>
                  <a:gd name="connsiteX4" fmla="*/ 747821 w 747821"/>
                  <a:gd name="connsiteY4" fmla="*/ 746608 h 747814"/>
                  <a:gd name="connsiteX5" fmla="*/ 747821 w 747821"/>
                  <a:gd name="connsiteY5" fmla="*/ 747814 h 747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7821" h="747814">
                    <a:moveTo>
                      <a:pt x="747821" y="747814"/>
                    </a:moveTo>
                    <a:lnTo>
                      <a:pt x="0" y="747814"/>
                    </a:lnTo>
                    <a:lnTo>
                      <a:pt x="0" y="0"/>
                    </a:lnTo>
                    <a:lnTo>
                      <a:pt x="1213" y="0"/>
                    </a:lnTo>
                    <a:cubicBezTo>
                      <a:pt x="413551" y="0"/>
                      <a:pt x="747821" y="334270"/>
                      <a:pt x="747821" y="746608"/>
                    </a:cubicBezTo>
                    <a:lnTo>
                      <a:pt x="747821" y="747814"/>
                    </a:lnTo>
                    <a:close/>
                  </a:path>
                </a:pathLst>
              </a:custGeom>
              <a:solidFill>
                <a:srgbClr val="1C1C6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" name="任意多边形: 形状 28">
                <a:extLst>
                  <a:ext uri="{FF2B5EF4-FFF2-40B4-BE49-F238E27FC236}">
                    <a16:creationId xmlns:a16="http://schemas.microsoft.com/office/drawing/2014/main" id="{EBA65C1F-30EF-3401-6C3A-DCAC8ADD0EF9}"/>
                  </a:ext>
                </a:extLst>
              </p:cNvPr>
              <p:cNvSpPr/>
              <p:nvPr userDrawn="1"/>
            </p:nvSpPr>
            <p:spPr>
              <a:xfrm>
                <a:off x="9211773" y="5699226"/>
                <a:ext cx="747820" cy="748182"/>
              </a:xfrm>
              <a:custGeom>
                <a:avLst/>
                <a:gdLst>
                  <a:gd name="connsiteX0" fmla="*/ 747820 w 747820"/>
                  <a:gd name="connsiteY0" fmla="*/ 748183 h 748182"/>
                  <a:gd name="connsiteX1" fmla="*/ 0 w 747820"/>
                  <a:gd name="connsiteY1" fmla="*/ 748183 h 748182"/>
                  <a:gd name="connsiteX2" fmla="*/ 0 w 747820"/>
                  <a:gd name="connsiteY2" fmla="*/ 746608 h 748182"/>
                  <a:gd name="connsiteX3" fmla="*/ 746607 w 747820"/>
                  <a:gd name="connsiteY3" fmla="*/ 0 h 748182"/>
                  <a:gd name="connsiteX4" fmla="*/ 747820 w 747820"/>
                  <a:gd name="connsiteY4" fmla="*/ 0 h 748182"/>
                  <a:gd name="connsiteX5" fmla="*/ 747820 w 747820"/>
                  <a:gd name="connsiteY5" fmla="*/ 748183 h 748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7820" h="748182">
                    <a:moveTo>
                      <a:pt x="747820" y="748183"/>
                    </a:moveTo>
                    <a:lnTo>
                      <a:pt x="0" y="748183"/>
                    </a:lnTo>
                    <a:lnTo>
                      <a:pt x="0" y="746608"/>
                    </a:lnTo>
                    <a:cubicBezTo>
                      <a:pt x="0" y="334270"/>
                      <a:pt x="334270" y="0"/>
                      <a:pt x="746607" y="0"/>
                    </a:cubicBezTo>
                    <a:lnTo>
                      <a:pt x="747820" y="0"/>
                    </a:lnTo>
                    <a:lnTo>
                      <a:pt x="747820" y="748183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" name="fc36129a-1320-4ffa-95d8-089f818003e2"/>
          <p:cNvSpPr>
            <a:spLocks noGrp="1"/>
          </p:cNvSpPr>
          <p:nvPr userDrawn="1">
            <p:ph type="title" hasCustomPrompt="1"/>
          </p:nvPr>
        </p:nvSpPr>
        <p:spPr>
          <a:xfrm>
            <a:off x="800100" y="1605286"/>
            <a:ext cx="1922161" cy="864515"/>
          </a:xfrm>
          <a:prstGeom prst="rect">
            <a:avLst/>
          </a:prstGeom>
          <a:noFill/>
        </p:spPr>
        <p:txBody>
          <a:bodyPr anchor="t" anchorCtr="0">
            <a:normAutofit/>
          </a:bodyPr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Agenda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 userDrawn="1">
            <p:ph sz="quarter" idx="1" hasCustomPrompt="1"/>
          </p:nvPr>
        </p:nvSpPr>
        <p:spPr>
          <a:xfrm>
            <a:off x="2970377" y="1605286"/>
            <a:ext cx="8231021" cy="4071936"/>
          </a:xfrm>
        </p:spPr>
        <p:txBody>
          <a:bodyPr numCol="1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直接连接符 9"/>
          <p:cNvCxnSpPr>
            <a:cxnSpLocks/>
          </p:cNvCxnSpPr>
          <p:nvPr userDrawn="1"/>
        </p:nvCxnSpPr>
        <p:spPr>
          <a:xfrm>
            <a:off x="2846319" y="1605285"/>
            <a:ext cx="0" cy="4071937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accent1"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任意多边形: 形状 12"/>
          <p:cNvSpPr>
            <a:spLocks noChangeAspect="1"/>
          </p:cNvSpPr>
          <p:nvPr userDrawn="1"/>
        </p:nvSpPr>
        <p:spPr bwMode="auto">
          <a:xfrm>
            <a:off x="1851756" y="4761555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accent1">
              <a:alpha val="1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54518350-38AC-CDE7-E733-D8396FCBC005}"/>
              </a:ext>
            </a:extLst>
          </p:cNvPr>
          <p:cNvGrpSpPr/>
          <p:nvPr userDrawn="1"/>
        </p:nvGrpSpPr>
        <p:grpSpPr>
          <a:xfrm>
            <a:off x="-6344" y="4419843"/>
            <a:ext cx="12191988" cy="2452671"/>
            <a:chOff x="93337" y="2305027"/>
            <a:chExt cx="11992627" cy="2412565"/>
          </a:xfrm>
        </p:grpSpPr>
        <p:grpSp>
          <p:nvGrpSpPr>
            <p:cNvPr id="125" name="组合 124">
              <a:extLst>
                <a:ext uri="{FF2B5EF4-FFF2-40B4-BE49-F238E27FC236}">
                  <a16:creationId xmlns:a16="http://schemas.microsoft.com/office/drawing/2014/main" id="{CD8D2CA1-623C-1289-2D2F-5526D794E368}"/>
                </a:ext>
              </a:extLst>
            </p:cNvPr>
            <p:cNvGrpSpPr/>
            <p:nvPr userDrawn="1"/>
          </p:nvGrpSpPr>
          <p:grpSpPr>
            <a:xfrm>
              <a:off x="6091984" y="2308340"/>
              <a:ext cx="5993980" cy="2409252"/>
              <a:chOff x="6303692" y="-2406964"/>
              <a:chExt cx="5993980" cy="2409252"/>
            </a:xfrm>
          </p:grpSpPr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F98C1450-B5B1-4C88-93D1-7F0DB1AD6A28}"/>
                  </a:ext>
                </a:extLst>
              </p:cNvPr>
              <p:cNvSpPr/>
              <p:nvPr/>
            </p:nvSpPr>
            <p:spPr>
              <a:xfrm>
                <a:off x="9901522" y="-1198226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7 h 1195876"/>
                  <a:gd name="connsiteX3" fmla="*/ 0 w 1195876"/>
                  <a:gd name="connsiteY3" fmla="*/ 1195877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7"/>
                    </a:lnTo>
                    <a:lnTo>
                      <a:pt x="0" y="1195877"/>
                    </a:lnTo>
                    <a:close/>
                  </a:path>
                </a:pathLst>
              </a:custGeom>
              <a:solidFill>
                <a:srgbClr val="DC424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8" name="任意多边形: 形状 27">
                <a:extLst>
                  <a:ext uri="{FF2B5EF4-FFF2-40B4-BE49-F238E27FC236}">
                    <a16:creationId xmlns:a16="http://schemas.microsoft.com/office/drawing/2014/main" id="{3A5D00F6-B2F5-FEAE-EEB3-E80C1A509E46}"/>
                  </a:ext>
                </a:extLst>
              </p:cNvPr>
              <p:cNvSpPr/>
              <p:nvPr/>
            </p:nvSpPr>
            <p:spPr>
              <a:xfrm>
                <a:off x="7509932" y="-1198224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6 h 1195876"/>
                  <a:gd name="connsiteX3" fmla="*/ 0 w 1195876"/>
                  <a:gd name="connsiteY3" fmla="*/ 1195876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6"/>
                    </a:lnTo>
                    <a:lnTo>
                      <a:pt x="0" y="1195876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" name="任意多边形: 形状 28">
                <a:extLst>
                  <a:ext uri="{FF2B5EF4-FFF2-40B4-BE49-F238E27FC236}">
                    <a16:creationId xmlns:a16="http://schemas.microsoft.com/office/drawing/2014/main" id="{2CB3A05A-D3A7-C66B-6B10-0CBBC008A90E}"/>
                  </a:ext>
                </a:extLst>
              </p:cNvPr>
              <p:cNvSpPr/>
              <p:nvPr/>
            </p:nvSpPr>
            <p:spPr>
              <a:xfrm>
                <a:off x="6314058" y="-1198229"/>
                <a:ext cx="1195870" cy="1195876"/>
              </a:xfrm>
              <a:custGeom>
                <a:avLst/>
                <a:gdLst>
                  <a:gd name="connsiteX0" fmla="*/ 0 w 1195870"/>
                  <a:gd name="connsiteY0" fmla="*/ 0 h 1195876"/>
                  <a:gd name="connsiteX1" fmla="*/ 1195871 w 1195870"/>
                  <a:gd name="connsiteY1" fmla="*/ 0 h 1195876"/>
                  <a:gd name="connsiteX2" fmla="*/ 1195871 w 1195870"/>
                  <a:gd name="connsiteY2" fmla="*/ 1195876 h 1195876"/>
                  <a:gd name="connsiteX3" fmla="*/ 0 w 1195870"/>
                  <a:gd name="connsiteY3" fmla="*/ 1195876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0" h="1195876">
                    <a:moveTo>
                      <a:pt x="0" y="0"/>
                    </a:moveTo>
                    <a:lnTo>
                      <a:pt x="1195871" y="0"/>
                    </a:lnTo>
                    <a:lnTo>
                      <a:pt x="1195871" y="1195876"/>
                    </a:lnTo>
                    <a:lnTo>
                      <a:pt x="0" y="1195876"/>
                    </a:lnTo>
                    <a:close/>
                  </a:path>
                </a:pathLst>
              </a:custGeom>
              <a:solidFill>
                <a:srgbClr val="EFC590">
                  <a:alpha val="7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0" name="任意多边形: 形状 29">
                <a:extLst>
                  <a:ext uri="{FF2B5EF4-FFF2-40B4-BE49-F238E27FC236}">
                    <a16:creationId xmlns:a16="http://schemas.microsoft.com/office/drawing/2014/main" id="{4B05A131-785C-A94D-818E-1EC558C27D64}"/>
                  </a:ext>
                </a:extLst>
              </p:cNvPr>
              <p:cNvSpPr/>
              <p:nvPr/>
            </p:nvSpPr>
            <p:spPr>
              <a:xfrm>
                <a:off x="9901522" y="-2390726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7 h 1195876"/>
                  <a:gd name="connsiteX3" fmla="*/ 0 w 1195876"/>
                  <a:gd name="connsiteY3" fmla="*/ 1195877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7"/>
                    </a:lnTo>
                    <a:lnTo>
                      <a:pt x="0" y="1195877"/>
                    </a:lnTo>
                    <a:close/>
                  </a:path>
                </a:pathLst>
              </a:custGeom>
              <a:solidFill>
                <a:srgbClr val="F9ECA4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1" name="任意多边形: 形状 30">
                <a:extLst>
                  <a:ext uri="{FF2B5EF4-FFF2-40B4-BE49-F238E27FC236}">
                    <a16:creationId xmlns:a16="http://schemas.microsoft.com/office/drawing/2014/main" id="{9757D529-5BFA-D2C7-22FD-3E11FF089D73}"/>
                  </a:ext>
                </a:extLst>
              </p:cNvPr>
              <p:cNvSpPr/>
              <p:nvPr/>
            </p:nvSpPr>
            <p:spPr>
              <a:xfrm rot="16200000">
                <a:off x="8705643" y="-2390728"/>
                <a:ext cx="1195876" cy="1195876"/>
              </a:xfrm>
              <a:custGeom>
                <a:avLst/>
                <a:gdLst>
                  <a:gd name="connsiteX0" fmla="*/ 0 w 1195876"/>
                  <a:gd name="connsiteY0" fmla="*/ 1195876 h 1195876"/>
                  <a:gd name="connsiteX1" fmla="*/ 0 w 1195876"/>
                  <a:gd name="connsiteY1" fmla="*/ 1193940 h 1195876"/>
                  <a:gd name="connsiteX2" fmla="*/ 1193940 w 1195876"/>
                  <a:gd name="connsiteY2" fmla="*/ 0 h 1195876"/>
                  <a:gd name="connsiteX3" fmla="*/ 1195877 w 1195876"/>
                  <a:gd name="connsiteY3" fmla="*/ 0 h 1195876"/>
                  <a:gd name="connsiteX4" fmla="*/ 1195877 w 1195876"/>
                  <a:gd name="connsiteY4" fmla="*/ 1937 h 1195876"/>
                  <a:gd name="connsiteX5" fmla="*/ 1937 w 1195876"/>
                  <a:gd name="connsiteY5" fmla="*/ 1195876 h 1195876"/>
                  <a:gd name="connsiteX6" fmla="*/ 0 w 1195876"/>
                  <a:gd name="connsiteY6" fmla="*/ 1195876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5876" h="1195876">
                    <a:moveTo>
                      <a:pt x="0" y="1195876"/>
                    </a:moveTo>
                    <a:lnTo>
                      <a:pt x="0" y="1193940"/>
                    </a:lnTo>
                    <a:cubicBezTo>
                      <a:pt x="0" y="534549"/>
                      <a:pt x="534543" y="0"/>
                      <a:pt x="1193940" y="0"/>
                    </a:cubicBezTo>
                    <a:lnTo>
                      <a:pt x="1195877" y="0"/>
                    </a:lnTo>
                    <a:lnTo>
                      <a:pt x="1195877" y="1937"/>
                    </a:lnTo>
                    <a:cubicBezTo>
                      <a:pt x="1195877" y="661327"/>
                      <a:pt x="661333" y="1195876"/>
                      <a:pt x="1937" y="1195876"/>
                    </a:cubicBezTo>
                    <a:lnTo>
                      <a:pt x="0" y="1195876"/>
                    </a:lnTo>
                    <a:close/>
                  </a:path>
                </a:pathLst>
              </a:custGeom>
              <a:solidFill>
                <a:srgbClr val="1C1C6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" name="任意多边形: 形状 31">
                <a:extLst>
                  <a:ext uri="{FF2B5EF4-FFF2-40B4-BE49-F238E27FC236}">
                    <a16:creationId xmlns:a16="http://schemas.microsoft.com/office/drawing/2014/main" id="{C9DF73A1-02C5-8E30-A264-5ECFBFE71B7C}"/>
                  </a:ext>
                </a:extLst>
              </p:cNvPr>
              <p:cNvSpPr/>
              <p:nvPr/>
            </p:nvSpPr>
            <p:spPr>
              <a:xfrm>
                <a:off x="7509931" y="-2390723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6 h 1195876"/>
                  <a:gd name="connsiteX3" fmla="*/ 0 w 1195876"/>
                  <a:gd name="connsiteY3" fmla="*/ 1195876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6"/>
                    </a:lnTo>
                    <a:lnTo>
                      <a:pt x="0" y="1195876"/>
                    </a:lnTo>
                    <a:close/>
                  </a:path>
                </a:pathLst>
              </a:custGeom>
              <a:solidFill>
                <a:srgbClr val="EFC590">
                  <a:alpha val="7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" name="任意多边形: 形状 32">
                <a:extLst>
                  <a:ext uri="{FF2B5EF4-FFF2-40B4-BE49-F238E27FC236}">
                    <a16:creationId xmlns:a16="http://schemas.microsoft.com/office/drawing/2014/main" id="{285BA095-5910-7972-A778-EB502493242A}"/>
                  </a:ext>
                </a:extLst>
              </p:cNvPr>
              <p:cNvSpPr/>
              <p:nvPr/>
            </p:nvSpPr>
            <p:spPr>
              <a:xfrm>
                <a:off x="6314058" y="-2390727"/>
                <a:ext cx="1195870" cy="1195876"/>
              </a:xfrm>
              <a:custGeom>
                <a:avLst/>
                <a:gdLst>
                  <a:gd name="connsiteX0" fmla="*/ 0 w 1195870"/>
                  <a:gd name="connsiteY0" fmla="*/ 0 h 1195876"/>
                  <a:gd name="connsiteX1" fmla="*/ 1195870 w 1195870"/>
                  <a:gd name="connsiteY1" fmla="*/ 0 h 1195876"/>
                  <a:gd name="connsiteX2" fmla="*/ 1195870 w 1195870"/>
                  <a:gd name="connsiteY2" fmla="*/ 1195876 h 1195876"/>
                  <a:gd name="connsiteX3" fmla="*/ 0 w 1195870"/>
                  <a:gd name="connsiteY3" fmla="*/ 1195876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0" h="1195876">
                    <a:moveTo>
                      <a:pt x="0" y="0"/>
                    </a:moveTo>
                    <a:lnTo>
                      <a:pt x="1195870" y="0"/>
                    </a:lnTo>
                    <a:lnTo>
                      <a:pt x="1195870" y="1195876"/>
                    </a:lnTo>
                    <a:lnTo>
                      <a:pt x="0" y="1195876"/>
                    </a:lnTo>
                    <a:close/>
                  </a:path>
                </a:pathLst>
              </a:custGeom>
              <a:solidFill>
                <a:srgbClr val="DC424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6" name="任意多边形: 形状 35">
                <a:extLst>
                  <a:ext uri="{FF2B5EF4-FFF2-40B4-BE49-F238E27FC236}">
                    <a16:creationId xmlns:a16="http://schemas.microsoft.com/office/drawing/2014/main" id="{282CA05A-6947-B12A-8FA7-E4A9F4358392}"/>
                  </a:ext>
                </a:extLst>
              </p:cNvPr>
              <p:cNvSpPr/>
              <p:nvPr/>
            </p:nvSpPr>
            <p:spPr>
              <a:xfrm>
                <a:off x="11097627" y="-1198227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7 h 1195876"/>
                  <a:gd name="connsiteX3" fmla="*/ 0 w 1195876"/>
                  <a:gd name="connsiteY3" fmla="*/ 1195877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7"/>
                    </a:lnTo>
                    <a:lnTo>
                      <a:pt x="0" y="1195877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" name="任意多边形: 形状 36">
                <a:extLst>
                  <a:ext uri="{FF2B5EF4-FFF2-40B4-BE49-F238E27FC236}">
                    <a16:creationId xmlns:a16="http://schemas.microsoft.com/office/drawing/2014/main" id="{15201352-7544-B01C-40D6-49F6F169101B}"/>
                  </a:ext>
                </a:extLst>
              </p:cNvPr>
              <p:cNvSpPr/>
              <p:nvPr/>
            </p:nvSpPr>
            <p:spPr>
              <a:xfrm>
                <a:off x="11097626" y="-2390726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7 h 1195876"/>
                  <a:gd name="connsiteX3" fmla="*/ 0 w 1195876"/>
                  <a:gd name="connsiteY3" fmla="*/ 1195877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7"/>
                    </a:lnTo>
                    <a:lnTo>
                      <a:pt x="0" y="1195877"/>
                    </a:lnTo>
                    <a:close/>
                  </a:path>
                </a:pathLst>
              </a:custGeom>
              <a:solidFill>
                <a:srgbClr val="1C1C6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2F0B7CFB-B6A4-EE71-CE11-93C8369D3C0A}"/>
                  </a:ext>
                </a:extLst>
              </p:cNvPr>
              <p:cNvSpPr/>
              <p:nvPr/>
            </p:nvSpPr>
            <p:spPr>
              <a:xfrm rot="16200000">
                <a:off x="8005362" y="-1151222"/>
                <a:ext cx="754423" cy="662911"/>
              </a:xfrm>
              <a:custGeom>
                <a:avLst/>
                <a:gdLst>
                  <a:gd name="connsiteX0" fmla="*/ 0 w 754423"/>
                  <a:gd name="connsiteY0" fmla="*/ 976 h 662911"/>
                  <a:gd name="connsiteX1" fmla="*/ 754424 w 754423"/>
                  <a:gd name="connsiteY1" fmla="*/ 661935 h 662911"/>
                  <a:gd name="connsiteX2" fmla="*/ 754424 w 754423"/>
                  <a:gd name="connsiteY2" fmla="*/ 661935 h 662911"/>
                  <a:gd name="connsiteX3" fmla="*/ 754424 w 754423"/>
                  <a:gd name="connsiteY3" fmla="*/ 661935 h 662911"/>
                  <a:gd name="connsiteX4" fmla="*/ 0 w 754423"/>
                  <a:gd name="connsiteY4" fmla="*/ 976 h 662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4423" h="662911">
                    <a:moveTo>
                      <a:pt x="0" y="976"/>
                    </a:moveTo>
                    <a:cubicBezTo>
                      <a:pt x="351320" y="-20334"/>
                      <a:pt x="733113" y="310615"/>
                      <a:pt x="754424" y="661935"/>
                    </a:cubicBezTo>
                    <a:lnTo>
                      <a:pt x="754424" y="661935"/>
                    </a:lnTo>
                    <a:lnTo>
                      <a:pt x="754424" y="661935"/>
                    </a:lnTo>
                    <a:cubicBezTo>
                      <a:pt x="403110" y="683246"/>
                      <a:pt x="21310" y="352297"/>
                      <a:pt x="0" y="976"/>
                    </a:cubicBez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879E80D5-2DC5-F4EA-D21C-2F466A7ACEDC}"/>
                  </a:ext>
                </a:extLst>
              </p:cNvPr>
              <p:cNvSpPr/>
              <p:nvPr/>
            </p:nvSpPr>
            <p:spPr>
              <a:xfrm rot="16200000">
                <a:off x="8005361" y="-1906205"/>
                <a:ext cx="754424" cy="662911"/>
              </a:xfrm>
              <a:custGeom>
                <a:avLst/>
                <a:gdLst>
                  <a:gd name="connsiteX0" fmla="*/ 754425 w 754424"/>
                  <a:gd name="connsiteY0" fmla="*/ 976 h 662911"/>
                  <a:gd name="connsiteX1" fmla="*/ 0 w 754424"/>
                  <a:gd name="connsiteY1" fmla="*/ 661935 h 662911"/>
                  <a:gd name="connsiteX2" fmla="*/ 0 w 754424"/>
                  <a:gd name="connsiteY2" fmla="*/ 661935 h 662911"/>
                  <a:gd name="connsiteX3" fmla="*/ 0 w 754424"/>
                  <a:gd name="connsiteY3" fmla="*/ 661935 h 662911"/>
                  <a:gd name="connsiteX4" fmla="*/ 754425 w 754424"/>
                  <a:gd name="connsiteY4" fmla="*/ 976 h 662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4424" h="662911">
                    <a:moveTo>
                      <a:pt x="754425" y="976"/>
                    </a:moveTo>
                    <a:cubicBezTo>
                      <a:pt x="403105" y="-20334"/>
                      <a:pt x="21311" y="310615"/>
                      <a:pt x="0" y="661935"/>
                    </a:cubicBezTo>
                    <a:lnTo>
                      <a:pt x="0" y="661935"/>
                    </a:lnTo>
                    <a:lnTo>
                      <a:pt x="0" y="661935"/>
                    </a:lnTo>
                    <a:cubicBezTo>
                      <a:pt x="351314" y="683246"/>
                      <a:pt x="733114" y="352297"/>
                      <a:pt x="754425" y="976"/>
                    </a:cubicBez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B7991091-CF52-1ADE-634C-839E70C823D6}"/>
                  </a:ext>
                </a:extLst>
              </p:cNvPr>
              <p:cNvSpPr/>
              <p:nvPr/>
            </p:nvSpPr>
            <p:spPr>
              <a:xfrm rot="16200000">
                <a:off x="7477244" y="-1151221"/>
                <a:ext cx="754423" cy="662910"/>
              </a:xfrm>
              <a:custGeom>
                <a:avLst/>
                <a:gdLst>
                  <a:gd name="connsiteX0" fmla="*/ 0 w 754423"/>
                  <a:gd name="connsiteY0" fmla="*/ 976 h 662910"/>
                  <a:gd name="connsiteX1" fmla="*/ 754424 w 754423"/>
                  <a:gd name="connsiteY1" fmla="*/ 661935 h 662910"/>
                  <a:gd name="connsiteX2" fmla="*/ 754424 w 754423"/>
                  <a:gd name="connsiteY2" fmla="*/ 661935 h 662910"/>
                  <a:gd name="connsiteX3" fmla="*/ 754424 w 754423"/>
                  <a:gd name="connsiteY3" fmla="*/ 661935 h 662910"/>
                  <a:gd name="connsiteX4" fmla="*/ 0 w 754423"/>
                  <a:gd name="connsiteY4" fmla="*/ 976 h 662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4423" h="662910">
                    <a:moveTo>
                      <a:pt x="0" y="976"/>
                    </a:moveTo>
                    <a:cubicBezTo>
                      <a:pt x="351320" y="-20334"/>
                      <a:pt x="733113" y="310615"/>
                      <a:pt x="754424" y="661935"/>
                    </a:cubicBezTo>
                    <a:lnTo>
                      <a:pt x="754424" y="661935"/>
                    </a:lnTo>
                    <a:lnTo>
                      <a:pt x="754424" y="661935"/>
                    </a:lnTo>
                    <a:cubicBezTo>
                      <a:pt x="403110" y="683239"/>
                      <a:pt x="21310" y="352290"/>
                      <a:pt x="0" y="976"/>
                    </a:cubicBez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E3840C10-309E-2DFD-2A38-C99AA18BF322}"/>
                  </a:ext>
                </a:extLst>
              </p:cNvPr>
              <p:cNvSpPr/>
              <p:nvPr/>
            </p:nvSpPr>
            <p:spPr>
              <a:xfrm rot="16200000">
                <a:off x="7477244" y="-1906205"/>
                <a:ext cx="754424" cy="662910"/>
              </a:xfrm>
              <a:custGeom>
                <a:avLst/>
                <a:gdLst>
                  <a:gd name="connsiteX0" fmla="*/ 754425 w 754424"/>
                  <a:gd name="connsiteY0" fmla="*/ 976 h 662910"/>
                  <a:gd name="connsiteX1" fmla="*/ 0 w 754424"/>
                  <a:gd name="connsiteY1" fmla="*/ 661935 h 662910"/>
                  <a:gd name="connsiteX2" fmla="*/ 0 w 754424"/>
                  <a:gd name="connsiteY2" fmla="*/ 661935 h 662910"/>
                  <a:gd name="connsiteX3" fmla="*/ 0 w 754424"/>
                  <a:gd name="connsiteY3" fmla="*/ 661935 h 662910"/>
                  <a:gd name="connsiteX4" fmla="*/ 754425 w 754424"/>
                  <a:gd name="connsiteY4" fmla="*/ 976 h 662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4424" h="662910">
                    <a:moveTo>
                      <a:pt x="754425" y="976"/>
                    </a:moveTo>
                    <a:cubicBezTo>
                      <a:pt x="403105" y="-20334"/>
                      <a:pt x="21311" y="310615"/>
                      <a:pt x="0" y="661935"/>
                    </a:cubicBezTo>
                    <a:lnTo>
                      <a:pt x="0" y="661935"/>
                    </a:lnTo>
                    <a:lnTo>
                      <a:pt x="0" y="661935"/>
                    </a:lnTo>
                    <a:cubicBezTo>
                      <a:pt x="351314" y="683239"/>
                      <a:pt x="733114" y="352290"/>
                      <a:pt x="754425" y="976"/>
                    </a:cubicBez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6573B895-2F3A-6D08-4F57-D5D110E81010}"/>
                  </a:ext>
                </a:extLst>
              </p:cNvPr>
              <p:cNvSpPr/>
              <p:nvPr/>
            </p:nvSpPr>
            <p:spPr>
              <a:xfrm rot="16200000">
                <a:off x="9839581" y="-2047364"/>
                <a:ext cx="569417" cy="444055"/>
              </a:xfrm>
              <a:custGeom>
                <a:avLst/>
                <a:gdLst>
                  <a:gd name="connsiteX0" fmla="*/ 569417 w 569417"/>
                  <a:gd name="connsiteY0" fmla="*/ 0 h 444055"/>
                  <a:gd name="connsiteX1" fmla="*/ 293154 w 569417"/>
                  <a:gd name="connsiteY1" fmla="*/ 444055 h 444055"/>
                  <a:gd name="connsiteX2" fmla="*/ 0 w 569417"/>
                  <a:gd name="connsiteY2" fmla="*/ 0 h 444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69417" h="444055">
                    <a:moveTo>
                      <a:pt x="569417" y="0"/>
                    </a:moveTo>
                    <a:lnTo>
                      <a:pt x="293154" y="4440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" name="任意多边形: 形状 46">
                <a:extLst>
                  <a:ext uri="{FF2B5EF4-FFF2-40B4-BE49-F238E27FC236}">
                    <a16:creationId xmlns:a16="http://schemas.microsoft.com/office/drawing/2014/main" id="{3AA21789-732F-D68C-23BE-4D84686338AD}"/>
                  </a:ext>
                </a:extLst>
              </p:cNvPr>
              <p:cNvSpPr/>
              <p:nvPr/>
            </p:nvSpPr>
            <p:spPr>
              <a:xfrm rot="16200000">
                <a:off x="10211666" y="-2047364"/>
                <a:ext cx="569417" cy="444055"/>
              </a:xfrm>
              <a:custGeom>
                <a:avLst/>
                <a:gdLst>
                  <a:gd name="connsiteX0" fmla="*/ 569417 w 569417"/>
                  <a:gd name="connsiteY0" fmla="*/ 0 h 444055"/>
                  <a:gd name="connsiteX1" fmla="*/ 293154 w 569417"/>
                  <a:gd name="connsiteY1" fmla="*/ 444055 h 444055"/>
                  <a:gd name="connsiteX2" fmla="*/ 0 w 569417"/>
                  <a:gd name="connsiteY2" fmla="*/ 0 h 444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69417" h="444055">
                    <a:moveTo>
                      <a:pt x="569417" y="0"/>
                    </a:moveTo>
                    <a:lnTo>
                      <a:pt x="293154" y="4440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8D060D84-955D-C03F-9680-E3879A93C54B}"/>
                  </a:ext>
                </a:extLst>
              </p:cNvPr>
              <p:cNvSpPr/>
              <p:nvPr/>
            </p:nvSpPr>
            <p:spPr>
              <a:xfrm rot="16200000">
                <a:off x="10594789" y="-2047367"/>
                <a:ext cx="569417" cy="444062"/>
              </a:xfrm>
              <a:custGeom>
                <a:avLst/>
                <a:gdLst>
                  <a:gd name="connsiteX0" fmla="*/ 569417 w 569417"/>
                  <a:gd name="connsiteY0" fmla="*/ 0 h 444062"/>
                  <a:gd name="connsiteX1" fmla="*/ 293154 w 569417"/>
                  <a:gd name="connsiteY1" fmla="*/ 444062 h 444062"/>
                  <a:gd name="connsiteX2" fmla="*/ 0 w 569417"/>
                  <a:gd name="connsiteY2" fmla="*/ 0 h 444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69417" h="444062">
                    <a:moveTo>
                      <a:pt x="569417" y="0"/>
                    </a:moveTo>
                    <a:lnTo>
                      <a:pt x="293154" y="4440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7" name="任意多边形: 形状 56">
                <a:extLst>
                  <a:ext uri="{FF2B5EF4-FFF2-40B4-BE49-F238E27FC236}">
                    <a16:creationId xmlns:a16="http://schemas.microsoft.com/office/drawing/2014/main" id="{575A756F-FE53-4FA6-1724-6DFC5BC52D1F}"/>
                  </a:ext>
                </a:extLst>
              </p:cNvPr>
              <p:cNvSpPr/>
              <p:nvPr/>
            </p:nvSpPr>
            <p:spPr>
              <a:xfrm rot="16200000">
                <a:off x="11100183" y="-2391985"/>
                <a:ext cx="1197120" cy="1197121"/>
              </a:xfrm>
              <a:custGeom>
                <a:avLst/>
                <a:gdLst>
                  <a:gd name="connsiteX0" fmla="*/ 1197121 w 1197120"/>
                  <a:gd name="connsiteY0" fmla="*/ 1197121 h 1197121"/>
                  <a:gd name="connsiteX1" fmla="*/ 0 w 1197120"/>
                  <a:gd name="connsiteY1" fmla="*/ 1197121 h 1197121"/>
                  <a:gd name="connsiteX2" fmla="*/ 0 w 1197120"/>
                  <a:gd name="connsiteY2" fmla="*/ 0 h 1197121"/>
                  <a:gd name="connsiteX3" fmla="*/ 1936 w 1197120"/>
                  <a:gd name="connsiteY3" fmla="*/ 0 h 1197121"/>
                  <a:gd name="connsiteX4" fmla="*/ 1197121 w 1197120"/>
                  <a:gd name="connsiteY4" fmla="*/ 1195184 h 1197121"/>
                  <a:gd name="connsiteX5" fmla="*/ 1197121 w 1197120"/>
                  <a:gd name="connsiteY5" fmla="*/ 1197121 h 1197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120" h="1197121">
                    <a:moveTo>
                      <a:pt x="1197121" y="1197121"/>
                    </a:moveTo>
                    <a:lnTo>
                      <a:pt x="0" y="1197121"/>
                    </a:lnTo>
                    <a:lnTo>
                      <a:pt x="0" y="0"/>
                    </a:lnTo>
                    <a:lnTo>
                      <a:pt x="1936" y="0"/>
                    </a:lnTo>
                    <a:cubicBezTo>
                      <a:pt x="662019" y="0"/>
                      <a:pt x="1197121" y="535102"/>
                      <a:pt x="1197121" y="1195184"/>
                    </a:cubicBezTo>
                    <a:lnTo>
                      <a:pt x="1197121" y="1197121"/>
                    </a:lnTo>
                    <a:close/>
                  </a:path>
                </a:pathLst>
              </a:custGeom>
              <a:solidFill>
                <a:srgbClr val="DC424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8" name="任意多边形: 形状 57">
                <a:extLst>
                  <a:ext uri="{FF2B5EF4-FFF2-40B4-BE49-F238E27FC236}">
                    <a16:creationId xmlns:a16="http://schemas.microsoft.com/office/drawing/2014/main" id="{19E27B38-8BAC-EE0D-3299-982FC1E877A3}"/>
                  </a:ext>
                </a:extLst>
              </p:cNvPr>
              <p:cNvSpPr/>
              <p:nvPr/>
            </p:nvSpPr>
            <p:spPr>
              <a:xfrm rot="16200000">
                <a:off x="11100183" y="-1194833"/>
                <a:ext cx="1197121" cy="1197121"/>
              </a:xfrm>
              <a:custGeom>
                <a:avLst/>
                <a:gdLst>
                  <a:gd name="connsiteX0" fmla="*/ 1197122 w 1197121"/>
                  <a:gd name="connsiteY0" fmla="*/ 1197121 h 1197121"/>
                  <a:gd name="connsiteX1" fmla="*/ 0 w 1197121"/>
                  <a:gd name="connsiteY1" fmla="*/ 1197121 h 1197121"/>
                  <a:gd name="connsiteX2" fmla="*/ 0 w 1197121"/>
                  <a:gd name="connsiteY2" fmla="*/ 1195184 h 1197121"/>
                  <a:gd name="connsiteX3" fmla="*/ 1195184 w 1197121"/>
                  <a:gd name="connsiteY3" fmla="*/ 0 h 1197121"/>
                  <a:gd name="connsiteX4" fmla="*/ 1197122 w 1197121"/>
                  <a:gd name="connsiteY4" fmla="*/ 0 h 1197121"/>
                  <a:gd name="connsiteX5" fmla="*/ 1197122 w 1197121"/>
                  <a:gd name="connsiteY5" fmla="*/ 1197121 h 1197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121" h="1197121">
                    <a:moveTo>
                      <a:pt x="1197122" y="1197121"/>
                    </a:moveTo>
                    <a:lnTo>
                      <a:pt x="0" y="1197121"/>
                    </a:lnTo>
                    <a:lnTo>
                      <a:pt x="0" y="1195184"/>
                    </a:lnTo>
                    <a:cubicBezTo>
                      <a:pt x="0" y="535102"/>
                      <a:pt x="535102" y="0"/>
                      <a:pt x="1195184" y="0"/>
                    </a:cubicBezTo>
                    <a:lnTo>
                      <a:pt x="1197122" y="0"/>
                    </a:lnTo>
                    <a:lnTo>
                      <a:pt x="1197122" y="1197121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60532745-473D-CE6C-B762-7DCFEDBF313B}"/>
                  </a:ext>
                </a:extLst>
              </p:cNvPr>
              <p:cNvSpPr/>
              <p:nvPr/>
            </p:nvSpPr>
            <p:spPr>
              <a:xfrm rot="16200000">
                <a:off x="11549486" y="-1942675"/>
                <a:ext cx="747821" cy="747814"/>
              </a:xfrm>
              <a:custGeom>
                <a:avLst/>
                <a:gdLst>
                  <a:gd name="connsiteX0" fmla="*/ 747821 w 747821"/>
                  <a:gd name="connsiteY0" fmla="*/ 747814 h 747814"/>
                  <a:gd name="connsiteX1" fmla="*/ 0 w 747821"/>
                  <a:gd name="connsiteY1" fmla="*/ 747814 h 747814"/>
                  <a:gd name="connsiteX2" fmla="*/ 0 w 747821"/>
                  <a:gd name="connsiteY2" fmla="*/ 0 h 747814"/>
                  <a:gd name="connsiteX3" fmla="*/ 1213 w 747821"/>
                  <a:gd name="connsiteY3" fmla="*/ 0 h 747814"/>
                  <a:gd name="connsiteX4" fmla="*/ 747821 w 747821"/>
                  <a:gd name="connsiteY4" fmla="*/ 746608 h 747814"/>
                  <a:gd name="connsiteX5" fmla="*/ 747821 w 747821"/>
                  <a:gd name="connsiteY5" fmla="*/ 747814 h 747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7821" h="747814">
                    <a:moveTo>
                      <a:pt x="747821" y="747814"/>
                    </a:moveTo>
                    <a:lnTo>
                      <a:pt x="0" y="747814"/>
                    </a:lnTo>
                    <a:lnTo>
                      <a:pt x="0" y="0"/>
                    </a:lnTo>
                    <a:lnTo>
                      <a:pt x="1213" y="0"/>
                    </a:lnTo>
                    <a:cubicBezTo>
                      <a:pt x="413551" y="0"/>
                      <a:pt x="747821" y="334270"/>
                      <a:pt x="747821" y="746608"/>
                    </a:cubicBezTo>
                    <a:lnTo>
                      <a:pt x="747821" y="747814"/>
                    </a:lnTo>
                    <a:close/>
                  </a:path>
                </a:pathLst>
              </a:custGeom>
              <a:solidFill>
                <a:srgbClr val="1C1C6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624B8075-0F64-09E2-8F0D-C8CA9B8D6FAB}"/>
                  </a:ext>
                </a:extLst>
              </p:cNvPr>
              <p:cNvSpPr/>
              <p:nvPr/>
            </p:nvSpPr>
            <p:spPr>
              <a:xfrm rot="16200000">
                <a:off x="11549671" y="-1195020"/>
                <a:ext cx="747820" cy="748182"/>
              </a:xfrm>
              <a:custGeom>
                <a:avLst/>
                <a:gdLst>
                  <a:gd name="connsiteX0" fmla="*/ 747820 w 747820"/>
                  <a:gd name="connsiteY0" fmla="*/ 748183 h 748182"/>
                  <a:gd name="connsiteX1" fmla="*/ 0 w 747820"/>
                  <a:gd name="connsiteY1" fmla="*/ 748183 h 748182"/>
                  <a:gd name="connsiteX2" fmla="*/ 0 w 747820"/>
                  <a:gd name="connsiteY2" fmla="*/ 746608 h 748182"/>
                  <a:gd name="connsiteX3" fmla="*/ 746607 w 747820"/>
                  <a:gd name="connsiteY3" fmla="*/ 0 h 748182"/>
                  <a:gd name="connsiteX4" fmla="*/ 747820 w 747820"/>
                  <a:gd name="connsiteY4" fmla="*/ 0 h 748182"/>
                  <a:gd name="connsiteX5" fmla="*/ 747820 w 747820"/>
                  <a:gd name="connsiteY5" fmla="*/ 748183 h 748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7820" h="748182">
                    <a:moveTo>
                      <a:pt x="747820" y="748183"/>
                    </a:moveTo>
                    <a:lnTo>
                      <a:pt x="0" y="748183"/>
                    </a:lnTo>
                    <a:lnTo>
                      <a:pt x="0" y="746608"/>
                    </a:lnTo>
                    <a:cubicBezTo>
                      <a:pt x="0" y="334270"/>
                      <a:pt x="334270" y="0"/>
                      <a:pt x="746607" y="0"/>
                    </a:cubicBezTo>
                    <a:lnTo>
                      <a:pt x="747820" y="0"/>
                    </a:lnTo>
                    <a:lnTo>
                      <a:pt x="747820" y="748183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62" name="图形 8">
                <a:extLst>
                  <a:ext uri="{FF2B5EF4-FFF2-40B4-BE49-F238E27FC236}">
                    <a16:creationId xmlns:a16="http://schemas.microsoft.com/office/drawing/2014/main" id="{15631B25-F7AC-1EB1-57D9-36CE2F1DFBCC}"/>
                  </a:ext>
                </a:extLst>
              </p:cNvPr>
              <p:cNvGrpSpPr/>
              <p:nvPr/>
            </p:nvGrpSpPr>
            <p:grpSpPr>
              <a:xfrm rot="16200000">
                <a:off x="10057164" y="-1050306"/>
                <a:ext cx="858901" cy="871143"/>
                <a:chOff x="9537026" y="4200779"/>
                <a:chExt cx="858901" cy="871143"/>
              </a:xfrm>
              <a:solidFill>
                <a:srgbClr val="FBF5E2"/>
              </a:solidFill>
            </p:grpSpPr>
            <p:sp>
              <p:nvSpPr>
                <p:cNvPr id="93" name="任意多边形: 形状 92">
                  <a:extLst>
                    <a:ext uri="{FF2B5EF4-FFF2-40B4-BE49-F238E27FC236}">
                      <a16:creationId xmlns:a16="http://schemas.microsoft.com/office/drawing/2014/main" id="{4ECF6317-4A0E-6B95-A190-357FE627F936}"/>
                    </a:ext>
                  </a:extLst>
                </p:cNvPr>
                <p:cNvSpPr/>
                <p:nvPr/>
              </p:nvSpPr>
              <p:spPr>
                <a:xfrm>
                  <a:off x="10025030" y="4200779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4" name="任意多边形: 形状 93">
                  <a:extLst>
                    <a:ext uri="{FF2B5EF4-FFF2-40B4-BE49-F238E27FC236}">
                      <a16:creationId xmlns:a16="http://schemas.microsoft.com/office/drawing/2014/main" id="{8C330F9A-3C3B-A561-7844-F62F70AC892D}"/>
                    </a:ext>
                  </a:extLst>
                </p:cNvPr>
                <p:cNvSpPr/>
                <p:nvPr/>
              </p:nvSpPr>
              <p:spPr>
                <a:xfrm>
                  <a:off x="10025030" y="4461630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3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3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5" name="任意多边形: 形状 94">
                  <a:extLst>
                    <a:ext uri="{FF2B5EF4-FFF2-40B4-BE49-F238E27FC236}">
                      <a16:creationId xmlns:a16="http://schemas.microsoft.com/office/drawing/2014/main" id="{9B28E5F3-D48D-05DE-9279-7C68AC621DAD}"/>
                    </a:ext>
                  </a:extLst>
                </p:cNvPr>
                <p:cNvSpPr/>
                <p:nvPr/>
              </p:nvSpPr>
              <p:spPr>
                <a:xfrm>
                  <a:off x="10273563" y="4200779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3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3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2"/>
                        <a:pt x="94973" y="122364"/>
                        <a:pt x="61183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3" y="0"/>
                      </a:cubicBezTo>
                      <a:cubicBezTo>
                        <a:pt x="94973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6" name="任意多边形: 形状 95">
                  <a:extLst>
                    <a:ext uri="{FF2B5EF4-FFF2-40B4-BE49-F238E27FC236}">
                      <a16:creationId xmlns:a16="http://schemas.microsoft.com/office/drawing/2014/main" id="{78552A88-68C9-5F09-34F8-1E319B418B24}"/>
                    </a:ext>
                  </a:extLst>
                </p:cNvPr>
                <p:cNvSpPr/>
                <p:nvPr/>
              </p:nvSpPr>
              <p:spPr>
                <a:xfrm>
                  <a:off x="10273563" y="4461630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3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3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3"/>
                        <a:pt x="94973" y="122365"/>
                        <a:pt x="61183" y="122365"/>
                      </a:cubicBezTo>
                      <a:cubicBezTo>
                        <a:pt x="27392" y="122365"/>
                        <a:pt x="0" y="94973"/>
                        <a:pt x="0" y="61182"/>
                      </a:cubicBezTo>
                      <a:cubicBezTo>
                        <a:pt x="0" y="27392"/>
                        <a:pt x="27392" y="0"/>
                        <a:pt x="61183" y="0"/>
                      </a:cubicBezTo>
                      <a:cubicBezTo>
                        <a:pt x="94973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7" name="任意多边形: 形状 96">
                  <a:extLst>
                    <a:ext uri="{FF2B5EF4-FFF2-40B4-BE49-F238E27FC236}">
                      <a16:creationId xmlns:a16="http://schemas.microsoft.com/office/drawing/2014/main" id="{F029109C-CA1C-3284-93CE-1968B2378F41}"/>
                    </a:ext>
                  </a:extLst>
                </p:cNvPr>
                <p:cNvSpPr/>
                <p:nvPr/>
              </p:nvSpPr>
              <p:spPr>
                <a:xfrm>
                  <a:off x="10025030" y="4718024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8" name="任意多边形: 形状 97">
                  <a:extLst>
                    <a:ext uri="{FF2B5EF4-FFF2-40B4-BE49-F238E27FC236}">
                      <a16:creationId xmlns:a16="http://schemas.microsoft.com/office/drawing/2014/main" id="{FD26FACF-0A75-ABB1-87E9-18EC3608ACC1}"/>
                    </a:ext>
                  </a:extLst>
                </p:cNvPr>
                <p:cNvSpPr/>
                <p:nvPr/>
              </p:nvSpPr>
              <p:spPr>
                <a:xfrm>
                  <a:off x="10273563" y="4718024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3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3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2"/>
                        <a:pt x="94973" y="122364"/>
                        <a:pt x="61183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3" y="0"/>
                      </a:cubicBezTo>
                      <a:cubicBezTo>
                        <a:pt x="94973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9" name="任意多边形: 形状 98">
                  <a:extLst>
                    <a:ext uri="{FF2B5EF4-FFF2-40B4-BE49-F238E27FC236}">
                      <a16:creationId xmlns:a16="http://schemas.microsoft.com/office/drawing/2014/main" id="{1C20569D-8051-1BA9-836A-B963DB3D4C8E}"/>
                    </a:ext>
                  </a:extLst>
                </p:cNvPr>
                <p:cNvSpPr/>
                <p:nvPr/>
              </p:nvSpPr>
              <p:spPr>
                <a:xfrm>
                  <a:off x="9537026" y="4200779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-1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-1" y="94972"/>
                        <a:pt x="-1" y="61182"/>
                      </a:cubicBezTo>
                      <a:cubicBezTo>
                        <a:pt x="-1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0" name="任意多边形: 形状 99">
                  <a:extLst>
                    <a:ext uri="{FF2B5EF4-FFF2-40B4-BE49-F238E27FC236}">
                      <a16:creationId xmlns:a16="http://schemas.microsoft.com/office/drawing/2014/main" id="{D494CC56-568B-4B4A-465E-9AE7E864E858}"/>
                    </a:ext>
                  </a:extLst>
                </p:cNvPr>
                <p:cNvSpPr/>
                <p:nvPr/>
              </p:nvSpPr>
              <p:spPr>
                <a:xfrm>
                  <a:off x="9537026" y="4461630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-1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3"/>
                        <a:pt x="94972" y="122365"/>
                        <a:pt x="61182" y="122365"/>
                      </a:cubicBezTo>
                      <a:cubicBezTo>
                        <a:pt x="27392" y="122365"/>
                        <a:pt x="-1" y="94973"/>
                        <a:pt x="-1" y="61182"/>
                      </a:cubicBezTo>
                      <a:cubicBezTo>
                        <a:pt x="-1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1" name="任意多边形: 形状 100">
                  <a:extLst>
                    <a:ext uri="{FF2B5EF4-FFF2-40B4-BE49-F238E27FC236}">
                      <a16:creationId xmlns:a16="http://schemas.microsoft.com/office/drawing/2014/main" id="{C458B23F-7C87-7769-B894-7DDB4D299A52}"/>
                    </a:ext>
                  </a:extLst>
                </p:cNvPr>
                <p:cNvSpPr/>
                <p:nvPr/>
              </p:nvSpPr>
              <p:spPr>
                <a:xfrm>
                  <a:off x="9785559" y="4200779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2" name="任意多边形: 形状 101">
                  <a:extLst>
                    <a:ext uri="{FF2B5EF4-FFF2-40B4-BE49-F238E27FC236}">
                      <a16:creationId xmlns:a16="http://schemas.microsoft.com/office/drawing/2014/main" id="{E4A0A36C-DD11-645E-028D-288D7CC69B1E}"/>
                    </a:ext>
                  </a:extLst>
                </p:cNvPr>
                <p:cNvSpPr/>
                <p:nvPr/>
              </p:nvSpPr>
              <p:spPr>
                <a:xfrm>
                  <a:off x="9785559" y="4461630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3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3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3" name="任意多边形: 形状 102">
                  <a:extLst>
                    <a:ext uri="{FF2B5EF4-FFF2-40B4-BE49-F238E27FC236}">
                      <a16:creationId xmlns:a16="http://schemas.microsoft.com/office/drawing/2014/main" id="{C3E4AFEE-21B3-A5C9-5523-1F61568B8ACF}"/>
                    </a:ext>
                  </a:extLst>
                </p:cNvPr>
                <p:cNvSpPr/>
                <p:nvPr/>
              </p:nvSpPr>
              <p:spPr>
                <a:xfrm>
                  <a:off x="9537026" y="4718024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-1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-1" y="94972"/>
                        <a:pt x="-1" y="61182"/>
                      </a:cubicBezTo>
                      <a:cubicBezTo>
                        <a:pt x="-1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4" name="任意多边形: 形状 103">
                  <a:extLst>
                    <a:ext uri="{FF2B5EF4-FFF2-40B4-BE49-F238E27FC236}">
                      <a16:creationId xmlns:a16="http://schemas.microsoft.com/office/drawing/2014/main" id="{1587E5B6-A51A-E39C-4671-24922C8E20E0}"/>
                    </a:ext>
                  </a:extLst>
                </p:cNvPr>
                <p:cNvSpPr/>
                <p:nvPr/>
              </p:nvSpPr>
              <p:spPr>
                <a:xfrm>
                  <a:off x="9785559" y="4718024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5" name="任意多边形: 形状 104">
                  <a:extLst>
                    <a:ext uri="{FF2B5EF4-FFF2-40B4-BE49-F238E27FC236}">
                      <a16:creationId xmlns:a16="http://schemas.microsoft.com/office/drawing/2014/main" id="{76E70614-C4A9-4EDA-041B-D43C6EFFED75}"/>
                    </a:ext>
                  </a:extLst>
                </p:cNvPr>
                <p:cNvSpPr/>
                <p:nvPr/>
              </p:nvSpPr>
              <p:spPr>
                <a:xfrm>
                  <a:off x="10025030" y="4949558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3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3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6" name="任意多边形: 形状 105">
                  <a:extLst>
                    <a:ext uri="{FF2B5EF4-FFF2-40B4-BE49-F238E27FC236}">
                      <a16:creationId xmlns:a16="http://schemas.microsoft.com/office/drawing/2014/main" id="{030351CC-E7BA-D0A1-6E37-66F567EC7382}"/>
                    </a:ext>
                  </a:extLst>
                </p:cNvPr>
                <p:cNvSpPr/>
                <p:nvPr/>
              </p:nvSpPr>
              <p:spPr>
                <a:xfrm>
                  <a:off x="10273563" y="4949558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3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3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3"/>
                        <a:pt x="94973" y="122365"/>
                        <a:pt x="61183" y="122365"/>
                      </a:cubicBezTo>
                      <a:cubicBezTo>
                        <a:pt x="27392" y="122365"/>
                        <a:pt x="0" y="94973"/>
                        <a:pt x="0" y="61182"/>
                      </a:cubicBezTo>
                      <a:cubicBezTo>
                        <a:pt x="0" y="27392"/>
                        <a:pt x="27392" y="0"/>
                        <a:pt x="61183" y="0"/>
                      </a:cubicBezTo>
                      <a:cubicBezTo>
                        <a:pt x="94973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7" name="任意多边形: 形状 106">
                  <a:extLst>
                    <a:ext uri="{FF2B5EF4-FFF2-40B4-BE49-F238E27FC236}">
                      <a16:creationId xmlns:a16="http://schemas.microsoft.com/office/drawing/2014/main" id="{30F66941-5EC0-F8A8-5B93-F4E7CCEA6240}"/>
                    </a:ext>
                  </a:extLst>
                </p:cNvPr>
                <p:cNvSpPr/>
                <p:nvPr/>
              </p:nvSpPr>
              <p:spPr>
                <a:xfrm>
                  <a:off x="9537026" y="4949558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-1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3"/>
                        <a:pt x="94972" y="122365"/>
                        <a:pt x="61182" y="122365"/>
                      </a:cubicBezTo>
                      <a:cubicBezTo>
                        <a:pt x="27392" y="122365"/>
                        <a:pt x="-1" y="94973"/>
                        <a:pt x="-1" y="61182"/>
                      </a:cubicBezTo>
                      <a:cubicBezTo>
                        <a:pt x="-1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8" name="任意多边形: 形状 107">
                  <a:extLst>
                    <a:ext uri="{FF2B5EF4-FFF2-40B4-BE49-F238E27FC236}">
                      <a16:creationId xmlns:a16="http://schemas.microsoft.com/office/drawing/2014/main" id="{11DE30B5-6931-2DC9-B2A6-E19B2F6215CD}"/>
                    </a:ext>
                  </a:extLst>
                </p:cNvPr>
                <p:cNvSpPr/>
                <p:nvPr/>
              </p:nvSpPr>
              <p:spPr>
                <a:xfrm>
                  <a:off x="9785559" y="4949558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3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3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64" name="任意多边形: 形状 63">
                <a:extLst>
                  <a:ext uri="{FF2B5EF4-FFF2-40B4-BE49-F238E27FC236}">
                    <a16:creationId xmlns:a16="http://schemas.microsoft.com/office/drawing/2014/main" id="{8D444C3E-2FD4-4FF6-B6EC-AD9B80693ADD}"/>
                  </a:ext>
                </a:extLst>
              </p:cNvPr>
              <p:cNvSpPr/>
              <p:nvPr/>
            </p:nvSpPr>
            <p:spPr>
              <a:xfrm rot="16200000">
                <a:off x="6616524" y="-1487186"/>
                <a:ext cx="593890" cy="1179334"/>
              </a:xfrm>
              <a:custGeom>
                <a:avLst/>
                <a:gdLst>
                  <a:gd name="connsiteX0" fmla="*/ 0 w 593890"/>
                  <a:gd name="connsiteY0" fmla="*/ 589667 h 1179334"/>
                  <a:gd name="connsiteX1" fmla="*/ 593890 w 593890"/>
                  <a:gd name="connsiteY1" fmla="*/ 0 h 1179334"/>
                  <a:gd name="connsiteX2" fmla="*/ 593890 w 593890"/>
                  <a:gd name="connsiteY2" fmla="*/ 1179335 h 1179334"/>
                  <a:gd name="connsiteX3" fmla="*/ 0 w 593890"/>
                  <a:gd name="connsiteY3" fmla="*/ 589667 h 1179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3890" h="1179334">
                    <a:moveTo>
                      <a:pt x="0" y="589667"/>
                    </a:moveTo>
                    <a:cubicBezTo>
                      <a:pt x="0" y="264001"/>
                      <a:pt x="265894" y="0"/>
                      <a:pt x="593890" y="0"/>
                    </a:cubicBezTo>
                    <a:lnTo>
                      <a:pt x="593890" y="1179335"/>
                    </a:lnTo>
                    <a:cubicBezTo>
                      <a:pt x="265894" y="1179341"/>
                      <a:pt x="0" y="915334"/>
                      <a:pt x="0" y="589667"/>
                    </a:cubicBezTo>
                    <a:close/>
                  </a:path>
                </a:pathLst>
              </a:custGeom>
              <a:solidFill>
                <a:srgbClr val="E9A65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5" name="任意多边形: 形状 64">
                <a:extLst>
                  <a:ext uri="{FF2B5EF4-FFF2-40B4-BE49-F238E27FC236}">
                    <a16:creationId xmlns:a16="http://schemas.microsoft.com/office/drawing/2014/main" id="{6ED3AD65-C7AB-B37B-6425-E3D399B284B8}"/>
                  </a:ext>
                </a:extLst>
              </p:cNvPr>
              <p:cNvSpPr/>
              <p:nvPr/>
            </p:nvSpPr>
            <p:spPr>
              <a:xfrm rot="16200000">
                <a:off x="6616889" y="-891521"/>
                <a:ext cx="589667" cy="1194498"/>
              </a:xfrm>
              <a:custGeom>
                <a:avLst/>
                <a:gdLst>
                  <a:gd name="connsiteX0" fmla="*/ 589668 w 589667"/>
                  <a:gd name="connsiteY0" fmla="*/ 597249 h 1194498"/>
                  <a:gd name="connsiteX1" fmla="*/ 0 w 589667"/>
                  <a:gd name="connsiteY1" fmla="*/ 1194499 h 1194498"/>
                  <a:gd name="connsiteX2" fmla="*/ 0 w 589667"/>
                  <a:gd name="connsiteY2" fmla="*/ 0 h 1194498"/>
                  <a:gd name="connsiteX3" fmla="*/ 589668 w 589667"/>
                  <a:gd name="connsiteY3" fmla="*/ 597249 h 1194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9667" h="1194498">
                    <a:moveTo>
                      <a:pt x="589668" y="597249"/>
                    </a:moveTo>
                    <a:cubicBezTo>
                      <a:pt x="589668" y="927100"/>
                      <a:pt x="325666" y="1194499"/>
                      <a:pt x="0" y="1194499"/>
                    </a:cubicBezTo>
                    <a:lnTo>
                      <a:pt x="0" y="0"/>
                    </a:lnTo>
                    <a:cubicBezTo>
                      <a:pt x="325666" y="0"/>
                      <a:pt x="589668" y="267399"/>
                      <a:pt x="589668" y="597249"/>
                    </a:cubicBezTo>
                    <a:close/>
                  </a:path>
                </a:pathLst>
              </a:custGeom>
              <a:solidFill>
                <a:srgbClr val="1C1C6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66" name="图形 8">
                <a:extLst>
                  <a:ext uri="{FF2B5EF4-FFF2-40B4-BE49-F238E27FC236}">
                    <a16:creationId xmlns:a16="http://schemas.microsoft.com/office/drawing/2014/main" id="{DC04826C-2A0D-2ADF-7E0B-7369770FF9A3}"/>
                  </a:ext>
                </a:extLst>
              </p:cNvPr>
              <p:cNvGrpSpPr/>
              <p:nvPr/>
            </p:nvGrpSpPr>
            <p:grpSpPr>
              <a:xfrm rot="16200000">
                <a:off x="6358858" y="-2462130"/>
                <a:ext cx="1098403" cy="1208735"/>
                <a:chOff x="10660303" y="453428"/>
                <a:chExt cx="1098403" cy="1208735"/>
              </a:xfrm>
            </p:grpSpPr>
            <p:sp>
              <p:nvSpPr>
                <p:cNvPr id="84" name="任意多边形: 形状 83">
                  <a:extLst>
                    <a:ext uri="{FF2B5EF4-FFF2-40B4-BE49-F238E27FC236}">
                      <a16:creationId xmlns:a16="http://schemas.microsoft.com/office/drawing/2014/main" id="{D94CC3EB-7C7D-297B-C2C3-2C2C362B3257}"/>
                    </a:ext>
                  </a:extLst>
                </p:cNvPr>
                <p:cNvSpPr/>
                <p:nvPr/>
              </p:nvSpPr>
              <p:spPr>
                <a:xfrm>
                  <a:off x="11209642" y="453434"/>
                  <a:ext cx="6" cy="1208728"/>
                </a:xfrm>
                <a:custGeom>
                  <a:avLst/>
                  <a:gdLst>
                    <a:gd name="connsiteX0" fmla="*/ 6 w 6"/>
                    <a:gd name="connsiteY0" fmla="*/ 0 h 1208728"/>
                    <a:gd name="connsiteX1" fmla="*/ 0 w 6"/>
                    <a:gd name="connsiteY1" fmla="*/ 1208729 h 120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" h="1208728">
                      <a:moveTo>
                        <a:pt x="6" y="0"/>
                      </a:moveTo>
                      <a:lnTo>
                        <a:pt x="0" y="1208729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5" name="任意多边形: 形状 84">
                  <a:extLst>
                    <a:ext uri="{FF2B5EF4-FFF2-40B4-BE49-F238E27FC236}">
                      <a16:creationId xmlns:a16="http://schemas.microsoft.com/office/drawing/2014/main" id="{785A91CD-BF0A-916A-F638-C7B1471B67DB}"/>
                    </a:ext>
                  </a:extLst>
                </p:cNvPr>
                <p:cNvSpPr/>
                <p:nvPr/>
              </p:nvSpPr>
              <p:spPr>
                <a:xfrm>
                  <a:off x="11072361" y="453434"/>
                  <a:ext cx="6" cy="1208728"/>
                </a:xfrm>
                <a:custGeom>
                  <a:avLst/>
                  <a:gdLst>
                    <a:gd name="connsiteX0" fmla="*/ 7 w 6"/>
                    <a:gd name="connsiteY0" fmla="*/ 0 h 1208728"/>
                    <a:gd name="connsiteX1" fmla="*/ 0 w 6"/>
                    <a:gd name="connsiteY1" fmla="*/ 1208729 h 120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" h="1208728">
                      <a:moveTo>
                        <a:pt x="7" y="0"/>
                      </a:moveTo>
                      <a:lnTo>
                        <a:pt x="0" y="1208729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6" name="任意多边形: 形状 85">
                  <a:extLst>
                    <a:ext uri="{FF2B5EF4-FFF2-40B4-BE49-F238E27FC236}">
                      <a16:creationId xmlns:a16="http://schemas.microsoft.com/office/drawing/2014/main" id="{B2B982DE-ADB4-D1A3-A224-571EBDF32952}"/>
                    </a:ext>
                  </a:extLst>
                </p:cNvPr>
                <p:cNvSpPr/>
                <p:nvPr/>
              </p:nvSpPr>
              <p:spPr>
                <a:xfrm>
                  <a:off x="10935169" y="453434"/>
                  <a:ext cx="6" cy="1208728"/>
                </a:xfrm>
                <a:custGeom>
                  <a:avLst/>
                  <a:gdLst>
                    <a:gd name="connsiteX0" fmla="*/ 6 w 6"/>
                    <a:gd name="connsiteY0" fmla="*/ 0 h 1208728"/>
                    <a:gd name="connsiteX1" fmla="*/ 0 w 6"/>
                    <a:gd name="connsiteY1" fmla="*/ 1208729 h 120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" h="1208728">
                      <a:moveTo>
                        <a:pt x="6" y="0"/>
                      </a:moveTo>
                      <a:lnTo>
                        <a:pt x="0" y="1208729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7" name="任意多边形: 形状 86">
                  <a:extLst>
                    <a:ext uri="{FF2B5EF4-FFF2-40B4-BE49-F238E27FC236}">
                      <a16:creationId xmlns:a16="http://schemas.microsoft.com/office/drawing/2014/main" id="{AFBE8160-AA2E-2397-C46B-817ACA4CC76E}"/>
                    </a:ext>
                  </a:extLst>
                </p:cNvPr>
                <p:cNvSpPr/>
                <p:nvPr/>
              </p:nvSpPr>
              <p:spPr>
                <a:xfrm>
                  <a:off x="10797781" y="453434"/>
                  <a:ext cx="6" cy="1208728"/>
                </a:xfrm>
                <a:custGeom>
                  <a:avLst/>
                  <a:gdLst>
                    <a:gd name="connsiteX0" fmla="*/ 6 w 6"/>
                    <a:gd name="connsiteY0" fmla="*/ 0 h 1208728"/>
                    <a:gd name="connsiteX1" fmla="*/ 0 w 6"/>
                    <a:gd name="connsiteY1" fmla="*/ 1208729 h 120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" h="1208728">
                      <a:moveTo>
                        <a:pt x="6" y="0"/>
                      </a:moveTo>
                      <a:lnTo>
                        <a:pt x="0" y="1208729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8" name="任意多边形: 形状 87">
                  <a:extLst>
                    <a:ext uri="{FF2B5EF4-FFF2-40B4-BE49-F238E27FC236}">
                      <a16:creationId xmlns:a16="http://schemas.microsoft.com/office/drawing/2014/main" id="{D57F7022-512D-BCDC-3245-54E66F180D1C}"/>
                    </a:ext>
                  </a:extLst>
                </p:cNvPr>
                <p:cNvSpPr/>
                <p:nvPr/>
              </p:nvSpPr>
              <p:spPr>
                <a:xfrm>
                  <a:off x="10660303" y="453428"/>
                  <a:ext cx="6" cy="1208735"/>
                </a:xfrm>
                <a:custGeom>
                  <a:avLst/>
                  <a:gdLst>
                    <a:gd name="connsiteX0" fmla="*/ 6 w 6"/>
                    <a:gd name="connsiteY0" fmla="*/ 0 h 1208735"/>
                    <a:gd name="connsiteX1" fmla="*/ 0 w 6"/>
                    <a:gd name="connsiteY1" fmla="*/ 1208735 h 1208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" h="1208735">
                      <a:moveTo>
                        <a:pt x="6" y="0"/>
                      </a:moveTo>
                      <a:lnTo>
                        <a:pt x="0" y="1208735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9" name="任意多边形: 形状 88">
                  <a:extLst>
                    <a:ext uri="{FF2B5EF4-FFF2-40B4-BE49-F238E27FC236}">
                      <a16:creationId xmlns:a16="http://schemas.microsoft.com/office/drawing/2014/main" id="{AB5DA191-C0AF-09AF-4562-D1C7D4ADF27A}"/>
                    </a:ext>
                  </a:extLst>
                </p:cNvPr>
                <p:cNvSpPr/>
                <p:nvPr/>
              </p:nvSpPr>
              <p:spPr>
                <a:xfrm>
                  <a:off x="11758701" y="453434"/>
                  <a:ext cx="6" cy="1208728"/>
                </a:xfrm>
                <a:custGeom>
                  <a:avLst/>
                  <a:gdLst>
                    <a:gd name="connsiteX0" fmla="*/ 6 w 6"/>
                    <a:gd name="connsiteY0" fmla="*/ 0 h 1208728"/>
                    <a:gd name="connsiteX1" fmla="*/ 0 w 6"/>
                    <a:gd name="connsiteY1" fmla="*/ 1208729 h 120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" h="1208728">
                      <a:moveTo>
                        <a:pt x="6" y="0"/>
                      </a:moveTo>
                      <a:lnTo>
                        <a:pt x="0" y="1208729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0" name="任意多边形: 形状 89">
                  <a:extLst>
                    <a:ext uri="{FF2B5EF4-FFF2-40B4-BE49-F238E27FC236}">
                      <a16:creationId xmlns:a16="http://schemas.microsoft.com/office/drawing/2014/main" id="{CF107DA3-7F8C-D73A-CB9E-10A0E92EC736}"/>
                    </a:ext>
                  </a:extLst>
                </p:cNvPr>
                <p:cNvSpPr/>
                <p:nvPr/>
              </p:nvSpPr>
              <p:spPr>
                <a:xfrm>
                  <a:off x="11621420" y="453434"/>
                  <a:ext cx="6" cy="1208728"/>
                </a:xfrm>
                <a:custGeom>
                  <a:avLst/>
                  <a:gdLst>
                    <a:gd name="connsiteX0" fmla="*/ 6 w 6"/>
                    <a:gd name="connsiteY0" fmla="*/ 0 h 1208728"/>
                    <a:gd name="connsiteX1" fmla="*/ 0 w 6"/>
                    <a:gd name="connsiteY1" fmla="*/ 1208729 h 120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" h="1208728">
                      <a:moveTo>
                        <a:pt x="6" y="0"/>
                      </a:moveTo>
                      <a:lnTo>
                        <a:pt x="0" y="1208729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1" name="任意多边形: 形状 90">
                  <a:extLst>
                    <a:ext uri="{FF2B5EF4-FFF2-40B4-BE49-F238E27FC236}">
                      <a16:creationId xmlns:a16="http://schemas.microsoft.com/office/drawing/2014/main" id="{A5AA0153-CC8C-3269-F3A5-F31341783735}"/>
                    </a:ext>
                  </a:extLst>
                </p:cNvPr>
                <p:cNvSpPr/>
                <p:nvPr/>
              </p:nvSpPr>
              <p:spPr>
                <a:xfrm>
                  <a:off x="11484229" y="453434"/>
                  <a:ext cx="6350" cy="1208728"/>
                </a:xfrm>
                <a:custGeom>
                  <a:avLst/>
                  <a:gdLst>
                    <a:gd name="connsiteX0" fmla="*/ 0 w 6350"/>
                    <a:gd name="connsiteY0" fmla="*/ 0 h 1208728"/>
                    <a:gd name="connsiteX1" fmla="*/ 0 w 6350"/>
                    <a:gd name="connsiteY1" fmla="*/ 1208729 h 120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350" h="1208728">
                      <a:moveTo>
                        <a:pt x="0" y="0"/>
                      </a:moveTo>
                      <a:lnTo>
                        <a:pt x="0" y="1208729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2" name="任意多边形: 形状 91">
                  <a:extLst>
                    <a:ext uri="{FF2B5EF4-FFF2-40B4-BE49-F238E27FC236}">
                      <a16:creationId xmlns:a16="http://schemas.microsoft.com/office/drawing/2014/main" id="{073012D4-A6EF-1E75-9C56-FA7185D9D21B}"/>
                    </a:ext>
                  </a:extLst>
                </p:cNvPr>
                <p:cNvSpPr/>
                <p:nvPr/>
              </p:nvSpPr>
              <p:spPr>
                <a:xfrm>
                  <a:off x="11346840" y="453434"/>
                  <a:ext cx="6" cy="1208728"/>
                </a:xfrm>
                <a:custGeom>
                  <a:avLst/>
                  <a:gdLst>
                    <a:gd name="connsiteX0" fmla="*/ 7 w 6"/>
                    <a:gd name="connsiteY0" fmla="*/ 0 h 1208728"/>
                    <a:gd name="connsiteX1" fmla="*/ 0 w 6"/>
                    <a:gd name="connsiteY1" fmla="*/ 1208729 h 120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" h="1208728">
                      <a:moveTo>
                        <a:pt x="7" y="0"/>
                      </a:moveTo>
                      <a:lnTo>
                        <a:pt x="0" y="1208729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71" name="任意多边形: 形状 70">
                <a:extLst>
                  <a:ext uri="{FF2B5EF4-FFF2-40B4-BE49-F238E27FC236}">
                    <a16:creationId xmlns:a16="http://schemas.microsoft.com/office/drawing/2014/main" id="{32188641-218E-3B6A-90AF-BC141C5C9478}"/>
                  </a:ext>
                </a:extLst>
              </p:cNvPr>
              <p:cNvSpPr/>
              <p:nvPr/>
            </p:nvSpPr>
            <p:spPr>
              <a:xfrm rot="16200000">
                <a:off x="8705649" y="-1207094"/>
                <a:ext cx="1195875" cy="1195876"/>
              </a:xfrm>
              <a:custGeom>
                <a:avLst/>
                <a:gdLst>
                  <a:gd name="connsiteX0" fmla="*/ 0 w 1195875"/>
                  <a:gd name="connsiteY0" fmla="*/ 0 h 1195876"/>
                  <a:gd name="connsiteX1" fmla="*/ 0 w 1195875"/>
                  <a:gd name="connsiteY1" fmla="*/ 1937 h 1195876"/>
                  <a:gd name="connsiteX2" fmla="*/ 1193940 w 1195875"/>
                  <a:gd name="connsiteY2" fmla="*/ 1195877 h 1195876"/>
                  <a:gd name="connsiteX3" fmla="*/ 1195876 w 1195875"/>
                  <a:gd name="connsiteY3" fmla="*/ 1195877 h 1195876"/>
                  <a:gd name="connsiteX4" fmla="*/ 1195876 w 1195875"/>
                  <a:gd name="connsiteY4" fmla="*/ 1193940 h 1195876"/>
                  <a:gd name="connsiteX5" fmla="*/ 1936 w 1195875"/>
                  <a:gd name="connsiteY5" fmla="*/ 0 h 1195876"/>
                  <a:gd name="connsiteX6" fmla="*/ 0 w 1195875"/>
                  <a:gd name="connsiteY6" fmla="*/ 0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5875" h="1195876">
                    <a:moveTo>
                      <a:pt x="0" y="0"/>
                    </a:moveTo>
                    <a:lnTo>
                      <a:pt x="0" y="1937"/>
                    </a:lnTo>
                    <a:cubicBezTo>
                      <a:pt x="0" y="661327"/>
                      <a:pt x="534543" y="1195877"/>
                      <a:pt x="1193940" y="1195877"/>
                    </a:cubicBezTo>
                    <a:lnTo>
                      <a:pt x="1195876" y="1195877"/>
                    </a:lnTo>
                    <a:lnTo>
                      <a:pt x="1195876" y="1193940"/>
                    </a:lnTo>
                    <a:cubicBezTo>
                      <a:pt x="1195876" y="534550"/>
                      <a:pt x="661333" y="0"/>
                      <a:pt x="1936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9A65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26" name="组合 125">
              <a:extLst>
                <a:ext uri="{FF2B5EF4-FFF2-40B4-BE49-F238E27FC236}">
                  <a16:creationId xmlns:a16="http://schemas.microsoft.com/office/drawing/2014/main" id="{767A7DA0-7144-F303-1328-A1620BC7ED31}"/>
                </a:ext>
              </a:extLst>
            </p:cNvPr>
            <p:cNvGrpSpPr/>
            <p:nvPr userDrawn="1"/>
          </p:nvGrpSpPr>
          <p:grpSpPr>
            <a:xfrm>
              <a:off x="93337" y="2305027"/>
              <a:ext cx="5998647" cy="2412565"/>
              <a:chOff x="6314061" y="-5602"/>
              <a:chExt cx="5998647" cy="2412565"/>
            </a:xfrm>
          </p:grpSpPr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7C095DCD-C869-E0C9-CD0D-5F358BDE76B5}"/>
                  </a:ext>
                </a:extLst>
              </p:cNvPr>
              <p:cNvSpPr/>
              <p:nvPr/>
            </p:nvSpPr>
            <p:spPr>
              <a:xfrm rot="10800000">
                <a:off x="8710723" y="-5602"/>
                <a:ext cx="1195870" cy="1195876"/>
              </a:xfrm>
              <a:custGeom>
                <a:avLst/>
                <a:gdLst>
                  <a:gd name="connsiteX0" fmla="*/ 0 w 1195870"/>
                  <a:gd name="connsiteY0" fmla="*/ 0 h 1195876"/>
                  <a:gd name="connsiteX1" fmla="*/ 1195871 w 1195870"/>
                  <a:gd name="connsiteY1" fmla="*/ 0 h 1195876"/>
                  <a:gd name="connsiteX2" fmla="*/ 1195871 w 1195870"/>
                  <a:gd name="connsiteY2" fmla="*/ 1195877 h 1195876"/>
                  <a:gd name="connsiteX3" fmla="*/ 0 w 1195870"/>
                  <a:gd name="connsiteY3" fmla="*/ 1195877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0" h="1195876">
                    <a:moveTo>
                      <a:pt x="0" y="0"/>
                    </a:moveTo>
                    <a:lnTo>
                      <a:pt x="1195871" y="0"/>
                    </a:lnTo>
                    <a:lnTo>
                      <a:pt x="1195871" y="1195877"/>
                    </a:lnTo>
                    <a:lnTo>
                      <a:pt x="0" y="1195877"/>
                    </a:lnTo>
                    <a:close/>
                  </a:path>
                </a:pathLst>
              </a:custGeom>
              <a:solidFill>
                <a:srgbClr val="DC424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" name="任意多边形: 形状 19">
                <a:extLst>
                  <a:ext uri="{FF2B5EF4-FFF2-40B4-BE49-F238E27FC236}">
                    <a16:creationId xmlns:a16="http://schemas.microsoft.com/office/drawing/2014/main" id="{FA614459-8D74-497B-75BF-9C25C289FF13}"/>
                  </a:ext>
                </a:extLst>
              </p:cNvPr>
              <p:cNvSpPr/>
              <p:nvPr/>
            </p:nvSpPr>
            <p:spPr>
              <a:xfrm rot="10800000">
                <a:off x="9906589" y="-5599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7 h 1195876"/>
                  <a:gd name="connsiteX3" fmla="*/ 0 w 1195876"/>
                  <a:gd name="connsiteY3" fmla="*/ 1195877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7"/>
                    </a:lnTo>
                    <a:lnTo>
                      <a:pt x="0" y="1195877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751004F8-2B46-96E3-2B80-1659E6D53C17}"/>
                  </a:ext>
                </a:extLst>
              </p:cNvPr>
              <p:cNvSpPr/>
              <p:nvPr/>
            </p:nvSpPr>
            <p:spPr>
              <a:xfrm rot="16200000">
                <a:off x="6314058" y="1193527"/>
                <a:ext cx="1195876" cy="1195870"/>
              </a:xfrm>
              <a:custGeom>
                <a:avLst/>
                <a:gdLst>
                  <a:gd name="connsiteX0" fmla="*/ 0 w 1195876"/>
                  <a:gd name="connsiteY0" fmla="*/ 1195870 h 1195870"/>
                  <a:gd name="connsiteX1" fmla="*/ 0 w 1195876"/>
                  <a:gd name="connsiteY1" fmla="*/ 0 h 1195870"/>
                  <a:gd name="connsiteX2" fmla="*/ 1195877 w 1195876"/>
                  <a:gd name="connsiteY2" fmla="*/ 0 h 1195870"/>
                  <a:gd name="connsiteX3" fmla="*/ 1195877 w 1195876"/>
                  <a:gd name="connsiteY3" fmla="*/ 521799 h 1195870"/>
                  <a:gd name="connsiteX4" fmla="*/ 521805 w 1195876"/>
                  <a:gd name="connsiteY4" fmla="*/ 1195870 h 1195870"/>
                  <a:gd name="connsiteX5" fmla="*/ 0 w 1195876"/>
                  <a:gd name="connsiteY5" fmla="*/ 1195870 h 1195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5876" h="1195870">
                    <a:moveTo>
                      <a:pt x="0" y="1195870"/>
                    </a:moveTo>
                    <a:lnTo>
                      <a:pt x="0" y="0"/>
                    </a:lnTo>
                    <a:lnTo>
                      <a:pt x="1195877" y="0"/>
                    </a:lnTo>
                    <a:lnTo>
                      <a:pt x="1195877" y="521799"/>
                    </a:lnTo>
                    <a:cubicBezTo>
                      <a:pt x="1195877" y="894080"/>
                      <a:pt x="894087" y="1195870"/>
                      <a:pt x="521805" y="1195870"/>
                    </a:cubicBezTo>
                    <a:lnTo>
                      <a:pt x="0" y="1195870"/>
                    </a:lnTo>
                    <a:close/>
                  </a:path>
                </a:pathLst>
              </a:custGeom>
              <a:solidFill>
                <a:srgbClr val="EFC590">
                  <a:alpha val="7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1F472D45-CD4C-74B9-79D8-0E634C6C953E}"/>
                  </a:ext>
                </a:extLst>
              </p:cNvPr>
              <p:cNvSpPr/>
              <p:nvPr/>
            </p:nvSpPr>
            <p:spPr>
              <a:xfrm rot="10800000">
                <a:off x="8710722" y="1190289"/>
                <a:ext cx="1195870" cy="1195870"/>
              </a:xfrm>
              <a:custGeom>
                <a:avLst/>
                <a:gdLst>
                  <a:gd name="connsiteX0" fmla="*/ 0 w 1195870"/>
                  <a:gd name="connsiteY0" fmla="*/ 0 h 1195870"/>
                  <a:gd name="connsiteX1" fmla="*/ 1195871 w 1195870"/>
                  <a:gd name="connsiteY1" fmla="*/ 0 h 1195870"/>
                  <a:gd name="connsiteX2" fmla="*/ 1195871 w 1195870"/>
                  <a:gd name="connsiteY2" fmla="*/ 1195870 h 1195870"/>
                  <a:gd name="connsiteX3" fmla="*/ 0 w 1195870"/>
                  <a:gd name="connsiteY3" fmla="*/ 1195870 h 1195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0" h="1195870">
                    <a:moveTo>
                      <a:pt x="0" y="0"/>
                    </a:moveTo>
                    <a:lnTo>
                      <a:pt x="1195871" y="0"/>
                    </a:lnTo>
                    <a:lnTo>
                      <a:pt x="1195871" y="1195870"/>
                    </a:lnTo>
                    <a:lnTo>
                      <a:pt x="0" y="1195870"/>
                    </a:lnTo>
                    <a:close/>
                  </a:path>
                </a:pathLst>
              </a:custGeom>
              <a:solidFill>
                <a:srgbClr val="E9A65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A7DE3EBF-03C1-8033-A739-AFB89AEC6070}"/>
                  </a:ext>
                </a:extLst>
              </p:cNvPr>
              <p:cNvSpPr/>
              <p:nvPr/>
            </p:nvSpPr>
            <p:spPr>
              <a:xfrm rot="10800000">
                <a:off x="9906588" y="1190292"/>
                <a:ext cx="1195876" cy="1195870"/>
              </a:xfrm>
              <a:custGeom>
                <a:avLst/>
                <a:gdLst>
                  <a:gd name="connsiteX0" fmla="*/ 0 w 1195876"/>
                  <a:gd name="connsiteY0" fmla="*/ 0 h 1195870"/>
                  <a:gd name="connsiteX1" fmla="*/ 1195877 w 1195876"/>
                  <a:gd name="connsiteY1" fmla="*/ 0 h 1195870"/>
                  <a:gd name="connsiteX2" fmla="*/ 1195877 w 1195876"/>
                  <a:gd name="connsiteY2" fmla="*/ 1195870 h 1195870"/>
                  <a:gd name="connsiteX3" fmla="*/ 0 w 1195876"/>
                  <a:gd name="connsiteY3" fmla="*/ 1195870 h 1195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0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0"/>
                    </a:lnTo>
                    <a:lnTo>
                      <a:pt x="0" y="1195870"/>
                    </a:lnTo>
                    <a:close/>
                  </a:path>
                </a:pathLst>
              </a:custGeom>
              <a:solidFill>
                <a:srgbClr val="DC424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5A91ABE6-D22F-B10A-C50F-532EEE7464CB}"/>
                  </a:ext>
                </a:extLst>
              </p:cNvPr>
              <p:cNvSpPr/>
              <p:nvPr/>
            </p:nvSpPr>
            <p:spPr>
              <a:xfrm>
                <a:off x="7509929" y="-2356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6 h 1195876"/>
                  <a:gd name="connsiteX3" fmla="*/ 0 w 1195876"/>
                  <a:gd name="connsiteY3" fmla="*/ 1195876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6"/>
                    </a:lnTo>
                    <a:lnTo>
                      <a:pt x="0" y="1195876"/>
                    </a:lnTo>
                    <a:close/>
                  </a:path>
                </a:pathLst>
              </a:custGeom>
              <a:solidFill>
                <a:srgbClr val="EFC590">
                  <a:alpha val="7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D1A9AB49-B0F7-1736-8290-D86E19320DE5}"/>
                  </a:ext>
                </a:extLst>
              </p:cNvPr>
              <p:cNvSpPr/>
              <p:nvPr/>
            </p:nvSpPr>
            <p:spPr>
              <a:xfrm rot="16200000">
                <a:off x="6314058" y="-2357"/>
                <a:ext cx="1195876" cy="1195870"/>
              </a:xfrm>
              <a:custGeom>
                <a:avLst/>
                <a:gdLst>
                  <a:gd name="connsiteX0" fmla="*/ 1195877 w 1195876"/>
                  <a:gd name="connsiteY0" fmla="*/ 0 h 1195870"/>
                  <a:gd name="connsiteX1" fmla="*/ 1195877 w 1195876"/>
                  <a:gd name="connsiteY1" fmla="*/ 1195870 h 1195870"/>
                  <a:gd name="connsiteX2" fmla="*/ 0 w 1195876"/>
                  <a:gd name="connsiteY2" fmla="*/ 1195870 h 1195870"/>
                  <a:gd name="connsiteX3" fmla="*/ 0 w 1195876"/>
                  <a:gd name="connsiteY3" fmla="*/ 597935 h 1195870"/>
                  <a:gd name="connsiteX4" fmla="*/ 597935 w 1195876"/>
                  <a:gd name="connsiteY4" fmla="*/ 0 h 1195870"/>
                  <a:gd name="connsiteX5" fmla="*/ 1195877 w 1195876"/>
                  <a:gd name="connsiteY5" fmla="*/ 0 h 1195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5876" h="1195870">
                    <a:moveTo>
                      <a:pt x="1195877" y="0"/>
                    </a:moveTo>
                    <a:lnTo>
                      <a:pt x="1195877" y="1195870"/>
                    </a:lnTo>
                    <a:lnTo>
                      <a:pt x="0" y="1195870"/>
                    </a:lnTo>
                    <a:lnTo>
                      <a:pt x="0" y="597935"/>
                    </a:lnTo>
                    <a:cubicBezTo>
                      <a:pt x="0" y="267703"/>
                      <a:pt x="267703" y="0"/>
                      <a:pt x="597935" y="0"/>
                    </a:cubicBezTo>
                    <a:lnTo>
                      <a:pt x="1195877" y="0"/>
                    </a:lnTo>
                    <a:close/>
                  </a:path>
                </a:pathLst>
              </a:custGeom>
              <a:solidFill>
                <a:srgbClr val="1C1C6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B317C674-C6BF-EC8A-60A4-E1B61366A80F}"/>
                  </a:ext>
                </a:extLst>
              </p:cNvPr>
              <p:cNvSpPr/>
              <p:nvPr/>
            </p:nvSpPr>
            <p:spPr>
              <a:xfrm rot="16200000">
                <a:off x="11097624" y="1193529"/>
                <a:ext cx="1195870" cy="1195870"/>
              </a:xfrm>
              <a:custGeom>
                <a:avLst/>
                <a:gdLst>
                  <a:gd name="connsiteX0" fmla="*/ 0 w 1195870"/>
                  <a:gd name="connsiteY0" fmla="*/ 0 h 1195870"/>
                  <a:gd name="connsiteX1" fmla="*/ 597935 w 1195870"/>
                  <a:gd name="connsiteY1" fmla="*/ 0 h 1195870"/>
                  <a:gd name="connsiteX2" fmla="*/ 1195870 w 1195870"/>
                  <a:gd name="connsiteY2" fmla="*/ 597935 h 1195870"/>
                  <a:gd name="connsiteX3" fmla="*/ 1195870 w 1195870"/>
                  <a:gd name="connsiteY3" fmla="*/ 597935 h 1195870"/>
                  <a:gd name="connsiteX4" fmla="*/ 597935 w 1195870"/>
                  <a:gd name="connsiteY4" fmla="*/ 1195870 h 1195870"/>
                  <a:gd name="connsiteX5" fmla="*/ 0 w 1195870"/>
                  <a:gd name="connsiteY5" fmla="*/ 1195870 h 1195870"/>
                  <a:gd name="connsiteX6" fmla="*/ 0 w 1195870"/>
                  <a:gd name="connsiteY6" fmla="*/ 0 h 1195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5870" h="1195870">
                    <a:moveTo>
                      <a:pt x="0" y="0"/>
                    </a:moveTo>
                    <a:lnTo>
                      <a:pt x="597935" y="0"/>
                    </a:lnTo>
                    <a:cubicBezTo>
                      <a:pt x="928167" y="0"/>
                      <a:pt x="1195870" y="267703"/>
                      <a:pt x="1195870" y="597935"/>
                    </a:cubicBezTo>
                    <a:lnTo>
                      <a:pt x="1195870" y="597935"/>
                    </a:lnTo>
                    <a:cubicBezTo>
                      <a:pt x="1195870" y="928167"/>
                      <a:pt x="928167" y="1195870"/>
                      <a:pt x="597935" y="1195870"/>
                    </a:cubicBezTo>
                    <a:lnTo>
                      <a:pt x="0" y="11958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9A65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BC52DFA4-7828-46F0-FF3A-37C9BB75B577}"/>
                  </a:ext>
                </a:extLst>
              </p:cNvPr>
              <p:cNvSpPr/>
              <p:nvPr/>
            </p:nvSpPr>
            <p:spPr>
              <a:xfrm>
                <a:off x="11097624" y="-2359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7 h 1195876"/>
                  <a:gd name="connsiteX3" fmla="*/ 0 w 1195876"/>
                  <a:gd name="connsiteY3" fmla="*/ 1195877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7"/>
                    </a:lnTo>
                    <a:lnTo>
                      <a:pt x="0" y="1195877"/>
                    </a:lnTo>
                    <a:close/>
                  </a:path>
                </a:pathLst>
              </a:custGeom>
              <a:solidFill>
                <a:srgbClr val="EFC590">
                  <a:alpha val="7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" name="任意多边形: 形状 41">
                <a:extLst>
                  <a:ext uri="{FF2B5EF4-FFF2-40B4-BE49-F238E27FC236}">
                    <a16:creationId xmlns:a16="http://schemas.microsoft.com/office/drawing/2014/main" id="{870BC334-AE1F-E27C-EC94-CA6878415904}"/>
                  </a:ext>
                </a:extLst>
              </p:cNvPr>
              <p:cNvSpPr/>
              <p:nvPr/>
            </p:nvSpPr>
            <p:spPr>
              <a:xfrm rot="16200000">
                <a:off x="11106780" y="907037"/>
                <a:ext cx="300412" cy="301491"/>
              </a:xfrm>
              <a:custGeom>
                <a:avLst/>
                <a:gdLst>
                  <a:gd name="connsiteX0" fmla="*/ 0 w 300412"/>
                  <a:gd name="connsiteY0" fmla="*/ 0 h 301491"/>
                  <a:gd name="connsiteX1" fmla="*/ 300412 w 300412"/>
                  <a:gd name="connsiteY1" fmla="*/ 0 h 301491"/>
                  <a:gd name="connsiteX2" fmla="*/ 300412 w 300412"/>
                  <a:gd name="connsiteY2" fmla="*/ 301492 h 301491"/>
                  <a:gd name="connsiteX3" fmla="*/ 0 w 300412"/>
                  <a:gd name="connsiteY3" fmla="*/ 301492 h 301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0412" h="301491">
                    <a:moveTo>
                      <a:pt x="0" y="0"/>
                    </a:moveTo>
                    <a:lnTo>
                      <a:pt x="300412" y="0"/>
                    </a:lnTo>
                    <a:lnTo>
                      <a:pt x="300412" y="301492"/>
                    </a:lnTo>
                    <a:lnTo>
                      <a:pt x="0" y="301492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CE8B4C4C-2565-3C06-0FA0-75097670492E}"/>
                  </a:ext>
                </a:extLst>
              </p:cNvPr>
              <p:cNvSpPr/>
              <p:nvPr/>
            </p:nvSpPr>
            <p:spPr>
              <a:xfrm rot="16200000">
                <a:off x="11404608" y="606473"/>
                <a:ext cx="300412" cy="301491"/>
              </a:xfrm>
              <a:custGeom>
                <a:avLst/>
                <a:gdLst>
                  <a:gd name="connsiteX0" fmla="*/ 0 w 300412"/>
                  <a:gd name="connsiteY0" fmla="*/ 0 h 301491"/>
                  <a:gd name="connsiteX1" fmla="*/ 300412 w 300412"/>
                  <a:gd name="connsiteY1" fmla="*/ 0 h 301491"/>
                  <a:gd name="connsiteX2" fmla="*/ 300412 w 300412"/>
                  <a:gd name="connsiteY2" fmla="*/ 301492 h 301491"/>
                  <a:gd name="connsiteX3" fmla="*/ 0 w 300412"/>
                  <a:gd name="connsiteY3" fmla="*/ 301492 h 301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0412" h="301491">
                    <a:moveTo>
                      <a:pt x="0" y="0"/>
                    </a:moveTo>
                    <a:lnTo>
                      <a:pt x="300412" y="0"/>
                    </a:lnTo>
                    <a:lnTo>
                      <a:pt x="300412" y="301492"/>
                    </a:lnTo>
                    <a:lnTo>
                      <a:pt x="0" y="301492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" name="任意多边形: 形状 43">
                <a:extLst>
                  <a:ext uri="{FF2B5EF4-FFF2-40B4-BE49-F238E27FC236}">
                    <a16:creationId xmlns:a16="http://schemas.microsoft.com/office/drawing/2014/main" id="{D65011DE-32A3-160E-DD7D-F8B5C2F551D9}"/>
                  </a:ext>
                </a:extLst>
              </p:cNvPr>
              <p:cNvSpPr/>
              <p:nvPr/>
            </p:nvSpPr>
            <p:spPr>
              <a:xfrm rot="16200000">
                <a:off x="11704347" y="305902"/>
                <a:ext cx="300412" cy="301491"/>
              </a:xfrm>
              <a:custGeom>
                <a:avLst/>
                <a:gdLst>
                  <a:gd name="connsiteX0" fmla="*/ 0 w 300412"/>
                  <a:gd name="connsiteY0" fmla="*/ 0 h 301491"/>
                  <a:gd name="connsiteX1" fmla="*/ 300412 w 300412"/>
                  <a:gd name="connsiteY1" fmla="*/ 0 h 301491"/>
                  <a:gd name="connsiteX2" fmla="*/ 300412 w 300412"/>
                  <a:gd name="connsiteY2" fmla="*/ 301492 h 301491"/>
                  <a:gd name="connsiteX3" fmla="*/ 0 w 300412"/>
                  <a:gd name="connsiteY3" fmla="*/ 301492 h 301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0412" h="301491">
                    <a:moveTo>
                      <a:pt x="0" y="0"/>
                    </a:moveTo>
                    <a:lnTo>
                      <a:pt x="300412" y="0"/>
                    </a:lnTo>
                    <a:lnTo>
                      <a:pt x="300412" y="301492"/>
                    </a:lnTo>
                    <a:lnTo>
                      <a:pt x="0" y="301492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" name="任意多边形: 形状 44">
                <a:extLst>
                  <a:ext uri="{FF2B5EF4-FFF2-40B4-BE49-F238E27FC236}">
                    <a16:creationId xmlns:a16="http://schemas.microsoft.com/office/drawing/2014/main" id="{FE86D0B6-AB13-0FBA-7CF1-2E54413855B0}"/>
                  </a:ext>
                </a:extLst>
              </p:cNvPr>
              <p:cNvSpPr/>
              <p:nvPr/>
            </p:nvSpPr>
            <p:spPr>
              <a:xfrm rot="16200000">
                <a:off x="12000581" y="3737"/>
                <a:ext cx="303612" cy="301491"/>
              </a:xfrm>
              <a:custGeom>
                <a:avLst/>
                <a:gdLst>
                  <a:gd name="connsiteX0" fmla="*/ 0 w 303612"/>
                  <a:gd name="connsiteY0" fmla="*/ 0 h 301491"/>
                  <a:gd name="connsiteX1" fmla="*/ 303612 w 303612"/>
                  <a:gd name="connsiteY1" fmla="*/ 0 h 301491"/>
                  <a:gd name="connsiteX2" fmla="*/ 303612 w 303612"/>
                  <a:gd name="connsiteY2" fmla="*/ 301492 h 301491"/>
                  <a:gd name="connsiteX3" fmla="*/ 0 w 303612"/>
                  <a:gd name="connsiteY3" fmla="*/ 301492 h 301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3612" h="301491">
                    <a:moveTo>
                      <a:pt x="0" y="0"/>
                    </a:moveTo>
                    <a:lnTo>
                      <a:pt x="303612" y="0"/>
                    </a:lnTo>
                    <a:lnTo>
                      <a:pt x="303612" y="301492"/>
                    </a:lnTo>
                    <a:lnTo>
                      <a:pt x="0" y="301492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DDA8FA3F-FBF2-92BC-818B-D3E5A98B74AC}"/>
                  </a:ext>
                </a:extLst>
              </p:cNvPr>
              <p:cNvSpPr/>
              <p:nvPr/>
            </p:nvSpPr>
            <p:spPr>
              <a:xfrm rot="16200000">
                <a:off x="9905342" y="1192279"/>
                <a:ext cx="1197120" cy="1197121"/>
              </a:xfrm>
              <a:custGeom>
                <a:avLst/>
                <a:gdLst>
                  <a:gd name="connsiteX0" fmla="*/ 0 w 1197120"/>
                  <a:gd name="connsiteY0" fmla="*/ 0 h 1197121"/>
                  <a:gd name="connsiteX1" fmla="*/ 1197121 w 1197120"/>
                  <a:gd name="connsiteY1" fmla="*/ 0 h 1197121"/>
                  <a:gd name="connsiteX2" fmla="*/ 1197121 w 1197120"/>
                  <a:gd name="connsiteY2" fmla="*/ 1197121 h 1197121"/>
                  <a:gd name="connsiteX3" fmla="*/ 1195184 w 1197120"/>
                  <a:gd name="connsiteY3" fmla="*/ 1197121 h 1197121"/>
                  <a:gd name="connsiteX4" fmla="*/ 0 w 1197120"/>
                  <a:gd name="connsiteY4" fmla="*/ 1937 h 1197121"/>
                  <a:gd name="connsiteX5" fmla="*/ 0 w 1197120"/>
                  <a:gd name="connsiteY5" fmla="*/ 0 h 1197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120" h="1197121">
                    <a:moveTo>
                      <a:pt x="0" y="0"/>
                    </a:moveTo>
                    <a:lnTo>
                      <a:pt x="1197121" y="0"/>
                    </a:lnTo>
                    <a:lnTo>
                      <a:pt x="1197121" y="1197121"/>
                    </a:lnTo>
                    <a:lnTo>
                      <a:pt x="1195184" y="1197121"/>
                    </a:lnTo>
                    <a:cubicBezTo>
                      <a:pt x="535101" y="1197121"/>
                      <a:pt x="0" y="662019"/>
                      <a:pt x="0" y="193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76B785B2-4291-25FA-24DA-3798A39847CB}"/>
                  </a:ext>
                </a:extLst>
              </p:cNvPr>
              <p:cNvSpPr/>
              <p:nvPr/>
            </p:nvSpPr>
            <p:spPr>
              <a:xfrm rot="16200000">
                <a:off x="9905342" y="-4874"/>
                <a:ext cx="1197121" cy="1197121"/>
              </a:xfrm>
              <a:custGeom>
                <a:avLst/>
                <a:gdLst>
                  <a:gd name="connsiteX0" fmla="*/ 0 w 1197121"/>
                  <a:gd name="connsiteY0" fmla="*/ 0 h 1197121"/>
                  <a:gd name="connsiteX1" fmla="*/ 1197122 w 1197121"/>
                  <a:gd name="connsiteY1" fmla="*/ 0 h 1197121"/>
                  <a:gd name="connsiteX2" fmla="*/ 1197122 w 1197121"/>
                  <a:gd name="connsiteY2" fmla="*/ 1937 h 1197121"/>
                  <a:gd name="connsiteX3" fmla="*/ 1937 w 1197121"/>
                  <a:gd name="connsiteY3" fmla="*/ 1197121 h 1197121"/>
                  <a:gd name="connsiteX4" fmla="*/ 0 w 1197121"/>
                  <a:gd name="connsiteY4" fmla="*/ 1197121 h 1197121"/>
                  <a:gd name="connsiteX5" fmla="*/ 0 w 1197121"/>
                  <a:gd name="connsiteY5" fmla="*/ 0 h 1197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121" h="1197121">
                    <a:moveTo>
                      <a:pt x="0" y="0"/>
                    </a:moveTo>
                    <a:lnTo>
                      <a:pt x="1197122" y="0"/>
                    </a:lnTo>
                    <a:lnTo>
                      <a:pt x="1197122" y="1937"/>
                    </a:lnTo>
                    <a:cubicBezTo>
                      <a:pt x="1197122" y="662019"/>
                      <a:pt x="662019" y="1197121"/>
                      <a:pt x="1937" y="1197121"/>
                    </a:cubicBezTo>
                    <a:lnTo>
                      <a:pt x="0" y="11971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C1C6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ECD228C9-0627-4877-242E-1BA69A0AF17E}"/>
                  </a:ext>
                </a:extLst>
              </p:cNvPr>
              <p:cNvSpPr/>
              <p:nvPr/>
            </p:nvSpPr>
            <p:spPr>
              <a:xfrm rot="16200000">
                <a:off x="9905341" y="1192273"/>
                <a:ext cx="747821" cy="747820"/>
              </a:xfrm>
              <a:custGeom>
                <a:avLst/>
                <a:gdLst>
                  <a:gd name="connsiteX0" fmla="*/ 0 w 747821"/>
                  <a:gd name="connsiteY0" fmla="*/ 0 h 747820"/>
                  <a:gd name="connsiteX1" fmla="*/ 747821 w 747821"/>
                  <a:gd name="connsiteY1" fmla="*/ 0 h 747820"/>
                  <a:gd name="connsiteX2" fmla="*/ 747821 w 747821"/>
                  <a:gd name="connsiteY2" fmla="*/ 747821 h 747820"/>
                  <a:gd name="connsiteX3" fmla="*/ 746608 w 747821"/>
                  <a:gd name="connsiteY3" fmla="*/ 747821 h 747820"/>
                  <a:gd name="connsiteX4" fmla="*/ 0 w 747821"/>
                  <a:gd name="connsiteY4" fmla="*/ 1213 h 747820"/>
                  <a:gd name="connsiteX5" fmla="*/ 0 w 747821"/>
                  <a:gd name="connsiteY5" fmla="*/ 0 h 747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7821" h="747820">
                    <a:moveTo>
                      <a:pt x="0" y="0"/>
                    </a:moveTo>
                    <a:lnTo>
                      <a:pt x="747821" y="0"/>
                    </a:lnTo>
                    <a:lnTo>
                      <a:pt x="747821" y="747821"/>
                    </a:lnTo>
                    <a:lnTo>
                      <a:pt x="746608" y="747821"/>
                    </a:lnTo>
                    <a:cubicBezTo>
                      <a:pt x="334270" y="747821"/>
                      <a:pt x="0" y="413550"/>
                      <a:pt x="0" y="121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C424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4BC53A25-09CF-596A-BB80-F5953BAA3198}"/>
                  </a:ext>
                </a:extLst>
              </p:cNvPr>
              <p:cNvSpPr/>
              <p:nvPr/>
            </p:nvSpPr>
            <p:spPr>
              <a:xfrm rot="16200000">
                <a:off x="9905342" y="444434"/>
                <a:ext cx="747820" cy="747820"/>
              </a:xfrm>
              <a:custGeom>
                <a:avLst/>
                <a:gdLst>
                  <a:gd name="connsiteX0" fmla="*/ 0 w 747820"/>
                  <a:gd name="connsiteY0" fmla="*/ 0 h 747820"/>
                  <a:gd name="connsiteX1" fmla="*/ 747820 w 747820"/>
                  <a:gd name="connsiteY1" fmla="*/ 0 h 747820"/>
                  <a:gd name="connsiteX2" fmla="*/ 747820 w 747820"/>
                  <a:gd name="connsiteY2" fmla="*/ 1213 h 747820"/>
                  <a:gd name="connsiteX3" fmla="*/ 1213 w 747820"/>
                  <a:gd name="connsiteY3" fmla="*/ 747821 h 747820"/>
                  <a:gd name="connsiteX4" fmla="*/ 0 w 747820"/>
                  <a:gd name="connsiteY4" fmla="*/ 747821 h 747820"/>
                  <a:gd name="connsiteX5" fmla="*/ 0 w 747820"/>
                  <a:gd name="connsiteY5" fmla="*/ 0 h 747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7820" h="747820">
                    <a:moveTo>
                      <a:pt x="0" y="0"/>
                    </a:moveTo>
                    <a:lnTo>
                      <a:pt x="747820" y="0"/>
                    </a:lnTo>
                    <a:lnTo>
                      <a:pt x="747820" y="1213"/>
                    </a:lnTo>
                    <a:cubicBezTo>
                      <a:pt x="747820" y="413550"/>
                      <a:pt x="413550" y="747821"/>
                      <a:pt x="1213" y="747821"/>
                    </a:cubicBezTo>
                    <a:lnTo>
                      <a:pt x="0" y="7478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8EACD178-F314-34E0-F26A-3B92234EF1D0}"/>
                  </a:ext>
                </a:extLst>
              </p:cNvPr>
              <p:cNvSpPr/>
              <p:nvPr/>
            </p:nvSpPr>
            <p:spPr>
              <a:xfrm rot="16200000">
                <a:off x="8705649" y="-4874"/>
                <a:ext cx="1197121" cy="1197121"/>
              </a:xfrm>
              <a:custGeom>
                <a:avLst/>
                <a:gdLst>
                  <a:gd name="connsiteX0" fmla="*/ 1197122 w 1197121"/>
                  <a:gd name="connsiteY0" fmla="*/ 1197121 h 1197121"/>
                  <a:gd name="connsiteX1" fmla="*/ 0 w 1197121"/>
                  <a:gd name="connsiteY1" fmla="*/ 1197121 h 1197121"/>
                  <a:gd name="connsiteX2" fmla="*/ 0 w 1197121"/>
                  <a:gd name="connsiteY2" fmla="*/ 0 h 1197121"/>
                  <a:gd name="connsiteX3" fmla="*/ 1937 w 1197121"/>
                  <a:gd name="connsiteY3" fmla="*/ 0 h 1197121"/>
                  <a:gd name="connsiteX4" fmla="*/ 1197122 w 1197121"/>
                  <a:gd name="connsiteY4" fmla="*/ 1195184 h 1197121"/>
                  <a:gd name="connsiteX5" fmla="*/ 1197122 w 1197121"/>
                  <a:gd name="connsiteY5" fmla="*/ 1197121 h 1197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121" h="1197121">
                    <a:moveTo>
                      <a:pt x="1197122" y="1197121"/>
                    </a:moveTo>
                    <a:lnTo>
                      <a:pt x="0" y="1197121"/>
                    </a:lnTo>
                    <a:lnTo>
                      <a:pt x="0" y="0"/>
                    </a:lnTo>
                    <a:lnTo>
                      <a:pt x="1937" y="0"/>
                    </a:lnTo>
                    <a:cubicBezTo>
                      <a:pt x="662019" y="0"/>
                      <a:pt x="1197122" y="535102"/>
                      <a:pt x="1197122" y="1195184"/>
                    </a:cubicBezTo>
                    <a:lnTo>
                      <a:pt x="1197122" y="1197121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" name="任意多边形: 形状 53">
                <a:extLst>
                  <a:ext uri="{FF2B5EF4-FFF2-40B4-BE49-F238E27FC236}">
                    <a16:creationId xmlns:a16="http://schemas.microsoft.com/office/drawing/2014/main" id="{6A996C77-06B3-F205-427B-A2C322687B8F}"/>
                  </a:ext>
                </a:extLst>
              </p:cNvPr>
              <p:cNvSpPr/>
              <p:nvPr/>
            </p:nvSpPr>
            <p:spPr>
              <a:xfrm rot="16200000">
                <a:off x="8705649" y="1192279"/>
                <a:ext cx="1197120" cy="1197121"/>
              </a:xfrm>
              <a:custGeom>
                <a:avLst/>
                <a:gdLst>
                  <a:gd name="connsiteX0" fmla="*/ 1197121 w 1197120"/>
                  <a:gd name="connsiteY0" fmla="*/ 1197121 h 1197121"/>
                  <a:gd name="connsiteX1" fmla="*/ 0 w 1197120"/>
                  <a:gd name="connsiteY1" fmla="*/ 1197121 h 1197121"/>
                  <a:gd name="connsiteX2" fmla="*/ 0 w 1197120"/>
                  <a:gd name="connsiteY2" fmla="*/ 1195184 h 1197121"/>
                  <a:gd name="connsiteX3" fmla="*/ 1195184 w 1197120"/>
                  <a:gd name="connsiteY3" fmla="*/ 0 h 1197121"/>
                  <a:gd name="connsiteX4" fmla="*/ 1197121 w 1197120"/>
                  <a:gd name="connsiteY4" fmla="*/ 0 h 1197121"/>
                  <a:gd name="connsiteX5" fmla="*/ 1197121 w 1197120"/>
                  <a:gd name="connsiteY5" fmla="*/ 1197121 h 1197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120" h="1197121">
                    <a:moveTo>
                      <a:pt x="1197121" y="1197121"/>
                    </a:moveTo>
                    <a:lnTo>
                      <a:pt x="0" y="1197121"/>
                    </a:lnTo>
                    <a:lnTo>
                      <a:pt x="0" y="1195184"/>
                    </a:lnTo>
                    <a:cubicBezTo>
                      <a:pt x="0" y="535102"/>
                      <a:pt x="535101" y="0"/>
                      <a:pt x="1195184" y="0"/>
                    </a:cubicBezTo>
                    <a:lnTo>
                      <a:pt x="1197121" y="0"/>
                    </a:lnTo>
                    <a:lnTo>
                      <a:pt x="1197121" y="1197121"/>
                    </a:lnTo>
                    <a:close/>
                  </a:path>
                </a:pathLst>
              </a:custGeom>
              <a:solidFill>
                <a:srgbClr val="1C1C6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5" name="任意多边形: 形状 54">
                <a:extLst>
                  <a:ext uri="{FF2B5EF4-FFF2-40B4-BE49-F238E27FC236}">
                    <a16:creationId xmlns:a16="http://schemas.microsoft.com/office/drawing/2014/main" id="{ADBA1967-7CCD-1A24-5911-A2A7CFE385F1}"/>
                  </a:ext>
                </a:extLst>
              </p:cNvPr>
              <p:cNvSpPr/>
              <p:nvPr/>
            </p:nvSpPr>
            <p:spPr>
              <a:xfrm rot="16200000">
                <a:off x="9154953" y="444443"/>
                <a:ext cx="747820" cy="747814"/>
              </a:xfrm>
              <a:custGeom>
                <a:avLst/>
                <a:gdLst>
                  <a:gd name="connsiteX0" fmla="*/ 747820 w 747820"/>
                  <a:gd name="connsiteY0" fmla="*/ 747814 h 747814"/>
                  <a:gd name="connsiteX1" fmla="*/ 0 w 747820"/>
                  <a:gd name="connsiteY1" fmla="*/ 747814 h 747814"/>
                  <a:gd name="connsiteX2" fmla="*/ 0 w 747820"/>
                  <a:gd name="connsiteY2" fmla="*/ 0 h 747814"/>
                  <a:gd name="connsiteX3" fmla="*/ 1213 w 747820"/>
                  <a:gd name="connsiteY3" fmla="*/ 0 h 747814"/>
                  <a:gd name="connsiteX4" fmla="*/ 747820 w 747820"/>
                  <a:gd name="connsiteY4" fmla="*/ 746608 h 747814"/>
                  <a:gd name="connsiteX5" fmla="*/ 747820 w 747820"/>
                  <a:gd name="connsiteY5" fmla="*/ 747814 h 747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7820" h="747814">
                    <a:moveTo>
                      <a:pt x="747820" y="747814"/>
                    </a:moveTo>
                    <a:lnTo>
                      <a:pt x="0" y="747814"/>
                    </a:lnTo>
                    <a:lnTo>
                      <a:pt x="0" y="0"/>
                    </a:lnTo>
                    <a:lnTo>
                      <a:pt x="1213" y="0"/>
                    </a:lnTo>
                    <a:cubicBezTo>
                      <a:pt x="413556" y="0"/>
                      <a:pt x="747820" y="334270"/>
                      <a:pt x="747820" y="746608"/>
                    </a:cubicBezTo>
                    <a:lnTo>
                      <a:pt x="747820" y="747814"/>
                    </a:lnTo>
                    <a:close/>
                  </a:path>
                </a:pathLst>
              </a:custGeom>
              <a:solidFill>
                <a:srgbClr val="E9A65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6" name="任意多边形: 形状 55">
                <a:extLst>
                  <a:ext uri="{FF2B5EF4-FFF2-40B4-BE49-F238E27FC236}">
                    <a16:creationId xmlns:a16="http://schemas.microsoft.com/office/drawing/2014/main" id="{F33A6A26-C566-A067-AE3A-897A599FF3CA}"/>
                  </a:ext>
                </a:extLst>
              </p:cNvPr>
              <p:cNvSpPr/>
              <p:nvPr/>
            </p:nvSpPr>
            <p:spPr>
              <a:xfrm rot="16200000">
                <a:off x="9154952" y="1192276"/>
                <a:ext cx="747821" cy="747814"/>
              </a:xfrm>
              <a:custGeom>
                <a:avLst/>
                <a:gdLst>
                  <a:gd name="connsiteX0" fmla="*/ 747821 w 747821"/>
                  <a:gd name="connsiteY0" fmla="*/ 747814 h 747814"/>
                  <a:gd name="connsiteX1" fmla="*/ 0 w 747821"/>
                  <a:gd name="connsiteY1" fmla="*/ 747814 h 747814"/>
                  <a:gd name="connsiteX2" fmla="*/ 0 w 747821"/>
                  <a:gd name="connsiteY2" fmla="*/ 746608 h 747814"/>
                  <a:gd name="connsiteX3" fmla="*/ 746608 w 747821"/>
                  <a:gd name="connsiteY3" fmla="*/ 0 h 747814"/>
                  <a:gd name="connsiteX4" fmla="*/ 747821 w 747821"/>
                  <a:gd name="connsiteY4" fmla="*/ 0 h 747814"/>
                  <a:gd name="connsiteX5" fmla="*/ 747821 w 747821"/>
                  <a:gd name="connsiteY5" fmla="*/ 747814 h 747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7821" h="747814">
                    <a:moveTo>
                      <a:pt x="747821" y="747814"/>
                    </a:moveTo>
                    <a:lnTo>
                      <a:pt x="0" y="747814"/>
                    </a:lnTo>
                    <a:lnTo>
                      <a:pt x="0" y="746608"/>
                    </a:lnTo>
                    <a:cubicBezTo>
                      <a:pt x="0" y="334270"/>
                      <a:pt x="334270" y="0"/>
                      <a:pt x="746608" y="0"/>
                    </a:cubicBezTo>
                    <a:lnTo>
                      <a:pt x="747821" y="0"/>
                    </a:lnTo>
                    <a:lnTo>
                      <a:pt x="747821" y="747814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61" name="图形 8">
                <a:extLst>
                  <a:ext uri="{FF2B5EF4-FFF2-40B4-BE49-F238E27FC236}">
                    <a16:creationId xmlns:a16="http://schemas.microsoft.com/office/drawing/2014/main" id="{6C6F01E4-08F1-D8BE-3B7F-2006E676E302}"/>
                  </a:ext>
                </a:extLst>
              </p:cNvPr>
              <p:cNvGrpSpPr/>
              <p:nvPr/>
            </p:nvGrpSpPr>
            <p:grpSpPr>
              <a:xfrm rot="16200000">
                <a:off x="7683032" y="158790"/>
                <a:ext cx="875669" cy="880090"/>
                <a:chOff x="8315073" y="1830558"/>
                <a:chExt cx="875669" cy="880090"/>
              </a:xfrm>
              <a:solidFill>
                <a:srgbClr val="FBF5E2"/>
              </a:solidFill>
            </p:grpSpPr>
            <p:sp>
              <p:nvSpPr>
                <p:cNvPr id="109" name="任意多边形: 形状 108">
                  <a:extLst>
                    <a:ext uri="{FF2B5EF4-FFF2-40B4-BE49-F238E27FC236}">
                      <a16:creationId xmlns:a16="http://schemas.microsoft.com/office/drawing/2014/main" id="{F5473493-FBD5-30C1-DD5E-C9CBB924C784}"/>
                    </a:ext>
                  </a:extLst>
                </p:cNvPr>
                <p:cNvSpPr/>
                <p:nvPr/>
              </p:nvSpPr>
              <p:spPr>
                <a:xfrm>
                  <a:off x="8810644" y="1830558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0" name="任意多边形: 形状 109">
                  <a:extLst>
                    <a:ext uri="{FF2B5EF4-FFF2-40B4-BE49-F238E27FC236}">
                      <a16:creationId xmlns:a16="http://schemas.microsoft.com/office/drawing/2014/main" id="{907E56C0-72B3-F00B-E811-3DD08DA7F4E9}"/>
                    </a:ext>
                  </a:extLst>
                </p:cNvPr>
                <p:cNvSpPr/>
                <p:nvPr/>
              </p:nvSpPr>
              <p:spPr>
                <a:xfrm>
                  <a:off x="8810644" y="2091410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1" name="任意多边形: 形状 110">
                  <a:extLst>
                    <a:ext uri="{FF2B5EF4-FFF2-40B4-BE49-F238E27FC236}">
                      <a16:creationId xmlns:a16="http://schemas.microsoft.com/office/drawing/2014/main" id="{4C89339E-A94E-9367-88EB-0F7C03381B4A}"/>
                    </a:ext>
                  </a:extLst>
                </p:cNvPr>
                <p:cNvSpPr/>
                <p:nvPr/>
              </p:nvSpPr>
              <p:spPr>
                <a:xfrm>
                  <a:off x="9059176" y="1830558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2" name="任意多边形: 形状 111">
                  <a:extLst>
                    <a:ext uri="{FF2B5EF4-FFF2-40B4-BE49-F238E27FC236}">
                      <a16:creationId xmlns:a16="http://schemas.microsoft.com/office/drawing/2014/main" id="{0F8E63CC-D1B0-3AB6-FFB5-8C85C69E935A}"/>
                    </a:ext>
                  </a:extLst>
                </p:cNvPr>
                <p:cNvSpPr/>
                <p:nvPr/>
              </p:nvSpPr>
              <p:spPr>
                <a:xfrm>
                  <a:off x="9059176" y="2091410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3" name="任意多边形: 形状 112">
                  <a:extLst>
                    <a:ext uri="{FF2B5EF4-FFF2-40B4-BE49-F238E27FC236}">
                      <a16:creationId xmlns:a16="http://schemas.microsoft.com/office/drawing/2014/main" id="{A8CE6404-0000-5448-E5A5-B468597C3430}"/>
                    </a:ext>
                  </a:extLst>
                </p:cNvPr>
                <p:cNvSpPr/>
                <p:nvPr/>
              </p:nvSpPr>
              <p:spPr>
                <a:xfrm>
                  <a:off x="8810644" y="2347804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4" name="任意多边形: 形状 113">
                  <a:extLst>
                    <a:ext uri="{FF2B5EF4-FFF2-40B4-BE49-F238E27FC236}">
                      <a16:creationId xmlns:a16="http://schemas.microsoft.com/office/drawing/2014/main" id="{2146C31C-E129-5B86-D14B-01B74591CE21}"/>
                    </a:ext>
                  </a:extLst>
                </p:cNvPr>
                <p:cNvSpPr/>
                <p:nvPr/>
              </p:nvSpPr>
              <p:spPr>
                <a:xfrm>
                  <a:off x="9059176" y="2347804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5" name="任意多边形: 形状 114">
                  <a:extLst>
                    <a:ext uri="{FF2B5EF4-FFF2-40B4-BE49-F238E27FC236}">
                      <a16:creationId xmlns:a16="http://schemas.microsoft.com/office/drawing/2014/main" id="{7067BBC3-AA68-28D4-9010-8B998D97417E}"/>
                    </a:ext>
                  </a:extLst>
                </p:cNvPr>
                <p:cNvSpPr/>
                <p:nvPr/>
              </p:nvSpPr>
              <p:spPr>
                <a:xfrm>
                  <a:off x="8322640" y="1830558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6" name="任意多边形: 形状 115">
                  <a:extLst>
                    <a:ext uri="{FF2B5EF4-FFF2-40B4-BE49-F238E27FC236}">
                      <a16:creationId xmlns:a16="http://schemas.microsoft.com/office/drawing/2014/main" id="{289FF9D4-66D4-4609-33C0-C7DB18EE1070}"/>
                    </a:ext>
                  </a:extLst>
                </p:cNvPr>
                <p:cNvSpPr/>
                <p:nvPr/>
              </p:nvSpPr>
              <p:spPr>
                <a:xfrm>
                  <a:off x="8322640" y="2091410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7" name="任意多边形: 形状 116">
                  <a:extLst>
                    <a:ext uri="{FF2B5EF4-FFF2-40B4-BE49-F238E27FC236}">
                      <a16:creationId xmlns:a16="http://schemas.microsoft.com/office/drawing/2014/main" id="{4ACDDA4A-B13C-CB38-718C-B5AAE8DAB2C7}"/>
                    </a:ext>
                  </a:extLst>
                </p:cNvPr>
                <p:cNvSpPr/>
                <p:nvPr/>
              </p:nvSpPr>
              <p:spPr>
                <a:xfrm>
                  <a:off x="8571172" y="1830558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2"/>
                        <a:pt x="94973" y="122364"/>
                        <a:pt x="61182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3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8" name="任意多边形: 形状 117">
                  <a:extLst>
                    <a:ext uri="{FF2B5EF4-FFF2-40B4-BE49-F238E27FC236}">
                      <a16:creationId xmlns:a16="http://schemas.microsoft.com/office/drawing/2014/main" id="{60DDD68B-474C-E56E-A512-54704A931500}"/>
                    </a:ext>
                  </a:extLst>
                </p:cNvPr>
                <p:cNvSpPr/>
                <p:nvPr/>
              </p:nvSpPr>
              <p:spPr>
                <a:xfrm>
                  <a:off x="8571172" y="2091410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2"/>
                        <a:pt x="94973" y="122365"/>
                        <a:pt x="61182" y="122365"/>
                      </a:cubicBezTo>
                      <a:cubicBezTo>
                        <a:pt x="27392" y="122365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3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9" name="任意多边形: 形状 118">
                  <a:extLst>
                    <a:ext uri="{FF2B5EF4-FFF2-40B4-BE49-F238E27FC236}">
                      <a16:creationId xmlns:a16="http://schemas.microsoft.com/office/drawing/2014/main" id="{FFFF14C8-8DCA-A301-7780-4236F998F0F9}"/>
                    </a:ext>
                  </a:extLst>
                </p:cNvPr>
                <p:cNvSpPr/>
                <p:nvPr/>
              </p:nvSpPr>
              <p:spPr>
                <a:xfrm>
                  <a:off x="8322640" y="2347804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20" name="任意多边形: 形状 119">
                  <a:extLst>
                    <a:ext uri="{FF2B5EF4-FFF2-40B4-BE49-F238E27FC236}">
                      <a16:creationId xmlns:a16="http://schemas.microsoft.com/office/drawing/2014/main" id="{B80D729B-FF52-7820-07EF-1C0029BBB252}"/>
                    </a:ext>
                  </a:extLst>
                </p:cNvPr>
                <p:cNvSpPr/>
                <p:nvPr/>
              </p:nvSpPr>
              <p:spPr>
                <a:xfrm>
                  <a:off x="8571172" y="2347804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2"/>
                        <a:pt x="94973" y="122365"/>
                        <a:pt x="61182" y="122365"/>
                      </a:cubicBezTo>
                      <a:cubicBezTo>
                        <a:pt x="27392" y="122365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3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21" name="任意多边形: 形状 120">
                  <a:extLst>
                    <a:ext uri="{FF2B5EF4-FFF2-40B4-BE49-F238E27FC236}">
                      <a16:creationId xmlns:a16="http://schemas.microsoft.com/office/drawing/2014/main" id="{8223921D-74F0-FA81-E718-D751F0D7E892}"/>
                    </a:ext>
                  </a:extLst>
                </p:cNvPr>
                <p:cNvSpPr/>
                <p:nvPr/>
              </p:nvSpPr>
              <p:spPr>
                <a:xfrm rot="-4846898">
                  <a:off x="8810826" y="2579266"/>
                  <a:ext cx="122366" cy="122366"/>
                </a:xfrm>
                <a:custGeom>
                  <a:avLst/>
                  <a:gdLst>
                    <a:gd name="connsiteX0" fmla="*/ 122366 w 122366"/>
                    <a:gd name="connsiteY0" fmla="*/ 61183 h 122366"/>
                    <a:gd name="connsiteX1" fmla="*/ 61183 w 122366"/>
                    <a:gd name="connsiteY1" fmla="*/ 122366 h 122366"/>
                    <a:gd name="connsiteX2" fmla="*/ 0 w 122366"/>
                    <a:gd name="connsiteY2" fmla="*/ 61183 h 122366"/>
                    <a:gd name="connsiteX3" fmla="*/ 61183 w 122366"/>
                    <a:gd name="connsiteY3" fmla="*/ 0 h 122366"/>
                    <a:gd name="connsiteX4" fmla="*/ 122366 w 122366"/>
                    <a:gd name="connsiteY4" fmla="*/ 61183 h 1223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6" h="122366">
                      <a:moveTo>
                        <a:pt x="122366" y="61183"/>
                      </a:moveTo>
                      <a:cubicBezTo>
                        <a:pt x="122366" y="94974"/>
                        <a:pt x="94974" y="122366"/>
                        <a:pt x="61183" y="122366"/>
                      </a:cubicBezTo>
                      <a:cubicBezTo>
                        <a:pt x="27392" y="122366"/>
                        <a:pt x="0" y="94974"/>
                        <a:pt x="0" y="61183"/>
                      </a:cubicBezTo>
                      <a:cubicBezTo>
                        <a:pt x="0" y="27393"/>
                        <a:pt x="27392" y="0"/>
                        <a:pt x="61183" y="0"/>
                      </a:cubicBezTo>
                      <a:cubicBezTo>
                        <a:pt x="94974" y="0"/>
                        <a:pt x="122366" y="27393"/>
                        <a:pt x="122366" y="61183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22" name="任意多边形: 形状 121">
                  <a:extLst>
                    <a:ext uri="{FF2B5EF4-FFF2-40B4-BE49-F238E27FC236}">
                      <a16:creationId xmlns:a16="http://schemas.microsoft.com/office/drawing/2014/main" id="{8860CAED-DEF7-E672-094F-E30F3DC86EF1}"/>
                    </a:ext>
                  </a:extLst>
                </p:cNvPr>
                <p:cNvSpPr/>
                <p:nvPr/>
              </p:nvSpPr>
              <p:spPr>
                <a:xfrm rot="-4846898">
                  <a:off x="9059365" y="2579265"/>
                  <a:ext cx="122366" cy="122366"/>
                </a:xfrm>
                <a:custGeom>
                  <a:avLst/>
                  <a:gdLst>
                    <a:gd name="connsiteX0" fmla="*/ 122366 w 122366"/>
                    <a:gd name="connsiteY0" fmla="*/ 61183 h 122366"/>
                    <a:gd name="connsiteX1" fmla="*/ 61183 w 122366"/>
                    <a:gd name="connsiteY1" fmla="*/ 122366 h 122366"/>
                    <a:gd name="connsiteX2" fmla="*/ 0 w 122366"/>
                    <a:gd name="connsiteY2" fmla="*/ 61183 h 122366"/>
                    <a:gd name="connsiteX3" fmla="*/ 61183 w 122366"/>
                    <a:gd name="connsiteY3" fmla="*/ 0 h 122366"/>
                    <a:gd name="connsiteX4" fmla="*/ 122366 w 122366"/>
                    <a:gd name="connsiteY4" fmla="*/ 61183 h 1223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6" h="122366">
                      <a:moveTo>
                        <a:pt x="122366" y="61183"/>
                      </a:moveTo>
                      <a:cubicBezTo>
                        <a:pt x="122366" y="94974"/>
                        <a:pt x="94974" y="122366"/>
                        <a:pt x="61183" y="122366"/>
                      </a:cubicBezTo>
                      <a:cubicBezTo>
                        <a:pt x="27392" y="122366"/>
                        <a:pt x="0" y="94974"/>
                        <a:pt x="0" y="61183"/>
                      </a:cubicBezTo>
                      <a:cubicBezTo>
                        <a:pt x="0" y="27393"/>
                        <a:pt x="27392" y="0"/>
                        <a:pt x="61183" y="0"/>
                      </a:cubicBezTo>
                      <a:cubicBezTo>
                        <a:pt x="94974" y="0"/>
                        <a:pt x="122366" y="27393"/>
                        <a:pt x="122366" y="61183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23" name="任意多边形: 形状 122">
                  <a:extLst>
                    <a:ext uri="{FF2B5EF4-FFF2-40B4-BE49-F238E27FC236}">
                      <a16:creationId xmlns:a16="http://schemas.microsoft.com/office/drawing/2014/main" id="{CA529A29-F79A-699F-1E92-E7CC58A498A4}"/>
                    </a:ext>
                  </a:extLst>
                </p:cNvPr>
                <p:cNvSpPr/>
                <p:nvPr/>
              </p:nvSpPr>
              <p:spPr>
                <a:xfrm rot="-4952159">
                  <a:off x="8322502" y="2579532"/>
                  <a:ext cx="122361" cy="122361"/>
                </a:xfrm>
                <a:custGeom>
                  <a:avLst/>
                  <a:gdLst>
                    <a:gd name="connsiteX0" fmla="*/ 122361 w 122361"/>
                    <a:gd name="connsiteY0" fmla="*/ 61181 h 122361"/>
                    <a:gd name="connsiteX1" fmla="*/ 61181 w 122361"/>
                    <a:gd name="connsiteY1" fmla="*/ 122361 h 122361"/>
                    <a:gd name="connsiteX2" fmla="*/ 0 w 122361"/>
                    <a:gd name="connsiteY2" fmla="*/ 61181 h 122361"/>
                    <a:gd name="connsiteX3" fmla="*/ 61181 w 122361"/>
                    <a:gd name="connsiteY3" fmla="*/ 0 h 122361"/>
                    <a:gd name="connsiteX4" fmla="*/ 122361 w 122361"/>
                    <a:gd name="connsiteY4" fmla="*/ 61181 h 1223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1" h="122361">
                      <a:moveTo>
                        <a:pt x="122361" y="61181"/>
                      </a:moveTo>
                      <a:cubicBezTo>
                        <a:pt x="122361" y="94970"/>
                        <a:pt x="94970" y="122361"/>
                        <a:pt x="61181" y="122361"/>
                      </a:cubicBezTo>
                      <a:cubicBezTo>
                        <a:pt x="27391" y="122361"/>
                        <a:pt x="0" y="94970"/>
                        <a:pt x="0" y="61181"/>
                      </a:cubicBezTo>
                      <a:cubicBezTo>
                        <a:pt x="0" y="27392"/>
                        <a:pt x="27391" y="0"/>
                        <a:pt x="61181" y="0"/>
                      </a:cubicBezTo>
                      <a:cubicBezTo>
                        <a:pt x="94970" y="0"/>
                        <a:pt x="122361" y="27392"/>
                        <a:pt x="122361" y="61181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24" name="任意多边形: 形状 123">
                  <a:extLst>
                    <a:ext uri="{FF2B5EF4-FFF2-40B4-BE49-F238E27FC236}">
                      <a16:creationId xmlns:a16="http://schemas.microsoft.com/office/drawing/2014/main" id="{E3B8A1E2-30BE-0ADE-9855-A7953C4F0222}"/>
                    </a:ext>
                  </a:extLst>
                </p:cNvPr>
                <p:cNvSpPr/>
                <p:nvPr/>
              </p:nvSpPr>
              <p:spPr>
                <a:xfrm rot="-4846898">
                  <a:off x="8571353" y="2579271"/>
                  <a:ext cx="122366" cy="122366"/>
                </a:xfrm>
                <a:custGeom>
                  <a:avLst/>
                  <a:gdLst>
                    <a:gd name="connsiteX0" fmla="*/ 122367 w 122366"/>
                    <a:gd name="connsiteY0" fmla="*/ 61183 h 122366"/>
                    <a:gd name="connsiteX1" fmla="*/ 61183 w 122366"/>
                    <a:gd name="connsiteY1" fmla="*/ 122366 h 122366"/>
                    <a:gd name="connsiteX2" fmla="*/ 0 w 122366"/>
                    <a:gd name="connsiteY2" fmla="*/ 61183 h 122366"/>
                    <a:gd name="connsiteX3" fmla="*/ 61183 w 122366"/>
                    <a:gd name="connsiteY3" fmla="*/ 0 h 122366"/>
                    <a:gd name="connsiteX4" fmla="*/ 122367 w 122366"/>
                    <a:gd name="connsiteY4" fmla="*/ 61183 h 1223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6" h="122366">
                      <a:moveTo>
                        <a:pt x="122367" y="61183"/>
                      </a:moveTo>
                      <a:cubicBezTo>
                        <a:pt x="122367" y="94974"/>
                        <a:pt x="94974" y="122366"/>
                        <a:pt x="61183" y="122366"/>
                      </a:cubicBezTo>
                      <a:cubicBezTo>
                        <a:pt x="27393" y="122366"/>
                        <a:pt x="0" y="94974"/>
                        <a:pt x="0" y="61183"/>
                      </a:cubicBezTo>
                      <a:cubicBezTo>
                        <a:pt x="0" y="27393"/>
                        <a:pt x="27393" y="0"/>
                        <a:pt x="61183" y="0"/>
                      </a:cubicBezTo>
                      <a:cubicBezTo>
                        <a:pt x="94974" y="0"/>
                        <a:pt x="122367" y="27393"/>
                        <a:pt x="122367" y="61183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63" name="任意多边形: 形状 62">
                <a:extLst>
                  <a:ext uri="{FF2B5EF4-FFF2-40B4-BE49-F238E27FC236}">
                    <a16:creationId xmlns:a16="http://schemas.microsoft.com/office/drawing/2014/main" id="{D954C173-0D2A-5800-4CB7-9A3EB30EBB19}"/>
                  </a:ext>
                </a:extLst>
              </p:cNvPr>
              <p:cNvSpPr/>
              <p:nvPr/>
            </p:nvSpPr>
            <p:spPr>
              <a:xfrm rot="16200000">
                <a:off x="6314061" y="1523845"/>
                <a:ext cx="865555" cy="865555"/>
              </a:xfrm>
              <a:custGeom>
                <a:avLst/>
                <a:gdLst>
                  <a:gd name="connsiteX0" fmla="*/ 0 w 865555"/>
                  <a:gd name="connsiteY0" fmla="*/ 865549 h 865555"/>
                  <a:gd name="connsiteX1" fmla="*/ 0 w 865555"/>
                  <a:gd name="connsiteY1" fmla="*/ 0 h 865555"/>
                  <a:gd name="connsiteX2" fmla="*/ 865556 w 865555"/>
                  <a:gd name="connsiteY2" fmla="*/ 0 h 865555"/>
                  <a:gd name="connsiteX3" fmla="*/ 865556 w 865555"/>
                  <a:gd name="connsiteY3" fmla="*/ 377673 h 865555"/>
                  <a:gd name="connsiteX4" fmla="*/ 377672 w 865555"/>
                  <a:gd name="connsiteY4" fmla="*/ 865556 h 865555"/>
                  <a:gd name="connsiteX5" fmla="*/ 0 w 865555"/>
                  <a:gd name="connsiteY5" fmla="*/ 865556 h 865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65555" h="865555">
                    <a:moveTo>
                      <a:pt x="0" y="865549"/>
                    </a:moveTo>
                    <a:lnTo>
                      <a:pt x="0" y="0"/>
                    </a:lnTo>
                    <a:lnTo>
                      <a:pt x="865556" y="0"/>
                    </a:lnTo>
                    <a:lnTo>
                      <a:pt x="865556" y="377673"/>
                    </a:lnTo>
                    <a:cubicBezTo>
                      <a:pt x="865556" y="647122"/>
                      <a:pt x="647122" y="865556"/>
                      <a:pt x="377672" y="865556"/>
                    </a:cubicBezTo>
                    <a:lnTo>
                      <a:pt x="0" y="865556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7" name="任意多边形: 形状 66">
                <a:extLst>
                  <a:ext uri="{FF2B5EF4-FFF2-40B4-BE49-F238E27FC236}">
                    <a16:creationId xmlns:a16="http://schemas.microsoft.com/office/drawing/2014/main" id="{CF81C303-51B1-49C6-469D-DF10A3860E49}"/>
                  </a:ext>
                </a:extLst>
              </p:cNvPr>
              <p:cNvSpPr/>
              <p:nvPr/>
            </p:nvSpPr>
            <p:spPr>
              <a:xfrm rot="16200000">
                <a:off x="6710564" y="362686"/>
                <a:ext cx="376428" cy="482695"/>
              </a:xfrm>
              <a:custGeom>
                <a:avLst/>
                <a:gdLst>
                  <a:gd name="connsiteX0" fmla="*/ 0 w 376428"/>
                  <a:gd name="connsiteY0" fmla="*/ 0 h 482695"/>
                  <a:gd name="connsiteX1" fmla="*/ 376428 w 376428"/>
                  <a:gd name="connsiteY1" fmla="*/ 234188 h 482695"/>
                  <a:gd name="connsiteX2" fmla="*/ 0 w 376428"/>
                  <a:gd name="connsiteY2" fmla="*/ 482695 h 482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6428" h="482695">
                    <a:moveTo>
                      <a:pt x="0" y="0"/>
                    </a:moveTo>
                    <a:lnTo>
                      <a:pt x="376428" y="234188"/>
                    </a:lnTo>
                    <a:lnTo>
                      <a:pt x="0" y="482695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8" name="任意多边形: 形状 67">
                <a:extLst>
                  <a:ext uri="{FF2B5EF4-FFF2-40B4-BE49-F238E27FC236}">
                    <a16:creationId xmlns:a16="http://schemas.microsoft.com/office/drawing/2014/main" id="{7E56F913-CFAA-04CB-7913-4EF863D3A49A}"/>
                  </a:ext>
                </a:extLst>
              </p:cNvPr>
              <p:cNvSpPr/>
              <p:nvPr/>
            </p:nvSpPr>
            <p:spPr>
              <a:xfrm rot="16200000">
                <a:off x="6710564" y="47269"/>
                <a:ext cx="376428" cy="482695"/>
              </a:xfrm>
              <a:custGeom>
                <a:avLst/>
                <a:gdLst>
                  <a:gd name="connsiteX0" fmla="*/ 0 w 376428"/>
                  <a:gd name="connsiteY0" fmla="*/ 0 h 482695"/>
                  <a:gd name="connsiteX1" fmla="*/ 376428 w 376428"/>
                  <a:gd name="connsiteY1" fmla="*/ 234188 h 482695"/>
                  <a:gd name="connsiteX2" fmla="*/ 0 w 376428"/>
                  <a:gd name="connsiteY2" fmla="*/ 482695 h 482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6428" h="482695">
                    <a:moveTo>
                      <a:pt x="0" y="0"/>
                    </a:moveTo>
                    <a:lnTo>
                      <a:pt x="376428" y="234188"/>
                    </a:lnTo>
                    <a:lnTo>
                      <a:pt x="0" y="482695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70" name="图形 8">
                <a:extLst>
                  <a:ext uri="{FF2B5EF4-FFF2-40B4-BE49-F238E27FC236}">
                    <a16:creationId xmlns:a16="http://schemas.microsoft.com/office/drawing/2014/main" id="{3660AF75-08F0-27CD-024A-CC910A6A3005}"/>
                  </a:ext>
                </a:extLst>
              </p:cNvPr>
              <p:cNvGrpSpPr/>
              <p:nvPr/>
            </p:nvGrpSpPr>
            <p:grpSpPr>
              <a:xfrm rot="16200000">
                <a:off x="11159139" y="1253394"/>
                <a:ext cx="1208735" cy="1098403"/>
                <a:chOff x="6944779" y="5364041"/>
                <a:chExt cx="1208735" cy="1098403"/>
              </a:xfrm>
            </p:grpSpPr>
            <p:sp>
              <p:nvSpPr>
                <p:cNvPr id="75" name="任意多边形: 形状 74">
                  <a:extLst>
                    <a:ext uri="{FF2B5EF4-FFF2-40B4-BE49-F238E27FC236}">
                      <a16:creationId xmlns:a16="http://schemas.microsoft.com/office/drawing/2014/main" id="{0A385043-36F0-7181-4062-B8304FD1D7FD}"/>
                    </a:ext>
                  </a:extLst>
                </p:cNvPr>
                <p:cNvSpPr/>
                <p:nvPr/>
              </p:nvSpPr>
              <p:spPr>
                <a:xfrm>
                  <a:off x="6944785" y="5913386"/>
                  <a:ext cx="1208728" cy="6350"/>
                </a:xfrm>
                <a:custGeom>
                  <a:avLst/>
                  <a:gdLst>
                    <a:gd name="connsiteX0" fmla="*/ 1208729 w 1208728"/>
                    <a:gd name="connsiteY0" fmla="*/ 0 h 6350"/>
                    <a:gd name="connsiteX1" fmla="*/ 0 w 1208728"/>
                    <a:gd name="connsiteY1" fmla="*/ 0 h 6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8" h="6350">
                      <a:moveTo>
                        <a:pt x="1208729" y="0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6" name="任意多边形: 形状 75">
                  <a:extLst>
                    <a:ext uri="{FF2B5EF4-FFF2-40B4-BE49-F238E27FC236}">
                      <a16:creationId xmlns:a16="http://schemas.microsoft.com/office/drawing/2014/main" id="{41BECAA5-3FE9-AFD2-96D0-22DEAB55AEC6}"/>
                    </a:ext>
                  </a:extLst>
                </p:cNvPr>
                <p:cNvSpPr/>
                <p:nvPr/>
              </p:nvSpPr>
              <p:spPr>
                <a:xfrm>
                  <a:off x="6944785" y="5776106"/>
                  <a:ext cx="1208728" cy="6350"/>
                </a:xfrm>
                <a:custGeom>
                  <a:avLst/>
                  <a:gdLst>
                    <a:gd name="connsiteX0" fmla="*/ 1208729 w 1208728"/>
                    <a:gd name="connsiteY0" fmla="*/ 0 h 6350"/>
                    <a:gd name="connsiteX1" fmla="*/ 0 w 1208728"/>
                    <a:gd name="connsiteY1" fmla="*/ 0 h 6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8" h="6350">
                      <a:moveTo>
                        <a:pt x="1208729" y="0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7" name="任意多边形: 形状 76">
                  <a:extLst>
                    <a:ext uri="{FF2B5EF4-FFF2-40B4-BE49-F238E27FC236}">
                      <a16:creationId xmlns:a16="http://schemas.microsoft.com/office/drawing/2014/main" id="{95A04694-6457-616F-5A3A-AC7093AC32C8}"/>
                    </a:ext>
                  </a:extLst>
                </p:cNvPr>
                <p:cNvSpPr/>
                <p:nvPr/>
              </p:nvSpPr>
              <p:spPr>
                <a:xfrm>
                  <a:off x="6944785" y="5638907"/>
                  <a:ext cx="1208728" cy="6"/>
                </a:xfrm>
                <a:custGeom>
                  <a:avLst/>
                  <a:gdLst>
                    <a:gd name="connsiteX0" fmla="*/ 1208729 w 1208728"/>
                    <a:gd name="connsiteY0" fmla="*/ 6 h 6"/>
                    <a:gd name="connsiteX1" fmla="*/ 0 w 1208728"/>
                    <a:gd name="connsiteY1" fmla="*/ 0 h 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8" h="6">
                      <a:moveTo>
                        <a:pt x="1208729" y="6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8" name="任意多边形: 形状 77">
                  <a:extLst>
                    <a:ext uri="{FF2B5EF4-FFF2-40B4-BE49-F238E27FC236}">
                      <a16:creationId xmlns:a16="http://schemas.microsoft.com/office/drawing/2014/main" id="{92850DDD-DFCC-CD5D-154F-AA97F31EA243}"/>
                    </a:ext>
                  </a:extLst>
                </p:cNvPr>
                <p:cNvSpPr/>
                <p:nvPr/>
              </p:nvSpPr>
              <p:spPr>
                <a:xfrm>
                  <a:off x="6944785" y="5501525"/>
                  <a:ext cx="1208728" cy="6350"/>
                </a:xfrm>
                <a:custGeom>
                  <a:avLst/>
                  <a:gdLst>
                    <a:gd name="connsiteX0" fmla="*/ 1208729 w 1208728"/>
                    <a:gd name="connsiteY0" fmla="*/ 0 h 6350"/>
                    <a:gd name="connsiteX1" fmla="*/ 0 w 1208728"/>
                    <a:gd name="connsiteY1" fmla="*/ 0 h 6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8" h="6350">
                      <a:moveTo>
                        <a:pt x="1208729" y="0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9" name="任意多边形: 形状 78">
                  <a:extLst>
                    <a:ext uri="{FF2B5EF4-FFF2-40B4-BE49-F238E27FC236}">
                      <a16:creationId xmlns:a16="http://schemas.microsoft.com/office/drawing/2014/main" id="{65189094-F802-4066-541F-09C9E7118066}"/>
                    </a:ext>
                  </a:extLst>
                </p:cNvPr>
                <p:cNvSpPr/>
                <p:nvPr/>
              </p:nvSpPr>
              <p:spPr>
                <a:xfrm>
                  <a:off x="6944785" y="5364041"/>
                  <a:ext cx="1208728" cy="6"/>
                </a:xfrm>
                <a:custGeom>
                  <a:avLst/>
                  <a:gdLst>
                    <a:gd name="connsiteX0" fmla="*/ 1208729 w 1208728"/>
                    <a:gd name="connsiteY0" fmla="*/ 6 h 6"/>
                    <a:gd name="connsiteX1" fmla="*/ 0 w 1208728"/>
                    <a:gd name="connsiteY1" fmla="*/ 0 h 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8" h="6">
                      <a:moveTo>
                        <a:pt x="1208729" y="6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0" name="任意多边形: 形状 79">
                  <a:extLst>
                    <a:ext uri="{FF2B5EF4-FFF2-40B4-BE49-F238E27FC236}">
                      <a16:creationId xmlns:a16="http://schemas.microsoft.com/office/drawing/2014/main" id="{80D1F5BA-59E7-CC08-0B90-9A2F5E42640F}"/>
                    </a:ext>
                  </a:extLst>
                </p:cNvPr>
                <p:cNvSpPr/>
                <p:nvPr/>
              </p:nvSpPr>
              <p:spPr>
                <a:xfrm>
                  <a:off x="6944779" y="6462445"/>
                  <a:ext cx="1208728" cy="6350"/>
                </a:xfrm>
                <a:custGeom>
                  <a:avLst/>
                  <a:gdLst>
                    <a:gd name="connsiteX0" fmla="*/ 1208729 w 1208728"/>
                    <a:gd name="connsiteY0" fmla="*/ 0 h 6350"/>
                    <a:gd name="connsiteX1" fmla="*/ 0 w 1208728"/>
                    <a:gd name="connsiteY1" fmla="*/ 0 h 6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8" h="6350">
                      <a:moveTo>
                        <a:pt x="1208729" y="0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1" name="任意多边形: 形状 80">
                  <a:extLst>
                    <a:ext uri="{FF2B5EF4-FFF2-40B4-BE49-F238E27FC236}">
                      <a16:creationId xmlns:a16="http://schemas.microsoft.com/office/drawing/2014/main" id="{8C7A4D1C-45C7-5CB9-1D89-1F003066820C}"/>
                    </a:ext>
                  </a:extLst>
                </p:cNvPr>
                <p:cNvSpPr/>
                <p:nvPr/>
              </p:nvSpPr>
              <p:spPr>
                <a:xfrm>
                  <a:off x="6944785" y="6325165"/>
                  <a:ext cx="1208722" cy="6350"/>
                </a:xfrm>
                <a:custGeom>
                  <a:avLst/>
                  <a:gdLst>
                    <a:gd name="connsiteX0" fmla="*/ 1208722 w 1208722"/>
                    <a:gd name="connsiteY0" fmla="*/ 0 h 6350"/>
                    <a:gd name="connsiteX1" fmla="*/ 0 w 1208722"/>
                    <a:gd name="connsiteY1" fmla="*/ 0 h 6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2" h="6350">
                      <a:moveTo>
                        <a:pt x="1208722" y="0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2" name="任意多边形: 形状 81">
                  <a:extLst>
                    <a:ext uri="{FF2B5EF4-FFF2-40B4-BE49-F238E27FC236}">
                      <a16:creationId xmlns:a16="http://schemas.microsoft.com/office/drawing/2014/main" id="{18CE4DF8-5B9F-F13B-54F6-37F4730E1370}"/>
                    </a:ext>
                  </a:extLst>
                </p:cNvPr>
                <p:cNvSpPr/>
                <p:nvPr/>
              </p:nvSpPr>
              <p:spPr>
                <a:xfrm>
                  <a:off x="6944785" y="6187967"/>
                  <a:ext cx="1208722" cy="6"/>
                </a:xfrm>
                <a:custGeom>
                  <a:avLst/>
                  <a:gdLst>
                    <a:gd name="connsiteX0" fmla="*/ 1208722 w 1208722"/>
                    <a:gd name="connsiteY0" fmla="*/ 6 h 6"/>
                    <a:gd name="connsiteX1" fmla="*/ 0 w 1208722"/>
                    <a:gd name="connsiteY1" fmla="*/ 0 h 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2" h="6">
                      <a:moveTo>
                        <a:pt x="1208722" y="6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3" name="任意多边形: 形状 82">
                  <a:extLst>
                    <a:ext uri="{FF2B5EF4-FFF2-40B4-BE49-F238E27FC236}">
                      <a16:creationId xmlns:a16="http://schemas.microsoft.com/office/drawing/2014/main" id="{5D6291B5-ED06-D2C5-4064-D646F060DA14}"/>
                    </a:ext>
                  </a:extLst>
                </p:cNvPr>
                <p:cNvSpPr/>
                <p:nvPr/>
              </p:nvSpPr>
              <p:spPr>
                <a:xfrm>
                  <a:off x="6944785" y="6050578"/>
                  <a:ext cx="1208722" cy="6"/>
                </a:xfrm>
                <a:custGeom>
                  <a:avLst/>
                  <a:gdLst>
                    <a:gd name="connsiteX0" fmla="*/ 1208722 w 1208722"/>
                    <a:gd name="connsiteY0" fmla="*/ 6 h 6"/>
                    <a:gd name="connsiteX1" fmla="*/ 0 w 1208722"/>
                    <a:gd name="connsiteY1" fmla="*/ 0 h 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2" h="6">
                      <a:moveTo>
                        <a:pt x="1208722" y="6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72" name="任意多边形: 形状 71">
                <a:extLst>
                  <a:ext uri="{FF2B5EF4-FFF2-40B4-BE49-F238E27FC236}">
                    <a16:creationId xmlns:a16="http://schemas.microsoft.com/office/drawing/2014/main" id="{D45E8FFA-C596-2C32-F085-F251F397D3D0}"/>
                  </a:ext>
                </a:extLst>
              </p:cNvPr>
              <p:cNvSpPr/>
              <p:nvPr/>
            </p:nvSpPr>
            <p:spPr>
              <a:xfrm rot="16200000">
                <a:off x="7635762" y="1609602"/>
                <a:ext cx="970114" cy="141401"/>
              </a:xfrm>
              <a:custGeom>
                <a:avLst/>
                <a:gdLst>
                  <a:gd name="connsiteX0" fmla="*/ 0 w 970114"/>
                  <a:gd name="connsiteY0" fmla="*/ 0 h 141401"/>
                  <a:gd name="connsiteX1" fmla="*/ 970115 w 970114"/>
                  <a:gd name="connsiteY1" fmla="*/ 0 h 141401"/>
                  <a:gd name="connsiteX2" fmla="*/ 970115 w 970114"/>
                  <a:gd name="connsiteY2" fmla="*/ 141402 h 141401"/>
                  <a:gd name="connsiteX3" fmla="*/ 0 w 970114"/>
                  <a:gd name="connsiteY3" fmla="*/ 141402 h 141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0114" h="141401">
                    <a:moveTo>
                      <a:pt x="0" y="0"/>
                    </a:moveTo>
                    <a:lnTo>
                      <a:pt x="970115" y="0"/>
                    </a:lnTo>
                    <a:lnTo>
                      <a:pt x="970115" y="141402"/>
                    </a:lnTo>
                    <a:lnTo>
                      <a:pt x="0" y="141402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3" name="任意多边形: 形状 72">
                <a:extLst>
                  <a:ext uri="{FF2B5EF4-FFF2-40B4-BE49-F238E27FC236}">
                    <a16:creationId xmlns:a16="http://schemas.microsoft.com/office/drawing/2014/main" id="{61C14420-CB5E-FBF7-A4F9-C2762C43E362}"/>
                  </a:ext>
                </a:extLst>
              </p:cNvPr>
              <p:cNvSpPr/>
              <p:nvPr/>
            </p:nvSpPr>
            <p:spPr>
              <a:xfrm rot="16200000">
                <a:off x="7851222" y="1718050"/>
                <a:ext cx="1187011" cy="141401"/>
              </a:xfrm>
              <a:custGeom>
                <a:avLst/>
                <a:gdLst>
                  <a:gd name="connsiteX0" fmla="*/ 0 w 1187011"/>
                  <a:gd name="connsiteY0" fmla="*/ 0 h 141401"/>
                  <a:gd name="connsiteX1" fmla="*/ 1187012 w 1187011"/>
                  <a:gd name="connsiteY1" fmla="*/ 0 h 141401"/>
                  <a:gd name="connsiteX2" fmla="*/ 1187012 w 1187011"/>
                  <a:gd name="connsiteY2" fmla="*/ 141402 h 141401"/>
                  <a:gd name="connsiteX3" fmla="*/ 0 w 1187011"/>
                  <a:gd name="connsiteY3" fmla="*/ 141402 h 141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7011" h="141401">
                    <a:moveTo>
                      <a:pt x="0" y="0"/>
                    </a:moveTo>
                    <a:lnTo>
                      <a:pt x="1187012" y="0"/>
                    </a:lnTo>
                    <a:lnTo>
                      <a:pt x="1187012" y="141402"/>
                    </a:lnTo>
                    <a:lnTo>
                      <a:pt x="0" y="141402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4" name="任意多边形: 形状 73">
                <a:extLst>
                  <a:ext uri="{FF2B5EF4-FFF2-40B4-BE49-F238E27FC236}">
                    <a16:creationId xmlns:a16="http://schemas.microsoft.com/office/drawing/2014/main" id="{006D8E32-DA68-3AE0-734B-D5ACC069CD6C}"/>
                  </a:ext>
                </a:extLst>
              </p:cNvPr>
              <p:cNvSpPr/>
              <p:nvPr/>
            </p:nvSpPr>
            <p:spPr>
              <a:xfrm rot="16200000">
                <a:off x="7422980" y="1492228"/>
                <a:ext cx="735368" cy="141401"/>
              </a:xfrm>
              <a:custGeom>
                <a:avLst/>
                <a:gdLst>
                  <a:gd name="connsiteX0" fmla="*/ 0 w 735368"/>
                  <a:gd name="connsiteY0" fmla="*/ 0 h 141401"/>
                  <a:gd name="connsiteX1" fmla="*/ 735368 w 735368"/>
                  <a:gd name="connsiteY1" fmla="*/ 0 h 141401"/>
                  <a:gd name="connsiteX2" fmla="*/ 735368 w 735368"/>
                  <a:gd name="connsiteY2" fmla="*/ 141402 h 141401"/>
                  <a:gd name="connsiteX3" fmla="*/ 0 w 735368"/>
                  <a:gd name="connsiteY3" fmla="*/ 141402 h 141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5368" h="141401">
                    <a:moveTo>
                      <a:pt x="0" y="0"/>
                    </a:moveTo>
                    <a:lnTo>
                      <a:pt x="735368" y="0"/>
                    </a:lnTo>
                    <a:lnTo>
                      <a:pt x="735368" y="141402"/>
                    </a:lnTo>
                    <a:lnTo>
                      <a:pt x="0" y="141402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DC4DD7E1-367C-9C7B-DC16-E228B50517DA}"/>
              </a:ext>
            </a:extLst>
          </p:cNvPr>
          <p:cNvSpPr/>
          <p:nvPr userDrawn="1"/>
        </p:nvSpPr>
        <p:spPr>
          <a:xfrm>
            <a:off x="-6344" y="0"/>
            <a:ext cx="12191988" cy="24033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016aed74-051e-4c15-b8e4-51c826cbacbf"/>
          <p:cNvSpPr>
            <a:spLocks noGrp="1"/>
          </p:cNvSpPr>
          <p:nvPr userDrawn="1">
            <p:ph type="title" hasCustomPrompt="1"/>
          </p:nvPr>
        </p:nvSpPr>
        <p:spPr>
          <a:xfrm>
            <a:off x="660400" y="1885041"/>
            <a:ext cx="10858500" cy="1400429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4800"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 userDrawn="1">
            <p:ph type="body" sz="quarter" idx="1" hasCustomPrompt="1"/>
          </p:nvPr>
        </p:nvSpPr>
        <p:spPr>
          <a:xfrm>
            <a:off x="660400" y="3285470"/>
            <a:ext cx="10858500" cy="82229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120000"/>
              </a:lnSpc>
              <a:buFont typeface="+mj-lt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2025/7/7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16="http://schemas.microsoft.com/office/drawing/2014/main"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A3D3F902-2C9C-38E2-BC1B-C729A0060CD0}"/>
              </a:ext>
            </a:extLst>
          </p:cNvPr>
          <p:cNvGrpSpPr/>
          <p:nvPr userDrawn="1"/>
        </p:nvGrpSpPr>
        <p:grpSpPr>
          <a:xfrm>
            <a:off x="1" y="453428"/>
            <a:ext cx="12191988" cy="6404572"/>
            <a:chOff x="1" y="453428"/>
            <a:chExt cx="12191988" cy="6404572"/>
          </a:xfrm>
        </p:grpSpPr>
        <p:sp>
          <p:nvSpPr>
            <p:cNvPr id="143" name="矩形 142">
              <a:extLst>
                <a:ext uri="{FF2B5EF4-FFF2-40B4-BE49-F238E27FC236}">
                  <a16:creationId xmlns:a16="http://schemas.microsoft.com/office/drawing/2014/main" id="{1C25A4E8-D4DB-B377-7F09-E0A81CD1530E}"/>
                </a:ext>
              </a:extLst>
            </p:cNvPr>
            <p:cNvSpPr/>
            <p:nvPr userDrawn="1"/>
          </p:nvSpPr>
          <p:spPr>
            <a:xfrm>
              <a:off x="1" y="5507875"/>
              <a:ext cx="12191988" cy="13501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44" name="图形 8">
              <a:extLst>
                <a:ext uri="{FF2B5EF4-FFF2-40B4-BE49-F238E27FC236}">
                  <a16:creationId xmlns:a16="http://schemas.microsoft.com/office/drawing/2014/main" id="{492F050F-C9DF-E33D-E831-0B948C054D5A}"/>
                </a:ext>
              </a:extLst>
            </p:cNvPr>
            <p:cNvGrpSpPr/>
            <p:nvPr userDrawn="1"/>
          </p:nvGrpSpPr>
          <p:grpSpPr>
            <a:xfrm>
              <a:off x="6944779" y="453428"/>
              <a:ext cx="4813928" cy="6009017"/>
              <a:chOff x="6944779" y="453428"/>
              <a:chExt cx="4813928" cy="6009017"/>
            </a:xfrm>
          </p:grpSpPr>
          <p:sp>
            <p:nvSpPr>
              <p:cNvPr id="146" name="任意多边形: 形状 145">
                <a:extLst>
                  <a:ext uri="{FF2B5EF4-FFF2-40B4-BE49-F238E27FC236}">
                    <a16:creationId xmlns:a16="http://schemas.microsoft.com/office/drawing/2014/main" id="{4E2F4DA7-9A98-B9FC-CC6F-FF916733E3BF}"/>
                  </a:ext>
                </a:extLst>
              </p:cNvPr>
              <p:cNvSpPr/>
              <p:nvPr/>
            </p:nvSpPr>
            <p:spPr>
              <a:xfrm rot="-5400000">
                <a:off x="8161471" y="2860456"/>
                <a:ext cx="1195870" cy="1195876"/>
              </a:xfrm>
              <a:custGeom>
                <a:avLst/>
                <a:gdLst>
                  <a:gd name="connsiteX0" fmla="*/ 0 w 1195870"/>
                  <a:gd name="connsiteY0" fmla="*/ 0 h 1195876"/>
                  <a:gd name="connsiteX1" fmla="*/ 1195871 w 1195870"/>
                  <a:gd name="connsiteY1" fmla="*/ 0 h 1195876"/>
                  <a:gd name="connsiteX2" fmla="*/ 1195871 w 1195870"/>
                  <a:gd name="connsiteY2" fmla="*/ 1195877 h 1195876"/>
                  <a:gd name="connsiteX3" fmla="*/ 0 w 1195870"/>
                  <a:gd name="connsiteY3" fmla="*/ 1195877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0" h="1195876">
                    <a:moveTo>
                      <a:pt x="0" y="0"/>
                    </a:moveTo>
                    <a:lnTo>
                      <a:pt x="1195871" y="0"/>
                    </a:lnTo>
                    <a:lnTo>
                      <a:pt x="1195871" y="1195877"/>
                    </a:lnTo>
                    <a:lnTo>
                      <a:pt x="0" y="1195877"/>
                    </a:lnTo>
                    <a:close/>
                  </a:path>
                </a:pathLst>
              </a:custGeom>
              <a:solidFill>
                <a:srgbClr val="DC424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7" name="任意多边形: 形状 146">
                <a:extLst>
                  <a:ext uri="{FF2B5EF4-FFF2-40B4-BE49-F238E27FC236}">
                    <a16:creationId xmlns:a16="http://schemas.microsoft.com/office/drawing/2014/main" id="{B8C8806A-53B1-13E7-DDBE-BEB6076E4B98}"/>
                  </a:ext>
                </a:extLst>
              </p:cNvPr>
              <p:cNvSpPr/>
              <p:nvPr/>
            </p:nvSpPr>
            <p:spPr>
              <a:xfrm rot="-5400000">
                <a:off x="8161465" y="4056325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7 h 1195876"/>
                  <a:gd name="connsiteX3" fmla="*/ 0 w 1195876"/>
                  <a:gd name="connsiteY3" fmla="*/ 1195877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7"/>
                    </a:lnTo>
                    <a:lnTo>
                      <a:pt x="0" y="1195877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8" name="任意多边形: 形状 147">
                <a:extLst>
                  <a:ext uri="{FF2B5EF4-FFF2-40B4-BE49-F238E27FC236}">
                    <a16:creationId xmlns:a16="http://schemas.microsoft.com/office/drawing/2014/main" id="{E838D8C0-2F8E-C268-42A7-D4ACA04B31BE}"/>
                  </a:ext>
                </a:extLst>
              </p:cNvPr>
              <p:cNvSpPr/>
              <p:nvPr/>
            </p:nvSpPr>
            <p:spPr>
              <a:xfrm>
                <a:off x="6962343" y="463797"/>
                <a:ext cx="1195876" cy="1195870"/>
              </a:xfrm>
              <a:custGeom>
                <a:avLst/>
                <a:gdLst>
                  <a:gd name="connsiteX0" fmla="*/ 0 w 1195876"/>
                  <a:gd name="connsiteY0" fmla="*/ 1195870 h 1195870"/>
                  <a:gd name="connsiteX1" fmla="*/ 0 w 1195876"/>
                  <a:gd name="connsiteY1" fmla="*/ 0 h 1195870"/>
                  <a:gd name="connsiteX2" fmla="*/ 1195877 w 1195876"/>
                  <a:gd name="connsiteY2" fmla="*/ 0 h 1195870"/>
                  <a:gd name="connsiteX3" fmla="*/ 1195877 w 1195876"/>
                  <a:gd name="connsiteY3" fmla="*/ 521799 h 1195870"/>
                  <a:gd name="connsiteX4" fmla="*/ 521805 w 1195876"/>
                  <a:gd name="connsiteY4" fmla="*/ 1195870 h 1195870"/>
                  <a:gd name="connsiteX5" fmla="*/ 0 w 1195876"/>
                  <a:gd name="connsiteY5" fmla="*/ 1195870 h 1195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5876" h="1195870">
                    <a:moveTo>
                      <a:pt x="0" y="1195870"/>
                    </a:moveTo>
                    <a:lnTo>
                      <a:pt x="0" y="0"/>
                    </a:lnTo>
                    <a:lnTo>
                      <a:pt x="1195877" y="0"/>
                    </a:lnTo>
                    <a:lnTo>
                      <a:pt x="1195877" y="521799"/>
                    </a:lnTo>
                    <a:cubicBezTo>
                      <a:pt x="1195877" y="894080"/>
                      <a:pt x="894087" y="1195870"/>
                      <a:pt x="521805" y="1195870"/>
                    </a:cubicBezTo>
                    <a:lnTo>
                      <a:pt x="0" y="1195870"/>
                    </a:lnTo>
                    <a:close/>
                  </a:path>
                </a:pathLst>
              </a:custGeom>
              <a:solidFill>
                <a:srgbClr val="EFC590">
                  <a:alpha val="7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9" name="任意多边形: 形状 148">
                <a:extLst>
                  <a:ext uri="{FF2B5EF4-FFF2-40B4-BE49-F238E27FC236}">
                    <a16:creationId xmlns:a16="http://schemas.microsoft.com/office/drawing/2014/main" id="{EA389B77-8B8A-A8EA-EC29-C959EDDAD6CB}"/>
                  </a:ext>
                </a:extLst>
              </p:cNvPr>
              <p:cNvSpPr/>
              <p:nvPr/>
            </p:nvSpPr>
            <p:spPr>
              <a:xfrm rot="-5400000">
                <a:off x="6965583" y="2860458"/>
                <a:ext cx="1195870" cy="1195870"/>
              </a:xfrm>
              <a:custGeom>
                <a:avLst/>
                <a:gdLst>
                  <a:gd name="connsiteX0" fmla="*/ 0 w 1195870"/>
                  <a:gd name="connsiteY0" fmla="*/ 0 h 1195870"/>
                  <a:gd name="connsiteX1" fmla="*/ 1195871 w 1195870"/>
                  <a:gd name="connsiteY1" fmla="*/ 0 h 1195870"/>
                  <a:gd name="connsiteX2" fmla="*/ 1195871 w 1195870"/>
                  <a:gd name="connsiteY2" fmla="*/ 1195870 h 1195870"/>
                  <a:gd name="connsiteX3" fmla="*/ 0 w 1195870"/>
                  <a:gd name="connsiteY3" fmla="*/ 1195870 h 1195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0" h="1195870">
                    <a:moveTo>
                      <a:pt x="0" y="0"/>
                    </a:moveTo>
                    <a:lnTo>
                      <a:pt x="1195871" y="0"/>
                    </a:lnTo>
                    <a:lnTo>
                      <a:pt x="1195871" y="1195870"/>
                    </a:lnTo>
                    <a:lnTo>
                      <a:pt x="0" y="1195870"/>
                    </a:lnTo>
                    <a:close/>
                  </a:path>
                </a:pathLst>
              </a:custGeom>
              <a:solidFill>
                <a:srgbClr val="E9A65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0" name="任意多边形: 形状 149">
                <a:extLst>
                  <a:ext uri="{FF2B5EF4-FFF2-40B4-BE49-F238E27FC236}">
                    <a16:creationId xmlns:a16="http://schemas.microsoft.com/office/drawing/2014/main" id="{5EA757F3-C958-B805-FD5C-904C6829A21B}"/>
                  </a:ext>
                </a:extLst>
              </p:cNvPr>
              <p:cNvSpPr/>
              <p:nvPr/>
            </p:nvSpPr>
            <p:spPr>
              <a:xfrm rot="-5400000">
                <a:off x="6965577" y="4056327"/>
                <a:ext cx="1195876" cy="1195870"/>
              </a:xfrm>
              <a:custGeom>
                <a:avLst/>
                <a:gdLst>
                  <a:gd name="connsiteX0" fmla="*/ 0 w 1195876"/>
                  <a:gd name="connsiteY0" fmla="*/ 0 h 1195870"/>
                  <a:gd name="connsiteX1" fmla="*/ 1195877 w 1195876"/>
                  <a:gd name="connsiteY1" fmla="*/ 0 h 1195870"/>
                  <a:gd name="connsiteX2" fmla="*/ 1195877 w 1195876"/>
                  <a:gd name="connsiteY2" fmla="*/ 1195870 h 1195870"/>
                  <a:gd name="connsiteX3" fmla="*/ 0 w 1195876"/>
                  <a:gd name="connsiteY3" fmla="*/ 1195870 h 1195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0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0"/>
                    </a:lnTo>
                    <a:lnTo>
                      <a:pt x="0" y="1195870"/>
                    </a:lnTo>
                    <a:close/>
                  </a:path>
                </a:pathLst>
              </a:custGeom>
              <a:solidFill>
                <a:srgbClr val="DC424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1" name="任意多边形: 形状 150">
                <a:extLst>
                  <a:ext uri="{FF2B5EF4-FFF2-40B4-BE49-F238E27FC236}">
                    <a16:creationId xmlns:a16="http://schemas.microsoft.com/office/drawing/2014/main" id="{AD19508C-6B45-B56F-E4E1-176C921DA6F0}"/>
                  </a:ext>
                </a:extLst>
              </p:cNvPr>
              <p:cNvSpPr/>
              <p:nvPr/>
            </p:nvSpPr>
            <p:spPr>
              <a:xfrm rot="5400000">
                <a:off x="8158222" y="1659665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6 h 1195876"/>
                  <a:gd name="connsiteX3" fmla="*/ 0 w 1195876"/>
                  <a:gd name="connsiteY3" fmla="*/ 1195876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6"/>
                    </a:lnTo>
                    <a:lnTo>
                      <a:pt x="0" y="1195876"/>
                    </a:lnTo>
                    <a:close/>
                  </a:path>
                </a:pathLst>
              </a:custGeom>
              <a:solidFill>
                <a:srgbClr val="EFC590">
                  <a:alpha val="7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2" name="任意多边形: 形状 151">
                <a:extLst>
                  <a:ext uri="{FF2B5EF4-FFF2-40B4-BE49-F238E27FC236}">
                    <a16:creationId xmlns:a16="http://schemas.microsoft.com/office/drawing/2014/main" id="{C75ECE86-664F-9CB9-F061-0397090244A8}"/>
                  </a:ext>
                </a:extLst>
              </p:cNvPr>
              <p:cNvSpPr/>
              <p:nvPr/>
            </p:nvSpPr>
            <p:spPr>
              <a:xfrm>
                <a:off x="8158226" y="463797"/>
                <a:ext cx="1195876" cy="1195870"/>
              </a:xfrm>
              <a:custGeom>
                <a:avLst/>
                <a:gdLst>
                  <a:gd name="connsiteX0" fmla="*/ 1195877 w 1195876"/>
                  <a:gd name="connsiteY0" fmla="*/ 0 h 1195870"/>
                  <a:gd name="connsiteX1" fmla="*/ 1195877 w 1195876"/>
                  <a:gd name="connsiteY1" fmla="*/ 1195870 h 1195870"/>
                  <a:gd name="connsiteX2" fmla="*/ 0 w 1195876"/>
                  <a:gd name="connsiteY2" fmla="*/ 1195870 h 1195870"/>
                  <a:gd name="connsiteX3" fmla="*/ 0 w 1195876"/>
                  <a:gd name="connsiteY3" fmla="*/ 597935 h 1195870"/>
                  <a:gd name="connsiteX4" fmla="*/ 597935 w 1195876"/>
                  <a:gd name="connsiteY4" fmla="*/ 0 h 1195870"/>
                  <a:gd name="connsiteX5" fmla="*/ 1195877 w 1195876"/>
                  <a:gd name="connsiteY5" fmla="*/ 0 h 1195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5876" h="1195870">
                    <a:moveTo>
                      <a:pt x="1195877" y="0"/>
                    </a:moveTo>
                    <a:lnTo>
                      <a:pt x="1195877" y="1195870"/>
                    </a:lnTo>
                    <a:lnTo>
                      <a:pt x="0" y="1195870"/>
                    </a:lnTo>
                    <a:lnTo>
                      <a:pt x="0" y="597935"/>
                    </a:lnTo>
                    <a:cubicBezTo>
                      <a:pt x="0" y="267703"/>
                      <a:pt x="267703" y="0"/>
                      <a:pt x="597935" y="0"/>
                    </a:cubicBezTo>
                    <a:lnTo>
                      <a:pt x="1195877" y="0"/>
                    </a:lnTo>
                    <a:close/>
                  </a:path>
                </a:pathLst>
              </a:custGeom>
              <a:solidFill>
                <a:srgbClr val="1C1C6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3" name="任意多边形: 形状 152">
                <a:extLst>
                  <a:ext uri="{FF2B5EF4-FFF2-40B4-BE49-F238E27FC236}">
                    <a16:creationId xmlns:a16="http://schemas.microsoft.com/office/drawing/2014/main" id="{6ED2E094-F001-B6F0-D6EB-4BE2C8D0E758}"/>
                  </a:ext>
                </a:extLst>
              </p:cNvPr>
              <p:cNvSpPr/>
              <p:nvPr/>
            </p:nvSpPr>
            <p:spPr>
              <a:xfrm rot="5400000">
                <a:off x="9354092" y="4051258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7 h 1195876"/>
                  <a:gd name="connsiteX3" fmla="*/ 0 w 1195876"/>
                  <a:gd name="connsiteY3" fmla="*/ 1195877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7"/>
                    </a:lnTo>
                    <a:lnTo>
                      <a:pt x="0" y="1195877"/>
                    </a:lnTo>
                    <a:close/>
                  </a:path>
                </a:pathLst>
              </a:custGeom>
              <a:solidFill>
                <a:srgbClr val="DC424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4" name="任意多边形: 形状 153">
                <a:extLst>
                  <a:ext uri="{FF2B5EF4-FFF2-40B4-BE49-F238E27FC236}">
                    <a16:creationId xmlns:a16="http://schemas.microsoft.com/office/drawing/2014/main" id="{1D86B71A-F662-5C51-9F6E-E49BA1B1F28B}"/>
                  </a:ext>
                </a:extLst>
              </p:cNvPr>
              <p:cNvSpPr/>
              <p:nvPr/>
            </p:nvSpPr>
            <p:spPr>
              <a:xfrm rot="5400000">
                <a:off x="9354090" y="1659668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6 h 1195876"/>
                  <a:gd name="connsiteX3" fmla="*/ 0 w 1195876"/>
                  <a:gd name="connsiteY3" fmla="*/ 1195876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6"/>
                    </a:lnTo>
                    <a:lnTo>
                      <a:pt x="0" y="1195876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5" name="任意多边形: 形状 154">
                <a:extLst>
                  <a:ext uri="{FF2B5EF4-FFF2-40B4-BE49-F238E27FC236}">
                    <a16:creationId xmlns:a16="http://schemas.microsoft.com/office/drawing/2014/main" id="{721F70FE-5515-BE79-8239-1125C7A58F73}"/>
                  </a:ext>
                </a:extLst>
              </p:cNvPr>
              <p:cNvSpPr/>
              <p:nvPr/>
            </p:nvSpPr>
            <p:spPr>
              <a:xfrm rot="5400000">
                <a:off x="9354098" y="463791"/>
                <a:ext cx="1195870" cy="1195876"/>
              </a:xfrm>
              <a:custGeom>
                <a:avLst/>
                <a:gdLst>
                  <a:gd name="connsiteX0" fmla="*/ 0 w 1195870"/>
                  <a:gd name="connsiteY0" fmla="*/ 0 h 1195876"/>
                  <a:gd name="connsiteX1" fmla="*/ 1195871 w 1195870"/>
                  <a:gd name="connsiteY1" fmla="*/ 0 h 1195876"/>
                  <a:gd name="connsiteX2" fmla="*/ 1195871 w 1195870"/>
                  <a:gd name="connsiteY2" fmla="*/ 1195876 h 1195876"/>
                  <a:gd name="connsiteX3" fmla="*/ 0 w 1195870"/>
                  <a:gd name="connsiteY3" fmla="*/ 1195876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0" h="1195876">
                    <a:moveTo>
                      <a:pt x="0" y="0"/>
                    </a:moveTo>
                    <a:lnTo>
                      <a:pt x="1195871" y="0"/>
                    </a:lnTo>
                    <a:lnTo>
                      <a:pt x="1195871" y="1195876"/>
                    </a:lnTo>
                    <a:lnTo>
                      <a:pt x="0" y="1195876"/>
                    </a:lnTo>
                    <a:close/>
                  </a:path>
                </a:pathLst>
              </a:custGeom>
              <a:solidFill>
                <a:srgbClr val="EFC590">
                  <a:alpha val="7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6" name="任意多边形: 形状 155">
                <a:extLst>
                  <a:ext uri="{FF2B5EF4-FFF2-40B4-BE49-F238E27FC236}">
                    <a16:creationId xmlns:a16="http://schemas.microsoft.com/office/drawing/2014/main" id="{B7792AF6-C918-3074-F875-E83FC24FAA7F}"/>
                  </a:ext>
                </a:extLst>
              </p:cNvPr>
              <p:cNvSpPr/>
              <p:nvPr/>
            </p:nvSpPr>
            <p:spPr>
              <a:xfrm rot="5400000">
                <a:off x="10546592" y="4051258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7 h 1195876"/>
                  <a:gd name="connsiteX3" fmla="*/ 0 w 1195876"/>
                  <a:gd name="connsiteY3" fmla="*/ 1195877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7"/>
                    </a:lnTo>
                    <a:lnTo>
                      <a:pt x="0" y="1195877"/>
                    </a:lnTo>
                    <a:close/>
                  </a:path>
                </a:pathLst>
              </a:custGeom>
              <a:solidFill>
                <a:srgbClr val="F9ECA4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7" name="任意多边形: 形状 156">
                <a:extLst>
                  <a:ext uri="{FF2B5EF4-FFF2-40B4-BE49-F238E27FC236}">
                    <a16:creationId xmlns:a16="http://schemas.microsoft.com/office/drawing/2014/main" id="{EBE646FF-7F08-F7CB-E334-D2C545B8FEB9}"/>
                  </a:ext>
                </a:extLst>
              </p:cNvPr>
              <p:cNvSpPr/>
              <p:nvPr/>
            </p:nvSpPr>
            <p:spPr>
              <a:xfrm>
                <a:off x="10546594" y="2855379"/>
                <a:ext cx="1195876" cy="1195876"/>
              </a:xfrm>
              <a:custGeom>
                <a:avLst/>
                <a:gdLst>
                  <a:gd name="connsiteX0" fmla="*/ 0 w 1195876"/>
                  <a:gd name="connsiteY0" fmla="*/ 1195876 h 1195876"/>
                  <a:gd name="connsiteX1" fmla="*/ 0 w 1195876"/>
                  <a:gd name="connsiteY1" fmla="*/ 1193940 h 1195876"/>
                  <a:gd name="connsiteX2" fmla="*/ 1193940 w 1195876"/>
                  <a:gd name="connsiteY2" fmla="*/ 0 h 1195876"/>
                  <a:gd name="connsiteX3" fmla="*/ 1195877 w 1195876"/>
                  <a:gd name="connsiteY3" fmla="*/ 0 h 1195876"/>
                  <a:gd name="connsiteX4" fmla="*/ 1195877 w 1195876"/>
                  <a:gd name="connsiteY4" fmla="*/ 1937 h 1195876"/>
                  <a:gd name="connsiteX5" fmla="*/ 1937 w 1195876"/>
                  <a:gd name="connsiteY5" fmla="*/ 1195876 h 1195876"/>
                  <a:gd name="connsiteX6" fmla="*/ 0 w 1195876"/>
                  <a:gd name="connsiteY6" fmla="*/ 1195876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5876" h="1195876">
                    <a:moveTo>
                      <a:pt x="0" y="1195876"/>
                    </a:moveTo>
                    <a:lnTo>
                      <a:pt x="0" y="1193940"/>
                    </a:lnTo>
                    <a:cubicBezTo>
                      <a:pt x="0" y="534549"/>
                      <a:pt x="534543" y="0"/>
                      <a:pt x="1193940" y="0"/>
                    </a:cubicBezTo>
                    <a:lnTo>
                      <a:pt x="1195877" y="0"/>
                    </a:lnTo>
                    <a:lnTo>
                      <a:pt x="1195877" y="1937"/>
                    </a:lnTo>
                    <a:cubicBezTo>
                      <a:pt x="1195877" y="661327"/>
                      <a:pt x="661333" y="1195876"/>
                      <a:pt x="1937" y="1195876"/>
                    </a:cubicBezTo>
                    <a:lnTo>
                      <a:pt x="0" y="1195876"/>
                    </a:lnTo>
                    <a:close/>
                  </a:path>
                </a:pathLst>
              </a:custGeom>
              <a:solidFill>
                <a:srgbClr val="1C1C6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8" name="任意多边形: 形状 157">
                <a:extLst>
                  <a:ext uri="{FF2B5EF4-FFF2-40B4-BE49-F238E27FC236}">
                    <a16:creationId xmlns:a16="http://schemas.microsoft.com/office/drawing/2014/main" id="{8E80014D-1676-E7C9-2A09-EBCBF17D4BC9}"/>
                  </a:ext>
                </a:extLst>
              </p:cNvPr>
              <p:cNvSpPr/>
              <p:nvPr/>
            </p:nvSpPr>
            <p:spPr>
              <a:xfrm rot="5400000">
                <a:off x="10546589" y="1659667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6 h 1195876"/>
                  <a:gd name="connsiteX3" fmla="*/ 0 w 1195876"/>
                  <a:gd name="connsiteY3" fmla="*/ 1195876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6"/>
                    </a:lnTo>
                    <a:lnTo>
                      <a:pt x="0" y="1195876"/>
                    </a:lnTo>
                    <a:close/>
                  </a:path>
                </a:pathLst>
              </a:custGeom>
              <a:solidFill>
                <a:srgbClr val="EFC590">
                  <a:alpha val="7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9" name="任意多边形: 形状 158">
                <a:extLst>
                  <a:ext uri="{FF2B5EF4-FFF2-40B4-BE49-F238E27FC236}">
                    <a16:creationId xmlns:a16="http://schemas.microsoft.com/office/drawing/2014/main" id="{3E1DAB88-F959-8050-F9D0-4B23C679865F}"/>
                  </a:ext>
                </a:extLst>
              </p:cNvPr>
              <p:cNvSpPr/>
              <p:nvPr/>
            </p:nvSpPr>
            <p:spPr>
              <a:xfrm rot="5400000">
                <a:off x="10546596" y="463791"/>
                <a:ext cx="1195870" cy="1195876"/>
              </a:xfrm>
              <a:custGeom>
                <a:avLst/>
                <a:gdLst>
                  <a:gd name="connsiteX0" fmla="*/ 0 w 1195870"/>
                  <a:gd name="connsiteY0" fmla="*/ 0 h 1195876"/>
                  <a:gd name="connsiteX1" fmla="*/ 1195870 w 1195870"/>
                  <a:gd name="connsiteY1" fmla="*/ 0 h 1195876"/>
                  <a:gd name="connsiteX2" fmla="*/ 1195870 w 1195870"/>
                  <a:gd name="connsiteY2" fmla="*/ 1195876 h 1195876"/>
                  <a:gd name="connsiteX3" fmla="*/ 0 w 1195870"/>
                  <a:gd name="connsiteY3" fmla="*/ 1195876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0" h="1195876">
                    <a:moveTo>
                      <a:pt x="0" y="0"/>
                    </a:moveTo>
                    <a:lnTo>
                      <a:pt x="1195870" y="0"/>
                    </a:lnTo>
                    <a:lnTo>
                      <a:pt x="1195870" y="1195876"/>
                    </a:lnTo>
                    <a:lnTo>
                      <a:pt x="0" y="1195876"/>
                    </a:lnTo>
                    <a:close/>
                  </a:path>
                </a:pathLst>
              </a:custGeom>
              <a:solidFill>
                <a:srgbClr val="DC424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0" name="任意多边形: 形状 159">
                <a:extLst>
                  <a:ext uri="{FF2B5EF4-FFF2-40B4-BE49-F238E27FC236}">
                    <a16:creationId xmlns:a16="http://schemas.microsoft.com/office/drawing/2014/main" id="{FC373369-D759-B673-2919-9E6ECB2CE506}"/>
                  </a:ext>
                </a:extLst>
              </p:cNvPr>
              <p:cNvSpPr/>
              <p:nvPr/>
            </p:nvSpPr>
            <p:spPr>
              <a:xfrm>
                <a:off x="6962343" y="5247360"/>
                <a:ext cx="1195870" cy="1195870"/>
              </a:xfrm>
              <a:custGeom>
                <a:avLst/>
                <a:gdLst>
                  <a:gd name="connsiteX0" fmla="*/ 0 w 1195870"/>
                  <a:gd name="connsiteY0" fmla="*/ 0 h 1195870"/>
                  <a:gd name="connsiteX1" fmla="*/ 597935 w 1195870"/>
                  <a:gd name="connsiteY1" fmla="*/ 0 h 1195870"/>
                  <a:gd name="connsiteX2" fmla="*/ 1195870 w 1195870"/>
                  <a:gd name="connsiteY2" fmla="*/ 597935 h 1195870"/>
                  <a:gd name="connsiteX3" fmla="*/ 1195870 w 1195870"/>
                  <a:gd name="connsiteY3" fmla="*/ 597935 h 1195870"/>
                  <a:gd name="connsiteX4" fmla="*/ 597935 w 1195870"/>
                  <a:gd name="connsiteY4" fmla="*/ 1195870 h 1195870"/>
                  <a:gd name="connsiteX5" fmla="*/ 0 w 1195870"/>
                  <a:gd name="connsiteY5" fmla="*/ 1195870 h 1195870"/>
                  <a:gd name="connsiteX6" fmla="*/ 0 w 1195870"/>
                  <a:gd name="connsiteY6" fmla="*/ 0 h 1195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5870" h="1195870">
                    <a:moveTo>
                      <a:pt x="0" y="0"/>
                    </a:moveTo>
                    <a:lnTo>
                      <a:pt x="597935" y="0"/>
                    </a:lnTo>
                    <a:cubicBezTo>
                      <a:pt x="928167" y="0"/>
                      <a:pt x="1195870" y="267703"/>
                      <a:pt x="1195870" y="597935"/>
                    </a:cubicBezTo>
                    <a:lnTo>
                      <a:pt x="1195870" y="597935"/>
                    </a:lnTo>
                    <a:cubicBezTo>
                      <a:pt x="1195870" y="928167"/>
                      <a:pt x="928167" y="1195870"/>
                      <a:pt x="597935" y="1195870"/>
                    </a:cubicBezTo>
                    <a:lnTo>
                      <a:pt x="0" y="11958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9A65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1" name="任意多边形: 形状 160">
                <a:extLst>
                  <a:ext uri="{FF2B5EF4-FFF2-40B4-BE49-F238E27FC236}">
                    <a16:creationId xmlns:a16="http://schemas.microsoft.com/office/drawing/2014/main" id="{BF8992C0-11D2-B1FF-8E78-AD0F8BD8DA27}"/>
                  </a:ext>
                </a:extLst>
              </p:cNvPr>
              <p:cNvSpPr/>
              <p:nvPr/>
            </p:nvSpPr>
            <p:spPr>
              <a:xfrm rot="5400000">
                <a:off x="8158225" y="5247360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7 h 1195876"/>
                  <a:gd name="connsiteX3" fmla="*/ 0 w 1195876"/>
                  <a:gd name="connsiteY3" fmla="*/ 1195877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7"/>
                    </a:lnTo>
                    <a:lnTo>
                      <a:pt x="0" y="1195877"/>
                    </a:lnTo>
                    <a:close/>
                  </a:path>
                </a:pathLst>
              </a:custGeom>
              <a:solidFill>
                <a:srgbClr val="EFC590">
                  <a:alpha val="7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2" name="任意多边形: 形状 161">
                <a:extLst>
                  <a:ext uri="{FF2B5EF4-FFF2-40B4-BE49-F238E27FC236}">
                    <a16:creationId xmlns:a16="http://schemas.microsoft.com/office/drawing/2014/main" id="{9D140950-DE43-4DAD-68DB-29521ED02A21}"/>
                  </a:ext>
                </a:extLst>
              </p:cNvPr>
              <p:cNvSpPr/>
              <p:nvPr/>
            </p:nvSpPr>
            <p:spPr>
              <a:xfrm rot="5400000">
                <a:off x="9354093" y="5247363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7 h 1195876"/>
                  <a:gd name="connsiteX3" fmla="*/ 0 w 1195876"/>
                  <a:gd name="connsiteY3" fmla="*/ 1195877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7"/>
                    </a:lnTo>
                    <a:lnTo>
                      <a:pt x="0" y="1195877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3" name="任意多边形: 形状 162">
                <a:extLst>
                  <a:ext uri="{FF2B5EF4-FFF2-40B4-BE49-F238E27FC236}">
                    <a16:creationId xmlns:a16="http://schemas.microsoft.com/office/drawing/2014/main" id="{531C5987-8B15-1201-348F-2C02759EB10E}"/>
                  </a:ext>
                </a:extLst>
              </p:cNvPr>
              <p:cNvSpPr/>
              <p:nvPr/>
            </p:nvSpPr>
            <p:spPr>
              <a:xfrm rot="5400000">
                <a:off x="10546592" y="5247362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7 h 1195876"/>
                  <a:gd name="connsiteX3" fmla="*/ 0 w 1195876"/>
                  <a:gd name="connsiteY3" fmla="*/ 1195877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7"/>
                    </a:lnTo>
                    <a:lnTo>
                      <a:pt x="0" y="1195877"/>
                    </a:lnTo>
                    <a:close/>
                  </a:path>
                </a:pathLst>
              </a:custGeom>
              <a:solidFill>
                <a:srgbClr val="1C1C6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4" name="任意多边形: 形状 163">
                <a:extLst>
                  <a:ext uri="{FF2B5EF4-FFF2-40B4-BE49-F238E27FC236}">
                    <a16:creationId xmlns:a16="http://schemas.microsoft.com/office/drawing/2014/main" id="{08A44164-BBC7-AABF-49E7-C4977741999D}"/>
                  </a:ext>
                </a:extLst>
              </p:cNvPr>
              <p:cNvSpPr/>
              <p:nvPr/>
            </p:nvSpPr>
            <p:spPr>
              <a:xfrm>
                <a:off x="9794297" y="2200854"/>
                <a:ext cx="754423" cy="662911"/>
              </a:xfrm>
              <a:custGeom>
                <a:avLst/>
                <a:gdLst>
                  <a:gd name="connsiteX0" fmla="*/ 0 w 754423"/>
                  <a:gd name="connsiteY0" fmla="*/ 976 h 662911"/>
                  <a:gd name="connsiteX1" fmla="*/ 754424 w 754423"/>
                  <a:gd name="connsiteY1" fmla="*/ 661935 h 662911"/>
                  <a:gd name="connsiteX2" fmla="*/ 754424 w 754423"/>
                  <a:gd name="connsiteY2" fmla="*/ 661935 h 662911"/>
                  <a:gd name="connsiteX3" fmla="*/ 754424 w 754423"/>
                  <a:gd name="connsiteY3" fmla="*/ 661935 h 662911"/>
                  <a:gd name="connsiteX4" fmla="*/ 0 w 754423"/>
                  <a:gd name="connsiteY4" fmla="*/ 976 h 662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4423" h="662911">
                    <a:moveTo>
                      <a:pt x="0" y="976"/>
                    </a:moveTo>
                    <a:cubicBezTo>
                      <a:pt x="351320" y="-20334"/>
                      <a:pt x="733113" y="310615"/>
                      <a:pt x="754424" y="661935"/>
                    </a:cubicBezTo>
                    <a:lnTo>
                      <a:pt x="754424" y="661935"/>
                    </a:lnTo>
                    <a:lnTo>
                      <a:pt x="754424" y="661935"/>
                    </a:lnTo>
                    <a:cubicBezTo>
                      <a:pt x="403110" y="683246"/>
                      <a:pt x="21310" y="352297"/>
                      <a:pt x="0" y="976"/>
                    </a:cubicBez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5" name="任意多边形: 形状 164">
                <a:extLst>
                  <a:ext uri="{FF2B5EF4-FFF2-40B4-BE49-F238E27FC236}">
                    <a16:creationId xmlns:a16="http://schemas.microsoft.com/office/drawing/2014/main" id="{E6D9AC91-1089-DD3C-9147-263FF3E79367}"/>
                  </a:ext>
                </a:extLst>
              </p:cNvPr>
              <p:cNvSpPr/>
              <p:nvPr/>
            </p:nvSpPr>
            <p:spPr>
              <a:xfrm>
                <a:off x="10549280" y="2200854"/>
                <a:ext cx="754424" cy="662911"/>
              </a:xfrm>
              <a:custGeom>
                <a:avLst/>
                <a:gdLst>
                  <a:gd name="connsiteX0" fmla="*/ 754425 w 754424"/>
                  <a:gd name="connsiteY0" fmla="*/ 976 h 662911"/>
                  <a:gd name="connsiteX1" fmla="*/ 0 w 754424"/>
                  <a:gd name="connsiteY1" fmla="*/ 661935 h 662911"/>
                  <a:gd name="connsiteX2" fmla="*/ 0 w 754424"/>
                  <a:gd name="connsiteY2" fmla="*/ 661935 h 662911"/>
                  <a:gd name="connsiteX3" fmla="*/ 0 w 754424"/>
                  <a:gd name="connsiteY3" fmla="*/ 661935 h 662911"/>
                  <a:gd name="connsiteX4" fmla="*/ 754425 w 754424"/>
                  <a:gd name="connsiteY4" fmla="*/ 976 h 662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4424" h="662911">
                    <a:moveTo>
                      <a:pt x="754425" y="976"/>
                    </a:moveTo>
                    <a:cubicBezTo>
                      <a:pt x="403105" y="-20334"/>
                      <a:pt x="21311" y="310615"/>
                      <a:pt x="0" y="661935"/>
                    </a:cubicBezTo>
                    <a:lnTo>
                      <a:pt x="0" y="661935"/>
                    </a:lnTo>
                    <a:lnTo>
                      <a:pt x="0" y="661935"/>
                    </a:lnTo>
                    <a:cubicBezTo>
                      <a:pt x="351314" y="683246"/>
                      <a:pt x="733114" y="352297"/>
                      <a:pt x="754425" y="976"/>
                    </a:cubicBez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6" name="任意多边形: 形状 165">
                <a:extLst>
                  <a:ext uri="{FF2B5EF4-FFF2-40B4-BE49-F238E27FC236}">
                    <a16:creationId xmlns:a16="http://schemas.microsoft.com/office/drawing/2014/main" id="{B70F4B99-C08F-267E-C66D-88AD90AB0C60}"/>
                  </a:ext>
                </a:extLst>
              </p:cNvPr>
              <p:cNvSpPr/>
              <p:nvPr/>
            </p:nvSpPr>
            <p:spPr>
              <a:xfrm>
                <a:off x="9794297" y="1672737"/>
                <a:ext cx="754423" cy="662910"/>
              </a:xfrm>
              <a:custGeom>
                <a:avLst/>
                <a:gdLst>
                  <a:gd name="connsiteX0" fmla="*/ 0 w 754423"/>
                  <a:gd name="connsiteY0" fmla="*/ 976 h 662910"/>
                  <a:gd name="connsiteX1" fmla="*/ 754424 w 754423"/>
                  <a:gd name="connsiteY1" fmla="*/ 661935 h 662910"/>
                  <a:gd name="connsiteX2" fmla="*/ 754424 w 754423"/>
                  <a:gd name="connsiteY2" fmla="*/ 661935 h 662910"/>
                  <a:gd name="connsiteX3" fmla="*/ 754424 w 754423"/>
                  <a:gd name="connsiteY3" fmla="*/ 661935 h 662910"/>
                  <a:gd name="connsiteX4" fmla="*/ 0 w 754423"/>
                  <a:gd name="connsiteY4" fmla="*/ 976 h 662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4423" h="662910">
                    <a:moveTo>
                      <a:pt x="0" y="976"/>
                    </a:moveTo>
                    <a:cubicBezTo>
                      <a:pt x="351320" y="-20334"/>
                      <a:pt x="733113" y="310615"/>
                      <a:pt x="754424" y="661935"/>
                    </a:cubicBezTo>
                    <a:lnTo>
                      <a:pt x="754424" y="661935"/>
                    </a:lnTo>
                    <a:lnTo>
                      <a:pt x="754424" y="661935"/>
                    </a:lnTo>
                    <a:cubicBezTo>
                      <a:pt x="403110" y="683239"/>
                      <a:pt x="21310" y="352290"/>
                      <a:pt x="0" y="976"/>
                    </a:cubicBez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7" name="任意多边形: 形状 166">
                <a:extLst>
                  <a:ext uri="{FF2B5EF4-FFF2-40B4-BE49-F238E27FC236}">
                    <a16:creationId xmlns:a16="http://schemas.microsoft.com/office/drawing/2014/main" id="{ABF3AB48-C57C-F580-F787-22273B745ED1}"/>
                  </a:ext>
                </a:extLst>
              </p:cNvPr>
              <p:cNvSpPr/>
              <p:nvPr/>
            </p:nvSpPr>
            <p:spPr>
              <a:xfrm>
                <a:off x="10549280" y="1672737"/>
                <a:ext cx="754424" cy="662910"/>
              </a:xfrm>
              <a:custGeom>
                <a:avLst/>
                <a:gdLst>
                  <a:gd name="connsiteX0" fmla="*/ 754425 w 754424"/>
                  <a:gd name="connsiteY0" fmla="*/ 976 h 662910"/>
                  <a:gd name="connsiteX1" fmla="*/ 0 w 754424"/>
                  <a:gd name="connsiteY1" fmla="*/ 661935 h 662910"/>
                  <a:gd name="connsiteX2" fmla="*/ 0 w 754424"/>
                  <a:gd name="connsiteY2" fmla="*/ 661935 h 662910"/>
                  <a:gd name="connsiteX3" fmla="*/ 0 w 754424"/>
                  <a:gd name="connsiteY3" fmla="*/ 661935 h 662910"/>
                  <a:gd name="connsiteX4" fmla="*/ 754425 w 754424"/>
                  <a:gd name="connsiteY4" fmla="*/ 976 h 662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4424" h="662910">
                    <a:moveTo>
                      <a:pt x="754425" y="976"/>
                    </a:moveTo>
                    <a:cubicBezTo>
                      <a:pt x="403105" y="-20334"/>
                      <a:pt x="21311" y="310615"/>
                      <a:pt x="0" y="661935"/>
                    </a:cubicBezTo>
                    <a:lnTo>
                      <a:pt x="0" y="661935"/>
                    </a:lnTo>
                    <a:lnTo>
                      <a:pt x="0" y="661935"/>
                    </a:lnTo>
                    <a:cubicBezTo>
                      <a:pt x="351314" y="683239"/>
                      <a:pt x="733114" y="352290"/>
                      <a:pt x="754425" y="976"/>
                    </a:cubicBez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8" name="任意多边形: 形状 167">
                <a:extLst>
                  <a:ext uri="{FF2B5EF4-FFF2-40B4-BE49-F238E27FC236}">
                    <a16:creationId xmlns:a16="http://schemas.microsoft.com/office/drawing/2014/main" id="{7EF70BF2-9AC8-9B95-377C-865FA294C5B0}"/>
                  </a:ext>
                </a:extLst>
              </p:cNvPr>
              <p:cNvSpPr/>
              <p:nvPr/>
            </p:nvSpPr>
            <p:spPr>
              <a:xfrm>
                <a:off x="8143754" y="5255977"/>
                <a:ext cx="300412" cy="301491"/>
              </a:xfrm>
              <a:custGeom>
                <a:avLst/>
                <a:gdLst>
                  <a:gd name="connsiteX0" fmla="*/ 0 w 300412"/>
                  <a:gd name="connsiteY0" fmla="*/ 0 h 301491"/>
                  <a:gd name="connsiteX1" fmla="*/ 300412 w 300412"/>
                  <a:gd name="connsiteY1" fmla="*/ 0 h 301491"/>
                  <a:gd name="connsiteX2" fmla="*/ 300412 w 300412"/>
                  <a:gd name="connsiteY2" fmla="*/ 301492 h 301491"/>
                  <a:gd name="connsiteX3" fmla="*/ 0 w 300412"/>
                  <a:gd name="connsiteY3" fmla="*/ 301492 h 301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0412" h="301491">
                    <a:moveTo>
                      <a:pt x="0" y="0"/>
                    </a:moveTo>
                    <a:lnTo>
                      <a:pt x="300412" y="0"/>
                    </a:lnTo>
                    <a:lnTo>
                      <a:pt x="300412" y="301492"/>
                    </a:lnTo>
                    <a:lnTo>
                      <a:pt x="0" y="301492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9" name="任意多边形: 形状 168">
                <a:extLst>
                  <a:ext uri="{FF2B5EF4-FFF2-40B4-BE49-F238E27FC236}">
                    <a16:creationId xmlns:a16="http://schemas.microsoft.com/office/drawing/2014/main" id="{C48546ED-4679-6389-5B40-728F94A83447}"/>
                  </a:ext>
                </a:extLst>
              </p:cNvPr>
              <p:cNvSpPr/>
              <p:nvPr/>
            </p:nvSpPr>
            <p:spPr>
              <a:xfrm>
                <a:off x="8444318" y="5553805"/>
                <a:ext cx="300412" cy="301491"/>
              </a:xfrm>
              <a:custGeom>
                <a:avLst/>
                <a:gdLst>
                  <a:gd name="connsiteX0" fmla="*/ 0 w 300412"/>
                  <a:gd name="connsiteY0" fmla="*/ 0 h 301491"/>
                  <a:gd name="connsiteX1" fmla="*/ 300412 w 300412"/>
                  <a:gd name="connsiteY1" fmla="*/ 0 h 301491"/>
                  <a:gd name="connsiteX2" fmla="*/ 300412 w 300412"/>
                  <a:gd name="connsiteY2" fmla="*/ 301492 h 301491"/>
                  <a:gd name="connsiteX3" fmla="*/ 0 w 300412"/>
                  <a:gd name="connsiteY3" fmla="*/ 301492 h 301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0412" h="301491">
                    <a:moveTo>
                      <a:pt x="0" y="0"/>
                    </a:moveTo>
                    <a:lnTo>
                      <a:pt x="300412" y="0"/>
                    </a:lnTo>
                    <a:lnTo>
                      <a:pt x="300412" y="301492"/>
                    </a:lnTo>
                    <a:lnTo>
                      <a:pt x="0" y="301492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0" name="任意多边形: 形状 169">
                <a:extLst>
                  <a:ext uri="{FF2B5EF4-FFF2-40B4-BE49-F238E27FC236}">
                    <a16:creationId xmlns:a16="http://schemas.microsoft.com/office/drawing/2014/main" id="{60E09676-06CC-D704-A357-77BDA442BA5F}"/>
                  </a:ext>
                </a:extLst>
              </p:cNvPr>
              <p:cNvSpPr/>
              <p:nvPr/>
            </p:nvSpPr>
            <p:spPr>
              <a:xfrm>
                <a:off x="8744889" y="5853544"/>
                <a:ext cx="300412" cy="301491"/>
              </a:xfrm>
              <a:custGeom>
                <a:avLst/>
                <a:gdLst>
                  <a:gd name="connsiteX0" fmla="*/ 0 w 300412"/>
                  <a:gd name="connsiteY0" fmla="*/ 0 h 301491"/>
                  <a:gd name="connsiteX1" fmla="*/ 300412 w 300412"/>
                  <a:gd name="connsiteY1" fmla="*/ 0 h 301491"/>
                  <a:gd name="connsiteX2" fmla="*/ 300412 w 300412"/>
                  <a:gd name="connsiteY2" fmla="*/ 301492 h 301491"/>
                  <a:gd name="connsiteX3" fmla="*/ 0 w 300412"/>
                  <a:gd name="connsiteY3" fmla="*/ 301492 h 301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0412" h="301491">
                    <a:moveTo>
                      <a:pt x="0" y="0"/>
                    </a:moveTo>
                    <a:lnTo>
                      <a:pt x="300412" y="0"/>
                    </a:lnTo>
                    <a:lnTo>
                      <a:pt x="300412" y="301492"/>
                    </a:lnTo>
                    <a:lnTo>
                      <a:pt x="0" y="301492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1" name="任意多边形: 形状 170">
                <a:extLst>
                  <a:ext uri="{FF2B5EF4-FFF2-40B4-BE49-F238E27FC236}">
                    <a16:creationId xmlns:a16="http://schemas.microsoft.com/office/drawing/2014/main" id="{9100C76A-986F-9D12-1F59-CA370115AD73}"/>
                  </a:ext>
                </a:extLst>
              </p:cNvPr>
              <p:cNvSpPr/>
              <p:nvPr/>
            </p:nvSpPr>
            <p:spPr>
              <a:xfrm>
                <a:off x="9045454" y="6151378"/>
                <a:ext cx="303612" cy="301491"/>
              </a:xfrm>
              <a:custGeom>
                <a:avLst/>
                <a:gdLst>
                  <a:gd name="connsiteX0" fmla="*/ 0 w 303612"/>
                  <a:gd name="connsiteY0" fmla="*/ 0 h 301491"/>
                  <a:gd name="connsiteX1" fmla="*/ 303612 w 303612"/>
                  <a:gd name="connsiteY1" fmla="*/ 0 h 301491"/>
                  <a:gd name="connsiteX2" fmla="*/ 303612 w 303612"/>
                  <a:gd name="connsiteY2" fmla="*/ 301492 h 301491"/>
                  <a:gd name="connsiteX3" fmla="*/ 0 w 303612"/>
                  <a:gd name="connsiteY3" fmla="*/ 301492 h 301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3612" h="301491">
                    <a:moveTo>
                      <a:pt x="0" y="0"/>
                    </a:moveTo>
                    <a:lnTo>
                      <a:pt x="303612" y="0"/>
                    </a:lnTo>
                    <a:lnTo>
                      <a:pt x="303612" y="301492"/>
                    </a:lnTo>
                    <a:lnTo>
                      <a:pt x="0" y="301492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2" name="任意多边形: 形状 171">
                <a:extLst>
                  <a:ext uri="{FF2B5EF4-FFF2-40B4-BE49-F238E27FC236}">
                    <a16:creationId xmlns:a16="http://schemas.microsoft.com/office/drawing/2014/main" id="{01CED99B-8EB2-2874-5693-8C9578C1C885}"/>
                  </a:ext>
                </a:extLst>
              </p:cNvPr>
              <p:cNvSpPr/>
              <p:nvPr/>
            </p:nvSpPr>
            <p:spPr>
              <a:xfrm>
                <a:off x="10892370" y="4051998"/>
                <a:ext cx="569417" cy="444055"/>
              </a:xfrm>
              <a:custGeom>
                <a:avLst/>
                <a:gdLst>
                  <a:gd name="connsiteX0" fmla="*/ 569417 w 569417"/>
                  <a:gd name="connsiteY0" fmla="*/ 0 h 444055"/>
                  <a:gd name="connsiteX1" fmla="*/ 293154 w 569417"/>
                  <a:gd name="connsiteY1" fmla="*/ 444055 h 444055"/>
                  <a:gd name="connsiteX2" fmla="*/ 0 w 569417"/>
                  <a:gd name="connsiteY2" fmla="*/ 0 h 444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69417" h="444055">
                    <a:moveTo>
                      <a:pt x="569417" y="0"/>
                    </a:moveTo>
                    <a:lnTo>
                      <a:pt x="293154" y="4440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3" name="任意多边形: 形状 172">
                <a:extLst>
                  <a:ext uri="{FF2B5EF4-FFF2-40B4-BE49-F238E27FC236}">
                    <a16:creationId xmlns:a16="http://schemas.microsoft.com/office/drawing/2014/main" id="{A3052162-B36D-C47F-E155-CF4F1199569D}"/>
                  </a:ext>
                </a:extLst>
              </p:cNvPr>
              <p:cNvSpPr/>
              <p:nvPr/>
            </p:nvSpPr>
            <p:spPr>
              <a:xfrm>
                <a:off x="10892370" y="4424083"/>
                <a:ext cx="569417" cy="444055"/>
              </a:xfrm>
              <a:custGeom>
                <a:avLst/>
                <a:gdLst>
                  <a:gd name="connsiteX0" fmla="*/ 569417 w 569417"/>
                  <a:gd name="connsiteY0" fmla="*/ 0 h 444055"/>
                  <a:gd name="connsiteX1" fmla="*/ 293154 w 569417"/>
                  <a:gd name="connsiteY1" fmla="*/ 444055 h 444055"/>
                  <a:gd name="connsiteX2" fmla="*/ 0 w 569417"/>
                  <a:gd name="connsiteY2" fmla="*/ 0 h 444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69417" h="444055">
                    <a:moveTo>
                      <a:pt x="569417" y="0"/>
                    </a:moveTo>
                    <a:lnTo>
                      <a:pt x="293154" y="4440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4" name="任意多边形: 形状 173">
                <a:extLst>
                  <a:ext uri="{FF2B5EF4-FFF2-40B4-BE49-F238E27FC236}">
                    <a16:creationId xmlns:a16="http://schemas.microsoft.com/office/drawing/2014/main" id="{55A9F0D4-212B-B8D9-164B-C6A463848E90}"/>
                  </a:ext>
                </a:extLst>
              </p:cNvPr>
              <p:cNvSpPr/>
              <p:nvPr/>
            </p:nvSpPr>
            <p:spPr>
              <a:xfrm>
                <a:off x="10892370" y="4807203"/>
                <a:ext cx="569417" cy="444062"/>
              </a:xfrm>
              <a:custGeom>
                <a:avLst/>
                <a:gdLst>
                  <a:gd name="connsiteX0" fmla="*/ 569417 w 569417"/>
                  <a:gd name="connsiteY0" fmla="*/ 0 h 444062"/>
                  <a:gd name="connsiteX1" fmla="*/ 293154 w 569417"/>
                  <a:gd name="connsiteY1" fmla="*/ 444062 h 444062"/>
                  <a:gd name="connsiteX2" fmla="*/ 0 w 569417"/>
                  <a:gd name="connsiteY2" fmla="*/ 0 h 444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69417" h="444062">
                    <a:moveTo>
                      <a:pt x="569417" y="0"/>
                    </a:moveTo>
                    <a:lnTo>
                      <a:pt x="293154" y="4440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5" name="任意多边形: 形状 174">
                <a:extLst>
                  <a:ext uri="{FF2B5EF4-FFF2-40B4-BE49-F238E27FC236}">
                    <a16:creationId xmlns:a16="http://schemas.microsoft.com/office/drawing/2014/main" id="{7FC7E3A5-03A2-53DA-DCD3-498A7B580ADB}"/>
                  </a:ext>
                </a:extLst>
              </p:cNvPr>
              <p:cNvSpPr/>
              <p:nvPr/>
            </p:nvSpPr>
            <p:spPr>
              <a:xfrm>
                <a:off x="6962343" y="4055078"/>
                <a:ext cx="1197120" cy="1197121"/>
              </a:xfrm>
              <a:custGeom>
                <a:avLst/>
                <a:gdLst>
                  <a:gd name="connsiteX0" fmla="*/ 0 w 1197120"/>
                  <a:gd name="connsiteY0" fmla="*/ 0 h 1197121"/>
                  <a:gd name="connsiteX1" fmla="*/ 1197121 w 1197120"/>
                  <a:gd name="connsiteY1" fmla="*/ 0 h 1197121"/>
                  <a:gd name="connsiteX2" fmla="*/ 1197121 w 1197120"/>
                  <a:gd name="connsiteY2" fmla="*/ 1197121 h 1197121"/>
                  <a:gd name="connsiteX3" fmla="*/ 1195184 w 1197120"/>
                  <a:gd name="connsiteY3" fmla="*/ 1197121 h 1197121"/>
                  <a:gd name="connsiteX4" fmla="*/ 0 w 1197120"/>
                  <a:gd name="connsiteY4" fmla="*/ 1937 h 1197121"/>
                  <a:gd name="connsiteX5" fmla="*/ 0 w 1197120"/>
                  <a:gd name="connsiteY5" fmla="*/ 0 h 1197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120" h="1197121">
                    <a:moveTo>
                      <a:pt x="0" y="0"/>
                    </a:moveTo>
                    <a:lnTo>
                      <a:pt x="1197121" y="0"/>
                    </a:lnTo>
                    <a:lnTo>
                      <a:pt x="1197121" y="1197121"/>
                    </a:lnTo>
                    <a:lnTo>
                      <a:pt x="1195184" y="1197121"/>
                    </a:lnTo>
                    <a:cubicBezTo>
                      <a:pt x="535101" y="1197121"/>
                      <a:pt x="0" y="662019"/>
                      <a:pt x="0" y="193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6" name="任意多边形: 形状 175">
                <a:extLst>
                  <a:ext uri="{FF2B5EF4-FFF2-40B4-BE49-F238E27FC236}">
                    <a16:creationId xmlns:a16="http://schemas.microsoft.com/office/drawing/2014/main" id="{0BBCFF86-870D-CD07-1406-C00E31F3BB99}"/>
                  </a:ext>
                </a:extLst>
              </p:cNvPr>
              <p:cNvSpPr/>
              <p:nvPr/>
            </p:nvSpPr>
            <p:spPr>
              <a:xfrm>
                <a:off x="8159495" y="4055078"/>
                <a:ext cx="1197121" cy="1197121"/>
              </a:xfrm>
              <a:custGeom>
                <a:avLst/>
                <a:gdLst>
                  <a:gd name="connsiteX0" fmla="*/ 0 w 1197121"/>
                  <a:gd name="connsiteY0" fmla="*/ 0 h 1197121"/>
                  <a:gd name="connsiteX1" fmla="*/ 1197122 w 1197121"/>
                  <a:gd name="connsiteY1" fmla="*/ 0 h 1197121"/>
                  <a:gd name="connsiteX2" fmla="*/ 1197122 w 1197121"/>
                  <a:gd name="connsiteY2" fmla="*/ 1937 h 1197121"/>
                  <a:gd name="connsiteX3" fmla="*/ 1937 w 1197121"/>
                  <a:gd name="connsiteY3" fmla="*/ 1197121 h 1197121"/>
                  <a:gd name="connsiteX4" fmla="*/ 0 w 1197121"/>
                  <a:gd name="connsiteY4" fmla="*/ 1197121 h 1197121"/>
                  <a:gd name="connsiteX5" fmla="*/ 0 w 1197121"/>
                  <a:gd name="connsiteY5" fmla="*/ 0 h 1197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121" h="1197121">
                    <a:moveTo>
                      <a:pt x="0" y="0"/>
                    </a:moveTo>
                    <a:lnTo>
                      <a:pt x="1197122" y="0"/>
                    </a:lnTo>
                    <a:lnTo>
                      <a:pt x="1197122" y="1937"/>
                    </a:lnTo>
                    <a:cubicBezTo>
                      <a:pt x="1197122" y="662019"/>
                      <a:pt x="662019" y="1197121"/>
                      <a:pt x="1937" y="1197121"/>
                    </a:cubicBezTo>
                    <a:lnTo>
                      <a:pt x="0" y="11971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C1C6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7" name="任意多边形: 形状 176">
                <a:extLst>
                  <a:ext uri="{FF2B5EF4-FFF2-40B4-BE49-F238E27FC236}">
                    <a16:creationId xmlns:a16="http://schemas.microsoft.com/office/drawing/2014/main" id="{55D4F847-564F-8199-6A75-AF671E03A633}"/>
                  </a:ext>
                </a:extLst>
              </p:cNvPr>
              <p:cNvSpPr/>
              <p:nvPr/>
            </p:nvSpPr>
            <p:spPr>
              <a:xfrm>
                <a:off x="7411649" y="4055078"/>
                <a:ext cx="747821" cy="747820"/>
              </a:xfrm>
              <a:custGeom>
                <a:avLst/>
                <a:gdLst>
                  <a:gd name="connsiteX0" fmla="*/ 0 w 747821"/>
                  <a:gd name="connsiteY0" fmla="*/ 0 h 747820"/>
                  <a:gd name="connsiteX1" fmla="*/ 747821 w 747821"/>
                  <a:gd name="connsiteY1" fmla="*/ 0 h 747820"/>
                  <a:gd name="connsiteX2" fmla="*/ 747821 w 747821"/>
                  <a:gd name="connsiteY2" fmla="*/ 747821 h 747820"/>
                  <a:gd name="connsiteX3" fmla="*/ 746608 w 747821"/>
                  <a:gd name="connsiteY3" fmla="*/ 747821 h 747820"/>
                  <a:gd name="connsiteX4" fmla="*/ 0 w 747821"/>
                  <a:gd name="connsiteY4" fmla="*/ 1213 h 747820"/>
                  <a:gd name="connsiteX5" fmla="*/ 0 w 747821"/>
                  <a:gd name="connsiteY5" fmla="*/ 0 h 747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7821" h="747820">
                    <a:moveTo>
                      <a:pt x="0" y="0"/>
                    </a:moveTo>
                    <a:lnTo>
                      <a:pt x="747821" y="0"/>
                    </a:lnTo>
                    <a:lnTo>
                      <a:pt x="747821" y="747821"/>
                    </a:lnTo>
                    <a:lnTo>
                      <a:pt x="746608" y="747821"/>
                    </a:lnTo>
                    <a:cubicBezTo>
                      <a:pt x="334270" y="747821"/>
                      <a:pt x="0" y="413550"/>
                      <a:pt x="0" y="121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C424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8" name="任意多边形: 形状 177">
                <a:extLst>
                  <a:ext uri="{FF2B5EF4-FFF2-40B4-BE49-F238E27FC236}">
                    <a16:creationId xmlns:a16="http://schemas.microsoft.com/office/drawing/2014/main" id="{CF6B1F39-1ADE-B761-2185-8C366FB42BBB}"/>
                  </a:ext>
                </a:extLst>
              </p:cNvPr>
              <p:cNvSpPr/>
              <p:nvPr/>
            </p:nvSpPr>
            <p:spPr>
              <a:xfrm>
                <a:off x="8159489" y="4055078"/>
                <a:ext cx="747820" cy="747820"/>
              </a:xfrm>
              <a:custGeom>
                <a:avLst/>
                <a:gdLst>
                  <a:gd name="connsiteX0" fmla="*/ 0 w 747820"/>
                  <a:gd name="connsiteY0" fmla="*/ 0 h 747820"/>
                  <a:gd name="connsiteX1" fmla="*/ 747820 w 747820"/>
                  <a:gd name="connsiteY1" fmla="*/ 0 h 747820"/>
                  <a:gd name="connsiteX2" fmla="*/ 747820 w 747820"/>
                  <a:gd name="connsiteY2" fmla="*/ 1213 h 747820"/>
                  <a:gd name="connsiteX3" fmla="*/ 1213 w 747820"/>
                  <a:gd name="connsiteY3" fmla="*/ 747821 h 747820"/>
                  <a:gd name="connsiteX4" fmla="*/ 0 w 747820"/>
                  <a:gd name="connsiteY4" fmla="*/ 747821 h 747820"/>
                  <a:gd name="connsiteX5" fmla="*/ 0 w 747820"/>
                  <a:gd name="connsiteY5" fmla="*/ 0 h 747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7820" h="747820">
                    <a:moveTo>
                      <a:pt x="0" y="0"/>
                    </a:moveTo>
                    <a:lnTo>
                      <a:pt x="747820" y="0"/>
                    </a:lnTo>
                    <a:lnTo>
                      <a:pt x="747820" y="1213"/>
                    </a:lnTo>
                    <a:cubicBezTo>
                      <a:pt x="747820" y="413550"/>
                      <a:pt x="413550" y="747821"/>
                      <a:pt x="1213" y="747821"/>
                    </a:cubicBezTo>
                    <a:lnTo>
                      <a:pt x="0" y="7478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9" name="任意多边形: 形状 178">
                <a:extLst>
                  <a:ext uri="{FF2B5EF4-FFF2-40B4-BE49-F238E27FC236}">
                    <a16:creationId xmlns:a16="http://schemas.microsoft.com/office/drawing/2014/main" id="{8870A396-E627-6FD8-0CDD-89ACBD27C2FF}"/>
                  </a:ext>
                </a:extLst>
              </p:cNvPr>
              <p:cNvSpPr/>
              <p:nvPr/>
            </p:nvSpPr>
            <p:spPr>
              <a:xfrm>
                <a:off x="8159495" y="2855385"/>
                <a:ext cx="1197121" cy="1197121"/>
              </a:xfrm>
              <a:custGeom>
                <a:avLst/>
                <a:gdLst>
                  <a:gd name="connsiteX0" fmla="*/ 1197122 w 1197121"/>
                  <a:gd name="connsiteY0" fmla="*/ 1197121 h 1197121"/>
                  <a:gd name="connsiteX1" fmla="*/ 0 w 1197121"/>
                  <a:gd name="connsiteY1" fmla="*/ 1197121 h 1197121"/>
                  <a:gd name="connsiteX2" fmla="*/ 0 w 1197121"/>
                  <a:gd name="connsiteY2" fmla="*/ 0 h 1197121"/>
                  <a:gd name="connsiteX3" fmla="*/ 1937 w 1197121"/>
                  <a:gd name="connsiteY3" fmla="*/ 0 h 1197121"/>
                  <a:gd name="connsiteX4" fmla="*/ 1197122 w 1197121"/>
                  <a:gd name="connsiteY4" fmla="*/ 1195184 h 1197121"/>
                  <a:gd name="connsiteX5" fmla="*/ 1197122 w 1197121"/>
                  <a:gd name="connsiteY5" fmla="*/ 1197121 h 1197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121" h="1197121">
                    <a:moveTo>
                      <a:pt x="1197122" y="1197121"/>
                    </a:moveTo>
                    <a:lnTo>
                      <a:pt x="0" y="1197121"/>
                    </a:lnTo>
                    <a:lnTo>
                      <a:pt x="0" y="0"/>
                    </a:lnTo>
                    <a:lnTo>
                      <a:pt x="1937" y="0"/>
                    </a:lnTo>
                    <a:cubicBezTo>
                      <a:pt x="662019" y="0"/>
                      <a:pt x="1197122" y="535102"/>
                      <a:pt x="1197122" y="1195184"/>
                    </a:cubicBezTo>
                    <a:lnTo>
                      <a:pt x="1197122" y="1197121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" name="任意多边形: 形状 179">
                <a:extLst>
                  <a:ext uri="{FF2B5EF4-FFF2-40B4-BE49-F238E27FC236}">
                    <a16:creationId xmlns:a16="http://schemas.microsoft.com/office/drawing/2014/main" id="{2193577E-224D-94F2-3D21-BB1D66B1CBA8}"/>
                  </a:ext>
                </a:extLst>
              </p:cNvPr>
              <p:cNvSpPr/>
              <p:nvPr/>
            </p:nvSpPr>
            <p:spPr>
              <a:xfrm>
                <a:off x="6962343" y="2855385"/>
                <a:ext cx="1197120" cy="1197121"/>
              </a:xfrm>
              <a:custGeom>
                <a:avLst/>
                <a:gdLst>
                  <a:gd name="connsiteX0" fmla="*/ 1197121 w 1197120"/>
                  <a:gd name="connsiteY0" fmla="*/ 1197121 h 1197121"/>
                  <a:gd name="connsiteX1" fmla="*/ 0 w 1197120"/>
                  <a:gd name="connsiteY1" fmla="*/ 1197121 h 1197121"/>
                  <a:gd name="connsiteX2" fmla="*/ 0 w 1197120"/>
                  <a:gd name="connsiteY2" fmla="*/ 1195184 h 1197121"/>
                  <a:gd name="connsiteX3" fmla="*/ 1195184 w 1197120"/>
                  <a:gd name="connsiteY3" fmla="*/ 0 h 1197121"/>
                  <a:gd name="connsiteX4" fmla="*/ 1197121 w 1197120"/>
                  <a:gd name="connsiteY4" fmla="*/ 0 h 1197121"/>
                  <a:gd name="connsiteX5" fmla="*/ 1197121 w 1197120"/>
                  <a:gd name="connsiteY5" fmla="*/ 1197121 h 1197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120" h="1197121">
                    <a:moveTo>
                      <a:pt x="1197121" y="1197121"/>
                    </a:moveTo>
                    <a:lnTo>
                      <a:pt x="0" y="1197121"/>
                    </a:lnTo>
                    <a:lnTo>
                      <a:pt x="0" y="1195184"/>
                    </a:lnTo>
                    <a:cubicBezTo>
                      <a:pt x="0" y="535102"/>
                      <a:pt x="535101" y="0"/>
                      <a:pt x="1195184" y="0"/>
                    </a:cubicBezTo>
                    <a:lnTo>
                      <a:pt x="1197121" y="0"/>
                    </a:lnTo>
                    <a:lnTo>
                      <a:pt x="1197121" y="1197121"/>
                    </a:lnTo>
                    <a:close/>
                  </a:path>
                </a:pathLst>
              </a:custGeom>
              <a:solidFill>
                <a:srgbClr val="1C1C6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1" name="任意多边形: 形状 180">
                <a:extLst>
                  <a:ext uri="{FF2B5EF4-FFF2-40B4-BE49-F238E27FC236}">
                    <a16:creationId xmlns:a16="http://schemas.microsoft.com/office/drawing/2014/main" id="{E03D6662-4465-63BB-973F-63E2A93BE477}"/>
                  </a:ext>
                </a:extLst>
              </p:cNvPr>
              <p:cNvSpPr/>
              <p:nvPr/>
            </p:nvSpPr>
            <p:spPr>
              <a:xfrm>
                <a:off x="8159483" y="3304692"/>
                <a:ext cx="747820" cy="747814"/>
              </a:xfrm>
              <a:custGeom>
                <a:avLst/>
                <a:gdLst>
                  <a:gd name="connsiteX0" fmla="*/ 747820 w 747820"/>
                  <a:gd name="connsiteY0" fmla="*/ 747814 h 747814"/>
                  <a:gd name="connsiteX1" fmla="*/ 0 w 747820"/>
                  <a:gd name="connsiteY1" fmla="*/ 747814 h 747814"/>
                  <a:gd name="connsiteX2" fmla="*/ 0 w 747820"/>
                  <a:gd name="connsiteY2" fmla="*/ 0 h 747814"/>
                  <a:gd name="connsiteX3" fmla="*/ 1213 w 747820"/>
                  <a:gd name="connsiteY3" fmla="*/ 0 h 747814"/>
                  <a:gd name="connsiteX4" fmla="*/ 747820 w 747820"/>
                  <a:gd name="connsiteY4" fmla="*/ 746608 h 747814"/>
                  <a:gd name="connsiteX5" fmla="*/ 747820 w 747820"/>
                  <a:gd name="connsiteY5" fmla="*/ 747814 h 747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7820" h="747814">
                    <a:moveTo>
                      <a:pt x="747820" y="747814"/>
                    </a:moveTo>
                    <a:lnTo>
                      <a:pt x="0" y="747814"/>
                    </a:lnTo>
                    <a:lnTo>
                      <a:pt x="0" y="0"/>
                    </a:lnTo>
                    <a:lnTo>
                      <a:pt x="1213" y="0"/>
                    </a:lnTo>
                    <a:cubicBezTo>
                      <a:pt x="413556" y="0"/>
                      <a:pt x="747820" y="334270"/>
                      <a:pt x="747820" y="746608"/>
                    </a:cubicBezTo>
                    <a:lnTo>
                      <a:pt x="747820" y="747814"/>
                    </a:lnTo>
                    <a:close/>
                  </a:path>
                </a:pathLst>
              </a:custGeom>
              <a:solidFill>
                <a:srgbClr val="E9A65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2" name="任意多边形: 形状 181">
                <a:extLst>
                  <a:ext uri="{FF2B5EF4-FFF2-40B4-BE49-F238E27FC236}">
                    <a16:creationId xmlns:a16="http://schemas.microsoft.com/office/drawing/2014/main" id="{2F3D7FE7-FD92-B74B-1882-794E35E2C32B}"/>
                  </a:ext>
                </a:extLst>
              </p:cNvPr>
              <p:cNvSpPr/>
              <p:nvPr/>
            </p:nvSpPr>
            <p:spPr>
              <a:xfrm>
                <a:off x="7411649" y="3304692"/>
                <a:ext cx="747821" cy="747814"/>
              </a:xfrm>
              <a:custGeom>
                <a:avLst/>
                <a:gdLst>
                  <a:gd name="connsiteX0" fmla="*/ 747821 w 747821"/>
                  <a:gd name="connsiteY0" fmla="*/ 747814 h 747814"/>
                  <a:gd name="connsiteX1" fmla="*/ 0 w 747821"/>
                  <a:gd name="connsiteY1" fmla="*/ 747814 h 747814"/>
                  <a:gd name="connsiteX2" fmla="*/ 0 w 747821"/>
                  <a:gd name="connsiteY2" fmla="*/ 746608 h 747814"/>
                  <a:gd name="connsiteX3" fmla="*/ 746608 w 747821"/>
                  <a:gd name="connsiteY3" fmla="*/ 0 h 747814"/>
                  <a:gd name="connsiteX4" fmla="*/ 747821 w 747821"/>
                  <a:gd name="connsiteY4" fmla="*/ 0 h 747814"/>
                  <a:gd name="connsiteX5" fmla="*/ 747821 w 747821"/>
                  <a:gd name="connsiteY5" fmla="*/ 747814 h 747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7821" h="747814">
                    <a:moveTo>
                      <a:pt x="747821" y="747814"/>
                    </a:moveTo>
                    <a:lnTo>
                      <a:pt x="0" y="747814"/>
                    </a:lnTo>
                    <a:lnTo>
                      <a:pt x="0" y="746608"/>
                    </a:lnTo>
                    <a:cubicBezTo>
                      <a:pt x="0" y="334270"/>
                      <a:pt x="334270" y="0"/>
                      <a:pt x="746608" y="0"/>
                    </a:cubicBezTo>
                    <a:lnTo>
                      <a:pt x="747821" y="0"/>
                    </a:lnTo>
                    <a:lnTo>
                      <a:pt x="747821" y="747814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3" name="任意多边形: 形状 182">
                <a:extLst>
                  <a:ext uri="{FF2B5EF4-FFF2-40B4-BE49-F238E27FC236}">
                    <a16:creationId xmlns:a16="http://schemas.microsoft.com/office/drawing/2014/main" id="{6959EC95-9ABE-94B6-CA65-B527B4EDCD16}"/>
                  </a:ext>
                </a:extLst>
              </p:cNvPr>
              <p:cNvSpPr/>
              <p:nvPr/>
            </p:nvSpPr>
            <p:spPr>
              <a:xfrm>
                <a:off x="10546607" y="5249919"/>
                <a:ext cx="1197120" cy="1197121"/>
              </a:xfrm>
              <a:custGeom>
                <a:avLst/>
                <a:gdLst>
                  <a:gd name="connsiteX0" fmla="*/ 1197121 w 1197120"/>
                  <a:gd name="connsiteY0" fmla="*/ 1197121 h 1197121"/>
                  <a:gd name="connsiteX1" fmla="*/ 0 w 1197120"/>
                  <a:gd name="connsiteY1" fmla="*/ 1197121 h 1197121"/>
                  <a:gd name="connsiteX2" fmla="*/ 0 w 1197120"/>
                  <a:gd name="connsiteY2" fmla="*/ 0 h 1197121"/>
                  <a:gd name="connsiteX3" fmla="*/ 1936 w 1197120"/>
                  <a:gd name="connsiteY3" fmla="*/ 0 h 1197121"/>
                  <a:gd name="connsiteX4" fmla="*/ 1197121 w 1197120"/>
                  <a:gd name="connsiteY4" fmla="*/ 1195184 h 1197121"/>
                  <a:gd name="connsiteX5" fmla="*/ 1197121 w 1197120"/>
                  <a:gd name="connsiteY5" fmla="*/ 1197121 h 1197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120" h="1197121">
                    <a:moveTo>
                      <a:pt x="1197121" y="1197121"/>
                    </a:moveTo>
                    <a:lnTo>
                      <a:pt x="0" y="1197121"/>
                    </a:lnTo>
                    <a:lnTo>
                      <a:pt x="0" y="0"/>
                    </a:lnTo>
                    <a:lnTo>
                      <a:pt x="1936" y="0"/>
                    </a:lnTo>
                    <a:cubicBezTo>
                      <a:pt x="662019" y="0"/>
                      <a:pt x="1197121" y="535102"/>
                      <a:pt x="1197121" y="1195184"/>
                    </a:cubicBezTo>
                    <a:lnTo>
                      <a:pt x="1197121" y="1197121"/>
                    </a:lnTo>
                    <a:close/>
                  </a:path>
                </a:pathLst>
              </a:custGeom>
              <a:solidFill>
                <a:srgbClr val="DC424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4" name="任意多边形: 形状 183">
                <a:extLst>
                  <a:ext uri="{FF2B5EF4-FFF2-40B4-BE49-F238E27FC236}">
                    <a16:creationId xmlns:a16="http://schemas.microsoft.com/office/drawing/2014/main" id="{6A8AE33D-082D-A118-EDA2-72AFD3F2BE22}"/>
                  </a:ext>
                </a:extLst>
              </p:cNvPr>
              <p:cNvSpPr/>
              <p:nvPr/>
            </p:nvSpPr>
            <p:spPr>
              <a:xfrm>
                <a:off x="9349454" y="5249919"/>
                <a:ext cx="1197121" cy="1197121"/>
              </a:xfrm>
              <a:custGeom>
                <a:avLst/>
                <a:gdLst>
                  <a:gd name="connsiteX0" fmla="*/ 1197122 w 1197121"/>
                  <a:gd name="connsiteY0" fmla="*/ 1197121 h 1197121"/>
                  <a:gd name="connsiteX1" fmla="*/ 0 w 1197121"/>
                  <a:gd name="connsiteY1" fmla="*/ 1197121 h 1197121"/>
                  <a:gd name="connsiteX2" fmla="*/ 0 w 1197121"/>
                  <a:gd name="connsiteY2" fmla="*/ 1195184 h 1197121"/>
                  <a:gd name="connsiteX3" fmla="*/ 1195184 w 1197121"/>
                  <a:gd name="connsiteY3" fmla="*/ 0 h 1197121"/>
                  <a:gd name="connsiteX4" fmla="*/ 1197122 w 1197121"/>
                  <a:gd name="connsiteY4" fmla="*/ 0 h 1197121"/>
                  <a:gd name="connsiteX5" fmla="*/ 1197122 w 1197121"/>
                  <a:gd name="connsiteY5" fmla="*/ 1197121 h 1197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121" h="1197121">
                    <a:moveTo>
                      <a:pt x="1197122" y="1197121"/>
                    </a:moveTo>
                    <a:lnTo>
                      <a:pt x="0" y="1197121"/>
                    </a:lnTo>
                    <a:lnTo>
                      <a:pt x="0" y="1195184"/>
                    </a:lnTo>
                    <a:cubicBezTo>
                      <a:pt x="0" y="535102"/>
                      <a:pt x="535102" y="0"/>
                      <a:pt x="1195184" y="0"/>
                    </a:cubicBezTo>
                    <a:lnTo>
                      <a:pt x="1197122" y="0"/>
                    </a:lnTo>
                    <a:lnTo>
                      <a:pt x="1197122" y="1197121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5" name="任意多边形: 形状 184">
                <a:extLst>
                  <a:ext uri="{FF2B5EF4-FFF2-40B4-BE49-F238E27FC236}">
                    <a16:creationId xmlns:a16="http://schemas.microsoft.com/office/drawing/2014/main" id="{9AC18EE7-C229-049D-71B6-11B942A7893C}"/>
                  </a:ext>
                </a:extLst>
              </p:cNvPr>
              <p:cNvSpPr/>
              <p:nvPr/>
            </p:nvSpPr>
            <p:spPr>
              <a:xfrm>
                <a:off x="10546600" y="5699226"/>
                <a:ext cx="747821" cy="747814"/>
              </a:xfrm>
              <a:custGeom>
                <a:avLst/>
                <a:gdLst>
                  <a:gd name="connsiteX0" fmla="*/ 747821 w 747821"/>
                  <a:gd name="connsiteY0" fmla="*/ 747814 h 747814"/>
                  <a:gd name="connsiteX1" fmla="*/ 0 w 747821"/>
                  <a:gd name="connsiteY1" fmla="*/ 747814 h 747814"/>
                  <a:gd name="connsiteX2" fmla="*/ 0 w 747821"/>
                  <a:gd name="connsiteY2" fmla="*/ 0 h 747814"/>
                  <a:gd name="connsiteX3" fmla="*/ 1213 w 747821"/>
                  <a:gd name="connsiteY3" fmla="*/ 0 h 747814"/>
                  <a:gd name="connsiteX4" fmla="*/ 747821 w 747821"/>
                  <a:gd name="connsiteY4" fmla="*/ 746608 h 747814"/>
                  <a:gd name="connsiteX5" fmla="*/ 747821 w 747821"/>
                  <a:gd name="connsiteY5" fmla="*/ 747814 h 747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7821" h="747814">
                    <a:moveTo>
                      <a:pt x="747821" y="747814"/>
                    </a:moveTo>
                    <a:lnTo>
                      <a:pt x="0" y="747814"/>
                    </a:lnTo>
                    <a:lnTo>
                      <a:pt x="0" y="0"/>
                    </a:lnTo>
                    <a:lnTo>
                      <a:pt x="1213" y="0"/>
                    </a:lnTo>
                    <a:cubicBezTo>
                      <a:pt x="413551" y="0"/>
                      <a:pt x="747821" y="334270"/>
                      <a:pt x="747821" y="746608"/>
                    </a:cubicBezTo>
                    <a:lnTo>
                      <a:pt x="747821" y="747814"/>
                    </a:lnTo>
                    <a:close/>
                  </a:path>
                </a:pathLst>
              </a:custGeom>
              <a:solidFill>
                <a:srgbClr val="1C1C6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6" name="任意多边形: 形状 185">
                <a:extLst>
                  <a:ext uri="{FF2B5EF4-FFF2-40B4-BE49-F238E27FC236}">
                    <a16:creationId xmlns:a16="http://schemas.microsoft.com/office/drawing/2014/main" id="{D7BEF896-DDC5-D4E4-2050-FCF7D07E1F76}"/>
                  </a:ext>
                </a:extLst>
              </p:cNvPr>
              <p:cNvSpPr/>
              <p:nvPr/>
            </p:nvSpPr>
            <p:spPr>
              <a:xfrm>
                <a:off x="9798761" y="5699226"/>
                <a:ext cx="747820" cy="748182"/>
              </a:xfrm>
              <a:custGeom>
                <a:avLst/>
                <a:gdLst>
                  <a:gd name="connsiteX0" fmla="*/ 747820 w 747820"/>
                  <a:gd name="connsiteY0" fmla="*/ 748183 h 748182"/>
                  <a:gd name="connsiteX1" fmla="*/ 0 w 747820"/>
                  <a:gd name="connsiteY1" fmla="*/ 748183 h 748182"/>
                  <a:gd name="connsiteX2" fmla="*/ 0 w 747820"/>
                  <a:gd name="connsiteY2" fmla="*/ 746608 h 748182"/>
                  <a:gd name="connsiteX3" fmla="*/ 746607 w 747820"/>
                  <a:gd name="connsiteY3" fmla="*/ 0 h 748182"/>
                  <a:gd name="connsiteX4" fmla="*/ 747820 w 747820"/>
                  <a:gd name="connsiteY4" fmla="*/ 0 h 748182"/>
                  <a:gd name="connsiteX5" fmla="*/ 747820 w 747820"/>
                  <a:gd name="connsiteY5" fmla="*/ 748183 h 748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7820" h="748182">
                    <a:moveTo>
                      <a:pt x="747820" y="748183"/>
                    </a:moveTo>
                    <a:lnTo>
                      <a:pt x="0" y="748183"/>
                    </a:lnTo>
                    <a:lnTo>
                      <a:pt x="0" y="746608"/>
                    </a:lnTo>
                    <a:cubicBezTo>
                      <a:pt x="0" y="334270"/>
                      <a:pt x="334270" y="0"/>
                      <a:pt x="746607" y="0"/>
                    </a:cubicBezTo>
                    <a:lnTo>
                      <a:pt x="747820" y="0"/>
                    </a:lnTo>
                    <a:lnTo>
                      <a:pt x="747820" y="748183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187" name="图形 8">
                <a:extLst>
                  <a:ext uri="{FF2B5EF4-FFF2-40B4-BE49-F238E27FC236}">
                    <a16:creationId xmlns:a16="http://schemas.microsoft.com/office/drawing/2014/main" id="{A0BAFBC7-15ED-9639-1A27-0DC9F40F4351}"/>
                  </a:ext>
                </a:extLst>
              </p:cNvPr>
              <p:cNvGrpSpPr/>
              <p:nvPr/>
            </p:nvGrpSpPr>
            <p:grpSpPr>
              <a:xfrm>
                <a:off x="8315073" y="1830558"/>
                <a:ext cx="875669" cy="880090"/>
                <a:chOff x="8315073" y="1830558"/>
                <a:chExt cx="875669" cy="880090"/>
              </a:xfrm>
              <a:solidFill>
                <a:srgbClr val="FBF5E2"/>
              </a:solidFill>
            </p:grpSpPr>
            <p:sp>
              <p:nvSpPr>
                <p:cNvPr id="235" name="任意多边形: 形状 234">
                  <a:extLst>
                    <a:ext uri="{FF2B5EF4-FFF2-40B4-BE49-F238E27FC236}">
                      <a16:creationId xmlns:a16="http://schemas.microsoft.com/office/drawing/2014/main" id="{9DAC0681-D8A8-E965-4C1F-46790F4209F4}"/>
                    </a:ext>
                  </a:extLst>
                </p:cNvPr>
                <p:cNvSpPr/>
                <p:nvPr/>
              </p:nvSpPr>
              <p:spPr>
                <a:xfrm>
                  <a:off x="8810644" y="1830558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6" name="任意多边形: 形状 235">
                  <a:extLst>
                    <a:ext uri="{FF2B5EF4-FFF2-40B4-BE49-F238E27FC236}">
                      <a16:creationId xmlns:a16="http://schemas.microsoft.com/office/drawing/2014/main" id="{F4382534-DF55-31D5-4EF9-37B00C133269}"/>
                    </a:ext>
                  </a:extLst>
                </p:cNvPr>
                <p:cNvSpPr/>
                <p:nvPr/>
              </p:nvSpPr>
              <p:spPr>
                <a:xfrm>
                  <a:off x="8810644" y="2091410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7" name="任意多边形: 形状 236">
                  <a:extLst>
                    <a:ext uri="{FF2B5EF4-FFF2-40B4-BE49-F238E27FC236}">
                      <a16:creationId xmlns:a16="http://schemas.microsoft.com/office/drawing/2014/main" id="{B4C8877C-419E-274F-0F36-38C05AB707BE}"/>
                    </a:ext>
                  </a:extLst>
                </p:cNvPr>
                <p:cNvSpPr/>
                <p:nvPr/>
              </p:nvSpPr>
              <p:spPr>
                <a:xfrm>
                  <a:off x="9059176" y="1830558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8" name="任意多边形: 形状 237">
                  <a:extLst>
                    <a:ext uri="{FF2B5EF4-FFF2-40B4-BE49-F238E27FC236}">
                      <a16:creationId xmlns:a16="http://schemas.microsoft.com/office/drawing/2014/main" id="{13D4FFC3-9248-262A-FDF9-F33BC3F0FAAB}"/>
                    </a:ext>
                  </a:extLst>
                </p:cNvPr>
                <p:cNvSpPr/>
                <p:nvPr/>
              </p:nvSpPr>
              <p:spPr>
                <a:xfrm>
                  <a:off x="9059176" y="2091410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9" name="任意多边形: 形状 238">
                  <a:extLst>
                    <a:ext uri="{FF2B5EF4-FFF2-40B4-BE49-F238E27FC236}">
                      <a16:creationId xmlns:a16="http://schemas.microsoft.com/office/drawing/2014/main" id="{939C6630-74D6-832E-6FAC-B66F73F2E5A0}"/>
                    </a:ext>
                  </a:extLst>
                </p:cNvPr>
                <p:cNvSpPr/>
                <p:nvPr/>
              </p:nvSpPr>
              <p:spPr>
                <a:xfrm>
                  <a:off x="8810644" y="2347804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0" name="任意多边形: 形状 239">
                  <a:extLst>
                    <a:ext uri="{FF2B5EF4-FFF2-40B4-BE49-F238E27FC236}">
                      <a16:creationId xmlns:a16="http://schemas.microsoft.com/office/drawing/2014/main" id="{75EFBB8A-563E-EC6D-16B3-940DFAEA0924}"/>
                    </a:ext>
                  </a:extLst>
                </p:cNvPr>
                <p:cNvSpPr/>
                <p:nvPr/>
              </p:nvSpPr>
              <p:spPr>
                <a:xfrm>
                  <a:off x="9059176" y="2347804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1" name="任意多边形: 形状 240">
                  <a:extLst>
                    <a:ext uri="{FF2B5EF4-FFF2-40B4-BE49-F238E27FC236}">
                      <a16:creationId xmlns:a16="http://schemas.microsoft.com/office/drawing/2014/main" id="{B148D302-F154-4FDD-214D-B73BFEAE27AA}"/>
                    </a:ext>
                  </a:extLst>
                </p:cNvPr>
                <p:cNvSpPr/>
                <p:nvPr/>
              </p:nvSpPr>
              <p:spPr>
                <a:xfrm>
                  <a:off x="8322640" y="1830558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2" name="任意多边形: 形状 241">
                  <a:extLst>
                    <a:ext uri="{FF2B5EF4-FFF2-40B4-BE49-F238E27FC236}">
                      <a16:creationId xmlns:a16="http://schemas.microsoft.com/office/drawing/2014/main" id="{CD293D0E-882C-65F5-4548-FB0868255294}"/>
                    </a:ext>
                  </a:extLst>
                </p:cNvPr>
                <p:cNvSpPr/>
                <p:nvPr/>
              </p:nvSpPr>
              <p:spPr>
                <a:xfrm>
                  <a:off x="8322640" y="2091410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3" name="任意多边形: 形状 242">
                  <a:extLst>
                    <a:ext uri="{FF2B5EF4-FFF2-40B4-BE49-F238E27FC236}">
                      <a16:creationId xmlns:a16="http://schemas.microsoft.com/office/drawing/2014/main" id="{C38CCD11-9C21-5FFD-B2AD-E678F82F218F}"/>
                    </a:ext>
                  </a:extLst>
                </p:cNvPr>
                <p:cNvSpPr/>
                <p:nvPr/>
              </p:nvSpPr>
              <p:spPr>
                <a:xfrm>
                  <a:off x="8571172" y="1830558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2"/>
                        <a:pt x="94973" y="122364"/>
                        <a:pt x="61182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3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4" name="任意多边形: 形状 243">
                  <a:extLst>
                    <a:ext uri="{FF2B5EF4-FFF2-40B4-BE49-F238E27FC236}">
                      <a16:creationId xmlns:a16="http://schemas.microsoft.com/office/drawing/2014/main" id="{2A6AD879-A0E2-96C9-0C25-99E550FEEE24}"/>
                    </a:ext>
                  </a:extLst>
                </p:cNvPr>
                <p:cNvSpPr/>
                <p:nvPr/>
              </p:nvSpPr>
              <p:spPr>
                <a:xfrm>
                  <a:off x="8571172" y="2091410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2"/>
                        <a:pt x="94973" y="122365"/>
                        <a:pt x="61182" y="122365"/>
                      </a:cubicBezTo>
                      <a:cubicBezTo>
                        <a:pt x="27392" y="122365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3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5" name="任意多边形: 形状 244">
                  <a:extLst>
                    <a:ext uri="{FF2B5EF4-FFF2-40B4-BE49-F238E27FC236}">
                      <a16:creationId xmlns:a16="http://schemas.microsoft.com/office/drawing/2014/main" id="{4C44E805-C664-A9FE-A11E-BF211A9A995C}"/>
                    </a:ext>
                  </a:extLst>
                </p:cNvPr>
                <p:cNvSpPr/>
                <p:nvPr/>
              </p:nvSpPr>
              <p:spPr>
                <a:xfrm>
                  <a:off x="8322640" y="2347804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6" name="任意多边形: 形状 245">
                  <a:extLst>
                    <a:ext uri="{FF2B5EF4-FFF2-40B4-BE49-F238E27FC236}">
                      <a16:creationId xmlns:a16="http://schemas.microsoft.com/office/drawing/2014/main" id="{C3DDAB1A-35C7-F24C-C259-5456F64BCD3D}"/>
                    </a:ext>
                  </a:extLst>
                </p:cNvPr>
                <p:cNvSpPr/>
                <p:nvPr/>
              </p:nvSpPr>
              <p:spPr>
                <a:xfrm>
                  <a:off x="8571172" y="2347804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2"/>
                        <a:pt x="94973" y="122365"/>
                        <a:pt x="61182" y="122365"/>
                      </a:cubicBezTo>
                      <a:cubicBezTo>
                        <a:pt x="27392" y="122365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3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7" name="任意多边形: 形状 246">
                  <a:extLst>
                    <a:ext uri="{FF2B5EF4-FFF2-40B4-BE49-F238E27FC236}">
                      <a16:creationId xmlns:a16="http://schemas.microsoft.com/office/drawing/2014/main" id="{623E8593-C302-147F-D6B7-19FEA7581CB0}"/>
                    </a:ext>
                  </a:extLst>
                </p:cNvPr>
                <p:cNvSpPr/>
                <p:nvPr/>
              </p:nvSpPr>
              <p:spPr>
                <a:xfrm rot="-4846898">
                  <a:off x="8810826" y="2579266"/>
                  <a:ext cx="122366" cy="122366"/>
                </a:xfrm>
                <a:custGeom>
                  <a:avLst/>
                  <a:gdLst>
                    <a:gd name="connsiteX0" fmla="*/ 122366 w 122366"/>
                    <a:gd name="connsiteY0" fmla="*/ 61183 h 122366"/>
                    <a:gd name="connsiteX1" fmla="*/ 61183 w 122366"/>
                    <a:gd name="connsiteY1" fmla="*/ 122366 h 122366"/>
                    <a:gd name="connsiteX2" fmla="*/ 0 w 122366"/>
                    <a:gd name="connsiteY2" fmla="*/ 61183 h 122366"/>
                    <a:gd name="connsiteX3" fmla="*/ 61183 w 122366"/>
                    <a:gd name="connsiteY3" fmla="*/ 0 h 122366"/>
                    <a:gd name="connsiteX4" fmla="*/ 122366 w 122366"/>
                    <a:gd name="connsiteY4" fmla="*/ 61183 h 1223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6" h="122366">
                      <a:moveTo>
                        <a:pt x="122366" y="61183"/>
                      </a:moveTo>
                      <a:cubicBezTo>
                        <a:pt x="122366" y="94974"/>
                        <a:pt x="94974" y="122366"/>
                        <a:pt x="61183" y="122366"/>
                      </a:cubicBezTo>
                      <a:cubicBezTo>
                        <a:pt x="27392" y="122366"/>
                        <a:pt x="0" y="94974"/>
                        <a:pt x="0" y="61183"/>
                      </a:cubicBezTo>
                      <a:cubicBezTo>
                        <a:pt x="0" y="27393"/>
                        <a:pt x="27392" y="0"/>
                        <a:pt x="61183" y="0"/>
                      </a:cubicBezTo>
                      <a:cubicBezTo>
                        <a:pt x="94974" y="0"/>
                        <a:pt x="122366" y="27393"/>
                        <a:pt x="122366" y="61183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8" name="任意多边形: 形状 247">
                  <a:extLst>
                    <a:ext uri="{FF2B5EF4-FFF2-40B4-BE49-F238E27FC236}">
                      <a16:creationId xmlns:a16="http://schemas.microsoft.com/office/drawing/2014/main" id="{F91BC46A-15C3-9CF7-CB59-84973232D7F3}"/>
                    </a:ext>
                  </a:extLst>
                </p:cNvPr>
                <p:cNvSpPr/>
                <p:nvPr/>
              </p:nvSpPr>
              <p:spPr>
                <a:xfrm rot="-4846898">
                  <a:off x="9059365" y="2579265"/>
                  <a:ext cx="122366" cy="122366"/>
                </a:xfrm>
                <a:custGeom>
                  <a:avLst/>
                  <a:gdLst>
                    <a:gd name="connsiteX0" fmla="*/ 122366 w 122366"/>
                    <a:gd name="connsiteY0" fmla="*/ 61183 h 122366"/>
                    <a:gd name="connsiteX1" fmla="*/ 61183 w 122366"/>
                    <a:gd name="connsiteY1" fmla="*/ 122366 h 122366"/>
                    <a:gd name="connsiteX2" fmla="*/ 0 w 122366"/>
                    <a:gd name="connsiteY2" fmla="*/ 61183 h 122366"/>
                    <a:gd name="connsiteX3" fmla="*/ 61183 w 122366"/>
                    <a:gd name="connsiteY3" fmla="*/ 0 h 122366"/>
                    <a:gd name="connsiteX4" fmla="*/ 122366 w 122366"/>
                    <a:gd name="connsiteY4" fmla="*/ 61183 h 1223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6" h="122366">
                      <a:moveTo>
                        <a:pt x="122366" y="61183"/>
                      </a:moveTo>
                      <a:cubicBezTo>
                        <a:pt x="122366" y="94974"/>
                        <a:pt x="94974" y="122366"/>
                        <a:pt x="61183" y="122366"/>
                      </a:cubicBezTo>
                      <a:cubicBezTo>
                        <a:pt x="27392" y="122366"/>
                        <a:pt x="0" y="94974"/>
                        <a:pt x="0" y="61183"/>
                      </a:cubicBezTo>
                      <a:cubicBezTo>
                        <a:pt x="0" y="27393"/>
                        <a:pt x="27392" y="0"/>
                        <a:pt x="61183" y="0"/>
                      </a:cubicBezTo>
                      <a:cubicBezTo>
                        <a:pt x="94974" y="0"/>
                        <a:pt x="122366" y="27393"/>
                        <a:pt x="122366" y="61183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9" name="任意多边形: 形状 248">
                  <a:extLst>
                    <a:ext uri="{FF2B5EF4-FFF2-40B4-BE49-F238E27FC236}">
                      <a16:creationId xmlns:a16="http://schemas.microsoft.com/office/drawing/2014/main" id="{4FD8C1E5-F37C-1998-3C82-1151CC9EB062}"/>
                    </a:ext>
                  </a:extLst>
                </p:cNvPr>
                <p:cNvSpPr/>
                <p:nvPr/>
              </p:nvSpPr>
              <p:spPr>
                <a:xfrm rot="-4952159">
                  <a:off x="8322502" y="2579532"/>
                  <a:ext cx="122361" cy="122361"/>
                </a:xfrm>
                <a:custGeom>
                  <a:avLst/>
                  <a:gdLst>
                    <a:gd name="connsiteX0" fmla="*/ 122361 w 122361"/>
                    <a:gd name="connsiteY0" fmla="*/ 61181 h 122361"/>
                    <a:gd name="connsiteX1" fmla="*/ 61181 w 122361"/>
                    <a:gd name="connsiteY1" fmla="*/ 122361 h 122361"/>
                    <a:gd name="connsiteX2" fmla="*/ 0 w 122361"/>
                    <a:gd name="connsiteY2" fmla="*/ 61181 h 122361"/>
                    <a:gd name="connsiteX3" fmla="*/ 61181 w 122361"/>
                    <a:gd name="connsiteY3" fmla="*/ 0 h 122361"/>
                    <a:gd name="connsiteX4" fmla="*/ 122361 w 122361"/>
                    <a:gd name="connsiteY4" fmla="*/ 61181 h 1223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1" h="122361">
                      <a:moveTo>
                        <a:pt x="122361" y="61181"/>
                      </a:moveTo>
                      <a:cubicBezTo>
                        <a:pt x="122361" y="94970"/>
                        <a:pt x="94970" y="122361"/>
                        <a:pt x="61181" y="122361"/>
                      </a:cubicBezTo>
                      <a:cubicBezTo>
                        <a:pt x="27391" y="122361"/>
                        <a:pt x="0" y="94970"/>
                        <a:pt x="0" y="61181"/>
                      </a:cubicBezTo>
                      <a:cubicBezTo>
                        <a:pt x="0" y="27392"/>
                        <a:pt x="27391" y="0"/>
                        <a:pt x="61181" y="0"/>
                      </a:cubicBezTo>
                      <a:cubicBezTo>
                        <a:pt x="94970" y="0"/>
                        <a:pt x="122361" y="27392"/>
                        <a:pt x="122361" y="61181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0" name="任意多边形: 形状 249">
                  <a:extLst>
                    <a:ext uri="{FF2B5EF4-FFF2-40B4-BE49-F238E27FC236}">
                      <a16:creationId xmlns:a16="http://schemas.microsoft.com/office/drawing/2014/main" id="{7302A8E6-FFB2-0AB1-A02E-597022C17AF8}"/>
                    </a:ext>
                  </a:extLst>
                </p:cNvPr>
                <p:cNvSpPr/>
                <p:nvPr/>
              </p:nvSpPr>
              <p:spPr>
                <a:xfrm rot="-4846898">
                  <a:off x="8571353" y="2579271"/>
                  <a:ext cx="122366" cy="122366"/>
                </a:xfrm>
                <a:custGeom>
                  <a:avLst/>
                  <a:gdLst>
                    <a:gd name="connsiteX0" fmla="*/ 122367 w 122366"/>
                    <a:gd name="connsiteY0" fmla="*/ 61183 h 122366"/>
                    <a:gd name="connsiteX1" fmla="*/ 61183 w 122366"/>
                    <a:gd name="connsiteY1" fmla="*/ 122366 h 122366"/>
                    <a:gd name="connsiteX2" fmla="*/ 0 w 122366"/>
                    <a:gd name="connsiteY2" fmla="*/ 61183 h 122366"/>
                    <a:gd name="connsiteX3" fmla="*/ 61183 w 122366"/>
                    <a:gd name="connsiteY3" fmla="*/ 0 h 122366"/>
                    <a:gd name="connsiteX4" fmla="*/ 122367 w 122366"/>
                    <a:gd name="connsiteY4" fmla="*/ 61183 h 1223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6" h="122366">
                      <a:moveTo>
                        <a:pt x="122367" y="61183"/>
                      </a:moveTo>
                      <a:cubicBezTo>
                        <a:pt x="122367" y="94974"/>
                        <a:pt x="94974" y="122366"/>
                        <a:pt x="61183" y="122366"/>
                      </a:cubicBezTo>
                      <a:cubicBezTo>
                        <a:pt x="27393" y="122366"/>
                        <a:pt x="0" y="94974"/>
                        <a:pt x="0" y="61183"/>
                      </a:cubicBezTo>
                      <a:cubicBezTo>
                        <a:pt x="0" y="27393"/>
                        <a:pt x="27393" y="0"/>
                        <a:pt x="61183" y="0"/>
                      </a:cubicBezTo>
                      <a:cubicBezTo>
                        <a:pt x="94974" y="0"/>
                        <a:pt x="122367" y="27393"/>
                        <a:pt x="122367" y="61183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8" name="图形 8">
                <a:extLst>
                  <a:ext uri="{FF2B5EF4-FFF2-40B4-BE49-F238E27FC236}">
                    <a16:creationId xmlns:a16="http://schemas.microsoft.com/office/drawing/2014/main" id="{F18851ED-28C1-4725-94D1-2F34772A5174}"/>
                  </a:ext>
                </a:extLst>
              </p:cNvPr>
              <p:cNvGrpSpPr/>
              <p:nvPr/>
            </p:nvGrpSpPr>
            <p:grpSpPr>
              <a:xfrm>
                <a:off x="9537026" y="4200779"/>
                <a:ext cx="858901" cy="871143"/>
                <a:chOff x="9537026" y="4200779"/>
                <a:chExt cx="858901" cy="871143"/>
              </a:xfrm>
              <a:solidFill>
                <a:srgbClr val="FBF5E2"/>
              </a:solidFill>
            </p:grpSpPr>
            <p:sp>
              <p:nvSpPr>
                <p:cNvPr id="219" name="任意多边形: 形状 218">
                  <a:extLst>
                    <a:ext uri="{FF2B5EF4-FFF2-40B4-BE49-F238E27FC236}">
                      <a16:creationId xmlns:a16="http://schemas.microsoft.com/office/drawing/2014/main" id="{F826ED92-46CA-C28D-104C-CA474CAD9F6C}"/>
                    </a:ext>
                  </a:extLst>
                </p:cNvPr>
                <p:cNvSpPr/>
                <p:nvPr/>
              </p:nvSpPr>
              <p:spPr>
                <a:xfrm>
                  <a:off x="10025030" y="4200779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0" name="任意多边形: 形状 219">
                  <a:extLst>
                    <a:ext uri="{FF2B5EF4-FFF2-40B4-BE49-F238E27FC236}">
                      <a16:creationId xmlns:a16="http://schemas.microsoft.com/office/drawing/2014/main" id="{C11DBB48-1478-20D1-4B25-AFD81C39F683}"/>
                    </a:ext>
                  </a:extLst>
                </p:cNvPr>
                <p:cNvSpPr/>
                <p:nvPr/>
              </p:nvSpPr>
              <p:spPr>
                <a:xfrm>
                  <a:off x="10025030" y="4461630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3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3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1" name="任意多边形: 形状 220">
                  <a:extLst>
                    <a:ext uri="{FF2B5EF4-FFF2-40B4-BE49-F238E27FC236}">
                      <a16:creationId xmlns:a16="http://schemas.microsoft.com/office/drawing/2014/main" id="{9B063C3F-1CDD-4F5B-FF00-5D4182297239}"/>
                    </a:ext>
                  </a:extLst>
                </p:cNvPr>
                <p:cNvSpPr/>
                <p:nvPr/>
              </p:nvSpPr>
              <p:spPr>
                <a:xfrm>
                  <a:off x="10273563" y="4200779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3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3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2"/>
                        <a:pt x="94973" y="122364"/>
                        <a:pt x="61183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3" y="0"/>
                      </a:cubicBezTo>
                      <a:cubicBezTo>
                        <a:pt x="94973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2" name="任意多边形: 形状 221">
                  <a:extLst>
                    <a:ext uri="{FF2B5EF4-FFF2-40B4-BE49-F238E27FC236}">
                      <a16:creationId xmlns:a16="http://schemas.microsoft.com/office/drawing/2014/main" id="{8A908538-4CA6-6907-43C6-D0A050214D21}"/>
                    </a:ext>
                  </a:extLst>
                </p:cNvPr>
                <p:cNvSpPr/>
                <p:nvPr/>
              </p:nvSpPr>
              <p:spPr>
                <a:xfrm>
                  <a:off x="10273563" y="4461630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3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3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3"/>
                        <a:pt x="94973" y="122365"/>
                        <a:pt x="61183" y="122365"/>
                      </a:cubicBezTo>
                      <a:cubicBezTo>
                        <a:pt x="27392" y="122365"/>
                        <a:pt x="0" y="94973"/>
                        <a:pt x="0" y="61182"/>
                      </a:cubicBezTo>
                      <a:cubicBezTo>
                        <a:pt x="0" y="27392"/>
                        <a:pt x="27392" y="0"/>
                        <a:pt x="61183" y="0"/>
                      </a:cubicBezTo>
                      <a:cubicBezTo>
                        <a:pt x="94973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3" name="任意多边形: 形状 222">
                  <a:extLst>
                    <a:ext uri="{FF2B5EF4-FFF2-40B4-BE49-F238E27FC236}">
                      <a16:creationId xmlns:a16="http://schemas.microsoft.com/office/drawing/2014/main" id="{70F442FB-65B4-FBA2-67CD-6E039F955BF3}"/>
                    </a:ext>
                  </a:extLst>
                </p:cNvPr>
                <p:cNvSpPr/>
                <p:nvPr/>
              </p:nvSpPr>
              <p:spPr>
                <a:xfrm>
                  <a:off x="10025030" y="4718024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4" name="任意多边形: 形状 223">
                  <a:extLst>
                    <a:ext uri="{FF2B5EF4-FFF2-40B4-BE49-F238E27FC236}">
                      <a16:creationId xmlns:a16="http://schemas.microsoft.com/office/drawing/2014/main" id="{5C3C477E-A068-B64E-00C4-C7C02D07B3E0}"/>
                    </a:ext>
                  </a:extLst>
                </p:cNvPr>
                <p:cNvSpPr/>
                <p:nvPr/>
              </p:nvSpPr>
              <p:spPr>
                <a:xfrm>
                  <a:off x="10273563" y="4718024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3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3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2"/>
                        <a:pt x="94973" y="122364"/>
                        <a:pt x="61183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3" y="0"/>
                      </a:cubicBezTo>
                      <a:cubicBezTo>
                        <a:pt x="94973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5" name="任意多边形: 形状 224">
                  <a:extLst>
                    <a:ext uri="{FF2B5EF4-FFF2-40B4-BE49-F238E27FC236}">
                      <a16:creationId xmlns:a16="http://schemas.microsoft.com/office/drawing/2014/main" id="{D6B4CBC5-0030-8A6F-EBD5-0FC98A6DDEB4}"/>
                    </a:ext>
                  </a:extLst>
                </p:cNvPr>
                <p:cNvSpPr/>
                <p:nvPr/>
              </p:nvSpPr>
              <p:spPr>
                <a:xfrm>
                  <a:off x="9537026" y="4200779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-1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-1" y="94972"/>
                        <a:pt x="-1" y="61182"/>
                      </a:cubicBezTo>
                      <a:cubicBezTo>
                        <a:pt x="-1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6" name="任意多边形: 形状 225">
                  <a:extLst>
                    <a:ext uri="{FF2B5EF4-FFF2-40B4-BE49-F238E27FC236}">
                      <a16:creationId xmlns:a16="http://schemas.microsoft.com/office/drawing/2014/main" id="{B392FBA7-C61C-D529-08B4-3DBF6BD078F9}"/>
                    </a:ext>
                  </a:extLst>
                </p:cNvPr>
                <p:cNvSpPr/>
                <p:nvPr/>
              </p:nvSpPr>
              <p:spPr>
                <a:xfrm>
                  <a:off x="9537026" y="4461630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-1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3"/>
                        <a:pt x="94972" y="122365"/>
                        <a:pt x="61182" y="122365"/>
                      </a:cubicBezTo>
                      <a:cubicBezTo>
                        <a:pt x="27392" y="122365"/>
                        <a:pt x="-1" y="94973"/>
                        <a:pt x="-1" y="61182"/>
                      </a:cubicBezTo>
                      <a:cubicBezTo>
                        <a:pt x="-1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7" name="任意多边形: 形状 226">
                  <a:extLst>
                    <a:ext uri="{FF2B5EF4-FFF2-40B4-BE49-F238E27FC236}">
                      <a16:creationId xmlns:a16="http://schemas.microsoft.com/office/drawing/2014/main" id="{D5CE27A1-BEBC-09EF-F38E-CB7AEC7B9E89}"/>
                    </a:ext>
                  </a:extLst>
                </p:cNvPr>
                <p:cNvSpPr/>
                <p:nvPr/>
              </p:nvSpPr>
              <p:spPr>
                <a:xfrm>
                  <a:off x="9785559" y="4200779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8" name="任意多边形: 形状 227">
                  <a:extLst>
                    <a:ext uri="{FF2B5EF4-FFF2-40B4-BE49-F238E27FC236}">
                      <a16:creationId xmlns:a16="http://schemas.microsoft.com/office/drawing/2014/main" id="{44DB4842-1E68-AE00-9645-107660D8DF12}"/>
                    </a:ext>
                  </a:extLst>
                </p:cNvPr>
                <p:cNvSpPr/>
                <p:nvPr/>
              </p:nvSpPr>
              <p:spPr>
                <a:xfrm>
                  <a:off x="9785559" y="4461630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3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3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9" name="任意多边形: 形状 228">
                  <a:extLst>
                    <a:ext uri="{FF2B5EF4-FFF2-40B4-BE49-F238E27FC236}">
                      <a16:creationId xmlns:a16="http://schemas.microsoft.com/office/drawing/2014/main" id="{26598C9B-A229-CB36-0B33-336020D925DD}"/>
                    </a:ext>
                  </a:extLst>
                </p:cNvPr>
                <p:cNvSpPr/>
                <p:nvPr/>
              </p:nvSpPr>
              <p:spPr>
                <a:xfrm>
                  <a:off x="9537026" y="4718024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-1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-1" y="94972"/>
                        <a:pt x="-1" y="61182"/>
                      </a:cubicBezTo>
                      <a:cubicBezTo>
                        <a:pt x="-1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0" name="任意多边形: 形状 229">
                  <a:extLst>
                    <a:ext uri="{FF2B5EF4-FFF2-40B4-BE49-F238E27FC236}">
                      <a16:creationId xmlns:a16="http://schemas.microsoft.com/office/drawing/2014/main" id="{FDAA8022-46E8-A0B9-3F82-D74F7C5A0348}"/>
                    </a:ext>
                  </a:extLst>
                </p:cNvPr>
                <p:cNvSpPr/>
                <p:nvPr/>
              </p:nvSpPr>
              <p:spPr>
                <a:xfrm>
                  <a:off x="9785559" y="4718024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1" name="任意多边形: 形状 230">
                  <a:extLst>
                    <a:ext uri="{FF2B5EF4-FFF2-40B4-BE49-F238E27FC236}">
                      <a16:creationId xmlns:a16="http://schemas.microsoft.com/office/drawing/2014/main" id="{C7E863E9-9E2D-8BF9-DF80-8A218C8B9F29}"/>
                    </a:ext>
                  </a:extLst>
                </p:cNvPr>
                <p:cNvSpPr/>
                <p:nvPr/>
              </p:nvSpPr>
              <p:spPr>
                <a:xfrm>
                  <a:off x="10025030" y="4949558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3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3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2" name="任意多边形: 形状 231">
                  <a:extLst>
                    <a:ext uri="{FF2B5EF4-FFF2-40B4-BE49-F238E27FC236}">
                      <a16:creationId xmlns:a16="http://schemas.microsoft.com/office/drawing/2014/main" id="{464CFF65-3AF6-6090-9050-4435C7647B14}"/>
                    </a:ext>
                  </a:extLst>
                </p:cNvPr>
                <p:cNvSpPr/>
                <p:nvPr/>
              </p:nvSpPr>
              <p:spPr>
                <a:xfrm>
                  <a:off x="10273563" y="4949558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3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3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3"/>
                        <a:pt x="94973" y="122365"/>
                        <a:pt x="61183" y="122365"/>
                      </a:cubicBezTo>
                      <a:cubicBezTo>
                        <a:pt x="27392" y="122365"/>
                        <a:pt x="0" y="94973"/>
                        <a:pt x="0" y="61182"/>
                      </a:cubicBezTo>
                      <a:cubicBezTo>
                        <a:pt x="0" y="27392"/>
                        <a:pt x="27392" y="0"/>
                        <a:pt x="61183" y="0"/>
                      </a:cubicBezTo>
                      <a:cubicBezTo>
                        <a:pt x="94973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3" name="任意多边形: 形状 232">
                  <a:extLst>
                    <a:ext uri="{FF2B5EF4-FFF2-40B4-BE49-F238E27FC236}">
                      <a16:creationId xmlns:a16="http://schemas.microsoft.com/office/drawing/2014/main" id="{FD77DB44-08E3-626C-F570-41423A1474DE}"/>
                    </a:ext>
                  </a:extLst>
                </p:cNvPr>
                <p:cNvSpPr/>
                <p:nvPr/>
              </p:nvSpPr>
              <p:spPr>
                <a:xfrm>
                  <a:off x="9537026" y="4949558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-1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3"/>
                        <a:pt x="94972" y="122365"/>
                        <a:pt x="61182" y="122365"/>
                      </a:cubicBezTo>
                      <a:cubicBezTo>
                        <a:pt x="27392" y="122365"/>
                        <a:pt x="-1" y="94973"/>
                        <a:pt x="-1" y="61182"/>
                      </a:cubicBezTo>
                      <a:cubicBezTo>
                        <a:pt x="-1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4" name="任意多边形: 形状 233">
                  <a:extLst>
                    <a:ext uri="{FF2B5EF4-FFF2-40B4-BE49-F238E27FC236}">
                      <a16:creationId xmlns:a16="http://schemas.microsoft.com/office/drawing/2014/main" id="{F65A4709-970B-6C8A-9B3F-1C5F4155BE71}"/>
                    </a:ext>
                  </a:extLst>
                </p:cNvPr>
                <p:cNvSpPr/>
                <p:nvPr/>
              </p:nvSpPr>
              <p:spPr>
                <a:xfrm>
                  <a:off x="9785559" y="4949558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3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3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89" name="任意多边形: 形状 188">
                <a:extLst>
                  <a:ext uri="{FF2B5EF4-FFF2-40B4-BE49-F238E27FC236}">
                    <a16:creationId xmlns:a16="http://schemas.microsoft.com/office/drawing/2014/main" id="{C8EEBFFF-00A7-DA8F-B3F7-48193BD1DFCD}"/>
                  </a:ext>
                </a:extLst>
              </p:cNvPr>
              <p:cNvSpPr/>
              <p:nvPr/>
            </p:nvSpPr>
            <p:spPr>
              <a:xfrm>
                <a:off x="6962343" y="463797"/>
                <a:ext cx="865555" cy="865555"/>
              </a:xfrm>
              <a:custGeom>
                <a:avLst/>
                <a:gdLst>
                  <a:gd name="connsiteX0" fmla="*/ 0 w 865555"/>
                  <a:gd name="connsiteY0" fmla="*/ 865549 h 865555"/>
                  <a:gd name="connsiteX1" fmla="*/ 0 w 865555"/>
                  <a:gd name="connsiteY1" fmla="*/ 0 h 865555"/>
                  <a:gd name="connsiteX2" fmla="*/ 865556 w 865555"/>
                  <a:gd name="connsiteY2" fmla="*/ 0 h 865555"/>
                  <a:gd name="connsiteX3" fmla="*/ 865556 w 865555"/>
                  <a:gd name="connsiteY3" fmla="*/ 377673 h 865555"/>
                  <a:gd name="connsiteX4" fmla="*/ 377672 w 865555"/>
                  <a:gd name="connsiteY4" fmla="*/ 865556 h 865555"/>
                  <a:gd name="connsiteX5" fmla="*/ 0 w 865555"/>
                  <a:gd name="connsiteY5" fmla="*/ 865556 h 865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65555" h="865555">
                    <a:moveTo>
                      <a:pt x="0" y="865549"/>
                    </a:moveTo>
                    <a:lnTo>
                      <a:pt x="0" y="0"/>
                    </a:lnTo>
                    <a:lnTo>
                      <a:pt x="865556" y="0"/>
                    </a:lnTo>
                    <a:lnTo>
                      <a:pt x="865556" y="377673"/>
                    </a:lnTo>
                    <a:cubicBezTo>
                      <a:pt x="865556" y="647122"/>
                      <a:pt x="647122" y="865556"/>
                      <a:pt x="377672" y="865556"/>
                    </a:cubicBezTo>
                    <a:lnTo>
                      <a:pt x="0" y="865556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0" name="任意多边形: 形状 189">
                <a:extLst>
                  <a:ext uri="{FF2B5EF4-FFF2-40B4-BE49-F238E27FC236}">
                    <a16:creationId xmlns:a16="http://schemas.microsoft.com/office/drawing/2014/main" id="{7A1352E6-046B-2F7F-5F8E-09C2AB171C47}"/>
                  </a:ext>
                </a:extLst>
              </p:cNvPr>
              <p:cNvSpPr/>
              <p:nvPr/>
            </p:nvSpPr>
            <p:spPr>
              <a:xfrm>
                <a:off x="9952316" y="473538"/>
                <a:ext cx="593890" cy="1179334"/>
              </a:xfrm>
              <a:custGeom>
                <a:avLst/>
                <a:gdLst>
                  <a:gd name="connsiteX0" fmla="*/ 0 w 593890"/>
                  <a:gd name="connsiteY0" fmla="*/ 589667 h 1179334"/>
                  <a:gd name="connsiteX1" fmla="*/ 593890 w 593890"/>
                  <a:gd name="connsiteY1" fmla="*/ 0 h 1179334"/>
                  <a:gd name="connsiteX2" fmla="*/ 593890 w 593890"/>
                  <a:gd name="connsiteY2" fmla="*/ 1179335 h 1179334"/>
                  <a:gd name="connsiteX3" fmla="*/ 0 w 593890"/>
                  <a:gd name="connsiteY3" fmla="*/ 589667 h 1179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3890" h="1179334">
                    <a:moveTo>
                      <a:pt x="0" y="589667"/>
                    </a:moveTo>
                    <a:cubicBezTo>
                      <a:pt x="0" y="264001"/>
                      <a:pt x="265894" y="0"/>
                      <a:pt x="593890" y="0"/>
                    </a:cubicBezTo>
                    <a:lnTo>
                      <a:pt x="593890" y="1179335"/>
                    </a:lnTo>
                    <a:cubicBezTo>
                      <a:pt x="265894" y="1179341"/>
                      <a:pt x="0" y="915334"/>
                      <a:pt x="0" y="589667"/>
                    </a:cubicBezTo>
                    <a:close/>
                  </a:path>
                </a:pathLst>
              </a:custGeom>
              <a:solidFill>
                <a:srgbClr val="E9A65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1" name="任意多边形: 形状 190">
                <a:extLst>
                  <a:ext uri="{FF2B5EF4-FFF2-40B4-BE49-F238E27FC236}">
                    <a16:creationId xmlns:a16="http://schemas.microsoft.com/office/drawing/2014/main" id="{70DAD850-6004-D076-538F-40761CD08DF9}"/>
                  </a:ext>
                </a:extLst>
              </p:cNvPr>
              <p:cNvSpPr/>
              <p:nvPr/>
            </p:nvSpPr>
            <p:spPr>
              <a:xfrm>
                <a:off x="9351181" y="464210"/>
                <a:ext cx="589667" cy="1194498"/>
              </a:xfrm>
              <a:custGeom>
                <a:avLst/>
                <a:gdLst>
                  <a:gd name="connsiteX0" fmla="*/ 589668 w 589667"/>
                  <a:gd name="connsiteY0" fmla="*/ 597249 h 1194498"/>
                  <a:gd name="connsiteX1" fmla="*/ 0 w 589667"/>
                  <a:gd name="connsiteY1" fmla="*/ 1194499 h 1194498"/>
                  <a:gd name="connsiteX2" fmla="*/ 0 w 589667"/>
                  <a:gd name="connsiteY2" fmla="*/ 0 h 1194498"/>
                  <a:gd name="connsiteX3" fmla="*/ 589668 w 589667"/>
                  <a:gd name="connsiteY3" fmla="*/ 597249 h 1194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9667" h="1194498">
                    <a:moveTo>
                      <a:pt x="589668" y="597249"/>
                    </a:moveTo>
                    <a:cubicBezTo>
                      <a:pt x="589668" y="927100"/>
                      <a:pt x="325666" y="1194499"/>
                      <a:pt x="0" y="1194499"/>
                    </a:cubicBezTo>
                    <a:lnTo>
                      <a:pt x="0" y="0"/>
                    </a:lnTo>
                    <a:cubicBezTo>
                      <a:pt x="325666" y="0"/>
                      <a:pt x="589668" y="267399"/>
                      <a:pt x="589668" y="597249"/>
                    </a:cubicBezTo>
                    <a:close/>
                  </a:path>
                </a:pathLst>
              </a:custGeom>
              <a:solidFill>
                <a:srgbClr val="1C1C6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192" name="图形 8">
                <a:extLst>
                  <a:ext uri="{FF2B5EF4-FFF2-40B4-BE49-F238E27FC236}">
                    <a16:creationId xmlns:a16="http://schemas.microsoft.com/office/drawing/2014/main" id="{4EFCD548-10AF-AF55-47D2-EEEE0F905DD6}"/>
                  </a:ext>
                </a:extLst>
              </p:cNvPr>
              <p:cNvGrpSpPr/>
              <p:nvPr/>
            </p:nvGrpSpPr>
            <p:grpSpPr>
              <a:xfrm>
                <a:off x="10660303" y="453428"/>
                <a:ext cx="1098403" cy="1208735"/>
                <a:chOff x="10660303" y="453428"/>
                <a:chExt cx="1098403" cy="1208735"/>
              </a:xfrm>
            </p:grpSpPr>
            <p:sp>
              <p:nvSpPr>
                <p:cNvPr id="210" name="任意多边形: 形状 209">
                  <a:extLst>
                    <a:ext uri="{FF2B5EF4-FFF2-40B4-BE49-F238E27FC236}">
                      <a16:creationId xmlns:a16="http://schemas.microsoft.com/office/drawing/2014/main" id="{904DA2F5-E84E-507E-92D8-0AA96E421770}"/>
                    </a:ext>
                  </a:extLst>
                </p:cNvPr>
                <p:cNvSpPr/>
                <p:nvPr/>
              </p:nvSpPr>
              <p:spPr>
                <a:xfrm>
                  <a:off x="11209642" y="453434"/>
                  <a:ext cx="6" cy="1208728"/>
                </a:xfrm>
                <a:custGeom>
                  <a:avLst/>
                  <a:gdLst>
                    <a:gd name="connsiteX0" fmla="*/ 6 w 6"/>
                    <a:gd name="connsiteY0" fmla="*/ 0 h 1208728"/>
                    <a:gd name="connsiteX1" fmla="*/ 0 w 6"/>
                    <a:gd name="connsiteY1" fmla="*/ 1208729 h 120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" h="1208728">
                      <a:moveTo>
                        <a:pt x="6" y="0"/>
                      </a:moveTo>
                      <a:lnTo>
                        <a:pt x="0" y="1208729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1" name="任意多边形: 形状 210">
                  <a:extLst>
                    <a:ext uri="{FF2B5EF4-FFF2-40B4-BE49-F238E27FC236}">
                      <a16:creationId xmlns:a16="http://schemas.microsoft.com/office/drawing/2014/main" id="{BAB7AEE6-81B8-513C-A5DC-9E50725725FD}"/>
                    </a:ext>
                  </a:extLst>
                </p:cNvPr>
                <p:cNvSpPr/>
                <p:nvPr/>
              </p:nvSpPr>
              <p:spPr>
                <a:xfrm>
                  <a:off x="11072361" y="453434"/>
                  <a:ext cx="6" cy="1208728"/>
                </a:xfrm>
                <a:custGeom>
                  <a:avLst/>
                  <a:gdLst>
                    <a:gd name="connsiteX0" fmla="*/ 7 w 6"/>
                    <a:gd name="connsiteY0" fmla="*/ 0 h 1208728"/>
                    <a:gd name="connsiteX1" fmla="*/ 0 w 6"/>
                    <a:gd name="connsiteY1" fmla="*/ 1208729 h 120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" h="1208728">
                      <a:moveTo>
                        <a:pt x="7" y="0"/>
                      </a:moveTo>
                      <a:lnTo>
                        <a:pt x="0" y="1208729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2" name="任意多边形: 形状 211">
                  <a:extLst>
                    <a:ext uri="{FF2B5EF4-FFF2-40B4-BE49-F238E27FC236}">
                      <a16:creationId xmlns:a16="http://schemas.microsoft.com/office/drawing/2014/main" id="{CE05932A-90DD-BD43-BE7E-F05F6E157783}"/>
                    </a:ext>
                  </a:extLst>
                </p:cNvPr>
                <p:cNvSpPr/>
                <p:nvPr/>
              </p:nvSpPr>
              <p:spPr>
                <a:xfrm>
                  <a:off x="10935169" y="453434"/>
                  <a:ext cx="6" cy="1208728"/>
                </a:xfrm>
                <a:custGeom>
                  <a:avLst/>
                  <a:gdLst>
                    <a:gd name="connsiteX0" fmla="*/ 6 w 6"/>
                    <a:gd name="connsiteY0" fmla="*/ 0 h 1208728"/>
                    <a:gd name="connsiteX1" fmla="*/ 0 w 6"/>
                    <a:gd name="connsiteY1" fmla="*/ 1208729 h 120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" h="1208728">
                      <a:moveTo>
                        <a:pt x="6" y="0"/>
                      </a:moveTo>
                      <a:lnTo>
                        <a:pt x="0" y="1208729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3" name="任意多边形: 形状 212">
                  <a:extLst>
                    <a:ext uri="{FF2B5EF4-FFF2-40B4-BE49-F238E27FC236}">
                      <a16:creationId xmlns:a16="http://schemas.microsoft.com/office/drawing/2014/main" id="{7FC757B8-6F67-E8D0-C107-C671BECBBC9A}"/>
                    </a:ext>
                  </a:extLst>
                </p:cNvPr>
                <p:cNvSpPr/>
                <p:nvPr/>
              </p:nvSpPr>
              <p:spPr>
                <a:xfrm>
                  <a:off x="10797781" y="453434"/>
                  <a:ext cx="6" cy="1208728"/>
                </a:xfrm>
                <a:custGeom>
                  <a:avLst/>
                  <a:gdLst>
                    <a:gd name="connsiteX0" fmla="*/ 6 w 6"/>
                    <a:gd name="connsiteY0" fmla="*/ 0 h 1208728"/>
                    <a:gd name="connsiteX1" fmla="*/ 0 w 6"/>
                    <a:gd name="connsiteY1" fmla="*/ 1208729 h 120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" h="1208728">
                      <a:moveTo>
                        <a:pt x="6" y="0"/>
                      </a:moveTo>
                      <a:lnTo>
                        <a:pt x="0" y="1208729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4" name="任意多边形: 形状 213">
                  <a:extLst>
                    <a:ext uri="{FF2B5EF4-FFF2-40B4-BE49-F238E27FC236}">
                      <a16:creationId xmlns:a16="http://schemas.microsoft.com/office/drawing/2014/main" id="{B2A0746D-8F32-BA82-B268-51B03DEC0BE1}"/>
                    </a:ext>
                  </a:extLst>
                </p:cNvPr>
                <p:cNvSpPr/>
                <p:nvPr/>
              </p:nvSpPr>
              <p:spPr>
                <a:xfrm>
                  <a:off x="10660303" y="453428"/>
                  <a:ext cx="6" cy="1208735"/>
                </a:xfrm>
                <a:custGeom>
                  <a:avLst/>
                  <a:gdLst>
                    <a:gd name="connsiteX0" fmla="*/ 6 w 6"/>
                    <a:gd name="connsiteY0" fmla="*/ 0 h 1208735"/>
                    <a:gd name="connsiteX1" fmla="*/ 0 w 6"/>
                    <a:gd name="connsiteY1" fmla="*/ 1208735 h 1208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" h="1208735">
                      <a:moveTo>
                        <a:pt x="6" y="0"/>
                      </a:moveTo>
                      <a:lnTo>
                        <a:pt x="0" y="1208735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5" name="任意多边形: 形状 214">
                  <a:extLst>
                    <a:ext uri="{FF2B5EF4-FFF2-40B4-BE49-F238E27FC236}">
                      <a16:creationId xmlns:a16="http://schemas.microsoft.com/office/drawing/2014/main" id="{BCE333F5-22D1-6059-84C2-D9BE97785E73}"/>
                    </a:ext>
                  </a:extLst>
                </p:cNvPr>
                <p:cNvSpPr/>
                <p:nvPr/>
              </p:nvSpPr>
              <p:spPr>
                <a:xfrm>
                  <a:off x="11758701" y="453434"/>
                  <a:ext cx="6" cy="1208728"/>
                </a:xfrm>
                <a:custGeom>
                  <a:avLst/>
                  <a:gdLst>
                    <a:gd name="connsiteX0" fmla="*/ 6 w 6"/>
                    <a:gd name="connsiteY0" fmla="*/ 0 h 1208728"/>
                    <a:gd name="connsiteX1" fmla="*/ 0 w 6"/>
                    <a:gd name="connsiteY1" fmla="*/ 1208729 h 120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" h="1208728">
                      <a:moveTo>
                        <a:pt x="6" y="0"/>
                      </a:moveTo>
                      <a:lnTo>
                        <a:pt x="0" y="1208729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6" name="任意多边形: 形状 215">
                  <a:extLst>
                    <a:ext uri="{FF2B5EF4-FFF2-40B4-BE49-F238E27FC236}">
                      <a16:creationId xmlns:a16="http://schemas.microsoft.com/office/drawing/2014/main" id="{79EDEC5A-AD8D-1019-594C-582F68B3D3C3}"/>
                    </a:ext>
                  </a:extLst>
                </p:cNvPr>
                <p:cNvSpPr/>
                <p:nvPr/>
              </p:nvSpPr>
              <p:spPr>
                <a:xfrm>
                  <a:off x="11621420" y="453434"/>
                  <a:ext cx="6" cy="1208728"/>
                </a:xfrm>
                <a:custGeom>
                  <a:avLst/>
                  <a:gdLst>
                    <a:gd name="connsiteX0" fmla="*/ 6 w 6"/>
                    <a:gd name="connsiteY0" fmla="*/ 0 h 1208728"/>
                    <a:gd name="connsiteX1" fmla="*/ 0 w 6"/>
                    <a:gd name="connsiteY1" fmla="*/ 1208729 h 120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" h="1208728">
                      <a:moveTo>
                        <a:pt x="6" y="0"/>
                      </a:moveTo>
                      <a:lnTo>
                        <a:pt x="0" y="1208729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7" name="任意多边形: 形状 216">
                  <a:extLst>
                    <a:ext uri="{FF2B5EF4-FFF2-40B4-BE49-F238E27FC236}">
                      <a16:creationId xmlns:a16="http://schemas.microsoft.com/office/drawing/2014/main" id="{6EBF0EA9-F8E8-DA02-DFBD-913E6914AEC5}"/>
                    </a:ext>
                  </a:extLst>
                </p:cNvPr>
                <p:cNvSpPr/>
                <p:nvPr/>
              </p:nvSpPr>
              <p:spPr>
                <a:xfrm>
                  <a:off x="11484229" y="453434"/>
                  <a:ext cx="6350" cy="1208728"/>
                </a:xfrm>
                <a:custGeom>
                  <a:avLst/>
                  <a:gdLst>
                    <a:gd name="connsiteX0" fmla="*/ 0 w 6350"/>
                    <a:gd name="connsiteY0" fmla="*/ 0 h 1208728"/>
                    <a:gd name="connsiteX1" fmla="*/ 0 w 6350"/>
                    <a:gd name="connsiteY1" fmla="*/ 1208729 h 120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350" h="1208728">
                      <a:moveTo>
                        <a:pt x="0" y="0"/>
                      </a:moveTo>
                      <a:lnTo>
                        <a:pt x="0" y="1208729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8" name="任意多边形: 形状 217">
                  <a:extLst>
                    <a:ext uri="{FF2B5EF4-FFF2-40B4-BE49-F238E27FC236}">
                      <a16:creationId xmlns:a16="http://schemas.microsoft.com/office/drawing/2014/main" id="{7D2643D0-8515-76D1-5743-508D8149C510}"/>
                    </a:ext>
                  </a:extLst>
                </p:cNvPr>
                <p:cNvSpPr/>
                <p:nvPr/>
              </p:nvSpPr>
              <p:spPr>
                <a:xfrm>
                  <a:off x="11346840" y="453434"/>
                  <a:ext cx="6" cy="1208728"/>
                </a:xfrm>
                <a:custGeom>
                  <a:avLst/>
                  <a:gdLst>
                    <a:gd name="connsiteX0" fmla="*/ 7 w 6"/>
                    <a:gd name="connsiteY0" fmla="*/ 0 h 1208728"/>
                    <a:gd name="connsiteX1" fmla="*/ 0 w 6"/>
                    <a:gd name="connsiteY1" fmla="*/ 1208729 h 120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" h="1208728">
                      <a:moveTo>
                        <a:pt x="7" y="0"/>
                      </a:moveTo>
                      <a:lnTo>
                        <a:pt x="0" y="1208729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93" name="任意多边形: 形状 192">
                <a:extLst>
                  <a:ext uri="{FF2B5EF4-FFF2-40B4-BE49-F238E27FC236}">
                    <a16:creationId xmlns:a16="http://schemas.microsoft.com/office/drawing/2014/main" id="{6952B15A-E792-B8C8-E4A9-691F71E63095}"/>
                  </a:ext>
                </a:extLst>
              </p:cNvPr>
              <p:cNvSpPr/>
              <p:nvPr/>
            </p:nvSpPr>
            <p:spPr>
              <a:xfrm>
                <a:off x="8559495" y="807167"/>
                <a:ext cx="376428" cy="482695"/>
              </a:xfrm>
              <a:custGeom>
                <a:avLst/>
                <a:gdLst>
                  <a:gd name="connsiteX0" fmla="*/ 0 w 376428"/>
                  <a:gd name="connsiteY0" fmla="*/ 0 h 482695"/>
                  <a:gd name="connsiteX1" fmla="*/ 376428 w 376428"/>
                  <a:gd name="connsiteY1" fmla="*/ 234188 h 482695"/>
                  <a:gd name="connsiteX2" fmla="*/ 0 w 376428"/>
                  <a:gd name="connsiteY2" fmla="*/ 482695 h 482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6428" h="482695">
                    <a:moveTo>
                      <a:pt x="0" y="0"/>
                    </a:moveTo>
                    <a:lnTo>
                      <a:pt x="376428" y="234188"/>
                    </a:lnTo>
                    <a:lnTo>
                      <a:pt x="0" y="482695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4" name="任意多边形: 形状 193">
                <a:extLst>
                  <a:ext uri="{FF2B5EF4-FFF2-40B4-BE49-F238E27FC236}">
                    <a16:creationId xmlns:a16="http://schemas.microsoft.com/office/drawing/2014/main" id="{A6EE1253-5A0D-C0E3-3AEC-275B7DCAF56D}"/>
                  </a:ext>
                </a:extLst>
              </p:cNvPr>
              <p:cNvSpPr/>
              <p:nvPr/>
            </p:nvSpPr>
            <p:spPr>
              <a:xfrm>
                <a:off x="8874912" y="807167"/>
                <a:ext cx="376428" cy="482695"/>
              </a:xfrm>
              <a:custGeom>
                <a:avLst/>
                <a:gdLst>
                  <a:gd name="connsiteX0" fmla="*/ 0 w 376428"/>
                  <a:gd name="connsiteY0" fmla="*/ 0 h 482695"/>
                  <a:gd name="connsiteX1" fmla="*/ 376428 w 376428"/>
                  <a:gd name="connsiteY1" fmla="*/ 234188 h 482695"/>
                  <a:gd name="connsiteX2" fmla="*/ 0 w 376428"/>
                  <a:gd name="connsiteY2" fmla="*/ 482695 h 482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6428" h="482695">
                    <a:moveTo>
                      <a:pt x="0" y="0"/>
                    </a:moveTo>
                    <a:lnTo>
                      <a:pt x="376428" y="234188"/>
                    </a:lnTo>
                    <a:lnTo>
                      <a:pt x="0" y="482695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5" name="任意多边形: 形状 194">
                <a:extLst>
                  <a:ext uri="{FF2B5EF4-FFF2-40B4-BE49-F238E27FC236}">
                    <a16:creationId xmlns:a16="http://schemas.microsoft.com/office/drawing/2014/main" id="{086A2CB2-D215-B782-1005-98F4DB4C215C}"/>
                  </a:ext>
                </a:extLst>
              </p:cNvPr>
              <p:cNvSpPr/>
              <p:nvPr/>
            </p:nvSpPr>
            <p:spPr>
              <a:xfrm>
                <a:off x="9199689" y="807167"/>
                <a:ext cx="376428" cy="482695"/>
              </a:xfrm>
              <a:custGeom>
                <a:avLst/>
                <a:gdLst>
                  <a:gd name="connsiteX0" fmla="*/ 0 w 376428"/>
                  <a:gd name="connsiteY0" fmla="*/ 0 h 482695"/>
                  <a:gd name="connsiteX1" fmla="*/ 376428 w 376428"/>
                  <a:gd name="connsiteY1" fmla="*/ 234188 h 482695"/>
                  <a:gd name="connsiteX2" fmla="*/ 0 w 376428"/>
                  <a:gd name="connsiteY2" fmla="*/ 482695 h 482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6428" h="482695">
                    <a:moveTo>
                      <a:pt x="0" y="0"/>
                    </a:moveTo>
                    <a:lnTo>
                      <a:pt x="376428" y="234188"/>
                    </a:lnTo>
                    <a:lnTo>
                      <a:pt x="0" y="482695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196" name="图形 8">
                <a:extLst>
                  <a:ext uri="{FF2B5EF4-FFF2-40B4-BE49-F238E27FC236}">
                    <a16:creationId xmlns:a16="http://schemas.microsoft.com/office/drawing/2014/main" id="{65CC6360-0D88-4907-A090-F9558F55E100}"/>
                  </a:ext>
                </a:extLst>
              </p:cNvPr>
              <p:cNvGrpSpPr/>
              <p:nvPr/>
            </p:nvGrpSpPr>
            <p:grpSpPr>
              <a:xfrm>
                <a:off x="6944779" y="5364041"/>
                <a:ext cx="1208735" cy="1098403"/>
                <a:chOff x="6944779" y="5364041"/>
                <a:chExt cx="1208735" cy="1098403"/>
              </a:xfrm>
            </p:grpSpPr>
            <p:sp>
              <p:nvSpPr>
                <p:cNvPr id="201" name="任意多边形: 形状 200">
                  <a:extLst>
                    <a:ext uri="{FF2B5EF4-FFF2-40B4-BE49-F238E27FC236}">
                      <a16:creationId xmlns:a16="http://schemas.microsoft.com/office/drawing/2014/main" id="{12839825-E62A-0BBD-2E9C-F73EDEAF6BDB}"/>
                    </a:ext>
                  </a:extLst>
                </p:cNvPr>
                <p:cNvSpPr/>
                <p:nvPr/>
              </p:nvSpPr>
              <p:spPr>
                <a:xfrm>
                  <a:off x="6944785" y="5913386"/>
                  <a:ext cx="1208728" cy="6350"/>
                </a:xfrm>
                <a:custGeom>
                  <a:avLst/>
                  <a:gdLst>
                    <a:gd name="connsiteX0" fmla="*/ 1208729 w 1208728"/>
                    <a:gd name="connsiteY0" fmla="*/ 0 h 6350"/>
                    <a:gd name="connsiteX1" fmla="*/ 0 w 1208728"/>
                    <a:gd name="connsiteY1" fmla="*/ 0 h 6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8" h="6350">
                      <a:moveTo>
                        <a:pt x="1208729" y="0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2" name="任意多边形: 形状 201">
                  <a:extLst>
                    <a:ext uri="{FF2B5EF4-FFF2-40B4-BE49-F238E27FC236}">
                      <a16:creationId xmlns:a16="http://schemas.microsoft.com/office/drawing/2014/main" id="{62E97DB8-9F86-2C1C-079A-5BBBA8883969}"/>
                    </a:ext>
                  </a:extLst>
                </p:cNvPr>
                <p:cNvSpPr/>
                <p:nvPr/>
              </p:nvSpPr>
              <p:spPr>
                <a:xfrm>
                  <a:off x="6944785" y="5776106"/>
                  <a:ext cx="1208728" cy="6350"/>
                </a:xfrm>
                <a:custGeom>
                  <a:avLst/>
                  <a:gdLst>
                    <a:gd name="connsiteX0" fmla="*/ 1208729 w 1208728"/>
                    <a:gd name="connsiteY0" fmla="*/ 0 h 6350"/>
                    <a:gd name="connsiteX1" fmla="*/ 0 w 1208728"/>
                    <a:gd name="connsiteY1" fmla="*/ 0 h 6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8" h="6350">
                      <a:moveTo>
                        <a:pt x="1208729" y="0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3" name="任意多边形: 形状 202">
                  <a:extLst>
                    <a:ext uri="{FF2B5EF4-FFF2-40B4-BE49-F238E27FC236}">
                      <a16:creationId xmlns:a16="http://schemas.microsoft.com/office/drawing/2014/main" id="{31D78BC8-76B3-1156-F159-75D469761B0D}"/>
                    </a:ext>
                  </a:extLst>
                </p:cNvPr>
                <p:cNvSpPr/>
                <p:nvPr/>
              </p:nvSpPr>
              <p:spPr>
                <a:xfrm>
                  <a:off x="6944785" y="5638907"/>
                  <a:ext cx="1208728" cy="6"/>
                </a:xfrm>
                <a:custGeom>
                  <a:avLst/>
                  <a:gdLst>
                    <a:gd name="connsiteX0" fmla="*/ 1208729 w 1208728"/>
                    <a:gd name="connsiteY0" fmla="*/ 6 h 6"/>
                    <a:gd name="connsiteX1" fmla="*/ 0 w 1208728"/>
                    <a:gd name="connsiteY1" fmla="*/ 0 h 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8" h="6">
                      <a:moveTo>
                        <a:pt x="1208729" y="6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4" name="任意多边形: 形状 203">
                  <a:extLst>
                    <a:ext uri="{FF2B5EF4-FFF2-40B4-BE49-F238E27FC236}">
                      <a16:creationId xmlns:a16="http://schemas.microsoft.com/office/drawing/2014/main" id="{ADD86068-7167-C593-6AC6-43BA99CF6581}"/>
                    </a:ext>
                  </a:extLst>
                </p:cNvPr>
                <p:cNvSpPr/>
                <p:nvPr/>
              </p:nvSpPr>
              <p:spPr>
                <a:xfrm>
                  <a:off x="6944785" y="5501525"/>
                  <a:ext cx="1208728" cy="6350"/>
                </a:xfrm>
                <a:custGeom>
                  <a:avLst/>
                  <a:gdLst>
                    <a:gd name="connsiteX0" fmla="*/ 1208729 w 1208728"/>
                    <a:gd name="connsiteY0" fmla="*/ 0 h 6350"/>
                    <a:gd name="connsiteX1" fmla="*/ 0 w 1208728"/>
                    <a:gd name="connsiteY1" fmla="*/ 0 h 6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8" h="6350">
                      <a:moveTo>
                        <a:pt x="1208729" y="0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5" name="任意多边形: 形状 204">
                  <a:extLst>
                    <a:ext uri="{FF2B5EF4-FFF2-40B4-BE49-F238E27FC236}">
                      <a16:creationId xmlns:a16="http://schemas.microsoft.com/office/drawing/2014/main" id="{6D4BD0D4-46FF-8F7B-58BA-ECCFF00DF42A}"/>
                    </a:ext>
                  </a:extLst>
                </p:cNvPr>
                <p:cNvSpPr/>
                <p:nvPr/>
              </p:nvSpPr>
              <p:spPr>
                <a:xfrm>
                  <a:off x="6944785" y="5364041"/>
                  <a:ext cx="1208728" cy="6"/>
                </a:xfrm>
                <a:custGeom>
                  <a:avLst/>
                  <a:gdLst>
                    <a:gd name="connsiteX0" fmla="*/ 1208729 w 1208728"/>
                    <a:gd name="connsiteY0" fmla="*/ 6 h 6"/>
                    <a:gd name="connsiteX1" fmla="*/ 0 w 1208728"/>
                    <a:gd name="connsiteY1" fmla="*/ 0 h 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8" h="6">
                      <a:moveTo>
                        <a:pt x="1208729" y="6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6" name="任意多边形: 形状 205">
                  <a:extLst>
                    <a:ext uri="{FF2B5EF4-FFF2-40B4-BE49-F238E27FC236}">
                      <a16:creationId xmlns:a16="http://schemas.microsoft.com/office/drawing/2014/main" id="{06D555FF-FE09-3B02-3DB6-7FADBF9FFC63}"/>
                    </a:ext>
                  </a:extLst>
                </p:cNvPr>
                <p:cNvSpPr/>
                <p:nvPr/>
              </p:nvSpPr>
              <p:spPr>
                <a:xfrm>
                  <a:off x="6944779" y="6462445"/>
                  <a:ext cx="1208728" cy="6350"/>
                </a:xfrm>
                <a:custGeom>
                  <a:avLst/>
                  <a:gdLst>
                    <a:gd name="connsiteX0" fmla="*/ 1208729 w 1208728"/>
                    <a:gd name="connsiteY0" fmla="*/ 0 h 6350"/>
                    <a:gd name="connsiteX1" fmla="*/ 0 w 1208728"/>
                    <a:gd name="connsiteY1" fmla="*/ 0 h 6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8" h="6350">
                      <a:moveTo>
                        <a:pt x="1208729" y="0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7" name="任意多边形: 形状 206">
                  <a:extLst>
                    <a:ext uri="{FF2B5EF4-FFF2-40B4-BE49-F238E27FC236}">
                      <a16:creationId xmlns:a16="http://schemas.microsoft.com/office/drawing/2014/main" id="{6BEE281C-EF66-B828-FDFA-E6D8010F20C9}"/>
                    </a:ext>
                  </a:extLst>
                </p:cNvPr>
                <p:cNvSpPr/>
                <p:nvPr/>
              </p:nvSpPr>
              <p:spPr>
                <a:xfrm>
                  <a:off x="6944785" y="6325165"/>
                  <a:ext cx="1208722" cy="6350"/>
                </a:xfrm>
                <a:custGeom>
                  <a:avLst/>
                  <a:gdLst>
                    <a:gd name="connsiteX0" fmla="*/ 1208722 w 1208722"/>
                    <a:gd name="connsiteY0" fmla="*/ 0 h 6350"/>
                    <a:gd name="connsiteX1" fmla="*/ 0 w 1208722"/>
                    <a:gd name="connsiteY1" fmla="*/ 0 h 6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2" h="6350">
                      <a:moveTo>
                        <a:pt x="1208722" y="0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8" name="任意多边形: 形状 207">
                  <a:extLst>
                    <a:ext uri="{FF2B5EF4-FFF2-40B4-BE49-F238E27FC236}">
                      <a16:creationId xmlns:a16="http://schemas.microsoft.com/office/drawing/2014/main" id="{60ECB24A-58C7-02F4-4523-5211186CBB3D}"/>
                    </a:ext>
                  </a:extLst>
                </p:cNvPr>
                <p:cNvSpPr/>
                <p:nvPr/>
              </p:nvSpPr>
              <p:spPr>
                <a:xfrm>
                  <a:off x="6944785" y="6187967"/>
                  <a:ext cx="1208722" cy="6"/>
                </a:xfrm>
                <a:custGeom>
                  <a:avLst/>
                  <a:gdLst>
                    <a:gd name="connsiteX0" fmla="*/ 1208722 w 1208722"/>
                    <a:gd name="connsiteY0" fmla="*/ 6 h 6"/>
                    <a:gd name="connsiteX1" fmla="*/ 0 w 1208722"/>
                    <a:gd name="connsiteY1" fmla="*/ 0 h 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2" h="6">
                      <a:moveTo>
                        <a:pt x="1208722" y="6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9" name="任意多边形: 形状 208">
                  <a:extLst>
                    <a:ext uri="{FF2B5EF4-FFF2-40B4-BE49-F238E27FC236}">
                      <a16:creationId xmlns:a16="http://schemas.microsoft.com/office/drawing/2014/main" id="{D1E1586B-FA2F-1491-16B2-2C79E8DFC46E}"/>
                    </a:ext>
                  </a:extLst>
                </p:cNvPr>
                <p:cNvSpPr/>
                <p:nvPr/>
              </p:nvSpPr>
              <p:spPr>
                <a:xfrm>
                  <a:off x="6944785" y="6050578"/>
                  <a:ext cx="1208722" cy="6"/>
                </a:xfrm>
                <a:custGeom>
                  <a:avLst/>
                  <a:gdLst>
                    <a:gd name="connsiteX0" fmla="*/ 1208722 w 1208722"/>
                    <a:gd name="connsiteY0" fmla="*/ 6 h 6"/>
                    <a:gd name="connsiteX1" fmla="*/ 0 w 1208722"/>
                    <a:gd name="connsiteY1" fmla="*/ 0 h 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2" h="6">
                      <a:moveTo>
                        <a:pt x="1208722" y="6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97" name="任意多边形: 形状 196">
                <a:extLst>
                  <a:ext uri="{FF2B5EF4-FFF2-40B4-BE49-F238E27FC236}">
                    <a16:creationId xmlns:a16="http://schemas.microsoft.com/office/drawing/2014/main" id="{E2C7B4D3-8E91-D199-092E-7D00892F64A8}"/>
                  </a:ext>
                </a:extLst>
              </p:cNvPr>
              <p:cNvSpPr/>
              <p:nvPr/>
            </p:nvSpPr>
            <p:spPr>
              <a:xfrm>
                <a:off x="9362961" y="2855385"/>
                <a:ext cx="1195875" cy="1195876"/>
              </a:xfrm>
              <a:custGeom>
                <a:avLst/>
                <a:gdLst>
                  <a:gd name="connsiteX0" fmla="*/ 0 w 1195875"/>
                  <a:gd name="connsiteY0" fmla="*/ 0 h 1195876"/>
                  <a:gd name="connsiteX1" fmla="*/ 0 w 1195875"/>
                  <a:gd name="connsiteY1" fmla="*/ 1937 h 1195876"/>
                  <a:gd name="connsiteX2" fmla="*/ 1193940 w 1195875"/>
                  <a:gd name="connsiteY2" fmla="*/ 1195877 h 1195876"/>
                  <a:gd name="connsiteX3" fmla="*/ 1195876 w 1195875"/>
                  <a:gd name="connsiteY3" fmla="*/ 1195877 h 1195876"/>
                  <a:gd name="connsiteX4" fmla="*/ 1195876 w 1195875"/>
                  <a:gd name="connsiteY4" fmla="*/ 1193940 h 1195876"/>
                  <a:gd name="connsiteX5" fmla="*/ 1936 w 1195875"/>
                  <a:gd name="connsiteY5" fmla="*/ 0 h 1195876"/>
                  <a:gd name="connsiteX6" fmla="*/ 0 w 1195875"/>
                  <a:gd name="connsiteY6" fmla="*/ 0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5875" h="1195876">
                    <a:moveTo>
                      <a:pt x="0" y="0"/>
                    </a:moveTo>
                    <a:lnTo>
                      <a:pt x="0" y="1937"/>
                    </a:lnTo>
                    <a:cubicBezTo>
                      <a:pt x="0" y="661327"/>
                      <a:pt x="534543" y="1195877"/>
                      <a:pt x="1193940" y="1195877"/>
                    </a:cubicBezTo>
                    <a:lnTo>
                      <a:pt x="1195876" y="1195877"/>
                    </a:lnTo>
                    <a:lnTo>
                      <a:pt x="1195876" y="1193940"/>
                    </a:lnTo>
                    <a:cubicBezTo>
                      <a:pt x="1195876" y="534550"/>
                      <a:pt x="661333" y="0"/>
                      <a:pt x="1936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9A65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8" name="任意多边形: 形状 197">
                <a:extLst>
                  <a:ext uri="{FF2B5EF4-FFF2-40B4-BE49-F238E27FC236}">
                    <a16:creationId xmlns:a16="http://schemas.microsoft.com/office/drawing/2014/main" id="{E2F3D597-9E60-4F42-7D9E-7946799643C2}"/>
                  </a:ext>
                </a:extLst>
              </p:cNvPr>
              <p:cNvSpPr/>
              <p:nvPr/>
            </p:nvSpPr>
            <p:spPr>
              <a:xfrm>
                <a:off x="7186383" y="2199855"/>
                <a:ext cx="970114" cy="141401"/>
              </a:xfrm>
              <a:custGeom>
                <a:avLst/>
                <a:gdLst>
                  <a:gd name="connsiteX0" fmla="*/ 0 w 970114"/>
                  <a:gd name="connsiteY0" fmla="*/ 0 h 141401"/>
                  <a:gd name="connsiteX1" fmla="*/ 970115 w 970114"/>
                  <a:gd name="connsiteY1" fmla="*/ 0 h 141401"/>
                  <a:gd name="connsiteX2" fmla="*/ 970115 w 970114"/>
                  <a:gd name="connsiteY2" fmla="*/ 141402 h 141401"/>
                  <a:gd name="connsiteX3" fmla="*/ 0 w 970114"/>
                  <a:gd name="connsiteY3" fmla="*/ 141402 h 141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0114" h="141401">
                    <a:moveTo>
                      <a:pt x="0" y="0"/>
                    </a:moveTo>
                    <a:lnTo>
                      <a:pt x="970115" y="0"/>
                    </a:lnTo>
                    <a:lnTo>
                      <a:pt x="970115" y="141402"/>
                    </a:lnTo>
                    <a:lnTo>
                      <a:pt x="0" y="141402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9" name="任意多边形: 形状 198">
                <a:extLst>
                  <a:ext uri="{FF2B5EF4-FFF2-40B4-BE49-F238E27FC236}">
                    <a16:creationId xmlns:a16="http://schemas.microsoft.com/office/drawing/2014/main" id="{88D31A3B-88A7-5B75-8987-52D10F3F063B}"/>
                  </a:ext>
                </a:extLst>
              </p:cNvPr>
              <p:cNvSpPr/>
              <p:nvPr/>
            </p:nvSpPr>
            <p:spPr>
              <a:xfrm>
                <a:off x="6969486" y="2523763"/>
                <a:ext cx="1187011" cy="141401"/>
              </a:xfrm>
              <a:custGeom>
                <a:avLst/>
                <a:gdLst>
                  <a:gd name="connsiteX0" fmla="*/ 0 w 1187011"/>
                  <a:gd name="connsiteY0" fmla="*/ 0 h 141401"/>
                  <a:gd name="connsiteX1" fmla="*/ 1187012 w 1187011"/>
                  <a:gd name="connsiteY1" fmla="*/ 0 h 141401"/>
                  <a:gd name="connsiteX2" fmla="*/ 1187012 w 1187011"/>
                  <a:gd name="connsiteY2" fmla="*/ 141402 h 141401"/>
                  <a:gd name="connsiteX3" fmla="*/ 0 w 1187011"/>
                  <a:gd name="connsiteY3" fmla="*/ 141402 h 141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7011" h="141401">
                    <a:moveTo>
                      <a:pt x="0" y="0"/>
                    </a:moveTo>
                    <a:lnTo>
                      <a:pt x="1187012" y="0"/>
                    </a:lnTo>
                    <a:lnTo>
                      <a:pt x="1187012" y="141402"/>
                    </a:lnTo>
                    <a:lnTo>
                      <a:pt x="0" y="141402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0" name="任意多边形: 形状 199">
                <a:extLst>
                  <a:ext uri="{FF2B5EF4-FFF2-40B4-BE49-F238E27FC236}">
                    <a16:creationId xmlns:a16="http://schemas.microsoft.com/office/drawing/2014/main" id="{1C0F1254-8BFE-CDA4-9BA8-271700DD8744}"/>
                  </a:ext>
                </a:extLst>
              </p:cNvPr>
              <p:cNvSpPr/>
              <p:nvPr/>
            </p:nvSpPr>
            <p:spPr>
              <a:xfrm>
                <a:off x="7421130" y="1869700"/>
                <a:ext cx="735368" cy="141401"/>
              </a:xfrm>
              <a:custGeom>
                <a:avLst/>
                <a:gdLst>
                  <a:gd name="connsiteX0" fmla="*/ 0 w 735368"/>
                  <a:gd name="connsiteY0" fmla="*/ 0 h 141401"/>
                  <a:gd name="connsiteX1" fmla="*/ 735368 w 735368"/>
                  <a:gd name="connsiteY1" fmla="*/ 0 h 141401"/>
                  <a:gd name="connsiteX2" fmla="*/ 735368 w 735368"/>
                  <a:gd name="connsiteY2" fmla="*/ 141402 h 141401"/>
                  <a:gd name="connsiteX3" fmla="*/ 0 w 735368"/>
                  <a:gd name="connsiteY3" fmla="*/ 141402 h 141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5368" h="141401">
                    <a:moveTo>
                      <a:pt x="0" y="0"/>
                    </a:moveTo>
                    <a:lnTo>
                      <a:pt x="735368" y="0"/>
                    </a:lnTo>
                    <a:lnTo>
                      <a:pt x="735368" y="141402"/>
                    </a:lnTo>
                    <a:lnTo>
                      <a:pt x="0" y="141402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5" name="016aed74-051e-4c15-b8e4-51c826cbacbf"/>
          <p:cNvSpPr>
            <a:spLocks noGrp="1"/>
          </p:cNvSpPr>
          <p:nvPr>
            <p:ph type="ctrTitle" hasCustomPrompt="1"/>
          </p:nvPr>
        </p:nvSpPr>
        <p:spPr>
          <a:xfrm>
            <a:off x="660399" y="1130300"/>
            <a:ext cx="6221665" cy="2920955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80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399" y="5580102"/>
            <a:ext cx="6221665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rgbClr val="000000"/>
                </a:solidFill>
              </a:defRPr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399" y="5857101"/>
            <a:ext cx="6221665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rgbClr val="000000"/>
                </a:solidFill>
              </a:defRPr>
            </a:lvl1pPr>
          </a:lstStyle>
          <a:p>
            <a:pPr lvl="0"/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 Master">
    <p:bg>
      <p:bgPr>
        <a:solidFill>
          <a:schemeClr val="accent1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A2B40703-2750-F87B-ED80-1E6511C5462F}"/>
              </a:ext>
            </a:extLst>
          </p:cNvPr>
          <p:cNvGrpSpPr/>
          <p:nvPr userDrawn="1"/>
        </p:nvGrpSpPr>
        <p:grpSpPr>
          <a:xfrm>
            <a:off x="-12700" y="613362"/>
            <a:ext cx="12204700" cy="6244638"/>
            <a:chOff x="-12700" y="613362"/>
            <a:chExt cx="12204700" cy="6244638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8FEDBDA-07F8-8728-934D-9AA4A2EB0C6A}"/>
                </a:ext>
              </a:extLst>
            </p:cNvPr>
            <p:cNvSpPr/>
            <p:nvPr userDrawn="1"/>
          </p:nvSpPr>
          <p:spPr>
            <a:xfrm>
              <a:off x="-12700" y="6538077"/>
              <a:ext cx="12204700" cy="31992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01317c66-5c9a-44ef-8e6a-f28294f1e6c6"/>
          <p:cNvSpPr>
            <a:spLocks noGrp="1"/>
          </p:cNvSpPr>
          <p:nvPr userDrawn="1"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5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6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7.xml"/><Relationship Id="rId2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8.xml"/><Relationship Id="rId2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9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0.xml"/><Relationship Id="rId2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1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2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3.xml"/><Relationship Id="rId2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4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5.xml"/><Relationship Id="rId2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6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7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8.xml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845155" y="1130300"/>
            <a:ext cx="6036910" cy="2339975"/>
          </a:xfrm>
        </p:spPr>
        <p:txBody>
          <a:bodyPr/>
          <a:lstStyle/>
          <a:p>
            <a:r>
              <a:rPr lang="zh-CN" altLang="en-US" sz="7200" dirty="0"/>
              <a:t>通用行业</a:t>
            </a:r>
            <a:br>
              <a:rPr lang="en-US" altLang="zh-CN" dirty="0"/>
            </a:br>
            <a:r>
              <a:rPr lang="zh-CN" altLang="en-US" dirty="0"/>
              <a:t>季度总结汇报</a:t>
            </a:r>
            <a:endParaRPr lang="en-US" dirty="0"/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847103" y="3719874"/>
            <a:ext cx="6034962" cy="547791"/>
          </a:xfrm>
        </p:spPr>
        <p:txBody>
          <a:bodyPr>
            <a:normAutofit/>
          </a:bodyPr>
          <a:lstStyle/>
          <a:p>
            <a:r>
              <a:rPr lang="zh-CN" altLang="en-US" dirty="0"/>
              <a:t>本季度通用行业总结汇报，涵盖主要业务进展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847103" y="5580102"/>
            <a:ext cx="5771593" cy="276999"/>
          </a:xfrm>
        </p:spPr>
        <p:txBody>
          <a:bodyPr/>
          <a:lstStyle/>
          <a:p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847103" y="5857101"/>
            <a:ext cx="5771593" cy="276999"/>
          </a:xfrm>
        </p:spPr>
        <p:txBody>
          <a:bodyPr/>
          <a:lstStyle/>
          <a:p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" name="组合 345">
            <a:extLst>
              <a:ext uri="{FF2B5EF4-FFF2-40B4-BE49-F238E27FC236}">
                <a16:creationId xmlns:a16="http://schemas.microsoft.com/office/drawing/2014/main" id="{BBCFCD3C-EDA5-03D4-E5D3-A158D6EFA421}"/>
              </a:ext>
            </a:extLst>
          </p:cNvPr>
          <p:cNvGrpSpPr/>
          <p:nvPr/>
        </p:nvGrpSpPr>
        <p:grpSpPr>
          <a:xfrm>
            <a:off x="-12700" y="196257"/>
            <a:ext cx="12204700" cy="6661743"/>
            <a:chOff x="-12700" y="196257"/>
            <a:chExt cx="12204700" cy="6661743"/>
          </a:xfrm>
        </p:grpSpPr>
        <p:sp>
          <p:nvSpPr>
            <p:cNvPr id="231" name="矩形 230">
              <a:extLst>
                <a:ext uri="{FF2B5EF4-FFF2-40B4-BE49-F238E27FC236}">
                  <a16:creationId xmlns:a16="http://schemas.microsoft.com/office/drawing/2014/main" id="{67F4B130-DB01-6BCA-1D5D-2BE9BCA518E9}"/>
                </a:ext>
              </a:extLst>
            </p:cNvPr>
            <p:cNvSpPr/>
            <p:nvPr/>
          </p:nvSpPr>
          <p:spPr>
            <a:xfrm>
              <a:off x="-12700" y="3727861"/>
              <a:ext cx="12204700" cy="31301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9" name="图形 8">
              <a:extLst>
                <a:ext uri="{FF2B5EF4-FFF2-40B4-BE49-F238E27FC236}">
                  <a16:creationId xmlns:a16="http://schemas.microsoft.com/office/drawing/2014/main" id="{B498C35E-86FD-0C75-6D04-4036A404ACE7}"/>
                </a:ext>
              </a:extLst>
            </p:cNvPr>
            <p:cNvGrpSpPr/>
            <p:nvPr/>
          </p:nvGrpSpPr>
          <p:grpSpPr>
            <a:xfrm flipH="1" flipV="1">
              <a:off x="637669" y="466942"/>
              <a:ext cx="4813927" cy="5753518"/>
              <a:chOff x="6944779" y="453428"/>
              <a:chExt cx="4813927" cy="6009016"/>
            </a:xfrm>
          </p:grpSpPr>
          <p:sp>
            <p:nvSpPr>
              <p:cNvPr id="20" name="任意多边形: 形状 19">
                <a:extLst>
                  <a:ext uri="{FF2B5EF4-FFF2-40B4-BE49-F238E27FC236}">
                    <a16:creationId xmlns:a16="http://schemas.microsoft.com/office/drawing/2014/main" id="{8077037B-99F6-E388-9457-D423EF7D3BBD}"/>
                  </a:ext>
                </a:extLst>
              </p:cNvPr>
              <p:cNvSpPr/>
              <p:nvPr/>
            </p:nvSpPr>
            <p:spPr>
              <a:xfrm rot="-5400000">
                <a:off x="8161471" y="2860456"/>
                <a:ext cx="1195870" cy="1195876"/>
              </a:xfrm>
              <a:custGeom>
                <a:avLst/>
                <a:gdLst>
                  <a:gd name="connsiteX0" fmla="*/ 0 w 1195870"/>
                  <a:gd name="connsiteY0" fmla="*/ 0 h 1195876"/>
                  <a:gd name="connsiteX1" fmla="*/ 1195871 w 1195870"/>
                  <a:gd name="connsiteY1" fmla="*/ 0 h 1195876"/>
                  <a:gd name="connsiteX2" fmla="*/ 1195871 w 1195870"/>
                  <a:gd name="connsiteY2" fmla="*/ 1195877 h 1195876"/>
                  <a:gd name="connsiteX3" fmla="*/ 0 w 1195870"/>
                  <a:gd name="connsiteY3" fmla="*/ 1195877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0" h="1195876">
                    <a:moveTo>
                      <a:pt x="0" y="0"/>
                    </a:moveTo>
                    <a:lnTo>
                      <a:pt x="1195871" y="0"/>
                    </a:lnTo>
                    <a:lnTo>
                      <a:pt x="1195871" y="1195877"/>
                    </a:lnTo>
                    <a:lnTo>
                      <a:pt x="0" y="1195877"/>
                    </a:lnTo>
                    <a:close/>
                  </a:path>
                </a:pathLst>
              </a:custGeom>
              <a:solidFill>
                <a:srgbClr val="DC424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F9C04038-9536-9930-B2FA-5BC508EBFF8A}"/>
                  </a:ext>
                </a:extLst>
              </p:cNvPr>
              <p:cNvSpPr/>
              <p:nvPr/>
            </p:nvSpPr>
            <p:spPr>
              <a:xfrm rot="-5400000">
                <a:off x="8161465" y="4056325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7 h 1195876"/>
                  <a:gd name="connsiteX3" fmla="*/ 0 w 1195876"/>
                  <a:gd name="connsiteY3" fmla="*/ 1195877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7"/>
                    </a:lnTo>
                    <a:lnTo>
                      <a:pt x="0" y="1195877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0F1EB9F0-FB20-346A-C084-F9A3A7A98D09}"/>
                  </a:ext>
                </a:extLst>
              </p:cNvPr>
              <p:cNvSpPr/>
              <p:nvPr/>
            </p:nvSpPr>
            <p:spPr>
              <a:xfrm>
                <a:off x="6962343" y="463797"/>
                <a:ext cx="1195876" cy="1195870"/>
              </a:xfrm>
              <a:custGeom>
                <a:avLst/>
                <a:gdLst>
                  <a:gd name="connsiteX0" fmla="*/ 0 w 1195876"/>
                  <a:gd name="connsiteY0" fmla="*/ 1195870 h 1195870"/>
                  <a:gd name="connsiteX1" fmla="*/ 0 w 1195876"/>
                  <a:gd name="connsiteY1" fmla="*/ 0 h 1195870"/>
                  <a:gd name="connsiteX2" fmla="*/ 1195877 w 1195876"/>
                  <a:gd name="connsiteY2" fmla="*/ 0 h 1195870"/>
                  <a:gd name="connsiteX3" fmla="*/ 1195877 w 1195876"/>
                  <a:gd name="connsiteY3" fmla="*/ 521799 h 1195870"/>
                  <a:gd name="connsiteX4" fmla="*/ 521805 w 1195876"/>
                  <a:gd name="connsiteY4" fmla="*/ 1195870 h 1195870"/>
                  <a:gd name="connsiteX5" fmla="*/ 0 w 1195876"/>
                  <a:gd name="connsiteY5" fmla="*/ 1195870 h 1195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5876" h="1195870">
                    <a:moveTo>
                      <a:pt x="0" y="1195870"/>
                    </a:moveTo>
                    <a:lnTo>
                      <a:pt x="0" y="0"/>
                    </a:lnTo>
                    <a:lnTo>
                      <a:pt x="1195877" y="0"/>
                    </a:lnTo>
                    <a:lnTo>
                      <a:pt x="1195877" y="521799"/>
                    </a:lnTo>
                    <a:cubicBezTo>
                      <a:pt x="1195877" y="894080"/>
                      <a:pt x="894087" y="1195870"/>
                      <a:pt x="521805" y="1195870"/>
                    </a:cubicBezTo>
                    <a:lnTo>
                      <a:pt x="0" y="1195870"/>
                    </a:lnTo>
                    <a:close/>
                  </a:path>
                </a:pathLst>
              </a:custGeom>
              <a:solidFill>
                <a:srgbClr val="EFC590">
                  <a:alpha val="7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8A4028BF-A4CC-C7F5-4740-B3CCEB3E983E}"/>
                  </a:ext>
                </a:extLst>
              </p:cNvPr>
              <p:cNvSpPr/>
              <p:nvPr/>
            </p:nvSpPr>
            <p:spPr>
              <a:xfrm rot="-5400000">
                <a:off x="6965583" y="2860458"/>
                <a:ext cx="1195870" cy="1195870"/>
              </a:xfrm>
              <a:custGeom>
                <a:avLst/>
                <a:gdLst>
                  <a:gd name="connsiteX0" fmla="*/ 0 w 1195870"/>
                  <a:gd name="connsiteY0" fmla="*/ 0 h 1195870"/>
                  <a:gd name="connsiteX1" fmla="*/ 1195871 w 1195870"/>
                  <a:gd name="connsiteY1" fmla="*/ 0 h 1195870"/>
                  <a:gd name="connsiteX2" fmla="*/ 1195871 w 1195870"/>
                  <a:gd name="connsiteY2" fmla="*/ 1195870 h 1195870"/>
                  <a:gd name="connsiteX3" fmla="*/ 0 w 1195870"/>
                  <a:gd name="connsiteY3" fmla="*/ 1195870 h 1195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0" h="1195870">
                    <a:moveTo>
                      <a:pt x="0" y="0"/>
                    </a:moveTo>
                    <a:lnTo>
                      <a:pt x="1195871" y="0"/>
                    </a:lnTo>
                    <a:lnTo>
                      <a:pt x="1195871" y="1195870"/>
                    </a:lnTo>
                    <a:lnTo>
                      <a:pt x="0" y="1195870"/>
                    </a:lnTo>
                    <a:close/>
                  </a:path>
                </a:pathLst>
              </a:custGeom>
              <a:solidFill>
                <a:srgbClr val="E9A65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2698433D-4348-05D3-10FA-BDCF4B109411}"/>
                  </a:ext>
                </a:extLst>
              </p:cNvPr>
              <p:cNvSpPr/>
              <p:nvPr/>
            </p:nvSpPr>
            <p:spPr>
              <a:xfrm rot="-5400000">
                <a:off x="6965577" y="4056327"/>
                <a:ext cx="1195876" cy="1195870"/>
              </a:xfrm>
              <a:custGeom>
                <a:avLst/>
                <a:gdLst>
                  <a:gd name="connsiteX0" fmla="*/ 0 w 1195876"/>
                  <a:gd name="connsiteY0" fmla="*/ 0 h 1195870"/>
                  <a:gd name="connsiteX1" fmla="*/ 1195877 w 1195876"/>
                  <a:gd name="connsiteY1" fmla="*/ 0 h 1195870"/>
                  <a:gd name="connsiteX2" fmla="*/ 1195877 w 1195876"/>
                  <a:gd name="connsiteY2" fmla="*/ 1195870 h 1195870"/>
                  <a:gd name="connsiteX3" fmla="*/ 0 w 1195876"/>
                  <a:gd name="connsiteY3" fmla="*/ 1195870 h 1195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0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0"/>
                    </a:lnTo>
                    <a:lnTo>
                      <a:pt x="0" y="1195870"/>
                    </a:lnTo>
                    <a:close/>
                  </a:path>
                </a:pathLst>
              </a:custGeom>
              <a:solidFill>
                <a:srgbClr val="DC424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6143D0B1-805C-7138-EEEA-71B826E0B90F}"/>
                  </a:ext>
                </a:extLst>
              </p:cNvPr>
              <p:cNvSpPr/>
              <p:nvPr/>
            </p:nvSpPr>
            <p:spPr>
              <a:xfrm rot="5400000">
                <a:off x="8158222" y="1659665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6 h 1195876"/>
                  <a:gd name="connsiteX3" fmla="*/ 0 w 1195876"/>
                  <a:gd name="connsiteY3" fmla="*/ 1195876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6"/>
                    </a:lnTo>
                    <a:lnTo>
                      <a:pt x="0" y="1195876"/>
                    </a:lnTo>
                    <a:close/>
                  </a:path>
                </a:pathLst>
              </a:custGeom>
              <a:solidFill>
                <a:srgbClr val="EFC590">
                  <a:alpha val="7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3B38290C-792A-723F-BED4-5B1836EFE663}"/>
                  </a:ext>
                </a:extLst>
              </p:cNvPr>
              <p:cNvSpPr/>
              <p:nvPr/>
            </p:nvSpPr>
            <p:spPr>
              <a:xfrm>
                <a:off x="8158226" y="463797"/>
                <a:ext cx="1195876" cy="1195870"/>
              </a:xfrm>
              <a:custGeom>
                <a:avLst/>
                <a:gdLst>
                  <a:gd name="connsiteX0" fmla="*/ 1195877 w 1195876"/>
                  <a:gd name="connsiteY0" fmla="*/ 0 h 1195870"/>
                  <a:gd name="connsiteX1" fmla="*/ 1195877 w 1195876"/>
                  <a:gd name="connsiteY1" fmla="*/ 1195870 h 1195870"/>
                  <a:gd name="connsiteX2" fmla="*/ 0 w 1195876"/>
                  <a:gd name="connsiteY2" fmla="*/ 1195870 h 1195870"/>
                  <a:gd name="connsiteX3" fmla="*/ 0 w 1195876"/>
                  <a:gd name="connsiteY3" fmla="*/ 597935 h 1195870"/>
                  <a:gd name="connsiteX4" fmla="*/ 597935 w 1195876"/>
                  <a:gd name="connsiteY4" fmla="*/ 0 h 1195870"/>
                  <a:gd name="connsiteX5" fmla="*/ 1195877 w 1195876"/>
                  <a:gd name="connsiteY5" fmla="*/ 0 h 1195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5876" h="1195870">
                    <a:moveTo>
                      <a:pt x="1195877" y="0"/>
                    </a:moveTo>
                    <a:lnTo>
                      <a:pt x="1195877" y="1195870"/>
                    </a:lnTo>
                    <a:lnTo>
                      <a:pt x="0" y="1195870"/>
                    </a:lnTo>
                    <a:lnTo>
                      <a:pt x="0" y="597935"/>
                    </a:lnTo>
                    <a:cubicBezTo>
                      <a:pt x="0" y="267703"/>
                      <a:pt x="267703" y="0"/>
                      <a:pt x="597935" y="0"/>
                    </a:cubicBezTo>
                    <a:lnTo>
                      <a:pt x="1195877" y="0"/>
                    </a:lnTo>
                    <a:close/>
                  </a:path>
                </a:pathLst>
              </a:custGeom>
              <a:solidFill>
                <a:srgbClr val="1C1C6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5E655DDD-DF24-DFF7-C3C3-FBC2E046B792}"/>
                  </a:ext>
                </a:extLst>
              </p:cNvPr>
              <p:cNvSpPr/>
              <p:nvPr/>
            </p:nvSpPr>
            <p:spPr>
              <a:xfrm rot="5400000">
                <a:off x="9354092" y="4051258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7 h 1195876"/>
                  <a:gd name="connsiteX3" fmla="*/ 0 w 1195876"/>
                  <a:gd name="connsiteY3" fmla="*/ 1195877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7"/>
                    </a:lnTo>
                    <a:lnTo>
                      <a:pt x="0" y="1195877"/>
                    </a:lnTo>
                    <a:close/>
                  </a:path>
                </a:pathLst>
              </a:custGeom>
              <a:solidFill>
                <a:srgbClr val="DC424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8" name="任意多边形: 形状 27">
                <a:extLst>
                  <a:ext uri="{FF2B5EF4-FFF2-40B4-BE49-F238E27FC236}">
                    <a16:creationId xmlns:a16="http://schemas.microsoft.com/office/drawing/2014/main" id="{F0F3F330-0FFF-C2AB-000D-3BDBF68BC6D8}"/>
                  </a:ext>
                </a:extLst>
              </p:cNvPr>
              <p:cNvSpPr/>
              <p:nvPr/>
            </p:nvSpPr>
            <p:spPr>
              <a:xfrm rot="5400000">
                <a:off x="9354090" y="1659668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6 h 1195876"/>
                  <a:gd name="connsiteX3" fmla="*/ 0 w 1195876"/>
                  <a:gd name="connsiteY3" fmla="*/ 1195876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6"/>
                    </a:lnTo>
                    <a:lnTo>
                      <a:pt x="0" y="1195876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" name="任意多边形: 形状 28">
                <a:extLst>
                  <a:ext uri="{FF2B5EF4-FFF2-40B4-BE49-F238E27FC236}">
                    <a16:creationId xmlns:a16="http://schemas.microsoft.com/office/drawing/2014/main" id="{F96AD06A-488C-B726-E5ED-B94E0E3F477D}"/>
                  </a:ext>
                </a:extLst>
              </p:cNvPr>
              <p:cNvSpPr/>
              <p:nvPr/>
            </p:nvSpPr>
            <p:spPr>
              <a:xfrm rot="5400000">
                <a:off x="9354098" y="463791"/>
                <a:ext cx="1195870" cy="1195876"/>
              </a:xfrm>
              <a:custGeom>
                <a:avLst/>
                <a:gdLst>
                  <a:gd name="connsiteX0" fmla="*/ 0 w 1195870"/>
                  <a:gd name="connsiteY0" fmla="*/ 0 h 1195876"/>
                  <a:gd name="connsiteX1" fmla="*/ 1195871 w 1195870"/>
                  <a:gd name="connsiteY1" fmla="*/ 0 h 1195876"/>
                  <a:gd name="connsiteX2" fmla="*/ 1195871 w 1195870"/>
                  <a:gd name="connsiteY2" fmla="*/ 1195876 h 1195876"/>
                  <a:gd name="connsiteX3" fmla="*/ 0 w 1195870"/>
                  <a:gd name="connsiteY3" fmla="*/ 1195876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0" h="1195876">
                    <a:moveTo>
                      <a:pt x="0" y="0"/>
                    </a:moveTo>
                    <a:lnTo>
                      <a:pt x="1195871" y="0"/>
                    </a:lnTo>
                    <a:lnTo>
                      <a:pt x="1195871" y="1195876"/>
                    </a:lnTo>
                    <a:lnTo>
                      <a:pt x="0" y="1195876"/>
                    </a:lnTo>
                    <a:close/>
                  </a:path>
                </a:pathLst>
              </a:custGeom>
              <a:solidFill>
                <a:srgbClr val="EFC590">
                  <a:alpha val="7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0" name="任意多边形: 形状 29">
                <a:extLst>
                  <a:ext uri="{FF2B5EF4-FFF2-40B4-BE49-F238E27FC236}">
                    <a16:creationId xmlns:a16="http://schemas.microsoft.com/office/drawing/2014/main" id="{DAA3ECB6-EE16-DD18-0616-AD91DDACCD3E}"/>
                  </a:ext>
                </a:extLst>
              </p:cNvPr>
              <p:cNvSpPr/>
              <p:nvPr/>
            </p:nvSpPr>
            <p:spPr>
              <a:xfrm rot="5400000">
                <a:off x="10546592" y="4051258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7 h 1195876"/>
                  <a:gd name="connsiteX3" fmla="*/ 0 w 1195876"/>
                  <a:gd name="connsiteY3" fmla="*/ 1195877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7"/>
                    </a:lnTo>
                    <a:lnTo>
                      <a:pt x="0" y="1195877"/>
                    </a:lnTo>
                    <a:close/>
                  </a:path>
                </a:pathLst>
              </a:custGeom>
              <a:solidFill>
                <a:srgbClr val="F9ECA4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1" name="任意多边形: 形状 30">
                <a:extLst>
                  <a:ext uri="{FF2B5EF4-FFF2-40B4-BE49-F238E27FC236}">
                    <a16:creationId xmlns:a16="http://schemas.microsoft.com/office/drawing/2014/main" id="{94C1510A-6B7F-D632-9C47-A8E84EF3FE61}"/>
                  </a:ext>
                </a:extLst>
              </p:cNvPr>
              <p:cNvSpPr/>
              <p:nvPr/>
            </p:nvSpPr>
            <p:spPr>
              <a:xfrm>
                <a:off x="10546594" y="2855379"/>
                <a:ext cx="1195876" cy="1195876"/>
              </a:xfrm>
              <a:custGeom>
                <a:avLst/>
                <a:gdLst>
                  <a:gd name="connsiteX0" fmla="*/ 0 w 1195876"/>
                  <a:gd name="connsiteY0" fmla="*/ 1195876 h 1195876"/>
                  <a:gd name="connsiteX1" fmla="*/ 0 w 1195876"/>
                  <a:gd name="connsiteY1" fmla="*/ 1193940 h 1195876"/>
                  <a:gd name="connsiteX2" fmla="*/ 1193940 w 1195876"/>
                  <a:gd name="connsiteY2" fmla="*/ 0 h 1195876"/>
                  <a:gd name="connsiteX3" fmla="*/ 1195877 w 1195876"/>
                  <a:gd name="connsiteY3" fmla="*/ 0 h 1195876"/>
                  <a:gd name="connsiteX4" fmla="*/ 1195877 w 1195876"/>
                  <a:gd name="connsiteY4" fmla="*/ 1937 h 1195876"/>
                  <a:gd name="connsiteX5" fmla="*/ 1937 w 1195876"/>
                  <a:gd name="connsiteY5" fmla="*/ 1195876 h 1195876"/>
                  <a:gd name="connsiteX6" fmla="*/ 0 w 1195876"/>
                  <a:gd name="connsiteY6" fmla="*/ 1195876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5876" h="1195876">
                    <a:moveTo>
                      <a:pt x="0" y="1195876"/>
                    </a:moveTo>
                    <a:lnTo>
                      <a:pt x="0" y="1193940"/>
                    </a:lnTo>
                    <a:cubicBezTo>
                      <a:pt x="0" y="534549"/>
                      <a:pt x="534543" y="0"/>
                      <a:pt x="1193940" y="0"/>
                    </a:cubicBezTo>
                    <a:lnTo>
                      <a:pt x="1195877" y="0"/>
                    </a:lnTo>
                    <a:lnTo>
                      <a:pt x="1195877" y="1937"/>
                    </a:lnTo>
                    <a:cubicBezTo>
                      <a:pt x="1195877" y="661327"/>
                      <a:pt x="661333" y="1195876"/>
                      <a:pt x="1937" y="1195876"/>
                    </a:cubicBezTo>
                    <a:lnTo>
                      <a:pt x="0" y="1195876"/>
                    </a:lnTo>
                    <a:close/>
                  </a:path>
                </a:pathLst>
              </a:custGeom>
              <a:solidFill>
                <a:srgbClr val="1C1C6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" name="任意多边形: 形状 31">
                <a:extLst>
                  <a:ext uri="{FF2B5EF4-FFF2-40B4-BE49-F238E27FC236}">
                    <a16:creationId xmlns:a16="http://schemas.microsoft.com/office/drawing/2014/main" id="{360414FB-CC75-9656-F964-849956A9609E}"/>
                  </a:ext>
                </a:extLst>
              </p:cNvPr>
              <p:cNvSpPr/>
              <p:nvPr/>
            </p:nvSpPr>
            <p:spPr>
              <a:xfrm rot="5400000">
                <a:off x="10546589" y="1659667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6 h 1195876"/>
                  <a:gd name="connsiteX3" fmla="*/ 0 w 1195876"/>
                  <a:gd name="connsiteY3" fmla="*/ 1195876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6"/>
                    </a:lnTo>
                    <a:lnTo>
                      <a:pt x="0" y="1195876"/>
                    </a:lnTo>
                    <a:close/>
                  </a:path>
                </a:pathLst>
              </a:custGeom>
              <a:solidFill>
                <a:srgbClr val="EFC590">
                  <a:alpha val="7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" name="任意多边形: 形状 32">
                <a:extLst>
                  <a:ext uri="{FF2B5EF4-FFF2-40B4-BE49-F238E27FC236}">
                    <a16:creationId xmlns:a16="http://schemas.microsoft.com/office/drawing/2014/main" id="{31D62306-A990-B46C-B1EC-4C012DBC246A}"/>
                  </a:ext>
                </a:extLst>
              </p:cNvPr>
              <p:cNvSpPr/>
              <p:nvPr/>
            </p:nvSpPr>
            <p:spPr>
              <a:xfrm rot="5400000">
                <a:off x="10546596" y="463791"/>
                <a:ext cx="1195870" cy="1195876"/>
              </a:xfrm>
              <a:custGeom>
                <a:avLst/>
                <a:gdLst>
                  <a:gd name="connsiteX0" fmla="*/ 0 w 1195870"/>
                  <a:gd name="connsiteY0" fmla="*/ 0 h 1195876"/>
                  <a:gd name="connsiteX1" fmla="*/ 1195870 w 1195870"/>
                  <a:gd name="connsiteY1" fmla="*/ 0 h 1195876"/>
                  <a:gd name="connsiteX2" fmla="*/ 1195870 w 1195870"/>
                  <a:gd name="connsiteY2" fmla="*/ 1195876 h 1195876"/>
                  <a:gd name="connsiteX3" fmla="*/ 0 w 1195870"/>
                  <a:gd name="connsiteY3" fmla="*/ 1195876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0" h="1195876">
                    <a:moveTo>
                      <a:pt x="0" y="0"/>
                    </a:moveTo>
                    <a:lnTo>
                      <a:pt x="1195870" y="0"/>
                    </a:lnTo>
                    <a:lnTo>
                      <a:pt x="1195870" y="1195876"/>
                    </a:lnTo>
                    <a:lnTo>
                      <a:pt x="0" y="1195876"/>
                    </a:lnTo>
                    <a:close/>
                  </a:path>
                </a:pathLst>
              </a:custGeom>
              <a:solidFill>
                <a:srgbClr val="DC424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36E10E04-202E-E3A8-283D-724B5F3AE9E4}"/>
                  </a:ext>
                </a:extLst>
              </p:cNvPr>
              <p:cNvSpPr/>
              <p:nvPr/>
            </p:nvSpPr>
            <p:spPr>
              <a:xfrm>
                <a:off x="6962343" y="5247360"/>
                <a:ext cx="1195870" cy="1195870"/>
              </a:xfrm>
              <a:custGeom>
                <a:avLst/>
                <a:gdLst>
                  <a:gd name="connsiteX0" fmla="*/ 0 w 1195870"/>
                  <a:gd name="connsiteY0" fmla="*/ 0 h 1195870"/>
                  <a:gd name="connsiteX1" fmla="*/ 597935 w 1195870"/>
                  <a:gd name="connsiteY1" fmla="*/ 0 h 1195870"/>
                  <a:gd name="connsiteX2" fmla="*/ 1195870 w 1195870"/>
                  <a:gd name="connsiteY2" fmla="*/ 597935 h 1195870"/>
                  <a:gd name="connsiteX3" fmla="*/ 1195870 w 1195870"/>
                  <a:gd name="connsiteY3" fmla="*/ 597935 h 1195870"/>
                  <a:gd name="connsiteX4" fmla="*/ 597935 w 1195870"/>
                  <a:gd name="connsiteY4" fmla="*/ 1195870 h 1195870"/>
                  <a:gd name="connsiteX5" fmla="*/ 0 w 1195870"/>
                  <a:gd name="connsiteY5" fmla="*/ 1195870 h 1195870"/>
                  <a:gd name="connsiteX6" fmla="*/ 0 w 1195870"/>
                  <a:gd name="connsiteY6" fmla="*/ 0 h 1195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5870" h="1195870">
                    <a:moveTo>
                      <a:pt x="0" y="0"/>
                    </a:moveTo>
                    <a:lnTo>
                      <a:pt x="597935" y="0"/>
                    </a:lnTo>
                    <a:cubicBezTo>
                      <a:pt x="928167" y="0"/>
                      <a:pt x="1195870" y="267703"/>
                      <a:pt x="1195870" y="597935"/>
                    </a:cubicBezTo>
                    <a:lnTo>
                      <a:pt x="1195870" y="597935"/>
                    </a:lnTo>
                    <a:cubicBezTo>
                      <a:pt x="1195870" y="928167"/>
                      <a:pt x="928167" y="1195870"/>
                      <a:pt x="597935" y="1195870"/>
                    </a:cubicBezTo>
                    <a:lnTo>
                      <a:pt x="0" y="11958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9A65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A1DE710C-0781-1B12-D6E3-F84C53812689}"/>
                  </a:ext>
                </a:extLst>
              </p:cNvPr>
              <p:cNvSpPr/>
              <p:nvPr/>
            </p:nvSpPr>
            <p:spPr>
              <a:xfrm rot="5400000">
                <a:off x="8158225" y="5247359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7 h 1195876"/>
                  <a:gd name="connsiteX3" fmla="*/ 0 w 1195876"/>
                  <a:gd name="connsiteY3" fmla="*/ 1195877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7"/>
                    </a:lnTo>
                    <a:lnTo>
                      <a:pt x="0" y="1195877"/>
                    </a:lnTo>
                    <a:close/>
                  </a:path>
                </a:pathLst>
              </a:custGeom>
              <a:solidFill>
                <a:srgbClr val="EFC590">
                  <a:alpha val="7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6" name="任意多边形: 形状 35">
                <a:extLst>
                  <a:ext uri="{FF2B5EF4-FFF2-40B4-BE49-F238E27FC236}">
                    <a16:creationId xmlns:a16="http://schemas.microsoft.com/office/drawing/2014/main" id="{EF8A7317-026A-4F8B-DDCD-7FD9C0ABEF60}"/>
                  </a:ext>
                </a:extLst>
              </p:cNvPr>
              <p:cNvSpPr/>
              <p:nvPr/>
            </p:nvSpPr>
            <p:spPr>
              <a:xfrm rot="5400000">
                <a:off x="9354093" y="5247363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7 h 1195876"/>
                  <a:gd name="connsiteX3" fmla="*/ 0 w 1195876"/>
                  <a:gd name="connsiteY3" fmla="*/ 1195877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7"/>
                    </a:lnTo>
                    <a:lnTo>
                      <a:pt x="0" y="1195877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" name="任意多边形: 形状 36">
                <a:extLst>
                  <a:ext uri="{FF2B5EF4-FFF2-40B4-BE49-F238E27FC236}">
                    <a16:creationId xmlns:a16="http://schemas.microsoft.com/office/drawing/2014/main" id="{97320BB2-6028-FC2F-C7A3-C8A96E11E19F}"/>
                  </a:ext>
                </a:extLst>
              </p:cNvPr>
              <p:cNvSpPr/>
              <p:nvPr/>
            </p:nvSpPr>
            <p:spPr>
              <a:xfrm rot="5400000">
                <a:off x="10546592" y="5247362"/>
                <a:ext cx="1195876" cy="1195876"/>
              </a:xfrm>
              <a:custGeom>
                <a:avLst/>
                <a:gdLst>
                  <a:gd name="connsiteX0" fmla="*/ 0 w 1195876"/>
                  <a:gd name="connsiteY0" fmla="*/ 0 h 1195876"/>
                  <a:gd name="connsiteX1" fmla="*/ 1195877 w 1195876"/>
                  <a:gd name="connsiteY1" fmla="*/ 0 h 1195876"/>
                  <a:gd name="connsiteX2" fmla="*/ 1195877 w 1195876"/>
                  <a:gd name="connsiteY2" fmla="*/ 1195877 h 1195876"/>
                  <a:gd name="connsiteX3" fmla="*/ 0 w 1195876"/>
                  <a:gd name="connsiteY3" fmla="*/ 1195877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5876" h="1195876">
                    <a:moveTo>
                      <a:pt x="0" y="0"/>
                    </a:moveTo>
                    <a:lnTo>
                      <a:pt x="1195877" y="0"/>
                    </a:lnTo>
                    <a:lnTo>
                      <a:pt x="1195877" y="1195877"/>
                    </a:lnTo>
                    <a:lnTo>
                      <a:pt x="0" y="1195877"/>
                    </a:lnTo>
                    <a:close/>
                  </a:path>
                </a:pathLst>
              </a:custGeom>
              <a:solidFill>
                <a:srgbClr val="1C1C6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EDDA6164-C869-98EE-057D-C1ADF1F3ECB7}"/>
                  </a:ext>
                </a:extLst>
              </p:cNvPr>
              <p:cNvSpPr/>
              <p:nvPr/>
            </p:nvSpPr>
            <p:spPr>
              <a:xfrm>
                <a:off x="9794297" y="2200854"/>
                <a:ext cx="754423" cy="662911"/>
              </a:xfrm>
              <a:custGeom>
                <a:avLst/>
                <a:gdLst>
                  <a:gd name="connsiteX0" fmla="*/ 0 w 754423"/>
                  <a:gd name="connsiteY0" fmla="*/ 976 h 662911"/>
                  <a:gd name="connsiteX1" fmla="*/ 754424 w 754423"/>
                  <a:gd name="connsiteY1" fmla="*/ 661935 h 662911"/>
                  <a:gd name="connsiteX2" fmla="*/ 754424 w 754423"/>
                  <a:gd name="connsiteY2" fmla="*/ 661935 h 662911"/>
                  <a:gd name="connsiteX3" fmla="*/ 754424 w 754423"/>
                  <a:gd name="connsiteY3" fmla="*/ 661935 h 662911"/>
                  <a:gd name="connsiteX4" fmla="*/ 0 w 754423"/>
                  <a:gd name="connsiteY4" fmla="*/ 976 h 662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4423" h="662911">
                    <a:moveTo>
                      <a:pt x="0" y="976"/>
                    </a:moveTo>
                    <a:cubicBezTo>
                      <a:pt x="351320" y="-20334"/>
                      <a:pt x="733113" y="310615"/>
                      <a:pt x="754424" y="661935"/>
                    </a:cubicBezTo>
                    <a:lnTo>
                      <a:pt x="754424" y="661935"/>
                    </a:lnTo>
                    <a:lnTo>
                      <a:pt x="754424" y="661935"/>
                    </a:lnTo>
                    <a:cubicBezTo>
                      <a:pt x="403110" y="683246"/>
                      <a:pt x="21310" y="352297"/>
                      <a:pt x="0" y="976"/>
                    </a:cubicBez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526CB994-82EB-8BAE-D2F1-868A03DE5A92}"/>
                  </a:ext>
                </a:extLst>
              </p:cNvPr>
              <p:cNvSpPr/>
              <p:nvPr/>
            </p:nvSpPr>
            <p:spPr>
              <a:xfrm>
                <a:off x="10549280" y="2200854"/>
                <a:ext cx="754424" cy="662911"/>
              </a:xfrm>
              <a:custGeom>
                <a:avLst/>
                <a:gdLst>
                  <a:gd name="connsiteX0" fmla="*/ 754425 w 754424"/>
                  <a:gd name="connsiteY0" fmla="*/ 976 h 662911"/>
                  <a:gd name="connsiteX1" fmla="*/ 0 w 754424"/>
                  <a:gd name="connsiteY1" fmla="*/ 661935 h 662911"/>
                  <a:gd name="connsiteX2" fmla="*/ 0 w 754424"/>
                  <a:gd name="connsiteY2" fmla="*/ 661935 h 662911"/>
                  <a:gd name="connsiteX3" fmla="*/ 0 w 754424"/>
                  <a:gd name="connsiteY3" fmla="*/ 661935 h 662911"/>
                  <a:gd name="connsiteX4" fmla="*/ 754425 w 754424"/>
                  <a:gd name="connsiteY4" fmla="*/ 976 h 662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4424" h="662911">
                    <a:moveTo>
                      <a:pt x="754425" y="976"/>
                    </a:moveTo>
                    <a:cubicBezTo>
                      <a:pt x="403105" y="-20334"/>
                      <a:pt x="21311" y="310615"/>
                      <a:pt x="0" y="661935"/>
                    </a:cubicBezTo>
                    <a:lnTo>
                      <a:pt x="0" y="661935"/>
                    </a:lnTo>
                    <a:lnTo>
                      <a:pt x="0" y="661935"/>
                    </a:lnTo>
                    <a:cubicBezTo>
                      <a:pt x="351314" y="683246"/>
                      <a:pt x="733114" y="352297"/>
                      <a:pt x="754425" y="976"/>
                    </a:cubicBez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A7977480-A3F9-E525-514F-9C9E9C94061B}"/>
                  </a:ext>
                </a:extLst>
              </p:cNvPr>
              <p:cNvSpPr/>
              <p:nvPr/>
            </p:nvSpPr>
            <p:spPr>
              <a:xfrm>
                <a:off x="9794297" y="1672737"/>
                <a:ext cx="754423" cy="662910"/>
              </a:xfrm>
              <a:custGeom>
                <a:avLst/>
                <a:gdLst>
                  <a:gd name="connsiteX0" fmla="*/ 0 w 754423"/>
                  <a:gd name="connsiteY0" fmla="*/ 976 h 662910"/>
                  <a:gd name="connsiteX1" fmla="*/ 754424 w 754423"/>
                  <a:gd name="connsiteY1" fmla="*/ 661935 h 662910"/>
                  <a:gd name="connsiteX2" fmla="*/ 754424 w 754423"/>
                  <a:gd name="connsiteY2" fmla="*/ 661935 h 662910"/>
                  <a:gd name="connsiteX3" fmla="*/ 754424 w 754423"/>
                  <a:gd name="connsiteY3" fmla="*/ 661935 h 662910"/>
                  <a:gd name="connsiteX4" fmla="*/ 0 w 754423"/>
                  <a:gd name="connsiteY4" fmla="*/ 976 h 662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4423" h="662910">
                    <a:moveTo>
                      <a:pt x="0" y="976"/>
                    </a:moveTo>
                    <a:cubicBezTo>
                      <a:pt x="351320" y="-20334"/>
                      <a:pt x="733113" y="310615"/>
                      <a:pt x="754424" y="661935"/>
                    </a:cubicBezTo>
                    <a:lnTo>
                      <a:pt x="754424" y="661935"/>
                    </a:lnTo>
                    <a:lnTo>
                      <a:pt x="754424" y="661935"/>
                    </a:lnTo>
                    <a:cubicBezTo>
                      <a:pt x="403110" y="683239"/>
                      <a:pt x="21310" y="352290"/>
                      <a:pt x="0" y="976"/>
                    </a:cubicBez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64B16570-95E8-9EB6-D360-D3AF9F5B85A4}"/>
                  </a:ext>
                </a:extLst>
              </p:cNvPr>
              <p:cNvSpPr/>
              <p:nvPr/>
            </p:nvSpPr>
            <p:spPr>
              <a:xfrm>
                <a:off x="10549280" y="1672737"/>
                <a:ext cx="754424" cy="662910"/>
              </a:xfrm>
              <a:custGeom>
                <a:avLst/>
                <a:gdLst>
                  <a:gd name="connsiteX0" fmla="*/ 754425 w 754424"/>
                  <a:gd name="connsiteY0" fmla="*/ 976 h 662910"/>
                  <a:gd name="connsiteX1" fmla="*/ 0 w 754424"/>
                  <a:gd name="connsiteY1" fmla="*/ 661935 h 662910"/>
                  <a:gd name="connsiteX2" fmla="*/ 0 w 754424"/>
                  <a:gd name="connsiteY2" fmla="*/ 661935 h 662910"/>
                  <a:gd name="connsiteX3" fmla="*/ 0 w 754424"/>
                  <a:gd name="connsiteY3" fmla="*/ 661935 h 662910"/>
                  <a:gd name="connsiteX4" fmla="*/ 754425 w 754424"/>
                  <a:gd name="connsiteY4" fmla="*/ 976 h 662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4424" h="662910">
                    <a:moveTo>
                      <a:pt x="754425" y="976"/>
                    </a:moveTo>
                    <a:cubicBezTo>
                      <a:pt x="403105" y="-20334"/>
                      <a:pt x="21311" y="310615"/>
                      <a:pt x="0" y="661935"/>
                    </a:cubicBezTo>
                    <a:lnTo>
                      <a:pt x="0" y="661935"/>
                    </a:lnTo>
                    <a:lnTo>
                      <a:pt x="0" y="661935"/>
                    </a:lnTo>
                    <a:cubicBezTo>
                      <a:pt x="351314" y="683239"/>
                      <a:pt x="733114" y="352290"/>
                      <a:pt x="754425" y="976"/>
                    </a:cubicBez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" name="任意多边形: 形状 41">
                <a:extLst>
                  <a:ext uri="{FF2B5EF4-FFF2-40B4-BE49-F238E27FC236}">
                    <a16:creationId xmlns:a16="http://schemas.microsoft.com/office/drawing/2014/main" id="{65DD99AC-168B-40F5-AF95-773ABF446F79}"/>
                  </a:ext>
                </a:extLst>
              </p:cNvPr>
              <p:cNvSpPr/>
              <p:nvPr/>
            </p:nvSpPr>
            <p:spPr>
              <a:xfrm>
                <a:off x="8143754" y="5255977"/>
                <a:ext cx="300412" cy="301491"/>
              </a:xfrm>
              <a:custGeom>
                <a:avLst/>
                <a:gdLst>
                  <a:gd name="connsiteX0" fmla="*/ 0 w 300412"/>
                  <a:gd name="connsiteY0" fmla="*/ 0 h 301491"/>
                  <a:gd name="connsiteX1" fmla="*/ 300412 w 300412"/>
                  <a:gd name="connsiteY1" fmla="*/ 0 h 301491"/>
                  <a:gd name="connsiteX2" fmla="*/ 300412 w 300412"/>
                  <a:gd name="connsiteY2" fmla="*/ 301492 h 301491"/>
                  <a:gd name="connsiteX3" fmla="*/ 0 w 300412"/>
                  <a:gd name="connsiteY3" fmla="*/ 301492 h 301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0412" h="301491">
                    <a:moveTo>
                      <a:pt x="0" y="0"/>
                    </a:moveTo>
                    <a:lnTo>
                      <a:pt x="300412" y="0"/>
                    </a:lnTo>
                    <a:lnTo>
                      <a:pt x="300412" y="301492"/>
                    </a:lnTo>
                    <a:lnTo>
                      <a:pt x="0" y="301492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70EF6D51-2CB8-4720-AE51-0862EE2D54AE}"/>
                  </a:ext>
                </a:extLst>
              </p:cNvPr>
              <p:cNvSpPr/>
              <p:nvPr/>
            </p:nvSpPr>
            <p:spPr>
              <a:xfrm>
                <a:off x="8444318" y="5553805"/>
                <a:ext cx="300412" cy="301491"/>
              </a:xfrm>
              <a:custGeom>
                <a:avLst/>
                <a:gdLst>
                  <a:gd name="connsiteX0" fmla="*/ 0 w 300412"/>
                  <a:gd name="connsiteY0" fmla="*/ 0 h 301491"/>
                  <a:gd name="connsiteX1" fmla="*/ 300412 w 300412"/>
                  <a:gd name="connsiteY1" fmla="*/ 0 h 301491"/>
                  <a:gd name="connsiteX2" fmla="*/ 300412 w 300412"/>
                  <a:gd name="connsiteY2" fmla="*/ 301492 h 301491"/>
                  <a:gd name="connsiteX3" fmla="*/ 0 w 300412"/>
                  <a:gd name="connsiteY3" fmla="*/ 301492 h 301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0412" h="301491">
                    <a:moveTo>
                      <a:pt x="0" y="0"/>
                    </a:moveTo>
                    <a:lnTo>
                      <a:pt x="300412" y="0"/>
                    </a:lnTo>
                    <a:lnTo>
                      <a:pt x="300412" y="301492"/>
                    </a:lnTo>
                    <a:lnTo>
                      <a:pt x="0" y="301492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" name="任意多边形: 形状 43">
                <a:extLst>
                  <a:ext uri="{FF2B5EF4-FFF2-40B4-BE49-F238E27FC236}">
                    <a16:creationId xmlns:a16="http://schemas.microsoft.com/office/drawing/2014/main" id="{201986CA-D3CB-8489-8E9C-3DD5BA7D01DD}"/>
                  </a:ext>
                </a:extLst>
              </p:cNvPr>
              <p:cNvSpPr/>
              <p:nvPr/>
            </p:nvSpPr>
            <p:spPr>
              <a:xfrm>
                <a:off x="8744889" y="5853544"/>
                <a:ext cx="300412" cy="301491"/>
              </a:xfrm>
              <a:custGeom>
                <a:avLst/>
                <a:gdLst>
                  <a:gd name="connsiteX0" fmla="*/ 0 w 300412"/>
                  <a:gd name="connsiteY0" fmla="*/ 0 h 301491"/>
                  <a:gd name="connsiteX1" fmla="*/ 300412 w 300412"/>
                  <a:gd name="connsiteY1" fmla="*/ 0 h 301491"/>
                  <a:gd name="connsiteX2" fmla="*/ 300412 w 300412"/>
                  <a:gd name="connsiteY2" fmla="*/ 301492 h 301491"/>
                  <a:gd name="connsiteX3" fmla="*/ 0 w 300412"/>
                  <a:gd name="connsiteY3" fmla="*/ 301492 h 301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0412" h="301491">
                    <a:moveTo>
                      <a:pt x="0" y="0"/>
                    </a:moveTo>
                    <a:lnTo>
                      <a:pt x="300412" y="0"/>
                    </a:lnTo>
                    <a:lnTo>
                      <a:pt x="300412" y="301492"/>
                    </a:lnTo>
                    <a:lnTo>
                      <a:pt x="0" y="301492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" name="任意多边形: 形状 44">
                <a:extLst>
                  <a:ext uri="{FF2B5EF4-FFF2-40B4-BE49-F238E27FC236}">
                    <a16:creationId xmlns:a16="http://schemas.microsoft.com/office/drawing/2014/main" id="{E337B901-4F29-A0D3-D92B-80BA8A6F1FFD}"/>
                  </a:ext>
                </a:extLst>
              </p:cNvPr>
              <p:cNvSpPr/>
              <p:nvPr/>
            </p:nvSpPr>
            <p:spPr>
              <a:xfrm>
                <a:off x="9045454" y="6151378"/>
                <a:ext cx="303612" cy="301491"/>
              </a:xfrm>
              <a:custGeom>
                <a:avLst/>
                <a:gdLst>
                  <a:gd name="connsiteX0" fmla="*/ 0 w 303612"/>
                  <a:gd name="connsiteY0" fmla="*/ 0 h 301491"/>
                  <a:gd name="connsiteX1" fmla="*/ 303612 w 303612"/>
                  <a:gd name="connsiteY1" fmla="*/ 0 h 301491"/>
                  <a:gd name="connsiteX2" fmla="*/ 303612 w 303612"/>
                  <a:gd name="connsiteY2" fmla="*/ 301492 h 301491"/>
                  <a:gd name="connsiteX3" fmla="*/ 0 w 303612"/>
                  <a:gd name="connsiteY3" fmla="*/ 301492 h 301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3612" h="301491">
                    <a:moveTo>
                      <a:pt x="0" y="0"/>
                    </a:moveTo>
                    <a:lnTo>
                      <a:pt x="303612" y="0"/>
                    </a:lnTo>
                    <a:lnTo>
                      <a:pt x="303612" y="301492"/>
                    </a:lnTo>
                    <a:lnTo>
                      <a:pt x="0" y="301492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C08E4CC8-7027-F447-0FA9-A345BD2AB991}"/>
                  </a:ext>
                </a:extLst>
              </p:cNvPr>
              <p:cNvSpPr/>
              <p:nvPr/>
            </p:nvSpPr>
            <p:spPr>
              <a:xfrm>
                <a:off x="10892370" y="4051998"/>
                <a:ext cx="569417" cy="444055"/>
              </a:xfrm>
              <a:custGeom>
                <a:avLst/>
                <a:gdLst>
                  <a:gd name="connsiteX0" fmla="*/ 569417 w 569417"/>
                  <a:gd name="connsiteY0" fmla="*/ 0 h 444055"/>
                  <a:gd name="connsiteX1" fmla="*/ 293154 w 569417"/>
                  <a:gd name="connsiteY1" fmla="*/ 444055 h 444055"/>
                  <a:gd name="connsiteX2" fmla="*/ 0 w 569417"/>
                  <a:gd name="connsiteY2" fmla="*/ 0 h 444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69417" h="444055">
                    <a:moveTo>
                      <a:pt x="569417" y="0"/>
                    </a:moveTo>
                    <a:lnTo>
                      <a:pt x="293154" y="4440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" name="任意多边形: 形状 46">
                <a:extLst>
                  <a:ext uri="{FF2B5EF4-FFF2-40B4-BE49-F238E27FC236}">
                    <a16:creationId xmlns:a16="http://schemas.microsoft.com/office/drawing/2014/main" id="{9AABDA94-A342-4EFE-EED3-1E262B00886C}"/>
                  </a:ext>
                </a:extLst>
              </p:cNvPr>
              <p:cNvSpPr/>
              <p:nvPr/>
            </p:nvSpPr>
            <p:spPr>
              <a:xfrm>
                <a:off x="10892370" y="4424083"/>
                <a:ext cx="569417" cy="444055"/>
              </a:xfrm>
              <a:custGeom>
                <a:avLst/>
                <a:gdLst>
                  <a:gd name="connsiteX0" fmla="*/ 569417 w 569417"/>
                  <a:gd name="connsiteY0" fmla="*/ 0 h 444055"/>
                  <a:gd name="connsiteX1" fmla="*/ 293154 w 569417"/>
                  <a:gd name="connsiteY1" fmla="*/ 444055 h 444055"/>
                  <a:gd name="connsiteX2" fmla="*/ 0 w 569417"/>
                  <a:gd name="connsiteY2" fmla="*/ 0 h 444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69417" h="444055">
                    <a:moveTo>
                      <a:pt x="569417" y="0"/>
                    </a:moveTo>
                    <a:lnTo>
                      <a:pt x="293154" y="4440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2933EB4E-1FB5-140E-DF29-A001C1D131F2}"/>
                  </a:ext>
                </a:extLst>
              </p:cNvPr>
              <p:cNvSpPr/>
              <p:nvPr/>
            </p:nvSpPr>
            <p:spPr>
              <a:xfrm>
                <a:off x="10892370" y="4807203"/>
                <a:ext cx="569417" cy="444062"/>
              </a:xfrm>
              <a:custGeom>
                <a:avLst/>
                <a:gdLst>
                  <a:gd name="connsiteX0" fmla="*/ 569417 w 569417"/>
                  <a:gd name="connsiteY0" fmla="*/ 0 h 444062"/>
                  <a:gd name="connsiteX1" fmla="*/ 293154 w 569417"/>
                  <a:gd name="connsiteY1" fmla="*/ 444062 h 444062"/>
                  <a:gd name="connsiteX2" fmla="*/ 0 w 569417"/>
                  <a:gd name="connsiteY2" fmla="*/ 0 h 444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69417" h="444062">
                    <a:moveTo>
                      <a:pt x="569417" y="0"/>
                    </a:moveTo>
                    <a:lnTo>
                      <a:pt x="293154" y="4440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7783065D-469F-6717-8A81-50F9F037E516}"/>
                  </a:ext>
                </a:extLst>
              </p:cNvPr>
              <p:cNvSpPr/>
              <p:nvPr/>
            </p:nvSpPr>
            <p:spPr>
              <a:xfrm>
                <a:off x="6962343" y="4055078"/>
                <a:ext cx="1197120" cy="1197121"/>
              </a:xfrm>
              <a:custGeom>
                <a:avLst/>
                <a:gdLst>
                  <a:gd name="connsiteX0" fmla="*/ 0 w 1197120"/>
                  <a:gd name="connsiteY0" fmla="*/ 0 h 1197121"/>
                  <a:gd name="connsiteX1" fmla="*/ 1197121 w 1197120"/>
                  <a:gd name="connsiteY1" fmla="*/ 0 h 1197121"/>
                  <a:gd name="connsiteX2" fmla="*/ 1197121 w 1197120"/>
                  <a:gd name="connsiteY2" fmla="*/ 1197121 h 1197121"/>
                  <a:gd name="connsiteX3" fmla="*/ 1195184 w 1197120"/>
                  <a:gd name="connsiteY3" fmla="*/ 1197121 h 1197121"/>
                  <a:gd name="connsiteX4" fmla="*/ 0 w 1197120"/>
                  <a:gd name="connsiteY4" fmla="*/ 1937 h 1197121"/>
                  <a:gd name="connsiteX5" fmla="*/ 0 w 1197120"/>
                  <a:gd name="connsiteY5" fmla="*/ 0 h 1197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120" h="1197121">
                    <a:moveTo>
                      <a:pt x="0" y="0"/>
                    </a:moveTo>
                    <a:lnTo>
                      <a:pt x="1197121" y="0"/>
                    </a:lnTo>
                    <a:lnTo>
                      <a:pt x="1197121" y="1197121"/>
                    </a:lnTo>
                    <a:lnTo>
                      <a:pt x="1195184" y="1197121"/>
                    </a:lnTo>
                    <a:cubicBezTo>
                      <a:pt x="535101" y="1197121"/>
                      <a:pt x="0" y="662019"/>
                      <a:pt x="0" y="193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1A5096CC-4464-7168-2FEF-5A19831A8806}"/>
                  </a:ext>
                </a:extLst>
              </p:cNvPr>
              <p:cNvSpPr/>
              <p:nvPr/>
            </p:nvSpPr>
            <p:spPr>
              <a:xfrm>
                <a:off x="8159495" y="4055078"/>
                <a:ext cx="1197121" cy="1197121"/>
              </a:xfrm>
              <a:custGeom>
                <a:avLst/>
                <a:gdLst>
                  <a:gd name="connsiteX0" fmla="*/ 0 w 1197121"/>
                  <a:gd name="connsiteY0" fmla="*/ 0 h 1197121"/>
                  <a:gd name="connsiteX1" fmla="*/ 1197122 w 1197121"/>
                  <a:gd name="connsiteY1" fmla="*/ 0 h 1197121"/>
                  <a:gd name="connsiteX2" fmla="*/ 1197122 w 1197121"/>
                  <a:gd name="connsiteY2" fmla="*/ 1937 h 1197121"/>
                  <a:gd name="connsiteX3" fmla="*/ 1937 w 1197121"/>
                  <a:gd name="connsiteY3" fmla="*/ 1197121 h 1197121"/>
                  <a:gd name="connsiteX4" fmla="*/ 0 w 1197121"/>
                  <a:gd name="connsiteY4" fmla="*/ 1197121 h 1197121"/>
                  <a:gd name="connsiteX5" fmla="*/ 0 w 1197121"/>
                  <a:gd name="connsiteY5" fmla="*/ 0 h 1197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121" h="1197121">
                    <a:moveTo>
                      <a:pt x="0" y="0"/>
                    </a:moveTo>
                    <a:lnTo>
                      <a:pt x="1197122" y="0"/>
                    </a:lnTo>
                    <a:lnTo>
                      <a:pt x="1197122" y="1937"/>
                    </a:lnTo>
                    <a:cubicBezTo>
                      <a:pt x="1197122" y="662019"/>
                      <a:pt x="662019" y="1197121"/>
                      <a:pt x="1937" y="1197121"/>
                    </a:cubicBezTo>
                    <a:lnTo>
                      <a:pt x="0" y="11971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C1C6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2CFF8185-95C1-34BB-BC5B-A64EFD1F1A2D}"/>
                  </a:ext>
                </a:extLst>
              </p:cNvPr>
              <p:cNvSpPr/>
              <p:nvPr/>
            </p:nvSpPr>
            <p:spPr>
              <a:xfrm>
                <a:off x="7411649" y="4055078"/>
                <a:ext cx="747821" cy="747820"/>
              </a:xfrm>
              <a:custGeom>
                <a:avLst/>
                <a:gdLst>
                  <a:gd name="connsiteX0" fmla="*/ 0 w 747821"/>
                  <a:gd name="connsiteY0" fmla="*/ 0 h 747820"/>
                  <a:gd name="connsiteX1" fmla="*/ 747821 w 747821"/>
                  <a:gd name="connsiteY1" fmla="*/ 0 h 747820"/>
                  <a:gd name="connsiteX2" fmla="*/ 747821 w 747821"/>
                  <a:gd name="connsiteY2" fmla="*/ 747821 h 747820"/>
                  <a:gd name="connsiteX3" fmla="*/ 746608 w 747821"/>
                  <a:gd name="connsiteY3" fmla="*/ 747821 h 747820"/>
                  <a:gd name="connsiteX4" fmla="*/ 0 w 747821"/>
                  <a:gd name="connsiteY4" fmla="*/ 1213 h 747820"/>
                  <a:gd name="connsiteX5" fmla="*/ 0 w 747821"/>
                  <a:gd name="connsiteY5" fmla="*/ 0 h 747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7821" h="747820">
                    <a:moveTo>
                      <a:pt x="0" y="0"/>
                    </a:moveTo>
                    <a:lnTo>
                      <a:pt x="747821" y="0"/>
                    </a:lnTo>
                    <a:lnTo>
                      <a:pt x="747821" y="747821"/>
                    </a:lnTo>
                    <a:lnTo>
                      <a:pt x="746608" y="747821"/>
                    </a:lnTo>
                    <a:cubicBezTo>
                      <a:pt x="334270" y="747821"/>
                      <a:pt x="0" y="413550"/>
                      <a:pt x="0" y="121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C424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9A1D039D-8871-12E7-CF8B-F2A1A5A7AFF9}"/>
                  </a:ext>
                </a:extLst>
              </p:cNvPr>
              <p:cNvSpPr/>
              <p:nvPr/>
            </p:nvSpPr>
            <p:spPr>
              <a:xfrm>
                <a:off x="8159489" y="4055078"/>
                <a:ext cx="747820" cy="747820"/>
              </a:xfrm>
              <a:custGeom>
                <a:avLst/>
                <a:gdLst>
                  <a:gd name="connsiteX0" fmla="*/ 0 w 747820"/>
                  <a:gd name="connsiteY0" fmla="*/ 0 h 747820"/>
                  <a:gd name="connsiteX1" fmla="*/ 747820 w 747820"/>
                  <a:gd name="connsiteY1" fmla="*/ 0 h 747820"/>
                  <a:gd name="connsiteX2" fmla="*/ 747820 w 747820"/>
                  <a:gd name="connsiteY2" fmla="*/ 1213 h 747820"/>
                  <a:gd name="connsiteX3" fmla="*/ 1213 w 747820"/>
                  <a:gd name="connsiteY3" fmla="*/ 747821 h 747820"/>
                  <a:gd name="connsiteX4" fmla="*/ 0 w 747820"/>
                  <a:gd name="connsiteY4" fmla="*/ 747821 h 747820"/>
                  <a:gd name="connsiteX5" fmla="*/ 0 w 747820"/>
                  <a:gd name="connsiteY5" fmla="*/ 0 h 747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7820" h="747820">
                    <a:moveTo>
                      <a:pt x="0" y="0"/>
                    </a:moveTo>
                    <a:lnTo>
                      <a:pt x="747820" y="0"/>
                    </a:lnTo>
                    <a:lnTo>
                      <a:pt x="747820" y="1213"/>
                    </a:lnTo>
                    <a:cubicBezTo>
                      <a:pt x="747820" y="413550"/>
                      <a:pt x="413550" y="747821"/>
                      <a:pt x="1213" y="747821"/>
                    </a:cubicBezTo>
                    <a:lnTo>
                      <a:pt x="0" y="7478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7F2F846A-3886-A126-4989-F00848173340}"/>
                  </a:ext>
                </a:extLst>
              </p:cNvPr>
              <p:cNvSpPr/>
              <p:nvPr/>
            </p:nvSpPr>
            <p:spPr>
              <a:xfrm>
                <a:off x="8159495" y="2855385"/>
                <a:ext cx="1197121" cy="1197121"/>
              </a:xfrm>
              <a:custGeom>
                <a:avLst/>
                <a:gdLst>
                  <a:gd name="connsiteX0" fmla="*/ 1197122 w 1197121"/>
                  <a:gd name="connsiteY0" fmla="*/ 1197121 h 1197121"/>
                  <a:gd name="connsiteX1" fmla="*/ 0 w 1197121"/>
                  <a:gd name="connsiteY1" fmla="*/ 1197121 h 1197121"/>
                  <a:gd name="connsiteX2" fmla="*/ 0 w 1197121"/>
                  <a:gd name="connsiteY2" fmla="*/ 0 h 1197121"/>
                  <a:gd name="connsiteX3" fmla="*/ 1937 w 1197121"/>
                  <a:gd name="connsiteY3" fmla="*/ 0 h 1197121"/>
                  <a:gd name="connsiteX4" fmla="*/ 1197122 w 1197121"/>
                  <a:gd name="connsiteY4" fmla="*/ 1195184 h 1197121"/>
                  <a:gd name="connsiteX5" fmla="*/ 1197122 w 1197121"/>
                  <a:gd name="connsiteY5" fmla="*/ 1197121 h 1197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121" h="1197121">
                    <a:moveTo>
                      <a:pt x="1197122" y="1197121"/>
                    </a:moveTo>
                    <a:lnTo>
                      <a:pt x="0" y="1197121"/>
                    </a:lnTo>
                    <a:lnTo>
                      <a:pt x="0" y="0"/>
                    </a:lnTo>
                    <a:lnTo>
                      <a:pt x="1937" y="0"/>
                    </a:lnTo>
                    <a:cubicBezTo>
                      <a:pt x="662019" y="0"/>
                      <a:pt x="1197122" y="535102"/>
                      <a:pt x="1197122" y="1195184"/>
                    </a:cubicBezTo>
                    <a:lnTo>
                      <a:pt x="1197122" y="1197121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" name="任意多边形: 形状 53">
                <a:extLst>
                  <a:ext uri="{FF2B5EF4-FFF2-40B4-BE49-F238E27FC236}">
                    <a16:creationId xmlns:a16="http://schemas.microsoft.com/office/drawing/2014/main" id="{0CE4CF72-01E9-EB03-DD1C-C093EDAB04D8}"/>
                  </a:ext>
                </a:extLst>
              </p:cNvPr>
              <p:cNvSpPr/>
              <p:nvPr/>
            </p:nvSpPr>
            <p:spPr>
              <a:xfrm>
                <a:off x="6962343" y="2855385"/>
                <a:ext cx="1197120" cy="1197121"/>
              </a:xfrm>
              <a:custGeom>
                <a:avLst/>
                <a:gdLst>
                  <a:gd name="connsiteX0" fmla="*/ 1197121 w 1197120"/>
                  <a:gd name="connsiteY0" fmla="*/ 1197121 h 1197121"/>
                  <a:gd name="connsiteX1" fmla="*/ 0 w 1197120"/>
                  <a:gd name="connsiteY1" fmla="*/ 1197121 h 1197121"/>
                  <a:gd name="connsiteX2" fmla="*/ 0 w 1197120"/>
                  <a:gd name="connsiteY2" fmla="*/ 1195184 h 1197121"/>
                  <a:gd name="connsiteX3" fmla="*/ 1195184 w 1197120"/>
                  <a:gd name="connsiteY3" fmla="*/ 0 h 1197121"/>
                  <a:gd name="connsiteX4" fmla="*/ 1197121 w 1197120"/>
                  <a:gd name="connsiteY4" fmla="*/ 0 h 1197121"/>
                  <a:gd name="connsiteX5" fmla="*/ 1197121 w 1197120"/>
                  <a:gd name="connsiteY5" fmla="*/ 1197121 h 1197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120" h="1197121">
                    <a:moveTo>
                      <a:pt x="1197121" y="1197121"/>
                    </a:moveTo>
                    <a:lnTo>
                      <a:pt x="0" y="1197121"/>
                    </a:lnTo>
                    <a:lnTo>
                      <a:pt x="0" y="1195184"/>
                    </a:lnTo>
                    <a:cubicBezTo>
                      <a:pt x="0" y="535102"/>
                      <a:pt x="535101" y="0"/>
                      <a:pt x="1195184" y="0"/>
                    </a:cubicBezTo>
                    <a:lnTo>
                      <a:pt x="1197121" y="0"/>
                    </a:lnTo>
                    <a:lnTo>
                      <a:pt x="1197121" y="1197121"/>
                    </a:lnTo>
                    <a:close/>
                  </a:path>
                </a:pathLst>
              </a:custGeom>
              <a:solidFill>
                <a:srgbClr val="1C1C6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5" name="任意多边形: 形状 54">
                <a:extLst>
                  <a:ext uri="{FF2B5EF4-FFF2-40B4-BE49-F238E27FC236}">
                    <a16:creationId xmlns:a16="http://schemas.microsoft.com/office/drawing/2014/main" id="{31C72E95-91DD-D196-A7B7-5E55AF84132D}"/>
                  </a:ext>
                </a:extLst>
              </p:cNvPr>
              <p:cNvSpPr/>
              <p:nvPr/>
            </p:nvSpPr>
            <p:spPr>
              <a:xfrm>
                <a:off x="8159483" y="3304692"/>
                <a:ext cx="747820" cy="747814"/>
              </a:xfrm>
              <a:custGeom>
                <a:avLst/>
                <a:gdLst>
                  <a:gd name="connsiteX0" fmla="*/ 747820 w 747820"/>
                  <a:gd name="connsiteY0" fmla="*/ 747814 h 747814"/>
                  <a:gd name="connsiteX1" fmla="*/ 0 w 747820"/>
                  <a:gd name="connsiteY1" fmla="*/ 747814 h 747814"/>
                  <a:gd name="connsiteX2" fmla="*/ 0 w 747820"/>
                  <a:gd name="connsiteY2" fmla="*/ 0 h 747814"/>
                  <a:gd name="connsiteX3" fmla="*/ 1213 w 747820"/>
                  <a:gd name="connsiteY3" fmla="*/ 0 h 747814"/>
                  <a:gd name="connsiteX4" fmla="*/ 747820 w 747820"/>
                  <a:gd name="connsiteY4" fmla="*/ 746608 h 747814"/>
                  <a:gd name="connsiteX5" fmla="*/ 747820 w 747820"/>
                  <a:gd name="connsiteY5" fmla="*/ 747814 h 747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7820" h="747814">
                    <a:moveTo>
                      <a:pt x="747820" y="747814"/>
                    </a:moveTo>
                    <a:lnTo>
                      <a:pt x="0" y="747814"/>
                    </a:lnTo>
                    <a:lnTo>
                      <a:pt x="0" y="0"/>
                    </a:lnTo>
                    <a:lnTo>
                      <a:pt x="1213" y="0"/>
                    </a:lnTo>
                    <a:cubicBezTo>
                      <a:pt x="413556" y="0"/>
                      <a:pt x="747820" y="334270"/>
                      <a:pt x="747820" y="746608"/>
                    </a:cubicBezTo>
                    <a:lnTo>
                      <a:pt x="747820" y="747814"/>
                    </a:lnTo>
                    <a:close/>
                  </a:path>
                </a:pathLst>
              </a:custGeom>
              <a:solidFill>
                <a:srgbClr val="E9A65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6" name="任意多边形: 形状 55">
                <a:extLst>
                  <a:ext uri="{FF2B5EF4-FFF2-40B4-BE49-F238E27FC236}">
                    <a16:creationId xmlns:a16="http://schemas.microsoft.com/office/drawing/2014/main" id="{0F5B7842-0D70-B4A9-AD86-26FE0DC691A3}"/>
                  </a:ext>
                </a:extLst>
              </p:cNvPr>
              <p:cNvSpPr/>
              <p:nvPr/>
            </p:nvSpPr>
            <p:spPr>
              <a:xfrm>
                <a:off x="7411649" y="3304692"/>
                <a:ext cx="747821" cy="747814"/>
              </a:xfrm>
              <a:custGeom>
                <a:avLst/>
                <a:gdLst>
                  <a:gd name="connsiteX0" fmla="*/ 747821 w 747821"/>
                  <a:gd name="connsiteY0" fmla="*/ 747814 h 747814"/>
                  <a:gd name="connsiteX1" fmla="*/ 0 w 747821"/>
                  <a:gd name="connsiteY1" fmla="*/ 747814 h 747814"/>
                  <a:gd name="connsiteX2" fmla="*/ 0 w 747821"/>
                  <a:gd name="connsiteY2" fmla="*/ 746608 h 747814"/>
                  <a:gd name="connsiteX3" fmla="*/ 746608 w 747821"/>
                  <a:gd name="connsiteY3" fmla="*/ 0 h 747814"/>
                  <a:gd name="connsiteX4" fmla="*/ 747821 w 747821"/>
                  <a:gd name="connsiteY4" fmla="*/ 0 h 747814"/>
                  <a:gd name="connsiteX5" fmla="*/ 747821 w 747821"/>
                  <a:gd name="connsiteY5" fmla="*/ 747814 h 747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7821" h="747814">
                    <a:moveTo>
                      <a:pt x="747821" y="747814"/>
                    </a:moveTo>
                    <a:lnTo>
                      <a:pt x="0" y="747814"/>
                    </a:lnTo>
                    <a:lnTo>
                      <a:pt x="0" y="746608"/>
                    </a:lnTo>
                    <a:cubicBezTo>
                      <a:pt x="0" y="334270"/>
                      <a:pt x="334270" y="0"/>
                      <a:pt x="746608" y="0"/>
                    </a:cubicBezTo>
                    <a:lnTo>
                      <a:pt x="747821" y="0"/>
                    </a:lnTo>
                    <a:lnTo>
                      <a:pt x="747821" y="747814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7" name="任意多边形: 形状 56">
                <a:extLst>
                  <a:ext uri="{FF2B5EF4-FFF2-40B4-BE49-F238E27FC236}">
                    <a16:creationId xmlns:a16="http://schemas.microsoft.com/office/drawing/2014/main" id="{85515433-786C-7F87-1EB3-AD4B67B4A0FE}"/>
                  </a:ext>
                </a:extLst>
              </p:cNvPr>
              <p:cNvSpPr/>
              <p:nvPr/>
            </p:nvSpPr>
            <p:spPr>
              <a:xfrm>
                <a:off x="10546607" y="5249919"/>
                <a:ext cx="1197120" cy="1197121"/>
              </a:xfrm>
              <a:custGeom>
                <a:avLst/>
                <a:gdLst>
                  <a:gd name="connsiteX0" fmla="*/ 1197121 w 1197120"/>
                  <a:gd name="connsiteY0" fmla="*/ 1197121 h 1197121"/>
                  <a:gd name="connsiteX1" fmla="*/ 0 w 1197120"/>
                  <a:gd name="connsiteY1" fmla="*/ 1197121 h 1197121"/>
                  <a:gd name="connsiteX2" fmla="*/ 0 w 1197120"/>
                  <a:gd name="connsiteY2" fmla="*/ 0 h 1197121"/>
                  <a:gd name="connsiteX3" fmla="*/ 1936 w 1197120"/>
                  <a:gd name="connsiteY3" fmla="*/ 0 h 1197121"/>
                  <a:gd name="connsiteX4" fmla="*/ 1197121 w 1197120"/>
                  <a:gd name="connsiteY4" fmla="*/ 1195184 h 1197121"/>
                  <a:gd name="connsiteX5" fmla="*/ 1197121 w 1197120"/>
                  <a:gd name="connsiteY5" fmla="*/ 1197121 h 1197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120" h="1197121">
                    <a:moveTo>
                      <a:pt x="1197121" y="1197121"/>
                    </a:moveTo>
                    <a:lnTo>
                      <a:pt x="0" y="1197121"/>
                    </a:lnTo>
                    <a:lnTo>
                      <a:pt x="0" y="0"/>
                    </a:lnTo>
                    <a:lnTo>
                      <a:pt x="1936" y="0"/>
                    </a:lnTo>
                    <a:cubicBezTo>
                      <a:pt x="662019" y="0"/>
                      <a:pt x="1197121" y="535102"/>
                      <a:pt x="1197121" y="1195184"/>
                    </a:cubicBezTo>
                    <a:lnTo>
                      <a:pt x="1197121" y="1197121"/>
                    </a:lnTo>
                    <a:close/>
                  </a:path>
                </a:pathLst>
              </a:custGeom>
              <a:solidFill>
                <a:srgbClr val="DC424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8" name="任意多边形: 形状 57">
                <a:extLst>
                  <a:ext uri="{FF2B5EF4-FFF2-40B4-BE49-F238E27FC236}">
                    <a16:creationId xmlns:a16="http://schemas.microsoft.com/office/drawing/2014/main" id="{B0A8E019-0920-FC4C-8783-344A05CCF6E9}"/>
                  </a:ext>
                </a:extLst>
              </p:cNvPr>
              <p:cNvSpPr/>
              <p:nvPr/>
            </p:nvSpPr>
            <p:spPr>
              <a:xfrm>
                <a:off x="9349454" y="5249919"/>
                <a:ext cx="1197121" cy="1197121"/>
              </a:xfrm>
              <a:custGeom>
                <a:avLst/>
                <a:gdLst>
                  <a:gd name="connsiteX0" fmla="*/ 1197122 w 1197121"/>
                  <a:gd name="connsiteY0" fmla="*/ 1197121 h 1197121"/>
                  <a:gd name="connsiteX1" fmla="*/ 0 w 1197121"/>
                  <a:gd name="connsiteY1" fmla="*/ 1197121 h 1197121"/>
                  <a:gd name="connsiteX2" fmla="*/ 0 w 1197121"/>
                  <a:gd name="connsiteY2" fmla="*/ 1195184 h 1197121"/>
                  <a:gd name="connsiteX3" fmla="*/ 1195184 w 1197121"/>
                  <a:gd name="connsiteY3" fmla="*/ 0 h 1197121"/>
                  <a:gd name="connsiteX4" fmla="*/ 1197122 w 1197121"/>
                  <a:gd name="connsiteY4" fmla="*/ 0 h 1197121"/>
                  <a:gd name="connsiteX5" fmla="*/ 1197122 w 1197121"/>
                  <a:gd name="connsiteY5" fmla="*/ 1197121 h 1197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121" h="1197121">
                    <a:moveTo>
                      <a:pt x="1197122" y="1197121"/>
                    </a:moveTo>
                    <a:lnTo>
                      <a:pt x="0" y="1197121"/>
                    </a:lnTo>
                    <a:lnTo>
                      <a:pt x="0" y="1195184"/>
                    </a:lnTo>
                    <a:cubicBezTo>
                      <a:pt x="0" y="535102"/>
                      <a:pt x="535102" y="0"/>
                      <a:pt x="1195184" y="0"/>
                    </a:cubicBezTo>
                    <a:lnTo>
                      <a:pt x="1197122" y="0"/>
                    </a:lnTo>
                    <a:lnTo>
                      <a:pt x="1197122" y="1197121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BDB087C5-9F78-A8AA-813A-00F618CB9093}"/>
                  </a:ext>
                </a:extLst>
              </p:cNvPr>
              <p:cNvSpPr/>
              <p:nvPr/>
            </p:nvSpPr>
            <p:spPr>
              <a:xfrm>
                <a:off x="10546600" y="5699226"/>
                <a:ext cx="747821" cy="747814"/>
              </a:xfrm>
              <a:custGeom>
                <a:avLst/>
                <a:gdLst>
                  <a:gd name="connsiteX0" fmla="*/ 747821 w 747821"/>
                  <a:gd name="connsiteY0" fmla="*/ 747814 h 747814"/>
                  <a:gd name="connsiteX1" fmla="*/ 0 w 747821"/>
                  <a:gd name="connsiteY1" fmla="*/ 747814 h 747814"/>
                  <a:gd name="connsiteX2" fmla="*/ 0 w 747821"/>
                  <a:gd name="connsiteY2" fmla="*/ 0 h 747814"/>
                  <a:gd name="connsiteX3" fmla="*/ 1213 w 747821"/>
                  <a:gd name="connsiteY3" fmla="*/ 0 h 747814"/>
                  <a:gd name="connsiteX4" fmla="*/ 747821 w 747821"/>
                  <a:gd name="connsiteY4" fmla="*/ 746608 h 747814"/>
                  <a:gd name="connsiteX5" fmla="*/ 747821 w 747821"/>
                  <a:gd name="connsiteY5" fmla="*/ 747814 h 747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7821" h="747814">
                    <a:moveTo>
                      <a:pt x="747821" y="747814"/>
                    </a:moveTo>
                    <a:lnTo>
                      <a:pt x="0" y="747814"/>
                    </a:lnTo>
                    <a:lnTo>
                      <a:pt x="0" y="0"/>
                    </a:lnTo>
                    <a:lnTo>
                      <a:pt x="1213" y="0"/>
                    </a:lnTo>
                    <a:cubicBezTo>
                      <a:pt x="413551" y="0"/>
                      <a:pt x="747821" y="334270"/>
                      <a:pt x="747821" y="746608"/>
                    </a:cubicBezTo>
                    <a:lnTo>
                      <a:pt x="747821" y="747814"/>
                    </a:lnTo>
                    <a:close/>
                  </a:path>
                </a:pathLst>
              </a:custGeom>
              <a:solidFill>
                <a:srgbClr val="1C1C6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50727632-0958-0D09-C348-BC8A7068B055}"/>
                  </a:ext>
                </a:extLst>
              </p:cNvPr>
              <p:cNvSpPr/>
              <p:nvPr/>
            </p:nvSpPr>
            <p:spPr>
              <a:xfrm>
                <a:off x="9798761" y="5699226"/>
                <a:ext cx="747820" cy="748182"/>
              </a:xfrm>
              <a:custGeom>
                <a:avLst/>
                <a:gdLst>
                  <a:gd name="connsiteX0" fmla="*/ 747820 w 747820"/>
                  <a:gd name="connsiteY0" fmla="*/ 748183 h 748182"/>
                  <a:gd name="connsiteX1" fmla="*/ 0 w 747820"/>
                  <a:gd name="connsiteY1" fmla="*/ 748183 h 748182"/>
                  <a:gd name="connsiteX2" fmla="*/ 0 w 747820"/>
                  <a:gd name="connsiteY2" fmla="*/ 746608 h 748182"/>
                  <a:gd name="connsiteX3" fmla="*/ 746607 w 747820"/>
                  <a:gd name="connsiteY3" fmla="*/ 0 h 748182"/>
                  <a:gd name="connsiteX4" fmla="*/ 747820 w 747820"/>
                  <a:gd name="connsiteY4" fmla="*/ 0 h 748182"/>
                  <a:gd name="connsiteX5" fmla="*/ 747820 w 747820"/>
                  <a:gd name="connsiteY5" fmla="*/ 748183 h 748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7820" h="748182">
                    <a:moveTo>
                      <a:pt x="747820" y="748183"/>
                    </a:moveTo>
                    <a:lnTo>
                      <a:pt x="0" y="748183"/>
                    </a:lnTo>
                    <a:lnTo>
                      <a:pt x="0" y="746608"/>
                    </a:lnTo>
                    <a:cubicBezTo>
                      <a:pt x="0" y="334270"/>
                      <a:pt x="334270" y="0"/>
                      <a:pt x="746607" y="0"/>
                    </a:cubicBezTo>
                    <a:lnTo>
                      <a:pt x="747820" y="0"/>
                    </a:lnTo>
                    <a:lnTo>
                      <a:pt x="747820" y="748183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61" name="图形 8">
                <a:extLst>
                  <a:ext uri="{FF2B5EF4-FFF2-40B4-BE49-F238E27FC236}">
                    <a16:creationId xmlns:a16="http://schemas.microsoft.com/office/drawing/2014/main" id="{2CD0E882-6DB9-6490-5651-285487E2C63F}"/>
                  </a:ext>
                </a:extLst>
              </p:cNvPr>
              <p:cNvGrpSpPr/>
              <p:nvPr/>
            </p:nvGrpSpPr>
            <p:grpSpPr>
              <a:xfrm>
                <a:off x="8315073" y="1830558"/>
                <a:ext cx="875669" cy="880090"/>
                <a:chOff x="8315073" y="1830558"/>
                <a:chExt cx="875669" cy="880090"/>
              </a:xfrm>
              <a:solidFill>
                <a:srgbClr val="FBF5E2"/>
              </a:solidFill>
            </p:grpSpPr>
            <p:sp>
              <p:nvSpPr>
                <p:cNvPr id="109" name="任意多边形: 形状 108">
                  <a:extLst>
                    <a:ext uri="{FF2B5EF4-FFF2-40B4-BE49-F238E27FC236}">
                      <a16:creationId xmlns:a16="http://schemas.microsoft.com/office/drawing/2014/main" id="{0F5DBEB6-A446-9E2F-BAAB-456846155F8A}"/>
                    </a:ext>
                  </a:extLst>
                </p:cNvPr>
                <p:cNvSpPr/>
                <p:nvPr/>
              </p:nvSpPr>
              <p:spPr>
                <a:xfrm>
                  <a:off x="8810644" y="1830558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0" name="任意多边形: 形状 109">
                  <a:extLst>
                    <a:ext uri="{FF2B5EF4-FFF2-40B4-BE49-F238E27FC236}">
                      <a16:creationId xmlns:a16="http://schemas.microsoft.com/office/drawing/2014/main" id="{4A2FD50C-7288-AF7D-3090-0FF3EC121CC6}"/>
                    </a:ext>
                  </a:extLst>
                </p:cNvPr>
                <p:cNvSpPr/>
                <p:nvPr/>
              </p:nvSpPr>
              <p:spPr>
                <a:xfrm>
                  <a:off x="8810644" y="2091410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1" name="任意多边形: 形状 110">
                  <a:extLst>
                    <a:ext uri="{FF2B5EF4-FFF2-40B4-BE49-F238E27FC236}">
                      <a16:creationId xmlns:a16="http://schemas.microsoft.com/office/drawing/2014/main" id="{CC321D1A-5F9A-499C-2168-53B78F8860B1}"/>
                    </a:ext>
                  </a:extLst>
                </p:cNvPr>
                <p:cNvSpPr/>
                <p:nvPr/>
              </p:nvSpPr>
              <p:spPr>
                <a:xfrm>
                  <a:off x="9059176" y="1830558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2" name="任意多边形: 形状 111">
                  <a:extLst>
                    <a:ext uri="{FF2B5EF4-FFF2-40B4-BE49-F238E27FC236}">
                      <a16:creationId xmlns:a16="http://schemas.microsoft.com/office/drawing/2014/main" id="{9278D8B0-4728-5188-8909-5A8CA42444DA}"/>
                    </a:ext>
                  </a:extLst>
                </p:cNvPr>
                <p:cNvSpPr/>
                <p:nvPr/>
              </p:nvSpPr>
              <p:spPr>
                <a:xfrm>
                  <a:off x="9059176" y="2091410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3" name="任意多边形: 形状 112">
                  <a:extLst>
                    <a:ext uri="{FF2B5EF4-FFF2-40B4-BE49-F238E27FC236}">
                      <a16:creationId xmlns:a16="http://schemas.microsoft.com/office/drawing/2014/main" id="{30EEC0A6-5BFF-338C-7711-65FFAA7DB405}"/>
                    </a:ext>
                  </a:extLst>
                </p:cNvPr>
                <p:cNvSpPr/>
                <p:nvPr/>
              </p:nvSpPr>
              <p:spPr>
                <a:xfrm>
                  <a:off x="8810644" y="2347804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4" name="任意多边形: 形状 113">
                  <a:extLst>
                    <a:ext uri="{FF2B5EF4-FFF2-40B4-BE49-F238E27FC236}">
                      <a16:creationId xmlns:a16="http://schemas.microsoft.com/office/drawing/2014/main" id="{C07754CD-6D26-4642-67A4-BB45A5BC695F}"/>
                    </a:ext>
                  </a:extLst>
                </p:cNvPr>
                <p:cNvSpPr/>
                <p:nvPr/>
              </p:nvSpPr>
              <p:spPr>
                <a:xfrm>
                  <a:off x="9059176" y="2347804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5" name="任意多边形: 形状 114">
                  <a:extLst>
                    <a:ext uri="{FF2B5EF4-FFF2-40B4-BE49-F238E27FC236}">
                      <a16:creationId xmlns:a16="http://schemas.microsoft.com/office/drawing/2014/main" id="{24FFB20A-2703-AC13-FFDE-4074BF228BC6}"/>
                    </a:ext>
                  </a:extLst>
                </p:cNvPr>
                <p:cNvSpPr/>
                <p:nvPr/>
              </p:nvSpPr>
              <p:spPr>
                <a:xfrm>
                  <a:off x="8322640" y="1830558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6" name="任意多边形: 形状 115">
                  <a:extLst>
                    <a:ext uri="{FF2B5EF4-FFF2-40B4-BE49-F238E27FC236}">
                      <a16:creationId xmlns:a16="http://schemas.microsoft.com/office/drawing/2014/main" id="{477E7C50-479B-62D6-D394-5F098893279C}"/>
                    </a:ext>
                  </a:extLst>
                </p:cNvPr>
                <p:cNvSpPr/>
                <p:nvPr/>
              </p:nvSpPr>
              <p:spPr>
                <a:xfrm>
                  <a:off x="8322640" y="2091410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7" name="任意多边形: 形状 116">
                  <a:extLst>
                    <a:ext uri="{FF2B5EF4-FFF2-40B4-BE49-F238E27FC236}">
                      <a16:creationId xmlns:a16="http://schemas.microsoft.com/office/drawing/2014/main" id="{DC7D6960-CFA1-700A-40A7-E23A1988B793}"/>
                    </a:ext>
                  </a:extLst>
                </p:cNvPr>
                <p:cNvSpPr/>
                <p:nvPr/>
              </p:nvSpPr>
              <p:spPr>
                <a:xfrm>
                  <a:off x="8571172" y="1830558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2"/>
                        <a:pt x="94973" y="122364"/>
                        <a:pt x="61182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3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8" name="任意多边形: 形状 117">
                  <a:extLst>
                    <a:ext uri="{FF2B5EF4-FFF2-40B4-BE49-F238E27FC236}">
                      <a16:creationId xmlns:a16="http://schemas.microsoft.com/office/drawing/2014/main" id="{A4D9C7C4-EF02-5EE8-2963-4A383BD9AEFA}"/>
                    </a:ext>
                  </a:extLst>
                </p:cNvPr>
                <p:cNvSpPr/>
                <p:nvPr/>
              </p:nvSpPr>
              <p:spPr>
                <a:xfrm>
                  <a:off x="8571172" y="2091410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2"/>
                        <a:pt x="94973" y="122365"/>
                        <a:pt x="61182" y="122365"/>
                      </a:cubicBezTo>
                      <a:cubicBezTo>
                        <a:pt x="27392" y="122365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3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9" name="任意多边形: 形状 118">
                  <a:extLst>
                    <a:ext uri="{FF2B5EF4-FFF2-40B4-BE49-F238E27FC236}">
                      <a16:creationId xmlns:a16="http://schemas.microsoft.com/office/drawing/2014/main" id="{7E5A7321-B526-BDEE-DE7B-7FB255CB8BAF}"/>
                    </a:ext>
                  </a:extLst>
                </p:cNvPr>
                <p:cNvSpPr/>
                <p:nvPr/>
              </p:nvSpPr>
              <p:spPr>
                <a:xfrm>
                  <a:off x="8322640" y="2347804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20" name="任意多边形: 形状 119">
                  <a:extLst>
                    <a:ext uri="{FF2B5EF4-FFF2-40B4-BE49-F238E27FC236}">
                      <a16:creationId xmlns:a16="http://schemas.microsoft.com/office/drawing/2014/main" id="{91B703E9-39F9-5F3B-A36E-E486FC159C78}"/>
                    </a:ext>
                  </a:extLst>
                </p:cNvPr>
                <p:cNvSpPr/>
                <p:nvPr/>
              </p:nvSpPr>
              <p:spPr>
                <a:xfrm>
                  <a:off x="8571172" y="2347804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2"/>
                        <a:pt x="94973" y="122365"/>
                        <a:pt x="61182" y="122365"/>
                      </a:cubicBezTo>
                      <a:cubicBezTo>
                        <a:pt x="27392" y="122365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3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21" name="任意多边形: 形状 120">
                  <a:extLst>
                    <a:ext uri="{FF2B5EF4-FFF2-40B4-BE49-F238E27FC236}">
                      <a16:creationId xmlns:a16="http://schemas.microsoft.com/office/drawing/2014/main" id="{DD8E2C18-154A-FADA-269B-80D2342D3D3F}"/>
                    </a:ext>
                  </a:extLst>
                </p:cNvPr>
                <p:cNvSpPr/>
                <p:nvPr/>
              </p:nvSpPr>
              <p:spPr>
                <a:xfrm rot="-4846898">
                  <a:off x="8810826" y="2579266"/>
                  <a:ext cx="122366" cy="122366"/>
                </a:xfrm>
                <a:custGeom>
                  <a:avLst/>
                  <a:gdLst>
                    <a:gd name="connsiteX0" fmla="*/ 122366 w 122366"/>
                    <a:gd name="connsiteY0" fmla="*/ 61183 h 122366"/>
                    <a:gd name="connsiteX1" fmla="*/ 61183 w 122366"/>
                    <a:gd name="connsiteY1" fmla="*/ 122366 h 122366"/>
                    <a:gd name="connsiteX2" fmla="*/ 0 w 122366"/>
                    <a:gd name="connsiteY2" fmla="*/ 61183 h 122366"/>
                    <a:gd name="connsiteX3" fmla="*/ 61183 w 122366"/>
                    <a:gd name="connsiteY3" fmla="*/ 0 h 122366"/>
                    <a:gd name="connsiteX4" fmla="*/ 122366 w 122366"/>
                    <a:gd name="connsiteY4" fmla="*/ 61183 h 1223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6" h="122366">
                      <a:moveTo>
                        <a:pt x="122366" y="61183"/>
                      </a:moveTo>
                      <a:cubicBezTo>
                        <a:pt x="122366" y="94974"/>
                        <a:pt x="94974" y="122366"/>
                        <a:pt x="61183" y="122366"/>
                      </a:cubicBezTo>
                      <a:cubicBezTo>
                        <a:pt x="27392" y="122366"/>
                        <a:pt x="0" y="94974"/>
                        <a:pt x="0" y="61183"/>
                      </a:cubicBezTo>
                      <a:cubicBezTo>
                        <a:pt x="0" y="27393"/>
                        <a:pt x="27392" y="0"/>
                        <a:pt x="61183" y="0"/>
                      </a:cubicBezTo>
                      <a:cubicBezTo>
                        <a:pt x="94974" y="0"/>
                        <a:pt x="122366" y="27393"/>
                        <a:pt x="122366" y="61183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22" name="任意多边形: 形状 121">
                  <a:extLst>
                    <a:ext uri="{FF2B5EF4-FFF2-40B4-BE49-F238E27FC236}">
                      <a16:creationId xmlns:a16="http://schemas.microsoft.com/office/drawing/2014/main" id="{77C7B19E-50B0-1379-0CCA-E65BAE4308DE}"/>
                    </a:ext>
                  </a:extLst>
                </p:cNvPr>
                <p:cNvSpPr/>
                <p:nvPr/>
              </p:nvSpPr>
              <p:spPr>
                <a:xfrm rot="-4846898">
                  <a:off x="9059365" y="2579265"/>
                  <a:ext cx="122366" cy="122366"/>
                </a:xfrm>
                <a:custGeom>
                  <a:avLst/>
                  <a:gdLst>
                    <a:gd name="connsiteX0" fmla="*/ 122366 w 122366"/>
                    <a:gd name="connsiteY0" fmla="*/ 61183 h 122366"/>
                    <a:gd name="connsiteX1" fmla="*/ 61183 w 122366"/>
                    <a:gd name="connsiteY1" fmla="*/ 122366 h 122366"/>
                    <a:gd name="connsiteX2" fmla="*/ 0 w 122366"/>
                    <a:gd name="connsiteY2" fmla="*/ 61183 h 122366"/>
                    <a:gd name="connsiteX3" fmla="*/ 61183 w 122366"/>
                    <a:gd name="connsiteY3" fmla="*/ 0 h 122366"/>
                    <a:gd name="connsiteX4" fmla="*/ 122366 w 122366"/>
                    <a:gd name="connsiteY4" fmla="*/ 61183 h 1223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6" h="122366">
                      <a:moveTo>
                        <a:pt x="122366" y="61183"/>
                      </a:moveTo>
                      <a:cubicBezTo>
                        <a:pt x="122366" y="94974"/>
                        <a:pt x="94974" y="122366"/>
                        <a:pt x="61183" y="122366"/>
                      </a:cubicBezTo>
                      <a:cubicBezTo>
                        <a:pt x="27392" y="122366"/>
                        <a:pt x="0" y="94974"/>
                        <a:pt x="0" y="61183"/>
                      </a:cubicBezTo>
                      <a:cubicBezTo>
                        <a:pt x="0" y="27393"/>
                        <a:pt x="27392" y="0"/>
                        <a:pt x="61183" y="0"/>
                      </a:cubicBezTo>
                      <a:cubicBezTo>
                        <a:pt x="94974" y="0"/>
                        <a:pt x="122366" y="27393"/>
                        <a:pt x="122366" y="61183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23" name="任意多边形: 形状 122">
                  <a:extLst>
                    <a:ext uri="{FF2B5EF4-FFF2-40B4-BE49-F238E27FC236}">
                      <a16:creationId xmlns:a16="http://schemas.microsoft.com/office/drawing/2014/main" id="{55AB218C-0145-FDEF-4059-FEC22E24C987}"/>
                    </a:ext>
                  </a:extLst>
                </p:cNvPr>
                <p:cNvSpPr/>
                <p:nvPr/>
              </p:nvSpPr>
              <p:spPr>
                <a:xfrm rot="-4952159">
                  <a:off x="8322502" y="2579532"/>
                  <a:ext cx="122361" cy="122361"/>
                </a:xfrm>
                <a:custGeom>
                  <a:avLst/>
                  <a:gdLst>
                    <a:gd name="connsiteX0" fmla="*/ 122361 w 122361"/>
                    <a:gd name="connsiteY0" fmla="*/ 61181 h 122361"/>
                    <a:gd name="connsiteX1" fmla="*/ 61181 w 122361"/>
                    <a:gd name="connsiteY1" fmla="*/ 122361 h 122361"/>
                    <a:gd name="connsiteX2" fmla="*/ 0 w 122361"/>
                    <a:gd name="connsiteY2" fmla="*/ 61181 h 122361"/>
                    <a:gd name="connsiteX3" fmla="*/ 61181 w 122361"/>
                    <a:gd name="connsiteY3" fmla="*/ 0 h 122361"/>
                    <a:gd name="connsiteX4" fmla="*/ 122361 w 122361"/>
                    <a:gd name="connsiteY4" fmla="*/ 61181 h 1223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1" h="122361">
                      <a:moveTo>
                        <a:pt x="122361" y="61181"/>
                      </a:moveTo>
                      <a:cubicBezTo>
                        <a:pt x="122361" y="94970"/>
                        <a:pt x="94970" y="122361"/>
                        <a:pt x="61181" y="122361"/>
                      </a:cubicBezTo>
                      <a:cubicBezTo>
                        <a:pt x="27391" y="122361"/>
                        <a:pt x="0" y="94970"/>
                        <a:pt x="0" y="61181"/>
                      </a:cubicBezTo>
                      <a:cubicBezTo>
                        <a:pt x="0" y="27392"/>
                        <a:pt x="27391" y="0"/>
                        <a:pt x="61181" y="0"/>
                      </a:cubicBezTo>
                      <a:cubicBezTo>
                        <a:pt x="94970" y="0"/>
                        <a:pt x="122361" y="27392"/>
                        <a:pt x="122361" y="61181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24" name="任意多边形: 形状 123">
                  <a:extLst>
                    <a:ext uri="{FF2B5EF4-FFF2-40B4-BE49-F238E27FC236}">
                      <a16:creationId xmlns:a16="http://schemas.microsoft.com/office/drawing/2014/main" id="{C175FB77-FD3A-86E3-CF53-0E5395F5BF28}"/>
                    </a:ext>
                  </a:extLst>
                </p:cNvPr>
                <p:cNvSpPr/>
                <p:nvPr/>
              </p:nvSpPr>
              <p:spPr>
                <a:xfrm rot="-4846898">
                  <a:off x="8571353" y="2579271"/>
                  <a:ext cx="122366" cy="122366"/>
                </a:xfrm>
                <a:custGeom>
                  <a:avLst/>
                  <a:gdLst>
                    <a:gd name="connsiteX0" fmla="*/ 122367 w 122366"/>
                    <a:gd name="connsiteY0" fmla="*/ 61183 h 122366"/>
                    <a:gd name="connsiteX1" fmla="*/ 61183 w 122366"/>
                    <a:gd name="connsiteY1" fmla="*/ 122366 h 122366"/>
                    <a:gd name="connsiteX2" fmla="*/ 0 w 122366"/>
                    <a:gd name="connsiteY2" fmla="*/ 61183 h 122366"/>
                    <a:gd name="connsiteX3" fmla="*/ 61183 w 122366"/>
                    <a:gd name="connsiteY3" fmla="*/ 0 h 122366"/>
                    <a:gd name="connsiteX4" fmla="*/ 122367 w 122366"/>
                    <a:gd name="connsiteY4" fmla="*/ 61183 h 1223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6" h="122366">
                      <a:moveTo>
                        <a:pt x="122367" y="61183"/>
                      </a:moveTo>
                      <a:cubicBezTo>
                        <a:pt x="122367" y="94974"/>
                        <a:pt x="94974" y="122366"/>
                        <a:pt x="61183" y="122366"/>
                      </a:cubicBezTo>
                      <a:cubicBezTo>
                        <a:pt x="27393" y="122366"/>
                        <a:pt x="0" y="94974"/>
                        <a:pt x="0" y="61183"/>
                      </a:cubicBezTo>
                      <a:cubicBezTo>
                        <a:pt x="0" y="27393"/>
                        <a:pt x="27393" y="0"/>
                        <a:pt x="61183" y="0"/>
                      </a:cubicBezTo>
                      <a:cubicBezTo>
                        <a:pt x="94974" y="0"/>
                        <a:pt x="122367" y="27393"/>
                        <a:pt x="122367" y="61183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2" name="图形 8">
                <a:extLst>
                  <a:ext uri="{FF2B5EF4-FFF2-40B4-BE49-F238E27FC236}">
                    <a16:creationId xmlns:a16="http://schemas.microsoft.com/office/drawing/2014/main" id="{8593D61E-4076-C09D-E517-A0ACA3EA6FA4}"/>
                  </a:ext>
                </a:extLst>
              </p:cNvPr>
              <p:cNvGrpSpPr/>
              <p:nvPr/>
            </p:nvGrpSpPr>
            <p:grpSpPr>
              <a:xfrm>
                <a:off x="9537026" y="4200779"/>
                <a:ext cx="858901" cy="871143"/>
                <a:chOff x="9537026" y="4200779"/>
                <a:chExt cx="858901" cy="871143"/>
              </a:xfrm>
              <a:solidFill>
                <a:srgbClr val="FBF5E2"/>
              </a:solidFill>
            </p:grpSpPr>
            <p:sp>
              <p:nvSpPr>
                <p:cNvPr id="93" name="任意多边形: 形状 92">
                  <a:extLst>
                    <a:ext uri="{FF2B5EF4-FFF2-40B4-BE49-F238E27FC236}">
                      <a16:creationId xmlns:a16="http://schemas.microsoft.com/office/drawing/2014/main" id="{FCF61E27-EBF8-7376-F83C-9E921104234D}"/>
                    </a:ext>
                  </a:extLst>
                </p:cNvPr>
                <p:cNvSpPr/>
                <p:nvPr/>
              </p:nvSpPr>
              <p:spPr>
                <a:xfrm>
                  <a:off x="10025030" y="4200779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4" name="任意多边形: 形状 93">
                  <a:extLst>
                    <a:ext uri="{FF2B5EF4-FFF2-40B4-BE49-F238E27FC236}">
                      <a16:creationId xmlns:a16="http://schemas.microsoft.com/office/drawing/2014/main" id="{5D8857A4-3A46-7943-A80A-3AC7E303DDBF}"/>
                    </a:ext>
                  </a:extLst>
                </p:cNvPr>
                <p:cNvSpPr/>
                <p:nvPr/>
              </p:nvSpPr>
              <p:spPr>
                <a:xfrm>
                  <a:off x="10025030" y="4461630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3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3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5" name="任意多边形: 形状 94">
                  <a:extLst>
                    <a:ext uri="{FF2B5EF4-FFF2-40B4-BE49-F238E27FC236}">
                      <a16:creationId xmlns:a16="http://schemas.microsoft.com/office/drawing/2014/main" id="{D9462D33-183B-C8E6-7FDF-2B4E268677E4}"/>
                    </a:ext>
                  </a:extLst>
                </p:cNvPr>
                <p:cNvSpPr/>
                <p:nvPr/>
              </p:nvSpPr>
              <p:spPr>
                <a:xfrm>
                  <a:off x="10273563" y="4200779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3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3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2"/>
                        <a:pt x="94973" y="122364"/>
                        <a:pt x="61183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3" y="0"/>
                      </a:cubicBezTo>
                      <a:cubicBezTo>
                        <a:pt x="94973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6" name="任意多边形: 形状 95">
                  <a:extLst>
                    <a:ext uri="{FF2B5EF4-FFF2-40B4-BE49-F238E27FC236}">
                      <a16:creationId xmlns:a16="http://schemas.microsoft.com/office/drawing/2014/main" id="{EA857C8E-EDCA-27F6-CA16-3AACA7001D2C}"/>
                    </a:ext>
                  </a:extLst>
                </p:cNvPr>
                <p:cNvSpPr/>
                <p:nvPr/>
              </p:nvSpPr>
              <p:spPr>
                <a:xfrm>
                  <a:off x="10273563" y="4461630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3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3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3"/>
                        <a:pt x="94973" y="122365"/>
                        <a:pt x="61183" y="122365"/>
                      </a:cubicBezTo>
                      <a:cubicBezTo>
                        <a:pt x="27392" y="122365"/>
                        <a:pt x="0" y="94973"/>
                        <a:pt x="0" y="61182"/>
                      </a:cubicBezTo>
                      <a:cubicBezTo>
                        <a:pt x="0" y="27392"/>
                        <a:pt x="27392" y="0"/>
                        <a:pt x="61183" y="0"/>
                      </a:cubicBezTo>
                      <a:cubicBezTo>
                        <a:pt x="94973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7" name="任意多边形: 形状 96">
                  <a:extLst>
                    <a:ext uri="{FF2B5EF4-FFF2-40B4-BE49-F238E27FC236}">
                      <a16:creationId xmlns:a16="http://schemas.microsoft.com/office/drawing/2014/main" id="{E61E23F2-8DA8-B1AC-EF9E-FDD74D1D6F32}"/>
                    </a:ext>
                  </a:extLst>
                </p:cNvPr>
                <p:cNvSpPr/>
                <p:nvPr/>
              </p:nvSpPr>
              <p:spPr>
                <a:xfrm>
                  <a:off x="10025030" y="4718024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8" name="任意多边形: 形状 97">
                  <a:extLst>
                    <a:ext uri="{FF2B5EF4-FFF2-40B4-BE49-F238E27FC236}">
                      <a16:creationId xmlns:a16="http://schemas.microsoft.com/office/drawing/2014/main" id="{55BABDCB-DE4A-1BC6-C314-84FBDABCAA6C}"/>
                    </a:ext>
                  </a:extLst>
                </p:cNvPr>
                <p:cNvSpPr/>
                <p:nvPr/>
              </p:nvSpPr>
              <p:spPr>
                <a:xfrm>
                  <a:off x="10273563" y="4718024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3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3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2"/>
                        <a:pt x="94973" y="122364"/>
                        <a:pt x="61183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3" y="0"/>
                      </a:cubicBezTo>
                      <a:cubicBezTo>
                        <a:pt x="94973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9" name="任意多边形: 形状 98">
                  <a:extLst>
                    <a:ext uri="{FF2B5EF4-FFF2-40B4-BE49-F238E27FC236}">
                      <a16:creationId xmlns:a16="http://schemas.microsoft.com/office/drawing/2014/main" id="{2B87BE18-E6DB-0842-DF77-AEA0041FAE63}"/>
                    </a:ext>
                  </a:extLst>
                </p:cNvPr>
                <p:cNvSpPr/>
                <p:nvPr/>
              </p:nvSpPr>
              <p:spPr>
                <a:xfrm>
                  <a:off x="9537026" y="4200779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-1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-1" y="94972"/>
                        <a:pt x="-1" y="61182"/>
                      </a:cubicBezTo>
                      <a:cubicBezTo>
                        <a:pt x="-1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0" name="任意多边形: 形状 99">
                  <a:extLst>
                    <a:ext uri="{FF2B5EF4-FFF2-40B4-BE49-F238E27FC236}">
                      <a16:creationId xmlns:a16="http://schemas.microsoft.com/office/drawing/2014/main" id="{A3C72E1B-3AAB-DED7-94E5-11A3F53A68BB}"/>
                    </a:ext>
                  </a:extLst>
                </p:cNvPr>
                <p:cNvSpPr/>
                <p:nvPr/>
              </p:nvSpPr>
              <p:spPr>
                <a:xfrm>
                  <a:off x="9537026" y="4461630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-1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3"/>
                        <a:pt x="94972" y="122365"/>
                        <a:pt x="61182" y="122365"/>
                      </a:cubicBezTo>
                      <a:cubicBezTo>
                        <a:pt x="27392" y="122365"/>
                        <a:pt x="-1" y="94973"/>
                        <a:pt x="-1" y="61182"/>
                      </a:cubicBezTo>
                      <a:cubicBezTo>
                        <a:pt x="-1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1" name="任意多边形: 形状 100">
                  <a:extLst>
                    <a:ext uri="{FF2B5EF4-FFF2-40B4-BE49-F238E27FC236}">
                      <a16:creationId xmlns:a16="http://schemas.microsoft.com/office/drawing/2014/main" id="{B34FEB40-9FEE-981E-1902-59788115B4CD}"/>
                    </a:ext>
                  </a:extLst>
                </p:cNvPr>
                <p:cNvSpPr/>
                <p:nvPr/>
              </p:nvSpPr>
              <p:spPr>
                <a:xfrm>
                  <a:off x="9785559" y="4200779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2" name="任意多边形: 形状 101">
                  <a:extLst>
                    <a:ext uri="{FF2B5EF4-FFF2-40B4-BE49-F238E27FC236}">
                      <a16:creationId xmlns:a16="http://schemas.microsoft.com/office/drawing/2014/main" id="{B654F21B-89C5-E7F7-5DC6-A67DB4AE5F48}"/>
                    </a:ext>
                  </a:extLst>
                </p:cNvPr>
                <p:cNvSpPr/>
                <p:nvPr/>
              </p:nvSpPr>
              <p:spPr>
                <a:xfrm>
                  <a:off x="9785559" y="4461630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3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3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3" name="任意多边形: 形状 102">
                  <a:extLst>
                    <a:ext uri="{FF2B5EF4-FFF2-40B4-BE49-F238E27FC236}">
                      <a16:creationId xmlns:a16="http://schemas.microsoft.com/office/drawing/2014/main" id="{4E337369-CE41-6FF5-320B-8644217C894D}"/>
                    </a:ext>
                  </a:extLst>
                </p:cNvPr>
                <p:cNvSpPr/>
                <p:nvPr/>
              </p:nvSpPr>
              <p:spPr>
                <a:xfrm>
                  <a:off x="9537026" y="4718024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-1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-1" y="94972"/>
                        <a:pt x="-1" y="61182"/>
                      </a:cubicBezTo>
                      <a:cubicBezTo>
                        <a:pt x="-1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4" name="任意多边形: 形状 103">
                  <a:extLst>
                    <a:ext uri="{FF2B5EF4-FFF2-40B4-BE49-F238E27FC236}">
                      <a16:creationId xmlns:a16="http://schemas.microsoft.com/office/drawing/2014/main" id="{123C0B7A-CCD7-7476-061F-91B2B4435EE7}"/>
                    </a:ext>
                  </a:extLst>
                </p:cNvPr>
                <p:cNvSpPr/>
                <p:nvPr/>
              </p:nvSpPr>
              <p:spPr>
                <a:xfrm>
                  <a:off x="9785559" y="4718024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4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2"/>
                        <a:pt x="94972" y="122364"/>
                        <a:pt x="61182" y="122364"/>
                      </a:cubicBezTo>
                      <a:cubicBezTo>
                        <a:pt x="27392" y="122364"/>
                        <a:pt x="0" y="94972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5" name="任意多边形: 形状 104">
                  <a:extLst>
                    <a:ext uri="{FF2B5EF4-FFF2-40B4-BE49-F238E27FC236}">
                      <a16:creationId xmlns:a16="http://schemas.microsoft.com/office/drawing/2014/main" id="{39BDEB69-F5EE-AA92-30D7-84E0C291796A}"/>
                    </a:ext>
                  </a:extLst>
                </p:cNvPr>
                <p:cNvSpPr/>
                <p:nvPr/>
              </p:nvSpPr>
              <p:spPr>
                <a:xfrm>
                  <a:off x="10025030" y="4949558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3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3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6" name="任意多边形: 形状 105">
                  <a:extLst>
                    <a:ext uri="{FF2B5EF4-FFF2-40B4-BE49-F238E27FC236}">
                      <a16:creationId xmlns:a16="http://schemas.microsoft.com/office/drawing/2014/main" id="{6543100D-0130-D814-A6D3-5D51FC1E3F3A}"/>
                    </a:ext>
                  </a:extLst>
                </p:cNvPr>
                <p:cNvSpPr/>
                <p:nvPr/>
              </p:nvSpPr>
              <p:spPr>
                <a:xfrm>
                  <a:off x="10273563" y="4949558"/>
                  <a:ext cx="122364" cy="122364"/>
                </a:xfrm>
                <a:custGeom>
                  <a:avLst/>
                  <a:gdLst>
                    <a:gd name="connsiteX0" fmla="*/ 122365 w 122364"/>
                    <a:gd name="connsiteY0" fmla="*/ 61182 h 122364"/>
                    <a:gd name="connsiteX1" fmla="*/ 61183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3 w 122364"/>
                    <a:gd name="connsiteY3" fmla="*/ 0 h 122364"/>
                    <a:gd name="connsiteX4" fmla="*/ 122365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5" y="61182"/>
                      </a:moveTo>
                      <a:cubicBezTo>
                        <a:pt x="122365" y="94973"/>
                        <a:pt x="94973" y="122365"/>
                        <a:pt x="61183" y="122365"/>
                      </a:cubicBezTo>
                      <a:cubicBezTo>
                        <a:pt x="27392" y="122365"/>
                        <a:pt x="0" y="94973"/>
                        <a:pt x="0" y="61182"/>
                      </a:cubicBezTo>
                      <a:cubicBezTo>
                        <a:pt x="0" y="27392"/>
                        <a:pt x="27392" y="0"/>
                        <a:pt x="61183" y="0"/>
                      </a:cubicBezTo>
                      <a:cubicBezTo>
                        <a:pt x="94973" y="0"/>
                        <a:pt x="122365" y="27392"/>
                        <a:pt x="122365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7" name="任意多边形: 形状 106">
                  <a:extLst>
                    <a:ext uri="{FF2B5EF4-FFF2-40B4-BE49-F238E27FC236}">
                      <a16:creationId xmlns:a16="http://schemas.microsoft.com/office/drawing/2014/main" id="{6500F2BD-6537-C920-BB40-5DF427BE298B}"/>
                    </a:ext>
                  </a:extLst>
                </p:cNvPr>
                <p:cNvSpPr/>
                <p:nvPr/>
              </p:nvSpPr>
              <p:spPr>
                <a:xfrm>
                  <a:off x="9537026" y="4949558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-1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3"/>
                        <a:pt x="94972" y="122365"/>
                        <a:pt x="61182" y="122365"/>
                      </a:cubicBezTo>
                      <a:cubicBezTo>
                        <a:pt x="27392" y="122365"/>
                        <a:pt x="-1" y="94973"/>
                        <a:pt x="-1" y="61182"/>
                      </a:cubicBezTo>
                      <a:cubicBezTo>
                        <a:pt x="-1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8" name="任意多边形: 形状 107">
                  <a:extLst>
                    <a:ext uri="{FF2B5EF4-FFF2-40B4-BE49-F238E27FC236}">
                      <a16:creationId xmlns:a16="http://schemas.microsoft.com/office/drawing/2014/main" id="{9A65E3A4-0C9D-92DE-12F1-9ED26CCF8524}"/>
                    </a:ext>
                  </a:extLst>
                </p:cNvPr>
                <p:cNvSpPr/>
                <p:nvPr/>
              </p:nvSpPr>
              <p:spPr>
                <a:xfrm>
                  <a:off x="9785559" y="4949558"/>
                  <a:ext cx="122364" cy="122364"/>
                </a:xfrm>
                <a:custGeom>
                  <a:avLst/>
                  <a:gdLst>
                    <a:gd name="connsiteX0" fmla="*/ 122364 w 122364"/>
                    <a:gd name="connsiteY0" fmla="*/ 61182 h 122364"/>
                    <a:gd name="connsiteX1" fmla="*/ 61182 w 122364"/>
                    <a:gd name="connsiteY1" fmla="*/ 122365 h 122364"/>
                    <a:gd name="connsiteX2" fmla="*/ 0 w 122364"/>
                    <a:gd name="connsiteY2" fmla="*/ 61182 h 122364"/>
                    <a:gd name="connsiteX3" fmla="*/ 61182 w 122364"/>
                    <a:gd name="connsiteY3" fmla="*/ 0 h 122364"/>
                    <a:gd name="connsiteX4" fmla="*/ 122364 w 122364"/>
                    <a:gd name="connsiteY4" fmla="*/ 61182 h 12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64" h="122364">
                      <a:moveTo>
                        <a:pt x="122364" y="61182"/>
                      </a:moveTo>
                      <a:cubicBezTo>
                        <a:pt x="122364" y="94973"/>
                        <a:pt x="94972" y="122365"/>
                        <a:pt x="61182" y="122365"/>
                      </a:cubicBezTo>
                      <a:cubicBezTo>
                        <a:pt x="27392" y="122365"/>
                        <a:pt x="0" y="94973"/>
                        <a:pt x="0" y="61182"/>
                      </a:cubicBezTo>
                      <a:cubicBezTo>
                        <a:pt x="0" y="27392"/>
                        <a:pt x="27392" y="0"/>
                        <a:pt x="61182" y="0"/>
                      </a:cubicBezTo>
                      <a:cubicBezTo>
                        <a:pt x="94972" y="0"/>
                        <a:pt x="122364" y="27392"/>
                        <a:pt x="122364" y="61182"/>
                      </a:cubicBezTo>
                      <a:close/>
                    </a:path>
                  </a:pathLst>
                </a:custGeom>
                <a:solidFill>
                  <a:srgbClr val="FBF5E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63" name="任意多边形: 形状 62">
                <a:extLst>
                  <a:ext uri="{FF2B5EF4-FFF2-40B4-BE49-F238E27FC236}">
                    <a16:creationId xmlns:a16="http://schemas.microsoft.com/office/drawing/2014/main" id="{26317B33-AED0-FB52-4834-F9CCF63CC38B}"/>
                  </a:ext>
                </a:extLst>
              </p:cNvPr>
              <p:cNvSpPr/>
              <p:nvPr/>
            </p:nvSpPr>
            <p:spPr>
              <a:xfrm>
                <a:off x="6962343" y="463797"/>
                <a:ext cx="865555" cy="865555"/>
              </a:xfrm>
              <a:custGeom>
                <a:avLst/>
                <a:gdLst>
                  <a:gd name="connsiteX0" fmla="*/ 0 w 865555"/>
                  <a:gd name="connsiteY0" fmla="*/ 865549 h 865555"/>
                  <a:gd name="connsiteX1" fmla="*/ 0 w 865555"/>
                  <a:gd name="connsiteY1" fmla="*/ 0 h 865555"/>
                  <a:gd name="connsiteX2" fmla="*/ 865556 w 865555"/>
                  <a:gd name="connsiteY2" fmla="*/ 0 h 865555"/>
                  <a:gd name="connsiteX3" fmla="*/ 865556 w 865555"/>
                  <a:gd name="connsiteY3" fmla="*/ 377673 h 865555"/>
                  <a:gd name="connsiteX4" fmla="*/ 377672 w 865555"/>
                  <a:gd name="connsiteY4" fmla="*/ 865556 h 865555"/>
                  <a:gd name="connsiteX5" fmla="*/ 0 w 865555"/>
                  <a:gd name="connsiteY5" fmla="*/ 865556 h 865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65555" h="865555">
                    <a:moveTo>
                      <a:pt x="0" y="865549"/>
                    </a:moveTo>
                    <a:lnTo>
                      <a:pt x="0" y="0"/>
                    </a:lnTo>
                    <a:lnTo>
                      <a:pt x="865556" y="0"/>
                    </a:lnTo>
                    <a:lnTo>
                      <a:pt x="865556" y="377673"/>
                    </a:lnTo>
                    <a:cubicBezTo>
                      <a:pt x="865556" y="647122"/>
                      <a:pt x="647122" y="865556"/>
                      <a:pt x="377672" y="865556"/>
                    </a:cubicBezTo>
                    <a:lnTo>
                      <a:pt x="0" y="865556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4" name="任意多边形: 形状 63">
                <a:extLst>
                  <a:ext uri="{FF2B5EF4-FFF2-40B4-BE49-F238E27FC236}">
                    <a16:creationId xmlns:a16="http://schemas.microsoft.com/office/drawing/2014/main" id="{E4CD9110-72D3-705F-0E1F-78393DAFFE74}"/>
                  </a:ext>
                </a:extLst>
              </p:cNvPr>
              <p:cNvSpPr/>
              <p:nvPr/>
            </p:nvSpPr>
            <p:spPr>
              <a:xfrm>
                <a:off x="9952316" y="473538"/>
                <a:ext cx="593890" cy="1179334"/>
              </a:xfrm>
              <a:custGeom>
                <a:avLst/>
                <a:gdLst>
                  <a:gd name="connsiteX0" fmla="*/ 0 w 593890"/>
                  <a:gd name="connsiteY0" fmla="*/ 589667 h 1179334"/>
                  <a:gd name="connsiteX1" fmla="*/ 593890 w 593890"/>
                  <a:gd name="connsiteY1" fmla="*/ 0 h 1179334"/>
                  <a:gd name="connsiteX2" fmla="*/ 593890 w 593890"/>
                  <a:gd name="connsiteY2" fmla="*/ 1179335 h 1179334"/>
                  <a:gd name="connsiteX3" fmla="*/ 0 w 593890"/>
                  <a:gd name="connsiteY3" fmla="*/ 589667 h 1179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3890" h="1179334">
                    <a:moveTo>
                      <a:pt x="0" y="589667"/>
                    </a:moveTo>
                    <a:cubicBezTo>
                      <a:pt x="0" y="264001"/>
                      <a:pt x="265894" y="0"/>
                      <a:pt x="593890" y="0"/>
                    </a:cubicBezTo>
                    <a:lnTo>
                      <a:pt x="593890" y="1179335"/>
                    </a:lnTo>
                    <a:cubicBezTo>
                      <a:pt x="265894" y="1179341"/>
                      <a:pt x="0" y="915334"/>
                      <a:pt x="0" y="589667"/>
                    </a:cubicBezTo>
                    <a:close/>
                  </a:path>
                </a:pathLst>
              </a:custGeom>
              <a:solidFill>
                <a:srgbClr val="E9A65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5" name="任意多边形: 形状 64">
                <a:extLst>
                  <a:ext uri="{FF2B5EF4-FFF2-40B4-BE49-F238E27FC236}">
                    <a16:creationId xmlns:a16="http://schemas.microsoft.com/office/drawing/2014/main" id="{57426613-1D04-651C-0E5F-D51EA7C5442B}"/>
                  </a:ext>
                </a:extLst>
              </p:cNvPr>
              <p:cNvSpPr/>
              <p:nvPr/>
            </p:nvSpPr>
            <p:spPr>
              <a:xfrm>
                <a:off x="9351181" y="464210"/>
                <a:ext cx="589667" cy="1194498"/>
              </a:xfrm>
              <a:custGeom>
                <a:avLst/>
                <a:gdLst>
                  <a:gd name="connsiteX0" fmla="*/ 589668 w 589667"/>
                  <a:gd name="connsiteY0" fmla="*/ 597249 h 1194498"/>
                  <a:gd name="connsiteX1" fmla="*/ 0 w 589667"/>
                  <a:gd name="connsiteY1" fmla="*/ 1194499 h 1194498"/>
                  <a:gd name="connsiteX2" fmla="*/ 0 w 589667"/>
                  <a:gd name="connsiteY2" fmla="*/ 0 h 1194498"/>
                  <a:gd name="connsiteX3" fmla="*/ 589668 w 589667"/>
                  <a:gd name="connsiteY3" fmla="*/ 597249 h 1194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9667" h="1194498">
                    <a:moveTo>
                      <a:pt x="589668" y="597249"/>
                    </a:moveTo>
                    <a:cubicBezTo>
                      <a:pt x="589668" y="927100"/>
                      <a:pt x="325666" y="1194499"/>
                      <a:pt x="0" y="1194499"/>
                    </a:cubicBezTo>
                    <a:lnTo>
                      <a:pt x="0" y="0"/>
                    </a:lnTo>
                    <a:cubicBezTo>
                      <a:pt x="325666" y="0"/>
                      <a:pt x="589668" y="267399"/>
                      <a:pt x="589668" y="597249"/>
                    </a:cubicBezTo>
                    <a:close/>
                  </a:path>
                </a:pathLst>
              </a:custGeom>
              <a:solidFill>
                <a:srgbClr val="1C1C6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66" name="图形 8">
                <a:extLst>
                  <a:ext uri="{FF2B5EF4-FFF2-40B4-BE49-F238E27FC236}">
                    <a16:creationId xmlns:a16="http://schemas.microsoft.com/office/drawing/2014/main" id="{26E5E4CA-15D1-9CC0-8DA9-E22B5296488C}"/>
                  </a:ext>
                </a:extLst>
              </p:cNvPr>
              <p:cNvGrpSpPr/>
              <p:nvPr/>
            </p:nvGrpSpPr>
            <p:grpSpPr>
              <a:xfrm>
                <a:off x="10660303" y="453428"/>
                <a:ext cx="1098403" cy="1208735"/>
                <a:chOff x="10660303" y="453428"/>
                <a:chExt cx="1098403" cy="1208735"/>
              </a:xfrm>
            </p:grpSpPr>
            <p:sp>
              <p:nvSpPr>
                <p:cNvPr id="84" name="任意多边形: 形状 83">
                  <a:extLst>
                    <a:ext uri="{FF2B5EF4-FFF2-40B4-BE49-F238E27FC236}">
                      <a16:creationId xmlns:a16="http://schemas.microsoft.com/office/drawing/2014/main" id="{3671F98C-E776-49F7-1307-2B415C1FBB9D}"/>
                    </a:ext>
                  </a:extLst>
                </p:cNvPr>
                <p:cNvSpPr/>
                <p:nvPr/>
              </p:nvSpPr>
              <p:spPr>
                <a:xfrm>
                  <a:off x="11209642" y="453434"/>
                  <a:ext cx="6" cy="1208728"/>
                </a:xfrm>
                <a:custGeom>
                  <a:avLst/>
                  <a:gdLst>
                    <a:gd name="connsiteX0" fmla="*/ 6 w 6"/>
                    <a:gd name="connsiteY0" fmla="*/ 0 h 1208728"/>
                    <a:gd name="connsiteX1" fmla="*/ 0 w 6"/>
                    <a:gd name="connsiteY1" fmla="*/ 1208729 h 120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" h="1208728">
                      <a:moveTo>
                        <a:pt x="6" y="0"/>
                      </a:moveTo>
                      <a:lnTo>
                        <a:pt x="0" y="1208729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5" name="任意多边形: 形状 84">
                  <a:extLst>
                    <a:ext uri="{FF2B5EF4-FFF2-40B4-BE49-F238E27FC236}">
                      <a16:creationId xmlns:a16="http://schemas.microsoft.com/office/drawing/2014/main" id="{A56A8D79-66E2-3AA1-3046-34EF1FE65CE4}"/>
                    </a:ext>
                  </a:extLst>
                </p:cNvPr>
                <p:cNvSpPr/>
                <p:nvPr/>
              </p:nvSpPr>
              <p:spPr>
                <a:xfrm>
                  <a:off x="11072361" y="453434"/>
                  <a:ext cx="6" cy="1208728"/>
                </a:xfrm>
                <a:custGeom>
                  <a:avLst/>
                  <a:gdLst>
                    <a:gd name="connsiteX0" fmla="*/ 7 w 6"/>
                    <a:gd name="connsiteY0" fmla="*/ 0 h 1208728"/>
                    <a:gd name="connsiteX1" fmla="*/ 0 w 6"/>
                    <a:gd name="connsiteY1" fmla="*/ 1208729 h 120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" h="1208728">
                      <a:moveTo>
                        <a:pt x="7" y="0"/>
                      </a:moveTo>
                      <a:lnTo>
                        <a:pt x="0" y="1208729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6" name="任意多边形: 形状 85">
                  <a:extLst>
                    <a:ext uri="{FF2B5EF4-FFF2-40B4-BE49-F238E27FC236}">
                      <a16:creationId xmlns:a16="http://schemas.microsoft.com/office/drawing/2014/main" id="{79113DD9-1FBB-AD30-2601-A8CE8131D5EB}"/>
                    </a:ext>
                  </a:extLst>
                </p:cNvPr>
                <p:cNvSpPr/>
                <p:nvPr/>
              </p:nvSpPr>
              <p:spPr>
                <a:xfrm>
                  <a:off x="10935169" y="453434"/>
                  <a:ext cx="6" cy="1208728"/>
                </a:xfrm>
                <a:custGeom>
                  <a:avLst/>
                  <a:gdLst>
                    <a:gd name="connsiteX0" fmla="*/ 6 w 6"/>
                    <a:gd name="connsiteY0" fmla="*/ 0 h 1208728"/>
                    <a:gd name="connsiteX1" fmla="*/ 0 w 6"/>
                    <a:gd name="connsiteY1" fmla="*/ 1208729 h 120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" h="1208728">
                      <a:moveTo>
                        <a:pt x="6" y="0"/>
                      </a:moveTo>
                      <a:lnTo>
                        <a:pt x="0" y="1208729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7" name="任意多边形: 形状 86">
                  <a:extLst>
                    <a:ext uri="{FF2B5EF4-FFF2-40B4-BE49-F238E27FC236}">
                      <a16:creationId xmlns:a16="http://schemas.microsoft.com/office/drawing/2014/main" id="{C3B4B2F2-9E63-976A-E7AF-FA6C116CB46B}"/>
                    </a:ext>
                  </a:extLst>
                </p:cNvPr>
                <p:cNvSpPr/>
                <p:nvPr/>
              </p:nvSpPr>
              <p:spPr>
                <a:xfrm>
                  <a:off x="10797781" y="453434"/>
                  <a:ext cx="6" cy="1208728"/>
                </a:xfrm>
                <a:custGeom>
                  <a:avLst/>
                  <a:gdLst>
                    <a:gd name="connsiteX0" fmla="*/ 6 w 6"/>
                    <a:gd name="connsiteY0" fmla="*/ 0 h 1208728"/>
                    <a:gd name="connsiteX1" fmla="*/ 0 w 6"/>
                    <a:gd name="connsiteY1" fmla="*/ 1208729 h 120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" h="1208728">
                      <a:moveTo>
                        <a:pt x="6" y="0"/>
                      </a:moveTo>
                      <a:lnTo>
                        <a:pt x="0" y="1208729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8" name="任意多边形: 形状 87">
                  <a:extLst>
                    <a:ext uri="{FF2B5EF4-FFF2-40B4-BE49-F238E27FC236}">
                      <a16:creationId xmlns:a16="http://schemas.microsoft.com/office/drawing/2014/main" id="{A6EFE1C2-D8C9-8B09-4B00-03F19B3CAAB3}"/>
                    </a:ext>
                  </a:extLst>
                </p:cNvPr>
                <p:cNvSpPr/>
                <p:nvPr/>
              </p:nvSpPr>
              <p:spPr>
                <a:xfrm>
                  <a:off x="10660303" y="453428"/>
                  <a:ext cx="6" cy="1208735"/>
                </a:xfrm>
                <a:custGeom>
                  <a:avLst/>
                  <a:gdLst>
                    <a:gd name="connsiteX0" fmla="*/ 6 w 6"/>
                    <a:gd name="connsiteY0" fmla="*/ 0 h 1208735"/>
                    <a:gd name="connsiteX1" fmla="*/ 0 w 6"/>
                    <a:gd name="connsiteY1" fmla="*/ 1208735 h 1208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" h="1208735">
                      <a:moveTo>
                        <a:pt x="6" y="0"/>
                      </a:moveTo>
                      <a:lnTo>
                        <a:pt x="0" y="1208735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9" name="任意多边形: 形状 88">
                  <a:extLst>
                    <a:ext uri="{FF2B5EF4-FFF2-40B4-BE49-F238E27FC236}">
                      <a16:creationId xmlns:a16="http://schemas.microsoft.com/office/drawing/2014/main" id="{4F19C81D-0DEE-BC86-C0F2-3896DE632FE0}"/>
                    </a:ext>
                  </a:extLst>
                </p:cNvPr>
                <p:cNvSpPr/>
                <p:nvPr/>
              </p:nvSpPr>
              <p:spPr>
                <a:xfrm>
                  <a:off x="11758701" y="453434"/>
                  <a:ext cx="6" cy="1208728"/>
                </a:xfrm>
                <a:custGeom>
                  <a:avLst/>
                  <a:gdLst>
                    <a:gd name="connsiteX0" fmla="*/ 6 w 6"/>
                    <a:gd name="connsiteY0" fmla="*/ 0 h 1208728"/>
                    <a:gd name="connsiteX1" fmla="*/ 0 w 6"/>
                    <a:gd name="connsiteY1" fmla="*/ 1208729 h 120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" h="1208728">
                      <a:moveTo>
                        <a:pt x="6" y="0"/>
                      </a:moveTo>
                      <a:lnTo>
                        <a:pt x="0" y="1208729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0" name="任意多边形: 形状 89">
                  <a:extLst>
                    <a:ext uri="{FF2B5EF4-FFF2-40B4-BE49-F238E27FC236}">
                      <a16:creationId xmlns:a16="http://schemas.microsoft.com/office/drawing/2014/main" id="{7D95E75F-579F-8BF6-4127-D94C777308B3}"/>
                    </a:ext>
                  </a:extLst>
                </p:cNvPr>
                <p:cNvSpPr/>
                <p:nvPr/>
              </p:nvSpPr>
              <p:spPr>
                <a:xfrm>
                  <a:off x="11621420" y="453434"/>
                  <a:ext cx="6" cy="1208728"/>
                </a:xfrm>
                <a:custGeom>
                  <a:avLst/>
                  <a:gdLst>
                    <a:gd name="connsiteX0" fmla="*/ 6 w 6"/>
                    <a:gd name="connsiteY0" fmla="*/ 0 h 1208728"/>
                    <a:gd name="connsiteX1" fmla="*/ 0 w 6"/>
                    <a:gd name="connsiteY1" fmla="*/ 1208729 h 120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" h="1208728">
                      <a:moveTo>
                        <a:pt x="6" y="0"/>
                      </a:moveTo>
                      <a:lnTo>
                        <a:pt x="0" y="1208729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1" name="任意多边形: 形状 90">
                  <a:extLst>
                    <a:ext uri="{FF2B5EF4-FFF2-40B4-BE49-F238E27FC236}">
                      <a16:creationId xmlns:a16="http://schemas.microsoft.com/office/drawing/2014/main" id="{E83975AB-55AD-3AAB-DC8F-512E049659A8}"/>
                    </a:ext>
                  </a:extLst>
                </p:cNvPr>
                <p:cNvSpPr/>
                <p:nvPr/>
              </p:nvSpPr>
              <p:spPr>
                <a:xfrm>
                  <a:off x="11484229" y="453434"/>
                  <a:ext cx="6350" cy="1208728"/>
                </a:xfrm>
                <a:custGeom>
                  <a:avLst/>
                  <a:gdLst>
                    <a:gd name="connsiteX0" fmla="*/ 0 w 6350"/>
                    <a:gd name="connsiteY0" fmla="*/ 0 h 1208728"/>
                    <a:gd name="connsiteX1" fmla="*/ 0 w 6350"/>
                    <a:gd name="connsiteY1" fmla="*/ 1208729 h 120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350" h="1208728">
                      <a:moveTo>
                        <a:pt x="0" y="0"/>
                      </a:moveTo>
                      <a:lnTo>
                        <a:pt x="0" y="1208729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2" name="任意多边形: 形状 91">
                  <a:extLst>
                    <a:ext uri="{FF2B5EF4-FFF2-40B4-BE49-F238E27FC236}">
                      <a16:creationId xmlns:a16="http://schemas.microsoft.com/office/drawing/2014/main" id="{159487CA-A4EA-B9B0-2833-A9A6D2D0985C}"/>
                    </a:ext>
                  </a:extLst>
                </p:cNvPr>
                <p:cNvSpPr/>
                <p:nvPr/>
              </p:nvSpPr>
              <p:spPr>
                <a:xfrm>
                  <a:off x="11346840" y="453434"/>
                  <a:ext cx="6" cy="1208728"/>
                </a:xfrm>
                <a:custGeom>
                  <a:avLst/>
                  <a:gdLst>
                    <a:gd name="connsiteX0" fmla="*/ 7 w 6"/>
                    <a:gd name="connsiteY0" fmla="*/ 0 h 1208728"/>
                    <a:gd name="connsiteX1" fmla="*/ 0 w 6"/>
                    <a:gd name="connsiteY1" fmla="*/ 1208729 h 120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" h="1208728">
                      <a:moveTo>
                        <a:pt x="7" y="0"/>
                      </a:moveTo>
                      <a:lnTo>
                        <a:pt x="0" y="1208729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67" name="任意多边形: 形状 66">
                <a:extLst>
                  <a:ext uri="{FF2B5EF4-FFF2-40B4-BE49-F238E27FC236}">
                    <a16:creationId xmlns:a16="http://schemas.microsoft.com/office/drawing/2014/main" id="{E3DA651B-C414-D33E-15EF-79114A23DE45}"/>
                  </a:ext>
                </a:extLst>
              </p:cNvPr>
              <p:cNvSpPr/>
              <p:nvPr/>
            </p:nvSpPr>
            <p:spPr>
              <a:xfrm>
                <a:off x="8559495" y="807167"/>
                <a:ext cx="376428" cy="482695"/>
              </a:xfrm>
              <a:custGeom>
                <a:avLst/>
                <a:gdLst>
                  <a:gd name="connsiteX0" fmla="*/ 0 w 376428"/>
                  <a:gd name="connsiteY0" fmla="*/ 0 h 482695"/>
                  <a:gd name="connsiteX1" fmla="*/ 376428 w 376428"/>
                  <a:gd name="connsiteY1" fmla="*/ 234188 h 482695"/>
                  <a:gd name="connsiteX2" fmla="*/ 0 w 376428"/>
                  <a:gd name="connsiteY2" fmla="*/ 482695 h 482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6428" h="482695">
                    <a:moveTo>
                      <a:pt x="0" y="0"/>
                    </a:moveTo>
                    <a:lnTo>
                      <a:pt x="376428" y="234188"/>
                    </a:lnTo>
                    <a:lnTo>
                      <a:pt x="0" y="482695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8" name="任意多边形: 形状 67">
                <a:extLst>
                  <a:ext uri="{FF2B5EF4-FFF2-40B4-BE49-F238E27FC236}">
                    <a16:creationId xmlns:a16="http://schemas.microsoft.com/office/drawing/2014/main" id="{F5622188-43F8-B9B5-6639-E593A68A5504}"/>
                  </a:ext>
                </a:extLst>
              </p:cNvPr>
              <p:cNvSpPr/>
              <p:nvPr/>
            </p:nvSpPr>
            <p:spPr>
              <a:xfrm>
                <a:off x="8874912" y="807167"/>
                <a:ext cx="376428" cy="482695"/>
              </a:xfrm>
              <a:custGeom>
                <a:avLst/>
                <a:gdLst>
                  <a:gd name="connsiteX0" fmla="*/ 0 w 376428"/>
                  <a:gd name="connsiteY0" fmla="*/ 0 h 482695"/>
                  <a:gd name="connsiteX1" fmla="*/ 376428 w 376428"/>
                  <a:gd name="connsiteY1" fmla="*/ 234188 h 482695"/>
                  <a:gd name="connsiteX2" fmla="*/ 0 w 376428"/>
                  <a:gd name="connsiteY2" fmla="*/ 482695 h 482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6428" h="482695">
                    <a:moveTo>
                      <a:pt x="0" y="0"/>
                    </a:moveTo>
                    <a:lnTo>
                      <a:pt x="376428" y="234188"/>
                    </a:lnTo>
                    <a:lnTo>
                      <a:pt x="0" y="482695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9" name="任意多边形: 形状 68">
                <a:extLst>
                  <a:ext uri="{FF2B5EF4-FFF2-40B4-BE49-F238E27FC236}">
                    <a16:creationId xmlns:a16="http://schemas.microsoft.com/office/drawing/2014/main" id="{821D7A1F-4124-27D9-68C1-6CFEE54F6208}"/>
                  </a:ext>
                </a:extLst>
              </p:cNvPr>
              <p:cNvSpPr/>
              <p:nvPr/>
            </p:nvSpPr>
            <p:spPr>
              <a:xfrm>
                <a:off x="9199689" y="807167"/>
                <a:ext cx="376428" cy="482695"/>
              </a:xfrm>
              <a:custGeom>
                <a:avLst/>
                <a:gdLst>
                  <a:gd name="connsiteX0" fmla="*/ 0 w 376428"/>
                  <a:gd name="connsiteY0" fmla="*/ 0 h 482695"/>
                  <a:gd name="connsiteX1" fmla="*/ 376428 w 376428"/>
                  <a:gd name="connsiteY1" fmla="*/ 234188 h 482695"/>
                  <a:gd name="connsiteX2" fmla="*/ 0 w 376428"/>
                  <a:gd name="connsiteY2" fmla="*/ 482695 h 482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6428" h="482695">
                    <a:moveTo>
                      <a:pt x="0" y="0"/>
                    </a:moveTo>
                    <a:lnTo>
                      <a:pt x="376428" y="234188"/>
                    </a:lnTo>
                    <a:lnTo>
                      <a:pt x="0" y="482695"/>
                    </a:lnTo>
                    <a:close/>
                  </a:path>
                </a:pathLst>
              </a:custGeom>
              <a:solidFill>
                <a:srgbClr val="FBF5E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70" name="图形 8">
                <a:extLst>
                  <a:ext uri="{FF2B5EF4-FFF2-40B4-BE49-F238E27FC236}">
                    <a16:creationId xmlns:a16="http://schemas.microsoft.com/office/drawing/2014/main" id="{3B691E38-6D0A-FB0E-F69C-667606FC021F}"/>
                  </a:ext>
                </a:extLst>
              </p:cNvPr>
              <p:cNvGrpSpPr/>
              <p:nvPr/>
            </p:nvGrpSpPr>
            <p:grpSpPr>
              <a:xfrm>
                <a:off x="6944779" y="5364041"/>
                <a:ext cx="1208735" cy="1098403"/>
                <a:chOff x="6944779" y="5364041"/>
                <a:chExt cx="1208735" cy="1098403"/>
              </a:xfrm>
            </p:grpSpPr>
            <p:sp>
              <p:nvSpPr>
                <p:cNvPr id="75" name="任意多边形: 形状 74">
                  <a:extLst>
                    <a:ext uri="{FF2B5EF4-FFF2-40B4-BE49-F238E27FC236}">
                      <a16:creationId xmlns:a16="http://schemas.microsoft.com/office/drawing/2014/main" id="{468A42F2-9DD6-5290-3F3E-7BF44095487D}"/>
                    </a:ext>
                  </a:extLst>
                </p:cNvPr>
                <p:cNvSpPr/>
                <p:nvPr/>
              </p:nvSpPr>
              <p:spPr>
                <a:xfrm>
                  <a:off x="6944785" y="5913386"/>
                  <a:ext cx="1208728" cy="6350"/>
                </a:xfrm>
                <a:custGeom>
                  <a:avLst/>
                  <a:gdLst>
                    <a:gd name="connsiteX0" fmla="*/ 1208729 w 1208728"/>
                    <a:gd name="connsiteY0" fmla="*/ 0 h 6350"/>
                    <a:gd name="connsiteX1" fmla="*/ 0 w 1208728"/>
                    <a:gd name="connsiteY1" fmla="*/ 0 h 6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8" h="6350">
                      <a:moveTo>
                        <a:pt x="1208729" y="0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6" name="任意多边形: 形状 75">
                  <a:extLst>
                    <a:ext uri="{FF2B5EF4-FFF2-40B4-BE49-F238E27FC236}">
                      <a16:creationId xmlns:a16="http://schemas.microsoft.com/office/drawing/2014/main" id="{02B9CE25-2B98-4C13-3A80-A0797AFB8EBC}"/>
                    </a:ext>
                  </a:extLst>
                </p:cNvPr>
                <p:cNvSpPr/>
                <p:nvPr/>
              </p:nvSpPr>
              <p:spPr>
                <a:xfrm>
                  <a:off x="6944785" y="5776106"/>
                  <a:ext cx="1208728" cy="6350"/>
                </a:xfrm>
                <a:custGeom>
                  <a:avLst/>
                  <a:gdLst>
                    <a:gd name="connsiteX0" fmla="*/ 1208729 w 1208728"/>
                    <a:gd name="connsiteY0" fmla="*/ 0 h 6350"/>
                    <a:gd name="connsiteX1" fmla="*/ 0 w 1208728"/>
                    <a:gd name="connsiteY1" fmla="*/ 0 h 6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8" h="6350">
                      <a:moveTo>
                        <a:pt x="1208729" y="0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7" name="任意多边形: 形状 76">
                  <a:extLst>
                    <a:ext uri="{FF2B5EF4-FFF2-40B4-BE49-F238E27FC236}">
                      <a16:creationId xmlns:a16="http://schemas.microsoft.com/office/drawing/2014/main" id="{EE9DFEE6-0AA5-D8D9-FB01-2131A738DB5F}"/>
                    </a:ext>
                  </a:extLst>
                </p:cNvPr>
                <p:cNvSpPr/>
                <p:nvPr/>
              </p:nvSpPr>
              <p:spPr>
                <a:xfrm>
                  <a:off x="6944785" y="5638907"/>
                  <a:ext cx="1208728" cy="6"/>
                </a:xfrm>
                <a:custGeom>
                  <a:avLst/>
                  <a:gdLst>
                    <a:gd name="connsiteX0" fmla="*/ 1208729 w 1208728"/>
                    <a:gd name="connsiteY0" fmla="*/ 6 h 6"/>
                    <a:gd name="connsiteX1" fmla="*/ 0 w 1208728"/>
                    <a:gd name="connsiteY1" fmla="*/ 0 h 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8" h="6">
                      <a:moveTo>
                        <a:pt x="1208729" y="6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8" name="任意多边形: 形状 77">
                  <a:extLst>
                    <a:ext uri="{FF2B5EF4-FFF2-40B4-BE49-F238E27FC236}">
                      <a16:creationId xmlns:a16="http://schemas.microsoft.com/office/drawing/2014/main" id="{ED10812A-9E9D-0F9A-E07E-AA7843E34983}"/>
                    </a:ext>
                  </a:extLst>
                </p:cNvPr>
                <p:cNvSpPr/>
                <p:nvPr/>
              </p:nvSpPr>
              <p:spPr>
                <a:xfrm>
                  <a:off x="6944785" y="5501525"/>
                  <a:ext cx="1208728" cy="6350"/>
                </a:xfrm>
                <a:custGeom>
                  <a:avLst/>
                  <a:gdLst>
                    <a:gd name="connsiteX0" fmla="*/ 1208729 w 1208728"/>
                    <a:gd name="connsiteY0" fmla="*/ 0 h 6350"/>
                    <a:gd name="connsiteX1" fmla="*/ 0 w 1208728"/>
                    <a:gd name="connsiteY1" fmla="*/ 0 h 6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8" h="6350">
                      <a:moveTo>
                        <a:pt x="1208729" y="0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9" name="任意多边形: 形状 78">
                  <a:extLst>
                    <a:ext uri="{FF2B5EF4-FFF2-40B4-BE49-F238E27FC236}">
                      <a16:creationId xmlns:a16="http://schemas.microsoft.com/office/drawing/2014/main" id="{090199A4-0C63-C5F4-1F40-E8757BE303D2}"/>
                    </a:ext>
                  </a:extLst>
                </p:cNvPr>
                <p:cNvSpPr/>
                <p:nvPr/>
              </p:nvSpPr>
              <p:spPr>
                <a:xfrm>
                  <a:off x="6944785" y="5364041"/>
                  <a:ext cx="1208728" cy="6"/>
                </a:xfrm>
                <a:custGeom>
                  <a:avLst/>
                  <a:gdLst>
                    <a:gd name="connsiteX0" fmla="*/ 1208729 w 1208728"/>
                    <a:gd name="connsiteY0" fmla="*/ 6 h 6"/>
                    <a:gd name="connsiteX1" fmla="*/ 0 w 1208728"/>
                    <a:gd name="connsiteY1" fmla="*/ 0 h 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8" h="6">
                      <a:moveTo>
                        <a:pt x="1208729" y="6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0" name="任意多边形: 形状 79">
                  <a:extLst>
                    <a:ext uri="{FF2B5EF4-FFF2-40B4-BE49-F238E27FC236}">
                      <a16:creationId xmlns:a16="http://schemas.microsoft.com/office/drawing/2014/main" id="{C7EC075E-6072-9E90-D523-98D3F7BAF0A8}"/>
                    </a:ext>
                  </a:extLst>
                </p:cNvPr>
                <p:cNvSpPr/>
                <p:nvPr/>
              </p:nvSpPr>
              <p:spPr>
                <a:xfrm>
                  <a:off x="6944779" y="6462445"/>
                  <a:ext cx="1208728" cy="6350"/>
                </a:xfrm>
                <a:custGeom>
                  <a:avLst/>
                  <a:gdLst>
                    <a:gd name="connsiteX0" fmla="*/ 1208729 w 1208728"/>
                    <a:gd name="connsiteY0" fmla="*/ 0 h 6350"/>
                    <a:gd name="connsiteX1" fmla="*/ 0 w 1208728"/>
                    <a:gd name="connsiteY1" fmla="*/ 0 h 6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8" h="6350">
                      <a:moveTo>
                        <a:pt x="1208729" y="0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1" name="任意多边形: 形状 80">
                  <a:extLst>
                    <a:ext uri="{FF2B5EF4-FFF2-40B4-BE49-F238E27FC236}">
                      <a16:creationId xmlns:a16="http://schemas.microsoft.com/office/drawing/2014/main" id="{073E0052-BA55-E0BF-4232-9FAB30228C2E}"/>
                    </a:ext>
                  </a:extLst>
                </p:cNvPr>
                <p:cNvSpPr/>
                <p:nvPr/>
              </p:nvSpPr>
              <p:spPr>
                <a:xfrm>
                  <a:off x="6944785" y="6325165"/>
                  <a:ext cx="1208722" cy="6350"/>
                </a:xfrm>
                <a:custGeom>
                  <a:avLst/>
                  <a:gdLst>
                    <a:gd name="connsiteX0" fmla="*/ 1208722 w 1208722"/>
                    <a:gd name="connsiteY0" fmla="*/ 0 h 6350"/>
                    <a:gd name="connsiteX1" fmla="*/ 0 w 1208722"/>
                    <a:gd name="connsiteY1" fmla="*/ 0 h 6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2" h="6350">
                      <a:moveTo>
                        <a:pt x="1208722" y="0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2" name="任意多边形: 形状 81">
                  <a:extLst>
                    <a:ext uri="{FF2B5EF4-FFF2-40B4-BE49-F238E27FC236}">
                      <a16:creationId xmlns:a16="http://schemas.microsoft.com/office/drawing/2014/main" id="{9119154E-D5BD-C369-D8BD-BCC22358B1F3}"/>
                    </a:ext>
                  </a:extLst>
                </p:cNvPr>
                <p:cNvSpPr/>
                <p:nvPr/>
              </p:nvSpPr>
              <p:spPr>
                <a:xfrm>
                  <a:off x="6944785" y="6187967"/>
                  <a:ext cx="1208722" cy="6"/>
                </a:xfrm>
                <a:custGeom>
                  <a:avLst/>
                  <a:gdLst>
                    <a:gd name="connsiteX0" fmla="*/ 1208722 w 1208722"/>
                    <a:gd name="connsiteY0" fmla="*/ 6 h 6"/>
                    <a:gd name="connsiteX1" fmla="*/ 0 w 1208722"/>
                    <a:gd name="connsiteY1" fmla="*/ 0 h 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2" h="6">
                      <a:moveTo>
                        <a:pt x="1208722" y="6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3" name="任意多边形: 形状 82">
                  <a:extLst>
                    <a:ext uri="{FF2B5EF4-FFF2-40B4-BE49-F238E27FC236}">
                      <a16:creationId xmlns:a16="http://schemas.microsoft.com/office/drawing/2014/main" id="{DB83AE3B-9ADA-6503-E5E8-71103ECD8C46}"/>
                    </a:ext>
                  </a:extLst>
                </p:cNvPr>
                <p:cNvSpPr/>
                <p:nvPr/>
              </p:nvSpPr>
              <p:spPr>
                <a:xfrm>
                  <a:off x="6944785" y="6050578"/>
                  <a:ext cx="1208722" cy="6"/>
                </a:xfrm>
                <a:custGeom>
                  <a:avLst/>
                  <a:gdLst>
                    <a:gd name="connsiteX0" fmla="*/ 1208722 w 1208722"/>
                    <a:gd name="connsiteY0" fmla="*/ 6 h 6"/>
                    <a:gd name="connsiteX1" fmla="*/ 0 w 1208722"/>
                    <a:gd name="connsiteY1" fmla="*/ 0 h 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2" h="6">
                      <a:moveTo>
                        <a:pt x="1208722" y="6"/>
                      </a:moveTo>
                      <a:lnTo>
                        <a:pt x="0" y="0"/>
                      </a:lnTo>
                    </a:path>
                  </a:pathLst>
                </a:custGeom>
                <a:ln w="1806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71" name="任意多边形: 形状 70">
                <a:extLst>
                  <a:ext uri="{FF2B5EF4-FFF2-40B4-BE49-F238E27FC236}">
                    <a16:creationId xmlns:a16="http://schemas.microsoft.com/office/drawing/2014/main" id="{FEB447C8-7A64-1FAA-01BA-01DE1F365827}"/>
                  </a:ext>
                </a:extLst>
              </p:cNvPr>
              <p:cNvSpPr/>
              <p:nvPr/>
            </p:nvSpPr>
            <p:spPr>
              <a:xfrm>
                <a:off x="9362961" y="2855385"/>
                <a:ext cx="1195875" cy="1195876"/>
              </a:xfrm>
              <a:custGeom>
                <a:avLst/>
                <a:gdLst>
                  <a:gd name="connsiteX0" fmla="*/ 0 w 1195875"/>
                  <a:gd name="connsiteY0" fmla="*/ 0 h 1195876"/>
                  <a:gd name="connsiteX1" fmla="*/ 0 w 1195875"/>
                  <a:gd name="connsiteY1" fmla="*/ 1937 h 1195876"/>
                  <a:gd name="connsiteX2" fmla="*/ 1193940 w 1195875"/>
                  <a:gd name="connsiteY2" fmla="*/ 1195877 h 1195876"/>
                  <a:gd name="connsiteX3" fmla="*/ 1195876 w 1195875"/>
                  <a:gd name="connsiteY3" fmla="*/ 1195877 h 1195876"/>
                  <a:gd name="connsiteX4" fmla="*/ 1195876 w 1195875"/>
                  <a:gd name="connsiteY4" fmla="*/ 1193940 h 1195876"/>
                  <a:gd name="connsiteX5" fmla="*/ 1936 w 1195875"/>
                  <a:gd name="connsiteY5" fmla="*/ 0 h 1195876"/>
                  <a:gd name="connsiteX6" fmla="*/ 0 w 1195875"/>
                  <a:gd name="connsiteY6" fmla="*/ 0 h 119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5875" h="1195876">
                    <a:moveTo>
                      <a:pt x="0" y="0"/>
                    </a:moveTo>
                    <a:lnTo>
                      <a:pt x="0" y="1937"/>
                    </a:lnTo>
                    <a:cubicBezTo>
                      <a:pt x="0" y="661327"/>
                      <a:pt x="534543" y="1195877"/>
                      <a:pt x="1193940" y="1195877"/>
                    </a:cubicBezTo>
                    <a:lnTo>
                      <a:pt x="1195876" y="1195877"/>
                    </a:lnTo>
                    <a:lnTo>
                      <a:pt x="1195876" y="1193940"/>
                    </a:lnTo>
                    <a:cubicBezTo>
                      <a:pt x="1195876" y="534550"/>
                      <a:pt x="661333" y="0"/>
                      <a:pt x="1936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9A65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2" name="任意多边形: 形状 71">
                <a:extLst>
                  <a:ext uri="{FF2B5EF4-FFF2-40B4-BE49-F238E27FC236}">
                    <a16:creationId xmlns:a16="http://schemas.microsoft.com/office/drawing/2014/main" id="{CE2B5AE5-4E34-2E9F-75DB-E730F0FF3540}"/>
                  </a:ext>
                </a:extLst>
              </p:cNvPr>
              <p:cNvSpPr/>
              <p:nvPr/>
            </p:nvSpPr>
            <p:spPr>
              <a:xfrm>
                <a:off x="7186383" y="2199855"/>
                <a:ext cx="970114" cy="141401"/>
              </a:xfrm>
              <a:custGeom>
                <a:avLst/>
                <a:gdLst>
                  <a:gd name="connsiteX0" fmla="*/ 0 w 970114"/>
                  <a:gd name="connsiteY0" fmla="*/ 0 h 141401"/>
                  <a:gd name="connsiteX1" fmla="*/ 970115 w 970114"/>
                  <a:gd name="connsiteY1" fmla="*/ 0 h 141401"/>
                  <a:gd name="connsiteX2" fmla="*/ 970115 w 970114"/>
                  <a:gd name="connsiteY2" fmla="*/ 141402 h 141401"/>
                  <a:gd name="connsiteX3" fmla="*/ 0 w 970114"/>
                  <a:gd name="connsiteY3" fmla="*/ 141402 h 141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0114" h="141401">
                    <a:moveTo>
                      <a:pt x="0" y="0"/>
                    </a:moveTo>
                    <a:lnTo>
                      <a:pt x="970115" y="0"/>
                    </a:lnTo>
                    <a:lnTo>
                      <a:pt x="970115" y="141402"/>
                    </a:lnTo>
                    <a:lnTo>
                      <a:pt x="0" y="141402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3" name="任意多边形: 形状 72">
                <a:extLst>
                  <a:ext uri="{FF2B5EF4-FFF2-40B4-BE49-F238E27FC236}">
                    <a16:creationId xmlns:a16="http://schemas.microsoft.com/office/drawing/2014/main" id="{0CE5A6EB-541E-62D9-1572-D67453A66594}"/>
                  </a:ext>
                </a:extLst>
              </p:cNvPr>
              <p:cNvSpPr/>
              <p:nvPr/>
            </p:nvSpPr>
            <p:spPr>
              <a:xfrm>
                <a:off x="6969486" y="2523763"/>
                <a:ext cx="1187011" cy="141401"/>
              </a:xfrm>
              <a:custGeom>
                <a:avLst/>
                <a:gdLst>
                  <a:gd name="connsiteX0" fmla="*/ 0 w 1187011"/>
                  <a:gd name="connsiteY0" fmla="*/ 0 h 141401"/>
                  <a:gd name="connsiteX1" fmla="*/ 1187012 w 1187011"/>
                  <a:gd name="connsiteY1" fmla="*/ 0 h 141401"/>
                  <a:gd name="connsiteX2" fmla="*/ 1187012 w 1187011"/>
                  <a:gd name="connsiteY2" fmla="*/ 141402 h 141401"/>
                  <a:gd name="connsiteX3" fmla="*/ 0 w 1187011"/>
                  <a:gd name="connsiteY3" fmla="*/ 141402 h 141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7011" h="141401">
                    <a:moveTo>
                      <a:pt x="0" y="0"/>
                    </a:moveTo>
                    <a:lnTo>
                      <a:pt x="1187012" y="0"/>
                    </a:lnTo>
                    <a:lnTo>
                      <a:pt x="1187012" y="141402"/>
                    </a:lnTo>
                    <a:lnTo>
                      <a:pt x="0" y="141402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4" name="任意多边形: 形状 73">
                <a:extLst>
                  <a:ext uri="{FF2B5EF4-FFF2-40B4-BE49-F238E27FC236}">
                    <a16:creationId xmlns:a16="http://schemas.microsoft.com/office/drawing/2014/main" id="{6E46B900-8055-526C-FCBD-8B7D37679DAE}"/>
                  </a:ext>
                </a:extLst>
              </p:cNvPr>
              <p:cNvSpPr/>
              <p:nvPr/>
            </p:nvSpPr>
            <p:spPr>
              <a:xfrm>
                <a:off x="7421130" y="1869700"/>
                <a:ext cx="735368" cy="141401"/>
              </a:xfrm>
              <a:custGeom>
                <a:avLst/>
                <a:gdLst>
                  <a:gd name="connsiteX0" fmla="*/ 0 w 735368"/>
                  <a:gd name="connsiteY0" fmla="*/ 0 h 141401"/>
                  <a:gd name="connsiteX1" fmla="*/ 735368 w 735368"/>
                  <a:gd name="connsiteY1" fmla="*/ 0 h 141401"/>
                  <a:gd name="connsiteX2" fmla="*/ 735368 w 735368"/>
                  <a:gd name="connsiteY2" fmla="*/ 141402 h 141401"/>
                  <a:gd name="connsiteX3" fmla="*/ 0 w 735368"/>
                  <a:gd name="connsiteY3" fmla="*/ 141402 h 141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5368" h="141401">
                    <a:moveTo>
                      <a:pt x="0" y="0"/>
                    </a:moveTo>
                    <a:lnTo>
                      <a:pt x="735368" y="0"/>
                    </a:lnTo>
                    <a:lnTo>
                      <a:pt x="735368" y="141402"/>
                    </a:lnTo>
                    <a:lnTo>
                      <a:pt x="0" y="141402"/>
                    </a:lnTo>
                    <a:close/>
                  </a:path>
                </a:pathLst>
              </a:custGeom>
              <a:solidFill>
                <a:srgbClr val="3F6FD5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6" name="Title">
              <a:extLst>
                <a:ext uri="{FF2B5EF4-FFF2-40B4-BE49-F238E27FC236}">
                  <a16:creationId xmlns:a16="http://schemas.microsoft.com/office/drawing/2014/main" id="{E5960D0F-5769-4038-3A45-C478971C4A5B}"/>
                </a:ext>
              </a:extLst>
            </p:cNvPr>
            <p:cNvSpPr>
              <a:spLocks/>
            </p:cNvSpPr>
            <p:nvPr/>
          </p:nvSpPr>
          <p:spPr>
            <a:xfrm>
              <a:off x="679589" y="196257"/>
              <a:ext cx="10858500" cy="1098272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rmAutofit/>
            </a:bodyPr>
            <a:lstStyle/>
            <a:p>
              <a:pPr algn="r"/>
              <a:r>
                <a:rPr lang="zh-CN" altLang="en-US" sz="5400" b="1" dirty="0">
                  <a:solidFill>
                    <a:schemeClr val="tx1"/>
                  </a:solidFill>
                </a:rPr>
                <a:t>目录</a:t>
              </a:r>
              <a:endParaRPr lang="en-US" sz="5400" b="1" dirty="0">
                <a:solidFill>
                  <a:schemeClr val="tx1"/>
                </a:solidFill>
              </a:endParaRPr>
            </a:p>
          </p:txBody>
        </p:sp>
        <p:sp>
          <p:nvSpPr>
            <p:cNvPr id="5" name="c">
              <a:extLst>
                <a:ext uri="{FF2B5EF4-FFF2-40B4-BE49-F238E27FC236}">
                  <a16:creationId xmlns:a16="http://schemas.microsoft.com/office/drawing/2014/main" id="{25C3C0D7-39DA-BB87-0838-27A3380F8476}"/>
                </a:ext>
              </a:extLst>
            </p:cNvPr>
            <p:cNvSpPr/>
            <p:nvPr/>
          </p:nvSpPr>
          <p:spPr>
            <a:xfrm>
              <a:off x="4211878" y="1620875"/>
              <a:ext cx="7326211" cy="4596427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noFill/>
              <a:prstDash val="solid"/>
            </a:ln>
            <a:effectLst>
              <a:outerShdw blurRad="127000" dist="63500" algn="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b="1" dirty="0">
                <a:solidFill>
                  <a:srgbClr val="000000"/>
                </a:solidFill>
              </a:endParaRPr>
            </a:p>
          </p:txBody>
        </p:sp>
        <p:sp>
          <p:nvSpPr>
            <p:cNvPr id="17" name="Number1">
              <a:extLst>
                <a:ext uri="{FF2B5EF4-FFF2-40B4-BE49-F238E27FC236}">
                  <a16:creationId xmlns:a16="http://schemas.microsoft.com/office/drawing/2014/main" id="{F8BBE1E5-6634-7794-DC92-30321A3BC47D}"/>
                </a:ext>
              </a:extLst>
            </p:cNvPr>
            <p:cNvSpPr>
              <a:spLocks/>
            </p:cNvSpPr>
            <p:nvPr/>
          </p:nvSpPr>
          <p:spPr>
            <a:xfrm>
              <a:off x="4964819" y="1935404"/>
              <a:ext cx="870798" cy="860890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tx1"/>
                  </a:solidFill>
                  <a:cs typeface="+mn-ea"/>
                </a:rPr>
                <a:t>1</a:t>
              </a:r>
              <a:endParaRPr lang="zh-CN" altLang="en-US" sz="2800" b="1" dirty="0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18" name="Bullet1">
              <a:extLst>
                <a:ext uri="{FF2B5EF4-FFF2-40B4-BE49-F238E27FC236}">
                  <a16:creationId xmlns:a16="http://schemas.microsoft.com/office/drawing/2014/main" id="{172AD5E8-6C79-160A-0B23-01A9B786431D}"/>
                </a:ext>
              </a:extLst>
            </p:cNvPr>
            <p:cNvSpPr txBox="1">
              <a:spLocks/>
            </p:cNvSpPr>
            <p:nvPr/>
          </p:nvSpPr>
          <p:spPr>
            <a:xfrm>
              <a:off x="6545474" y="2085507"/>
              <a:ext cx="3626542" cy="675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400" b="1" dirty="0"/>
                <a:t>业务进展</a:t>
              </a:r>
              <a:endParaRPr lang="en-US" altLang="zh-CN" sz="2400" b="1" dirty="0"/>
            </a:p>
          </p:txBody>
        </p:sp>
        <p:sp>
          <p:nvSpPr>
            <p:cNvPr id="14" name="Number2">
              <a:extLst>
                <a:ext uri="{FF2B5EF4-FFF2-40B4-BE49-F238E27FC236}">
                  <a16:creationId xmlns:a16="http://schemas.microsoft.com/office/drawing/2014/main" id="{A5E9EA19-D8CA-C717-9BF0-767D66BC172C}"/>
                </a:ext>
              </a:extLst>
            </p:cNvPr>
            <p:cNvSpPr>
              <a:spLocks/>
            </p:cNvSpPr>
            <p:nvPr/>
          </p:nvSpPr>
          <p:spPr>
            <a:xfrm>
              <a:off x="4964819" y="3524604"/>
              <a:ext cx="870798" cy="860890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/>
              <a:r>
                <a:rPr lang="en-US" altLang="zh-CN" sz="2800" b="1">
                  <a:solidFill>
                    <a:schemeClr val="tx1"/>
                  </a:solidFill>
                  <a:cs typeface="+mn-ea"/>
                </a:rPr>
                <a:t>2</a:t>
              </a:r>
              <a:endParaRPr lang="zh-CN" altLang="en-US" sz="2800" b="1" dirty="0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15" name="Bullet2">
              <a:extLst>
                <a:ext uri="{FF2B5EF4-FFF2-40B4-BE49-F238E27FC236}">
                  <a16:creationId xmlns:a16="http://schemas.microsoft.com/office/drawing/2014/main" id="{8DD69719-1AF6-E906-E9F1-4DEBE821FFF9}"/>
                </a:ext>
              </a:extLst>
            </p:cNvPr>
            <p:cNvSpPr txBox="1">
              <a:spLocks/>
            </p:cNvSpPr>
            <p:nvPr/>
          </p:nvSpPr>
          <p:spPr>
            <a:xfrm>
              <a:off x="6545474" y="3580550"/>
              <a:ext cx="3626542" cy="675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400" b="1"/>
                <a:t>市场动态</a:t>
              </a:r>
              <a:endParaRPr lang="en-US" altLang="zh-CN" sz="2400" b="1" dirty="0"/>
            </a:p>
          </p:txBody>
        </p:sp>
        <p:sp>
          <p:nvSpPr>
            <p:cNvPr id="11" name="Number3">
              <a:extLst>
                <a:ext uri="{FF2B5EF4-FFF2-40B4-BE49-F238E27FC236}">
                  <a16:creationId xmlns:a16="http://schemas.microsoft.com/office/drawing/2014/main" id="{7CBC4551-D487-7AF0-3250-4BCB7C552E8A}"/>
                </a:ext>
              </a:extLst>
            </p:cNvPr>
            <p:cNvSpPr>
              <a:spLocks/>
            </p:cNvSpPr>
            <p:nvPr/>
          </p:nvSpPr>
          <p:spPr>
            <a:xfrm>
              <a:off x="4964819" y="5113804"/>
              <a:ext cx="870798" cy="860890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tx1"/>
                  </a:solidFill>
                  <a:cs typeface="+mn-ea"/>
                </a:rPr>
                <a:t>3</a:t>
              </a:r>
              <a:endParaRPr lang="zh-CN" altLang="en-US" sz="2800" b="1" dirty="0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12" name="Bullet3">
              <a:extLst>
                <a:ext uri="{FF2B5EF4-FFF2-40B4-BE49-F238E27FC236}">
                  <a16:creationId xmlns:a16="http://schemas.microsoft.com/office/drawing/2014/main" id="{BD131327-0863-B95F-1CA6-16AF50937FB6}"/>
                </a:ext>
              </a:extLst>
            </p:cNvPr>
            <p:cNvSpPr txBox="1">
              <a:spLocks/>
            </p:cNvSpPr>
            <p:nvPr/>
          </p:nvSpPr>
          <p:spPr>
            <a:xfrm>
              <a:off x="6545474" y="5263907"/>
              <a:ext cx="3626542" cy="675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400" b="1"/>
                <a:t>未来展望</a:t>
              </a:r>
              <a:endParaRPr lang="en-US" altLang="zh-CN" sz="2400" b="1" dirty="0"/>
            </a:p>
          </p:txBody>
        </p:sp>
        <p:cxnSp>
          <p:nvCxnSpPr>
            <p:cNvPr id="340" name="直接连接符 339">
              <a:extLst>
                <a:ext uri="{FF2B5EF4-FFF2-40B4-BE49-F238E27FC236}">
                  <a16:creationId xmlns:a16="http://schemas.microsoft.com/office/drawing/2014/main" id="{0CE82874-C98B-4234-628D-A992B2DB46C9}"/>
                </a:ext>
              </a:extLst>
            </p:cNvPr>
            <p:cNvCxnSpPr>
              <a:cxnSpLocks/>
            </p:cNvCxnSpPr>
            <p:nvPr/>
          </p:nvCxnSpPr>
          <p:spPr>
            <a:xfrm>
              <a:off x="4211878" y="3138715"/>
              <a:ext cx="7326211" cy="0"/>
            </a:xfrm>
            <a:prstGeom prst="line">
              <a:avLst/>
            </a:prstGeom>
            <a:ln>
              <a:solidFill>
                <a:schemeClr val="accent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直接连接符 341">
              <a:extLst>
                <a:ext uri="{FF2B5EF4-FFF2-40B4-BE49-F238E27FC236}">
                  <a16:creationId xmlns:a16="http://schemas.microsoft.com/office/drawing/2014/main" id="{E9D55A5A-4492-4A68-E861-E55CFDA5DAD6}"/>
                </a:ext>
              </a:extLst>
            </p:cNvPr>
            <p:cNvCxnSpPr>
              <a:cxnSpLocks/>
            </p:cNvCxnSpPr>
            <p:nvPr/>
          </p:nvCxnSpPr>
          <p:spPr>
            <a:xfrm>
              <a:off x="4211878" y="4714504"/>
              <a:ext cx="7303218" cy="0"/>
            </a:xfrm>
            <a:prstGeom prst="line">
              <a:avLst/>
            </a:prstGeom>
            <a:ln>
              <a:solidFill>
                <a:schemeClr val="accent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51220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业务进展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/>
        <p:txBody>
          <a:bodyPr/>
          <a:lstStyle/>
          <a:p>
            <a:r>
              <a:rPr lang="zh-CN" altLang="en-US" dirty="0"/>
              <a:t>本季度通用行业主要业务进展回顾</a:t>
            </a:r>
            <a:endParaRPr 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AA011E5-8725-B7A2-BD67-8EE662E0C126}"/>
              </a:ext>
            </a:extLst>
          </p:cNvPr>
          <p:cNvSpPr txBox="1"/>
          <p:nvPr/>
        </p:nvSpPr>
        <p:spPr>
          <a:xfrm>
            <a:off x="5389418" y="1022579"/>
            <a:ext cx="1413164" cy="1323439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altLang="zh-CN" sz="8000" b="1" dirty="0"/>
              <a:t>01</a:t>
            </a:r>
            <a:endParaRPr lang="zh-CN" altLang="en-US" sz="80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D14A53BD-5524-3CFA-5B6F-4E10E9D782D8}"/>
              </a:ext>
            </a:extLst>
          </p:cNvPr>
          <p:cNvGrpSpPr/>
          <p:nvPr/>
        </p:nvGrpSpPr>
        <p:grpSpPr>
          <a:xfrm>
            <a:off x="666749" y="1130300"/>
            <a:ext cx="10858501" cy="5025571"/>
            <a:chOff x="666749" y="1130300"/>
            <a:chExt cx="10858501" cy="5025571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9538197D-FF99-C2D8-7870-EB3BA79D1B66}"/>
                </a:ext>
              </a:extLst>
            </p:cNvPr>
            <p:cNvCxnSpPr>
              <a:cxnSpLocks/>
              <a:stCxn id="5" idx="6"/>
            </p:cNvCxnSpPr>
            <p:nvPr/>
          </p:nvCxnSpPr>
          <p:spPr>
            <a:xfrm>
              <a:off x="850907" y="2782392"/>
              <a:ext cx="10667992" cy="0"/>
            </a:xfrm>
            <a:prstGeom prst="line">
              <a:avLst/>
            </a:prstGeom>
            <a:ln w="6350" cap="flat" cmpd="sng" algn="ctr">
              <a:solidFill>
                <a:schemeClr val="accent1">
                  <a:alpha val="50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6FFEE762-939F-89E0-2E9B-0CF2B692E5D8}"/>
                </a:ext>
              </a:extLst>
            </p:cNvPr>
            <p:cNvSpPr/>
            <p:nvPr/>
          </p:nvSpPr>
          <p:spPr>
            <a:xfrm>
              <a:off x="711207" y="2712542"/>
              <a:ext cx="139700" cy="139700"/>
            </a:xfrm>
            <a:prstGeom prst="ellipse">
              <a:avLst/>
            </a:prstGeom>
            <a:solidFill>
              <a:schemeClr val="accent1"/>
            </a:solidFill>
            <a:ln w="5715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3765"/>
              <a:endParaRPr lang="zh-CN" altLang="en-US" sz="20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DA81B3-73C6-2612-E63C-CEE2D2A3872B}"/>
                </a:ext>
              </a:extLst>
            </p:cNvPr>
            <p:cNvSpPr/>
            <p:nvPr/>
          </p:nvSpPr>
          <p:spPr>
            <a:xfrm>
              <a:off x="6353628" y="2712542"/>
              <a:ext cx="139700" cy="139700"/>
            </a:xfrm>
            <a:prstGeom prst="ellipse">
              <a:avLst/>
            </a:prstGeom>
            <a:solidFill>
              <a:schemeClr val="accent1"/>
            </a:solidFill>
            <a:ln w="5715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3765"/>
              <a:endParaRPr lang="zh-CN" altLang="en-US" sz="20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" name="Title">
              <a:extLst>
                <a:ext uri="{FF2B5EF4-FFF2-40B4-BE49-F238E27FC236}">
                  <a16:creationId xmlns:a16="http://schemas.microsoft.com/office/drawing/2014/main" id="{8FC4CB5B-820C-AF3C-3D6F-86F7E1051F63}"/>
                </a:ext>
              </a:extLst>
            </p:cNvPr>
            <p:cNvSpPr txBox="1"/>
            <p:nvPr/>
          </p:nvSpPr>
          <p:spPr>
            <a:xfrm>
              <a:off x="673107" y="1130300"/>
              <a:ext cx="10845792" cy="69749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1">
              <a:normAutofit/>
            </a:bodyPr>
            <a:lstStyle/>
            <a:p>
              <a:pPr algn="ctr">
                <a:buSzPct val="25000"/>
              </a:pPr>
              <a:r>
                <a:rPr lang="zh-CN" altLang="en-US" sz="2400" b="1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新市场开发及合作进展</a:t>
              </a:r>
              <a:endParaRPr lang="en-US" sz="2400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F5764765-2E14-6C75-3233-2003C2D59FE9}"/>
                </a:ext>
              </a:extLst>
            </p:cNvPr>
            <p:cNvGrpSpPr/>
            <p:nvPr/>
          </p:nvGrpSpPr>
          <p:grpSpPr>
            <a:xfrm>
              <a:off x="666749" y="1867253"/>
              <a:ext cx="10858501" cy="4288618"/>
              <a:chOff x="666749" y="1867253"/>
              <a:chExt cx="10858501" cy="4288618"/>
            </a:xfrm>
          </p:grpSpPr>
          <p:sp>
            <p:nvSpPr>
              <p:cNvPr id="13" name="Picture">
                <a:extLst>
                  <a:ext uri="{FF2B5EF4-FFF2-40B4-BE49-F238E27FC236}">
                    <a16:creationId xmlns:a16="http://schemas.microsoft.com/office/drawing/2014/main" id="{D28F813B-9F62-B025-F878-08DFF3C26D37}"/>
                  </a:ext>
                </a:extLst>
              </p:cNvPr>
              <p:cNvSpPr/>
              <p:nvPr/>
            </p:nvSpPr>
            <p:spPr>
              <a:xfrm>
                <a:off x="666750" y="4432253"/>
                <a:ext cx="10858500" cy="1723618"/>
              </a:xfrm>
              <a:prstGeom prst="roundRect">
                <a:avLst>
                  <a:gd name="adj" fmla="val 0"/>
                </a:avLst>
              </a:prstGeom>
              <a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>
                          <a14:imgEffect>
                            <a14:colorTemperature colorTemp="8000"/>
                          </a14:imgEffect>
                        </a14:imgLayer>
                      </a14:imgProps>
                    </a:ext>
                  </a:extLst>
                </a:blip>
                <a:srcRect/>
                <a:stretch>
                  <a:fillRect t="-145210" b="-174778"/>
                </a:stretch>
              </a:blipFill>
              <a:ln w="38100">
                <a:noFill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4" name="Bullet1">
                <a:extLst>
                  <a:ext uri="{FF2B5EF4-FFF2-40B4-BE49-F238E27FC236}">
                    <a16:creationId xmlns:a16="http://schemas.microsoft.com/office/drawing/2014/main" id="{16F896BF-C2B1-A852-0A8D-9E0C900B0E00}"/>
                  </a:ext>
                </a:extLst>
              </p:cNvPr>
              <p:cNvSpPr txBox="1"/>
              <p:nvPr/>
            </p:nvSpPr>
            <p:spPr>
              <a:xfrm>
                <a:off x="666749" y="2819623"/>
                <a:ext cx="5165271" cy="656117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新区域拓展</a:t>
                </a:r>
                <a:endParaRPr lang="zh-CN" altLang="en-US" b="1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Text1">
                <a:extLst>
                  <a:ext uri="{FF2B5EF4-FFF2-40B4-BE49-F238E27FC236}">
                    <a16:creationId xmlns:a16="http://schemas.microsoft.com/office/drawing/2014/main" id="{970593A8-5234-7D6E-F08E-53168D71B2B5}"/>
                  </a:ext>
                </a:extLst>
              </p:cNvPr>
              <p:cNvSpPr txBox="1"/>
              <p:nvPr/>
            </p:nvSpPr>
            <p:spPr>
              <a:xfrm>
                <a:off x="666749" y="3538427"/>
                <a:ext cx="5165271" cy="732677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 defTabSz="913765">
                  <a:lnSpc>
                    <a:spcPct val="120000"/>
                  </a:lnSpc>
                  <a:buSzPct val="25000"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近季度成功进入三个新区域，包括华北、华东及华南，市场覆盖面扩大</a:t>
                </a: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20%</a:t>
                </a: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。</a:t>
                </a:r>
                <a:endPara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6" name="Number1">
                <a:extLst>
                  <a:ext uri="{FF2B5EF4-FFF2-40B4-BE49-F238E27FC236}">
                    <a16:creationId xmlns:a16="http://schemas.microsoft.com/office/drawing/2014/main" id="{42FDA0F7-5E9A-21F8-E119-41F09D6894F3}"/>
                  </a:ext>
                </a:extLst>
              </p:cNvPr>
              <p:cNvSpPr txBox="1"/>
              <p:nvPr/>
            </p:nvSpPr>
            <p:spPr>
              <a:xfrm>
                <a:off x="666750" y="1867253"/>
                <a:ext cx="595993" cy="591257"/>
              </a:xfrm>
              <a:prstGeom prst="rect">
                <a:avLst/>
              </a:prstGeom>
              <a:solidFill>
                <a:schemeClr val="accent1">
                  <a:lumMod val="10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algn="ctr">
                  <a:defRPr sz="2000" b="1">
                    <a:solidFill>
                      <a:srgbClr val="FFFFFF"/>
                    </a:solidFill>
                    <a:cs typeface="+mn-ea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US" altLang="zh-CN" dirty="0">
                    <a:solidFill>
                      <a:schemeClr val="tx1"/>
                    </a:solidFill>
                    <a:sym typeface="Arial" panose="020B0604020202020204" pitchFamily="34" charset="0"/>
                  </a:rPr>
                  <a:t>1</a:t>
                </a:r>
                <a:endParaRPr lang="zh-CN" altLang="en-US" dirty="0">
                  <a:solidFill>
                    <a:schemeClr val="tx1"/>
                  </a:solidFill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14CEC3E6-39B3-EC21-714D-5914E48430B6}"/>
                </a:ext>
              </a:extLst>
            </p:cNvPr>
            <p:cNvGrpSpPr/>
            <p:nvPr/>
          </p:nvGrpSpPr>
          <p:grpSpPr>
            <a:xfrm>
              <a:off x="6353627" y="1867253"/>
              <a:ext cx="5165271" cy="2403851"/>
              <a:chOff x="6353627" y="1867253"/>
              <a:chExt cx="5165271" cy="2403851"/>
            </a:xfrm>
          </p:grpSpPr>
          <p:sp>
            <p:nvSpPr>
              <p:cNvPr id="10" name="Bullet2">
                <a:extLst>
                  <a:ext uri="{FF2B5EF4-FFF2-40B4-BE49-F238E27FC236}">
                    <a16:creationId xmlns:a16="http://schemas.microsoft.com/office/drawing/2014/main" id="{AC28D6E7-3C06-7E02-85F3-2D741B38C9A2}"/>
                  </a:ext>
                </a:extLst>
              </p:cNvPr>
              <p:cNvSpPr txBox="1"/>
              <p:nvPr/>
            </p:nvSpPr>
            <p:spPr>
              <a:xfrm>
                <a:off x="6353627" y="2819623"/>
                <a:ext cx="5165271" cy="656117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合作伙伴增加</a:t>
                </a:r>
                <a:endParaRPr lang="zh-CN" altLang="en-US" b="1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1" name="Text2">
                <a:extLst>
                  <a:ext uri="{FF2B5EF4-FFF2-40B4-BE49-F238E27FC236}">
                    <a16:creationId xmlns:a16="http://schemas.microsoft.com/office/drawing/2014/main" id="{F57F29A2-1BB6-1D4A-EA02-6EBB9460A9DD}"/>
                  </a:ext>
                </a:extLst>
              </p:cNvPr>
              <p:cNvSpPr txBox="1"/>
              <p:nvPr/>
            </p:nvSpPr>
            <p:spPr>
              <a:xfrm>
                <a:off x="6353627" y="3538427"/>
                <a:ext cx="5165271" cy="732677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 defTabSz="913765">
                  <a:lnSpc>
                    <a:spcPct val="120000"/>
                  </a:lnSpc>
                  <a:buSzPct val="25000"/>
                  <a:defRPr/>
                </a:pPr>
                <a:r>
                  <a:rPr kumimoji="0" lang="zh-CN" altLang="en-US" sz="120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与五家新合作伙伴建立合作关系，涉及供应链、销售渠道等领域，助力产品多元化。</a:t>
                </a:r>
                <a:endParaRPr kumimoji="0" lang="en-US" altLang="zh-CN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Number2">
                <a:extLst>
                  <a:ext uri="{FF2B5EF4-FFF2-40B4-BE49-F238E27FC236}">
                    <a16:creationId xmlns:a16="http://schemas.microsoft.com/office/drawing/2014/main" id="{D24924B1-2F03-83C6-C80D-C56D4ECA2DCD}"/>
                  </a:ext>
                </a:extLst>
              </p:cNvPr>
              <p:cNvSpPr txBox="1"/>
              <p:nvPr/>
            </p:nvSpPr>
            <p:spPr>
              <a:xfrm>
                <a:off x="6353627" y="1867253"/>
                <a:ext cx="595993" cy="591257"/>
              </a:xfrm>
              <a:prstGeom prst="rect">
                <a:avLst/>
              </a:prstGeom>
              <a:solidFill>
                <a:schemeClr val="accent1">
                  <a:lumMod val="10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algn="ctr">
                  <a:defRPr sz="2000" b="1">
                    <a:solidFill>
                      <a:srgbClr val="FFFFFF"/>
                    </a:solidFill>
                    <a:cs typeface="+mn-ea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US" altLang="zh-CN" dirty="0">
                    <a:solidFill>
                      <a:schemeClr val="tx1"/>
                    </a:solidFill>
                    <a:sym typeface="Arial" panose="020B0604020202020204" pitchFamily="34" charset="0"/>
                  </a:rPr>
                  <a:t>2</a:t>
                </a:r>
                <a:endParaRPr lang="zh-CN" altLang="en-US" dirty="0">
                  <a:solidFill>
                    <a:schemeClr val="tx1"/>
                  </a:solidFill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AEFD9492-67F3-10B8-4B9D-EA243CA03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市场拓展</a:t>
            </a:r>
          </a:p>
        </p:txBody>
      </p:sp>
    </p:spTree>
    <p:extLst>
      <p:ext uri="{BB962C8B-B14F-4D97-AF65-F5344CB8AC3E}">
        <p14:creationId xmlns:p14="http://schemas.microsoft.com/office/powerpoint/2010/main" val="1889986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BCDEF9EF-5CF8-8497-683A-2EDE8B56B5CC}"/>
              </a:ext>
            </a:extLst>
          </p:cNvPr>
          <p:cNvGrpSpPr/>
          <p:nvPr/>
        </p:nvGrpSpPr>
        <p:grpSpPr>
          <a:xfrm>
            <a:off x="0" y="0"/>
            <a:ext cx="11518900" cy="6858000"/>
            <a:chOff x="0" y="0"/>
            <a:chExt cx="11518900" cy="6858000"/>
          </a:xfrm>
        </p:grpSpPr>
        <p:sp>
          <p:nvSpPr>
            <p:cNvPr id="25" name="c">
              <a:extLst>
                <a:ext uri="{FF2B5EF4-FFF2-40B4-BE49-F238E27FC236}">
                  <a16:creationId xmlns:a16="http://schemas.microsoft.com/office/drawing/2014/main" id="{87AF91A8-FF97-B9E0-27FE-985B7855A9D9}"/>
                </a:ext>
              </a:extLst>
            </p:cNvPr>
            <p:cNvSpPr/>
            <p:nvPr/>
          </p:nvSpPr>
          <p:spPr>
            <a:xfrm>
              <a:off x="4167289" y="2501901"/>
              <a:ext cx="7326211" cy="368300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noFill/>
              <a:prstDash val="solid"/>
            </a:ln>
            <a:effectLst>
              <a:outerShdw blurRad="127000" dist="63500" algn="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b="1" dirty="0">
                <a:solidFill>
                  <a:srgbClr val="000000"/>
                </a:solidFill>
              </a:endParaRPr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DABC71DF-972F-C370-C015-4E68E5B9EE2E}"/>
                </a:ext>
              </a:extLst>
            </p:cNvPr>
            <p:cNvGrpSpPr/>
            <p:nvPr/>
          </p:nvGrpSpPr>
          <p:grpSpPr>
            <a:xfrm>
              <a:off x="0" y="0"/>
              <a:ext cx="11518900" cy="6858000"/>
              <a:chOff x="0" y="0"/>
              <a:chExt cx="11518900" cy="6858000"/>
            </a:xfrm>
          </p:grpSpPr>
          <p:sp>
            <p:nvSpPr>
              <p:cNvPr id="26" name="PictureMisc">
                <a:extLst>
                  <a:ext uri="{FF2B5EF4-FFF2-40B4-BE49-F238E27FC236}">
                    <a16:creationId xmlns:a16="http://schemas.microsoft.com/office/drawing/2014/main" id="{8C8A6851-7DE8-DCDB-92EB-3AC473DC11B6}"/>
                  </a:ext>
                </a:extLst>
              </p:cNvPr>
              <p:cNvSpPr/>
              <p:nvPr/>
            </p:nvSpPr>
            <p:spPr>
              <a:xfrm>
                <a:off x="0" y="1157286"/>
                <a:ext cx="4406897" cy="5493151"/>
              </a:xfrm>
              <a:prstGeom prst="rect">
                <a:avLst/>
              </a:prstGeom>
              <a:solidFill>
                <a:schemeClr val="accent1"/>
              </a:solidFill>
              <a:ln w="762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GB" dirty="0"/>
              </a:p>
            </p:txBody>
          </p:sp>
          <p:cxnSp>
            <p:nvCxnSpPr>
              <p:cNvPr id="4" name="直接连接符 3">
                <a:extLst>
                  <a:ext uri="{FF2B5EF4-FFF2-40B4-BE49-F238E27FC236}">
                    <a16:creationId xmlns:a16="http://schemas.microsoft.com/office/drawing/2014/main" id="{2C9D4427-525B-6627-60B0-80A965131E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0400" y="0"/>
                <a:ext cx="0" cy="6858000"/>
              </a:xfrm>
              <a:prstGeom prst="line">
                <a:avLst/>
              </a:prstGeom>
              <a:ln>
                <a:solidFill>
                  <a:schemeClr val="tx2"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直接连接符 4">
                <a:extLst>
                  <a:ext uri="{FF2B5EF4-FFF2-40B4-BE49-F238E27FC236}">
                    <a16:creationId xmlns:a16="http://schemas.microsoft.com/office/drawing/2014/main" id="{9E26E6B5-A7D7-87D7-7205-FDBB5BFF7D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18900" y="0"/>
                <a:ext cx="0" cy="6858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721B010D-97A2-A1D6-BA63-2FBBC690AA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3800" y="0"/>
                <a:ext cx="0" cy="6858000"/>
              </a:xfrm>
              <a:prstGeom prst="line">
                <a:avLst/>
              </a:prstGeom>
              <a:ln>
                <a:solidFill>
                  <a:schemeClr val="tx2"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A3E5A702-90F4-3D96-8551-5ACECEBAA4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2100" y="0"/>
                <a:ext cx="0" cy="6858000"/>
              </a:xfrm>
              <a:prstGeom prst="line">
                <a:avLst/>
              </a:prstGeom>
              <a:ln>
                <a:solidFill>
                  <a:schemeClr val="tx2"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PictureMisc">
                <a:extLst>
                  <a:ext uri="{FF2B5EF4-FFF2-40B4-BE49-F238E27FC236}">
                    <a16:creationId xmlns:a16="http://schemas.microsoft.com/office/drawing/2014/main" id="{E30E7DEA-C8A3-2376-09E9-5DD22DD5D1ED}"/>
                  </a:ext>
                </a:extLst>
              </p:cNvPr>
              <p:cNvSpPr/>
              <p:nvPr/>
            </p:nvSpPr>
            <p:spPr>
              <a:xfrm>
                <a:off x="0" y="1364848"/>
                <a:ext cx="5016498" cy="5493151"/>
              </a:xfrm>
              <a:prstGeom prst="rect">
                <a:avLst/>
              </a:prstGeom>
              <a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>
                          <a14:imgEffect>
                            <a14:colorTemperature colorTemp="8000"/>
                          </a14:imgEffect>
                        </a14:imgLayer>
                      </a14:imgProps>
                    </a:ext>
                  </a:extLst>
                </a:blip>
                <a:stretch>
                  <a:fillRect l="-32206" r="-32046"/>
                </a:stretch>
              </a:blipFill>
              <a:ln w="762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GB" dirty="0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E0348E3-BC80-D6B4-5A18-CF248BD6463A}"/>
                  </a:ext>
                </a:extLst>
              </p:cNvPr>
              <p:cNvSpPr/>
              <p:nvPr/>
            </p:nvSpPr>
            <p:spPr>
              <a:xfrm>
                <a:off x="4821382" y="3753445"/>
                <a:ext cx="6672117" cy="11309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12" name="Title">
                <a:extLst>
                  <a:ext uri="{FF2B5EF4-FFF2-40B4-BE49-F238E27FC236}">
                    <a16:creationId xmlns:a16="http://schemas.microsoft.com/office/drawing/2014/main" id="{C2303AEF-5E5D-F422-2DA7-AC9CAABD25F4}"/>
                  </a:ext>
                </a:extLst>
              </p:cNvPr>
              <p:cNvSpPr txBox="1"/>
              <p:nvPr/>
            </p:nvSpPr>
            <p:spPr>
              <a:xfrm>
                <a:off x="5041898" y="1712065"/>
                <a:ext cx="4957949" cy="451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lnSpcReduction="10000"/>
              </a:bodyPr>
              <a:lstStyle/>
              <a:p>
                <a:pPr algn="ctr" defTabSz="913765">
                  <a:buSzPct val="25000"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品牌推广活动及效果评估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FD170E3B-180B-4CFB-7331-667C1F6AE332}"/>
                  </a:ext>
                </a:extLst>
              </p:cNvPr>
              <p:cNvGrpSpPr/>
              <p:nvPr/>
            </p:nvGrpSpPr>
            <p:grpSpPr>
              <a:xfrm>
                <a:off x="5759067" y="2704269"/>
                <a:ext cx="4646179" cy="947723"/>
                <a:chOff x="5759067" y="2704269"/>
                <a:chExt cx="4646179" cy="947723"/>
              </a:xfrm>
            </p:grpSpPr>
            <p:sp>
              <p:nvSpPr>
                <p:cNvPr id="22" name="Number1">
                  <a:extLst>
                    <a:ext uri="{FF2B5EF4-FFF2-40B4-BE49-F238E27FC236}">
                      <a16:creationId xmlns:a16="http://schemas.microsoft.com/office/drawing/2014/main" id="{D713542A-D545-64D3-0001-F98F48917F37}"/>
                    </a:ext>
                  </a:extLst>
                </p:cNvPr>
                <p:cNvSpPr txBox="1"/>
                <p:nvPr/>
              </p:nvSpPr>
              <p:spPr>
                <a:xfrm>
                  <a:off x="5759067" y="2949751"/>
                  <a:ext cx="605529" cy="58477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spAutoFit/>
                </a:bodyPr>
                <a:lstStyle/>
                <a:p>
                  <a:r>
                    <a:rPr lang="en-GB" sz="3200" b="1" dirty="0">
                      <a:solidFill>
                        <a:schemeClr val="accent1"/>
                      </a:solidFill>
                    </a:rPr>
                    <a:t>1</a:t>
                  </a:r>
                </a:p>
              </p:txBody>
            </p:sp>
            <p:sp>
              <p:nvSpPr>
                <p:cNvPr id="23" name="Bullet1">
                  <a:extLst>
                    <a:ext uri="{FF2B5EF4-FFF2-40B4-BE49-F238E27FC236}">
                      <a16:creationId xmlns:a16="http://schemas.microsoft.com/office/drawing/2014/main" id="{AD5D568E-C274-801F-A269-EEEC1F82C376}"/>
                    </a:ext>
                  </a:extLst>
                </p:cNvPr>
                <p:cNvSpPr txBox="1"/>
                <p:nvPr/>
              </p:nvSpPr>
              <p:spPr>
                <a:xfrm>
                  <a:off x="7188197" y="2704269"/>
                  <a:ext cx="3217049" cy="503050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rmAutofit/>
                </a:bodyPr>
                <a:lstStyle/>
                <a:p>
                  <a:r>
                    <a:rPr kumimoji="0" lang="zh-CN" altLang="en-US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线上推广活动</a:t>
                  </a:r>
                  <a:endParaRPr kumimoji="0" 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24" name="Text1">
                  <a:extLst>
                    <a:ext uri="{FF2B5EF4-FFF2-40B4-BE49-F238E27FC236}">
                      <a16:creationId xmlns:a16="http://schemas.microsoft.com/office/drawing/2014/main" id="{816C7B85-F476-F985-6C86-775059953C06}"/>
                    </a:ext>
                  </a:extLst>
                </p:cNvPr>
                <p:cNvSpPr txBox="1"/>
                <p:nvPr/>
              </p:nvSpPr>
              <p:spPr>
                <a:xfrm>
                  <a:off x="7188195" y="3207318"/>
                  <a:ext cx="3217037" cy="444674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 fontScale="92500" lnSpcReduction="20000"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0" lang="zh-CN" altLang="en-US" sz="120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rPr>
                    <a:t>本季度通过社交媒体平台和行业论坛开展了多场线上推广活动，提升了品牌知名度和用户互动。</a:t>
                  </a:r>
                  <a:endParaRPr kumimoji="0" lang="en-GB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74E54D95-F2F8-856B-68EA-B269F30B71AA}"/>
                  </a:ext>
                </a:extLst>
              </p:cNvPr>
              <p:cNvGrpSpPr/>
              <p:nvPr/>
            </p:nvGrpSpPr>
            <p:grpSpPr>
              <a:xfrm>
                <a:off x="5759067" y="3835169"/>
                <a:ext cx="4646179" cy="947723"/>
                <a:chOff x="5759067" y="3835169"/>
                <a:chExt cx="4646179" cy="947723"/>
              </a:xfrm>
            </p:grpSpPr>
            <p:sp>
              <p:nvSpPr>
                <p:cNvPr id="19" name="Number2">
                  <a:extLst>
                    <a:ext uri="{FF2B5EF4-FFF2-40B4-BE49-F238E27FC236}">
                      <a16:creationId xmlns:a16="http://schemas.microsoft.com/office/drawing/2014/main" id="{A673C426-614F-8A04-245E-70B18906E066}"/>
                    </a:ext>
                  </a:extLst>
                </p:cNvPr>
                <p:cNvSpPr txBox="1"/>
                <p:nvPr/>
              </p:nvSpPr>
              <p:spPr>
                <a:xfrm>
                  <a:off x="5759067" y="4031031"/>
                  <a:ext cx="605529" cy="58477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spAutoFit/>
                </a:bodyPr>
                <a:lstStyle/>
                <a:p>
                  <a:r>
                    <a:rPr lang="en-US" altLang="zh-CN" sz="3200" b="1" dirty="0"/>
                    <a:t>2</a:t>
                  </a:r>
                  <a:endParaRPr lang="en-GB" sz="3200" b="1" dirty="0"/>
                </a:p>
              </p:txBody>
            </p:sp>
            <p:sp>
              <p:nvSpPr>
                <p:cNvPr id="20" name="Bullet2">
                  <a:extLst>
                    <a:ext uri="{FF2B5EF4-FFF2-40B4-BE49-F238E27FC236}">
                      <a16:creationId xmlns:a16="http://schemas.microsoft.com/office/drawing/2014/main" id="{33CCBAC3-F728-EFEE-42A1-FC9016D09CEF}"/>
                    </a:ext>
                  </a:extLst>
                </p:cNvPr>
                <p:cNvSpPr txBox="1"/>
                <p:nvPr/>
              </p:nvSpPr>
              <p:spPr>
                <a:xfrm>
                  <a:off x="7188197" y="3835169"/>
                  <a:ext cx="3217049" cy="503050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rmAutofit/>
                </a:bodyPr>
                <a:lstStyle/>
                <a:p>
                  <a:r>
                    <a:rPr kumimoji="0" lang="zh-CN" altLang="en-US" b="1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线下活动执行</a:t>
                  </a:r>
                  <a:endParaRPr kumimoji="0" 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21" name="Text2">
                  <a:extLst>
                    <a:ext uri="{FF2B5EF4-FFF2-40B4-BE49-F238E27FC236}">
                      <a16:creationId xmlns:a16="http://schemas.microsoft.com/office/drawing/2014/main" id="{5F228CD6-8058-E99B-134D-EF74CD9BC881}"/>
                    </a:ext>
                  </a:extLst>
                </p:cNvPr>
                <p:cNvSpPr txBox="1"/>
                <p:nvPr/>
              </p:nvSpPr>
              <p:spPr>
                <a:xfrm>
                  <a:off x="7188195" y="4338218"/>
                  <a:ext cx="3217037" cy="444674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 fontScale="92500" lnSpcReduction="20000"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0" lang="zh-CN" altLang="en-US" sz="120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rPr>
                    <a:t>成功举办了</a:t>
                  </a:r>
                  <a:r>
                    <a:rPr kumimoji="0" lang="en-US" altLang="zh-CN" sz="120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rPr>
                    <a:t>3</a:t>
                  </a:r>
                  <a:r>
                    <a:rPr kumimoji="0" lang="zh-CN" altLang="en-US" sz="120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rPr>
                    <a:t>场线下品牌活动，与目标客户群体深入交流，增强了品牌形象。</a:t>
                  </a:r>
                  <a:endParaRPr kumimoji="0" lang="en-GB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CF74CF0A-2283-4086-09AB-30728BFEBCB2}"/>
                  </a:ext>
                </a:extLst>
              </p:cNvPr>
              <p:cNvGrpSpPr/>
              <p:nvPr/>
            </p:nvGrpSpPr>
            <p:grpSpPr>
              <a:xfrm>
                <a:off x="5759067" y="4966070"/>
                <a:ext cx="4646179" cy="947723"/>
                <a:chOff x="5759067" y="4966070"/>
                <a:chExt cx="4646179" cy="947723"/>
              </a:xfrm>
            </p:grpSpPr>
            <p:sp>
              <p:nvSpPr>
                <p:cNvPr id="16" name="Number3">
                  <a:extLst>
                    <a:ext uri="{FF2B5EF4-FFF2-40B4-BE49-F238E27FC236}">
                      <a16:creationId xmlns:a16="http://schemas.microsoft.com/office/drawing/2014/main" id="{EBCF880C-3989-CD43-0020-CB5D8AA8B075}"/>
                    </a:ext>
                  </a:extLst>
                </p:cNvPr>
                <p:cNvSpPr txBox="1"/>
                <p:nvPr/>
              </p:nvSpPr>
              <p:spPr>
                <a:xfrm>
                  <a:off x="5759067" y="5161931"/>
                  <a:ext cx="605529" cy="58477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spAutoFit/>
                </a:bodyPr>
                <a:lstStyle/>
                <a:p>
                  <a:r>
                    <a:rPr lang="en-US" altLang="zh-CN" sz="3200" b="1" dirty="0">
                      <a:solidFill>
                        <a:schemeClr val="accent1"/>
                      </a:solidFill>
                    </a:rPr>
                    <a:t>3</a:t>
                  </a:r>
                  <a:endParaRPr lang="en-GB" sz="3200" b="1" dirty="0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17" name="Bullet3">
                  <a:extLst>
                    <a:ext uri="{FF2B5EF4-FFF2-40B4-BE49-F238E27FC236}">
                      <a16:creationId xmlns:a16="http://schemas.microsoft.com/office/drawing/2014/main" id="{A8D6C6C6-239B-88D7-A3BB-BB96552FF58A}"/>
                    </a:ext>
                  </a:extLst>
                </p:cNvPr>
                <p:cNvSpPr txBox="1"/>
                <p:nvPr/>
              </p:nvSpPr>
              <p:spPr>
                <a:xfrm>
                  <a:off x="7188197" y="4966070"/>
                  <a:ext cx="3217049" cy="503050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rmAutofit/>
                </a:bodyPr>
                <a:lstStyle/>
                <a:p>
                  <a:r>
                    <a:rPr kumimoji="0" lang="zh-CN" altLang="en-US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rPr>
                    <a:t>媒体合作与报道</a:t>
                  </a:r>
                  <a:endParaRPr kumimoji="0" 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18" name="Text3">
                  <a:extLst>
                    <a:ext uri="{FF2B5EF4-FFF2-40B4-BE49-F238E27FC236}">
                      <a16:creationId xmlns:a16="http://schemas.microsoft.com/office/drawing/2014/main" id="{0AF41B9F-9F8F-4AEC-D1EA-1B86C0592B45}"/>
                    </a:ext>
                  </a:extLst>
                </p:cNvPr>
                <p:cNvSpPr txBox="1"/>
                <p:nvPr/>
              </p:nvSpPr>
              <p:spPr>
                <a:xfrm>
                  <a:off x="7188195" y="5469119"/>
                  <a:ext cx="3217037" cy="444674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 fontScale="92500" lnSpcReduction="20000"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0" lang="zh-CN" altLang="en-US" sz="120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rPr>
                    <a:t>与</a:t>
                  </a:r>
                  <a:r>
                    <a:rPr kumimoji="0" lang="en-US" altLang="zh-CN" sz="120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rPr>
                    <a:t>5</a:t>
                  </a:r>
                  <a:r>
                    <a:rPr kumimoji="0" lang="zh-CN" altLang="en-US" sz="120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rPr>
                    <a:t>家行业媒体达成合作，通过专题报道提升了品牌在行业内的权威性和影响力。</a:t>
                  </a:r>
                  <a:endParaRPr kumimoji="0" lang="en-GB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</p:grp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0F30225F-D458-F705-3E0D-17F29F4D3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品牌建设</a:t>
            </a:r>
          </a:p>
        </p:txBody>
      </p:sp>
    </p:spTree>
    <p:extLst>
      <p:ext uri="{BB962C8B-B14F-4D97-AF65-F5344CB8AC3E}">
        <p14:creationId xmlns:p14="http://schemas.microsoft.com/office/powerpoint/2010/main" val="1227810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F5BB044-47B9-2194-CEB0-AE0F2E00979A}"/>
              </a:ext>
            </a:extLst>
          </p:cNvPr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ïṣļíḋè">
              <a:extLst>
                <a:ext uri="{FF2B5EF4-FFF2-40B4-BE49-F238E27FC236}">
                  <a16:creationId xmlns:a16="http://schemas.microsoft.com/office/drawing/2014/main" id="{93F3FCD4-35BE-4349-FD75-E5089F39A38B}"/>
                </a:ext>
              </a:extLst>
            </p:cNvPr>
            <p:cNvSpPr/>
            <p:nvPr/>
          </p:nvSpPr>
          <p:spPr bwMode="auto">
            <a:xfrm>
              <a:off x="660400" y="1703954"/>
              <a:ext cx="9953936" cy="2300708"/>
            </a:xfrm>
            <a:prstGeom prst="parallelogram">
              <a:avLst/>
            </a:prstGeom>
            <a:solidFill>
              <a:schemeClr val="accent1"/>
            </a:solidFill>
            <a:ln w="19050">
              <a:noFill/>
              <a:round/>
              <a:headEnd/>
              <a:tailEnd/>
            </a:ln>
          </p:spPr>
          <p:txBody>
            <a:bodyPr vert="horz" wrap="non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" name="îşḻïḑé">
              <a:extLst>
                <a:ext uri="{FF2B5EF4-FFF2-40B4-BE49-F238E27FC236}">
                  <a16:creationId xmlns:a16="http://schemas.microsoft.com/office/drawing/2014/main" id="{006369A8-665F-E7C5-B2A1-2AE5BD26254F}"/>
                </a:ext>
              </a:extLst>
            </p:cNvPr>
            <p:cNvSpPr/>
            <p:nvPr/>
          </p:nvSpPr>
          <p:spPr>
            <a:xfrm>
              <a:off x="2832469" y="5103951"/>
              <a:ext cx="589506" cy="471604"/>
            </a:xfrm>
            <a:prstGeom prst="rightArrow">
              <a:avLst/>
            </a:prstGeom>
            <a:solidFill>
              <a:schemeClr val="accent1">
                <a:alpha val="15000"/>
              </a:schemeClr>
            </a:solidFill>
            <a:ln w="60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" name="íṥ1iḑê">
              <a:extLst>
                <a:ext uri="{FF2B5EF4-FFF2-40B4-BE49-F238E27FC236}">
                  <a16:creationId xmlns:a16="http://schemas.microsoft.com/office/drawing/2014/main" id="{BACE083F-6662-8F7C-0DBF-E895A719055E}"/>
                </a:ext>
              </a:extLst>
            </p:cNvPr>
            <p:cNvSpPr/>
            <p:nvPr/>
          </p:nvSpPr>
          <p:spPr>
            <a:xfrm>
              <a:off x="8690517" y="5078038"/>
              <a:ext cx="589506" cy="471604"/>
            </a:xfrm>
            <a:prstGeom prst="rightArrow">
              <a:avLst/>
            </a:prstGeom>
            <a:solidFill>
              <a:schemeClr val="accent1">
                <a:alpha val="15000"/>
              </a:schemeClr>
            </a:solidFill>
            <a:ln w="60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" name="íṧļîḋé">
              <a:extLst>
                <a:ext uri="{FF2B5EF4-FFF2-40B4-BE49-F238E27FC236}">
                  <a16:creationId xmlns:a16="http://schemas.microsoft.com/office/drawing/2014/main" id="{F412CACC-E2EA-8DA7-9AA6-937FFE3F11B6}"/>
                </a:ext>
              </a:extLst>
            </p:cNvPr>
            <p:cNvSpPr/>
            <p:nvPr/>
          </p:nvSpPr>
          <p:spPr>
            <a:xfrm>
              <a:off x="5761493" y="5129864"/>
              <a:ext cx="589506" cy="471604"/>
            </a:xfrm>
            <a:prstGeom prst="rightArrow">
              <a:avLst/>
            </a:prstGeom>
            <a:solidFill>
              <a:schemeClr val="accent1">
                <a:alpha val="15000"/>
              </a:schemeClr>
            </a:solidFill>
            <a:ln w="60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Title">
              <a:extLst>
                <a:ext uri="{FF2B5EF4-FFF2-40B4-BE49-F238E27FC236}">
                  <a16:creationId xmlns:a16="http://schemas.microsoft.com/office/drawing/2014/main" id="{9D6EE3DB-6445-0A4D-97A5-69A4CA03D40E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zh-CN" altLang="en-US" sz="2400" b="1"/>
                <a:t>管理层决策及执行情况</a:t>
              </a:r>
              <a:endParaRPr lang="zh-CN" altLang="en-US" sz="2400" b="1" dirty="0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871310E9-781A-4427-AE5E-7ABB31FC9F7B}"/>
                </a:ext>
              </a:extLst>
            </p:cNvPr>
            <p:cNvGrpSpPr/>
            <p:nvPr/>
          </p:nvGrpSpPr>
          <p:grpSpPr>
            <a:xfrm>
              <a:off x="771791" y="1931785"/>
              <a:ext cx="10747109" cy="4114698"/>
              <a:chOff x="771791" y="1931785"/>
              <a:chExt cx="10747109" cy="4114698"/>
            </a:xfrm>
          </p:grpSpPr>
          <p:sp>
            <p:nvSpPr>
              <p:cNvPr id="22" name="PictureMisc">
                <a:extLst>
                  <a:ext uri="{FF2B5EF4-FFF2-40B4-BE49-F238E27FC236}">
                    <a16:creationId xmlns:a16="http://schemas.microsoft.com/office/drawing/2014/main" id="{EDAAB373-6AAD-7717-AB04-E52710780D70}"/>
                  </a:ext>
                </a:extLst>
              </p:cNvPr>
              <p:cNvSpPr/>
              <p:nvPr/>
            </p:nvSpPr>
            <p:spPr bwMode="auto">
              <a:xfrm>
                <a:off x="894576" y="1931785"/>
                <a:ext cx="10624324" cy="2300708"/>
              </a:xfrm>
              <a:prstGeom prst="parallelogram">
                <a:avLst>
                  <a:gd name="adj" fmla="val 24410"/>
                </a:avLst>
              </a:prstGeom>
              <a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>
                          <a14:imgEffect>
                            <a14:colorTemperature colorTemp="7000"/>
                          </a14:imgEffect>
                        </a14:imgLayer>
                      </a14:imgProps>
                    </a:ext>
                  </a:extLst>
                </a:blip>
                <a:srcRect/>
                <a:stretch>
                  <a:fillRect t="-135458" b="-133970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23" name="Bullet1">
                <a:extLst>
                  <a:ext uri="{FF2B5EF4-FFF2-40B4-BE49-F238E27FC236}">
                    <a16:creationId xmlns:a16="http://schemas.microsoft.com/office/drawing/2014/main" id="{23C7DD8E-3513-B79F-2E6B-A43C0E794B1E}"/>
                  </a:ext>
                </a:extLst>
              </p:cNvPr>
              <p:cNvSpPr/>
              <p:nvPr/>
            </p:nvSpPr>
            <p:spPr>
              <a:xfrm>
                <a:off x="771792" y="5198600"/>
                <a:ext cx="1781837" cy="33855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 lnSpcReduction="10000"/>
              </a:bodyPr>
              <a:lstStyle/>
              <a:p>
                <a:r>
                  <a:rPr kumimoji="1" lang="zh-CN" altLang="en-US" b="1" dirty="0">
                    <a:solidFill>
                      <a:schemeClr val="tx1"/>
                    </a:solidFill>
                  </a:rPr>
                  <a:t>决策优化</a:t>
                </a:r>
                <a:endParaRPr kumimoji="1" lang="en-US" altLang="zh-CN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Text1">
                <a:extLst>
                  <a:ext uri="{FF2B5EF4-FFF2-40B4-BE49-F238E27FC236}">
                    <a16:creationId xmlns:a16="http://schemas.microsoft.com/office/drawing/2014/main" id="{82914442-E432-97DA-95D4-2BDE254AE4BD}"/>
                  </a:ext>
                </a:extLst>
              </p:cNvPr>
              <p:cNvSpPr/>
              <p:nvPr/>
            </p:nvSpPr>
            <p:spPr>
              <a:xfrm>
                <a:off x="771792" y="5549642"/>
                <a:ext cx="1956599" cy="4968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本季度，管理层对内部管理流程进行了全面梳理。</a:t>
                </a:r>
                <a:endParaRPr kumimoji="1" lang="en-US" altLang="zh-CN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Number1">
                <a:extLst>
                  <a:ext uri="{FF2B5EF4-FFF2-40B4-BE49-F238E27FC236}">
                    <a16:creationId xmlns:a16="http://schemas.microsoft.com/office/drawing/2014/main" id="{33D7B77B-1B14-783B-BF0D-9BEFA32F0716}"/>
                  </a:ext>
                </a:extLst>
              </p:cNvPr>
              <p:cNvSpPr txBox="1"/>
              <p:nvPr/>
            </p:nvSpPr>
            <p:spPr>
              <a:xfrm>
                <a:off x="771791" y="4461211"/>
                <a:ext cx="813043" cy="769441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ctr" anchorCtr="0">
                <a:spAutoFit/>
              </a:bodyPr>
              <a:lstStyle/>
              <a:p>
                <a:pPr algn="ctr"/>
                <a:r>
                  <a:rPr kumimoji="1" lang="en-US" altLang="zh-CN" sz="4400" b="1" dirty="0">
                    <a:solidFill>
                      <a:schemeClr val="accent1"/>
                    </a:solidFill>
                  </a:rPr>
                  <a:t>1</a:t>
                </a:r>
                <a:endParaRPr kumimoji="1" lang="zh-CN" altLang="en-US" sz="4400" b="1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184ED627-FA56-DA51-36CA-8F670E022338}"/>
                </a:ext>
              </a:extLst>
            </p:cNvPr>
            <p:cNvGrpSpPr/>
            <p:nvPr/>
          </p:nvGrpSpPr>
          <p:grpSpPr>
            <a:xfrm>
              <a:off x="3700815" y="4461211"/>
              <a:ext cx="1956600" cy="1672889"/>
              <a:chOff x="3700815" y="4461211"/>
              <a:chExt cx="1956600" cy="1672889"/>
            </a:xfrm>
          </p:grpSpPr>
          <p:sp>
            <p:nvSpPr>
              <p:cNvPr id="19" name="Bullet2">
                <a:extLst>
                  <a:ext uri="{FF2B5EF4-FFF2-40B4-BE49-F238E27FC236}">
                    <a16:creationId xmlns:a16="http://schemas.microsoft.com/office/drawing/2014/main" id="{E6FA25EB-5369-C896-244F-26AF5877CC77}"/>
                  </a:ext>
                </a:extLst>
              </p:cNvPr>
              <p:cNvSpPr/>
              <p:nvPr/>
            </p:nvSpPr>
            <p:spPr>
              <a:xfrm>
                <a:off x="3700816" y="5198600"/>
                <a:ext cx="1781837" cy="33855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 lnSpcReduction="10000"/>
              </a:bodyPr>
              <a:lstStyle/>
              <a:p>
                <a:r>
                  <a:rPr kumimoji="1" lang="zh-CN" altLang="en-US" b="1" dirty="0">
                    <a:solidFill>
                      <a:schemeClr val="tx1"/>
                    </a:solidFill>
                  </a:rPr>
                  <a:t>执行跟踪</a:t>
                </a:r>
                <a:endParaRPr kumimoji="1" lang="en-US" altLang="zh-CN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Text2">
                <a:extLst>
                  <a:ext uri="{FF2B5EF4-FFF2-40B4-BE49-F238E27FC236}">
                    <a16:creationId xmlns:a16="http://schemas.microsoft.com/office/drawing/2014/main" id="{1840FEB9-CFF0-7A80-C00B-B12214A01E76}"/>
                  </a:ext>
                </a:extLst>
              </p:cNvPr>
              <p:cNvSpPr/>
              <p:nvPr/>
            </p:nvSpPr>
            <p:spPr>
              <a:xfrm>
                <a:off x="3700816" y="5549642"/>
                <a:ext cx="1956599" cy="58445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对各项决策实施情况进行实时跟踪。</a:t>
                </a:r>
                <a:endParaRPr kumimoji="1" lang="en-US" altLang="zh-CN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Number2">
                <a:extLst>
                  <a:ext uri="{FF2B5EF4-FFF2-40B4-BE49-F238E27FC236}">
                    <a16:creationId xmlns:a16="http://schemas.microsoft.com/office/drawing/2014/main" id="{F8F6A408-BDC7-BACE-CAFD-A9D35D679C6C}"/>
                  </a:ext>
                </a:extLst>
              </p:cNvPr>
              <p:cNvSpPr txBox="1"/>
              <p:nvPr/>
            </p:nvSpPr>
            <p:spPr>
              <a:xfrm>
                <a:off x="3700815" y="4461211"/>
                <a:ext cx="813043" cy="769441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ctr" anchorCtr="0">
                <a:spAutoFit/>
              </a:bodyPr>
              <a:lstStyle/>
              <a:p>
                <a:pPr algn="ctr"/>
                <a:r>
                  <a:rPr kumimoji="1" lang="en-US" altLang="zh-CN" sz="4400" b="1" dirty="0">
                    <a:solidFill>
                      <a:schemeClr val="accent1"/>
                    </a:solidFill>
                  </a:rPr>
                  <a:t>2</a:t>
                </a:r>
                <a:endParaRPr kumimoji="1" lang="zh-CN" altLang="en-US" sz="4400" b="1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EB92D80F-A487-77EC-D892-74A8D67E3457}"/>
                </a:ext>
              </a:extLst>
            </p:cNvPr>
            <p:cNvGrpSpPr/>
            <p:nvPr/>
          </p:nvGrpSpPr>
          <p:grpSpPr>
            <a:xfrm>
              <a:off x="6629839" y="4461211"/>
              <a:ext cx="1956600" cy="1585272"/>
              <a:chOff x="6629839" y="4461211"/>
              <a:chExt cx="1956600" cy="1585272"/>
            </a:xfrm>
          </p:grpSpPr>
          <p:sp>
            <p:nvSpPr>
              <p:cNvPr id="16" name="Bullet3">
                <a:extLst>
                  <a:ext uri="{FF2B5EF4-FFF2-40B4-BE49-F238E27FC236}">
                    <a16:creationId xmlns:a16="http://schemas.microsoft.com/office/drawing/2014/main" id="{4CA7CAD6-21DA-7624-1550-83BA32053210}"/>
                  </a:ext>
                </a:extLst>
              </p:cNvPr>
              <p:cNvSpPr/>
              <p:nvPr/>
            </p:nvSpPr>
            <p:spPr>
              <a:xfrm>
                <a:off x="6629840" y="5198600"/>
                <a:ext cx="1781837" cy="33855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 lnSpcReduction="10000"/>
              </a:bodyPr>
              <a:lstStyle/>
              <a:p>
                <a:r>
                  <a:rPr kumimoji="1" lang="zh-CN" altLang="en-US" b="1">
                    <a:solidFill>
                      <a:schemeClr val="tx1"/>
                    </a:solidFill>
                  </a:rPr>
                  <a:t>团队建设</a:t>
                </a:r>
                <a:endParaRPr kumimoji="1" lang="en-US" altLang="zh-CN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Text3">
                <a:extLst>
                  <a:ext uri="{FF2B5EF4-FFF2-40B4-BE49-F238E27FC236}">
                    <a16:creationId xmlns:a16="http://schemas.microsoft.com/office/drawing/2014/main" id="{BE0719DC-250E-2381-4C8D-86F5BE68E398}"/>
                  </a:ext>
                </a:extLst>
              </p:cNvPr>
              <p:cNvSpPr/>
              <p:nvPr/>
            </p:nvSpPr>
            <p:spPr>
              <a:xfrm>
                <a:off x="6629840" y="5549642"/>
                <a:ext cx="1956599" cy="4968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加强团队建设，提升员工凝聚力和执行力。</a:t>
                </a:r>
                <a:endParaRPr kumimoji="1" lang="en-US" altLang="zh-CN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Number3">
                <a:extLst>
                  <a:ext uri="{FF2B5EF4-FFF2-40B4-BE49-F238E27FC236}">
                    <a16:creationId xmlns:a16="http://schemas.microsoft.com/office/drawing/2014/main" id="{E2398951-5D6A-45DB-7925-B3CC41B1649E}"/>
                  </a:ext>
                </a:extLst>
              </p:cNvPr>
              <p:cNvSpPr txBox="1"/>
              <p:nvPr/>
            </p:nvSpPr>
            <p:spPr>
              <a:xfrm>
                <a:off x="6629839" y="4461211"/>
                <a:ext cx="813043" cy="769441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ctr" anchorCtr="0">
                <a:spAutoFit/>
              </a:bodyPr>
              <a:lstStyle/>
              <a:p>
                <a:pPr algn="ctr"/>
                <a:r>
                  <a:rPr kumimoji="1" lang="en-US" altLang="zh-CN" sz="4400" b="1" dirty="0">
                    <a:solidFill>
                      <a:schemeClr val="accent1"/>
                    </a:solidFill>
                  </a:rPr>
                  <a:t>3</a:t>
                </a:r>
                <a:endParaRPr kumimoji="1" lang="zh-CN" altLang="en-US" sz="4400" b="1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9A7793B6-3140-5C86-C006-3D3F54814E22}"/>
                </a:ext>
              </a:extLst>
            </p:cNvPr>
            <p:cNvGrpSpPr/>
            <p:nvPr/>
          </p:nvGrpSpPr>
          <p:grpSpPr>
            <a:xfrm>
              <a:off x="9558860" y="4461211"/>
              <a:ext cx="1956600" cy="1585272"/>
              <a:chOff x="9558860" y="4461211"/>
              <a:chExt cx="1956600" cy="1585272"/>
            </a:xfrm>
          </p:grpSpPr>
          <p:sp>
            <p:nvSpPr>
              <p:cNvPr id="13" name="Bullet4">
                <a:extLst>
                  <a:ext uri="{FF2B5EF4-FFF2-40B4-BE49-F238E27FC236}">
                    <a16:creationId xmlns:a16="http://schemas.microsoft.com/office/drawing/2014/main" id="{76650523-91D8-3D23-7D43-2596B0715AE7}"/>
                  </a:ext>
                </a:extLst>
              </p:cNvPr>
              <p:cNvSpPr/>
              <p:nvPr/>
            </p:nvSpPr>
            <p:spPr>
              <a:xfrm>
                <a:off x="9558861" y="5198600"/>
                <a:ext cx="1781837" cy="33855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 lnSpcReduction="10000"/>
              </a:bodyPr>
              <a:lstStyle/>
              <a:p>
                <a:r>
                  <a:rPr kumimoji="1" lang="zh-CN" altLang="en-US" b="1" dirty="0">
                    <a:solidFill>
                      <a:schemeClr val="tx1"/>
                    </a:solidFill>
                  </a:rPr>
                  <a:t>质量控制</a:t>
                </a:r>
                <a:endParaRPr kumimoji="1" lang="en-US" altLang="zh-CN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Text4">
                <a:extLst>
                  <a:ext uri="{FF2B5EF4-FFF2-40B4-BE49-F238E27FC236}">
                    <a16:creationId xmlns:a16="http://schemas.microsoft.com/office/drawing/2014/main" id="{3E360683-02BF-04D1-463F-A1626F09D775}"/>
                  </a:ext>
                </a:extLst>
              </p:cNvPr>
              <p:cNvSpPr/>
              <p:nvPr/>
            </p:nvSpPr>
            <p:spPr>
              <a:xfrm>
                <a:off x="9558861" y="5549642"/>
                <a:ext cx="1956599" cy="4968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强化内部管理，严格把控产品质量。</a:t>
                </a:r>
                <a:endParaRPr kumimoji="1" lang="en-US" altLang="zh-CN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Number4">
                <a:extLst>
                  <a:ext uri="{FF2B5EF4-FFF2-40B4-BE49-F238E27FC236}">
                    <a16:creationId xmlns:a16="http://schemas.microsoft.com/office/drawing/2014/main" id="{85C36D6E-4D39-7947-077B-B9DCB69FF801}"/>
                  </a:ext>
                </a:extLst>
              </p:cNvPr>
              <p:cNvSpPr txBox="1"/>
              <p:nvPr/>
            </p:nvSpPr>
            <p:spPr>
              <a:xfrm>
                <a:off x="9558860" y="4461211"/>
                <a:ext cx="813043" cy="769441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ctr" anchorCtr="0">
                <a:spAutoFit/>
              </a:bodyPr>
              <a:lstStyle/>
              <a:p>
                <a:pPr algn="ctr"/>
                <a:r>
                  <a:rPr kumimoji="1" lang="en-US" altLang="zh-CN" sz="4400" b="1" dirty="0">
                    <a:solidFill>
                      <a:schemeClr val="accent1"/>
                    </a:solidFill>
                  </a:rPr>
                  <a:t>4</a:t>
                </a:r>
                <a:endParaRPr kumimoji="1" lang="zh-CN" altLang="en-US" sz="4400" b="1" dirty="0">
                  <a:solidFill>
                    <a:schemeClr val="accent1"/>
                  </a:solidFill>
                </a:endParaRPr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764839F8-E912-F9AC-0514-1A09B1630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内部管理</a:t>
            </a:r>
          </a:p>
        </p:txBody>
      </p:sp>
    </p:spTree>
    <p:extLst>
      <p:ext uri="{BB962C8B-B14F-4D97-AF65-F5344CB8AC3E}">
        <p14:creationId xmlns:p14="http://schemas.microsoft.com/office/powerpoint/2010/main" val="1863668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市场动态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/>
        <p:txBody>
          <a:bodyPr/>
          <a:lstStyle/>
          <a:p>
            <a:r>
              <a:rPr lang="zh-CN" altLang="en-US" dirty="0"/>
              <a:t>本季度通用行业市场动态分析</a:t>
            </a:r>
            <a:endParaRPr 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AB0C6F8-27B9-652D-1B8E-C81F34DE9736}"/>
              </a:ext>
            </a:extLst>
          </p:cNvPr>
          <p:cNvSpPr txBox="1"/>
          <p:nvPr/>
        </p:nvSpPr>
        <p:spPr>
          <a:xfrm>
            <a:off x="5389418" y="1022579"/>
            <a:ext cx="1413164" cy="1323439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altLang="zh-CN" sz="8000" b="1" dirty="0"/>
              <a:t>02</a:t>
            </a:r>
            <a:endParaRPr lang="zh-CN" altLang="en-US" sz="80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F04DA-3ACB-A288-37F2-E1FD1945C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BCA84F5E-ACBC-C3A3-4D26-D6449BB13A30}"/>
              </a:ext>
            </a:extLst>
          </p:cNvPr>
          <p:cNvGrpSpPr/>
          <p:nvPr/>
        </p:nvGrpSpPr>
        <p:grpSpPr>
          <a:xfrm>
            <a:off x="2" y="1133308"/>
            <a:ext cx="12191998" cy="5000792"/>
            <a:chOff x="2" y="1133308"/>
            <a:chExt cx="12191998" cy="5000792"/>
          </a:xfrm>
        </p:grpSpPr>
        <p:sp>
          <p:nvSpPr>
            <p:cNvPr id="13" name="-7">
              <a:extLst>
                <a:ext uri="{FF2B5EF4-FFF2-40B4-BE49-F238E27FC236}">
                  <a16:creationId xmlns:a16="http://schemas.microsoft.com/office/drawing/2014/main" id="{779EC2D8-832B-9781-DFBC-992C49302752}"/>
                </a:ext>
              </a:extLst>
            </p:cNvPr>
            <p:cNvSpPr/>
            <p:nvPr/>
          </p:nvSpPr>
          <p:spPr>
            <a:xfrm>
              <a:off x="2" y="3492500"/>
              <a:ext cx="12191998" cy="1016000"/>
            </a:xfrm>
            <a:custGeom>
              <a:avLst/>
              <a:gdLst>
                <a:gd name="connsiteX0" fmla="*/ 12191999 w 12191999"/>
                <a:gd name="connsiteY0" fmla="*/ 0 h 2776171"/>
                <a:gd name="connsiteX1" fmla="*/ 12191999 w 12191999"/>
                <a:gd name="connsiteY1" fmla="*/ 991254 h 2776171"/>
                <a:gd name="connsiteX2" fmla="*/ 11882346 w 12191999"/>
                <a:gd name="connsiteY2" fmla="*/ 994644 h 2776171"/>
                <a:gd name="connsiteX3" fmla="*/ 43214 w 12191999"/>
                <a:gd name="connsiteY3" fmla="*/ 2760976 h 2776171"/>
                <a:gd name="connsiteX4" fmla="*/ 0 w 12191999"/>
                <a:gd name="connsiteY4" fmla="*/ 2776171 h 2776171"/>
                <a:gd name="connsiteX5" fmla="*/ 0 w 12191999"/>
                <a:gd name="connsiteY5" fmla="*/ 2351226 h 2776171"/>
                <a:gd name="connsiteX6" fmla="*/ 43214 w 12191999"/>
                <a:gd name="connsiteY6" fmla="*/ 2331228 h 2776171"/>
                <a:gd name="connsiteX7" fmla="*/ 11882346 w 12191999"/>
                <a:gd name="connsiteY7" fmla="*/ 6710 h 2776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1999" h="2776171">
                  <a:moveTo>
                    <a:pt x="12191999" y="0"/>
                  </a:moveTo>
                  <a:lnTo>
                    <a:pt x="12191999" y="991254"/>
                  </a:lnTo>
                  <a:lnTo>
                    <a:pt x="11882346" y="994644"/>
                  </a:lnTo>
                  <a:cubicBezTo>
                    <a:pt x="7179460" y="1097990"/>
                    <a:pt x="2990831" y="1759781"/>
                    <a:pt x="43214" y="2760976"/>
                  </a:cubicBezTo>
                  <a:lnTo>
                    <a:pt x="0" y="2776171"/>
                  </a:lnTo>
                  <a:lnTo>
                    <a:pt x="0" y="2351226"/>
                  </a:lnTo>
                  <a:lnTo>
                    <a:pt x="43214" y="2331228"/>
                  </a:lnTo>
                  <a:cubicBezTo>
                    <a:pt x="2990831" y="1013641"/>
                    <a:pt x="7179460" y="142714"/>
                    <a:pt x="11882346" y="6710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2540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algn="ctr"/>
              <a:endParaRPr lang="zh-CN" altLang="en-US" sz="24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4" name="Title">
              <a:extLst>
                <a:ext uri="{FF2B5EF4-FFF2-40B4-BE49-F238E27FC236}">
                  <a16:creationId xmlns:a16="http://schemas.microsoft.com/office/drawing/2014/main" id="{A65EF1E4-146F-946A-BEFA-AE276A9668AB}"/>
                </a:ext>
              </a:extLst>
            </p:cNvPr>
            <p:cNvSpPr txBox="1">
              <a:spLocks/>
            </p:cNvSpPr>
            <p:nvPr/>
          </p:nvSpPr>
          <p:spPr>
            <a:xfrm>
              <a:off x="590429" y="1133308"/>
              <a:ext cx="6026271" cy="5176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91440" tIns="45720" rIns="91440" bIns="45720" anchor="t" anchorCtr="0">
              <a:normAutofit/>
            </a:bodyPr>
            <a:lstStyle/>
            <a:p>
              <a:r>
                <a:rPr lang="zh-CN" altLang="en-US" sz="2400" b="1" dirty="0"/>
                <a:t>行业整体发展趋势及预测</a:t>
              </a: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FFF1C3E-48B7-0B46-6BBF-ABB6F722A041}"/>
                </a:ext>
              </a:extLst>
            </p:cNvPr>
            <p:cNvGrpSpPr/>
            <p:nvPr/>
          </p:nvGrpSpPr>
          <p:grpSpPr>
            <a:xfrm>
              <a:off x="1073513" y="1978025"/>
              <a:ext cx="2231874" cy="2262966"/>
              <a:chOff x="708455" y="2224405"/>
              <a:chExt cx="2231874" cy="2262966"/>
            </a:xfrm>
          </p:grpSpPr>
          <p:sp>
            <p:nvSpPr>
              <p:cNvPr id="19" name="ComponentBackground1">
                <a:extLst>
                  <a:ext uri="{FF2B5EF4-FFF2-40B4-BE49-F238E27FC236}">
                    <a16:creationId xmlns:a16="http://schemas.microsoft.com/office/drawing/2014/main" id="{0659359E-28F3-4E31-4B51-E5E941D6C8F1}"/>
                  </a:ext>
                </a:extLst>
              </p:cNvPr>
              <p:cNvSpPr/>
              <p:nvPr/>
            </p:nvSpPr>
            <p:spPr>
              <a:xfrm>
                <a:off x="708455" y="2496507"/>
                <a:ext cx="2231874" cy="1383011"/>
              </a:xfrm>
              <a:prstGeom prst="rect">
                <a:avLst/>
              </a:prstGeom>
              <a:solidFill>
                <a:srgbClr val="FFFFFF"/>
              </a:solidFill>
              <a:ln w="6350">
                <a:noFill/>
                <a:prstDash val="solid"/>
              </a:ln>
              <a:effectLst>
                <a:outerShdw blurRad="127000" dist="63500" algn="l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endParaRPr lang="zh-CN" altLang="en-US" b="1" dirty="0">
                  <a:solidFill>
                    <a:srgbClr val="000000"/>
                  </a:solidFill>
                  <a:sym typeface="Arial" panose="020B0604020202020204" pitchFamily="34" charset="0"/>
                </a:endParaRPr>
              </a:p>
            </p:txBody>
          </p:sp>
          <p:sp>
            <p:nvSpPr>
              <p:cNvPr id="24" name="Text1">
                <a:extLst>
                  <a:ext uri="{FF2B5EF4-FFF2-40B4-BE49-F238E27FC236}">
                    <a16:creationId xmlns:a16="http://schemas.microsoft.com/office/drawing/2014/main" id="{66743EC8-0FDE-24DC-EA6E-2879C33219D3}"/>
                  </a:ext>
                </a:extLst>
              </p:cNvPr>
              <p:cNvSpPr txBox="1"/>
              <p:nvPr/>
            </p:nvSpPr>
            <p:spPr>
              <a:xfrm>
                <a:off x="762169" y="2792730"/>
                <a:ext cx="2124446" cy="102234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行业发展加速，新技术不断涌现，推动整体技术升级。</a:t>
                </a:r>
                <a:endParaRPr lang="en-US" altLang="zh-CN" sz="1200" dirty="0"/>
              </a:p>
            </p:txBody>
          </p:sp>
          <p:sp>
            <p:nvSpPr>
              <p:cNvPr id="29" name="Bullet1">
                <a:extLst>
                  <a:ext uri="{FF2B5EF4-FFF2-40B4-BE49-F238E27FC236}">
                    <a16:creationId xmlns:a16="http://schemas.microsoft.com/office/drawing/2014/main" id="{DCA4AEFB-A6B3-DAF5-3C0C-B718BAEBF5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6320" y="2224405"/>
                <a:ext cx="1976144" cy="537682"/>
              </a:xfrm>
              <a:prstGeom prst="rect">
                <a:avLst/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r>
                  <a:rPr lang="zh-CN" altLang="en-US" b="1" dirty="0">
                    <a:solidFill>
                      <a:schemeClr val="tx1"/>
                    </a:solidFill>
                  </a:rPr>
                  <a:t>技术创新驱动</a:t>
                </a:r>
                <a:endParaRPr lang="en-US" altLang="zh-CN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Line1">
                <a:extLst>
                  <a:ext uri="{FF2B5EF4-FFF2-40B4-BE49-F238E27FC236}">
                    <a16:creationId xmlns:a16="http://schemas.microsoft.com/office/drawing/2014/main" id="{8E2CCF47-9C53-1105-61B4-7532E22FD1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24392" y="4004585"/>
                <a:ext cx="0" cy="482786"/>
              </a:xfrm>
              <a:prstGeom prst="line">
                <a:avLst/>
              </a:prstGeom>
              <a:noFill/>
              <a:ln w="19050" cap="flat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90000">
                      <a:schemeClr val="accent1"/>
                    </a:gs>
                  </a:gsLst>
                  <a:lin ang="5400000" scaled="1"/>
                </a:gradFill>
                <a:prstDash val="solid"/>
                <a:miter lim="800000"/>
                <a:tailEnd type="oval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7103FCFA-D8B8-9F1C-6BFD-9FA2B55139FD}"/>
                </a:ext>
              </a:extLst>
            </p:cNvPr>
            <p:cNvGrpSpPr/>
            <p:nvPr/>
          </p:nvGrpSpPr>
          <p:grpSpPr>
            <a:xfrm>
              <a:off x="3023613" y="3871134"/>
              <a:ext cx="2231874" cy="2262966"/>
              <a:chOff x="2826113" y="3871134"/>
              <a:chExt cx="2231874" cy="2262966"/>
            </a:xfrm>
          </p:grpSpPr>
          <p:grpSp>
            <p:nvGrpSpPr>
              <p:cNvPr id="54" name="组合 53">
                <a:extLst>
                  <a:ext uri="{FF2B5EF4-FFF2-40B4-BE49-F238E27FC236}">
                    <a16:creationId xmlns:a16="http://schemas.microsoft.com/office/drawing/2014/main" id="{C7658C7E-6406-1D9E-0E3B-C2F06E545934}"/>
                  </a:ext>
                </a:extLst>
              </p:cNvPr>
              <p:cNvGrpSpPr/>
              <p:nvPr/>
            </p:nvGrpSpPr>
            <p:grpSpPr>
              <a:xfrm>
                <a:off x="2826113" y="4478987"/>
                <a:ext cx="2231874" cy="1655113"/>
                <a:chOff x="2826113" y="4478987"/>
                <a:chExt cx="2231874" cy="1655113"/>
              </a:xfrm>
            </p:grpSpPr>
            <p:sp>
              <p:nvSpPr>
                <p:cNvPr id="50" name="ComponentBackground2">
                  <a:extLst>
                    <a:ext uri="{FF2B5EF4-FFF2-40B4-BE49-F238E27FC236}">
                      <a16:creationId xmlns:a16="http://schemas.microsoft.com/office/drawing/2014/main" id="{E70FEA43-FA04-CC39-3588-576E4330FB06}"/>
                    </a:ext>
                  </a:extLst>
                </p:cNvPr>
                <p:cNvSpPr/>
                <p:nvPr/>
              </p:nvSpPr>
              <p:spPr>
                <a:xfrm>
                  <a:off x="2826113" y="4478987"/>
                  <a:ext cx="2231874" cy="1383011"/>
                </a:xfrm>
                <a:prstGeom prst="rect">
                  <a:avLst/>
                </a:prstGeom>
                <a:solidFill>
                  <a:srgbClr val="FFFFFF"/>
                </a:solidFill>
                <a:ln w="6350">
                  <a:noFill/>
                  <a:prstDash val="solid"/>
                </a:ln>
                <a:effectLst>
                  <a:outerShdw blurRad="127000" dist="63500" algn="l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b="1" dirty="0">
                    <a:solidFill>
                      <a:srgbClr val="000000"/>
                    </a:solidFill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1" name="Text2">
                  <a:extLst>
                    <a:ext uri="{FF2B5EF4-FFF2-40B4-BE49-F238E27FC236}">
                      <a16:creationId xmlns:a16="http://schemas.microsoft.com/office/drawing/2014/main" id="{6B779BCD-A841-02BE-5A3D-44B0FDB67750}"/>
                    </a:ext>
                  </a:extLst>
                </p:cNvPr>
                <p:cNvSpPr txBox="1"/>
                <p:nvPr/>
              </p:nvSpPr>
              <p:spPr>
                <a:xfrm>
                  <a:off x="2879827" y="4543426"/>
                  <a:ext cx="2124446" cy="1022349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t" anchorCtr="0">
                  <a:normAutofit/>
                </a:bodyPr>
                <a:lstStyle>
                  <a:defPPr>
                    <a:defRPr lang="zh-CN"/>
                  </a:defPPr>
                  <a:lvl1pPr marR="0" lvl="0" indent="0" fontAlgn="auto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4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defRPr>
                  </a:lvl1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/>
                    <a:t>随着消费升级，市场需求持续增长，市场规模逐年扩大。</a:t>
                  </a:r>
                  <a:endParaRPr lang="en-US" altLang="zh-CN" sz="1200" dirty="0"/>
                </a:p>
              </p:txBody>
            </p:sp>
            <p:sp>
              <p:nvSpPr>
                <p:cNvPr id="52" name="Bullet2">
                  <a:extLst>
                    <a:ext uri="{FF2B5EF4-FFF2-40B4-BE49-F238E27FC236}">
                      <a16:creationId xmlns:a16="http://schemas.microsoft.com/office/drawing/2014/main" id="{42387B25-0C84-CED2-A971-DDAED874E8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53979" y="5596418"/>
                  <a:ext cx="1976144" cy="537682"/>
                </a:xfrm>
                <a:prstGeom prst="rect">
                  <a:avLst/>
                </a:prstGeom>
                <a:solidFill>
                  <a:schemeClr val="accent1"/>
                </a:solidFill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r>
                    <a:rPr lang="zh-CN" altLang="en-US" b="1" dirty="0">
                      <a:solidFill>
                        <a:schemeClr val="tx1"/>
                      </a:solidFill>
                    </a:rPr>
                    <a:t>市场规模扩大</a:t>
                  </a:r>
                  <a:endParaRPr lang="en-US" altLang="zh-CN" b="1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53" name="Line1">
                <a:extLst>
                  <a:ext uri="{FF2B5EF4-FFF2-40B4-BE49-F238E27FC236}">
                    <a16:creationId xmlns:a16="http://schemas.microsoft.com/office/drawing/2014/main" id="{F4CE3314-292D-EB63-1E6F-F136C34B2C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42050" y="3871134"/>
                <a:ext cx="0" cy="482786"/>
              </a:xfrm>
              <a:prstGeom prst="line">
                <a:avLst/>
              </a:prstGeom>
              <a:noFill/>
              <a:ln w="19050" cap="flat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90000">
                      <a:schemeClr val="accent1"/>
                    </a:gs>
                  </a:gsLst>
                  <a:lin ang="5400000" scaled="1"/>
                </a:gradFill>
                <a:prstDash val="solid"/>
                <a:miter lim="800000"/>
                <a:tailEnd type="oval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1971E25D-C0BE-2D90-5D8F-BEAB7273A64F}"/>
                </a:ext>
              </a:extLst>
            </p:cNvPr>
            <p:cNvGrpSpPr/>
            <p:nvPr/>
          </p:nvGrpSpPr>
          <p:grpSpPr>
            <a:xfrm>
              <a:off x="4973713" y="1660525"/>
              <a:ext cx="2231874" cy="2262966"/>
              <a:chOff x="708455" y="2224405"/>
              <a:chExt cx="2231874" cy="2262966"/>
            </a:xfrm>
          </p:grpSpPr>
          <p:sp>
            <p:nvSpPr>
              <p:cNvPr id="79" name="ComponentBackground3">
                <a:extLst>
                  <a:ext uri="{FF2B5EF4-FFF2-40B4-BE49-F238E27FC236}">
                    <a16:creationId xmlns:a16="http://schemas.microsoft.com/office/drawing/2014/main" id="{BEAF9B45-DC37-AA47-05DF-1A31D73AA019}"/>
                  </a:ext>
                </a:extLst>
              </p:cNvPr>
              <p:cNvSpPr/>
              <p:nvPr/>
            </p:nvSpPr>
            <p:spPr>
              <a:xfrm>
                <a:off x="708455" y="2496507"/>
                <a:ext cx="2231874" cy="1383011"/>
              </a:xfrm>
              <a:prstGeom prst="rect">
                <a:avLst/>
              </a:prstGeom>
              <a:solidFill>
                <a:srgbClr val="FFFFFF"/>
              </a:solidFill>
              <a:ln w="6350">
                <a:noFill/>
                <a:prstDash val="solid"/>
              </a:ln>
              <a:effectLst>
                <a:outerShdw blurRad="127000" dist="63500" algn="l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endParaRPr lang="zh-CN" altLang="en-US" b="1" dirty="0">
                  <a:solidFill>
                    <a:srgbClr val="000000"/>
                  </a:solidFill>
                  <a:sym typeface="Arial" panose="020B0604020202020204" pitchFamily="34" charset="0"/>
                </a:endParaRPr>
              </a:p>
            </p:txBody>
          </p:sp>
          <p:sp>
            <p:nvSpPr>
              <p:cNvPr id="80" name="Text3">
                <a:extLst>
                  <a:ext uri="{FF2B5EF4-FFF2-40B4-BE49-F238E27FC236}">
                    <a16:creationId xmlns:a16="http://schemas.microsoft.com/office/drawing/2014/main" id="{65928A92-2E6A-37CA-8B95-82F5E7B53C67}"/>
                  </a:ext>
                </a:extLst>
              </p:cNvPr>
              <p:cNvSpPr txBox="1"/>
              <p:nvPr/>
            </p:nvSpPr>
            <p:spPr>
              <a:xfrm>
                <a:off x="762169" y="2792730"/>
                <a:ext cx="2124446" cy="102234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市场竞争加剧，新兴企业崛起，传统企业面临转型压力。</a:t>
                </a:r>
                <a:endParaRPr lang="en-US" altLang="zh-CN" sz="1200" dirty="0"/>
              </a:p>
            </p:txBody>
          </p:sp>
          <p:sp>
            <p:nvSpPr>
              <p:cNvPr id="81" name="Bullet3">
                <a:extLst>
                  <a:ext uri="{FF2B5EF4-FFF2-40B4-BE49-F238E27FC236}">
                    <a16:creationId xmlns:a16="http://schemas.microsoft.com/office/drawing/2014/main" id="{48FE0667-93FA-54FB-E5F1-421E5227CD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6321" y="2224405"/>
                <a:ext cx="1976144" cy="537682"/>
              </a:xfrm>
              <a:prstGeom prst="rect">
                <a:avLst/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r>
                  <a:rPr lang="zh-CN" altLang="en-US" b="1" dirty="0">
                    <a:solidFill>
                      <a:schemeClr val="tx1"/>
                    </a:solidFill>
                  </a:rPr>
                  <a:t>竞争格局演变</a:t>
                </a:r>
                <a:endParaRPr lang="en-US" altLang="zh-CN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2" name="Line1">
                <a:extLst>
                  <a:ext uri="{FF2B5EF4-FFF2-40B4-BE49-F238E27FC236}">
                    <a16:creationId xmlns:a16="http://schemas.microsoft.com/office/drawing/2014/main" id="{25392B9F-B782-FC48-E706-81E3B4C107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24392" y="4004585"/>
                <a:ext cx="0" cy="482786"/>
              </a:xfrm>
              <a:prstGeom prst="line">
                <a:avLst/>
              </a:prstGeom>
              <a:noFill/>
              <a:ln w="19050" cap="flat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90000">
                      <a:schemeClr val="accent1"/>
                    </a:gs>
                  </a:gsLst>
                  <a:lin ang="5400000" scaled="1"/>
                </a:gradFill>
                <a:prstDash val="solid"/>
                <a:miter lim="800000"/>
                <a:tailEnd type="oval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ED1BAE56-35F0-9D0F-5B88-A17716B42817}"/>
                </a:ext>
              </a:extLst>
            </p:cNvPr>
            <p:cNvGrpSpPr/>
            <p:nvPr/>
          </p:nvGrpSpPr>
          <p:grpSpPr>
            <a:xfrm>
              <a:off x="6923813" y="3782234"/>
              <a:ext cx="2231874" cy="2262966"/>
              <a:chOff x="2826113" y="3871134"/>
              <a:chExt cx="2231874" cy="2262966"/>
            </a:xfrm>
          </p:grpSpPr>
          <p:grpSp>
            <p:nvGrpSpPr>
              <p:cNvPr id="84" name="组合 83">
                <a:extLst>
                  <a:ext uri="{FF2B5EF4-FFF2-40B4-BE49-F238E27FC236}">
                    <a16:creationId xmlns:a16="http://schemas.microsoft.com/office/drawing/2014/main" id="{BBAA643E-ADDE-E980-2643-F72792B3D6D6}"/>
                  </a:ext>
                </a:extLst>
              </p:cNvPr>
              <p:cNvGrpSpPr/>
              <p:nvPr/>
            </p:nvGrpSpPr>
            <p:grpSpPr>
              <a:xfrm>
                <a:off x="2826113" y="4478987"/>
                <a:ext cx="2231874" cy="1655113"/>
                <a:chOff x="2826113" y="4478987"/>
                <a:chExt cx="2231874" cy="1655113"/>
              </a:xfrm>
            </p:grpSpPr>
            <p:sp>
              <p:nvSpPr>
                <p:cNvPr id="86" name="ComponentBackground4">
                  <a:extLst>
                    <a:ext uri="{FF2B5EF4-FFF2-40B4-BE49-F238E27FC236}">
                      <a16:creationId xmlns:a16="http://schemas.microsoft.com/office/drawing/2014/main" id="{A7003AD9-F896-3A91-D88A-BAD3FE727699}"/>
                    </a:ext>
                  </a:extLst>
                </p:cNvPr>
                <p:cNvSpPr/>
                <p:nvPr/>
              </p:nvSpPr>
              <p:spPr>
                <a:xfrm>
                  <a:off x="2826113" y="4478987"/>
                  <a:ext cx="2231874" cy="1383011"/>
                </a:xfrm>
                <a:prstGeom prst="rect">
                  <a:avLst/>
                </a:prstGeom>
                <a:solidFill>
                  <a:srgbClr val="FFFFFF"/>
                </a:solidFill>
                <a:ln w="6350">
                  <a:noFill/>
                  <a:prstDash val="solid"/>
                </a:ln>
                <a:effectLst>
                  <a:outerShdw blurRad="127000" dist="63500" algn="l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b="1" dirty="0">
                    <a:solidFill>
                      <a:srgbClr val="000000"/>
                    </a:solidFill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87" name="Text4">
                  <a:extLst>
                    <a:ext uri="{FF2B5EF4-FFF2-40B4-BE49-F238E27FC236}">
                      <a16:creationId xmlns:a16="http://schemas.microsoft.com/office/drawing/2014/main" id="{0FD8FA6B-3658-BE98-F073-4D2FE5F78960}"/>
                    </a:ext>
                  </a:extLst>
                </p:cNvPr>
                <p:cNvSpPr txBox="1"/>
                <p:nvPr/>
              </p:nvSpPr>
              <p:spPr>
                <a:xfrm>
                  <a:off x="2879827" y="4543426"/>
                  <a:ext cx="2124446" cy="1022349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t" anchorCtr="0">
                  <a:normAutofit/>
                </a:bodyPr>
                <a:lstStyle>
                  <a:defPPr>
                    <a:defRPr lang="zh-CN"/>
                  </a:defPPr>
                  <a:lvl1pPr marR="0" lvl="0" indent="0" fontAlgn="auto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4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defRPr>
                  </a:lvl1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/>
                    <a:t>政策支持力度加大，行业规范逐渐完善，有利于健康发展。</a:t>
                  </a:r>
                  <a:endParaRPr lang="en-US" altLang="zh-CN" sz="1200" dirty="0"/>
                </a:p>
              </p:txBody>
            </p:sp>
            <p:sp>
              <p:nvSpPr>
                <p:cNvPr id="88" name="Bullet4">
                  <a:extLst>
                    <a:ext uri="{FF2B5EF4-FFF2-40B4-BE49-F238E27FC236}">
                      <a16:creationId xmlns:a16="http://schemas.microsoft.com/office/drawing/2014/main" id="{79EF889A-593C-0E9F-65EA-9D1DE46254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53979" y="5596418"/>
                  <a:ext cx="1976144" cy="537682"/>
                </a:xfrm>
                <a:prstGeom prst="rect">
                  <a:avLst/>
                </a:prstGeom>
                <a:solidFill>
                  <a:schemeClr val="accent1"/>
                </a:solidFill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r>
                    <a:rPr lang="zh-CN" altLang="en-US" b="1" dirty="0">
                      <a:solidFill>
                        <a:schemeClr val="tx1"/>
                      </a:solidFill>
                    </a:rPr>
                    <a:t>政策导向明显</a:t>
                  </a:r>
                  <a:endParaRPr lang="en-US" altLang="zh-CN" b="1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85" name="Line1">
                <a:extLst>
                  <a:ext uri="{FF2B5EF4-FFF2-40B4-BE49-F238E27FC236}">
                    <a16:creationId xmlns:a16="http://schemas.microsoft.com/office/drawing/2014/main" id="{E5DE83DF-1D6A-91C0-7790-B51EC9D763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42050" y="3871134"/>
                <a:ext cx="0" cy="482786"/>
              </a:xfrm>
              <a:prstGeom prst="line">
                <a:avLst/>
              </a:prstGeom>
              <a:noFill/>
              <a:ln w="19050" cap="flat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90000">
                      <a:schemeClr val="accent1"/>
                    </a:gs>
                  </a:gsLst>
                  <a:lin ang="5400000" scaled="1"/>
                </a:gradFill>
                <a:prstDash val="solid"/>
                <a:miter lim="800000"/>
                <a:tailEnd type="oval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89" name="组合 88">
              <a:extLst>
                <a:ext uri="{FF2B5EF4-FFF2-40B4-BE49-F238E27FC236}">
                  <a16:creationId xmlns:a16="http://schemas.microsoft.com/office/drawing/2014/main" id="{5D0F9FBF-8D0C-DD85-F1A8-C5D27990319D}"/>
                </a:ext>
              </a:extLst>
            </p:cNvPr>
            <p:cNvGrpSpPr/>
            <p:nvPr/>
          </p:nvGrpSpPr>
          <p:grpSpPr>
            <a:xfrm>
              <a:off x="8873913" y="1508125"/>
              <a:ext cx="2231874" cy="2262966"/>
              <a:chOff x="708455" y="2224405"/>
              <a:chExt cx="2231874" cy="2262966"/>
            </a:xfrm>
          </p:grpSpPr>
          <p:sp>
            <p:nvSpPr>
              <p:cNvPr id="90" name="ComponentBackground5">
                <a:extLst>
                  <a:ext uri="{FF2B5EF4-FFF2-40B4-BE49-F238E27FC236}">
                    <a16:creationId xmlns:a16="http://schemas.microsoft.com/office/drawing/2014/main" id="{61CD617B-F343-7302-39E5-6312527B94AA}"/>
                  </a:ext>
                </a:extLst>
              </p:cNvPr>
              <p:cNvSpPr/>
              <p:nvPr/>
            </p:nvSpPr>
            <p:spPr>
              <a:xfrm>
                <a:off x="708455" y="2496507"/>
                <a:ext cx="2231874" cy="1383011"/>
              </a:xfrm>
              <a:prstGeom prst="rect">
                <a:avLst/>
              </a:prstGeom>
              <a:solidFill>
                <a:srgbClr val="FFFFFF"/>
              </a:solidFill>
              <a:ln w="6350">
                <a:noFill/>
                <a:prstDash val="solid"/>
              </a:ln>
              <a:effectLst>
                <a:outerShdw blurRad="127000" dist="63500" algn="l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endParaRPr lang="zh-CN" altLang="en-US" b="1" dirty="0">
                  <a:solidFill>
                    <a:srgbClr val="000000"/>
                  </a:solidFill>
                  <a:sym typeface="Arial" panose="020B0604020202020204" pitchFamily="34" charset="0"/>
                </a:endParaRPr>
              </a:p>
            </p:txBody>
          </p:sp>
          <p:sp>
            <p:nvSpPr>
              <p:cNvPr id="91" name="Text5">
                <a:extLst>
                  <a:ext uri="{FF2B5EF4-FFF2-40B4-BE49-F238E27FC236}">
                    <a16:creationId xmlns:a16="http://schemas.microsoft.com/office/drawing/2014/main" id="{6F7B81DB-B6AB-2EA7-8E98-42B435580B85}"/>
                  </a:ext>
                </a:extLst>
              </p:cNvPr>
              <p:cNvSpPr txBox="1"/>
              <p:nvPr/>
            </p:nvSpPr>
            <p:spPr>
              <a:xfrm>
                <a:off x="762169" y="2792730"/>
                <a:ext cx="2124446" cy="102234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国际市场拓展加速，行业品牌影响力不断提升，全球化趋势明显。</a:t>
                </a:r>
                <a:endParaRPr lang="en-US" altLang="zh-CN" sz="1200" dirty="0"/>
              </a:p>
            </p:txBody>
          </p:sp>
          <p:sp>
            <p:nvSpPr>
              <p:cNvPr id="92" name="Bullet5">
                <a:extLst>
                  <a:ext uri="{FF2B5EF4-FFF2-40B4-BE49-F238E27FC236}">
                    <a16:creationId xmlns:a16="http://schemas.microsoft.com/office/drawing/2014/main" id="{82679D46-CFBF-3EDE-8EC5-ED73837CE5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6321" y="2224405"/>
                <a:ext cx="1976144" cy="537682"/>
              </a:xfrm>
              <a:prstGeom prst="rect">
                <a:avLst/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r>
                  <a:rPr lang="zh-CN" altLang="en-US" b="1" dirty="0">
                    <a:solidFill>
                      <a:schemeClr val="tx1"/>
                    </a:solidFill>
                  </a:rPr>
                  <a:t>国际化步伐加快</a:t>
                </a:r>
                <a:endParaRPr lang="en-US" altLang="zh-CN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Line1">
                <a:extLst>
                  <a:ext uri="{FF2B5EF4-FFF2-40B4-BE49-F238E27FC236}">
                    <a16:creationId xmlns:a16="http://schemas.microsoft.com/office/drawing/2014/main" id="{D45EE721-91F2-757A-41C5-EAC22B62D6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24392" y="4004585"/>
                <a:ext cx="0" cy="482786"/>
              </a:xfrm>
              <a:prstGeom prst="line">
                <a:avLst/>
              </a:prstGeom>
              <a:noFill/>
              <a:ln w="19050" cap="flat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90000">
                      <a:schemeClr val="accent1"/>
                    </a:gs>
                  </a:gsLst>
                  <a:lin ang="5400000" scaled="1"/>
                </a:gradFill>
                <a:prstDash val="solid"/>
                <a:miter lim="800000"/>
                <a:tailEnd type="oval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74039836-0B4F-AF43-290F-A33EEDFA0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行业趋势</a:t>
            </a:r>
          </a:p>
        </p:txBody>
      </p:sp>
    </p:spTree>
    <p:extLst>
      <p:ext uri="{BB962C8B-B14F-4D97-AF65-F5344CB8AC3E}">
        <p14:creationId xmlns:p14="http://schemas.microsoft.com/office/powerpoint/2010/main" val="1175142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9B75D1-1AFE-66A1-FB69-EB3827AFC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竞争格局</a:t>
            </a: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AE74CB12-8765-55C6-DE11-4AB8634FCFDD}"/>
              </a:ext>
            </a:extLst>
          </p:cNvPr>
          <p:cNvGrpSpPr/>
          <p:nvPr/>
        </p:nvGrpSpPr>
        <p:grpSpPr>
          <a:xfrm>
            <a:off x="0" y="-8792"/>
            <a:ext cx="12193122" cy="6875584"/>
            <a:chOff x="0" y="-8792"/>
            <a:chExt cx="12193122" cy="6875584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8B2B1497-5A5F-B654-1B24-3657377597E3}"/>
                </a:ext>
              </a:extLst>
            </p:cNvPr>
            <p:cNvGrpSpPr/>
            <p:nvPr/>
          </p:nvGrpSpPr>
          <p:grpSpPr>
            <a:xfrm>
              <a:off x="444500" y="-8792"/>
              <a:ext cx="11748622" cy="6875584"/>
              <a:chOff x="444500" y="-8792"/>
              <a:chExt cx="11748622" cy="6875584"/>
            </a:xfrm>
          </p:grpSpPr>
          <p:sp>
            <p:nvSpPr>
              <p:cNvPr id="4" name="PictureMisc">
                <a:extLst>
                  <a:ext uri="{FF2B5EF4-FFF2-40B4-BE49-F238E27FC236}">
                    <a16:creationId xmlns:a16="http://schemas.microsoft.com/office/drawing/2014/main" id="{2F5235A3-3D71-94AB-6AA5-73A1AD8400DF}"/>
                  </a:ext>
                </a:extLst>
              </p:cNvPr>
              <p:cNvSpPr/>
              <p:nvPr/>
            </p:nvSpPr>
            <p:spPr>
              <a:xfrm>
                <a:off x="5511799" y="-8792"/>
                <a:ext cx="6681323" cy="6875584"/>
              </a:xfrm>
              <a:custGeom>
                <a:avLst/>
                <a:gdLst/>
                <a:ahLst/>
                <a:cxnLst/>
                <a:rect l="l" t="t" r="r" b="b"/>
                <a:pathLst>
                  <a:path w="10674350" h="9753600" extrusionOk="0">
                    <a:moveTo>
                      <a:pt x="10674146" y="0"/>
                    </a:moveTo>
                    <a:lnTo>
                      <a:pt x="7496911" y="0"/>
                    </a:lnTo>
                    <a:lnTo>
                      <a:pt x="0" y="9753600"/>
                    </a:lnTo>
                    <a:lnTo>
                      <a:pt x="10674146" y="9753600"/>
                    </a:lnTo>
                    <a:lnTo>
                      <a:pt x="10674146" y="0"/>
                    </a:lnTo>
                    <a:close/>
                  </a:path>
                </a:pathLst>
              </a:custGeom>
              <a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>
                          <a14:imgEffect>
                            <a14:colorTemperature colorTemp="8000"/>
                          </a14:imgEffect>
                        </a14:imgLayer>
                      </a14:imgProps>
                    </a:ext>
                  </a:extLst>
                </a:blip>
                <a:stretch>
                  <a:fillRect l="-27234" r="-27130"/>
                </a:stretch>
              </a:blipFill>
              <a:ln w="28575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5" name="Title">
                <a:extLst>
                  <a:ext uri="{FF2B5EF4-FFF2-40B4-BE49-F238E27FC236}">
                    <a16:creationId xmlns:a16="http://schemas.microsoft.com/office/drawing/2014/main" id="{E1285FE3-B012-39F3-4221-2148576AED51}"/>
                  </a:ext>
                </a:extLst>
              </p:cNvPr>
              <p:cNvSpPr txBox="1"/>
              <p:nvPr/>
            </p:nvSpPr>
            <p:spPr>
              <a:xfrm>
                <a:off x="660400" y="1130300"/>
                <a:ext cx="10858500" cy="461665"/>
              </a:xfrm>
              <a:prstGeom prst="rect">
                <a:avLst/>
              </a:prstGeom>
              <a:noFill/>
            </p:spPr>
            <p:txBody>
              <a:bodyPr vert="horz" wrap="square" rtlCol="0" anchor="t" anchorCtr="0">
                <a:normAutofit/>
              </a:bodyPr>
              <a:lstStyle/>
              <a:p>
                <a:r>
                  <a:rPr lang="zh-CN" altLang="en-US" sz="2400" b="1"/>
                  <a:t>主要竞争对手动态及市场份额分析</a:t>
                </a:r>
                <a:endParaRPr lang="zh-CN" altLang="en-US" sz="2400" b="1" dirty="0"/>
              </a:p>
            </p:txBody>
          </p: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DCE87446-140B-4447-6ADF-5808F9851CDE}"/>
                  </a:ext>
                </a:extLst>
              </p:cNvPr>
              <p:cNvGrpSpPr/>
              <p:nvPr/>
            </p:nvGrpSpPr>
            <p:grpSpPr>
              <a:xfrm>
                <a:off x="2054302" y="1976836"/>
                <a:ext cx="5067299" cy="1208942"/>
                <a:chOff x="2054302" y="1976836"/>
                <a:chExt cx="5067299" cy="1208942"/>
              </a:xfrm>
            </p:grpSpPr>
            <p:sp>
              <p:nvSpPr>
                <p:cNvPr id="17" name="Text1">
                  <a:extLst>
                    <a:ext uri="{FF2B5EF4-FFF2-40B4-BE49-F238E27FC236}">
                      <a16:creationId xmlns:a16="http://schemas.microsoft.com/office/drawing/2014/main" id="{CDDC19FA-BB6F-2C59-B8A2-F9FF221FA74B}"/>
                    </a:ext>
                  </a:extLst>
                </p:cNvPr>
                <p:cNvSpPr/>
                <p:nvPr/>
              </p:nvSpPr>
              <p:spPr bwMode="auto">
                <a:xfrm>
                  <a:off x="3164690" y="2429778"/>
                  <a:ext cx="3956911" cy="756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zh-CN" altLang="en-US" sz="1200"/>
                    <a:t>对本季度主要竞争对手进行了全面梳理，包括市场份额、产品特点、业务策略等。</a:t>
                  </a:r>
                  <a:endParaRPr lang="en-US" altLang="zh-CN" sz="1200" dirty="0"/>
                </a:p>
              </p:txBody>
            </p:sp>
            <p:sp>
              <p:nvSpPr>
                <p:cNvPr id="18" name="Bullet1">
                  <a:extLst>
                    <a:ext uri="{FF2B5EF4-FFF2-40B4-BE49-F238E27FC236}">
                      <a16:creationId xmlns:a16="http://schemas.microsoft.com/office/drawing/2014/main" id="{82838A10-3D41-06A5-1D59-EC3CDBA6BCF0}"/>
                    </a:ext>
                  </a:extLst>
                </p:cNvPr>
                <p:cNvSpPr txBox="1"/>
                <p:nvPr/>
              </p:nvSpPr>
              <p:spPr bwMode="auto">
                <a:xfrm>
                  <a:off x="3164690" y="1984363"/>
                  <a:ext cx="3956911" cy="4454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b="1" dirty="0"/>
                    <a:t>竞争对手概览</a:t>
                  </a:r>
                  <a:endParaRPr lang="en-US" altLang="zh-CN" b="1" dirty="0"/>
                </a:p>
              </p:txBody>
            </p:sp>
            <p:sp>
              <p:nvSpPr>
                <p:cNvPr id="19" name="Number1">
                  <a:extLst>
                    <a:ext uri="{FF2B5EF4-FFF2-40B4-BE49-F238E27FC236}">
                      <a16:creationId xmlns:a16="http://schemas.microsoft.com/office/drawing/2014/main" id="{DD7E3A17-1F1E-2C4E-568C-3A8DDE8518FE}"/>
                    </a:ext>
                  </a:extLst>
                </p:cNvPr>
                <p:cNvSpPr/>
                <p:nvPr/>
              </p:nvSpPr>
              <p:spPr>
                <a:xfrm>
                  <a:off x="2054302" y="1976836"/>
                  <a:ext cx="862738" cy="862738"/>
                </a:xfrm>
                <a:prstGeom prst="rect">
                  <a:avLst/>
                </a:prstGeom>
                <a:noFill/>
                <a:ln w="127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US" altLang="zh-CN" sz="3200" dirty="0">
                      <a:solidFill>
                        <a:schemeClr val="accent1"/>
                      </a:solidFill>
                    </a:rPr>
                    <a:t>1</a:t>
                  </a:r>
                  <a:endParaRPr lang="en-US" sz="3200" dirty="0">
                    <a:solidFill>
                      <a:schemeClr val="accent1"/>
                    </a:solidFill>
                  </a:endParaRPr>
                </a:p>
              </p:txBody>
            </p:sp>
            <p:cxnSp>
              <p:nvCxnSpPr>
                <p:cNvPr id="20" name="iślíḑè">
                  <a:extLst>
                    <a:ext uri="{FF2B5EF4-FFF2-40B4-BE49-F238E27FC236}">
                      <a16:creationId xmlns:a16="http://schemas.microsoft.com/office/drawing/2014/main" id="{DCA4E9C1-6629-3363-EA16-960D9C98B648}"/>
                    </a:ext>
                  </a:extLst>
                </p:cNvPr>
                <p:cNvCxnSpPr/>
                <p:nvPr/>
              </p:nvCxnSpPr>
              <p:spPr>
                <a:xfrm>
                  <a:off x="3002765" y="2030205"/>
                  <a:ext cx="0" cy="756000"/>
                </a:xfrm>
                <a:prstGeom prst="line">
                  <a:avLst/>
                </a:prstGeom>
                <a:ln w="38100" cap="flat">
                  <a:solidFill>
                    <a:schemeClr val="accent1">
                      <a:alpha val="70000"/>
                    </a:scheme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B9A6DC00-E24F-718A-9E97-8E3C2F6737FA}"/>
                  </a:ext>
                </a:extLst>
              </p:cNvPr>
              <p:cNvGrpSpPr/>
              <p:nvPr/>
            </p:nvGrpSpPr>
            <p:grpSpPr>
              <a:xfrm>
                <a:off x="1198478" y="3370170"/>
                <a:ext cx="5067299" cy="1208942"/>
                <a:chOff x="1198478" y="3370170"/>
                <a:chExt cx="5067299" cy="1208942"/>
              </a:xfrm>
            </p:grpSpPr>
            <p:sp>
              <p:nvSpPr>
                <p:cNvPr id="13" name="Text2">
                  <a:extLst>
                    <a:ext uri="{FF2B5EF4-FFF2-40B4-BE49-F238E27FC236}">
                      <a16:creationId xmlns:a16="http://schemas.microsoft.com/office/drawing/2014/main" id="{BFB2077C-F8BC-E580-A1FE-5D6E303F17AF}"/>
                    </a:ext>
                  </a:extLst>
                </p:cNvPr>
                <p:cNvSpPr/>
                <p:nvPr/>
              </p:nvSpPr>
              <p:spPr bwMode="auto">
                <a:xfrm>
                  <a:off x="2308866" y="3823112"/>
                  <a:ext cx="3956911" cy="756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zh-CN" altLang="en-US" sz="1200"/>
                    <a:t>分析了主要竞争对手在本季度的市场动态，包括产品更新、市场拓展、合作情况等。</a:t>
                  </a:r>
                  <a:endParaRPr lang="en-US" altLang="zh-CN" sz="1200" dirty="0"/>
                </a:p>
              </p:txBody>
            </p:sp>
            <p:sp>
              <p:nvSpPr>
                <p:cNvPr id="14" name="Bullet2">
                  <a:extLst>
                    <a:ext uri="{FF2B5EF4-FFF2-40B4-BE49-F238E27FC236}">
                      <a16:creationId xmlns:a16="http://schemas.microsoft.com/office/drawing/2014/main" id="{FE1688B5-5FE8-02DD-EB13-086A987D4D76}"/>
                    </a:ext>
                  </a:extLst>
                </p:cNvPr>
                <p:cNvSpPr txBox="1"/>
                <p:nvPr/>
              </p:nvSpPr>
              <p:spPr bwMode="auto">
                <a:xfrm>
                  <a:off x="2308866" y="3377697"/>
                  <a:ext cx="3956911" cy="4454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b="1" dirty="0"/>
                    <a:t>动态分析</a:t>
                  </a:r>
                  <a:endParaRPr lang="en-US" altLang="zh-CN" b="1" dirty="0"/>
                </a:p>
              </p:txBody>
            </p:sp>
            <p:sp>
              <p:nvSpPr>
                <p:cNvPr id="15" name="Number2">
                  <a:extLst>
                    <a:ext uri="{FF2B5EF4-FFF2-40B4-BE49-F238E27FC236}">
                      <a16:creationId xmlns:a16="http://schemas.microsoft.com/office/drawing/2014/main" id="{E26F8D2C-306A-113E-631C-AEC9AED1631B}"/>
                    </a:ext>
                  </a:extLst>
                </p:cNvPr>
                <p:cNvSpPr/>
                <p:nvPr/>
              </p:nvSpPr>
              <p:spPr>
                <a:xfrm>
                  <a:off x="1198478" y="3370170"/>
                  <a:ext cx="862738" cy="862738"/>
                </a:xfrm>
                <a:prstGeom prst="rect">
                  <a:avLst/>
                </a:prstGeom>
                <a:noFill/>
                <a:ln w="127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US" altLang="zh-CN" sz="3200" dirty="0">
                      <a:solidFill>
                        <a:schemeClr val="accent1"/>
                      </a:solidFill>
                    </a:rPr>
                    <a:t>2</a:t>
                  </a:r>
                  <a:endParaRPr lang="en-US" sz="3200" dirty="0">
                    <a:solidFill>
                      <a:schemeClr val="accent1"/>
                    </a:solidFill>
                  </a:endParaRPr>
                </a:p>
              </p:txBody>
            </p:sp>
            <p:cxnSp>
              <p:nvCxnSpPr>
                <p:cNvPr id="16" name="íṥ1îdê">
                  <a:extLst>
                    <a:ext uri="{FF2B5EF4-FFF2-40B4-BE49-F238E27FC236}">
                      <a16:creationId xmlns:a16="http://schemas.microsoft.com/office/drawing/2014/main" id="{8F5E854C-C19B-27A4-FE1A-D8E9B115D2D0}"/>
                    </a:ext>
                  </a:extLst>
                </p:cNvPr>
                <p:cNvCxnSpPr/>
                <p:nvPr/>
              </p:nvCxnSpPr>
              <p:spPr>
                <a:xfrm>
                  <a:off x="2146941" y="3423539"/>
                  <a:ext cx="0" cy="756000"/>
                </a:xfrm>
                <a:prstGeom prst="line">
                  <a:avLst/>
                </a:prstGeom>
                <a:ln w="38100" cap="flat">
                  <a:solidFill>
                    <a:schemeClr val="accent1">
                      <a:alpha val="70000"/>
                    </a:scheme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87055297-6A7F-2EDB-56DE-49B0E0E13103}"/>
                  </a:ext>
                </a:extLst>
              </p:cNvPr>
              <p:cNvGrpSpPr/>
              <p:nvPr/>
            </p:nvGrpSpPr>
            <p:grpSpPr>
              <a:xfrm>
                <a:off x="444500" y="4787117"/>
                <a:ext cx="5067299" cy="1208942"/>
                <a:chOff x="444500" y="4787117"/>
                <a:chExt cx="5067299" cy="1208942"/>
              </a:xfrm>
            </p:grpSpPr>
            <p:sp>
              <p:nvSpPr>
                <p:cNvPr id="9" name="Text3">
                  <a:extLst>
                    <a:ext uri="{FF2B5EF4-FFF2-40B4-BE49-F238E27FC236}">
                      <a16:creationId xmlns:a16="http://schemas.microsoft.com/office/drawing/2014/main" id="{587BB636-5C50-84F9-EC8F-FAAE7C49CCB3}"/>
                    </a:ext>
                  </a:extLst>
                </p:cNvPr>
                <p:cNvSpPr/>
                <p:nvPr/>
              </p:nvSpPr>
              <p:spPr bwMode="auto">
                <a:xfrm>
                  <a:off x="1554888" y="5240059"/>
                  <a:ext cx="3956911" cy="756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zh-CN" altLang="en-US" sz="1200"/>
                    <a:t>对比分析了主要竞争对手在本季度的市场份额变化，揭示了行业竞争格局的演变趋势。</a:t>
                  </a:r>
                  <a:endParaRPr lang="en-US" altLang="zh-CN" sz="1200" dirty="0"/>
                </a:p>
              </p:txBody>
            </p:sp>
            <p:sp>
              <p:nvSpPr>
                <p:cNvPr id="10" name="Bullet3">
                  <a:extLst>
                    <a:ext uri="{FF2B5EF4-FFF2-40B4-BE49-F238E27FC236}">
                      <a16:creationId xmlns:a16="http://schemas.microsoft.com/office/drawing/2014/main" id="{B9FCCB48-A3F2-288A-9FA3-B3891CA8118B}"/>
                    </a:ext>
                  </a:extLst>
                </p:cNvPr>
                <p:cNvSpPr txBox="1"/>
                <p:nvPr/>
              </p:nvSpPr>
              <p:spPr bwMode="auto">
                <a:xfrm>
                  <a:off x="1554888" y="4794644"/>
                  <a:ext cx="3956911" cy="4454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b="1"/>
                    <a:t>市场份额对比</a:t>
                  </a:r>
                  <a:endParaRPr lang="en-US" altLang="zh-CN" b="1" dirty="0"/>
                </a:p>
              </p:txBody>
            </p:sp>
            <p:sp>
              <p:nvSpPr>
                <p:cNvPr id="11" name="Number3">
                  <a:extLst>
                    <a:ext uri="{FF2B5EF4-FFF2-40B4-BE49-F238E27FC236}">
                      <a16:creationId xmlns:a16="http://schemas.microsoft.com/office/drawing/2014/main" id="{E57245C5-0EC6-D08F-A9F7-86BF5DA312B4}"/>
                    </a:ext>
                  </a:extLst>
                </p:cNvPr>
                <p:cNvSpPr/>
                <p:nvPr/>
              </p:nvSpPr>
              <p:spPr>
                <a:xfrm>
                  <a:off x="444500" y="4787117"/>
                  <a:ext cx="862738" cy="862738"/>
                </a:xfrm>
                <a:prstGeom prst="rect">
                  <a:avLst/>
                </a:prstGeom>
                <a:noFill/>
                <a:ln w="127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US" altLang="zh-CN" sz="3200" dirty="0">
                      <a:solidFill>
                        <a:schemeClr val="accent1"/>
                      </a:solidFill>
                    </a:rPr>
                    <a:t>3</a:t>
                  </a:r>
                  <a:endParaRPr lang="en-US" sz="3200" dirty="0">
                    <a:solidFill>
                      <a:schemeClr val="accent1"/>
                    </a:solidFill>
                  </a:endParaRPr>
                </a:p>
              </p:txBody>
            </p:sp>
            <p:cxnSp>
              <p:nvCxnSpPr>
                <p:cNvPr id="12" name="îṩḷíḑè">
                  <a:extLst>
                    <a:ext uri="{FF2B5EF4-FFF2-40B4-BE49-F238E27FC236}">
                      <a16:creationId xmlns:a16="http://schemas.microsoft.com/office/drawing/2014/main" id="{DC3B7863-3C68-637A-BAD8-86749BF0B8FA}"/>
                    </a:ext>
                  </a:extLst>
                </p:cNvPr>
                <p:cNvCxnSpPr/>
                <p:nvPr/>
              </p:nvCxnSpPr>
              <p:spPr>
                <a:xfrm>
                  <a:off x="1392963" y="4840486"/>
                  <a:ext cx="0" cy="756000"/>
                </a:xfrm>
                <a:prstGeom prst="line">
                  <a:avLst/>
                </a:prstGeom>
                <a:ln w="38100" cap="flat">
                  <a:solidFill>
                    <a:schemeClr val="accent1">
                      <a:alpha val="70000"/>
                    </a:scheme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BC1C518F-28DC-9893-1097-76F4756615D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142236"/>
              <a:ext cx="8084457" cy="0"/>
            </a:xfrm>
            <a:prstGeom prst="line">
              <a:avLst/>
            </a:prstGeom>
            <a:ln>
              <a:solidFill>
                <a:schemeClr val="accent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4AE3AFF2-F50A-17CB-64D5-674875C8E9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79112"/>
              <a:ext cx="7121601" cy="0"/>
            </a:xfrm>
            <a:prstGeom prst="line">
              <a:avLst/>
            </a:prstGeom>
            <a:ln>
              <a:solidFill>
                <a:schemeClr val="accent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69148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>
            <a:extLst>
              <a:ext uri="{FF2B5EF4-FFF2-40B4-BE49-F238E27FC236}">
                <a16:creationId xmlns:a16="http://schemas.microsoft.com/office/drawing/2014/main" id="{6E527390-B81A-570F-47CC-600B8DFAA383}"/>
              </a:ext>
            </a:extLst>
          </p:cNvPr>
          <p:cNvGrpSpPr/>
          <p:nvPr/>
        </p:nvGrpSpPr>
        <p:grpSpPr>
          <a:xfrm>
            <a:off x="660399" y="1130300"/>
            <a:ext cx="10858500" cy="5268154"/>
            <a:chOff x="660399" y="1130300"/>
            <a:chExt cx="10858500" cy="5268154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DB802690-8790-A50F-D1D4-4CBCEA1E3FA8}"/>
                </a:ext>
              </a:extLst>
            </p:cNvPr>
            <p:cNvCxnSpPr>
              <a:cxnSpLocks/>
            </p:cNvCxnSpPr>
            <p:nvPr/>
          </p:nvCxnSpPr>
          <p:spPr>
            <a:xfrm>
              <a:off x="6089810" y="2144886"/>
              <a:ext cx="0" cy="4253568"/>
            </a:xfrm>
            <a:prstGeom prst="line">
              <a:avLst/>
            </a:prstGeom>
            <a:ln w="22225">
              <a:solidFill>
                <a:schemeClr val="accent1">
                  <a:alpha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B96D5348-671C-C063-6AEF-9C4925B2C544}"/>
                </a:ext>
              </a:extLst>
            </p:cNvPr>
            <p:cNvGrpSpPr/>
            <p:nvPr/>
          </p:nvGrpSpPr>
          <p:grpSpPr>
            <a:xfrm>
              <a:off x="839252" y="2144886"/>
              <a:ext cx="5339711" cy="1147141"/>
              <a:chOff x="839252" y="2144886"/>
              <a:chExt cx="5339711" cy="1147141"/>
            </a:xfrm>
          </p:grpSpPr>
          <p:sp>
            <p:nvSpPr>
              <p:cNvPr id="28" name="ComponentBackground1">
                <a:extLst>
                  <a:ext uri="{FF2B5EF4-FFF2-40B4-BE49-F238E27FC236}">
                    <a16:creationId xmlns:a16="http://schemas.microsoft.com/office/drawing/2014/main" id="{9938630E-76D5-9B8B-F091-3B9EC8E3496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4599" y="2144886"/>
                <a:ext cx="4536499" cy="1147141"/>
              </a:xfrm>
              <a:prstGeom prst="rect">
                <a:avLst/>
              </a:prstGeom>
              <a:solidFill>
                <a:srgbClr val="FFFFFF"/>
              </a:solidFill>
              <a:ln w="6350">
                <a:noFill/>
                <a:prstDash val="solid"/>
              </a:ln>
              <a:effectLst>
                <a:outerShdw blurRad="127000" dist="63500" algn="l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endParaRPr lang="zh-CN" altLang="en-US" b="1" dirty="0">
                  <a:solidFill>
                    <a:srgbClr val="000000"/>
                  </a:solidFill>
                  <a:sym typeface="Arial" panose="020B0604020202020204" pitchFamily="34" charset="0"/>
                </a:endParaRPr>
              </a:p>
            </p:txBody>
          </p:sp>
          <p:sp>
            <p:nvSpPr>
              <p:cNvPr id="30" name="Number1">
                <a:extLst>
                  <a:ext uri="{FF2B5EF4-FFF2-40B4-BE49-F238E27FC236}">
                    <a16:creationId xmlns:a16="http://schemas.microsoft.com/office/drawing/2014/main" id="{4553621A-2B90-7DB3-514D-1B94D663A68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9252" y="2358456"/>
                <a:ext cx="720000" cy="720000"/>
              </a:xfrm>
              <a:prstGeom prst="rect">
                <a:avLst/>
              </a:prstGeom>
              <a:solidFill>
                <a:schemeClr val="accent1">
                  <a:lumMod val="10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  <a:r>
                  <a:rPr lang="en-US" altLang="zh-CN" sz="2800" b="1" dirty="0">
                    <a:solidFill>
                      <a:schemeClr val="tx1"/>
                    </a:solidFill>
                    <a:cs typeface="+mn-ea"/>
                    <a:sym typeface="Arial" panose="020B0604020202020204" pitchFamily="34" charset="0"/>
                  </a:rPr>
                  <a:t>1</a:t>
                </a:r>
              </a:p>
            </p:txBody>
          </p:sp>
          <p:grpSp>
            <p:nvGrpSpPr>
              <p:cNvPr id="32" name="组合 31">
                <a:extLst>
                  <a:ext uri="{FF2B5EF4-FFF2-40B4-BE49-F238E27FC236}">
                    <a16:creationId xmlns:a16="http://schemas.microsoft.com/office/drawing/2014/main" id="{5E837A61-DF2A-8E69-349C-07FEA922105F}"/>
                  </a:ext>
                </a:extLst>
              </p:cNvPr>
              <p:cNvGrpSpPr/>
              <p:nvPr/>
            </p:nvGrpSpPr>
            <p:grpSpPr>
              <a:xfrm>
                <a:off x="1779384" y="2256343"/>
                <a:ext cx="3570819" cy="924226"/>
                <a:chOff x="1779384" y="2218344"/>
                <a:chExt cx="3570819" cy="924226"/>
              </a:xfrm>
            </p:grpSpPr>
            <p:sp>
              <p:nvSpPr>
                <p:cNvPr id="29" name="Bullet1">
                  <a:extLst>
                    <a:ext uri="{FF2B5EF4-FFF2-40B4-BE49-F238E27FC236}">
                      <a16:creationId xmlns:a16="http://schemas.microsoft.com/office/drawing/2014/main" id="{E247472A-E6E5-A88C-5C1E-DAE00380F5A8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1779384" y="2218344"/>
                  <a:ext cx="3570819" cy="4337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b="1" dirty="0"/>
                    <a:t>财税优惠政策</a:t>
                  </a:r>
                  <a:endParaRPr lang="en-US" altLang="zh-CN" b="1" dirty="0"/>
                </a:p>
              </p:txBody>
            </p:sp>
            <p:sp>
              <p:nvSpPr>
                <p:cNvPr id="31" name="Text1">
                  <a:extLst>
                    <a:ext uri="{FF2B5EF4-FFF2-40B4-BE49-F238E27FC236}">
                      <a16:creationId xmlns:a16="http://schemas.microsoft.com/office/drawing/2014/main" id="{D35A0B22-1F5A-FA57-A304-086A28D8F2A8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1779384" y="2652112"/>
                  <a:ext cx="3570819" cy="49045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最新财税政策出台，降低企业成本，促进行业健康发展。</a:t>
                  </a:r>
                  <a:endParaRPr kumimoji="0" lang="de-DE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207DF749-5480-43E8-BDB2-F48D7243448D}"/>
                  </a:ext>
                </a:extLst>
              </p:cNvPr>
              <p:cNvSpPr/>
              <p:nvPr/>
            </p:nvSpPr>
            <p:spPr>
              <a:xfrm>
                <a:off x="6000657" y="2628456"/>
                <a:ext cx="178306" cy="180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zh-CN" altLang="en-US" b="1">
                  <a:solidFill>
                    <a:srgbClr val="FFFFFF"/>
                  </a:solidFill>
                  <a:cs typeface="+mn-ea"/>
                </a:endParaRPr>
              </a:p>
            </p:txBody>
          </p:sp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64E51B8B-49F5-6C5A-5715-D308E398DBEB}"/>
                </a:ext>
              </a:extLst>
            </p:cNvPr>
            <p:cNvGrpSpPr/>
            <p:nvPr/>
          </p:nvGrpSpPr>
          <p:grpSpPr>
            <a:xfrm>
              <a:off x="6000657" y="3084099"/>
              <a:ext cx="5333621" cy="1147141"/>
              <a:chOff x="6000657" y="3084099"/>
              <a:chExt cx="5333621" cy="1147141"/>
            </a:xfrm>
          </p:grpSpPr>
          <p:sp>
            <p:nvSpPr>
              <p:cNvPr id="20" name="ComponentBackground3">
                <a:extLst>
                  <a:ext uri="{FF2B5EF4-FFF2-40B4-BE49-F238E27FC236}">
                    <a16:creationId xmlns:a16="http://schemas.microsoft.com/office/drawing/2014/main" id="{03F1BD94-384A-D797-C72B-A3E823BD9BFC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6445502" y="3084099"/>
                <a:ext cx="4709633" cy="1147141"/>
              </a:xfrm>
              <a:prstGeom prst="rect">
                <a:avLst/>
              </a:prstGeom>
              <a:solidFill>
                <a:srgbClr val="FFFFFF"/>
              </a:solidFill>
              <a:ln w="6350">
                <a:noFill/>
                <a:prstDash val="solid"/>
              </a:ln>
              <a:effectLst>
                <a:outerShdw blurRad="127000" dist="63500" algn="l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endParaRPr lang="zh-CN" altLang="en-US" b="1">
                  <a:solidFill>
                    <a:srgbClr val="000000"/>
                  </a:solidFill>
                  <a:sym typeface="Arial" panose="020B0604020202020204" pitchFamily="34" charset="0"/>
                </a:endParaRPr>
              </a:p>
            </p:txBody>
          </p:sp>
          <p:sp>
            <p:nvSpPr>
              <p:cNvPr id="21" name="Number3">
                <a:extLst>
                  <a:ext uri="{FF2B5EF4-FFF2-40B4-BE49-F238E27FC236}">
                    <a16:creationId xmlns:a16="http://schemas.microsoft.com/office/drawing/2014/main" id="{9D21F336-EF6E-4918-D321-7D67D4D3FE9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614278" y="3297669"/>
                <a:ext cx="720000" cy="720000"/>
              </a:xfrm>
              <a:prstGeom prst="rect">
                <a:avLst/>
              </a:prstGeom>
              <a:solidFill>
                <a:schemeClr val="accent1">
                  <a:lumMod val="10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  <a:r>
                  <a:rPr lang="en-US" altLang="zh-CN" sz="2800" b="1" dirty="0">
                    <a:solidFill>
                      <a:schemeClr val="tx1"/>
                    </a:solidFill>
                    <a:cs typeface="+mn-ea"/>
                    <a:sym typeface="Arial" panose="020B0604020202020204" pitchFamily="34" charset="0"/>
                  </a:rPr>
                  <a:t>3</a:t>
                </a:r>
              </a:p>
            </p:txBody>
          </p:sp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5F9CD031-3074-8E03-FA8C-0EDC39F617F9}"/>
                  </a:ext>
                </a:extLst>
              </p:cNvPr>
              <p:cNvGrpSpPr/>
              <p:nvPr/>
            </p:nvGrpSpPr>
            <p:grpSpPr>
              <a:xfrm>
                <a:off x="6738819" y="3195557"/>
                <a:ext cx="3570818" cy="924224"/>
                <a:chOff x="6738819" y="3157556"/>
                <a:chExt cx="3570818" cy="924224"/>
              </a:xfrm>
            </p:grpSpPr>
            <p:sp>
              <p:nvSpPr>
                <p:cNvPr id="22" name="Bullet3">
                  <a:extLst>
                    <a:ext uri="{FF2B5EF4-FFF2-40B4-BE49-F238E27FC236}">
                      <a16:creationId xmlns:a16="http://schemas.microsoft.com/office/drawing/2014/main" id="{311C3819-DC40-59A5-B358-1186468890E0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6738819" y="3157556"/>
                  <a:ext cx="3570818" cy="43376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b="1" dirty="0"/>
                    <a:t>产业扶持政策</a:t>
                  </a:r>
                  <a:endParaRPr lang="en-US" altLang="zh-CN" b="1" dirty="0"/>
                </a:p>
              </p:txBody>
            </p:sp>
            <p:sp>
              <p:nvSpPr>
                <p:cNvPr id="23" name="Text3">
                  <a:extLst>
                    <a:ext uri="{FF2B5EF4-FFF2-40B4-BE49-F238E27FC236}">
                      <a16:creationId xmlns:a16="http://schemas.microsoft.com/office/drawing/2014/main" id="{DE4894D8-15C0-31CA-0151-DFB93FEE5570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6738819" y="3591323"/>
                  <a:ext cx="3570818" cy="49045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各地政府出台产业扶持政策，助力行业转型升级，优化产业结构。</a:t>
                  </a:r>
                  <a:endParaRPr kumimoji="0" lang="de-DE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AEA97E5E-CBA8-E4B1-29A1-40336C73430D}"/>
                  </a:ext>
                </a:extLst>
              </p:cNvPr>
              <p:cNvSpPr/>
              <p:nvPr/>
            </p:nvSpPr>
            <p:spPr>
              <a:xfrm>
                <a:off x="6000657" y="3567669"/>
                <a:ext cx="178306" cy="180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zh-CN" altLang="en-US" b="1">
                  <a:solidFill>
                    <a:srgbClr val="FFFFFF"/>
                  </a:solidFill>
                  <a:cs typeface="+mn-ea"/>
                </a:endParaRPr>
              </a:p>
            </p:txBody>
          </p:sp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86F69743-2749-0C5E-5A77-41144CE5AF87}"/>
                </a:ext>
              </a:extLst>
            </p:cNvPr>
            <p:cNvGrpSpPr/>
            <p:nvPr/>
          </p:nvGrpSpPr>
          <p:grpSpPr>
            <a:xfrm>
              <a:off x="839252" y="4023312"/>
              <a:ext cx="5339711" cy="1147141"/>
              <a:chOff x="839252" y="4023312"/>
              <a:chExt cx="5339711" cy="1147141"/>
            </a:xfrm>
          </p:grpSpPr>
          <p:sp>
            <p:nvSpPr>
              <p:cNvPr id="24" name="ComponentBackground2">
                <a:extLst>
                  <a:ext uri="{FF2B5EF4-FFF2-40B4-BE49-F238E27FC236}">
                    <a16:creationId xmlns:a16="http://schemas.microsoft.com/office/drawing/2014/main" id="{C22C3087-0E3B-C14C-8D83-28F3BDBA5C7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4599" y="4023312"/>
                <a:ext cx="4536499" cy="1147141"/>
              </a:xfrm>
              <a:prstGeom prst="rect">
                <a:avLst/>
              </a:prstGeom>
              <a:solidFill>
                <a:srgbClr val="FFFFFF"/>
              </a:solidFill>
              <a:ln w="6350">
                <a:noFill/>
                <a:prstDash val="solid"/>
              </a:ln>
              <a:effectLst>
                <a:outerShdw blurRad="127000" dist="63500" algn="l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endParaRPr lang="zh-CN" altLang="en-US" b="1">
                  <a:solidFill>
                    <a:srgbClr val="000000"/>
                  </a:solidFill>
                  <a:sym typeface="Arial" panose="020B0604020202020204" pitchFamily="34" charset="0"/>
                </a:endParaRPr>
              </a:p>
            </p:txBody>
          </p:sp>
          <p:sp>
            <p:nvSpPr>
              <p:cNvPr id="26" name="Number2">
                <a:extLst>
                  <a:ext uri="{FF2B5EF4-FFF2-40B4-BE49-F238E27FC236}">
                    <a16:creationId xmlns:a16="http://schemas.microsoft.com/office/drawing/2014/main" id="{F51F15D1-B9FA-412D-0C58-04384E83DAF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9252" y="4236882"/>
                <a:ext cx="720000" cy="720000"/>
              </a:xfrm>
              <a:prstGeom prst="rect">
                <a:avLst/>
              </a:prstGeom>
              <a:solidFill>
                <a:schemeClr val="accent1">
                  <a:lumMod val="10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  <a:r>
                  <a:rPr lang="en-US" altLang="zh-CN" sz="2800" b="1">
                    <a:solidFill>
                      <a:schemeClr val="tx1"/>
                    </a:solidFill>
                    <a:cs typeface="+mn-ea"/>
                    <a:sym typeface="Arial" panose="020B0604020202020204" pitchFamily="34" charset="0"/>
                  </a:rPr>
                  <a:t>2</a:t>
                </a:r>
                <a:endParaRPr lang="en-US" altLang="zh-CN" sz="2800" b="1" dirty="0">
                  <a:solidFill>
                    <a:schemeClr val="tx1"/>
                  </a:solidFill>
                  <a:cs typeface="+mn-ea"/>
                  <a:sym typeface="Arial" panose="020B0604020202020204" pitchFamily="34" charset="0"/>
                </a:endParaRPr>
              </a:p>
            </p:txBody>
          </p:sp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B6FCA1A0-C9EF-CB95-AACC-83DA6D09A2B3}"/>
                  </a:ext>
                </a:extLst>
              </p:cNvPr>
              <p:cNvGrpSpPr/>
              <p:nvPr/>
            </p:nvGrpSpPr>
            <p:grpSpPr>
              <a:xfrm>
                <a:off x="1779384" y="4134769"/>
                <a:ext cx="3570819" cy="924226"/>
                <a:chOff x="1779384" y="4096770"/>
                <a:chExt cx="3570819" cy="924226"/>
              </a:xfrm>
            </p:grpSpPr>
            <p:sp>
              <p:nvSpPr>
                <p:cNvPr id="25" name="Bullet2">
                  <a:extLst>
                    <a:ext uri="{FF2B5EF4-FFF2-40B4-BE49-F238E27FC236}">
                      <a16:creationId xmlns:a16="http://schemas.microsoft.com/office/drawing/2014/main" id="{D36DA47B-72D7-784D-147E-7F73214408F9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1779384" y="4096770"/>
                  <a:ext cx="3570819" cy="4337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b="1" dirty="0"/>
                    <a:t>环保法规升级</a:t>
                  </a:r>
                  <a:endParaRPr lang="en-US" altLang="zh-CN" b="1" dirty="0"/>
                </a:p>
              </p:txBody>
            </p:sp>
            <p:sp>
              <p:nvSpPr>
                <p:cNvPr id="27" name="Text2">
                  <a:extLst>
                    <a:ext uri="{FF2B5EF4-FFF2-40B4-BE49-F238E27FC236}">
                      <a16:creationId xmlns:a16="http://schemas.microsoft.com/office/drawing/2014/main" id="{FCCDD1CD-7271-83B8-789A-D177D88AA613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1779384" y="4530538"/>
                  <a:ext cx="3570819" cy="49045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环保法规不断升级，推动行业绿色转型，提高资源利用效率。</a:t>
                  </a:r>
                  <a:endParaRPr kumimoji="0" lang="de-DE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C3FBC406-F750-F773-22F6-24DB3D06CF27}"/>
                  </a:ext>
                </a:extLst>
              </p:cNvPr>
              <p:cNvSpPr/>
              <p:nvPr/>
            </p:nvSpPr>
            <p:spPr>
              <a:xfrm>
                <a:off x="6000657" y="4506882"/>
                <a:ext cx="178306" cy="180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zh-CN" altLang="en-US" b="1">
                  <a:solidFill>
                    <a:srgbClr val="FFFFFF"/>
                  </a:solidFill>
                  <a:cs typeface="+mn-ea"/>
                </a:endParaRPr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C5DA3137-D6F2-8AD4-DEB2-D7D32BA1C768}"/>
                </a:ext>
              </a:extLst>
            </p:cNvPr>
            <p:cNvGrpSpPr/>
            <p:nvPr/>
          </p:nvGrpSpPr>
          <p:grpSpPr>
            <a:xfrm>
              <a:off x="6000657" y="4962524"/>
              <a:ext cx="5333621" cy="1147141"/>
              <a:chOff x="6000657" y="4962524"/>
              <a:chExt cx="5333621" cy="1147141"/>
            </a:xfrm>
          </p:grpSpPr>
          <p:sp>
            <p:nvSpPr>
              <p:cNvPr id="16" name="ComponentBackground4">
                <a:extLst>
                  <a:ext uri="{FF2B5EF4-FFF2-40B4-BE49-F238E27FC236}">
                    <a16:creationId xmlns:a16="http://schemas.microsoft.com/office/drawing/2014/main" id="{DD6BA709-A55C-F955-56FE-6F76EA7DD93A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6445502" y="4962524"/>
                <a:ext cx="4709633" cy="1147141"/>
              </a:xfrm>
              <a:prstGeom prst="rect">
                <a:avLst/>
              </a:prstGeom>
              <a:solidFill>
                <a:srgbClr val="FFFFFF"/>
              </a:solidFill>
              <a:ln w="6350">
                <a:noFill/>
                <a:prstDash val="solid"/>
              </a:ln>
              <a:effectLst>
                <a:outerShdw blurRad="127000" dist="63500" algn="l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endParaRPr lang="zh-CN" altLang="en-US" b="1">
                  <a:solidFill>
                    <a:srgbClr val="000000"/>
                  </a:solidFill>
                  <a:sym typeface="Arial" panose="020B0604020202020204" pitchFamily="34" charset="0"/>
                </a:endParaRPr>
              </a:p>
            </p:txBody>
          </p:sp>
          <p:sp>
            <p:nvSpPr>
              <p:cNvPr id="18" name="Number4">
                <a:extLst>
                  <a:ext uri="{FF2B5EF4-FFF2-40B4-BE49-F238E27FC236}">
                    <a16:creationId xmlns:a16="http://schemas.microsoft.com/office/drawing/2014/main" id="{BF22FEC8-A0E4-AF3C-8D2F-B08490F6832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614278" y="5176094"/>
                <a:ext cx="720000" cy="720000"/>
              </a:xfrm>
              <a:prstGeom prst="rect">
                <a:avLst/>
              </a:prstGeom>
              <a:solidFill>
                <a:schemeClr val="accent1">
                  <a:lumMod val="10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  <a:r>
                  <a:rPr lang="en-US" altLang="zh-CN" sz="2800" b="1">
                    <a:solidFill>
                      <a:schemeClr val="tx1"/>
                    </a:solidFill>
                    <a:cs typeface="+mn-ea"/>
                    <a:sym typeface="Arial" panose="020B0604020202020204" pitchFamily="34" charset="0"/>
                  </a:rPr>
                  <a:t>4</a:t>
                </a:r>
                <a:endParaRPr lang="en-US" altLang="zh-CN" sz="2800" b="1" dirty="0">
                  <a:solidFill>
                    <a:schemeClr val="tx1"/>
                  </a:solidFill>
                  <a:cs typeface="+mn-ea"/>
                  <a:sym typeface="Arial" panose="020B0604020202020204" pitchFamily="34" charset="0"/>
                </a:endParaRPr>
              </a:p>
            </p:txBody>
          </p:sp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0F01ED5A-F702-C92E-4528-BB06BB6ACCBB}"/>
                  </a:ext>
                </a:extLst>
              </p:cNvPr>
              <p:cNvGrpSpPr/>
              <p:nvPr/>
            </p:nvGrpSpPr>
            <p:grpSpPr>
              <a:xfrm>
                <a:off x="6738819" y="5073982"/>
                <a:ext cx="3570818" cy="924224"/>
                <a:chOff x="6738819" y="5035981"/>
                <a:chExt cx="3570818" cy="924224"/>
              </a:xfrm>
            </p:grpSpPr>
            <p:sp>
              <p:nvSpPr>
                <p:cNvPr id="17" name="Bullet4">
                  <a:extLst>
                    <a:ext uri="{FF2B5EF4-FFF2-40B4-BE49-F238E27FC236}">
                      <a16:creationId xmlns:a16="http://schemas.microsoft.com/office/drawing/2014/main" id="{E91F68D5-C912-574B-00CD-AA25697C649A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6738819" y="5035981"/>
                  <a:ext cx="3570818" cy="43376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b="1" dirty="0"/>
                    <a:t>市场准入规范</a:t>
                  </a:r>
                  <a:endParaRPr lang="en-US" altLang="zh-CN" b="1" dirty="0"/>
                </a:p>
              </p:txBody>
            </p:sp>
            <p:sp>
              <p:nvSpPr>
                <p:cNvPr id="19" name="Text4">
                  <a:extLst>
                    <a:ext uri="{FF2B5EF4-FFF2-40B4-BE49-F238E27FC236}">
                      <a16:creationId xmlns:a16="http://schemas.microsoft.com/office/drawing/2014/main" id="{02F6CF97-D1AE-03EC-A149-9644D0371E0F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6738819" y="5469748"/>
                  <a:ext cx="3570818" cy="49045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市场准入门槛提高，规范行业竞争秩序，保障消费者权益。</a:t>
                  </a:r>
                  <a:endParaRPr kumimoji="0" lang="de-DE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id="{05E5A6EB-266A-380A-F4D5-7221229B832E}"/>
                  </a:ext>
                </a:extLst>
              </p:cNvPr>
              <p:cNvSpPr/>
              <p:nvPr/>
            </p:nvSpPr>
            <p:spPr>
              <a:xfrm>
                <a:off x="6000657" y="5446094"/>
                <a:ext cx="178306" cy="180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algn="ctr"/>
                <a:endParaRPr lang="zh-CN" altLang="en-US" b="1">
                  <a:solidFill>
                    <a:srgbClr val="FFFFFF"/>
                  </a:solidFill>
                  <a:cs typeface="+mn-ea"/>
                </a:endParaRPr>
              </a:p>
            </p:txBody>
          </p:sp>
        </p:grpSp>
        <p:sp>
          <p:nvSpPr>
            <p:cNvPr id="15" name="Title">
              <a:extLst>
                <a:ext uri="{FF2B5EF4-FFF2-40B4-BE49-F238E27FC236}">
                  <a16:creationId xmlns:a16="http://schemas.microsoft.com/office/drawing/2014/main" id="{BE8FDC4F-6DFA-9C39-3612-B1C81193FB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0399" y="1130300"/>
              <a:ext cx="10858500" cy="72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相关政策法规对行业的影响</a:t>
              </a:r>
              <a:endParaRPr lang="en-US" altLang="zh-CN" sz="2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8663E064-1E29-2574-2A56-7F04E6E73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政策法规</a:t>
            </a:r>
          </a:p>
        </p:txBody>
      </p:sp>
    </p:spTree>
    <p:extLst>
      <p:ext uri="{BB962C8B-B14F-4D97-AF65-F5344CB8AC3E}">
        <p14:creationId xmlns:p14="http://schemas.microsoft.com/office/powerpoint/2010/main" val="3935758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95A28ADB-AD26-BC64-6BD3-C74878BA95D5}"/>
              </a:ext>
            </a:extLst>
          </p:cNvPr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747F48BA-5D11-CD75-B122-BAB897999862}"/>
                </a:ext>
              </a:extLst>
            </p:cNvPr>
            <p:cNvGrpSpPr/>
            <p:nvPr/>
          </p:nvGrpSpPr>
          <p:grpSpPr>
            <a:xfrm>
              <a:off x="660400" y="2013159"/>
              <a:ext cx="10858500" cy="4120941"/>
              <a:chOff x="660400" y="2013159"/>
              <a:chExt cx="10858500" cy="4120941"/>
            </a:xfrm>
          </p:grpSpPr>
          <p:grpSp>
            <p:nvGrpSpPr>
              <p:cNvPr id="6" name="is1iḋe">
                <a:extLst>
                  <a:ext uri="{FF2B5EF4-FFF2-40B4-BE49-F238E27FC236}">
                    <a16:creationId xmlns:a16="http://schemas.microsoft.com/office/drawing/2014/main" id="{DCC51208-CFC0-20E9-588A-8C5198FA08FA}"/>
                  </a:ext>
                </a:extLst>
              </p:cNvPr>
              <p:cNvGrpSpPr/>
              <p:nvPr/>
            </p:nvGrpSpPr>
            <p:grpSpPr>
              <a:xfrm>
                <a:off x="660400" y="2013159"/>
                <a:ext cx="3056430" cy="4120941"/>
                <a:chOff x="3485457" y="2013159"/>
                <a:chExt cx="3056430" cy="4120941"/>
              </a:xfrm>
            </p:grpSpPr>
            <p:sp>
              <p:nvSpPr>
                <p:cNvPr id="17" name="Bullet1">
                  <a:extLst>
                    <a:ext uri="{FF2B5EF4-FFF2-40B4-BE49-F238E27FC236}">
                      <a16:creationId xmlns:a16="http://schemas.microsoft.com/office/drawing/2014/main" id="{91C2AAFB-B211-E9A2-B41C-181B74D5B1DE}"/>
                    </a:ext>
                  </a:extLst>
                </p:cNvPr>
                <p:cNvSpPr/>
                <p:nvPr/>
              </p:nvSpPr>
              <p:spPr>
                <a:xfrm>
                  <a:off x="4068786" y="2013159"/>
                  <a:ext cx="2309646" cy="49510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r>
                    <a:rPr kumimoji="1" lang="en-US" altLang="zh-CN" b="1" dirty="0">
                      <a:solidFill>
                        <a:schemeClr val="tx1"/>
                      </a:solidFill>
                    </a:rPr>
                    <a:t>5G</a:t>
                  </a:r>
                  <a:r>
                    <a:rPr kumimoji="1" lang="zh-CN" altLang="en-US" b="1" dirty="0">
                      <a:solidFill>
                        <a:schemeClr val="tx1"/>
                      </a:solidFill>
                    </a:rPr>
                    <a:t>技术应用</a:t>
                  </a:r>
                  <a:endParaRPr kumimoji="1" lang="en-US" altLang="zh-CN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Text1">
                  <a:extLst>
                    <a:ext uri="{FF2B5EF4-FFF2-40B4-BE49-F238E27FC236}">
                      <a16:creationId xmlns:a16="http://schemas.microsoft.com/office/drawing/2014/main" id="{7D0328B0-18DD-EC7B-1F2D-1EA9D896E676}"/>
                    </a:ext>
                  </a:extLst>
                </p:cNvPr>
                <p:cNvSpPr/>
                <p:nvPr/>
              </p:nvSpPr>
              <p:spPr>
                <a:xfrm>
                  <a:off x="4068786" y="2508267"/>
                  <a:ext cx="2307940" cy="80867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en-US" altLang="zh-CN" sz="1200" dirty="0">
                      <a:solidFill>
                        <a:schemeClr val="tx1"/>
                      </a:solidFill>
                    </a:rPr>
                    <a:t>5G</a:t>
                  </a: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技术逐渐普及，为行业带来高速数据传输，推动物联网、智能制造等领域快速发展。</a:t>
                  </a:r>
                  <a:endParaRPr kumimoji="1" lang="en-US" altLang="zh-CN" sz="12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Number1">
                  <a:extLst>
                    <a:ext uri="{FF2B5EF4-FFF2-40B4-BE49-F238E27FC236}">
                      <a16:creationId xmlns:a16="http://schemas.microsoft.com/office/drawing/2014/main" id="{70188079-A625-CD4E-EFC9-F537B5345479}"/>
                    </a:ext>
                  </a:extLst>
                </p:cNvPr>
                <p:cNvSpPr txBox="1"/>
                <p:nvPr/>
              </p:nvSpPr>
              <p:spPr>
                <a:xfrm>
                  <a:off x="3485457" y="2013159"/>
                  <a:ext cx="540000" cy="540000"/>
                </a:xfrm>
                <a:prstGeom prst="rect">
                  <a:avLst/>
                </a:prstGeom>
                <a:solidFill>
                  <a:schemeClr val="accent1"/>
                </a:solidFill>
              </p:spPr>
              <p:txBody>
                <a:bodyPr wrap="none" lIns="108000" tIns="108000" rIns="108000" bIns="10800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sz="2000" b="1" dirty="0"/>
                    <a:t>01</a:t>
                  </a:r>
                  <a:endParaRPr kumimoji="1" lang="zh-CN" altLang="en-US" sz="2000" b="1" dirty="0"/>
                </a:p>
              </p:txBody>
            </p:sp>
            <p:sp>
              <p:nvSpPr>
                <p:cNvPr id="20" name="Picture1">
                  <a:extLst>
                    <a:ext uri="{FF2B5EF4-FFF2-40B4-BE49-F238E27FC236}">
                      <a16:creationId xmlns:a16="http://schemas.microsoft.com/office/drawing/2014/main" id="{F938D6CE-96BD-2211-B325-B099FE20A956}"/>
                    </a:ext>
                  </a:extLst>
                </p:cNvPr>
                <p:cNvSpPr/>
                <p:nvPr/>
              </p:nvSpPr>
              <p:spPr>
                <a:xfrm>
                  <a:off x="3485457" y="3393831"/>
                  <a:ext cx="3056430" cy="2740269"/>
                </a:xfrm>
                <a:prstGeom prst="round2DiagRect">
                  <a:avLst>
                    <a:gd name="adj1" fmla="val 0"/>
                    <a:gd name="adj2" fmla="val 0"/>
                  </a:avLst>
                </a:prstGeom>
                <a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>
                            <a14:imgEffect>
                              <a14:colorTemperature colorTemp="10000"/>
                            </a14:imgEffect>
                          </a14:imgLayer>
                        </a14:imgProps>
                      </a:ext>
                    </a:extLst>
                  </a:blip>
                  <a:srcRect/>
                  <a:stretch>
                    <a:fillRect l="-17241" r="-17241"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dirty="0">
                    <a:solidFill>
                      <a:schemeClr val="lt1"/>
                    </a:solidFill>
                  </a:endParaRPr>
                </a:p>
              </p:txBody>
            </p:sp>
          </p:grpSp>
          <p:grpSp>
            <p:nvGrpSpPr>
              <p:cNvPr id="7" name="ïṥ1íďê">
                <a:extLst>
                  <a:ext uri="{FF2B5EF4-FFF2-40B4-BE49-F238E27FC236}">
                    <a16:creationId xmlns:a16="http://schemas.microsoft.com/office/drawing/2014/main" id="{76FA891C-C90D-AC2C-172A-2F43A4B10541}"/>
                  </a:ext>
                </a:extLst>
              </p:cNvPr>
              <p:cNvGrpSpPr/>
              <p:nvPr/>
            </p:nvGrpSpPr>
            <p:grpSpPr>
              <a:xfrm>
                <a:off x="4561435" y="2971520"/>
                <a:ext cx="3056430" cy="3162580"/>
                <a:chOff x="6310514" y="2971520"/>
                <a:chExt cx="3056430" cy="3162580"/>
              </a:xfrm>
            </p:grpSpPr>
            <p:sp>
              <p:nvSpPr>
                <p:cNvPr id="13" name="Bullet2">
                  <a:extLst>
                    <a:ext uri="{FF2B5EF4-FFF2-40B4-BE49-F238E27FC236}">
                      <a16:creationId xmlns:a16="http://schemas.microsoft.com/office/drawing/2014/main" id="{AEC35D03-B9CA-FD2D-9B8F-A833B9BA68BD}"/>
                    </a:ext>
                  </a:extLst>
                </p:cNvPr>
                <p:cNvSpPr/>
                <p:nvPr/>
              </p:nvSpPr>
              <p:spPr>
                <a:xfrm>
                  <a:off x="6893843" y="2971520"/>
                  <a:ext cx="2309646" cy="49510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r>
                    <a:rPr kumimoji="1" lang="en-US" altLang="zh-CN" b="1" dirty="0">
                      <a:solidFill>
                        <a:schemeClr val="tx1"/>
                      </a:solidFill>
                    </a:rPr>
                    <a:t>AI</a:t>
                  </a:r>
                  <a:r>
                    <a:rPr kumimoji="1" lang="zh-CN" altLang="en-US" b="1" dirty="0">
                      <a:solidFill>
                        <a:schemeClr val="tx1"/>
                      </a:solidFill>
                    </a:rPr>
                    <a:t>赋能行业</a:t>
                  </a:r>
                  <a:endParaRPr kumimoji="1" lang="en-US" altLang="zh-CN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" name="Text2">
                  <a:extLst>
                    <a:ext uri="{FF2B5EF4-FFF2-40B4-BE49-F238E27FC236}">
                      <a16:creationId xmlns:a16="http://schemas.microsoft.com/office/drawing/2014/main" id="{F2AA910F-E7BB-4DDB-B658-1A21C706F24F}"/>
                    </a:ext>
                  </a:extLst>
                </p:cNvPr>
                <p:cNvSpPr/>
                <p:nvPr/>
              </p:nvSpPr>
              <p:spPr>
                <a:xfrm>
                  <a:off x="6893843" y="3466628"/>
                  <a:ext cx="2307940" cy="80867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人工智能在数据分析、预测模型等方面应用广泛，提高行业决策效率和智能化水平。</a:t>
                  </a:r>
                  <a:endParaRPr kumimoji="1" lang="en-US" altLang="zh-CN" sz="12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" name="Number2">
                  <a:extLst>
                    <a:ext uri="{FF2B5EF4-FFF2-40B4-BE49-F238E27FC236}">
                      <a16:creationId xmlns:a16="http://schemas.microsoft.com/office/drawing/2014/main" id="{F75EC935-E084-4B38-9102-522BD6E2A181}"/>
                    </a:ext>
                  </a:extLst>
                </p:cNvPr>
                <p:cNvSpPr txBox="1"/>
                <p:nvPr/>
              </p:nvSpPr>
              <p:spPr>
                <a:xfrm>
                  <a:off x="6310514" y="2971520"/>
                  <a:ext cx="540000" cy="540000"/>
                </a:xfrm>
                <a:prstGeom prst="rect">
                  <a:avLst/>
                </a:prstGeom>
                <a:solidFill>
                  <a:schemeClr val="accent1"/>
                </a:solidFill>
              </p:spPr>
              <p:txBody>
                <a:bodyPr wrap="none" lIns="108000" tIns="108000" rIns="108000" bIns="10800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sz="2000" b="1" dirty="0"/>
                    <a:t>02</a:t>
                  </a:r>
                  <a:endParaRPr kumimoji="1" lang="zh-CN" altLang="en-US" sz="2000" b="1" dirty="0"/>
                </a:p>
              </p:txBody>
            </p:sp>
            <p:sp>
              <p:nvSpPr>
                <p:cNvPr id="16" name="Picture2">
                  <a:extLst>
                    <a:ext uri="{FF2B5EF4-FFF2-40B4-BE49-F238E27FC236}">
                      <a16:creationId xmlns:a16="http://schemas.microsoft.com/office/drawing/2014/main" id="{6B4BC2EC-9642-BA44-806C-9F4475A89FB1}"/>
                    </a:ext>
                  </a:extLst>
                </p:cNvPr>
                <p:cNvSpPr/>
                <p:nvPr/>
              </p:nvSpPr>
              <p:spPr>
                <a:xfrm>
                  <a:off x="6310514" y="4334100"/>
                  <a:ext cx="3056430" cy="1800000"/>
                </a:xfrm>
                <a:prstGeom prst="round2DiagRect">
                  <a:avLst>
                    <a:gd name="adj1" fmla="val 0"/>
                    <a:gd name="adj2" fmla="val 0"/>
                  </a:avLst>
                </a:prstGeom>
                <a:blipFill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>
                            <a14:imgEffect>
                              <a14:colorTemperature colorTemp="10000"/>
                            </a14:imgEffect>
                          </a14:imgLayer>
                        </a14:imgProps>
                      </a:ext>
                    </a:extLst>
                  </a:blip>
                  <a:srcRect/>
                  <a:stretch>
                    <a:fillRect t="-77401" b="-77401"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>
                    <a:solidFill>
                      <a:schemeClr val="lt1"/>
                    </a:solidFill>
                  </a:endParaRPr>
                </a:p>
              </p:txBody>
            </p:sp>
          </p:grpSp>
          <p:grpSp>
            <p:nvGrpSpPr>
              <p:cNvPr id="8" name="í$ľïḓê">
                <a:extLst>
                  <a:ext uri="{FF2B5EF4-FFF2-40B4-BE49-F238E27FC236}">
                    <a16:creationId xmlns:a16="http://schemas.microsoft.com/office/drawing/2014/main" id="{C56F1C71-5E6B-A30B-7D20-E83731AEAA52}"/>
                  </a:ext>
                </a:extLst>
              </p:cNvPr>
              <p:cNvGrpSpPr/>
              <p:nvPr/>
            </p:nvGrpSpPr>
            <p:grpSpPr>
              <a:xfrm>
                <a:off x="8462470" y="2013159"/>
                <a:ext cx="3056430" cy="4120941"/>
                <a:chOff x="9135570" y="2013159"/>
                <a:chExt cx="3056430" cy="4120941"/>
              </a:xfrm>
            </p:grpSpPr>
            <p:sp>
              <p:nvSpPr>
                <p:cNvPr id="9" name="Bullet3">
                  <a:extLst>
                    <a:ext uri="{FF2B5EF4-FFF2-40B4-BE49-F238E27FC236}">
                      <a16:creationId xmlns:a16="http://schemas.microsoft.com/office/drawing/2014/main" id="{670C0E3F-B7D2-4A95-A61F-6D8B148B9948}"/>
                    </a:ext>
                  </a:extLst>
                </p:cNvPr>
                <p:cNvSpPr/>
                <p:nvPr/>
              </p:nvSpPr>
              <p:spPr>
                <a:xfrm>
                  <a:off x="9718899" y="2013159"/>
                  <a:ext cx="2309646" cy="49510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r>
                    <a:rPr kumimoji="1" lang="zh-CN" altLang="en-US" b="1" dirty="0">
                      <a:solidFill>
                        <a:schemeClr val="tx1"/>
                      </a:solidFill>
                    </a:rPr>
                    <a:t>云计算普及</a:t>
                  </a:r>
                  <a:endParaRPr kumimoji="1" lang="en-US" altLang="zh-CN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" name="Text3">
                  <a:extLst>
                    <a:ext uri="{FF2B5EF4-FFF2-40B4-BE49-F238E27FC236}">
                      <a16:creationId xmlns:a16="http://schemas.microsoft.com/office/drawing/2014/main" id="{D203C699-507A-5B55-2DAE-36DC5B2AD7E6}"/>
                    </a:ext>
                  </a:extLst>
                </p:cNvPr>
                <p:cNvSpPr/>
                <p:nvPr/>
              </p:nvSpPr>
              <p:spPr>
                <a:xfrm>
                  <a:off x="9718899" y="2508267"/>
                  <a:ext cx="2307940" cy="80867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云计算降低企业</a:t>
                  </a:r>
                  <a:r>
                    <a:rPr kumimoji="1" lang="en-US" altLang="zh-CN" sz="1200" dirty="0">
                      <a:solidFill>
                        <a:schemeClr val="tx1"/>
                      </a:solidFill>
                    </a:rPr>
                    <a:t>IT</a:t>
                  </a: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成本，提供弹性资源，助力企业实现数字化转型和业务拓展。</a:t>
                  </a:r>
                  <a:endParaRPr kumimoji="1" lang="en-US" altLang="zh-CN" sz="12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" name="Number3">
                  <a:extLst>
                    <a:ext uri="{FF2B5EF4-FFF2-40B4-BE49-F238E27FC236}">
                      <a16:creationId xmlns:a16="http://schemas.microsoft.com/office/drawing/2014/main" id="{203C1EB2-3EA9-FB23-312B-2D92043AA822}"/>
                    </a:ext>
                  </a:extLst>
                </p:cNvPr>
                <p:cNvSpPr txBox="1"/>
                <p:nvPr/>
              </p:nvSpPr>
              <p:spPr>
                <a:xfrm>
                  <a:off x="9135570" y="2013159"/>
                  <a:ext cx="540000" cy="540000"/>
                </a:xfrm>
                <a:prstGeom prst="rect">
                  <a:avLst/>
                </a:prstGeom>
                <a:solidFill>
                  <a:schemeClr val="accent1"/>
                </a:solidFill>
              </p:spPr>
              <p:txBody>
                <a:bodyPr wrap="none" lIns="108000" tIns="108000" rIns="108000" bIns="10800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sz="2000" b="1" dirty="0"/>
                    <a:t>03</a:t>
                  </a:r>
                  <a:endParaRPr kumimoji="1" lang="zh-CN" altLang="en-US" sz="2000" b="1" dirty="0"/>
                </a:p>
              </p:txBody>
            </p:sp>
            <p:sp>
              <p:nvSpPr>
                <p:cNvPr id="12" name="Picture3">
                  <a:extLst>
                    <a:ext uri="{FF2B5EF4-FFF2-40B4-BE49-F238E27FC236}">
                      <a16:creationId xmlns:a16="http://schemas.microsoft.com/office/drawing/2014/main" id="{258361BB-454A-5DD9-E133-DC3EFE4FAA72}"/>
                    </a:ext>
                  </a:extLst>
                </p:cNvPr>
                <p:cNvSpPr/>
                <p:nvPr/>
              </p:nvSpPr>
              <p:spPr>
                <a:xfrm>
                  <a:off x="9135570" y="3393831"/>
                  <a:ext cx="3056430" cy="2740269"/>
                </a:xfrm>
                <a:prstGeom prst="round2DiagRect">
                  <a:avLst>
                    <a:gd name="adj1" fmla="val 0"/>
                    <a:gd name="adj2" fmla="val 0"/>
                  </a:avLst>
                </a:prstGeom>
                <a:blipFill>
                  <a:blip r:embed="rId5">
                    <a:extLst>
                      <a:ext uri="{BEBA8EAE-BF5A-486C-A8C5-ECC9F3942E4B}">
                        <a14:imgProps xmlns:a14="http://schemas.microsoft.com/office/drawing/2010/main">
                          <a14:imgLayer>
                            <a14:imgEffect>
                              <a14:colorTemperature colorTemp="10000"/>
                            </a14:imgEffect>
                          </a14:imgLayer>
                        </a14:imgProps>
                      </a:ext>
                    </a:extLst>
                  </a:blip>
                  <a:srcRect/>
                  <a:stretch>
                    <a:fillRect l="-17241" r="-17241"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>
                    <a:solidFill>
                      <a:schemeClr val="lt1"/>
                    </a:solidFill>
                  </a:endParaRPr>
                </a:p>
              </p:txBody>
            </p:sp>
          </p:grpSp>
        </p:grpSp>
        <p:sp>
          <p:nvSpPr>
            <p:cNvPr id="5" name="Title">
              <a:extLst>
                <a:ext uri="{FF2B5EF4-FFF2-40B4-BE49-F238E27FC236}">
                  <a16:creationId xmlns:a16="http://schemas.microsoft.com/office/drawing/2014/main" id="{909DF51F-5A1F-BEDE-75F8-B2F707BAAC3E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781258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/>
              <a:r>
                <a:rPr lang="zh-CN" altLang="en-US" sz="2400" b="1"/>
                <a:t>新技术应用及对行业的影响</a:t>
              </a:r>
              <a:endParaRPr lang="zh-CN" altLang="en-US" sz="2400" b="1" dirty="0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12B0AA3B-D65D-5396-A653-604FEB628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技术创新</a:t>
            </a:r>
          </a:p>
        </p:txBody>
      </p:sp>
    </p:spTree>
    <p:extLst>
      <p:ext uri="{BB962C8B-B14F-4D97-AF65-F5344CB8AC3E}">
        <p14:creationId xmlns:p14="http://schemas.microsoft.com/office/powerpoint/2010/main" val="3043671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6DDC52CD-C0CD-3DD1-F8F0-1705144165A7}"/>
              </a:ext>
            </a:extLst>
          </p:cNvPr>
          <p:cNvGrpSpPr/>
          <p:nvPr/>
        </p:nvGrpSpPr>
        <p:grpSpPr>
          <a:xfrm>
            <a:off x="660400" y="1130299"/>
            <a:ext cx="10858500" cy="5008434"/>
            <a:chOff x="660400" y="1130299"/>
            <a:chExt cx="10858500" cy="5008434"/>
          </a:xfrm>
        </p:grpSpPr>
        <p:sp>
          <p:nvSpPr>
            <p:cNvPr id="24" name="ComponentBackground1">
              <a:extLst>
                <a:ext uri="{FF2B5EF4-FFF2-40B4-BE49-F238E27FC236}">
                  <a16:creationId xmlns:a16="http://schemas.microsoft.com/office/drawing/2014/main" id="{4060FF1D-87F7-95F7-8C5D-337E3903EC9D}"/>
                </a:ext>
              </a:extLst>
            </p:cNvPr>
            <p:cNvSpPr>
              <a:spLocks/>
            </p:cNvSpPr>
            <p:nvPr/>
          </p:nvSpPr>
          <p:spPr>
            <a:xfrm>
              <a:off x="660400" y="2404739"/>
              <a:ext cx="6016173" cy="372936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ym typeface="Arial" panose="020B0604020202020204" pitchFamily="34" charset="0"/>
              </a:endParaRPr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49414085-EF9E-D3C4-421D-5AB34143673F}"/>
                </a:ext>
              </a:extLst>
            </p:cNvPr>
            <p:cNvGrpSpPr/>
            <p:nvPr/>
          </p:nvGrpSpPr>
          <p:grpSpPr>
            <a:xfrm>
              <a:off x="660400" y="1130299"/>
              <a:ext cx="10858500" cy="5008434"/>
              <a:chOff x="660400" y="1130299"/>
              <a:chExt cx="10858500" cy="5008434"/>
            </a:xfrm>
          </p:grpSpPr>
          <p:grpSp>
            <p:nvGrpSpPr>
              <p:cNvPr id="4" name="组合 3">
                <a:extLst>
                  <a:ext uri="{FF2B5EF4-FFF2-40B4-BE49-F238E27FC236}">
                    <a16:creationId xmlns:a16="http://schemas.microsoft.com/office/drawing/2014/main" id="{0281D0B6-59F1-4CAC-1CF8-6D6C66A76781}"/>
                  </a:ext>
                </a:extLst>
              </p:cNvPr>
              <p:cNvGrpSpPr/>
              <p:nvPr/>
            </p:nvGrpSpPr>
            <p:grpSpPr>
              <a:xfrm>
                <a:off x="6128337" y="1130299"/>
                <a:ext cx="5390563" cy="5003801"/>
                <a:chOff x="6128337" y="1130299"/>
                <a:chExt cx="5390563" cy="5003801"/>
              </a:xfrm>
            </p:grpSpPr>
            <p:sp>
              <p:nvSpPr>
                <p:cNvPr id="22" name="Picture1">
                  <a:extLst>
                    <a:ext uri="{FF2B5EF4-FFF2-40B4-BE49-F238E27FC236}">
                      <a16:creationId xmlns:a16="http://schemas.microsoft.com/office/drawing/2014/main" id="{F7C4792C-A484-BA35-CAEB-D510EE054384}"/>
                    </a:ext>
                  </a:extLst>
                </p:cNvPr>
                <p:cNvSpPr/>
                <p:nvPr/>
              </p:nvSpPr>
              <p:spPr>
                <a:xfrm>
                  <a:off x="7289481" y="1130299"/>
                  <a:ext cx="4229419" cy="4214193"/>
                </a:xfrm>
                <a:prstGeom prst="roundRect">
                  <a:avLst>
                    <a:gd name="adj" fmla="val 0"/>
                  </a:avLst>
                </a:prstGeom>
                <a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>
                            <a14:imgEffect>
                              <a14:colorTemperature colorTemp="8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 t="-22814" b="-22814"/>
                  </a:stretch>
                </a:blipFill>
                <a:ln w="38100">
                  <a:noFill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Picture2">
                  <a:extLst>
                    <a:ext uri="{FF2B5EF4-FFF2-40B4-BE49-F238E27FC236}">
                      <a16:creationId xmlns:a16="http://schemas.microsoft.com/office/drawing/2014/main" id="{2AB16E79-9876-CD10-EC1C-65B045882521}"/>
                    </a:ext>
                  </a:extLst>
                </p:cNvPr>
                <p:cNvSpPr/>
                <p:nvPr/>
              </p:nvSpPr>
              <p:spPr>
                <a:xfrm>
                  <a:off x="6128337" y="3897085"/>
                  <a:ext cx="2237015" cy="2237015"/>
                </a:xfrm>
                <a:prstGeom prst="roundRect">
                  <a:avLst>
                    <a:gd name="adj" fmla="val 0"/>
                  </a:avLst>
                </a:prstGeom>
                <a:blipFill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>
                            <a14:imgEffect>
                              <a14:colorTemperature colorTemp="8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 l="-33009" r="-33009"/>
                  </a:stretch>
                </a:blipFill>
                <a:ln w="38100">
                  <a:noFill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5" name="Title">
                <a:extLst>
                  <a:ext uri="{FF2B5EF4-FFF2-40B4-BE49-F238E27FC236}">
                    <a16:creationId xmlns:a16="http://schemas.microsoft.com/office/drawing/2014/main" id="{179E14EF-08D3-3E88-DDB2-44C94B196C36}"/>
                  </a:ext>
                </a:extLst>
              </p:cNvPr>
              <p:cNvSpPr txBox="1"/>
              <p:nvPr/>
            </p:nvSpPr>
            <p:spPr>
              <a:xfrm>
                <a:off x="660400" y="1204459"/>
                <a:ext cx="6794618" cy="7132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>
                  <a:buSzPct val="25000"/>
                </a:pPr>
                <a:r>
                  <a:rPr lang="zh-CN" altLang="en-US" sz="2400" b="1"/>
                  <a:t>消费者需求变化及市场响应</a:t>
                </a:r>
                <a:endParaRPr lang="en-US" altLang="zh-CN" sz="2400" b="1" dirty="0"/>
              </a:p>
            </p:txBody>
          </p: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EE71156F-B727-52E8-84B5-55CB615CCA81}"/>
                  </a:ext>
                </a:extLst>
              </p:cNvPr>
              <p:cNvGrpSpPr/>
              <p:nvPr/>
            </p:nvGrpSpPr>
            <p:grpSpPr>
              <a:xfrm>
                <a:off x="890694" y="2593016"/>
                <a:ext cx="4645337" cy="3545717"/>
                <a:chOff x="890694" y="2593016"/>
                <a:chExt cx="4645337" cy="3545717"/>
              </a:xfrm>
            </p:grpSpPr>
            <p:grpSp>
              <p:nvGrpSpPr>
                <p:cNvPr id="7" name="组合 6">
                  <a:extLst>
                    <a:ext uri="{FF2B5EF4-FFF2-40B4-BE49-F238E27FC236}">
                      <a16:creationId xmlns:a16="http://schemas.microsoft.com/office/drawing/2014/main" id="{E8CDA69E-1F88-8131-B72E-CEA8900F17EB}"/>
                    </a:ext>
                  </a:extLst>
                </p:cNvPr>
                <p:cNvGrpSpPr/>
                <p:nvPr/>
              </p:nvGrpSpPr>
              <p:grpSpPr>
                <a:xfrm>
                  <a:off x="890694" y="2593016"/>
                  <a:ext cx="4645337" cy="1061121"/>
                  <a:chOff x="890694" y="2593016"/>
                  <a:chExt cx="4645337" cy="1061121"/>
                </a:xfrm>
              </p:grpSpPr>
              <p:sp>
                <p:nvSpPr>
                  <p:cNvPr id="18" name="Number1">
                    <a:extLst>
                      <a:ext uri="{FF2B5EF4-FFF2-40B4-BE49-F238E27FC236}">
                        <a16:creationId xmlns:a16="http://schemas.microsoft.com/office/drawing/2014/main" id="{75DC81A4-B02D-A3C0-6505-B3E29308430B}"/>
                      </a:ext>
                    </a:extLst>
                  </p:cNvPr>
                  <p:cNvSpPr txBox="1"/>
                  <p:nvPr/>
                </p:nvSpPr>
                <p:spPr>
                  <a:xfrm>
                    <a:off x="890694" y="2798274"/>
                    <a:ext cx="448824" cy="448824"/>
                  </a:xfrm>
                  <a:prstGeom prst="rect">
                    <a:avLst/>
                  </a:prstGeom>
                  <a:solidFill>
                    <a:schemeClr val="accent1">
                      <a:lumMod val="100000"/>
                    </a:schemeClr>
                  </a:soli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none" lIns="91440" tIns="45720" rIns="91440" bIns="45720" numCol="1" spcCol="0" rtlCol="0" fromWordArt="0" anchor="ctr" anchorCtr="0" forceAA="0" compatLnSpc="1">
                    <a:normAutofit/>
                  </a:bodyPr>
                  <a:lstStyle>
                    <a:defPPr>
                      <a:defRPr lang="en-US"/>
                    </a:defPPr>
                    <a:lvl1pPr algn="ctr">
                      <a:defRPr sz="2800" b="1">
                        <a:solidFill>
                          <a:srgbClr val="FFFFFF"/>
                        </a:solidFill>
                        <a:cs typeface="+mn-ea"/>
                      </a:defRPr>
                    </a:lvl1pPr>
                    <a:lvl2pPr>
                      <a:defRPr>
                        <a:solidFill>
                          <a:schemeClr val="lt1"/>
                        </a:solidFill>
                      </a:defRPr>
                    </a:lvl2pPr>
                    <a:lvl3pPr>
                      <a:defRPr>
                        <a:solidFill>
                          <a:schemeClr val="lt1"/>
                        </a:solidFill>
                      </a:defRPr>
                    </a:lvl3pPr>
                    <a:lvl4pPr>
                      <a:defRPr>
                        <a:solidFill>
                          <a:schemeClr val="lt1"/>
                        </a:solidFill>
                      </a:defRPr>
                    </a:lvl4pPr>
                    <a:lvl5pPr>
                      <a:defRPr>
                        <a:solidFill>
                          <a:schemeClr val="lt1"/>
                        </a:solidFill>
                      </a:defRPr>
                    </a:lvl5pPr>
                    <a:lvl6pPr>
                      <a:defRPr>
                        <a:solidFill>
                          <a:schemeClr val="lt1"/>
                        </a:solidFill>
                      </a:defRPr>
                    </a:lvl6pPr>
                    <a:lvl7pPr>
                      <a:defRPr>
                        <a:solidFill>
                          <a:schemeClr val="lt1"/>
                        </a:solidFill>
                      </a:defRPr>
                    </a:lvl7pPr>
                    <a:lvl8pPr>
                      <a:defRPr>
                        <a:solidFill>
                          <a:schemeClr val="lt1"/>
                        </a:solidFill>
                      </a:defRPr>
                    </a:lvl8pPr>
                    <a:lvl9pPr>
                      <a:defRPr>
                        <a:solidFill>
                          <a:schemeClr val="lt1"/>
                        </a:solidFill>
                      </a:defRPr>
                    </a:lvl9pPr>
                  </a:lstStyle>
                  <a:p>
                    <a:r>
                      <a:rPr lang="en-US" altLang="zh-CN" sz="2000" dirty="0">
                        <a:solidFill>
                          <a:schemeClr val="tx1"/>
                        </a:solidFill>
                      </a:rPr>
                      <a:t>1</a:t>
                    </a:r>
                    <a:endParaRPr lang="zh-CN" altLang="en-US" sz="2000" dirty="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9" name="组合 18">
                    <a:extLst>
                      <a:ext uri="{FF2B5EF4-FFF2-40B4-BE49-F238E27FC236}">
                        <a16:creationId xmlns:a16="http://schemas.microsoft.com/office/drawing/2014/main" id="{B7153BE5-9B51-8E57-6F83-2BBA62E5028B}"/>
                      </a:ext>
                    </a:extLst>
                  </p:cNvPr>
                  <p:cNvGrpSpPr/>
                  <p:nvPr/>
                </p:nvGrpSpPr>
                <p:grpSpPr>
                  <a:xfrm>
                    <a:off x="1418585" y="2593016"/>
                    <a:ext cx="4117446" cy="1061121"/>
                    <a:chOff x="1418585" y="2593016"/>
                    <a:chExt cx="4117446" cy="1061121"/>
                  </a:xfrm>
                </p:grpSpPr>
                <p:sp>
                  <p:nvSpPr>
                    <p:cNvPr id="20" name="Text1">
                      <a:extLst>
                        <a:ext uri="{FF2B5EF4-FFF2-40B4-BE49-F238E27FC236}">
                          <a16:creationId xmlns:a16="http://schemas.microsoft.com/office/drawing/2014/main" id="{2BB9488E-E9BB-6AF0-F3E8-11F038D881CB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1418585" y="3041982"/>
                      <a:ext cx="4096844" cy="612155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txBody>
                    <a:bodyPr wrap="square" lIns="91440" tIns="45720" rIns="91440" bIns="45720" anchor="t">
                      <a:normAutofit/>
                    </a:bodyPr>
                    <a:lstStyle/>
                    <a:p>
                      <a:pPr defTabSz="913765">
                        <a:lnSpc>
                          <a:spcPct val="120000"/>
                        </a:lnSpc>
                        <a:buSzPct val="25000"/>
                        <a:defRPr/>
                      </a:pPr>
                      <a:r>
                        <a:rPr kumimoji="0" lang="zh-CN" altLang="en-US" sz="120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随着疫情常态化，线上购物成为主流，消费者对便捷性需求增加。</a:t>
                      </a:r>
                      <a:endParaRPr kumimoji="0" lang="en-US" altLang="zh-CN" sz="1200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21" name="Bullet1">
                      <a:extLst>
                        <a:ext uri="{FF2B5EF4-FFF2-40B4-BE49-F238E27FC236}">
                          <a16:creationId xmlns:a16="http://schemas.microsoft.com/office/drawing/2014/main" id="{376F32D2-A799-04A0-88F2-87960AF3FBD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39188" y="2593016"/>
                      <a:ext cx="4096843" cy="44882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b" anchorCtr="0">
                      <a:normAutofit/>
                    </a:bodyPr>
                    <a:lstStyle>
                      <a:defPPr>
                        <a:defRPr lang="zh-CN"/>
                      </a:defPPr>
                      <a:lvl1pPr algn="r">
                        <a:defRPr sz="2000" b="1">
                          <a:solidFill>
                            <a:schemeClr val="accent5"/>
                          </a:solidFill>
                          <a:effectLst>
                            <a:outerShdw blurRad="254000" dist="127000" algn="ctr" rotWithShape="0">
                              <a:schemeClr val="accent5">
                                <a:alpha val="40000"/>
                              </a:schemeClr>
                            </a:outerShdw>
                          </a:effectLst>
                        </a:defRPr>
                      </a:lvl1pPr>
                    </a:lstStyle>
                    <a:p>
                      <a:pPr algn="l"/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线上购物热潮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/>
                      </a:endParaRPr>
                    </a:p>
                  </p:txBody>
                </p:sp>
              </p:grpSp>
            </p:grpSp>
            <p:grpSp>
              <p:nvGrpSpPr>
                <p:cNvPr id="8" name="组合 7">
                  <a:extLst>
                    <a:ext uri="{FF2B5EF4-FFF2-40B4-BE49-F238E27FC236}">
                      <a16:creationId xmlns:a16="http://schemas.microsoft.com/office/drawing/2014/main" id="{54B5ECFB-3D70-1F65-7B82-4F10624D45E6}"/>
                    </a:ext>
                  </a:extLst>
                </p:cNvPr>
                <p:cNvGrpSpPr/>
                <p:nvPr/>
              </p:nvGrpSpPr>
              <p:grpSpPr>
                <a:xfrm>
                  <a:off x="890694" y="3835314"/>
                  <a:ext cx="4645337" cy="1061121"/>
                  <a:chOff x="890694" y="3835314"/>
                  <a:chExt cx="4645337" cy="1061121"/>
                </a:xfrm>
              </p:grpSpPr>
              <p:sp>
                <p:nvSpPr>
                  <p:cNvPr id="14" name="Number2">
                    <a:extLst>
                      <a:ext uri="{FF2B5EF4-FFF2-40B4-BE49-F238E27FC236}">
                        <a16:creationId xmlns:a16="http://schemas.microsoft.com/office/drawing/2014/main" id="{2B76DAB5-E653-FE58-8EB5-23FF813B331A}"/>
                      </a:ext>
                    </a:extLst>
                  </p:cNvPr>
                  <p:cNvSpPr txBox="1"/>
                  <p:nvPr/>
                </p:nvSpPr>
                <p:spPr>
                  <a:xfrm>
                    <a:off x="890694" y="4040572"/>
                    <a:ext cx="448824" cy="448824"/>
                  </a:xfrm>
                  <a:prstGeom prst="rect">
                    <a:avLst/>
                  </a:prstGeom>
                  <a:solidFill>
                    <a:schemeClr val="accent1">
                      <a:lumMod val="100000"/>
                    </a:schemeClr>
                  </a:soli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none" lIns="91440" tIns="45720" rIns="91440" bIns="45720" numCol="1" spcCol="0" rtlCol="0" fromWordArt="0" anchor="ctr" anchorCtr="0" forceAA="0" compatLnSpc="1">
                    <a:normAutofit/>
                  </a:bodyPr>
                  <a:lstStyle>
                    <a:defPPr>
                      <a:defRPr lang="en-US"/>
                    </a:defPPr>
                    <a:lvl1pPr algn="ctr">
                      <a:defRPr sz="2800" b="1">
                        <a:solidFill>
                          <a:srgbClr val="FFFFFF"/>
                        </a:solidFill>
                        <a:cs typeface="+mn-ea"/>
                      </a:defRPr>
                    </a:lvl1pPr>
                    <a:lvl2pPr>
                      <a:defRPr>
                        <a:solidFill>
                          <a:schemeClr val="lt1"/>
                        </a:solidFill>
                      </a:defRPr>
                    </a:lvl2pPr>
                    <a:lvl3pPr>
                      <a:defRPr>
                        <a:solidFill>
                          <a:schemeClr val="lt1"/>
                        </a:solidFill>
                      </a:defRPr>
                    </a:lvl3pPr>
                    <a:lvl4pPr>
                      <a:defRPr>
                        <a:solidFill>
                          <a:schemeClr val="lt1"/>
                        </a:solidFill>
                      </a:defRPr>
                    </a:lvl4pPr>
                    <a:lvl5pPr>
                      <a:defRPr>
                        <a:solidFill>
                          <a:schemeClr val="lt1"/>
                        </a:solidFill>
                      </a:defRPr>
                    </a:lvl5pPr>
                    <a:lvl6pPr>
                      <a:defRPr>
                        <a:solidFill>
                          <a:schemeClr val="lt1"/>
                        </a:solidFill>
                      </a:defRPr>
                    </a:lvl6pPr>
                    <a:lvl7pPr>
                      <a:defRPr>
                        <a:solidFill>
                          <a:schemeClr val="lt1"/>
                        </a:solidFill>
                      </a:defRPr>
                    </a:lvl7pPr>
                    <a:lvl8pPr>
                      <a:defRPr>
                        <a:solidFill>
                          <a:schemeClr val="lt1"/>
                        </a:solidFill>
                      </a:defRPr>
                    </a:lvl8pPr>
                    <a:lvl9pPr>
                      <a:defRPr>
                        <a:solidFill>
                          <a:schemeClr val="lt1"/>
                        </a:solidFill>
                      </a:defRPr>
                    </a:lvl9pPr>
                  </a:lstStyle>
                  <a:p>
                    <a:r>
                      <a:rPr lang="en-US" altLang="zh-CN" sz="2000" dirty="0">
                        <a:solidFill>
                          <a:schemeClr val="tx1"/>
                        </a:solidFill>
                      </a:rPr>
                      <a:t>2</a:t>
                    </a:r>
                    <a:endParaRPr lang="zh-CN" altLang="en-US" sz="2000" dirty="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5" name="组合 14">
                    <a:extLst>
                      <a:ext uri="{FF2B5EF4-FFF2-40B4-BE49-F238E27FC236}">
                        <a16:creationId xmlns:a16="http://schemas.microsoft.com/office/drawing/2014/main" id="{CA00980B-8B96-531C-AF8C-BB5CBDC26C56}"/>
                      </a:ext>
                    </a:extLst>
                  </p:cNvPr>
                  <p:cNvGrpSpPr/>
                  <p:nvPr/>
                </p:nvGrpSpPr>
                <p:grpSpPr>
                  <a:xfrm>
                    <a:off x="1418585" y="3835314"/>
                    <a:ext cx="4117446" cy="1061121"/>
                    <a:chOff x="1418585" y="3835314"/>
                    <a:chExt cx="4117446" cy="1061121"/>
                  </a:xfrm>
                </p:grpSpPr>
                <p:sp>
                  <p:nvSpPr>
                    <p:cNvPr id="16" name="Text2">
                      <a:extLst>
                        <a:ext uri="{FF2B5EF4-FFF2-40B4-BE49-F238E27FC236}">
                          <a16:creationId xmlns:a16="http://schemas.microsoft.com/office/drawing/2014/main" id="{1AFA2350-A7C9-A5C4-1211-E85BD33A9BE9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1418585" y="4284280"/>
                      <a:ext cx="4096844" cy="612155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txBody>
                    <a:bodyPr wrap="square" lIns="91440" tIns="45720" rIns="91440" bIns="45720" anchor="t">
                      <a:normAutofit/>
                    </a:bodyPr>
                    <a:lstStyle/>
                    <a:p>
                      <a:pPr defTabSz="913765">
                        <a:lnSpc>
                          <a:spcPct val="120000"/>
                        </a:lnSpc>
                        <a:buSzPct val="25000"/>
                        <a:defRPr/>
                      </a:pPr>
                      <a:r>
                        <a:rPr kumimoji="0" lang="zh-CN" altLang="en-US" sz="120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消费者对环保产品需求上升，绿色消费成为新趋势。</a:t>
                      </a:r>
                      <a:endParaRPr kumimoji="0" lang="en-US" altLang="zh-CN" sz="1200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7" name="Bullet2">
                      <a:extLst>
                        <a:ext uri="{FF2B5EF4-FFF2-40B4-BE49-F238E27FC236}">
                          <a16:creationId xmlns:a16="http://schemas.microsoft.com/office/drawing/2014/main" id="{7FDE1EDF-2456-8400-B51C-B4A169E2038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39188" y="3835314"/>
                      <a:ext cx="4096843" cy="44882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b" anchorCtr="0">
                      <a:normAutofit/>
                    </a:bodyPr>
                    <a:lstStyle>
                      <a:defPPr>
                        <a:defRPr lang="zh-CN"/>
                      </a:defPPr>
                      <a:lvl1pPr algn="r">
                        <a:defRPr sz="2000" b="1">
                          <a:solidFill>
                            <a:schemeClr val="accent5"/>
                          </a:solidFill>
                          <a:effectLst>
                            <a:outerShdw blurRad="254000" dist="127000" algn="ctr" rotWithShape="0">
                              <a:schemeClr val="accent5">
                                <a:alpha val="40000"/>
                              </a:schemeClr>
                            </a:outerShdw>
                          </a:effectLst>
                        </a:defRPr>
                      </a:lvl1pPr>
                    </a:lstStyle>
                    <a:p>
                      <a:pPr algn="l"/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绿色环保意识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/>
                      </a:endParaRPr>
                    </a:p>
                  </p:txBody>
                </p:sp>
              </p:grpSp>
            </p:grpSp>
            <p:grpSp>
              <p:nvGrpSpPr>
                <p:cNvPr id="9" name="组合 8">
                  <a:extLst>
                    <a:ext uri="{FF2B5EF4-FFF2-40B4-BE49-F238E27FC236}">
                      <a16:creationId xmlns:a16="http://schemas.microsoft.com/office/drawing/2014/main" id="{B2A61809-1AB4-902A-F444-3667FD8E7131}"/>
                    </a:ext>
                  </a:extLst>
                </p:cNvPr>
                <p:cNvGrpSpPr/>
                <p:nvPr/>
              </p:nvGrpSpPr>
              <p:grpSpPr>
                <a:xfrm>
                  <a:off x="890694" y="5077612"/>
                  <a:ext cx="4645337" cy="1061121"/>
                  <a:chOff x="890694" y="5077612"/>
                  <a:chExt cx="4645337" cy="1061121"/>
                </a:xfrm>
              </p:grpSpPr>
              <p:sp>
                <p:nvSpPr>
                  <p:cNvPr id="10" name="Number3">
                    <a:extLst>
                      <a:ext uri="{FF2B5EF4-FFF2-40B4-BE49-F238E27FC236}">
                        <a16:creationId xmlns:a16="http://schemas.microsoft.com/office/drawing/2014/main" id="{C05FA83B-5646-D3ED-04D4-079EC2D06DBE}"/>
                      </a:ext>
                    </a:extLst>
                  </p:cNvPr>
                  <p:cNvSpPr txBox="1"/>
                  <p:nvPr/>
                </p:nvSpPr>
                <p:spPr>
                  <a:xfrm>
                    <a:off x="890694" y="5282870"/>
                    <a:ext cx="448824" cy="448824"/>
                  </a:xfrm>
                  <a:prstGeom prst="rect">
                    <a:avLst/>
                  </a:prstGeom>
                  <a:solidFill>
                    <a:schemeClr val="accent1">
                      <a:lumMod val="100000"/>
                    </a:schemeClr>
                  </a:soli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none" lIns="91440" tIns="45720" rIns="91440" bIns="45720" numCol="1" spcCol="0" rtlCol="0" fromWordArt="0" anchor="ctr" anchorCtr="0" forceAA="0" compatLnSpc="1">
                    <a:normAutofit/>
                  </a:bodyPr>
                  <a:lstStyle>
                    <a:defPPr>
                      <a:defRPr lang="en-US"/>
                    </a:defPPr>
                    <a:lvl1pPr algn="ctr">
                      <a:defRPr sz="2800" b="1">
                        <a:solidFill>
                          <a:srgbClr val="FFFFFF"/>
                        </a:solidFill>
                        <a:cs typeface="+mn-ea"/>
                      </a:defRPr>
                    </a:lvl1pPr>
                    <a:lvl2pPr>
                      <a:defRPr>
                        <a:solidFill>
                          <a:schemeClr val="lt1"/>
                        </a:solidFill>
                      </a:defRPr>
                    </a:lvl2pPr>
                    <a:lvl3pPr>
                      <a:defRPr>
                        <a:solidFill>
                          <a:schemeClr val="lt1"/>
                        </a:solidFill>
                      </a:defRPr>
                    </a:lvl3pPr>
                    <a:lvl4pPr>
                      <a:defRPr>
                        <a:solidFill>
                          <a:schemeClr val="lt1"/>
                        </a:solidFill>
                      </a:defRPr>
                    </a:lvl4pPr>
                    <a:lvl5pPr>
                      <a:defRPr>
                        <a:solidFill>
                          <a:schemeClr val="lt1"/>
                        </a:solidFill>
                      </a:defRPr>
                    </a:lvl5pPr>
                    <a:lvl6pPr>
                      <a:defRPr>
                        <a:solidFill>
                          <a:schemeClr val="lt1"/>
                        </a:solidFill>
                      </a:defRPr>
                    </a:lvl6pPr>
                    <a:lvl7pPr>
                      <a:defRPr>
                        <a:solidFill>
                          <a:schemeClr val="lt1"/>
                        </a:solidFill>
                      </a:defRPr>
                    </a:lvl7pPr>
                    <a:lvl8pPr>
                      <a:defRPr>
                        <a:solidFill>
                          <a:schemeClr val="lt1"/>
                        </a:solidFill>
                      </a:defRPr>
                    </a:lvl8pPr>
                    <a:lvl9pPr>
                      <a:defRPr>
                        <a:solidFill>
                          <a:schemeClr val="lt1"/>
                        </a:solidFill>
                      </a:defRPr>
                    </a:lvl9pPr>
                  </a:lstStyle>
                  <a:p>
                    <a:r>
                      <a:rPr lang="en-US" altLang="zh-CN" sz="2000" dirty="0">
                        <a:solidFill>
                          <a:schemeClr val="tx1"/>
                        </a:solidFill>
                      </a:rPr>
                      <a:t>3</a:t>
                    </a:r>
                    <a:endParaRPr lang="zh-CN" altLang="en-US" sz="2000" dirty="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1" name="组合 10">
                    <a:extLst>
                      <a:ext uri="{FF2B5EF4-FFF2-40B4-BE49-F238E27FC236}">
                        <a16:creationId xmlns:a16="http://schemas.microsoft.com/office/drawing/2014/main" id="{E5DA6ECA-8B8C-6BA6-9C1E-5EF0D2C427F9}"/>
                      </a:ext>
                    </a:extLst>
                  </p:cNvPr>
                  <p:cNvGrpSpPr/>
                  <p:nvPr/>
                </p:nvGrpSpPr>
                <p:grpSpPr>
                  <a:xfrm>
                    <a:off x="1418585" y="5077612"/>
                    <a:ext cx="4117446" cy="1061121"/>
                    <a:chOff x="1418585" y="5077612"/>
                    <a:chExt cx="4117446" cy="1061121"/>
                  </a:xfrm>
                </p:grpSpPr>
                <p:sp>
                  <p:nvSpPr>
                    <p:cNvPr id="12" name="Text3">
                      <a:extLst>
                        <a:ext uri="{FF2B5EF4-FFF2-40B4-BE49-F238E27FC236}">
                          <a16:creationId xmlns:a16="http://schemas.microsoft.com/office/drawing/2014/main" id="{A5282329-10AC-36C7-A396-D367839DC06B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1418585" y="5526578"/>
                      <a:ext cx="4096844" cy="612155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txBody>
                    <a:bodyPr wrap="square" lIns="91440" tIns="45720" rIns="91440" bIns="45720" anchor="t">
                      <a:normAutofit/>
                    </a:bodyPr>
                    <a:lstStyle/>
                    <a:p>
                      <a:pPr defTabSz="913765">
                        <a:lnSpc>
                          <a:spcPct val="120000"/>
                        </a:lnSpc>
                        <a:buSzPct val="25000"/>
                        <a:defRPr/>
                      </a:pPr>
                      <a:r>
                        <a:rPr kumimoji="0" lang="zh-CN" altLang="en-US" sz="120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消费者对产品品质要求提高，追求个性化、高品质。</a:t>
                      </a:r>
                      <a:endParaRPr kumimoji="0" lang="en-US" altLang="zh-CN" sz="1200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13" name="Bullet3">
                      <a:extLst>
                        <a:ext uri="{FF2B5EF4-FFF2-40B4-BE49-F238E27FC236}">
                          <a16:creationId xmlns:a16="http://schemas.microsoft.com/office/drawing/2014/main" id="{ADF1F721-F52E-FCC8-9485-6BA643F535A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39188" y="5077612"/>
                      <a:ext cx="4096843" cy="44882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b" anchorCtr="0">
                      <a:normAutofit/>
                    </a:bodyPr>
                    <a:lstStyle>
                      <a:defPPr>
                        <a:defRPr lang="zh-CN"/>
                      </a:defPPr>
                      <a:lvl1pPr algn="r">
                        <a:defRPr sz="2000" b="1">
                          <a:solidFill>
                            <a:schemeClr val="accent5"/>
                          </a:solidFill>
                          <a:effectLst>
                            <a:outerShdw blurRad="254000" dist="127000" algn="ctr" rotWithShape="0">
                              <a:schemeClr val="accent5">
                                <a:alpha val="40000"/>
                              </a:schemeClr>
                            </a:outerShdw>
                          </a:effectLst>
                        </a:defRPr>
                      </a:lvl1pPr>
                    </a:lstStyle>
                    <a:p>
                      <a:pPr algn="l"/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品质追求升级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/>
                      </a:endParaRPr>
                    </a:p>
                  </p:txBody>
                </p:sp>
              </p:grpSp>
            </p:grpSp>
          </p:grp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9461C577-632D-1FDD-8999-7DED4099C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消费者行为</a:t>
            </a:r>
          </a:p>
        </p:txBody>
      </p:sp>
    </p:spTree>
    <p:extLst>
      <p:ext uri="{BB962C8B-B14F-4D97-AF65-F5344CB8AC3E}">
        <p14:creationId xmlns:p14="http://schemas.microsoft.com/office/powerpoint/2010/main" val="912439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未来展望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/>
        <p:txBody>
          <a:bodyPr/>
          <a:lstStyle/>
          <a:p>
            <a:r>
              <a:rPr lang="zh-CN" altLang="en-US" dirty="0"/>
              <a:t>对通用行业未来发展的预测及建议</a:t>
            </a:r>
            <a:endParaRPr 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721E24B-1EB9-B31D-90AB-27F885C6A220}"/>
              </a:ext>
            </a:extLst>
          </p:cNvPr>
          <p:cNvSpPr txBox="1"/>
          <p:nvPr/>
        </p:nvSpPr>
        <p:spPr>
          <a:xfrm>
            <a:off x="5389418" y="1022579"/>
            <a:ext cx="1413164" cy="1323439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altLang="zh-CN" sz="8000" b="1" dirty="0"/>
              <a:t>03</a:t>
            </a:r>
            <a:endParaRPr lang="zh-CN" altLang="en-US" sz="80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5A2BC6C-241B-89DD-5F3D-5B9439C4537A}"/>
              </a:ext>
            </a:extLst>
          </p:cNvPr>
          <p:cNvGrpSpPr/>
          <p:nvPr/>
        </p:nvGrpSpPr>
        <p:grpSpPr>
          <a:xfrm>
            <a:off x="0" y="1275820"/>
            <a:ext cx="12192000" cy="4890030"/>
            <a:chOff x="0" y="1275820"/>
            <a:chExt cx="12192000" cy="4890030"/>
          </a:xfrm>
        </p:grpSpPr>
        <p:sp>
          <p:nvSpPr>
            <p:cNvPr id="4" name="Title">
              <a:extLst>
                <a:ext uri="{FF2B5EF4-FFF2-40B4-BE49-F238E27FC236}">
                  <a16:creationId xmlns:a16="http://schemas.microsoft.com/office/drawing/2014/main" id="{B18208EC-4266-A309-FC7A-2303AD7E6707}"/>
                </a:ext>
              </a:extLst>
            </p:cNvPr>
            <p:cNvSpPr txBox="1"/>
            <p:nvPr/>
          </p:nvSpPr>
          <p:spPr>
            <a:xfrm>
              <a:off x="673100" y="1275820"/>
              <a:ext cx="10845800" cy="562692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zh-CN" altLang="en-US" sz="2400" b="1" dirty="0"/>
                <a:t>行业未来发展趋势及潜力</a:t>
              </a:r>
            </a:p>
          </p:txBody>
        </p:sp>
        <p:cxnSp>
          <p:nvCxnSpPr>
            <p:cNvPr id="5" name="îşḻîḑê">
              <a:extLst>
                <a:ext uri="{FF2B5EF4-FFF2-40B4-BE49-F238E27FC236}">
                  <a16:creationId xmlns:a16="http://schemas.microsoft.com/office/drawing/2014/main" id="{D7334BB4-10A9-3CD9-7D81-13CFB2B1CEEF}"/>
                </a:ext>
              </a:extLst>
            </p:cNvPr>
            <p:cNvCxnSpPr>
              <a:cxnSpLocks/>
            </p:cNvCxnSpPr>
            <p:nvPr/>
          </p:nvCxnSpPr>
          <p:spPr>
            <a:xfrm>
              <a:off x="8948147" y="4653194"/>
              <a:ext cx="0" cy="1512656"/>
            </a:xfrm>
            <a:prstGeom prst="line">
              <a:avLst/>
            </a:prstGeom>
            <a:ln w="12700" cap="rnd">
              <a:solidFill>
                <a:schemeClr val="tx2"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îşḻîḑê">
              <a:extLst>
                <a:ext uri="{FF2B5EF4-FFF2-40B4-BE49-F238E27FC236}">
                  <a16:creationId xmlns:a16="http://schemas.microsoft.com/office/drawing/2014/main" id="{E473430B-C775-04CA-A91F-0CE69C6F70C8}"/>
                </a:ext>
              </a:extLst>
            </p:cNvPr>
            <p:cNvCxnSpPr>
              <a:cxnSpLocks/>
            </p:cNvCxnSpPr>
            <p:nvPr/>
          </p:nvCxnSpPr>
          <p:spPr>
            <a:xfrm>
              <a:off x="6274257" y="4653194"/>
              <a:ext cx="0" cy="1512656"/>
            </a:xfrm>
            <a:prstGeom prst="line">
              <a:avLst/>
            </a:prstGeom>
            <a:ln w="12700" cap="rnd">
              <a:solidFill>
                <a:schemeClr val="tx2"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îşḻîḑê">
              <a:extLst>
                <a:ext uri="{FF2B5EF4-FFF2-40B4-BE49-F238E27FC236}">
                  <a16:creationId xmlns:a16="http://schemas.microsoft.com/office/drawing/2014/main" id="{420B658D-1C2F-F8D8-B152-59EDACB8DA03}"/>
                </a:ext>
              </a:extLst>
            </p:cNvPr>
            <p:cNvCxnSpPr>
              <a:cxnSpLocks/>
            </p:cNvCxnSpPr>
            <p:nvPr/>
          </p:nvCxnSpPr>
          <p:spPr>
            <a:xfrm>
              <a:off x="3614333" y="4653194"/>
              <a:ext cx="0" cy="1512656"/>
            </a:xfrm>
            <a:prstGeom prst="line">
              <a:avLst/>
            </a:prstGeom>
            <a:ln w="12700" cap="rnd">
              <a:solidFill>
                <a:schemeClr val="tx2"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0F242619-19CB-AD90-967A-D1592920E165}"/>
                </a:ext>
              </a:extLst>
            </p:cNvPr>
            <p:cNvGrpSpPr/>
            <p:nvPr/>
          </p:nvGrpSpPr>
          <p:grpSpPr>
            <a:xfrm>
              <a:off x="0" y="1937226"/>
              <a:ext cx="12192000" cy="4206399"/>
              <a:chOff x="0" y="1937226"/>
              <a:chExt cx="12192000" cy="4206399"/>
            </a:xfrm>
          </p:grpSpPr>
          <p:sp>
            <p:nvSpPr>
              <p:cNvPr id="21" name="PictureMisc">
                <a:extLst>
                  <a:ext uri="{FF2B5EF4-FFF2-40B4-BE49-F238E27FC236}">
                    <a16:creationId xmlns:a16="http://schemas.microsoft.com/office/drawing/2014/main" id="{4AC0DD41-959D-F196-1B33-038C76148C92}"/>
                  </a:ext>
                </a:extLst>
              </p:cNvPr>
              <p:cNvSpPr/>
              <p:nvPr/>
            </p:nvSpPr>
            <p:spPr>
              <a:xfrm>
                <a:off x="0" y="1937226"/>
                <a:ext cx="12192000" cy="1906156"/>
              </a:xfrm>
              <a:prstGeom prst="rect">
                <a:avLst/>
              </a:prstGeom>
              <a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>
                          <a14:imgEffect>
                            <a14:colorTemperature colorTemp="8000"/>
                          </a14:imgEffect>
                        </a14:imgLayer>
                      </a14:imgProps>
                    </a:ext>
                  </a:extLst>
                </a:blip>
                <a:srcRect/>
                <a:stretch>
                  <a:fillRect t="-178392" b="-148016"/>
                </a:stretch>
              </a:blipFill>
              <a:ln w="63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 dirty="0"/>
              </a:p>
            </p:txBody>
          </p:sp>
          <p:sp>
            <p:nvSpPr>
              <p:cNvPr id="22" name="Text1">
                <a:extLst>
                  <a:ext uri="{FF2B5EF4-FFF2-40B4-BE49-F238E27FC236}">
                    <a16:creationId xmlns:a16="http://schemas.microsoft.com/office/drawing/2014/main" id="{34E3D75B-970D-E4AC-3B40-F19E4FC87BFA}"/>
                  </a:ext>
                </a:extLst>
              </p:cNvPr>
              <p:cNvSpPr txBox="1"/>
              <p:nvPr/>
            </p:nvSpPr>
            <p:spPr>
              <a:xfrm>
                <a:off x="899707" y="4920775"/>
                <a:ext cx="2519772" cy="1222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200" dirty="0"/>
                  <a:t>未来，技术创新将引领行业发展，智能化、自动化程度提升，推动行业向更高效率、更优品质迈进。</a:t>
                </a:r>
                <a:endParaRPr lang="en-US" altLang="zh-CN" sz="1200" dirty="0"/>
              </a:p>
            </p:txBody>
          </p:sp>
          <p:sp>
            <p:nvSpPr>
              <p:cNvPr id="23" name="Bullet1">
                <a:extLst>
                  <a:ext uri="{FF2B5EF4-FFF2-40B4-BE49-F238E27FC236}">
                    <a16:creationId xmlns:a16="http://schemas.microsoft.com/office/drawing/2014/main" id="{5D922972-7076-8813-4C1A-5C0DB1EC8FF7}"/>
                  </a:ext>
                </a:extLst>
              </p:cNvPr>
              <p:cNvSpPr/>
              <p:nvPr/>
            </p:nvSpPr>
            <p:spPr>
              <a:xfrm>
                <a:off x="899707" y="4504789"/>
                <a:ext cx="2519772" cy="415985"/>
              </a:xfrm>
              <a:prstGeom prst="rect">
                <a:avLst/>
              </a:prstGeom>
              <a:ln w="19050">
                <a:noFill/>
              </a:ln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 algn="ctr"/>
                <a:r>
                  <a:rPr lang="zh-CN" altLang="en-US" b="1" dirty="0"/>
                  <a:t>技术革新驱动</a:t>
                </a:r>
              </a:p>
            </p:txBody>
          </p:sp>
          <p:sp>
            <p:nvSpPr>
              <p:cNvPr id="24" name="Number1">
                <a:extLst>
                  <a:ext uri="{FF2B5EF4-FFF2-40B4-BE49-F238E27FC236}">
                    <a16:creationId xmlns:a16="http://schemas.microsoft.com/office/drawing/2014/main" id="{EF37A088-53BC-8C31-F061-7B02F4D6A26C}"/>
                  </a:ext>
                </a:extLst>
              </p:cNvPr>
              <p:cNvSpPr/>
              <p:nvPr/>
            </p:nvSpPr>
            <p:spPr>
              <a:xfrm>
                <a:off x="1924592" y="4104679"/>
                <a:ext cx="470000" cy="400110"/>
              </a:xfrm>
              <a:prstGeom prst="rect">
                <a:avLst/>
              </a:prstGeom>
            </p:spPr>
            <p:txBody>
              <a:bodyPr wrap="none" lIns="91440" tIns="45720" rIns="91440" bIns="45720">
                <a:normAutofit fontScale="92500" lnSpcReduction="10000"/>
              </a:bodyPr>
              <a:lstStyle/>
              <a:p>
                <a:pPr lvl="0" algn="ctr"/>
                <a:r>
                  <a:rPr lang="en-US" altLang="zh-CN" sz="2400" b="1" dirty="0">
                    <a:solidFill>
                      <a:schemeClr val="accent1"/>
                    </a:solidFill>
                  </a:rPr>
                  <a:t>1</a:t>
                </a:r>
                <a:endParaRPr lang="zh-CN" altLang="en-US" sz="2400" b="1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37A893BA-8733-130B-D612-328FF434A254}"/>
                </a:ext>
              </a:extLst>
            </p:cNvPr>
            <p:cNvGrpSpPr/>
            <p:nvPr/>
          </p:nvGrpSpPr>
          <p:grpSpPr>
            <a:xfrm>
              <a:off x="3614333" y="4104679"/>
              <a:ext cx="2519772" cy="2038946"/>
              <a:chOff x="3614333" y="4104679"/>
              <a:chExt cx="2519772" cy="2038946"/>
            </a:xfrm>
          </p:grpSpPr>
          <p:sp>
            <p:nvSpPr>
              <p:cNvPr id="18" name="Text2">
                <a:extLst>
                  <a:ext uri="{FF2B5EF4-FFF2-40B4-BE49-F238E27FC236}">
                    <a16:creationId xmlns:a16="http://schemas.microsoft.com/office/drawing/2014/main" id="{ECF895DC-D776-EFF9-26F7-701706E286E1}"/>
                  </a:ext>
                </a:extLst>
              </p:cNvPr>
              <p:cNvSpPr txBox="1"/>
              <p:nvPr/>
            </p:nvSpPr>
            <p:spPr>
              <a:xfrm>
                <a:off x="3614333" y="4920775"/>
                <a:ext cx="2519772" cy="1222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200" dirty="0"/>
                  <a:t>随着消费升级，市场需求不断增长，行业有望进一步扩大市场份额，拓展新的应用领域。</a:t>
                </a:r>
                <a:endParaRPr lang="en-US" altLang="zh-CN" sz="1200" dirty="0"/>
              </a:p>
            </p:txBody>
          </p:sp>
          <p:sp>
            <p:nvSpPr>
              <p:cNvPr id="19" name="Bullet2">
                <a:extLst>
                  <a:ext uri="{FF2B5EF4-FFF2-40B4-BE49-F238E27FC236}">
                    <a16:creationId xmlns:a16="http://schemas.microsoft.com/office/drawing/2014/main" id="{5C7B5E1A-1BF6-B684-E992-AD3FDB8B6D73}"/>
                  </a:ext>
                </a:extLst>
              </p:cNvPr>
              <p:cNvSpPr/>
              <p:nvPr/>
            </p:nvSpPr>
            <p:spPr>
              <a:xfrm>
                <a:off x="3614333" y="4504789"/>
                <a:ext cx="2519772" cy="415985"/>
              </a:xfrm>
              <a:prstGeom prst="rect">
                <a:avLst/>
              </a:prstGeom>
              <a:ln w="19050">
                <a:noFill/>
              </a:ln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 algn="ctr"/>
                <a:r>
                  <a:rPr lang="zh-CN" altLang="en-US" b="1"/>
                  <a:t>市场需求扩大</a:t>
                </a:r>
                <a:endParaRPr lang="zh-CN" altLang="en-US" b="1" dirty="0"/>
              </a:p>
            </p:txBody>
          </p:sp>
          <p:sp>
            <p:nvSpPr>
              <p:cNvPr id="20" name="Number2">
                <a:extLst>
                  <a:ext uri="{FF2B5EF4-FFF2-40B4-BE49-F238E27FC236}">
                    <a16:creationId xmlns:a16="http://schemas.microsoft.com/office/drawing/2014/main" id="{12396D14-C37C-B27F-3280-66632E4FAD8A}"/>
                  </a:ext>
                </a:extLst>
              </p:cNvPr>
              <p:cNvSpPr/>
              <p:nvPr/>
            </p:nvSpPr>
            <p:spPr>
              <a:xfrm>
                <a:off x="4639218" y="4104679"/>
                <a:ext cx="470000" cy="400110"/>
              </a:xfrm>
              <a:prstGeom prst="rect">
                <a:avLst/>
              </a:prstGeom>
            </p:spPr>
            <p:txBody>
              <a:bodyPr wrap="none" lIns="91440" tIns="45720" rIns="91440" bIns="45720">
                <a:normAutofit fontScale="92500" lnSpcReduction="10000"/>
              </a:bodyPr>
              <a:lstStyle/>
              <a:p>
                <a:pPr lvl="0" algn="ctr"/>
                <a:r>
                  <a:rPr lang="en-US" altLang="zh-CN" sz="2400" b="1">
                    <a:solidFill>
                      <a:schemeClr val="accent1"/>
                    </a:solidFill>
                  </a:rPr>
                  <a:t>2</a:t>
                </a:r>
                <a:endParaRPr lang="zh-CN" altLang="en-US" sz="2400" b="1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08161D00-AD68-E5FF-5736-893F2AC8E3E4}"/>
                </a:ext>
              </a:extLst>
            </p:cNvPr>
            <p:cNvGrpSpPr/>
            <p:nvPr/>
          </p:nvGrpSpPr>
          <p:grpSpPr>
            <a:xfrm>
              <a:off x="6281424" y="4104679"/>
              <a:ext cx="2519772" cy="2038946"/>
              <a:chOff x="6281424" y="4104679"/>
              <a:chExt cx="2519772" cy="2038946"/>
            </a:xfrm>
          </p:grpSpPr>
          <p:sp>
            <p:nvSpPr>
              <p:cNvPr id="15" name="Text3">
                <a:extLst>
                  <a:ext uri="{FF2B5EF4-FFF2-40B4-BE49-F238E27FC236}">
                    <a16:creationId xmlns:a16="http://schemas.microsoft.com/office/drawing/2014/main" id="{18A35D13-9575-80C2-8BEF-B0804FA5E6D6}"/>
                  </a:ext>
                </a:extLst>
              </p:cNvPr>
              <p:cNvSpPr txBox="1"/>
              <p:nvPr/>
            </p:nvSpPr>
            <p:spPr>
              <a:xfrm>
                <a:off x="6281424" y="4920775"/>
                <a:ext cx="2519772" cy="1222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200"/>
                  <a:t>国家政策对行业的扶持力度持续加大，为行业发展提供有力保障，行业前景广阔。</a:t>
                </a:r>
                <a:endParaRPr lang="en-US" altLang="zh-CN" sz="1200" dirty="0"/>
              </a:p>
            </p:txBody>
          </p:sp>
          <p:sp>
            <p:nvSpPr>
              <p:cNvPr id="16" name="Bullet3">
                <a:extLst>
                  <a:ext uri="{FF2B5EF4-FFF2-40B4-BE49-F238E27FC236}">
                    <a16:creationId xmlns:a16="http://schemas.microsoft.com/office/drawing/2014/main" id="{A95FA6B6-E086-1F0F-1711-3FDCAE4B6F64}"/>
                  </a:ext>
                </a:extLst>
              </p:cNvPr>
              <p:cNvSpPr/>
              <p:nvPr/>
            </p:nvSpPr>
            <p:spPr>
              <a:xfrm>
                <a:off x="6281424" y="4504789"/>
                <a:ext cx="2519772" cy="415985"/>
              </a:xfrm>
              <a:prstGeom prst="rect">
                <a:avLst/>
              </a:prstGeom>
              <a:ln w="19050">
                <a:noFill/>
              </a:ln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 algn="ctr"/>
                <a:r>
                  <a:rPr lang="zh-CN" altLang="en-US" b="1"/>
                  <a:t>政策支持力度</a:t>
                </a:r>
                <a:endParaRPr lang="zh-CN" altLang="en-US" b="1" dirty="0"/>
              </a:p>
            </p:txBody>
          </p:sp>
          <p:sp>
            <p:nvSpPr>
              <p:cNvPr id="17" name="Number3">
                <a:extLst>
                  <a:ext uri="{FF2B5EF4-FFF2-40B4-BE49-F238E27FC236}">
                    <a16:creationId xmlns:a16="http://schemas.microsoft.com/office/drawing/2014/main" id="{F6EEA179-30F5-D713-7FFB-BE182E206A5C}"/>
                  </a:ext>
                </a:extLst>
              </p:cNvPr>
              <p:cNvSpPr/>
              <p:nvPr/>
            </p:nvSpPr>
            <p:spPr>
              <a:xfrm>
                <a:off x="7306309" y="4104679"/>
                <a:ext cx="470000" cy="400110"/>
              </a:xfrm>
              <a:prstGeom prst="rect">
                <a:avLst/>
              </a:prstGeom>
            </p:spPr>
            <p:txBody>
              <a:bodyPr wrap="none" lIns="91440" tIns="45720" rIns="91440" bIns="45720">
                <a:normAutofit fontScale="92500" lnSpcReduction="10000"/>
              </a:bodyPr>
              <a:lstStyle/>
              <a:p>
                <a:pPr lvl="0" algn="ctr"/>
                <a:r>
                  <a:rPr lang="en-US" altLang="zh-CN" sz="2400" b="1">
                    <a:solidFill>
                      <a:schemeClr val="accent1"/>
                    </a:solidFill>
                  </a:rPr>
                  <a:t>3</a:t>
                </a:r>
                <a:endParaRPr lang="zh-CN" altLang="en-US" sz="2400" b="1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52AE3C9E-0171-9AB6-BDB7-EE685CF2BB39}"/>
                </a:ext>
              </a:extLst>
            </p:cNvPr>
            <p:cNvGrpSpPr/>
            <p:nvPr/>
          </p:nvGrpSpPr>
          <p:grpSpPr>
            <a:xfrm>
              <a:off x="8999128" y="4104679"/>
              <a:ext cx="2519772" cy="2038946"/>
              <a:chOff x="8999128" y="4104679"/>
              <a:chExt cx="2519772" cy="2038946"/>
            </a:xfrm>
          </p:grpSpPr>
          <p:sp>
            <p:nvSpPr>
              <p:cNvPr id="12" name="Text4">
                <a:extLst>
                  <a:ext uri="{FF2B5EF4-FFF2-40B4-BE49-F238E27FC236}">
                    <a16:creationId xmlns:a16="http://schemas.microsoft.com/office/drawing/2014/main" id="{271FF818-C192-0864-DFB1-FF8EE65B7863}"/>
                  </a:ext>
                </a:extLst>
              </p:cNvPr>
              <p:cNvSpPr txBox="1"/>
              <p:nvPr/>
            </p:nvSpPr>
            <p:spPr>
              <a:xfrm>
                <a:off x="8999128" y="4920775"/>
                <a:ext cx="2519772" cy="1222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200"/>
                  <a:t>国际化趋势明显，行业将加强与国际市场的合作，拓展海外市场，提升国际竞争力。</a:t>
                </a:r>
                <a:endParaRPr lang="en-US" altLang="zh-CN" sz="1200" dirty="0"/>
              </a:p>
            </p:txBody>
          </p:sp>
          <p:sp>
            <p:nvSpPr>
              <p:cNvPr id="13" name="Bullet4">
                <a:extLst>
                  <a:ext uri="{FF2B5EF4-FFF2-40B4-BE49-F238E27FC236}">
                    <a16:creationId xmlns:a16="http://schemas.microsoft.com/office/drawing/2014/main" id="{686C38C1-734E-517B-1FBA-CC9AADD83098}"/>
                  </a:ext>
                </a:extLst>
              </p:cNvPr>
              <p:cNvSpPr/>
              <p:nvPr/>
            </p:nvSpPr>
            <p:spPr>
              <a:xfrm>
                <a:off x="8999128" y="4504789"/>
                <a:ext cx="2519772" cy="415985"/>
              </a:xfrm>
              <a:prstGeom prst="rect">
                <a:avLst/>
              </a:prstGeom>
              <a:ln w="19050">
                <a:noFill/>
              </a:ln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 algn="ctr"/>
                <a:r>
                  <a:rPr lang="zh-CN" altLang="en-US" b="1"/>
                  <a:t>国际合作拓展</a:t>
                </a:r>
                <a:endParaRPr lang="zh-CN" altLang="en-US" b="1" dirty="0"/>
              </a:p>
            </p:txBody>
          </p:sp>
          <p:sp>
            <p:nvSpPr>
              <p:cNvPr id="14" name="Number4">
                <a:extLst>
                  <a:ext uri="{FF2B5EF4-FFF2-40B4-BE49-F238E27FC236}">
                    <a16:creationId xmlns:a16="http://schemas.microsoft.com/office/drawing/2014/main" id="{1E38CE16-42CA-B335-3BF2-D4CA962F988F}"/>
                  </a:ext>
                </a:extLst>
              </p:cNvPr>
              <p:cNvSpPr/>
              <p:nvPr/>
            </p:nvSpPr>
            <p:spPr>
              <a:xfrm>
                <a:off x="10024013" y="4104679"/>
                <a:ext cx="470000" cy="400110"/>
              </a:xfrm>
              <a:prstGeom prst="rect">
                <a:avLst/>
              </a:prstGeom>
            </p:spPr>
            <p:txBody>
              <a:bodyPr wrap="none" lIns="91440" tIns="45720" rIns="91440" bIns="45720">
                <a:normAutofit fontScale="92500" lnSpcReduction="10000"/>
              </a:bodyPr>
              <a:lstStyle/>
              <a:p>
                <a:pPr lvl="0" algn="ctr"/>
                <a:r>
                  <a:rPr lang="en-US" altLang="zh-CN" sz="2400" b="1" dirty="0">
                    <a:solidFill>
                      <a:schemeClr val="accent1"/>
                    </a:solidFill>
                  </a:rPr>
                  <a:t>4</a:t>
                </a:r>
                <a:endParaRPr lang="zh-CN" altLang="en-US" sz="2400" b="1" dirty="0">
                  <a:solidFill>
                    <a:schemeClr val="accent1"/>
                  </a:solidFill>
                </a:endParaRPr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4DC3A1DE-8094-7C94-A3E3-27366CA1B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发展前景</a:t>
            </a:r>
          </a:p>
        </p:txBody>
      </p:sp>
    </p:spTree>
    <p:extLst>
      <p:ext uri="{BB962C8B-B14F-4D97-AF65-F5344CB8AC3E}">
        <p14:creationId xmlns:p14="http://schemas.microsoft.com/office/powerpoint/2010/main" val="293436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965E5837-307C-F808-3693-11509C133344}"/>
              </a:ext>
            </a:extLst>
          </p:cNvPr>
          <p:cNvGrpSpPr/>
          <p:nvPr/>
        </p:nvGrpSpPr>
        <p:grpSpPr>
          <a:xfrm>
            <a:off x="547782" y="1028700"/>
            <a:ext cx="10971118" cy="4744055"/>
            <a:chOff x="547782" y="1028700"/>
            <a:chExt cx="10971118" cy="4744055"/>
          </a:xfrm>
        </p:grpSpPr>
        <p:sp>
          <p:nvSpPr>
            <p:cNvPr id="6" name="任意多边形 18">
              <a:extLst>
                <a:ext uri="{FF2B5EF4-FFF2-40B4-BE49-F238E27FC236}">
                  <a16:creationId xmlns:a16="http://schemas.microsoft.com/office/drawing/2014/main" id="{570F2C62-32E1-C63F-9357-DEAD25EB6E58}"/>
                </a:ext>
              </a:extLst>
            </p:cNvPr>
            <p:cNvSpPr/>
            <p:nvPr/>
          </p:nvSpPr>
          <p:spPr>
            <a:xfrm>
              <a:off x="547782" y="1028700"/>
              <a:ext cx="360000" cy="360000"/>
            </a:xfrm>
            <a:custGeom>
              <a:avLst/>
              <a:gdLst>
                <a:gd name="connsiteX0" fmla="*/ 0 w 2598238"/>
                <a:gd name="connsiteY0" fmla="*/ 0 h 2204784"/>
                <a:gd name="connsiteX1" fmla="*/ 2598238 w 2598238"/>
                <a:gd name="connsiteY1" fmla="*/ 0 h 2204784"/>
                <a:gd name="connsiteX2" fmla="*/ 2598238 w 2598238"/>
                <a:gd name="connsiteY2" fmla="*/ 2204784 h 2204784"/>
                <a:gd name="connsiteX3" fmla="*/ 0 w 2598238"/>
                <a:gd name="connsiteY3" fmla="*/ 2204784 h 2204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8238" h="2204784">
                  <a:moveTo>
                    <a:pt x="0" y="0"/>
                  </a:moveTo>
                  <a:lnTo>
                    <a:pt x="2598238" y="0"/>
                  </a:lnTo>
                  <a:lnTo>
                    <a:pt x="2598238" y="2204784"/>
                  </a:lnTo>
                  <a:lnTo>
                    <a:pt x="0" y="2204784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" name="Title">
              <a:extLst>
                <a:ext uri="{FF2B5EF4-FFF2-40B4-BE49-F238E27FC236}">
                  <a16:creationId xmlns:a16="http://schemas.microsoft.com/office/drawing/2014/main" id="{8A0DDE8F-E3B9-87AA-BAE8-104BE63A64D4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632490"/>
            </a:xfrm>
            <a:prstGeom prst="rect">
              <a:avLst/>
            </a:prstGeom>
          </p:spPr>
          <p:txBody>
            <a:bodyPr wrap="square" anchor="ctr" anchorCtr="0">
              <a:normAutofit/>
            </a:bodyPr>
            <a:lstStyle>
              <a:defPPr>
                <a:defRPr lang="zh-CN"/>
              </a:defPPr>
              <a:lvl1pPr>
                <a:buSzPct val="25000"/>
                <a:defRPr sz="2400" b="1">
                  <a:cs typeface="+mn-ea"/>
                </a:defRPr>
              </a:lvl1pPr>
            </a:lstStyle>
            <a:p>
              <a:r>
                <a:rPr lang="zh-CN" altLang="en-US">
                  <a:sym typeface="+mn-lt"/>
                </a:rPr>
                <a:t>可挖掘的市场机会及潜在增长点</a:t>
              </a:r>
              <a:endParaRPr lang="en-US" altLang="zh-CN" dirty="0">
                <a:sym typeface="+mn-lt"/>
              </a:endParaRP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0FA49CC1-51E7-C829-3E6C-C97D0B43A32B}"/>
                </a:ext>
              </a:extLst>
            </p:cNvPr>
            <p:cNvGrpSpPr/>
            <p:nvPr/>
          </p:nvGrpSpPr>
          <p:grpSpPr>
            <a:xfrm>
              <a:off x="660400" y="2190750"/>
              <a:ext cx="10858500" cy="3582005"/>
              <a:chOff x="660402" y="2190750"/>
              <a:chExt cx="8098658" cy="3582005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0E080130-1DF5-BFBD-72E1-0A64C609D76A}"/>
                  </a:ext>
                </a:extLst>
              </p:cNvPr>
              <p:cNvGrpSpPr/>
              <p:nvPr/>
            </p:nvGrpSpPr>
            <p:grpSpPr>
              <a:xfrm>
                <a:off x="660402" y="2190750"/>
                <a:ext cx="2578980" cy="3582005"/>
                <a:chOff x="660401" y="2903682"/>
                <a:chExt cx="3612252" cy="2401421"/>
              </a:xfrm>
            </p:grpSpPr>
            <p:sp>
              <p:nvSpPr>
                <p:cNvPr id="21" name="ComponentBackground1">
                  <a:extLst>
                    <a:ext uri="{FF2B5EF4-FFF2-40B4-BE49-F238E27FC236}">
                      <a16:creationId xmlns:a16="http://schemas.microsoft.com/office/drawing/2014/main" id="{0188109F-CD89-3382-E0E2-6D4ED4D25A1D}"/>
                    </a:ext>
                  </a:extLst>
                </p:cNvPr>
                <p:cNvSpPr/>
                <p:nvPr/>
              </p:nvSpPr>
              <p:spPr>
                <a:xfrm>
                  <a:off x="660401" y="2903682"/>
                  <a:ext cx="3612251" cy="1947187"/>
                </a:xfrm>
                <a:prstGeom prst="rect">
                  <a:avLst/>
                </a:prstGeom>
                <a:solidFill>
                  <a:srgbClr val="FFFFFF"/>
                </a:solidFill>
                <a:ln w="6350">
                  <a:noFill/>
                  <a:prstDash val="solid"/>
                </a:ln>
                <a:effectLst>
                  <a:outerShdw blurRad="127000" dist="63500" algn="l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b="1" dirty="0">
                    <a:solidFill>
                      <a:srgbClr val="000000"/>
                    </a:solidFill>
                    <a:sym typeface="+mn-lt"/>
                  </a:endParaRPr>
                </a:p>
              </p:txBody>
            </p:sp>
            <p:sp>
              <p:nvSpPr>
                <p:cNvPr id="22" name="Number1">
                  <a:extLst>
                    <a:ext uri="{FF2B5EF4-FFF2-40B4-BE49-F238E27FC236}">
                      <a16:creationId xmlns:a16="http://schemas.microsoft.com/office/drawing/2014/main" id="{EEDCDC4B-C75A-67F6-619B-7A950CAB6DC5}"/>
                    </a:ext>
                  </a:extLst>
                </p:cNvPr>
                <p:cNvSpPr/>
                <p:nvPr/>
              </p:nvSpPr>
              <p:spPr>
                <a:xfrm>
                  <a:off x="1964566" y="5026431"/>
                  <a:ext cx="2308087" cy="278672"/>
                </a:xfrm>
                <a:prstGeom prst="rect">
                  <a:avLst/>
                </a:prstGeom>
                <a:solidFill>
                  <a:schemeClr val="accent1"/>
                </a:solidFill>
              </p:spPr>
              <p:txBody>
                <a:bodyPr wrap="square" anchor="ctr" anchorCtr="1">
                  <a:normAutofit/>
                </a:bodyPr>
                <a:lstStyle/>
                <a:p>
                  <a:pPr algn="ctr" defTabSz="913765">
                    <a:buSzPct val="25000"/>
                  </a:pPr>
                  <a:r>
                    <a:rPr lang="en-US" altLang="zh-CN" b="1" dirty="0">
                      <a:cs typeface="+mn-ea"/>
                      <a:sym typeface="+mn-lt"/>
                    </a:rPr>
                    <a:t>01</a:t>
                  </a:r>
                </a:p>
              </p:txBody>
            </p:sp>
            <p:sp>
              <p:nvSpPr>
                <p:cNvPr id="23" name="Text1">
                  <a:extLst>
                    <a:ext uri="{FF2B5EF4-FFF2-40B4-BE49-F238E27FC236}">
                      <a16:creationId xmlns:a16="http://schemas.microsoft.com/office/drawing/2014/main" id="{4F11586F-0EBA-E1B5-47A8-B641AFBFE04D}"/>
                    </a:ext>
                  </a:extLst>
                </p:cNvPr>
                <p:cNvSpPr txBox="1"/>
                <p:nvPr/>
              </p:nvSpPr>
              <p:spPr>
                <a:xfrm>
                  <a:off x="754777" y="3652802"/>
                  <a:ext cx="3423497" cy="1108006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0" lang="zh-CN" altLang="en-US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cs typeface="+mn-ea"/>
                      <a:sym typeface="+mn-lt"/>
                    </a:rPr>
                    <a:t>深入挖掘新兴市场潜力，针对特定区域开发定制化产品，拓展新的客户群体。</a:t>
                  </a:r>
                  <a:endPara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24" name="Bullet1">
                  <a:extLst>
                    <a:ext uri="{FF2B5EF4-FFF2-40B4-BE49-F238E27FC236}">
                      <a16:creationId xmlns:a16="http://schemas.microsoft.com/office/drawing/2014/main" id="{E6EF1FFD-1FD0-73E1-84F9-552CCFAD5C4D}"/>
                    </a:ext>
                  </a:extLst>
                </p:cNvPr>
                <p:cNvSpPr txBox="1"/>
                <p:nvPr/>
              </p:nvSpPr>
              <p:spPr>
                <a:xfrm>
                  <a:off x="754777" y="3124920"/>
                  <a:ext cx="3423497" cy="527882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b="1" dirty="0">
                      <a:cs typeface="+mn-ea"/>
                      <a:sym typeface="+mn-lt"/>
                    </a:rPr>
                    <a:t>新兴市场拓展</a:t>
                  </a:r>
                  <a:endParaRPr lang="en-US" altLang="zh-CN" b="1" dirty="0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80797B0B-5529-9A93-B906-DD8B8C736A32}"/>
                  </a:ext>
                </a:extLst>
              </p:cNvPr>
              <p:cNvGrpSpPr/>
              <p:nvPr/>
            </p:nvGrpSpPr>
            <p:grpSpPr>
              <a:xfrm>
                <a:off x="3420241" y="2190750"/>
                <a:ext cx="2578980" cy="3582005"/>
                <a:chOff x="4283525" y="2903682"/>
                <a:chExt cx="3612252" cy="2401421"/>
              </a:xfrm>
            </p:grpSpPr>
            <p:sp>
              <p:nvSpPr>
                <p:cNvPr id="17" name="ComponentBackground2">
                  <a:extLst>
                    <a:ext uri="{FF2B5EF4-FFF2-40B4-BE49-F238E27FC236}">
                      <a16:creationId xmlns:a16="http://schemas.microsoft.com/office/drawing/2014/main" id="{BB8E3368-64D3-E8FB-5A26-3018AECDAC0E}"/>
                    </a:ext>
                  </a:extLst>
                </p:cNvPr>
                <p:cNvSpPr/>
                <p:nvPr/>
              </p:nvSpPr>
              <p:spPr>
                <a:xfrm>
                  <a:off x="4283525" y="2903682"/>
                  <a:ext cx="3612251" cy="194718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 b="1">
                    <a:solidFill>
                      <a:schemeClr val="lt1"/>
                    </a:solidFill>
                    <a:sym typeface="+mn-lt"/>
                  </a:endParaRPr>
                </a:p>
              </p:txBody>
            </p:sp>
            <p:sp>
              <p:nvSpPr>
                <p:cNvPr id="18" name="Number2">
                  <a:extLst>
                    <a:ext uri="{FF2B5EF4-FFF2-40B4-BE49-F238E27FC236}">
                      <a16:creationId xmlns:a16="http://schemas.microsoft.com/office/drawing/2014/main" id="{66C876A4-66F0-D12A-5DCF-E4C856C83E63}"/>
                    </a:ext>
                  </a:extLst>
                </p:cNvPr>
                <p:cNvSpPr/>
                <p:nvPr/>
              </p:nvSpPr>
              <p:spPr>
                <a:xfrm>
                  <a:off x="5587690" y="5026431"/>
                  <a:ext cx="2308087" cy="278672"/>
                </a:xfrm>
                <a:prstGeom prst="rect">
                  <a:avLst/>
                </a:prstGeom>
                <a:solidFill>
                  <a:srgbClr val="FFFFFF"/>
                </a:solidFill>
                <a:ln w="6350">
                  <a:noFill/>
                  <a:prstDash val="solid"/>
                </a:ln>
                <a:effectLst>
                  <a:outerShdw blurRad="127000" dist="63500" algn="l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b="1" dirty="0">
                      <a:solidFill>
                        <a:srgbClr val="000000"/>
                      </a:solidFill>
                      <a:sym typeface="+mn-lt"/>
                    </a:rPr>
                    <a:t>02</a:t>
                  </a:r>
                </a:p>
              </p:txBody>
            </p:sp>
            <p:sp>
              <p:nvSpPr>
                <p:cNvPr id="19" name="Text2">
                  <a:extLst>
                    <a:ext uri="{FF2B5EF4-FFF2-40B4-BE49-F238E27FC236}">
                      <a16:creationId xmlns:a16="http://schemas.microsoft.com/office/drawing/2014/main" id="{0C83EDC3-8AB1-A6AF-B65C-62BFEACE3679}"/>
                    </a:ext>
                  </a:extLst>
                </p:cNvPr>
                <p:cNvSpPr txBox="1"/>
                <p:nvPr/>
              </p:nvSpPr>
              <p:spPr>
                <a:xfrm>
                  <a:off x="4377901" y="3652802"/>
                  <a:ext cx="3423497" cy="1108006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0" lang="zh-CN" altLang="en-US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cs typeface="+mn-ea"/>
                      <a:sym typeface="+mn-lt"/>
                    </a:rPr>
                    <a:t>推动行业智能化升级，引入大数据、人工智能等技术，提升生产效率和产品质量。</a:t>
                  </a:r>
                  <a:endPara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Bullet2">
                  <a:extLst>
                    <a:ext uri="{FF2B5EF4-FFF2-40B4-BE49-F238E27FC236}">
                      <a16:creationId xmlns:a16="http://schemas.microsoft.com/office/drawing/2014/main" id="{12FE1C7B-5484-C8E1-D475-DA6BA9F058F5}"/>
                    </a:ext>
                  </a:extLst>
                </p:cNvPr>
                <p:cNvSpPr txBox="1"/>
                <p:nvPr/>
              </p:nvSpPr>
              <p:spPr>
                <a:xfrm>
                  <a:off x="4377901" y="3124920"/>
                  <a:ext cx="3423497" cy="527882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b="1" dirty="0">
                      <a:cs typeface="+mn-ea"/>
                      <a:sym typeface="+mn-lt"/>
                    </a:rPr>
                    <a:t>智能化升级</a:t>
                  </a:r>
                  <a:endParaRPr lang="en-US" altLang="zh-CN" b="1" dirty="0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2635E8FB-2C83-800A-0E2F-856AEA28CAB4}"/>
                  </a:ext>
                </a:extLst>
              </p:cNvPr>
              <p:cNvGrpSpPr/>
              <p:nvPr/>
            </p:nvGrpSpPr>
            <p:grpSpPr>
              <a:xfrm>
                <a:off x="6180080" y="2190750"/>
                <a:ext cx="2578980" cy="3582005"/>
                <a:chOff x="7906649" y="2903682"/>
                <a:chExt cx="3612252" cy="2401421"/>
              </a:xfrm>
            </p:grpSpPr>
            <p:sp>
              <p:nvSpPr>
                <p:cNvPr id="13" name="ComponentBackground3">
                  <a:extLst>
                    <a:ext uri="{FF2B5EF4-FFF2-40B4-BE49-F238E27FC236}">
                      <a16:creationId xmlns:a16="http://schemas.microsoft.com/office/drawing/2014/main" id="{78D2CF8E-6FB9-2A3E-3B13-74621DF2ABB9}"/>
                    </a:ext>
                  </a:extLst>
                </p:cNvPr>
                <p:cNvSpPr/>
                <p:nvPr/>
              </p:nvSpPr>
              <p:spPr>
                <a:xfrm>
                  <a:off x="7906649" y="2903682"/>
                  <a:ext cx="3612251" cy="1947187"/>
                </a:xfrm>
                <a:prstGeom prst="rect">
                  <a:avLst/>
                </a:prstGeom>
                <a:solidFill>
                  <a:srgbClr val="FFFFFF"/>
                </a:solidFill>
                <a:ln w="6350">
                  <a:noFill/>
                  <a:prstDash val="solid"/>
                </a:ln>
                <a:effectLst>
                  <a:outerShdw blurRad="127000" dist="63500" algn="l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b="1">
                    <a:solidFill>
                      <a:srgbClr val="000000"/>
                    </a:solidFill>
                    <a:sym typeface="+mn-lt"/>
                  </a:endParaRPr>
                </a:p>
              </p:txBody>
            </p:sp>
            <p:sp>
              <p:nvSpPr>
                <p:cNvPr id="14" name="Number3">
                  <a:extLst>
                    <a:ext uri="{FF2B5EF4-FFF2-40B4-BE49-F238E27FC236}">
                      <a16:creationId xmlns:a16="http://schemas.microsoft.com/office/drawing/2014/main" id="{F70C46F5-FA01-749A-F221-374E59AB1435}"/>
                    </a:ext>
                  </a:extLst>
                </p:cNvPr>
                <p:cNvSpPr/>
                <p:nvPr/>
              </p:nvSpPr>
              <p:spPr>
                <a:xfrm>
                  <a:off x="9210814" y="5026431"/>
                  <a:ext cx="2308087" cy="278672"/>
                </a:xfrm>
                <a:prstGeom prst="rect">
                  <a:avLst/>
                </a:prstGeom>
                <a:solidFill>
                  <a:schemeClr val="accent1"/>
                </a:solidFill>
              </p:spPr>
              <p:txBody>
                <a:bodyPr wrap="square" anchor="ctr" anchorCtr="1">
                  <a:normAutofit/>
                </a:bodyPr>
                <a:lstStyle/>
                <a:p>
                  <a:pPr algn="ctr" defTabSz="913765">
                    <a:buSzPct val="25000"/>
                  </a:pPr>
                  <a:r>
                    <a:rPr lang="en-US" altLang="zh-CN" b="1" dirty="0">
                      <a:cs typeface="+mn-ea"/>
                      <a:sym typeface="+mn-lt"/>
                    </a:rPr>
                    <a:t>03</a:t>
                  </a:r>
                </a:p>
              </p:txBody>
            </p:sp>
            <p:sp>
              <p:nvSpPr>
                <p:cNvPr id="15" name="Text3">
                  <a:extLst>
                    <a:ext uri="{FF2B5EF4-FFF2-40B4-BE49-F238E27FC236}">
                      <a16:creationId xmlns:a16="http://schemas.microsoft.com/office/drawing/2014/main" id="{D50C0183-4FC5-9D2A-8724-B8DAED768EEF}"/>
                    </a:ext>
                  </a:extLst>
                </p:cNvPr>
                <p:cNvSpPr txBox="1"/>
                <p:nvPr/>
              </p:nvSpPr>
              <p:spPr>
                <a:xfrm>
                  <a:off x="8001025" y="3652802"/>
                  <a:ext cx="3423497" cy="1108006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0" lang="zh-CN" altLang="en-US" sz="120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cs typeface="+mn-ea"/>
                      <a:sym typeface="+mn-lt"/>
                    </a:rPr>
                    <a:t>关注环保趋势，开发绿色产品，拓展绿色市场，响应可持续发展战略。</a:t>
                  </a:r>
                  <a:endPara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16" name="Bullet3">
                  <a:extLst>
                    <a:ext uri="{FF2B5EF4-FFF2-40B4-BE49-F238E27FC236}">
                      <a16:creationId xmlns:a16="http://schemas.microsoft.com/office/drawing/2014/main" id="{A8C99722-0206-5974-C260-C93E1E7FF368}"/>
                    </a:ext>
                  </a:extLst>
                </p:cNvPr>
                <p:cNvSpPr txBox="1"/>
                <p:nvPr/>
              </p:nvSpPr>
              <p:spPr>
                <a:xfrm>
                  <a:off x="8001025" y="3124920"/>
                  <a:ext cx="3423497" cy="527882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b="1">
                      <a:cs typeface="+mn-ea"/>
                      <a:sym typeface="+mn-lt"/>
                    </a:rPr>
                    <a:t>绿色可持续发展</a:t>
                  </a:r>
                  <a:endParaRPr lang="en-US" altLang="zh-CN" b="1" dirty="0"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50091F2C-77EC-095A-C2D2-6EC890179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市场机会</a:t>
            </a:r>
          </a:p>
        </p:txBody>
      </p:sp>
    </p:spTree>
    <p:extLst>
      <p:ext uri="{BB962C8B-B14F-4D97-AF65-F5344CB8AC3E}">
        <p14:creationId xmlns:p14="http://schemas.microsoft.com/office/powerpoint/2010/main" val="2771281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3E8E3AC3-27CE-934B-785A-5FB9AF9B1ECC}"/>
              </a:ext>
            </a:extLst>
          </p:cNvPr>
          <p:cNvGrpSpPr/>
          <p:nvPr/>
        </p:nvGrpSpPr>
        <p:grpSpPr>
          <a:xfrm>
            <a:off x="0" y="1130299"/>
            <a:ext cx="12192000" cy="5731934"/>
            <a:chOff x="0" y="1130299"/>
            <a:chExt cx="12192000" cy="5731934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C1DF8BC-1149-FA18-F473-B88EC2B5181B}"/>
                </a:ext>
              </a:extLst>
            </p:cNvPr>
            <p:cNvSpPr/>
            <p:nvPr/>
          </p:nvSpPr>
          <p:spPr>
            <a:xfrm>
              <a:off x="165243" y="3786537"/>
              <a:ext cx="12026757" cy="1240007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>
                <a:solidFill>
                  <a:srgbClr val="FFFFFF"/>
                </a:solidFill>
                <a:cs typeface="+mn-ea"/>
              </a:endParaRPr>
            </a:p>
          </p:txBody>
        </p:sp>
        <p:sp>
          <p:nvSpPr>
            <p:cNvPr id="5" name="PictureMisc1">
              <a:extLst>
                <a:ext uri="{FF2B5EF4-FFF2-40B4-BE49-F238E27FC236}">
                  <a16:creationId xmlns:a16="http://schemas.microsoft.com/office/drawing/2014/main" id="{81CB4390-15AE-1D5F-1D22-18C55ED7F93D}"/>
                </a:ext>
              </a:extLst>
            </p:cNvPr>
            <p:cNvSpPr/>
            <p:nvPr/>
          </p:nvSpPr>
          <p:spPr>
            <a:xfrm>
              <a:off x="0" y="1130300"/>
              <a:ext cx="3337560" cy="5731933"/>
            </a:xfrm>
            <a:prstGeom prst="round1Rect">
              <a:avLst>
                <a:gd name="adj" fmla="val 0"/>
              </a:avLst>
            </a:pr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>
                        <a14:imgEffect>
                          <a14:colorTemperature colorTemp="80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 l="-89234" r="-88558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  <p:sp>
          <p:nvSpPr>
            <p:cNvPr id="6" name="Title">
              <a:extLst>
                <a:ext uri="{FF2B5EF4-FFF2-40B4-BE49-F238E27FC236}">
                  <a16:creationId xmlns:a16="http://schemas.microsoft.com/office/drawing/2014/main" id="{0E463E31-491E-9969-03E9-E453063B5575}"/>
                </a:ext>
              </a:extLst>
            </p:cNvPr>
            <p:cNvSpPr txBox="1"/>
            <p:nvPr/>
          </p:nvSpPr>
          <p:spPr>
            <a:xfrm>
              <a:off x="3916680" y="1130299"/>
              <a:ext cx="7602220" cy="5152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lang="zh-CN" altLang="en-US" sz="2400" b="1">
                  <a:cs typeface="+mn-ea"/>
                  <a:sym typeface="+mn-lt"/>
                </a:rPr>
                <a:t>技术创新对行业的影响及应对策略</a:t>
              </a:r>
              <a:endParaRPr kumimoji="0" lang="de-DE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29E2FAF-A1B9-5382-86AB-AAA5BC2783AC}"/>
                </a:ext>
              </a:extLst>
            </p:cNvPr>
            <p:cNvGrpSpPr>
              <a:grpSpLocks/>
            </p:cNvGrpSpPr>
            <p:nvPr/>
          </p:nvGrpSpPr>
          <p:grpSpPr>
            <a:xfrm>
              <a:off x="3916681" y="1736015"/>
              <a:ext cx="7500892" cy="4398083"/>
              <a:chOff x="660401" y="1664411"/>
              <a:chExt cx="7500892" cy="3575751"/>
            </a:xfrm>
          </p:grpSpPr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1328F9DB-38E1-4BE5-6019-5DC048DC783E}"/>
                  </a:ext>
                </a:extLst>
              </p:cNvPr>
              <p:cNvGrpSpPr/>
              <p:nvPr/>
            </p:nvGrpSpPr>
            <p:grpSpPr>
              <a:xfrm>
                <a:off x="660401" y="1664411"/>
                <a:ext cx="7500891" cy="877662"/>
                <a:chOff x="955160" y="1247839"/>
                <a:chExt cx="10144640" cy="1180908"/>
              </a:xfrm>
            </p:grpSpPr>
            <p:grpSp>
              <p:nvGrpSpPr>
                <p:cNvPr id="24" name="组合 23">
                  <a:extLst>
                    <a:ext uri="{FF2B5EF4-FFF2-40B4-BE49-F238E27FC236}">
                      <a16:creationId xmlns:a16="http://schemas.microsoft.com/office/drawing/2014/main" id="{D2F2421D-90F8-EFEA-DB59-A6B5BA94B152}"/>
                    </a:ext>
                  </a:extLst>
                </p:cNvPr>
                <p:cNvGrpSpPr/>
                <p:nvPr/>
              </p:nvGrpSpPr>
              <p:grpSpPr>
                <a:xfrm>
                  <a:off x="1682693" y="1276838"/>
                  <a:ext cx="9417107" cy="1151909"/>
                  <a:chOff x="1682693" y="1276838"/>
                  <a:chExt cx="9417107" cy="1151909"/>
                </a:xfrm>
              </p:grpSpPr>
              <p:sp>
                <p:nvSpPr>
                  <p:cNvPr id="26" name="Bullet1">
                    <a:extLst>
                      <a:ext uri="{FF2B5EF4-FFF2-40B4-BE49-F238E27FC236}">
                        <a16:creationId xmlns:a16="http://schemas.microsoft.com/office/drawing/2014/main" id="{9DFF1D56-08EE-B7AF-F298-90E63BDC8CE0}"/>
                      </a:ext>
                    </a:extLst>
                  </p:cNvPr>
                  <p:cNvSpPr/>
                  <p:nvPr/>
                </p:nvSpPr>
                <p:spPr>
                  <a:xfrm>
                    <a:off x="1682693" y="1276838"/>
                    <a:ext cx="9417107" cy="5410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ctr" anchorCtr="0">
                    <a:normAutofit/>
                  </a:bodyPr>
                  <a:lstStyle/>
                  <a:p>
                    <a:r>
                      <a:rPr kumimoji="1" lang="zh-CN" altLang="en-US" b="1">
                        <a:solidFill>
                          <a:schemeClr val="tx1"/>
                        </a:solidFill>
                        <a:cs typeface="+mn-ea"/>
                        <a:sym typeface="+mn-lt"/>
                      </a:rPr>
                      <a:t>技术变革趋势</a:t>
                    </a:r>
                    <a:endParaRPr kumimoji="1" lang="en-US" altLang="zh-CN" b="1" dirty="0">
                      <a:solidFill>
                        <a:schemeClr val="tx1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" name="Text1">
                    <a:extLst>
                      <a:ext uri="{FF2B5EF4-FFF2-40B4-BE49-F238E27FC236}">
                        <a16:creationId xmlns:a16="http://schemas.microsoft.com/office/drawing/2014/main" id="{B9B5613B-A6AB-1359-FC21-5544B09BB5CE}"/>
                      </a:ext>
                    </a:extLst>
                  </p:cNvPr>
                  <p:cNvSpPr/>
                  <p:nvPr/>
                </p:nvSpPr>
                <p:spPr>
                  <a:xfrm>
                    <a:off x="1682694" y="1822392"/>
                    <a:ext cx="9417106" cy="60635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200">
                        <a:solidFill>
                          <a:schemeClr val="tx1"/>
                        </a:solidFill>
                        <a:cs typeface="+mn-ea"/>
                        <a:sym typeface="+mn-lt"/>
                      </a:rPr>
                      <a:t>未来，行业将面临更多新兴技术的冲击，如人工智能、大数据等，需紧跟技术步伐。</a:t>
                    </a:r>
                    <a:endParaRPr kumimoji="1" lang="en-US" altLang="zh-CN" sz="1200" dirty="0">
                      <a:solidFill>
                        <a:schemeClr val="tx1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25" name="Number1">
                  <a:extLst>
                    <a:ext uri="{FF2B5EF4-FFF2-40B4-BE49-F238E27FC236}">
                      <a16:creationId xmlns:a16="http://schemas.microsoft.com/office/drawing/2014/main" id="{757A604A-27A4-7D8C-49FC-225FBEA639AD}"/>
                    </a:ext>
                  </a:extLst>
                </p:cNvPr>
                <p:cNvSpPr txBox="1"/>
                <p:nvPr/>
              </p:nvSpPr>
              <p:spPr>
                <a:xfrm>
                  <a:off x="955160" y="1247839"/>
                  <a:ext cx="613577" cy="920405"/>
                </a:xfrm>
                <a:prstGeom prst="rect">
                  <a:avLst/>
                </a:prstGeom>
                <a:noFill/>
              </p:spPr>
              <p:txBody>
                <a:bodyPr wrap="non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kumimoji="1" sz="2800" b="1">
                      <a:solidFill>
                        <a:schemeClr val="bg1"/>
                      </a:solidFill>
                      <a:cs typeface="+mn-ea"/>
                    </a:defRPr>
                  </a:lvl1pPr>
                </a:lstStyle>
                <a:p>
                  <a:r>
                    <a:rPr lang="en-US" altLang="zh-CN">
                      <a:solidFill>
                        <a:schemeClr val="tx1"/>
                      </a:solidFill>
                      <a:sym typeface="+mn-lt"/>
                    </a:rPr>
                    <a:t>1</a:t>
                  </a:r>
                  <a:endParaRPr lang="zh-CN" altLang="en-US" dirty="0">
                    <a:solidFill>
                      <a:schemeClr val="tx1"/>
                    </a:solidFill>
                    <a:sym typeface="+mn-lt"/>
                  </a:endParaRPr>
                </a:p>
              </p:txBody>
            </p:sp>
          </p:grpSp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6BDFCFBD-77DA-A54B-077A-82C9CA8864CA}"/>
                  </a:ext>
                </a:extLst>
              </p:cNvPr>
              <p:cNvGrpSpPr/>
              <p:nvPr/>
            </p:nvGrpSpPr>
            <p:grpSpPr>
              <a:xfrm>
                <a:off x="660401" y="2564879"/>
                <a:ext cx="7500891" cy="874340"/>
                <a:chOff x="955160" y="2512329"/>
                <a:chExt cx="10144640" cy="1176441"/>
              </a:xfrm>
            </p:grpSpPr>
            <p:grpSp>
              <p:nvGrpSpPr>
                <p:cNvPr id="20" name="组合 19">
                  <a:extLst>
                    <a:ext uri="{FF2B5EF4-FFF2-40B4-BE49-F238E27FC236}">
                      <a16:creationId xmlns:a16="http://schemas.microsoft.com/office/drawing/2014/main" id="{1B157DFE-87FA-3A0E-449F-50FC534DD8E3}"/>
                    </a:ext>
                  </a:extLst>
                </p:cNvPr>
                <p:cNvGrpSpPr/>
                <p:nvPr/>
              </p:nvGrpSpPr>
              <p:grpSpPr>
                <a:xfrm>
                  <a:off x="1682693" y="2541327"/>
                  <a:ext cx="9417107" cy="1147443"/>
                  <a:chOff x="1682693" y="2541327"/>
                  <a:chExt cx="9417107" cy="1147443"/>
                </a:xfrm>
              </p:grpSpPr>
              <p:sp>
                <p:nvSpPr>
                  <p:cNvPr id="22" name="Bullet2">
                    <a:extLst>
                      <a:ext uri="{FF2B5EF4-FFF2-40B4-BE49-F238E27FC236}">
                        <a16:creationId xmlns:a16="http://schemas.microsoft.com/office/drawing/2014/main" id="{F5815E87-FB07-B3DA-47E8-873B48792F0A}"/>
                      </a:ext>
                    </a:extLst>
                  </p:cNvPr>
                  <p:cNvSpPr/>
                  <p:nvPr/>
                </p:nvSpPr>
                <p:spPr>
                  <a:xfrm>
                    <a:off x="1682693" y="2541327"/>
                    <a:ext cx="9417107" cy="54109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ctr" anchorCtr="0">
                    <a:normAutofit/>
                  </a:bodyPr>
                  <a:lstStyle/>
                  <a:p>
                    <a:r>
                      <a:rPr kumimoji="1" lang="zh-CN" altLang="en-US" b="1">
                        <a:solidFill>
                          <a:schemeClr val="tx1"/>
                        </a:solidFill>
                        <a:cs typeface="+mn-ea"/>
                        <a:sym typeface="+mn-lt"/>
                      </a:rPr>
                      <a:t>竞争力提升</a:t>
                    </a:r>
                    <a:endParaRPr kumimoji="1" lang="en-US" altLang="zh-CN" b="1" dirty="0">
                      <a:solidFill>
                        <a:schemeClr val="tx1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" name="Text2">
                    <a:extLst>
                      <a:ext uri="{FF2B5EF4-FFF2-40B4-BE49-F238E27FC236}">
                        <a16:creationId xmlns:a16="http://schemas.microsoft.com/office/drawing/2014/main" id="{C3263C1F-5FF4-33AB-44BC-62FFC6931D28}"/>
                      </a:ext>
                    </a:extLst>
                  </p:cNvPr>
                  <p:cNvSpPr/>
                  <p:nvPr/>
                </p:nvSpPr>
                <p:spPr>
                  <a:xfrm>
                    <a:off x="1682694" y="3082421"/>
                    <a:ext cx="9417106" cy="60634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200">
                        <a:solidFill>
                          <a:schemeClr val="tx1"/>
                        </a:solidFill>
                        <a:cs typeface="+mn-ea"/>
                        <a:sym typeface="+mn-lt"/>
                      </a:rPr>
                      <a:t>技术创新有助于提升行业竞争力，企业需加大研发投入，提升产品和服务的技术含量。</a:t>
                    </a:r>
                    <a:endParaRPr kumimoji="1" lang="en-US" altLang="zh-CN" sz="1200" dirty="0">
                      <a:solidFill>
                        <a:schemeClr val="tx1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21" name="Number2">
                  <a:extLst>
                    <a:ext uri="{FF2B5EF4-FFF2-40B4-BE49-F238E27FC236}">
                      <a16:creationId xmlns:a16="http://schemas.microsoft.com/office/drawing/2014/main" id="{65D173B4-4CBA-50A0-07E9-883071104C55}"/>
                    </a:ext>
                  </a:extLst>
                </p:cNvPr>
                <p:cNvSpPr txBox="1"/>
                <p:nvPr/>
              </p:nvSpPr>
              <p:spPr>
                <a:xfrm>
                  <a:off x="955160" y="2512329"/>
                  <a:ext cx="613577" cy="920406"/>
                </a:xfrm>
                <a:prstGeom prst="rect">
                  <a:avLst/>
                </a:prstGeom>
                <a:noFill/>
              </p:spPr>
              <p:txBody>
                <a:bodyPr wrap="non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kumimoji="1" sz="2800" b="1">
                      <a:solidFill>
                        <a:schemeClr val="bg1"/>
                      </a:solidFill>
                      <a:cs typeface="+mn-ea"/>
                    </a:defRPr>
                  </a:lvl1pPr>
                </a:lstStyle>
                <a:p>
                  <a:r>
                    <a:rPr lang="en-US" altLang="zh-CN">
                      <a:solidFill>
                        <a:schemeClr val="tx1"/>
                      </a:solidFill>
                      <a:sym typeface="+mn-lt"/>
                    </a:rPr>
                    <a:t>2</a:t>
                  </a:r>
                  <a:endParaRPr lang="zh-CN" altLang="en-US" dirty="0">
                    <a:solidFill>
                      <a:schemeClr val="tx1"/>
                    </a:solidFill>
                    <a:sym typeface="+mn-lt"/>
                  </a:endParaRPr>
                </a:p>
              </p:txBody>
            </p:sp>
          </p:grpSp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18B946AB-9D6C-BC5E-E87E-CE2E9DF07B95}"/>
                  </a:ext>
                </a:extLst>
              </p:cNvPr>
              <p:cNvGrpSpPr/>
              <p:nvPr/>
            </p:nvGrpSpPr>
            <p:grpSpPr>
              <a:xfrm>
                <a:off x="660401" y="3465349"/>
                <a:ext cx="7500892" cy="874344"/>
                <a:chOff x="955159" y="3776819"/>
                <a:chExt cx="10144641" cy="1176444"/>
              </a:xfrm>
            </p:grpSpPr>
            <p:grpSp>
              <p:nvGrpSpPr>
                <p:cNvPr id="16" name="组合 15">
                  <a:extLst>
                    <a:ext uri="{FF2B5EF4-FFF2-40B4-BE49-F238E27FC236}">
                      <a16:creationId xmlns:a16="http://schemas.microsoft.com/office/drawing/2014/main" id="{4FB5EA46-AA1B-F285-6B11-347CF88BD2FB}"/>
                    </a:ext>
                  </a:extLst>
                </p:cNvPr>
                <p:cNvGrpSpPr/>
                <p:nvPr/>
              </p:nvGrpSpPr>
              <p:grpSpPr>
                <a:xfrm>
                  <a:off x="1682693" y="3801355"/>
                  <a:ext cx="9417107" cy="1151908"/>
                  <a:chOff x="1682693" y="3801355"/>
                  <a:chExt cx="9417107" cy="1151908"/>
                </a:xfrm>
              </p:grpSpPr>
              <p:sp>
                <p:nvSpPr>
                  <p:cNvPr id="18" name="Bullet3">
                    <a:extLst>
                      <a:ext uri="{FF2B5EF4-FFF2-40B4-BE49-F238E27FC236}">
                        <a16:creationId xmlns:a16="http://schemas.microsoft.com/office/drawing/2014/main" id="{2B96BAEA-9597-BC99-A9E9-D28332752854}"/>
                      </a:ext>
                    </a:extLst>
                  </p:cNvPr>
                  <p:cNvSpPr/>
                  <p:nvPr/>
                </p:nvSpPr>
                <p:spPr>
                  <a:xfrm>
                    <a:off x="1682693" y="3801355"/>
                    <a:ext cx="9417107" cy="54109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ctr" anchorCtr="0">
                    <a:normAutofit/>
                  </a:bodyPr>
                  <a:lstStyle/>
                  <a:p>
                    <a:r>
                      <a:rPr kumimoji="1" lang="zh-CN" altLang="en-US" b="1" dirty="0">
                        <a:solidFill>
                          <a:schemeClr val="tx1"/>
                        </a:solidFill>
                        <a:cs typeface="+mn-ea"/>
                        <a:sym typeface="+mn-lt"/>
                      </a:rPr>
                      <a:t>风险应对</a:t>
                    </a:r>
                    <a:endParaRPr kumimoji="1" lang="en-US" altLang="zh-CN" b="1" dirty="0">
                      <a:solidFill>
                        <a:schemeClr val="tx1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" name="Text3">
                    <a:extLst>
                      <a:ext uri="{FF2B5EF4-FFF2-40B4-BE49-F238E27FC236}">
                        <a16:creationId xmlns:a16="http://schemas.microsoft.com/office/drawing/2014/main" id="{E8A669AE-A71B-C422-9338-8FC0CF0020F7}"/>
                      </a:ext>
                    </a:extLst>
                  </p:cNvPr>
                  <p:cNvSpPr/>
                  <p:nvPr/>
                </p:nvSpPr>
                <p:spPr>
                  <a:xfrm>
                    <a:off x="1682694" y="4346911"/>
                    <a:ext cx="9417106" cy="60635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200">
                        <a:solidFill>
                          <a:schemeClr val="tx1"/>
                        </a:solidFill>
                        <a:cs typeface="+mn-ea"/>
                        <a:sym typeface="+mn-lt"/>
                      </a:rPr>
                      <a:t>技术革新可能带来潜在风险，企业应建立风险预警机制，及时调整应对策略。</a:t>
                    </a:r>
                    <a:endParaRPr kumimoji="1" lang="en-US" altLang="zh-CN" sz="1200" dirty="0">
                      <a:solidFill>
                        <a:schemeClr val="tx1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17" name="Number3">
                  <a:extLst>
                    <a:ext uri="{FF2B5EF4-FFF2-40B4-BE49-F238E27FC236}">
                      <a16:creationId xmlns:a16="http://schemas.microsoft.com/office/drawing/2014/main" id="{9D042D7D-4522-84DC-A2DD-9D294021609A}"/>
                    </a:ext>
                  </a:extLst>
                </p:cNvPr>
                <p:cNvSpPr txBox="1"/>
                <p:nvPr/>
              </p:nvSpPr>
              <p:spPr>
                <a:xfrm>
                  <a:off x="955159" y="3776819"/>
                  <a:ext cx="613577" cy="920406"/>
                </a:xfrm>
                <a:prstGeom prst="rect">
                  <a:avLst/>
                </a:prstGeom>
                <a:noFill/>
              </p:spPr>
              <p:txBody>
                <a:bodyPr wrap="non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kumimoji="1" sz="2800" b="1">
                      <a:solidFill>
                        <a:schemeClr val="bg1"/>
                      </a:solidFill>
                      <a:cs typeface="+mn-ea"/>
                    </a:defRPr>
                  </a:lvl1pPr>
                </a:lstStyle>
                <a:p>
                  <a:r>
                    <a:rPr lang="en-US" altLang="zh-CN" dirty="0">
                      <a:solidFill>
                        <a:schemeClr val="tx1"/>
                      </a:solidFill>
                      <a:sym typeface="+mn-lt"/>
                    </a:rPr>
                    <a:t>3</a:t>
                  </a:r>
                  <a:endParaRPr lang="zh-CN" altLang="en-US" dirty="0">
                    <a:solidFill>
                      <a:schemeClr val="tx1"/>
                    </a:solidFill>
                    <a:sym typeface="+mn-lt"/>
                  </a:endParaRPr>
                </a:p>
              </p:txBody>
            </p:sp>
          </p:grpSp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66753315-C236-E94D-439F-29F3FFB8C1F5}"/>
                  </a:ext>
                </a:extLst>
              </p:cNvPr>
              <p:cNvGrpSpPr/>
              <p:nvPr/>
            </p:nvGrpSpPr>
            <p:grpSpPr>
              <a:xfrm>
                <a:off x="660401" y="4365818"/>
                <a:ext cx="7500892" cy="874344"/>
                <a:chOff x="955159" y="5041308"/>
                <a:chExt cx="10144641" cy="1176444"/>
              </a:xfrm>
            </p:grpSpPr>
            <p:grpSp>
              <p:nvGrpSpPr>
                <p:cNvPr id="12" name="组合 11">
                  <a:extLst>
                    <a:ext uri="{FF2B5EF4-FFF2-40B4-BE49-F238E27FC236}">
                      <a16:creationId xmlns:a16="http://schemas.microsoft.com/office/drawing/2014/main" id="{4B36201D-FBB5-D7F5-783F-B0E5591FDCF6}"/>
                    </a:ext>
                  </a:extLst>
                </p:cNvPr>
                <p:cNvGrpSpPr/>
                <p:nvPr/>
              </p:nvGrpSpPr>
              <p:grpSpPr>
                <a:xfrm>
                  <a:off x="1682693" y="5065844"/>
                  <a:ext cx="9417107" cy="1151908"/>
                  <a:chOff x="1682693" y="5065844"/>
                  <a:chExt cx="9417107" cy="1151908"/>
                </a:xfrm>
              </p:grpSpPr>
              <p:sp>
                <p:nvSpPr>
                  <p:cNvPr id="14" name="Bullet4">
                    <a:extLst>
                      <a:ext uri="{FF2B5EF4-FFF2-40B4-BE49-F238E27FC236}">
                        <a16:creationId xmlns:a16="http://schemas.microsoft.com/office/drawing/2014/main" id="{715C4730-4694-1975-B410-F54F13A4A0C9}"/>
                      </a:ext>
                    </a:extLst>
                  </p:cNvPr>
                  <p:cNvSpPr/>
                  <p:nvPr/>
                </p:nvSpPr>
                <p:spPr>
                  <a:xfrm>
                    <a:off x="1682693" y="5065844"/>
                    <a:ext cx="9417107" cy="54109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ctr" anchorCtr="0">
                    <a:normAutofit/>
                  </a:bodyPr>
                  <a:lstStyle/>
                  <a:p>
                    <a:r>
                      <a:rPr kumimoji="1" lang="zh-CN" altLang="en-US" b="1" dirty="0">
                        <a:solidFill>
                          <a:schemeClr val="tx1"/>
                        </a:solidFill>
                        <a:cs typeface="+mn-ea"/>
                        <a:sym typeface="+mn-lt"/>
                      </a:rPr>
                      <a:t>人才培养策略</a:t>
                    </a:r>
                    <a:endParaRPr kumimoji="1" lang="en-US" altLang="zh-CN" b="1" dirty="0">
                      <a:solidFill>
                        <a:schemeClr val="tx1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" name="Text4">
                    <a:extLst>
                      <a:ext uri="{FF2B5EF4-FFF2-40B4-BE49-F238E27FC236}">
                        <a16:creationId xmlns:a16="http://schemas.microsoft.com/office/drawing/2014/main" id="{4B1BB766-2C43-F1D2-4C4C-848C4CEB2C15}"/>
                      </a:ext>
                    </a:extLst>
                  </p:cNvPr>
                  <p:cNvSpPr/>
                  <p:nvPr/>
                </p:nvSpPr>
                <p:spPr>
                  <a:xfrm>
                    <a:off x="1682694" y="5611400"/>
                    <a:ext cx="9417106" cy="60635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200">
                        <a:solidFill>
                          <a:schemeClr val="tx1"/>
                        </a:solidFill>
                        <a:cs typeface="+mn-ea"/>
                        <a:sym typeface="+mn-lt"/>
                      </a:rPr>
                      <a:t>技术创新需要人才支撑，企业应重视人才培养，提升员工的技术水平和创新能力。</a:t>
                    </a:r>
                    <a:endParaRPr kumimoji="1" lang="en-US" altLang="zh-CN" sz="1200" dirty="0">
                      <a:solidFill>
                        <a:schemeClr val="tx1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13" name="Number4">
                  <a:extLst>
                    <a:ext uri="{FF2B5EF4-FFF2-40B4-BE49-F238E27FC236}">
                      <a16:creationId xmlns:a16="http://schemas.microsoft.com/office/drawing/2014/main" id="{630F93BE-6C7D-75CE-C637-C61EEF572924}"/>
                    </a:ext>
                  </a:extLst>
                </p:cNvPr>
                <p:cNvSpPr txBox="1"/>
                <p:nvPr/>
              </p:nvSpPr>
              <p:spPr>
                <a:xfrm>
                  <a:off x="955159" y="5041308"/>
                  <a:ext cx="613577" cy="920406"/>
                </a:xfrm>
                <a:prstGeom prst="rect">
                  <a:avLst/>
                </a:prstGeom>
                <a:noFill/>
              </p:spPr>
              <p:txBody>
                <a:bodyPr wrap="non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kumimoji="1" sz="2800" b="1">
                      <a:solidFill>
                        <a:schemeClr val="bg1"/>
                      </a:solidFill>
                      <a:cs typeface="+mn-ea"/>
                    </a:defRPr>
                  </a:lvl1pPr>
                </a:lstStyle>
                <a:p>
                  <a:r>
                    <a:rPr lang="en-US" altLang="zh-CN">
                      <a:solidFill>
                        <a:schemeClr val="tx1"/>
                      </a:solidFill>
                      <a:sym typeface="+mn-lt"/>
                    </a:rPr>
                    <a:t>4</a:t>
                  </a:r>
                  <a:endParaRPr lang="zh-CN" altLang="en-US" dirty="0">
                    <a:solidFill>
                      <a:schemeClr val="tx1"/>
                    </a:solidFill>
                    <a:sym typeface="+mn-lt"/>
                  </a:endParaRPr>
                </a:p>
              </p:txBody>
            </p:sp>
          </p:grp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680974EC-4F95-ADC8-42F2-6FFD60188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技术创新</a:t>
            </a:r>
          </a:p>
        </p:txBody>
      </p:sp>
    </p:spTree>
    <p:extLst>
      <p:ext uri="{BB962C8B-B14F-4D97-AF65-F5344CB8AC3E}">
        <p14:creationId xmlns:p14="http://schemas.microsoft.com/office/powerpoint/2010/main" val="2525014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32A0F4B-9569-1A64-699A-ECAE86E8197B}"/>
              </a:ext>
            </a:extLst>
          </p:cNvPr>
          <p:cNvGrpSpPr/>
          <p:nvPr/>
        </p:nvGrpSpPr>
        <p:grpSpPr>
          <a:xfrm>
            <a:off x="-9525" y="1130300"/>
            <a:ext cx="11528425" cy="5003800"/>
            <a:chOff x="-9525" y="1130300"/>
            <a:chExt cx="11528425" cy="5003800"/>
          </a:xfrm>
        </p:grpSpPr>
        <p:sp>
          <p:nvSpPr>
            <p:cNvPr id="4" name="PictureMisc">
              <a:extLst>
                <a:ext uri="{FF2B5EF4-FFF2-40B4-BE49-F238E27FC236}">
                  <a16:creationId xmlns:a16="http://schemas.microsoft.com/office/drawing/2014/main" id="{05F39F46-A5F3-6E15-1910-D23DC0780923}"/>
                </a:ext>
              </a:extLst>
            </p:cNvPr>
            <p:cNvSpPr/>
            <p:nvPr/>
          </p:nvSpPr>
          <p:spPr>
            <a:xfrm>
              <a:off x="-9525" y="2157452"/>
              <a:ext cx="6105525" cy="3760748"/>
            </a:xfrm>
            <a:prstGeom prst="rect">
              <a:avLst/>
            </a:prstGeom>
            <a:blipFill>
              <a:blip r:embed="rId3"/>
              <a:stretch>
                <a:fillRect t="-4116" b="-4116"/>
              </a:stretch>
            </a:blipFill>
            <a:ln w="38100" cap="flat" cmpd="sng" algn="ctr">
              <a:noFill/>
              <a:prstDash val="solid"/>
              <a:miter lim="800000"/>
            </a:ln>
            <a:effectLst>
              <a:outerShdw dist="38100" dir="16200000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 defTabSz="914377"/>
              <a:endParaRPr lang="zh-CN" altLang="en-US"/>
            </a:p>
          </p:txBody>
        </p:sp>
        <p:sp>
          <p:nvSpPr>
            <p:cNvPr id="5" name="îş1iḋé">
              <a:extLst>
                <a:ext uri="{FF2B5EF4-FFF2-40B4-BE49-F238E27FC236}">
                  <a16:creationId xmlns:a16="http://schemas.microsoft.com/office/drawing/2014/main" id="{ACD07E2C-2D25-D3B2-9F57-C91F9B0CAC00}"/>
                </a:ext>
              </a:extLst>
            </p:cNvPr>
            <p:cNvSpPr/>
            <p:nvPr/>
          </p:nvSpPr>
          <p:spPr>
            <a:xfrm>
              <a:off x="6753471" y="1808159"/>
              <a:ext cx="4765429" cy="432594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p:cxnSp>
          <p:nvCxnSpPr>
            <p:cNvPr id="6" name="ís1îḍê">
              <a:extLst>
                <a:ext uri="{FF2B5EF4-FFF2-40B4-BE49-F238E27FC236}">
                  <a16:creationId xmlns:a16="http://schemas.microsoft.com/office/drawing/2014/main" id="{50A55CF4-E466-BDCC-AC2B-CC136577A432}"/>
                </a:ext>
              </a:extLst>
            </p:cNvPr>
            <p:cNvCxnSpPr/>
            <p:nvPr/>
          </p:nvCxnSpPr>
          <p:spPr>
            <a:xfrm>
              <a:off x="7744982" y="2756246"/>
              <a:ext cx="3360284" cy="0"/>
            </a:xfrm>
            <a:prstGeom prst="line">
              <a:avLst/>
            </a:prstGeom>
            <a:ln w="6350" cap="rnd">
              <a:solidFill>
                <a:srgbClr val="FFFFFF">
                  <a:alpha val="50000"/>
                </a:srgb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ísḷíďé">
              <a:extLst>
                <a:ext uri="{FF2B5EF4-FFF2-40B4-BE49-F238E27FC236}">
                  <a16:creationId xmlns:a16="http://schemas.microsoft.com/office/drawing/2014/main" id="{4B4C82A8-1C9C-0F12-4A84-94C8CB193E57}"/>
                </a:ext>
              </a:extLst>
            </p:cNvPr>
            <p:cNvCxnSpPr/>
            <p:nvPr/>
          </p:nvCxnSpPr>
          <p:spPr>
            <a:xfrm>
              <a:off x="7744982" y="3545103"/>
              <a:ext cx="3360284" cy="0"/>
            </a:xfrm>
            <a:prstGeom prst="line">
              <a:avLst/>
            </a:prstGeom>
            <a:ln w="6350" cap="rnd">
              <a:solidFill>
                <a:srgbClr val="FFFFFF">
                  <a:alpha val="50000"/>
                </a:srgb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íṣḻide">
              <a:extLst>
                <a:ext uri="{FF2B5EF4-FFF2-40B4-BE49-F238E27FC236}">
                  <a16:creationId xmlns:a16="http://schemas.microsoft.com/office/drawing/2014/main" id="{C010F41F-426E-59BA-89CE-A5705B875FCF}"/>
                </a:ext>
              </a:extLst>
            </p:cNvPr>
            <p:cNvCxnSpPr/>
            <p:nvPr/>
          </p:nvCxnSpPr>
          <p:spPr>
            <a:xfrm>
              <a:off x="7744982" y="4333961"/>
              <a:ext cx="3360284" cy="0"/>
            </a:xfrm>
            <a:prstGeom prst="line">
              <a:avLst/>
            </a:prstGeom>
            <a:ln w="6350" cap="rnd">
              <a:solidFill>
                <a:srgbClr val="FFFFFF">
                  <a:alpha val="50000"/>
                </a:srgb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ïṣḷídé">
              <a:extLst>
                <a:ext uri="{FF2B5EF4-FFF2-40B4-BE49-F238E27FC236}">
                  <a16:creationId xmlns:a16="http://schemas.microsoft.com/office/drawing/2014/main" id="{C30C7245-C53C-7571-7F27-D70625230649}"/>
                </a:ext>
              </a:extLst>
            </p:cNvPr>
            <p:cNvCxnSpPr/>
            <p:nvPr/>
          </p:nvCxnSpPr>
          <p:spPr>
            <a:xfrm>
              <a:off x="7744982" y="5122818"/>
              <a:ext cx="3360284" cy="0"/>
            </a:xfrm>
            <a:prstGeom prst="line">
              <a:avLst/>
            </a:prstGeom>
            <a:ln w="6350" cap="rnd">
              <a:solidFill>
                <a:srgbClr val="FFFFFF">
                  <a:alpha val="50000"/>
                </a:srgb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itle">
              <a:extLst>
                <a:ext uri="{FF2B5EF4-FFF2-40B4-BE49-F238E27FC236}">
                  <a16:creationId xmlns:a16="http://schemas.microsoft.com/office/drawing/2014/main" id="{F4738120-AD26-4BB1-CBCB-DA5EAEA1938C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zh-CN" altLang="en-US" sz="2400" b="1" dirty="0"/>
                <a:t>对行业政策制定的建议及预期效果</a:t>
              </a: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B25E385B-6CEF-967B-9659-9B2884373CA1}"/>
                </a:ext>
              </a:extLst>
            </p:cNvPr>
            <p:cNvGrpSpPr/>
            <p:nvPr/>
          </p:nvGrpSpPr>
          <p:grpSpPr>
            <a:xfrm>
              <a:off x="7055243" y="2057384"/>
              <a:ext cx="4184843" cy="608866"/>
              <a:chOff x="7055243" y="2057384"/>
              <a:chExt cx="4184843" cy="608866"/>
            </a:xfrm>
          </p:grpSpPr>
          <p:sp>
            <p:nvSpPr>
              <p:cNvPr id="28" name="Number1">
                <a:extLst>
                  <a:ext uri="{FF2B5EF4-FFF2-40B4-BE49-F238E27FC236}">
                    <a16:creationId xmlns:a16="http://schemas.microsoft.com/office/drawing/2014/main" id="{9F680ED0-9E0C-4DEF-6789-32B385BC1195}"/>
                  </a:ext>
                </a:extLst>
              </p:cNvPr>
              <p:cNvSpPr/>
              <p:nvPr/>
            </p:nvSpPr>
            <p:spPr>
              <a:xfrm>
                <a:off x="7055243" y="2118330"/>
                <a:ext cx="486976" cy="486976"/>
              </a:xfrm>
              <a:prstGeom prst="ellipse">
                <a:avLst/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lnSpcReduction="10000"/>
              </a:bodyPr>
              <a:lstStyle/>
              <a:p>
                <a:pPr algn="ctr" defTabSz="914354"/>
                <a:r>
                  <a:rPr lang="en-US" altLang="zh-CN" b="1" dirty="0">
                    <a:solidFill>
                      <a:schemeClr val="tx1"/>
                    </a:solidFill>
                  </a:rPr>
                  <a:t>1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Text1">
                <a:extLst>
                  <a:ext uri="{FF2B5EF4-FFF2-40B4-BE49-F238E27FC236}">
                    <a16:creationId xmlns:a16="http://schemas.microsoft.com/office/drawing/2014/main" id="{AF21CE29-D745-04DB-B8DB-509D20F80339}"/>
                  </a:ext>
                </a:extLst>
              </p:cNvPr>
              <p:cNvSpPr/>
              <p:nvPr/>
            </p:nvSpPr>
            <p:spPr bwMode="auto">
              <a:xfrm>
                <a:off x="9355014" y="2057384"/>
                <a:ext cx="1885072" cy="6088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200" dirty="0"/>
                  <a:t>建议对现有法规进行梳理，填补空白。</a:t>
                </a:r>
                <a:endParaRPr lang="en-US" altLang="zh-CN" sz="1200" dirty="0"/>
              </a:p>
            </p:txBody>
          </p:sp>
          <p:sp>
            <p:nvSpPr>
              <p:cNvPr id="30" name="Bullet1">
                <a:extLst>
                  <a:ext uri="{FF2B5EF4-FFF2-40B4-BE49-F238E27FC236}">
                    <a16:creationId xmlns:a16="http://schemas.microsoft.com/office/drawing/2014/main" id="{D1B10662-700D-6AF0-D371-2F74578024BB}"/>
                  </a:ext>
                </a:extLst>
              </p:cNvPr>
              <p:cNvSpPr/>
              <p:nvPr/>
            </p:nvSpPr>
            <p:spPr bwMode="auto">
              <a:xfrm>
                <a:off x="7604763" y="2057384"/>
                <a:ext cx="1750251" cy="6088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spcBef>
                    <a:spcPct val="0"/>
                  </a:spcBef>
                </a:pPr>
                <a:r>
                  <a:rPr lang="zh-CN" altLang="en-US" b="1" dirty="0"/>
                  <a:t>完善法规体系</a:t>
                </a:r>
                <a:endParaRPr lang="en-US" altLang="zh-CN" b="1" dirty="0"/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38728BA1-15E6-86FB-1AF5-8F30119E7ED8}"/>
                </a:ext>
              </a:extLst>
            </p:cNvPr>
            <p:cNvGrpSpPr/>
            <p:nvPr/>
          </p:nvGrpSpPr>
          <p:grpSpPr>
            <a:xfrm>
              <a:off x="7055243" y="2846242"/>
              <a:ext cx="4184843" cy="608866"/>
              <a:chOff x="7055243" y="2846242"/>
              <a:chExt cx="4184843" cy="608866"/>
            </a:xfrm>
          </p:grpSpPr>
          <p:sp>
            <p:nvSpPr>
              <p:cNvPr id="25" name="Number2">
                <a:extLst>
                  <a:ext uri="{FF2B5EF4-FFF2-40B4-BE49-F238E27FC236}">
                    <a16:creationId xmlns:a16="http://schemas.microsoft.com/office/drawing/2014/main" id="{AFCC174B-C000-D8B9-5D48-7A8F11E13E09}"/>
                  </a:ext>
                </a:extLst>
              </p:cNvPr>
              <p:cNvSpPr/>
              <p:nvPr/>
            </p:nvSpPr>
            <p:spPr>
              <a:xfrm>
                <a:off x="7055243" y="2907187"/>
                <a:ext cx="486976" cy="486976"/>
              </a:xfrm>
              <a:prstGeom prst="ellipse">
                <a:avLst/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lnSpcReduction="10000"/>
              </a:bodyPr>
              <a:lstStyle/>
              <a:p>
                <a:pPr algn="ctr" defTabSz="914354"/>
                <a:r>
                  <a:rPr lang="en-US" altLang="zh-CN" b="1">
                    <a:solidFill>
                      <a:schemeClr val="tx1"/>
                    </a:solidFill>
                  </a:rPr>
                  <a:t>2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Text2">
                <a:extLst>
                  <a:ext uri="{FF2B5EF4-FFF2-40B4-BE49-F238E27FC236}">
                    <a16:creationId xmlns:a16="http://schemas.microsoft.com/office/drawing/2014/main" id="{F21A23D7-89F1-3FAB-DC0D-5BC35CF340A3}"/>
                  </a:ext>
                </a:extLst>
              </p:cNvPr>
              <p:cNvSpPr/>
              <p:nvPr/>
            </p:nvSpPr>
            <p:spPr bwMode="auto">
              <a:xfrm>
                <a:off x="9355014" y="2846242"/>
                <a:ext cx="1885072" cy="6088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200" dirty="0"/>
                  <a:t>提出政策优惠措施，降低企业运营成本。</a:t>
                </a:r>
                <a:endParaRPr lang="en-US" altLang="zh-CN" sz="1200" dirty="0"/>
              </a:p>
            </p:txBody>
          </p:sp>
          <p:sp>
            <p:nvSpPr>
              <p:cNvPr id="27" name="Bullet2">
                <a:extLst>
                  <a:ext uri="{FF2B5EF4-FFF2-40B4-BE49-F238E27FC236}">
                    <a16:creationId xmlns:a16="http://schemas.microsoft.com/office/drawing/2014/main" id="{D11AC2DB-1315-06C7-E68A-19BFC55656F7}"/>
                  </a:ext>
                </a:extLst>
              </p:cNvPr>
              <p:cNvSpPr/>
              <p:nvPr/>
            </p:nvSpPr>
            <p:spPr bwMode="auto">
              <a:xfrm>
                <a:off x="7604763" y="2846242"/>
                <a:ext cx="1750251" cy="6088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spcBef>
                    <a:spcPct val="0"/>
                  </a:spcBef>
                </a:pPr>
                <a:r>
                  <a:rPr lang="zh-CN" altLang="en-US" b="1"/>
                  <a:t>优化政策环境</a:t>
                </a:r>
                <a:endParaRPr lang="en-US" altLang="zh-CN" b="1" dirty="0"/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88A0A9EE-7C6C-EA66-81FD-52E376F14E92}"/>
                </a:ext>
              </a:extLst>
            </p:cNvPr>
            <p:cNvGrpSpPr/>
            <p:nvPr/>
          </p:nvGrpSpPr>
          <p:grpSpPr>
            <a:xfrm>
              <a:off x="7055243" y="3635099"/>
              <a:ext cx="4184843" cy="608866"/>
              <a:chOff x="7055243" y="3635099"/>
              <a:chExt cx="4184843" cy="608866"/>
            </a:xfrm>
          </p:grpSpPr>
          <p:sp>
            <p:nvSpPr>
              <p:cNvPr id="22" name="Number3">
                <a:extLst>
                  <a:ext uri="{FF2B5EF4-FFF2-40B4-BE49-F238E27FC236}">
                    <a16:creationId xmlns:a16="http://schemas.microsoft.com/office/drawing/2014/main" id="{F46861EC-118D-6C2C-A607-D2B186B0A687}"/>
                  </a:ext>
                </a:extLst>
              </p:cNvPr>
              <p:cNvSpPr/>
              <p:nvPr/>
            </p:nvSpPr>
            <p:spPr>
              <a:xfrm>
                <a:off x="7055243" y="3696045"/>
                <a:ext cx="486976" cy="486976"/>
              </a:xfrm>
              <a:prstGeom prst="ellipse">
                <a:avLst/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lnSpcReduction="10000"/>
              </a:bodyPr>
              <a:lstStyle/>
              <a:p>
                <a:pPr algn="ctr" defTabSz="914354"/>
                <a:r>
                  <a:rPr lang="en-US" altLang="zh-CN" b="1">
                    <a:solidFill>
                      <a:schemeClr val="tx1"/>
                    </a:solidFill>
                  </a:rPr>
                  <a:t>3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Text3">
                <a:extLst>
                  <a:ext uri="{FF2B5EF4-FFF2-40B4-BE49-F238E27FC236}">
                    <a16:creationId xmlns:a16="http://schemas.microsoft.com/office/drawing/2014/main" id="{9F04EAA5-9B0B-3A25-1DBD-0415B63B5ABC}"/>
                  </a:ext>
                </a:extLst>
              </p:cNvPr>
              <p:cNvSpPr/>
              <p:nvPr/>
            </p:nvSpPr>
            <p:spPr bwMode="auto">
              <a:xfrm>
                <a:off x="9355014" y="3635099"/>
                <a:ext cx="1885072" cy="6088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200" dirty="0"/>
                  <a:t>完善市场监管机制，严厉打击违法行为。</a:t>
                </a:r>
                <a:endParaRPr lang="en-US" altLang="zh-CN" sz="1200" dirty="0"/>
              </a:p>
            </p:txBody>
          </p:sp>
          <p:sp>
            <p:nvSpPr>
              <p:cNvPr id="24" name="Bullet3">
                <a:extLst>
                  <a:ext uri="{FF2B5EF4-FFF2-40B4-BE49-F238E27FC236}">
                    <a16:creationId xmlns:a16="http://schemas.microsoft.com/office/drawing/2014/main" id="{78762457-B7FE-EF13-4DD5-D4D33DE730FA}"/>
                  </a:ext>
                </a:extLst>
              </p:cNvPr>
              <p:cNvSpPr/>
              <p:nvPr/>
            </p:nvSpPr>
            <p:spPr bwMode="auto">
              <a:xfrm>
                <a:off x="7604763" y="3635099"/>
                <a:ext cx="1750251" cy="6088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spcBef>
                    <a:spcPct val="0"/>
                  </a:spcBef>
                </a:pPr>
                <a:r>
                  <a:rPr lang="zh-CN" altLang="en-US" b="1"/>
                  <a:t>强化市场监管</a:t>
                </a:r>
                <a:endParaRPr lang="en-US" altLang="zh-CN" b="1" dirty="0"/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18F02B1C-3AFB-B026-6F6D-FDC69B1269F1}"/>
                </a:ext>
              </a:extLst>
            </p:cNvPr>
            <p:cNvGrpSpPr/>
            <p:nvPr/>
          </p:nvGrpSpPr>
          <p:grpSpPr>
            <a:xfrm>
              <a:off x="7055243" y="4423956"/>
              <a:ext cx="4184843" cy="608866"/>
              <a:chOff x="7055243" y="4423956"/>
              <a:chExt cx="4184843" cy="608866"/>
            </a:xfrm>
          </p:grpSpPr>
          <p:sp>
            <p:nvSpPr>
              <p:cNvPr id="19" name="Number4">
                <a:extLst>
                  <a:ext uri="{FF2B5EF4-FFF2-40B4-BE49-F238E27FC236}">
                    <a16:creationId xmlns:a16="http://schemas.microsoft.com/office/drawing/2014/main" id="{6609178D-5513-AE5F-6A19-407B69F69BC0}"/>
                  </a:ext>
                </a:extLst>
              </p:cNvPr>
              <p:cNvSpPr/>
              <p:nvPr/>
            </p:nvSpPr>
            <p:spPr>
              <a:xfrm>
                <a:off x="7055243" y="4484902"/>
                <a:ext cx="486976" cy="486976"/>
              </a:xfrm>
              <a:prstGeom prst="ellipse">
                <a:avLst/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lnSpcReduction="10000"/>
              </a:bodyPr>
              <a:lstStyle/>
              <a:p>
                <a:pPr algn="ctr" defTabSz="914354"/>
                <a:r>
                  <a:rPr lang="en-US" altLang="zh-CN" b="1">
                    <a:solidFill>
                      <a:schemeClr val="tx1"/>
                    </a:solidFill>
                  </a:rPr>
                  <a:t>4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Text4">
                <a:extLst>
                  <a:ext uri="{FF2B5EF4-FFF2-40B4-BE49-F238E27FC236}">
                    <a16:creationId xmlns:a16="http://schemas.microsoft.com/office/drawing/2014/main" id="{4EED3318-ACE9-B7B8-38EA-A165DFAA3677}"/>
                  </a:ext>
                </a:extLst>
              </p:cNvPr>
              <p:cNvSpPr/>
              <p:nvPr/>
            </p:nvSpPr>
            <p:spPr bwMode="auto">
              <a:xfrm>
                <a:off x="9355014" y="4423956"/>
                <a:ext cx="1885072" cy="6088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200" dirty="0"/>
                  <a:t>积极参与国际行业规则制定，拓展国际合作空间。</a:t>
                </a:r>
                <a:endParaRPr lang="en-US" altLang="zh-CN" sz="1200" dirty="0"/>
              </a:p>
            </p:txBody>
          </p:sp>
          <p:sp>
            <p:nvSpPr>
              <p:cNvPr id="21" name="Bullet4">
                <a:extLst>
                  <a:ext uri="{FF2B5EF4-FFF2-40B4-BE49-F238E27FC236}">
                    <a16:creationId xmlns:a16="http://schemas.microsoft.com/office/drawing/2014/main" id="{3B7D8173-27FD-6A7C-43B6-4BADBDF7C63D}"/>
                  </a:ext>
                </a:extLst>
              </p:cNvPr>
              <p:cNvSpPr/>
              <p:nvPr/>
            </p:nvSpPr>
            <p:spPr bwMode="auto">
              <a:xfrm>
                <a:off x="7604763" y="4423956"/>
                <a:ext cx="1750251" cy="6088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spcBef>
                    <a:spcPct val="0"/>
                  </a:spcBef>
                </a:pPr>
                <a:r>
                  <a:rPr lang="zh-CN" altLang="en-US" b="1"/>
                  <a:t>深化国际合作</a:t>
                </a:r>
                <a:endParaRPr lang="en-US" altLang="zh-CN" b="1" dirty="0"/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6AA92536-EB8D-B3CB-2968-C2DE1E18F9F1}"/>
                </a:ext>
              </a:extLst>
            </p:cNvPr>
            <p:cNvGrpSpPr/>
            <p:nvPr/>
          </p:nvGrpSpPr>
          <p:grpSpPr>
            <a:xfrm>
              <a:off x="7055243" y="5212814"/>
              <a:ext cx="4184843" cy="608866"/>
              <a:chOff x="7055243" y="5212814"/>
              <a:chExt cx="4184843" cy="608866"/>
            </a:xfrm>
          </p:grpSpPr>
          <p:sp>
            <p:nvSpPr>
              <p:cNvPr id="16" name="Number5">
                <a:extLst>
                  <a:ext uri="{FF2B5EF4-FFF2-40B4-BE49-F238E27FC236}">
                    <a16:creationId xmlns:a16="http://schemas.microsoft.com/office/drawing/2014/main" id="{29C0ACBF-97AC-2296-3850-07CB48F94987}"/>
                  </a:ext>
                </a:extLst>
              </p:cNvPr>
              <p:cNvSpPr/>
              <p:nvPr/>
            </p:nvSpPr>
            <p:spPr>
              <a:xfrm>
                <a:off x="7055243" y="5273759"/>
                <a:ext cx="486976" cy="486976"/>
              </a:xfrm>
              <a:prstGeom prst="ellipse">
                <a:avLst/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lnSpcReduction="10000"/>
              </a:bodyPr>
              <a:lstStyle/>
              <a:p>
                <a:pPr algn="ctr" defTabSz="914354"/>
                <a:r>
                  <a:rPr lang="en-US" altLang="zh-CN" b="1">
                    <a:solidFill>
                      <a:schemeClr val="tx1"/>
                    </a:solidFill>
                  </a:rPr>
                  <a:t>5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Text5">
                <a:extLst>
                  <a:ext uri="{FF2B5EF4-FFF2-40B4-BE49-F238E27FC236}">
                    <a16:creationId xmlns:a16="http://schemas.microsoft.com/office/drawing/2014/main" id="{7085CEEB-9E8B-51A7-8622-7D2DB27998F6}"/>
                  </a:ext>
                </a:extLst>
              </p:cNvPr>
              <p:cNvSpPr/>
              <p:nvPr/>
            </p:nvSpPr>
            <p:spPr bwMode="auto">
              <a:xfrm>
                <a:off x="9355014" y="5212814"/>
                <a:ext cx="1885072" cy="6088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200" dirty="0"/>
                  <a:t>推动绿色生产、绿色消费，引导企业转型升级。</a:t>
                </a:r>
                <a:endParaRPr lang="en-US" altLang="zh-CN" sz="1200" dirty="0"/>
              </a:p>
            </p:txBody>
          </p:sp>
          <p:sp>
            <p:nvSpPr>
              <p:cNvPr id="18" name="Bullet5">
                <a:extLst>
                  <a:ext uri="{FF2B5EF4-FFF2-40B4-BE49-F238E27FC236}">
                    <a16:creationId xmlns:a16="http://schemas.microsoft.com/office/drawing/2014/main" id="{FA8C32F7-EC4B-1052-BC73-EFCD9E4F5988}"/>
                  </a:ext>
                </a:extLst>
              </p:cNvPr>
              <p:cNvSpPr/>
              <p:nvPr/>
            </p:nvSpPr>
            <p:spPr bwMode="auto">
              <a:xfrm>
                <a:off x="7604763" y="5212814"/>
                <a:ext cx="1750251" cy="6088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spcBef>
                    <a:spcPct val="0"/>
                  </a:spcBef>
                </a:pPr>
                <a:r>
                  <a:rPr lang="zh-CN" altLang="en-US" b="1"/>
                  <a:t>促进绿色发展</a:t>
                </a:r>
                <a:endParaRPr lang="en-US" altLang="zh-CN" b="1" dirty="0"/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E1D4C56D-C33F-F3F1-2A3A-5881C1A55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政策建议</a:t>
            </a:r>
          </a:p>
        </p:txBody>
      </p:sp>
    </p:spTree>
    <p:extLst>
      <p:ext uri="{BB962C8B-B14F-4D97-AF65-F5344CB8AC3E}">
        <p14:creationId xmlns:p14="http://schemas.microsoft.com/office/powerpoint/2010/main" val="38152885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/>
        <p:txBody>
          <a:bodyPr/>
          <a:lstStyle/>
          <a:p>
            <a:r>
              <a:rPr lang="zh-CN" altLang="en-US" dirty="0"/>
              <a:t>感谢观看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/>
        <p:txBody>
          <a:bodyPr/>
          <a:lstStyle/>
          <a:p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/>
        <p:txBody>
          <a:bodyPr/>
          <a:lstStyle/>
          <a:p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/>
</file>

<file path=ppt/theme/theme1.xml><?xml version="1.0" encoding="utf-8"?>
<a:theme xmlns:thm15="http://schemas.microsoft.com/office/thememl/2012/main" xmlns:a="http://schemas.openxmlformats.org/drawingml/2006/main" name="Raven">
  <a:themeElements>
    <a:clrScheme name="Raven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F5AF55"/>
      </a:accent1>
      <a:accent2>
        <a:srgbClr val="DC4245"/>
      </a:accent2>
      <a:accent3>
        <a:srgbClr val="3F6FD5"/>
      </a:accent3>
      <a:accent4>
        <a:srgbClr val="A98456"/>
      </a:accent4>
      <a:accent5>
        <a:srgbClr val="9A6B6C"/>
      </a:accent5>
      <a:accent6>
        <a:srgbClr val="6A7999"/>
      </a:accent6>
      <a:hlink>
        <a:srgbClr val="F84D4D"/>
      </a:hlink>
      <a:folHlink>
        <a:srgbClr val="979797"/>
      </a:folHlink>
    </a:clrScheme>
    <a:fontScheme name="Raven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Rave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ven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Raven">
    <a:dk1>
      <a:srgbClr val="2F2F2F"/>
    </a:dk1>
    <a:lt1>
      <a:srgbClr val="FFFFFF"/>
    </a:lt1>
    <a:dk2>
      <a:srgbClr val="778495"/>
    </a:dk2>
    <a:lt2>
      <a:srgbClr val="F0F0F0"/>
    </a:lt2>
    <a:accent1>
      <a:srgbClr val="F5AF55"/>
    </a:accent1>
    <a:accent2>
      <a:srgbClr val="DC4245"/>
    </a:accent2>
    <a:accent3>
      <a:srgbClr val="3F6FD5"/>
    </a:accent3>
    <a:accent4>
      <a:srgbClr val="A98456"/>
    </a:accent4>
    <a:accent5>
      <a:srgbClr val="9A6B6C"/>
    </a:accent5>
    <a:accent6>
      <a:srgbClr val="6A7999"/>
    </a:accent6>
    <a:hlink>
      <a:srgbClr val="F84D4D"/>
    </a:hlink>
    <a:folHlink>
      <a:srgbClr val="979797"/>
    </a:folHlink>
  </a:clrScheme>
</a:themeOverride>
</file>

<file path=ppt/theme/themeOverride2.xml><?xml version="1.0" encoding="utf-8"?>
<a:themeOverride xmlns:a="http://schemas.openxmlformats.org/drawingml/2006/main">
  <a:clrScheme name="Raven">
    <a:dk1>
      <a:srgbClr val="2F2F2F"/>
    </a:dk1>
    <a:lt1>
      <a:srgbClr val="FFFFFF"/>
    </a:lt1>
    <a:dk2>
      <a:srgbClr val="778495"/>
    </a:dk2>
    <a:lt2>
      <a:srgbClr val="F0F0F0"/>
    </a:lt2>
    <a:accent1>
      <a:srgbClr val="F5AF55"/>
    </a:accent1>
    <a:accent2>
      <a:srgbClr val="DC4245"/>
    </a:accent2>
    <a:accent3>
      <a:srgbClr val="3F6FD5"/>
    </a:accent3>
    <a:accent4>
      <a:srgbClr val="A98456"/>
    </a:accent4>
    <a:accent5>
      <a:srgbClr val="9A6B6C"/>
    </a:accent5>
    <a:accent6>
      <a:srgbClr val="6A7999"/>
    </a:accent6>
    <a:hlink>
      <a:srgbClr val="F84D4D"/>
    </a:hlink>
    <a:folHlink>
      <a:srgbClr val="979797"/>
    </a:folHlink>
  </a:clrScheme>
</a:themeOverride>
</file>

<file path=ppt/theme/themeOverride3.xml><?xml version="1.0" encoding="utf-8"?>
<a:themeOverride xmlns:a="http://schemas.openxmlformats.org/drawingml/2006/main">
  <a:clrScheme name="Raven">
    <a:dk1>
      <a:srgbClr val="2F2F2F"/>
    </a:dk1>
    <a:lt1>
      <a:srgbClr val="FFFFFF"/>
    </a:lt1>
    <a:dk2>
      <a:srgbClr val="778495"/>
    </a:dk2>
    <a:lt2>
      <a:srgbClr val="F0F0F0"/>
    </a:lt2>
    <a:accent1>
      <a:srgbClr val="F5AF55"/>
    </a:accent1>
    <a:accent2>
      <a:srgbClr val="DC4245"/>
    </a:accent2>
    <a:accent3>
      <a:srgbClr val="3F6FD5"/>
    </a:accent3>
    <a:accent4>
      <a:srgbClr val="A98456"/>
    </a:accent4>
    <a:accent5>
      <a:srgbClr val="9A6B6C"/>
    </a:accent5>
    <a:accent6>
      <a:srgbClr val="6A7999"/>
    </a:accent6>
    <a:hlink>
      <a:srgbClr val="F84D4D"/>
    </a:hlink>
    <a:folHlink>
      <a:srgbClr val="979797"/>
    </a:folHlink>
  </a:clrScheme>
</a:themeOverride>
</file>

<file path=ppt/theme/themeOverride4.xml><?xml version="1.0" encoding="utf-8"?>
<a:themeOverride xmlns:a="http://schemas.openxmlformats.org/drawingml/2006/main">
  <a:clrScheme name="Raven">
    <a:dk1>
      <a:srgbClr val="2F2F2F"/>
    </a:dk1>
    <a:lt1>
      <a:srgbClr val="FFFFFF"/>
    </a:lt1>
    <a:dk2>
      <a:srgbClr val="778495"/>
    </a:dk2>
    <a:lt2>
      <a:srgbClr val="F0F0F0"/>
    </a:lt2>
    <a:accent1>
      <a:srgbClr val="F5AF55"/>
    </a:accent1>
    <a:accent2>
      <a:srgbClr val="DC4245"/>
    </a:accent2>
    <a:accent3>
      <a:srgbClr val="3F6FD5"/>
    </a:accent3>
    <a:accent4>
      <a:srgbClr val="A98456"/>
    </a:accent4>
    <a:accent5>
      <a:srgbClr val="9A6B6C"/>
    </a:accent5>
    <a:accent6>
      <a:srgbClr val="6A7999"/>
    </a:accent6>
    <a:hlink>
      <a:srgbClr val="F84D4D"/>
    </a:hlink>
    <a:folHlink>
      <a:srgbClr val="979797"/>
    </a:folHlink>
  </a:clrScheme>
</a:themeOverride>
</file>

<file path=ppt/theme/themeOverride5.xml><?xml version="1.0" encoding="utf-8"?>
<a:themeOverride xmlns:a="http://schemas.openxmlformats.org/drawingml/2006/main">
  <a:clrScheme name="Raven">
    <a:dk1>
      <a:srgbClr val="2F2F2F"/>
    </a:dk1>
    <a:lt1>
      <a:srgbClr val="FFFFFF"/>
    </a:lt1>
    <a:dk2>
      <a:srgbClr val="778495"/>
    </a:dk2>
    <a:lt2>
      <a:srgbClr val="F0F0F0"/>
    </a:lt2>
    <a:accent1>
      <a:srgbClr val="F5AF55"/>
    </a:accent1>
    <a:accent2>
      <a:srgbClr val="DC4245"/>
    </a:accent2>
    <a:accent3>
      <a:srgbClr val="3F6FD5"/>
    </a:accent3>
    <a:accent4>
      <a:srgbClr val="A98456"/>
    </a:accent4>
    <a:accent5>
      <a:srgbClr val="9A6B6C"/>
    </a:accent5>
    <a:accent6>
      <a:srgbClr val="6A7999"/>
    </a:accent6>
    <a:hlink>
      <a:srgbClr val="F84D4D"/>
    </a:hlink>
    <a:folHlink>
      <a:srgbClr val="979797"/>
    </a:folHlink>
  </a:clrScheme>
</a:themeOverride>
</file>

<file path=ppt/theme/themeOverride6.xml><?xml version="1.0" encoding="utf-8"?>
<a:themeOverride xmlns:a="http://schemas.openxmlformats.org/drawingml/2006/main">
  <a:clrScheme name="Raven">
    <a:dk1>
      <a:srgbClr val="2F2F2F"/>
    </a:dk1>
    <a:lt1>
      <a:srgbClr val="FFFFFF"/>
    </a:lt1>
    <a:dk2>
      <a:srgbClr val="778495"/>
    </a:dk2>
    <a:lt2>
      <a:srgbClr val="F0F0F0"/>
    </a:lt2>
    <a:accent1>
      <a:srgbClr val="F5AF55"/>
    </a:accent1>
    <a:accent2>
      <a:srgbClr val="DC4245"/>
    </a:accent2>
    <a:accent3>
      <a:srgbClr val="3F6FD5"/>
    </a:accent3>
    <a:accent4>
      <a:srgbClr val="A98456"/>
    </a:accent4>
    <a:accent5>
      <a:srgbClr val="9A6B6C"/>
    </a:accent5>
    <a:accent6>
      <a:srgbClr val="6A7999"/>
    </a:accent6>
    <a:hlink>
      <a:srgbClr val="F84D4D"/>
    </a:hlink>
    <a:folHlink>
      <a:srgbClr val="979797"/>
    </a:folHlink>
  </a:clrScheme>
</a:themeOverride>
</file>

<file path=ppt/theme/themeOverride7.xml><?xml version="1.0" encoding="utf-8"?>
<a:themeOverride xmlns:a="http://schemas.openxmlformats.org/drawingml/2006/main">
  <a:clrScheme name="Raven">
    <a:dk1>
      <a:srgbClr val="2F2F2F"/>
    </a:dk1>
    <a:lt1>
      <a:srgbClr val="FFFFFF"/>
    </a:lt1>
    <a:dk2>
      <a:srgbClr val="778495"/>
    </a:dk2>
    <a:lt2>
      <a:srgbClr val="F0F0F0"/>
    </a:lt2>
    <a:accent1>
      <a:srgbClr val="F5AF55"/>
    </a:accent1>
    <a:accent2>
      <a:srgbClr val="DC4245"/>
    </a:accent2>
    <a:accent3>
      <a:srgbClr val="3F6FD5"/>
    </a:accent3>
    <a:accent4>
      <a:srgbClr val="A98456"/>
    </a:accent4>
    <a:accent5>
      <a:srgbClr val="9A6B6C"/>
    </a:accent5>
    <a:accent6>
      <a:srgbClr val="6A7999"/>
    </a:accent6>
    <a:hlink>
      <a:srgbClr val="F84D4D"/>
    </a:hlink>
    <a:folHlink>
      <a:srgbClr val="979797"/>
    </a:folHlink>
  </a:clrScheme>
</a:themeOverride>
</file>

<file path=ppt/theme/themeOverride8.xml><?xml version="1.0" encoding="utf-8"?>
<a:themeOverride xmlns:a="http://schemas.openxmlformats.org/drawingml/2006/main">
  <a:clrScheme name="Raven">
    <a:dk1>
      <a:srgbClr val="2F2F2F"/>
    </a:dk1>
    <a:lt1>
      <a:srgbClr val="FFFFFF"/>
    </a:lt1>
    <a:dk2>
      <a:srgbClr val="778495"/>
    </a:dk2>
    <a:lt2>
      <a:srgbClr val="F0F0F0"/>
    </a:lt2>
    <a:accent1>
      <a:srgbClr val="F5AF55"/>
    </a:accent1>
    <a:accent2>
      <a:srgbClr val="DC4245"/>
    </a:accent2>
    <a:accent3>
      <a:srgbClr val="3F6FD5"/>
    </a:accent3>
    <a:accent4>
      <a:srgbClr val="A98456"/>
    </a:accent4>
    <a:accent5>
      <a:srgbClr val="9A6B6C"/>
    </a:accent5>
    <a:accent6>
      <a:srgbClr val="6A7999"/>
    </a:accent6>
    <a:hlink>
      <a:srgbClr val="F84D4D"/>
    </a:hlink>
    <a:folHlink>
      <a:srgbClr val="979797"/>
    </a:folHlink>
  </a:clrScheme>
</a:themeOverride>
</file>

<file path=ppt/theme/themeOverride9.xml><?xml version="1.0" encoding="utf-8"?>
<a:themeOverride xmlns:a="http://schemas.openxmlformats.org/drawingml/2006/main">
  <a:clrScheme name="Raven">
    <a:dk1>
      <a:srgbClr val="2F2F2F"/>
    </a:dk1>
    <a:lt1>
      <a:srgbClr val="FFFFFF"/>
    </a:lt1>
    <a:dk2>
      <a:srgbClr val="778495"/>
    </a:dk2>
    <a:lt2>
      <a:srgbClr val="F0F0F0"/>
    </a:lt2>
    <a:accent1>
      <a:srgbClr val="F5AF55"/>
    </a:accent1>
    <a:accent2>
      <a:srgbClr val="DC4245"/>
    </a:accent2>
    <a:accent3>
      <a:srgbClr val="3F6FD5"/>
    </a:accent3>
    <a:accent4>
      <a:srgbClr val="A98456"/>
    </a:accent4>
    <a:accent5>
      <a:srgbClr val="9A6B6C"/>
    </a:accent5>
    <a:accent6>
      <a:srgbClr val="6A7999"/>
    </a:accent6>
    <a:hlink>
      <a:srgbClr val="F84D4D"/>
    </a:hlink>
    <a:folHlink>
      <a:srgbClr val="979797"/>
    </a:folHlink>
  </a:clrScheme>
</a:themeOverride>
</file>

<file path=ppt/theme/themeOverride10.xml><?xml version="1.0" encoding="utf-8"?>
<a:themeOverride xmlns:a="http://schemas.openxmlformats.org/drawingml/2006/main">
  <a:clrScheme name="Raven">
    <a:dk1>
      <a:srgbClr val="2F2F2F"/>
    </a:dk1>
    <a:lt1>
      <a:srgbClr val="FFFFFF"/>
    </a:lt1>
    <a:dk2>
      <a:srgbClr val="778495"/>
    </a:dk2>
    <a:lt2>
      <a:srgbClr val="F0F0F0"/>
    </a:lt2>
    <a:accent1>
      <a:srgbClr val="F5AF55"/>
    </a:accent1>
    <a:accent2>
      <a:srgbClr val="DC4245"/>
    </a:accent2>
    <a:accent3>
      <a:srgbClr val="3F6FD5"/>
    </a:accent3>
    <a:accent4>
      <a:srgbClr val="A98456"/>
    </a:accent4>
    <a:accent5>
      <a:srgbClr val="9A6B6C"/>
    </a:accent5>
    <a:accent6>
      <a:srgbClr val="6A7999"/>
    </a:accent6>
    <a:hlink>
      <a:srgbClr val="F84D4D"/>
    </a:hlink>
    <a:folHlink>
      <a:srgbClr val="979797"/>
    </a:folHlink>
  </a:clrScheme>
</a:themeOverride>
</file>

<file path=ppt/theme/themeOverride11.xml><?xml version="1.0" encoding="utf-8"?>
<a:themeOverride xmlns:a="http://schemas.openxmlformats.org/drawingml/2006/main">
  <a:clrScheme name="Raven">
    <a:dk1>
      <a:srgbClr val="2F2F2F"/>
    </a:dk1>
    <a:lt1>
      <a:srgbClr val="FFFFFF"/>
    </a:lt1>
    <a:dk2>
      <a:srgbClr val="778495"/>
    </a:dk2>
    <a:lt2>
      <a:srgbClr val="F0F0F0"/>
    </a:lt2>
    <a:accent1>
      <a:srgbClr val="F5AF55"/>
    </a:accent1>
    <a:accent2>
      <a:srgbClr val="DC4245"/>
    </a:accent2>
    <a:accent3>
      <a:srgbClr val="3F6FD5"/>
    </a:accent3>
    <a:accent4>
      <a:srgbClr val="A98456"/>
    </a:accent4>
    <a:accent5>
      <a:srgbClr val="9A6B6C"/>
    </a:accent5>
    <a:accent6>
      <a:srgbClr val="6A7999"/>
    </a:accent6>
    <a:hlink>
      <a:srgbClr val="F84D4D"/>
    </a:hlink>
    <a:folHlink>
      <a:srgbClr val="979797"/>
    </a:folHlink>
  </a:clrScheme>
</a:themeOverride>
</file>

<file path=ppt/theme/themeOverride12.xml><?xml version="1.0" encoding="utf-8"?>
<a:themeOverride xmlns:a="http://schemas.openxmlformats.org/drawingml/2006/main">
  <a:clrScheme name="Raven">
    <a:dk1>
      <a:srgbClr val="2F2F2F"/>
    </a:dk1>
    <a:lt1>
      <a:srgbClr val="FFFFFF"/>
    </a:lt1>
    <a:dk2>
      <a:srgbClr val="778495"/>
    </a:dk2>
    <a:lt2>
      <a:srgbClr val="F0F0F0"/>
    </a:lt2>
    <a:accent1>
      <a:srgbClr val="F5AF55"/>
    </a:accent1>
    <a:accent2>
      <a:srgbClr val="DC4245"/>
    </a:accent2>
    <a:accent3>
      <a:srgbClr val="3F6FD5"/>
    </a:accent3>
    <a:accent4>
      <a:srgbClr val="A98456"/>
    </a:accent4>
    <a:accent5>
      <a:srgbClr val="9A6B6C"/>
    </a:accent5>
    <a:accent6>
      <a:srgbClr val="6A7999"/>
    </a:accent6>
    <a:hlink>
      <a:srgbClr val="F84D4D"/>
    </a:hlink>
    <a:folHlink>
      <a:srgbClr val="979797"/>
    </a:folHlink>
  </a:clrScheme>
</a:themeOverride>
</file>

<file path=ppt/theme/themeOverride13.xml><?xml version="1.0" encoding="utf-8"?>
<a:themeOverride xmlns:a="http://schemas.openxmlformats.org/drawingml/2006/main">
  <a:clrScheme name="Raven">
    <a:dk1>
      <a:srgbClr val="2F2F2F"/>
    </a:dk1>
    <a:lt1>
      <a:srgbClr val="FFFFFF"/>
    </a:lt1>
    <a:dk2>
      <a:srgbClr val="778495"/>
    </a:dk2>
    <a:lt2>
      <a:srgbClr val="F0F0F0"/>
    </a:lt2>
    <a:accent1>
      <a:srgbClr val="F5AF55"/>
    </a:accent1>
    <a:accent2>
      <a:srgbClr val="DC4245"/>
    </a:accent2>
    <a:accent3>
      <a:srgbClr val="3F6FD5"/>
    </a:accent3>
    <a:accent4>
      <a:srgbClr val="A98456"/>
    </a:accent4>
    <a:accent5>
      <a:srgbClr val="9A6B6C"/>
    </a:accent5>
    <a:accent6>
      <a:srgbClr val="6A7999"/>
    </a:accent6>
    <a:hlink>
      <a:srgbClr val="F84D4D"/>
    </a:hlink>
    <a:folHlink>
      <a:srgbClr val="979797"/>
    </a:folHlink>
  </a:clrScheme>
</a:themeOverride>
</file>

<file path=ppt/theme/themeOverride14.xml><?xml version="1.0" encoding="utf-8"?>
<a:themeOverride xmlns:a="http://schemas.openxmlformats.org/drawingml/2006/main">
  <a:clrScheme name="Raven">
    <a:dk1>
      <a:srgbClr val="2F2F2F"/>
    </a:dk1>
    <a:lt1>
      <a:srgbClr val="FFFFFF"/>
    </a:lt1>
    <a:dk2>
      <a:srgbClr val="778495"/>
    </a:dk2>
    <a:lt2>
      <a:srgbClr val="F0F0F0"/>
    </a:lt2>
    <a:accent1>
      <a:srgbClr val="F5AF55"/>
    </a:accent1>
    <a:accent2>
      <a:srgbClr val="DC4245"/>
    </a:accent2>
    <a:accent3>
      <a:srgbClr val="3F6FD5"/>
    </a:accent3>
    <a:accent4>
      <a:srgbClr val="A98456"/>
    </a:accent4>
    <a:accent5>
      <a:srgbClr val="9A6B6C"/>
    </a:accent5>
    <a:accent6>
      <a:srgbClr val="6A7999"/>
    </a:accent6>
    <a:hlink>
      <a:srgbClr val="F84D4D"/>
    </a:hlink>
    <a:folHlink>
      <a:srgbClr val="979797"/>
    </a:folHlink>
  </a:clrScheme>
</a:themeOverride>
</file>

<file path=ppt/theme/themeOverride15.xml><?xml version="1.0" encoding="utf-8"?>
<a:themeOverride xmlns:a="http://schemas.openxmlformats.org/drawingml/2006/main">
  <a:clrScheme name="Raven">
    <a:dk1>
      <a:srgbClr val="2F2F2F"/>
    </a:dk1>
    <a:lt1>
      <a:srgbClr val="FFFFFF"/>
    </a:lt1>
    <a:dk2>
      <a:srgbClr val="778495"/>
    </a:dk2>
    <a:lt2>
      <a:srgbClr val="F0F0F0"/>
    </a:lt2>
    <a:accent1>
      <a:srgbClr val="F5AF55"/>
    </a:accent1>
    <a:accent2>
      <a:srgbClr val="DC4245"/>
    </a:accent2>
    <a:accent3>
      <a:srgbClr val="3F6FD5"/>
    </a:accent3>
    <a:accent4>
      <a:srgbClr val="A98456"/>
    </a:accent4>
    <a:accent5>
      <a:srgbClr val="9A6B6C"/>
    </a:accent5>
    <a:accent6>
      <a:srgbClr val="6A7999"/>
    </a:accent6>
    <a:hlink>
      <a:srgbClr val="F84D4D"/>
    </a:hlink>
    <a:folHlink>
      <a:srgbClr val="979797"/>
    </a:folHlink>
  </a:clrScheme>
</a:themeOverride>
</file>

<file path=ppt/theme/themeOverride16.xml><?xml version="1.0" encoding="utf-8"?>
<a:themeOverride xmlns:a="http://schemas.openxmlformats.org/drawingml/2006/main">
  <a:clrScheme name="Raven">
    <a:dk1>
      <a:srgbClr val="2F2F2F"/>
    </a:dk1>
    <a:lt1>
      <a:srgbClr val="FFFFFF"/>
    </a:lt1>
    <a:dk2>
      <a:srgbClr val="778495"/>
    </a:dk2>
    <a:lt2>
      <a:srgbClr val="F0F0F0"/>
    </a:lt2>
    <a:accent1>
      <a:srgbClr val="F5AF55"/>
    </a:accent1>
    <a:accent2>
      <a:srgbClr val="DC4245"/>
    </a:accent2>
    <a:accent3>
      <a:srgbClr val="3F6FD5"/>
    </a:accent3>
    <a:accent4>
      <a:srgbClr val="A98456"/>
    </a:accent4>
    <a:accent5>
      <a:srgbClr val="9A6B6C"/>
    </a:accent5>
    <a:accent6>
      <a:srgbClr val="6A7999"/>
    </a:accent6>
    <a:hlink>
      <a:srgbClr val="F84D4D"/>
    </a:hlink>
    <a:folHlink>
      <a:srgbClr val="979797"/>
    </a:folHlink>
  </a:clrScheme>
</a:themeOverride>
</file>

<file path=ppt/theme/themeOverride17.xml><?xml version="1.0" encoding="utf-8"?>
<a:themeOverride xmlns:a="http://schemas.openxmlformats.org/drawingml/2006/main">
  <a:clrScheme name="Raven">
    <a:dk1>
      <a:srgbClr val="2F2F2F"/>
    </a:dk1>
    <a:lt1>
      <a:srgbClr val="FFFFFF"/>
    </a:lt1>
    <a:dk2>
      <a:srgbClr val="778495"/>
    </a:dk2>
    <a:lt2>
      <a:srgbClr val="F0F0F0"/>
    </a:lt2>
    <a:accent1>
      <a:srgbClr val="F5AF55"/>
    </a:accent1>
    <a:accent2>
      <a:srgbClr val="DC4245"/>
    </a:accent2>
    <a:accent3>
      <a:srgbClr val="3F6FD5"/>
    </a:accent3>
    <a:accent4>
      <a:srgbClr val="A98456"/>
    </a:accent4>
    <a:accent5>
      <a:srgbClr val="9A6B6C"/>
    </a:accent5>
    <a:accent6>
      <a:srgbClr val="6A7999"/>
    </a:accent6>
    <a:hlink>
      <a:srgbClr val="F84D4D"/>
    </a:hlink>
    <a:folHlink>
      <a:srgbClr val="979797"/>
    </a:folHlink>
  </a:clrScheme>
</a:themeOverride>
</file>

<file path=ppt/theme/themeOverride18.xml><?xml version="1.0" encoding="utf-8"?>
<a:themeOverride xmlns:a="http://schemas.openxmlformats.org/drawingml/2006/main">
  <a:clrScheme name="Raven">
    <a:dk1>
      <a:srgbClr val="2F2F2F"/>
    </a:dk1>
    <a:lt1>
      <a:srgbClr val="FFFFFF"/>
    </a:lt1>
    <a:dk2>
      <a:srgbClr val="778495"/>
    </a:dk2>
    <a:lt2>
      <a:srgbClr val="F0F0F0"/>
    </a:lt2>
    <a:accent1>
      <a:srgbClr val="F5AF55"/>
    </a:accent1>
    <a:accent2>
      <a:srgbClr val="DC4245"/>
    </a:accent2>
    <a:accent3>
      <a:srgbClr val="3F6FD5"/>
    </a:accent3>
    <a:accent4>
      <a:srgbClr val="A98456"/>
    </a:accent4>
    <a:accent5>
      <a:srgbClr val="9A6B6C"/>
    </a:accent5>
    <a:accent6>
      <a:srgbClr val="6A7999"/>
    </a:accent6>
    <a:hlink>
      <a:srgbClr val="F84D4D"/>
    </a:hlink>
    <a:folHlink>
      <a:srgbClr val="97979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1075</Words>
  <Application>Microsoft Office PowerPoint</Application>
  <PresentationFormat>宽屏</PresentationFormat>
  <Paragraphs>171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等线</vt:lpstr>
      <vt:lpstr>Arial</vt:lpstr>
      <vt:lpstr>Raven</vt:lpstr>
      <vt:lpstr>通用行业 季度总结汇报</vt:lpstr>
      <vt:lpstr>PowerPoint 演示文稿</vt:lpstr>
      <vt:lpstr>业务进展</vt:lpstr>
      <vt:lpstr>市场拓展</vt:lpstr>
      <vt:lpstr>品牌建设</vt:lpstr>
      <vt:lpstr>内部管理</vt:lpstr>
      <vt:lpstr>市场动态</vt:lpstr>
      <vt:lpstr>行业趋势</vt:lpstr>
      <vt:lpstr>竞争格局</vt:lpstr>
      <vt:lpstr>政策法规</vt:lpstr>
      <vt:lpstr>技术创新</vt:lpstr>
      <vt:lpstr>消费者行为</vt:lpstr>
      <vt:lpstr>未来展望</vt:lpstr>
      <vt:lpstr>发展前景</vt:lpstr>
      <vt:lpstr>市场机会</vt:lpstr>
      <vt:lpstr>技术创新</vt:lpstr>
      <vt:lpstr>政策建议</vt:lpstr>
      <vt:lpstr>感谢观看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Warm Bauhaus Quarterly Review</dc:title>
  <dc:creator>Raven</dc:creator>
  <cp:lastModifiedBy>Raven</cp:lastModifiedBy>
  <cp:revision>88</cp:revision>
  <dcterms:created xsi:type="dcterms:W3CDTF">2023-06-05T05:58:43Z</dcterms:created>
  <dcterms:modified xsi:type="dcterms:W3CDTF">2026-09-22T07:05:16Z</dcterms:modified>
</cp:coreProperties>
</file>