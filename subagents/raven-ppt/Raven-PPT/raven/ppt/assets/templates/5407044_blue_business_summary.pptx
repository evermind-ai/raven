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4" r:id="rId3"/>
    <p:sldId id="265" r:id="rId4"/>
    <p:sldId id="271" r:id="rId5"/>
    <p:sldId id="266" r:id="rId6"/>
    <p:sldId id="276" r:id="rId7"/>
    <p:sldId id="302" r:id="rId8"/>
    <p:sldId id="287" r:id="rId9"/>
    <p:sldId id="294" r:id="rId10"/>
    <p:sldId id="297" r:id="rId11"/>
    <p:sldId id="310" r:id="rId12"/>
    <p:sldId id="311" r:id="R885e401067094007"/>
    <p:sldId id="312" r:id="R1e79ab69955743f1"/>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0F0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7" autoAdjust="0"/>
    <p:restoredTop sz="86483" autoAdjust="0"/>
  </p:normalViewPr>
  <p:slideViewPr>
    <p:cSldViewPr snapToGrid="0" showGuides="1">
      <p:cViewPr varScale="1">
        <p:scale>
          <a:sx n="135" d="100"/>
          <a:sy n="135" d="100"/>
        </p:scale>
        <p:origin x="500" y="72"/>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6944"/>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notesMaster" Target="notesMasters/notesMaster1.xml" Id="rId13" /><Relationship Type="http://schemas.openxmlformats.org/officeDocument/2006/relationships/tableStyles" Target="tableStyle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theme" Target="theme/theme1.xml" Id="rId17" /><Relationship Type="http://schemas.openxmlformats.org/officeDocument/2006/relationships/slide" Target="slides/slide1.xml" Id="rId2" /><Relationship Type="http://schemas.openxmlformats.org/officeDocument/2006/relationships/viewProps" Target="viewProps.xml" Id="rId16"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presProps" Target="presProps.xml" Id="rId15" /><Relationship Type="http://schemas.openxmlformats.org/officeDocument/2006/relationships/slide" Target="slides/slide9.xml" Id="rId10"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tags" Target="tags/tag1.xml" Id="rId14" /><Relationship Type="http://schemas.openxmlformats.org/officeDocument/2006/relationships/slide" Target="/ppt/slides/slide12.xml" Id="R885e401067094007" /><Relationship Type="http://schemas.openxmlformats.org/officeDocument/2006/relationships/slide" Target="/ppt/slides/slide13.xml" Id="R1e79ab69955743f1"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CBFEF0-6CC9-4071-A0D5-DED5B7564010}" type="datetimeFigureOut">
              <a:rPr lang="zh-CN" altLang="en-US" smtClean="0"/>
              <a:t>2026/6/25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AADFF3-014A-4F56-955F-35AB705C9098}" type="slidenum">
              <a:rPr lang="zh-CN" altLang="en-US" smtClean="0"/>
              <a:t>‹#›</a:t>
            </a:fld>
            <a:endParaRPr lang="zh-CN" altLang="en-US"/>
          </a:p>
        </p:txBody>
      </p:sp>
    </p:spTree>
    <p:extLst>
      <p:ext uri="{BB962C8B-B14F-4D97-AF65-F5344CB8AC3E}">
        <p14:creationId xmlns:p14="http://schemas.microsoft.com/office/powerpoint/2010/main" val="373754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Title Slide" type="title" preserve="1">
  <p:cSld name="Title Slide">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DDFBD0CD-1753-BA4E-2ABA-7225AF9E5C71}"/>
              </a:ext>
            </a:extLst>
          </p:cNvPr>
          <p:cNvGrpSpPr/>
          <p:nvPr userDrawn="1"/>
        </p:nvGrpSpPr>
        <p:grpSpPr>
          <a:xfrm>
            <a:off x="3239" y="0"/>
            <a:ext cx="12185522" cy="6858000"/>
            <a:chOff x="3239" y="0"/>
            <a:chExt cx="12185522" cy="6858000"/>
          </a:xfrm>
        </p:grpSpPr>
        <p:pic>
          <p:nvPicPr>
            <p:cNvPr id="3" name="图片 2">
              <a:extLst>
                <a:ext uri="{FF2B5EF4-FFF2-40B4-BE49-F238E27FC236}">
                  <a16:creationId xmlns:a16="http://schemas.microsoft.com/office/drawing/2014/main" id="{2C762F5B-643E-3897-5BB6-B749CD1F779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239" y="0"/>
              <a:ext cx="12185522" cy="6858000"/>
            </a:xfrm>
            <a:prstGeom prst="rect">
              <a:avLst/>
            </a:prstGeom>
          </p:spPr>
        </p:pic>
        <p:grpSp>
          <p:nvGrpSpPr>
            <p:cNvPr id="8" name="Group 16">
              <a:extLst>
                <a:ext uri="{FF2B5EF4-FFF2-40B4-BE49-F238E27FC236}">
                  <a16:creationId xmlns:a16="http://schemas.microsoft.com/office/drawing/2014/main" id="{A949D5CB-DE21-7D3A-9739-7B59104823C7}"/>
                </a:ext>
              </a:extLst>
            </p:cNvPr>
            <p:cNvGrpSpPr>
              <a:grpSpLocks noChangeAspect="1"/>
            </p:cNvGrpSpPr>
            <p:nvPr/>
          </p:nvGrpSpPr>
          <p:grpSpPr>
            <a:xfrm>
              <a:off x="730250" y="5839700"/>
              <a:ext cx="396000" cy="396000"/>
              <a:chOff x="666750" y="4833937"/>
              <a:chExt cx="476250" cy="476250"/>
            </a:xfrm>
            <a:gradFill flip="none" rotWithShape="1">
              <a:gsLst>
                <a:gs pos="3000">
                  <a:schemeClr val="tx1"/>
                </a:gs>
                <a:gs pos="100000">
                  <a:schemeClr val="accent1">
                    <a:lumMod val="20000"/>
                    <a:lumOff val="80000"/>
                  </a:schemeClr>
                </a:gs>
              </a:gsLst>
              <a:lin ang="2700000" scaled="1"/>
              <a:tileRect/>
            </a:gradFill>
          </p:grpSpPr>
          <p:sp>
            <p:nvSpPr>
              <p:cNvPr id="13" name="椭圆 12">
                <a:extLst>
                  <a:ext uri="{FF2B5EF4-FFF2-40B4-BE49-F238E27FC236}">
                    <a16:creationId xmlns:a16="http://schemas.microsoft.com/office/drawing/2014/main" id="{E9A36905-B1CD-0524-D186-5D8F8857D469}"/>
                  </a:ext>
                </a:extLst>
              </p:cNvPr>
              <p:cNvSpPr>
                <a:spLocks/>
              </p:cNvSpPr>
              <p:nvPr/>
            </p:nvSpPr>
            <p:spPr>
              <a:xfrm>
                <a:off x="666750" y="4833937"/>
                <a:ext cx="476250" cy="47625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4" name="Isosceles Triangle 6">
                <a:extLst>
                  <a:ext uri="{FF2B5EF4-FFF2-40B4-BE49-F238E27FC236}">
                    <a16:creationId xmlns:a16="http://schemas.microsoft.com/office/drawing/2014/main" id="{50BFE379-9CF3-D355-75D9-956ACFFAC7EC}"/>
                  </a:ext>
                </a:extLst>
              </p:cNvPr>
              <p:cNvSpPr>
                <a:spLocks noChangeAspect="1"/>
              </p:cNvSpPr>
              <p:nvPr/>
            </p:nvSpPr>
            <p:spPr>
              <a:xfrm>
                <a:off x="796434" y="4963823"/>
                <a:ext cx="216883" cy="216477"/>
              </a:xfrm>
              <a:custGeom>
                <a:avLst/>
                <a:gdLst>
                  <a:gd name="connsiteX0" fmla="*/ 194875 w 606721"/>
                  <a:gd name="connsiteY0" fmla="*/ 393044 h 605592"/>
                  <a:gd name="connsiteX1" fmla="*/ 52827 w 606721"/>
                  <a:gd name="connsiteY1" fmla="*/ 555259 h 605592"/>
                  <a:gd name="connsiteX2" fmla="*/ 554916 w 606721"/>
                  <a:gd name="connsiteY2" fmla="*/ 555259 h 605592"/>
                  <a:gd name="connsiteX3" fmla="*/ 412960 w 606721"/>
                  <a:gd name="connsiteY3" fmla="*/ 393044 h 605592"/>
                  <a:gd name="connsiteX4" fmla="*/ 322625 w 606721"/>
                  <a:gd name="connsiteY4" fmla="*/ 496120 h 605592"/>
                  <a:gd name="connsiteX5" fmla="*/ 285210 w 606721"/>
                  <a:gd name="connsiteY5" fmla="*/ 496120 h 605592"/>
                  <a:gd name="connsiteX6" fmla="*/ 193575 w 606721"/>
                  <a:gd name="connsiteY6" fmla="*/ 338910 h 605592"/>
                  <a:gd name="connsiteX7" fmla="*/ 220685 w 606721"/>
                  <a:gd name="connsiteY7" fmla="*/ 346697 h 605592"/>
                  <a:gd name="connsiteX8" fmla="*/ 303314 w 606721"/>
                  <a:gd name="connsiteY8" fmla="*/ 440689 h 605592"/>
                  <a:gd name="connsiteX9" fmla="*/ 385851 w 606721"/>
                  <a:gd name="connsiteY9" fmla="*/ 346697 h 605592"/>
                  <a:gd name="connsiteX10" fmla="*/ 412960 w 606721"/>
                  <a:gd name="connsiteY10" fmla="*/ 338910 h 605592"/>
                  <a:gd name="connsiteX11" fmla="*/ 606721 w 606721"/>
                  <a:gd name="connsiteY11" fmla="*/ 579730 h 605592"/>
                  <a:gd name="connsiteX12" fmla="*/ 580818 w 606721"/>
                  <a:gd name="connsiteY12" fmla="*/ 605592 h 605592"/>
                  <a:gd name="connsiteX13" fmla="*/ 25903 w 606721"/>
                  <a:gd name="connsiteY13" fmla="*/ 605592 h 605592"/>
                  <a:gd name="connsiteX14" fmla="*/ 0 w 606721"/>
                  <a:gd name="connsiteY14" fmla="*/ 579730 h 605592"/>
                  <a:gd name="connsiteX15" fmla="*/ 193575 w 606721"/>
                  <a:gd name="connsiteY15" fmla="*/ 338910 h 605592"/>
                  <a:gd name="connsiteX16" fmla="*/ 303326 w 606721"/>
                  <a:gd name="connsiteY16" fmla="*/ 50250 h 605592"/>
                  <a:gd name="connsiteX17" fmla="*/ 190967 w 606721"/>
                  <a:gd name="connsiteY17" fmla="*/ 161041 h 605592"/>
                  <a:gd name="connsiteX18" fmla="*/ 303326 w 606721"/>
                  <a:gd name="connsiteY18" fmla="*/ 271924 h 605592"/>
                  <a:gd name="connsiteX19" fmla="*/ 415592 w 606721"/>
                  <a:gd name="connsiteY19" fmla="*/ 161133 h 605592"/>
                  <a:gd name="connsiteX20" fmla="*/ 303326 w 606721"/>
                  <a:gd name="connsiteY20" fmla="*/ 50250 h 605592"/>
                  <a:gd name="connsiteX21" fmla="*/ 303326 w 606721"/>
                  <a:gd name="connsiteY21" fmla="*/ 0 h 605592"/>
                  <a:gd name="connsiteX22" fmla="*/ 466014 w 606721"/>
                  <a:gd name="connsiteY22" fmla="*/ 162431 h 605592"/>
                  <a:gd name="connsiteX23" fmla="*/ 303326 w 606721"/>
                  <a:gd name="connsiteY23" fmla="*/ 323472 h 605592"/>
                  <a:gd name="connsiteX24" fmla="*/ 140637 w 606721"/>
                  <a:gd name="connsiteY24" fmla="*/ 161041 h 605592"/>
                  <a:gd name="connsiteX25" fmla="*/ 303326 w 606721"/>
                  <a:gd name="connsiteY2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6721" h="605592">
                    <a:moveTo>
                      <a:pt x="194875" y="393044"/>
                    </a:moveTo>
                    <a:cubicBezTo>
                      <a:pt x="114846" y="423911"/>
                      <a:pt x="63225" y="484441"/>
                      <a:pt x="52827" y="555259"/>
                    </a:cubicBezTo>
                    <a:lnTo>
                      <a:pt x="554916" y="555259"/>
                    </a:lnTo>
                    <a:cubicBezTo>
                      <a:pt x="544703" y="485738"/>
                      <a:pt x="491690" y="423911"/>
                      <a:pt x="412960" y="393044"/>
                    </a:cubicBezTo>
                    <a:lnTo>
                      <a:pt x="322625" y="496120"/>
                    </a:lnTo>
                    <a:cubicBezTo>
                      <a:pt x="313527" y="507707"/>
                      <a:pt x="294216" y="507707"/>
                      <a:pt x="285210" y="496120"/>
                    </a:cubicBezTo>
                    <a:close/>
                    <a:moveTo>
                      <a:pt x="193575" y="338910"/>
                    </a:moveTo>
                    <a:cubicBezTo>
                      <a:pt x="202674" y="336408"/>
                      <a:pt x="214279" y="338910"/>
                      <a:pt x="220685" y="346697"/>
                    </a:cubicBezTo>
                    <a:lnTo>
                      <a:pt x="303314" y="440689"/>
                    </a:lnTo>
                    <a:lnTo>
                      <a:pt x="385851" y="346697"/>
                    </a:lnTo>
                    <a:cubicBezTo>
                      <a:pt x="392257" y="338910"/>
                      <a:pt x="402655" y="336315"/>
                      <a:pt x="412960" y="338910"/>
                    </a:cubicBezTo>
                    <a:cubicBezTo>
                      <a:pt x="530405" y="377564"/>
                      <a:pt x="606536" y="472854"/>
                      <a:pt x="606721" y="579730"/>
                    </a:cubicBezTo>
                    <a:cubicBezTo>
                      <a:pt x="606721" y="594005"/>
                      <a:pt x="595023" y="605592"/>
                      <a:pt x="580818" y="605592"/>
                    </a:cubicBezTo>
                    <a:lnTo>
                      <a:pt x="25903" y="605592"/>
                    </a:lnTo>
                    <a:cubicBezTo>
                      <a:pt x="11605" y="605592"/>
                      <a:pt x="0" y="594005"/>
                      <a:pt x="0" y="579730"/>
                    </a:cubicBezTo>
                    <a:cubicBezTo>
                      <a:pt x="0" y="472854"/>
                      <a:pt x="76131" y="377564"/>
                      <a:pt x="193575" y="338910"/>
                    </a:cubicBezTo>
                    <a:close/>
                    <a:moveTo>
                      <a:pt x="303326" y="50250"/>
                    </a:moveTo>
                    <a:cubicBezTo>
                      <a:pt x="241389" y="50250"/>
                      <a:pt x="190967" y="100500"/>
                      <a:pt x="190967" y="161041"/>
                    </a:cubicBezTo>
                    <a:cubicBezTo>
                      <a:pt x="190967" y="221582"/>
                      <a:pt x="241389" y="271924"/>
                      <a:pt x="303326" y="271924"/>
                    </a:cubicBezTo>
                    <a:cubicBezTo>
                      <a:pt x="365170" y="271924"/>
                      <a:pt x="415592" y="221767"/>
                      <a:pt x="415592" y="161133"/>
                    </a:cubicBezTo>
                    <a:cubicBezTo>
                      <a:pt x="415592" y="100592"/>
                      <a:pt x="365170" y="50250"/>
                      <a:pt x="303326" y="50250"/>
                    </a:cubicBezTo>
                    <a:close/>
                    <a:moveTo>
                      <a:pt x="303326" y="0"/>
                    </a:moveTo>
                    <a:cubicBezTo>
                      <a:pt x="392284" y="0"/>
                      <a:pt x="466014" y="72130"/>
                      <a:pt x="466014" y="162431"/>
                    </a:cubicBezTo>
                    <a:cubicBezTo>
                      <a:pt x="466014" y="252640"/>
                      <a:pt x="392284" y="323472"/>
                      <a:pt x="303326" y="323472"/>
                    </a:cubicBezTo>
                    <a:cubicBezTo>
                      <a:pt x="214274" y="323472"/>
                      <a:pt x="140637" y="251249"/>
                      <a:pt x="140637" y="161041"/>
                    </a:cubicBezTo>
                    <a:cubicBezTo>
                      <a:pt x="140637" y="70832"/>
                      <a:pt x="214274" y="0"/>
                      <a:pt x="303326" y="0"/>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10" name="Group 20">
              <a:extLst>
                <a:ext uri="{FF2B5EF4-FFF2-40B4-BE49-F238E27FC236}">
                  <a16:creationId xmlns:a16="http://schemas.microsoft.com/office/drawing/2014/main" id="{43F788E1-5B32-375C-199D-75272DEEB2C8}"/>
                </a:ext>
              </a:extLst>
            </p:cNvPr>
            <p:cNvGrpSpPr>
              <a:grpSpLocks noChangeAspect="1"/>
            </p:cNvGrpSpPr>
            <p:nvPr/>
          </p:nvGrpSpPr>
          <p:grpSpPr>
            <a:xfrm>
              <a:off x="3416774" y="5839700"/>
              <a:ext cx="396000" cy="396000"/>
              <a:chOff x="666750" y="5424487"/>
              <a:chExt cx="476250" cy="476250"/>
            </a:xfrm>
            <a:gradFill flip="none" rotWithShape="1">
              <a:gsLst>
                <a:gs pos="3000">
                  <a:schemeClr val="tx1"/>
                </a:gs>
                <a:gs pos="100000">
                  <a:schemeClr val="accent1">
                    <a:lumMod val="20000"/>
                    <a:lumOff val="80000"/>
                  </a:schemeClr>
                </a:gs>
              </a:gsLst>
              <a:lin ang="2700000" scaled="1"/>
              <a:tileRect/>
            </a:gradFill>
          </p:grpSpPr>
          <p:sp>
            <p:nvSpPr>
              <p:cNvPr id="11" name="椭圆 10">
                <a:extLst>
                  <a:ext uri="{FF2B5EF4-FFF2-40B4-BE49-F238E27FC236}">
                    <a16:creationId xmlns:a16="http://schemas.microsoft.com/office/drawing/2014/main" id="{881946C4-079A-6F09-A560-0BCA6763835D}"/>
                  </a:ext>
                </a:extLst>
              </p:cNvPr>
              <p:cNvSpPr>
                <a:spLocks/>
              </p:cNvSpPr>
              <p:nvPr/>
            </p:nvSpPr>
            <p:spPr>
              <a:xfrm>
                <a:off x="666750" y="5424487"/>
                <a:ext cx="476250" cy="47625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2" name="Isosceles Triangle 6">
                <a:extLst>
                  <a:ext uri="{FF2B5EF4-FFF2-40B4-BE49-F238E27FC236}">
                    <a16:creationId xmlns:a16="http://schemas.microsoft.com/office/drawing/2014/main" id="{A9405AD6-F9A9-1412-9D5E-911B7BCF2BA7}"/>
                  </a:ext>
                </a:extLst>
              </p:cNvPr>
              <p:cNvSpPr>
                <a:spLocks noChangeAspect="1"/>
              </p:cNvSpPr>
              <p:nvPr/>
            </p:nvSpPr>
            <p:spPr>
              <a:xfrm>
                <a:off x="796636" y="5558359"/>
                <a:ext cx="216477" cy="208507"/>
              </a:xfrm>
              <a:custGeom>
                <a:avLst/>
                <a:gdLst>
                  <a:gd name="connsiteX0" fmla="*/ 407629 w 607639"/>
                  <a:gd name="connsiteY0" fmla="*/ 152421 h 585270"/>
                  <a:gd name="connsiteX1" fmla="*/ 407629 w 607639"/>
                  <a:gd name="connsiteY1" fmla="*/ 432848 h 585270"/>
                  <a:gd name="connsiteX2" fmla="*/ 367575 w 607639"/>
                  <a:gd name="connsiteY2" fmla="*/ 392762 h 585270"/>
                  <a:gd name="connsiteX3" fmla="*/ 367575 w 607639"/>
                  <a:gd name="connsiteY3" fmla="*/ 192508 h 585270"/>
                  <a:gd name="connsiteX4" fmla="*/ 264725 w 607639"/>
                  <a:gd name="connsiteY4" fmla="*/ 77770 h 585270"/>
                  <a:gd name="connsiteX5" fmla="*/ 153547 w 607639"/>
                  <a:gd name="connsiteY5" fmla="*/ 188780 h 585270"/>
                  <a:gd name="connsiteX6" fmla="*/ 56701 w 607639"/>
                  <a:gd name="connsiteY6" fmla="*/ 188780 h 585270"/>
                  <a:gd name="connsiteX7" fmla="*/ 56701 w 607639"/>
                  <a:gd name="connsiteY7" fmla="*/ 396491 h 585270"/>
                  <a:gd name="connsiteX8" fmla="*/ 153547 w 607639"/>
                  <a:gd name="connsiteY8" fmla="*/ 396491 h 585270"/>
                  <a:gd name="connsiteX9" fmla="*/ 264725 w 607639"/>
                  <a:gd name="connsiteY9" fmla="*/ 507501 h 585270"/>
                  <a:gd name="connsiteX10" fmla="*/ 507929 w 607639"/>
                  <a:gd name="connsiteY10" fmla="*/ 52360 h 585270"/>
                  <a:gd name="connsiteX11" fmla="*/ 607639 w 607639"/>
                  <a:gd name="connsiteY11" fmla="*/ 292591 h 585270"/>
                  <a:gd name="connsiteX12" fmla="*/ 507929 w 607639"/>
                  <a:gd name="connsiteY12" fmla="*/ 532911 h 585270"/>
                  <a:gd name="connsiteX13" fmla="*/ 467778 w 607639"/>
                  <a:gd name="connsiteY13" fmla="*/ 492828 h 585270"/>
                  <a:gd name="connsiteX14" fmla="*/ 550840 w 607639"/>
                  <a:gd name="connsiteY14" fmla="*/ 292591 h 585270"/>
                  <a:gd name="connsiteX15" fmla="*/ 467778 w 607639"/>
                  <a:gd name="connsiteY15" fmla="*/ 92354 h 585270"/>
                  <a:gd name="connsiteX16" fmla="*/ 262410 w 607639"/>
                  <a:gd name="connsiteY16" fmla="*/ 0 h 585270"/>
                  <a:gd name="connsiteX17" fmla="*/ 321426 w 607639"/>
                  <a:gd name="connsiteY17" fmla="*/ 0 h 585270"/>
                  <a:gd name="connsiteX18" fmla="*/ 321426 w 607639"/>
                  <a:gd name="connsiteY18" fmla="*/ 585270 h 585270"/>
                  <a:gd name="connsiteX19" fmla="*/ 262410 w 607639"/>
                  <a:gd name="connsiteY19" fmla="*/ 585270 h 585270"/>
                  <a:gd name="connsiteX20" fmla="*/ 130048 w 607639"/>
                  <a:gd name="connsiteY20" fmla="*/ 453107 h 585270"/>
                  <a:gd name="connsiteX21" fmla="*/ 0 w 607639"/>
                  <a:gd name="connsiteY21" fmla="*/ 453107 h 585270"/>
                  <a:gd name="connsiteX22" fmla="*/ 0 w 607639"/>
                  <a:gd name="connsiteY22" fmla="*/ 132164 h 585270"/>
                  <a:gd name="connsiteX23" fmla="*/ 130048 w 607639"/>
                  <a:gd name="connsiteY23" fmla="*/ 132164 h 58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7639" h="585270">
                    <a:moveTo>
                      <a:pt x="407629" y="152421"/>
                    </a:moveTo>
                    <a:cubicBezTo>
                      <a:pt x="485066" y="229750"/>
                      <a:pt x="485066" y="355520"/>
                      <a:pt x="407629" y="432848"/>
                    </a:cubicBezTo>
                    <a:lnTo>
                      <a:pt x="367575" y="392762"/>
                    </a:lnTo>
                    <a:cubicBezTo>
                      <a:pt x="422849" y="337565"/>
                      <a:pt x="422849" y="247704"/>
                      <a:pt x="367575" y="192508"/>
                    </a:cubicBezTo>
                    <a:close/>
                    <a:moveTo>
                      <a:pt x="264725" y="77770"/>
                    </a:moveTo>
                    <a:lnTo>
                      <a:pt x="153547" y="188780"/>
                    </a:lnTo>
                    <a:lnTo>
                      <a:pt x="56701" y="188780"/>
                    </a:lnTo>
                    <a:lnTo>
                      <a:pt x="56701" y="396491"/>
                    </a:lnTo>
                    <a:lnTo>
                      <a:pt x="153547" y="396491"/>
                    </a:lnTo>
                    <a:lnTo>
                      <a:pt x="264725" y="507501"/>
                    </a:lnTo>
                    <a:close/>
                    <a:moveTo>
                      <a:pt x="507929" y="52360"/>
                    </a:moveTo>
                    <a:cubicBezTo>
                      <a:pt x="572206" y="116529"/>
                      <a:pt x="607639" y="201849"/>
                      <a:pt x="607639" y="292591"/>
                    </a:cubicBezTo>
                    <a:cubicBezTo>
                      <a:pt x="607639" y="383422"/>
                      <a:pt x="572206" y="468743"/>
                      <a:pt x="507929" y="532911"/>
                    </a:cubicBezTo>
                    <a:lnTo>
                      <a:pt x="467778" y="492828"/>
                    </a:lnTo>
                    <a:cubicBezTo>
                      <a:pt x="521372" y="439414"/>
                      <a:pt x="550840" y="368225"/>
                      <a:pt x="550840" y="292591"/>
                    </a:cubicBezTo>
                    <a:cubicBezTo>
                      <a:pt x="550840" y="216958"/>
                      <a:pt x="521372" y="145858"/>
                      <a:pt x="467778" y="92354"/>
                    </a:cubicBezTo>
                    <a:close/>
                    <a:moveTo>
                      <a:pt x="262410" y="0"/>
                    </a:moveTo>
                    <a:lnTo>
                      <a:pt x="321426" y="0"/>
                    </a:lnTo>
                    <a:lnTo>
                      <a:pt x="321426" y="585270"/>
                    </a:lnTo>
                    <a:lnTo>
                      <a:pt x="262410" y="585270"/>
                    </a:lnTo>
                    <a:lnTo>
                      <a:pt x="130048" y="453107"/>
                    </a:lnTo>
                    <a:lnTo>
                      <a:pt x="0" y="453107"/>
                    </a:lnTo>
                    <a:lnTo>
                      <a:pt x="0" y="132164"/>
                    </a:lnTo>
                    <a:lnTo>
                      <a:pt x="130048" y="132164"/>
                    </a:ln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17" name="组合 16">
              <a:extLst>
                <a:ext uri="{FF2B5EF4-FFF2-40B4-BE49-F238E27FC236}">
                  <a16:creationId xmlns:a16="http://schemas.microsoft.com/office/drawing/2014/main" id="{9DDC0421-A64E-8F9B-782D-84FBFC50150C}"/>
                </a:ext>
              </a:extLst>
            </p:cNvPr>
            <p:cNvGrpSpPr/>
            <p:nvPr userDrawn="1"/>
          </p:nvGrpSpPr>
          <p:grpSpPr>
            <a:xfrm>
              <a:off x="11194900" y="818817"/>
              <a:ext cx="324000" cy="108283"/>
              <a:chOff x="12210900" y="682568"/>
              <a:chExt cx="324000" cy="108283"/>
            </a:xfrm>
          </p:grpSpPr>
          <p:cxnSp>
            <p:nvCxnSpPr>
              <p:cNvPr id="15" name="直接连接符 14">
                <a:extLst>
                  <a:ext uri="{FF2B5EF4-FFF2-40B4-BE49-F238E27FC236}">
                    <a16:creationId xmlns:a16="http://schemas.microsoft.com/office/drawing/2014/main" id="{49EB36A1-5AE6-A51B-BE68-FA03A0670642}"/>
                  </a:ext>
                </a:extLst>
              </p:cNvPr>
              <p:cNvCxnSpPr>
                <a:cxnSpLocks/>
              </p:cNvCxnSpPr>
              <p:nvPr userDrawn="1"/>
            </p:nvCxnSpPr>
            <p:spPr>
              <a:xfrm>
                <a:off x="12210900" y="682568"/>
                <a:ext cx="324000" cy="0"/>
              </a:xfrm>
              <a:prstGeom prst="line">
                <a:avLst/>
              </a:prstGeom>
              <a:ln w="381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45A2ECD6-9134-92E1-4E04-FAB96119B901}"/>
                  </a:ext>
                </a:extLst>
              </p:cNvPr>
              <p:cNvCxnSpPr>
                <a:cxnSpLocks/>
              </p:cNvCxnSpPr>
              <p:nvPr userDrawn="1"/>
            </p:nvCxnSpPr>
            <p:spPr>
              <a:xfrm>
                <a:off x="12354900" y="790851"/>
                <a:ext cx="180000" cy="0"/>
              </a:xfrm>
              <a:prstGeom prst="line">
                <a:avLst/>
              </a:prstGeom>
              <a:ln w="381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sp>
        <p:nvSpPr>
          <p:cNvPr id="5" name="标题 4"/>
          <p:cNvSpPr>
            <a:spLocks noGrp="1"/>
          </p:cNvSpPr>
          <p:nvPr>
            <p:ph type="ctrTitle" hasCustomPrompt="1"/>
          </p:nvPr>
        </p:nvSpPr>
        <p:spPr>
          <a:xfrm>
            <a:off x="660399" y="876300"/>
            <a:ext cx="7029451" cy="1980000"/>
          </a:xfrm>
          <a:prstGeom prst="rect">
            <a:avLst/>
          </a:prstGeom>
        </p:spPr>
        <p:txBody>
          <a:bodyPr wrap="square" anchor="b">
            <a:normAutofit/>
          </a:bodyPr>
          <a:lstStyle>
            <a:lvl1pPr>
              <a:lnSpc>
                <a:spcPct val="100000"/>
              </a:lnSpc>
              <a:defRPr sz="4800">
                <a:ln w="19050">
                  <a:noFill/>
                </a:ln>
                <a:solidFill>
                  <a:schemeClr val="tx1"/>
                </a:solidFill>
              </a:defRPr>
            </a:lvl1pPr>
          </a:lstStyle>
          <a:p>
            <a:pPr lvl="0"/>
            <a:r>
              <a:rPr lang="zh-CN" altLang="en-US" dirty="0"/>
              <a:t>Click to add title</a:t>
            </a:r>
            <a:endParaRPr lang="en-US" dirty="0"/>
          </a:p>
        </p:txBody>
      </p:sp>
      <p:sp>
        <p:nvSpPr>
          <p:cNvPr id="9" name="副标题 8"/>
          <p:cNvSpPr>
            <a:spLocks noGrp="1"/>
          </p:cNvSpPr>
          <p:nvPr>
            <p:ph type="subTitle" sz="quarter" idx="1" hasCustomPrompt="1"/>
          </p:nvPr>
        </p:nvSpPr>
        <p:spPr>
          <a:xfrm>
            <a:off x="660400" y="3023904"/>
            <a:ext cx="5226050" cy="648000"/>
          </a:xfrm>
          <a:prstGeom prst="roundRect">
            <a:avLst/>
          </a:prstGeom>
          <a:gradFill flip="none" rotWithShape="1">
            <a:gsLst>
              <a:gs pos="0">
                <a:schemeClr val="accent1">
                  <a:alpha val="20000"/>
                </a:schemeClr>
              </a:gs>
              <a:gs pos="90000">
                <a:schemeClr val="accent1">
                  <a:alpha val="0"/>
                </a:schemeClr>
              </a:gs>
            </a:gsLst>
            <a:lin ang="0" scaled="1"/>
            <a:tileRect/>
          </a:gradFill>
          <a:ln w="254000">
            <a:noFill/>
          </a:ln>
          <a:effectLst>
            <a:softEdge rad="0"/>
          </a:effectLst>
        </p:spPr>
        <p:txBody>
          <a:bodyPr vert="horz" wrap="square" lIns="91440" tIns="45720" rIns="91440" bIns="45720" rtlCol="0" anchor="ctr" anchorCtr="0">
            <a:normAutofit/>
          </a:bodyPr>
          <a:lstStyle>
            <a:lvl1pPr marL="0" indent="0" algn="l">
              <a:lnSpc>
                <a:spcPct val="100000"/>
              </a:lnSpc>
              <a:buNone/>
              <a:defRPr lang="en-US" sz="2000" dirty="0">
                <a:solidFill>
                  <a:schemeClr val="tx1"/>
                </a:solidFill>
                <a:latin typeface="+mj-lt"/>
              </a:defRPr>
            </a:lvl1pPr>
          </a:lstStyle>
          <a:p>
            <a:pPr lvl="0"/>
            <a:r>
              <a:rPr lang="zh-CN" altLang="en-US" dirty="0"/>
              <a:t>Click to add subtitle</a:t>
            </a:r>
            <a:endParaRPr lang="en-US" dirty="0"/>
          </a:p>
        </p:txBody>
      </p:sp>
      <p:sp>
        <p:nvSpPr>
          <p:cNvPr id="4" name="文本占位符 3"/>
          <p:cNvSpPr>
            <a:spLocks noGrp="1"/>
          </p:cNvSpPr>
          <p:nvPr>
            <p:ph type="body" sz="quarter" idx="13" hasCustomPrompt="1"/>
          </p:nvPr>
        </p:nvSpPr>
        <p:spPr>
          <a:xfrm>
            <a:off x="1170700" y="5857700"/>
            <a:ext cx="2099076" cy="360000"/>
          </a:xfrm>
          <a:prstGeom prst="rect">
            <a:avLst/>
          </a:prstGeom>
        </p:spPr>
        <p:txBody>
          <a:bodyPr wrap="square" lIns="90000" anchor="ctr">
            <a:normAutofit/>
          </a:bodyPr>
          <a:lstStyle>
            <a:lvl1pPr marL="0" indent="0" algn="l">
              <a:lnSpc>
                <a:spcPct val="100000"/>
              </a:lnSpc>
              <a:buNone/>
              <a:defRPr sz="1200"/>
            </a:lvl1pPr>
          </a:lstStyle>
          <a:p>
            <a:pPr lvl="0"/>
            <a:r>
              <a:rPr lang="zh-CN" altLang="en-US" dirty="0"/>
              <a:t>Presenter name</a:t>
            </a:r>
            <a:endParaRPr lang="en-US" dirty="0"/>
          </a:p>
        </p:txBody>
      </p:sp>
      <p:sp>
        <p:nvSpPr>
          <p:cNvPr id="7" name="文本占位符 6"/>
          <p:cNvSpPr>
            <a:spLocks noGrp="1"/>
          </p:cNvSpPr>
          <p:nvPr>
            <p:ph type="body" sz="quarter" idx="14" hasCustomPrompt="1"/>
          </p:nvPr>
        </p:nvSpPr>
        <p:spPr>
          <a:xfrm>
            <a:off x="3857224" y="5857700"/>
            <a:ext cx="2099076" cy="360000"/>
          </a:xfrm>
          <a:prstGeom prst="rect">
            <a:avLst/>
          </a:prstGeom>
        </p:spPr>
        <p:txBody>
          <a:bodyPr wrap="none" anchor="ctr">
            <a:normAutofit/>
          </a:bodyPr>
          <a:lstStyle>
            <a:lvl1pPr marL="0" indent="0" algn="l">
              <a:lnSpc>
                <a:spcPct val="100000"/>
              </a:lnSpc>
              <a:buNone/>
              <a:defRPr sz="1200"/>
            </a:lvl1pPr>
          </a:lstStyle>
          <a:p>
            <a:pPr lvl="0"/>
            <a:r>
              <a:rPr lang="zh-CN" altLang="en-US" dirty="0"/>
              <a:t>20XX.XX.XX</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zh-CN" altLang="en-US" dirty="0"/>
              <a:t>Click to add title</a:t>
            </a:r>
            <a:endParaRPr lang="en-US" dirty="0"/>
          </a:p>
        </p:txBody>
      </p:sp>
      <p:sp>
        <p:nvSpPr>
          <p:cNvPr id="3" name="内容占位符 2"/>
          <p:cNvSpPr>
            <a:spLocks noGrp="1"/>
          </p:cNvSpPr>
          <p:nvPr>
            <p:ph idx="1" hasCustomPrompt="1"/>
          </p:nvPr>
        </p:nvSpPr>
        <p:spPr/>
        <p:txBody>
          <a:bodyPr/>
          <a:lstStyle>
            <a:lvl1pPr>
              <a:defRPr/>
            </a:lvl1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Agenda" preserve="1" userDrawn="1">
  <p:cSld name="Agenda">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3AEF40B6-3AD0-04E0-1904-36D512C1116E}"/>
              </a:ext>
            </a:extLst>
          </p:cNvPr>
          <p:cNvGrpSpPr/>
          <p:nvPr userDrawn="1"/>
        </p:nvGrpSpPr>
        <p:grpSpPr>
          <a:xfrm>
            <a:off x="1950842" y="924186"/>
            <a:ext cx="9684930" cy="5933814"/>
            <a:chOff x="1950842" y="924186"/>
            <a:chExt cx="9684930" cy="5933814"/>
          </a:xfrm>
        </p:grpSpPr>
        <p:grpSp>
          <p:nvGrpSpPr>
            <p:cNvPr id="11" name="组合 10">
              <a:extLst>
                <a:ext uri="{FF2B5EF4-FFF2-40B4-BE49-F238E27FC236}">
                  <a16:creationId xmlns:a16="http://schemas.microsoft.com/office/drawing/2014/main" id="{F527CF85-2B3B-CBC7-A40A-019BFFC466A3}"/>
                </a:ext>
              </a:extLst>
            </p:cNvPr>
            <p:cNvGrpSpPr/>
            <p:nvPr userDrawn="1"/>
          </p:nvGrpSpPr>
          <p:grpSpPr>
            <a:xfrm>
              <a:off x="1950842" y="1130300"/>
              <a:ext cx="742459" cy="4717841"/>
              <a:chOff x="2199056" y="1130300"/>
              <a:chExt cx="742459" cy="4717841"/>
            </a:xfrm>
          </p:grpSpPr>
          <p:cxnSp>
            <p:nvCxnSpPr>
              <p:cNvPr id="13" name="直接连接符 12">
                <a:extLst>
                  <a:ext uri="{FF2B5EF4-FFF2-40B4-BE49-F238E27FC236}">
                    <a16:creationId xmlns:a16="http://schemas.microsoft.com/office/drawing/2014/main" id="{D02E9E52-5E9E-E0D8-AD35-B8497BB0C15A}"/>
                  </a:ext>
                </a:extLst>
              </p:cNvPr>
              <p:cNvCxnSpPr>
                <a:cxnSpLocks/>
              </p:cNvCxnSpPr>
              <p:nvPr/>
            </p:nvCxnSpPr>
            <p:spPr>
              <a:xfrm>
                <a:off x="2941515" y="1130300"/>
                <a:ext cx="0" cy="4717841"/>
              </a:xfrm>
              <a:prstGeom prst="line">
                <a:avLst/>
              </a:prstGeom>
              <a:solidFill>
                <a:srgbClr val="FFCC00"/>
              </a:solidFill>
              <a:ln w="12700" cap="flat" cmpd="sng" algn="ctr">
                <a:solidFill>
                  <a:schemeClr val="accent1">
                    <a:alpha val="50000"/>
                  </a:schemeClr>
                </a:solidFill>
                <a:prstDash val="solid"/>
                <a:round/>
                <a:headEnd type="none" w="med" len="med"/>
                <a:tailEnd type="none" w="med" len="med"/>
              </a:ln>
              <a:effectLst/>
            </p:spPr>
          </p:cxnSp>
          <p:sp>
            <p:nvSpPr>
              <p:cNvPr id="14" name="任意多边形: 形状 13">
                <a:extLst>
                  <a:ext uri="{FF2B5EF4-FFF2-40B4-BE49-F238E27FC236}">
                    <a16:creationId xmlns:a16="http://schemas.microsoft.com/office/drawing/2014/main" id="{F878D6C4-24EA-737B-2637-81ABC5BC1EAC}"/>
                  </a:ext>
                </a:extLst>
              </p:cNvPr>
              <p:cNvSpPr>
                <a:spLocks noChangeAspect="1"/>
              </p:cNvSpPr>
              <p:nvPr/>
            </p:nvSpPr>
            <p:spPr bwMode="auto">
              <a:xfrm>
                <a:off x="2199056" y="5255288"/>
                <a:ext cx="563614" cy="592853"/>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accent1">
                  <a:alpha val="50000"/>
                </a:schemeClr>
              </a:solidFill>
              <a:ln>
                <a:noFill/>
              </a:ln>
            </p:spPr>
            <p:txBody>
              <a:bodyPr/>
              <a:lstStyle/>
              <a:p>
                <a:endParaRPr lang="zh-CN" altLang="en-US">
                  <a:cs typeface="+mn-ea"/>
                  <a:sym typeface="+mn-lt"/>
                </a:endParaRPr>
              </a:p>
            </p:txBody>
          </p:sp>
        </p:grpSp>
        <p:pic>
          <p:nvPicPr>
            <p:cNvPr id="12" name="图片 11">
              <a:extLst>
                <a:ext uri="{FF2B5EF4-FFF2-40B4-BE49-F238E27FC236}">
                  <a16:creationId xmlns:a16="http://schemas.microsoft.com/office/drawing/2014/main" id="{E2745C78-7539-F2C1-36D3-C47AC67F0A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30259" y="924186"/>
              <a:ext cx="3005513" cy="5933814"/>
            </a:xfrm>
            <a:custGeom>
              <a:avLst/>
              <a:gdLst>
                <a:gd name="csX0" fmla="*/ 0 w 3005513"/>
                <a:gd name="csY0" fmla="*/ 0 h 5933814"/>
                <a:gd name="csX1" fmla="*/ 3005513 w 3005513"/>
                <a:gd name="csY1" fmla="*/ 0 h 5933814"/>
                <a:gd name="csX2" fmla="*/ 3005513 w 3005513"/>
                <a:gd name="csY2" fmla="*/ 5933814 h 5933814"/>
                <a:gd name="csX3" fmla="*/ 0 w 3005513"/>
                <a:gd name="csY3" fmla="*/ 5933814 h 5933814"/>
              </a:gdLst>
              <a:ahLst/>
              <a:cxnLst>
                <a:cxn ang="0">
                  <a:pos x="csX0" y="csY0"/>
                </a:cxn>
                <a:cxn ang="0">
                  <a:pos x="csX1" y="csY1"/>
                </a:cxn>
                <a:cxn ang="0">
                  <a:pos x="csX2" y="csY2"/>
                </a:cxn>
                <a:cxn ang="0">
                  <a:pos x="csX3" y="csY3"/>
                </a:cxn>
              </a:cxnLst>
              <a:rect l="l" t="t" r="r" b="b"/>
              <a:pathLst>
                <a:path w="3005513" h="5933814">
                  <a:moveTo>
                    <a:pt x="0" y="0"/>
                  </a:moveTo>
                  <a:lnTo>
                    <a:pt x="3005513" y="0"/>
                  </a:lnTo>
                  <a:lnTo>
                    <a:pt x="3005513" y="5933814"/>
                  </a:lnTo>
                  <a:lnTo>
                    <a:pt x="0" y="5933814"/>
                  </a:lnTo>
                  <a:close/>
                </a:path>
              </a:pathLst>
            </a:custGeom>
          </p:spPr>
        </p:pic>
      </p:grpSp>
      <p:sp>
        <p:nvSpPr>
          <p:cNvPr id="15" name="标题 1">
            <a:extLst>
              <a:ext uri="{FF2B5EF4-FFF2-40B4-BE49-F238E27FC236}">
                <a16:creationId xmlns:a16="http://schemas.microsoft.com/office/drawing/2014/main" id="{A1148EEC-FF90-42BB-2FB9-B2492A609B90}"/>
              </a:ext>
            </a:extLst>
          </p:cNvPr>
          <p:cNvSpPr>
            <a:spLocks noGrp="1"/>
          </p:cNvSpPr>
          <p:nvPr>
            <p:ph type="title" hasCustomPrompt="1"/>
          </p:nvPr>
        </p:nvSpPr>
        <p:spPr>
          <a:xfrm>
            <a:off x="660400" y="1130300"/>
            <a:ext cx="1874151" cy="1146921"/>
          </a:xfrm>
          <a:prstGeom prst="roundRect">
            <a:avLst>
              <a:gd name="adj" fmla="val 0"/>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16" name="内容占位符 2">
            <a:extLst>
              <a:ext uri="{FF2B5EF4-FFF2-40B4-BE49-F238E27FC236}">
                <a16:creationId xmlns:a16="http://schemas.microsoft.com/office/drawing/2014/main" id="{B00426BB-A6DB-A942-6DBC-23CB7F1A6B8E}"/>
              </a:ext>
            </a:extLst>
          </p:cNvPr>
          <p:cNvSpPr>
            <a:spLocks noGrp="1"/>
          </p:cNvSpPr>
          <p:nvPr>
            <p:ph sz="quarter" idx="1" hasCustomPrompt="1"/>
          </p:nvPr>
        </p:nvSpPr>
        <p:spPr>
          <a:xfrm>
            <a:off x="2871457" y="1130300"/>
            <a:ext cx="5844922" cy="4717841"/>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20" name="日期占位符 19">
            <a:extLst>
              <a:ext uri="{FF2B5EF4-FFF2-40B4-BE49-F238E27FC236}">
                <a16:creationId xmlns:a16="http://schemas.microsoft.com/office/drawing/2014/main" id="{E71FBCAF-4607-99C2-4E9F-47F509170419}"/>
              </a:ext>
            </a:extLst>
          </p:cNvPr>
          <p:cNvSpPr>
            <a:spLocks noGrp="1"/>
          </p:cNvSpPr>
          <p:nvPr>
            <p:ph type="dt" sz="half" idx="10"/>
          </p:nvPr>
        </p:nvSpPr>
        <p:spPr/>
        <p:txBody>
          <a:bodyPr/>
          <a:lstStyle/>
          <a:p>
            <a:endParaRPr lang="en-US"/>
          </a:p>
        </p:txBody>
      </p:sp>
      <p:sp>
        <p:nvSpPr>
          <p:cNvPr id="21" name="页脚占位符 20">
            <a:extLst>
              <a:ext uri="{FF2B5EF4-FFF2-40B4-BE49-F238E27FC236}">
                <a16:creationId xmlns:a16="http://schemas.microsoft.com/office/drawing/2014/main" id="{C27A96D2-5E4D-B609-D806-0336B8781EEA}"/>
              </a:ext>
            </a:extLst>
          </p:cNvPr>
          <p:cNvSpPr>
            <a:spLocks noGrp="1"/>
          </p:cNvSpPr>
          <p:nvPr>
            <p:ph type="ftr" sz="quarter" idx="11"/>
          </p:nvPr>
        </p:nvSpPr>
        <p:spPr/>
        <p:txBody>
          <a:bodyPr/>
          <a:lstStyle/>
          <a:p>
            <a:endParaRPr lang="en-US" dirty="0"/>
          </a:p>
        </p:txBody>
      </p:sp>
      <p:sp>
        <p:nvSpPr>
          <p:cNvPr id="22" name="灯片编号占位符 21">
            <a:extLst>
              <a:ext uri="{FF2B5EF4-FFF2-40B4-BE49-F238E27FC236}">
                <a16:creationId xmlns:a16="http://schemas.microsoft.com/office/drawing/2014/main" id="{FE032A3C-7D42-8DEE-4D0C-B9220C522A07}"/>
              </a:ext>
            </a:extLst>
          </p:cNvPr>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24FFF18-77BB-25F5-E58D-7E6FD97865E7}"/>
              </a:ext>
            </a:extLst>
          </p:cNvPr>
          <p:cNvGrpSpPr/>
          <p:nvPr userDrawn="1"/>
        </p:nvGrpSpPr>
        <p:grpSpPr>
          <a:xfrm>
            <a:off x="0" y="0"/>
            <a:ext cx="12188761" cy="6858000"/>
            <a:chOff x="0" y="0"/>
            <a:chExt cx="12188761" cy="6858000"/>
          </a:xfrm>
        </p:grpSpPr>
        <p:pic>
          <p:nvPicPr>
            <p:cNvPr id="13" name="图片 12">
              <a:extLst>
                <a:ext uri="{FF2B5EF4-FFF2-40B4-BE49-F238E27FC236}">
                  <a16:creationId xmlns:a16="http://schemas.microsoft.com/office/drawing/2014/main" id="{251B709B-7B35-4DBB-B4E0-504DAB1C7A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791" b="8814"/>
            <a:stretch>
              <a:fillRect/>
            </a:stretch>
          </p:blipFill>
          <p:spPr>
            <a:xfrm>
              <a:off x="0" y="0"/>
              <a:ext cx="12188761" cy="6858000"/>
            </a:xfrm>
            <a:custGeom>
              <a:avLst/>
              <a:gdLst>
                <a:gd name="csX0" fmla="*/ 0 w 12188761"/>
                <a:gd name="csY0" fmla="*/ 0 h 6858000"/>
                <a:gd name="csX1" fmla="*/ 12188761 w 12188761"/>
                <a:gd name="csY1" fmla="*/ 0 h 6858000"/>
                <a:gd name="csX2" fmla="*/ 12188761 w 12188761"/>
                <a:gd name="csY2" fmla="*/ 6858000 h 6858000"/>
                <a:gd name="csX3" fmla="*/ 0 w 12188761"/>
                <a:gd name="csY3" fmla="*/ 6858000 h 6858000"/>
              </a:gdLst>
              <a:ahLst/>
              <a:cxnLst>
                <a:cxn ang="0">
                  <a:pos x="csX0" y="csY0"/>
                </a:cxn>
                <a:cxn ang="0">
                  <a:pos x="csX1" y="csY1"/>
                </a:cxn>
                <a:cxn ang="0">
                  <a:pos x="csX2" y="csY2"/>
                </a:cxn>
                <a:cxn ang="0">
                  <a:pos x="csX3" y="csY3"/>
                </a:cxn>
              </a:cxnLst>
              <a:rect l="l" t="t" r="r" b="b"/>
              <a:pathLst>
                <a:path w="12188761" h="6858000">
                  <a:moveTo>
                    <a:pt x="0" y="0"/>
                  </a:moveTo>
                  <a:lnTo>
                    <a:pt x="12188761" y="0"/>
                  </a:lnTo>
                  <a:lnTo>
                    <a:pt x="12188761" y="6858000"/>
                  </a:lnTo>
                  <a:lnTo>
                    <a:pt x="0" y="6858000"/>
                  </a:lnTo>
                  <a:close/>
                </a:path>
              </a:pathLst>
            </a:custGeom>
          </p:spPr>
        </p:pic>
        <p:grpSp>
          <p:nvGrpSpPr>
            <p:cNvPr id="11" name="组合 10">
              <a:extLst>
                <a:ext uri="{FF2B5EF4-FFF2-40B4-BE49-F238E27FC236}">
                  <a16:creationId xmlns:a16="http://schemas.microsoft.com/office/drawing/2014/main" id="{E237CCD1-C243-FA2D-F498-4189AB3ED048}"/>
                </a:ext>
              </a:extLst>
            </p:cNvPr>
            <p:cNvGrpSpPr/>
            <p:nvPr userDrawn="1"/>
          </p:nvGrpSpPr>
          <p:grpSpPr>
            <a:xfrm>
              <a:off x="660399" y="818817"/>
              <a:ext cx="324000" cy="108283"/>
              <a:chOff x="660400" y="818817"/>
              <a:chExt cx="324000" cy="108283"/>
            </a:xfrm>
          </p:grpSpPr>
          <p:cxnSp>
            <p:nvCxnSpPr>
              <p:cNvPr id="7" name="直接连接符 6">
                <a:extLst>
                  <a:ext uri="{FF2B5EF4-FFF2-40B4-BE49-F238E27FC236}">
                    <a16:creationId xmlns:a16="http://schemas.microsoft.com/office/drawing/2014/main" id="{D215AC14-DE5E-7534-9E53-F2BF0683F6CF}"/>
                  </a:ext>
                </a:extLst>
              </p:cNvPr>
              <p:cNvCxnSpPr>
                <a:cxnSpLocks/>
              </p:cNvCxnSpPr>
              <p:nvPr userDrawn="1"/>
            </p:nvCxnSpPr>
            <p:spPr>
              <a:xfrm>
                <a:off x="660400" y="818817"/>
                <a:ext cx="324000" cy="0"/>
              </a:xfrm>
              <a:prstGeom prst="line">
                <a:avLst/>
              </a:prstGeom>
              <a:ln w="381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CE8530C0-DA01-B17E-BED5-282B7B6EE190}"/>
                  </a:ext>
                </a:extLst>
              </p:cNvPr>
              <p:cNvCxnSpPr>
                <a:cxnSpLocks/>
              </p:cNvCxnSpPr>
              <p:nvPr userDrawn="1"/>
            </p:nvCxnSpPr>
            <p:spPr>
              <a:xfrm>
                <a:off x="660400" y="927100"/>
                <a:ext cx="180000" cy="0"/>
              </a:xfrm>
              <a:prstGeom prst="line">
                <a:avLst/>
              </a:prstGeom>
              <a:ln w="381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sp>
        <p:nvSpPr>
          <p:cNvPr id="5" name="标题 4"/>
          <p:cNvSpPr>
            <a:spLocks noGrp="1"/>
          </p:cNvSpPr>
          <p:nvPr userDrawn="1">
            <p:ph type="title" hasCustomPrompt="1"/>
          </p:nvPr>
        </p:nvSpPr>
        <p:spPr>
          <a:xfrm>
            <a:off x="660400" y="1130300"/>
            <a:ext cx="10858500" cy="1624651"/>
          </a:xfrm>
          <a:prstGeom prst="rect">
            <a:avLst/>
          </a:prstGeom>
        </p:spPr>
        <p:txBody>
          <a:bodyPr>
            <a:normAutofit/>
          </a:bodyPr>
          <a:lstStyle>
            <a:lvl1pPr algn="l">
              <a:lnSpc>
                <a:spcPct val="100000"/>
              </a:lnSpc>
              <a:defRPr sz="4400"/>
            </a:lvl1pPr>
          </a:lstStyle>
          <a:p>
            <a:pPr lvl="0"/>
            <a:r>
              <a:rPr lang="zh-CN" altLang="en-US" dirty="0"/>
              <a:t>Click to add title</a:t>
            </a:r>
            <a:endParaRPr lang="en-US" dirty="0"/>
          </a:p>
        </p:txBody>
      </p:sp>
      <p:sp>
        <p:nvSpPr>
          <p:cNvPr id="25" name="文本占位符 24"/>
          <p:cNvSpPr>
            <a:spLocks noGrp="1"/>
          </p:cNvSpPr>
          <p:nvPr userDrawn="1">
            <p:ph type="body" sz="quarter" idx="1" hasCustomPrompt="1"/>
          </p:nvPr>
        </p:nvSpPr>
        <p:spPr>
          <a:xfrm>
            <a:off x="660400" y="2828959"/>
            <a:ext cx="10858500" cy="612740"/>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userDrawn="1">
            <p:ph type="dt" sz="half" idx="10"/>
          </p:nvPr>
        </p:nvSpPr>
        <p:spPr/>
        <p:txBody>
          <a:bodyPr/>
          <a:lstStyle/>
          <a:p>
            <a:fld id="{2A27A813-B2FD-42E1-9222-83B574E99074}" type="datetime1">
              <a:rPr lang="zh-CN" altLang="en-US" smtClean="0"/>
              <a:t>2026/6/25</a:t>
            </a:fld>
            <a:endParaRPr lang="en-US" altLang="zh-CN"/>
          </a:p>
        </p:txBody>
      </p:sp>
      <p:sp>
        <p:nvSpPr>
          <p:cNvPr id="6" name="页脚占位符 5"/>
          <p:cNvSpPr>
            <a:spLocks noGrp="1"/>
          </p:cNvSpPr>
          <p:nvPr userDrawn="1">
            <p:ph type="ftr" sz="quarter" idx="11"/>
          </p:nvPr>
        </p:nvSpPr>
        <p:spPr/>
        <p:txBody>
          <a:bodyPr/>
          <a:lstStyle/>
          <a:p>
            <a:r>
              <a:rPr lang="af-ZA" altLang="zh-CN"/>
              <a:t>iSlide</a:t>
            </a:r>
            <a:endParaRPr lang="zh-CN" altLang="en-US"/>
          </a:p>
        </p:txBody>
      </p:sp>
      <p:sp>
        <p:nvSpPr>
          <p:cNvPr id="8" name="灯片编号占位符 7"/>
          <p:cNvSpPr>
            <a:spLocks noGrp="1"/>
          </p:cNvSpPr>
          <p:nvPr userDrawn="1">
            <p:ph type="sldNum" sz="quarter" idx="12"/>
          </p:nvPr>
        </p:nvSpPr>
        <p:spPr/>
        <p:txBody>
          <a:bodyPr/>
          <a:lstStyle/>
          <a:p>
            <a:fld id="{7F65B630-C7FF-41C0-9923-C5E5E29EED81}" type="slidenum">
              <a:rPr lang="en-US" altLang="zh-CN" smtClean="0"/>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zh-CN" altLang="en-US" dirty="0"/>
              <a:t>Click to add title</a:t>
            </a:r>
            <a:endParaRPr lang="en-US" dirty="0"/>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Closing" preserve="1" userDrawn="1">
  <p:cSld name="Closin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136AE49C-8194-11B9-E911-9F19B2B73C27}"/>
              </a:ext>
            </a:extLst>
          </p:cNvPr>
          <p:cNvGrpSpPr/>
          <p:nvPr userDrawn="1"/>
        </p:nvGrpSpPr>
        <p:grpSpPr>
          <a:xfrm>
            <a:off x="3239" y="0"/>
            <a:ext cx="12185522" cy="6858000"/>
            <a:chOff x="3239" y="0"/>
            <a:chExt cx="12185522" cy="6858000"/>
          </a:xfrm>
        </p:grpSpPr>
        <p:pic>
          <p:nvPicPr>
            <p:cNvPr id="3" name="图片 2">
              <a:extLst>
                <a:ext uri="{FF2B5EF4-FFF2-40B4-BE49-F238E27FC236}">
                  <a16:creationId xmlns:a16="http://schemas.microsoft.com/office/drawing/2014/main" id="{405458A2-EB6C-2372-4D18-C0ACB054509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239" y="0"/>
              <a:ext cx="12185522" cy="6858000"/>
            </a:xfrm>
            <a:prstGeom prst="rect">
              <a:avLst/>
            </a:prstGeom>
          </p:spPr>
        </p:pic>
        <p:grpSp>
          <p:nvGrpSpPr>
            <p:cNvPr id="6" name="Group 16">
              <a:extLst>
                <a:ext uri="{FF2B5EF4-FFF2-40B4-BE49-F238E27FC236}">
                  <a16:creationId xmlns:a16="http://schemas.microsoft.com/office/drawing/2014/main" id="{60AC8C65-79D6-948D-BB26-2D943CAF5B4A}"/>
                </a:ext>
              </a:extLst>
            </p:cNvPr>
            <p:cNvGrpSpPr>
              <a:grpSpLocks noChangeAspect="1"/>
            </p:cNvGrpSpPr>
            <p:nvPr/>
          </p:nvGrpSpPr>
          <p:grpSpPr>
            <a:xfrm>
              <a:off x="730250" y="5839700"/>
              <a:ext cx="396000" cy="396000"/>
              <a:chOff x="666750" y="4833937"/>
              <a:chExt cx="476250" cy="476250"/>
            </a:xfrm>
            <a:gradFill flip="none" rotWithShape="1">
              <a:gsLst>
                <a:gs pos="3000">
                  <a:schemeClr val="tx1"/>
                </a:gs>
                <a:gs pos="100000">
                  <a:schemeClr val="accent1">
                    <a:lumMod val="20000"/>
                    <a:lumOff val="80000"/>
                  </a:schemeClr>
                </a:gs>
              </a:gsLst>
              <a:lin ang="2700000" scaled="1"/>
              <a:tileRect/>
            </a:gradFill>
          </p:grpSpPr>
          <p:sp>
            <p:nvSpPr>
              <p:cNvPr id="14" name="椭圆 13">
                <a:extLst>
                  <a:ext uri="{FF2B5EF4-FFF2-40B4-BE49-F238E27FC236}">
                    <a16:creationId xmlns:a16="http://schemas.microsoft.com/office/drawing/2014/main" id="{E5020CD1-AC86-965D-418E-AD1B84792492}"/>
                  </a:ext>
                </a:extLst>
              </p:cNvPr>
              <p:cNvSpPr>
                <a:spLocks/>
              </p:cNvSpPr>
              <p:nvPr/>
            </p:nvSpPr>
            <p:spPr>
              <a:xfrm>
                <a:off x="666750" y="4833937"/>
                <a:ext cx="476250" cy="47625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5" name="Isosceles Triangle 6">
                <a:extLst>
                  <a:ext uri="{FF2B5EF4-FFF2-40B4-BE49-F238E27FC236}">
                    <a16:creationId xmlns:a16="http://schemas.microsoft.com/office/drawing/2014/main" id="{FCE79C03-348C-51FC-796E-D3C010F8F2FB}"/>
                  </a:ext>
                </a:extLst>
              </p:cNvPr>
              <p:cNvSpPr>
                <a:spLocks noChangeAspect="1"/>
              </p:cNvSpPr>
              <p:nvPr/>
            </p:nvSpPr>
            <p:spPr>
              <a:xfrm>
                <a:off x="796434" y="4963823"/>
                <a:ext cx="216883" cy="216477"/>
              </a:xfrm>
              <a:custGeom>
                <a:avLst/>
                <a:gdLst>
                  <a:gd name="connsiteX0" fmla="*/ 194875 w 606721"/>
                  <a:gd name="connsiteY0" fmla="*/ 393044 h 605592"/>
                  <a:gd name="connsiteX1" fmla="*/ 52827 w 606721"/>
                  <a:gd name="connsiteY1" fmla="*/ 555259 h 605592"/>
                  <a:gd name="connsiteX2" fmla="*/ 554916 w 606721"/>
                  <a:gd name="connsiteY2" fmla="*/ 555259 h 605592"/>
                  <a:gd name="connsiteX3" fmla="*/ 412960 w 606721"/>
                  <a:gd name="connsiteY3" fmla="*/ 393044 h 605592"/>
                  <a:gd name="connsiteX4" fmla="*/ 322625 w 606721"/>
                  <a:gd name="connsiteY4" fmla="*/ 496120 h 605592"/>
                  <a:gd name="connsiteX5" fmla="*/ 285210 w 606721"/>
                  <a:gd name="connsiteY5" fmla="*/ 496120 h 605592"/>
                  <a:gd name="connsiteX6" fmla="*/ 193575 w 606721"/>
                  <a:gd name="connsiteY6" fmla="*/ 338910 h 605592"/>
                  <a:gd name="connsiteX7" fmla="*/ 220685 w 606721"/>
                  <a:gd name="connsiteY7" fmla="*/ 346697 h 605592"/>
                  <a:gd name="connsiteX8" fmla="*/ 303314 w 606721"/>
                  <a:gd name="connsiteY8" fmla="*/ 440689 h 605592"/>
                  <a:gd name="connsiteX9" fmla="*/ 385851 w 606721"/>
                  <a:gd name="connsiteY9" fmla="*/ 346697 h 605592"/>
                  <a:gd name="connsiteX10" fmla="*/ 412960 w 606721"/>
                  <a:gd name="connsiteY10" fmla="*/ 338910 h 605592"/>
                  <a:gd name="connsiteX11" fmla="*/ 606721 w 606721"/>
                  <a:gd name="connsiteY11" fmla="*/ 579730 h 605592"/>
                  <a:gd name="connsiteX12" fmla="*/ 580818 w 606721"/>
                  <a:gd name="connsiteY12" fmla="*/ 605592 h 605592"/>
                  <a:gd name="connsiteX13" fmla="*/ 25903 w 606721"/>
                  <a:gd name="connsiteY13" fmla="*/ 605592 h 605592"/>
                  <a:gd name="connsiteX14" fmla="*/ 0 w 606721"/>
                  <a:gd name="connsiteY14" fmla="*/ 579730 h 605592"/>
                  <a:gd name="connsiteX15" fmla="*/ 193575 w 606721"/>
                  <a:gd name="connsiteY15" fmla="*/ 338910 h 605592"/>
                  <a:gd name="connsiteX16" fmla="*/ 303326 w 606721"/>
                  <a:gd name="connsiteY16" fmla="*/ 50250 h 605592"/>
                  <a:gd name="connsiteX17" fmla="*/ 190967 w 606721"/>
                  <a:gd name="connsiteY17" fmla="*/ 161041 h 605592"/>
                  <a:gd name="connsiteX18" fmla="*/ 303326 w 606721"/>
                  <a:gd name="connsiteY18" fmla="*/ 271924 h 605592"/>
                  <a:gd name="connsiteX19" fmla="*/ 415592 w 606721"/>
                  <a:gd name="connsiteY19" fmla="*/ 161133 h 605592"/>
                  <a:gd name="connsiteX20" fmla="*/ 303326 w 606721"/>
                  <a:gd name="connsiteY20" fmla="*/ 50250 h 605592"/>
                  <a:gd name="connsiteX21" fmla="*/ 303326 w 606721"/>
                  <a:gd name="connsiteY21" fmla="*/ 0 h 605592"/>
                  <a:gd name="connsiteX22" fmla="*/ 466014 w 606721"/>
                  <a:gd name="connsiteY22" fmla="*/ 162431 h 605592"/>
                  <a:gd name="connsiteX23" fmla="*/ 303326 w 606721"/>
                  <a:gd name="connsiteY23" fmla="*/ 323472 h 605592"/>
                  <a:gd name="connsiteX24" fmla="*/ 140637 w 606721"/>
                  <a:gd name="connsiteY24" fmla="*/ 161041 h 605592"/>
                  <a:gd name="connsiteX25" fmla="*/ 303326 w 606721"/>
                  <a:gd name="connsiteY2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6721" h="605592">
                    <a:moveTo>
                      <a:pt x="194875" y="393044"/>
                    </a:moveTo>
                    <a:cubicBezTo>
                      <a:pt x="114846" y="423911"/>
                      <a:pt x="63225" y="484441"/>
                      <a:pt x="52827" y="555259"/>
                    </a:cubicBezTo>
                    <a:lnTo>
                      <a:pt x="554916" y="555259"/>
                    </a:lnTo>
                    <a:cubicBezTo>
                      <a:pt x="544703" y="485738"/>
                      <a:pt x="491690" y="423911"/>
                      <a:pt x="412960" y="393044"/>
                    </a:cubicBezTo>
                    <a:lnTo>
                      <a:pt x="322625" y="496120"/>
                    </a:lnTo>
                    <a:cubicBezTo>
                      <a:pt x="313527" y="507707"/>
                      <a:pt x="294216" y="507707"/>
                      <a:pt x="285210" y="496120"/>
                    </a:cubicBezTo>
                    <a:close/>
                    <a:moveTo>
                      <a:pt x="193575" y="338910"/>
                    </a:moveTo>
                    <a:cubicBezTo>
                      <a:pt x="202674" y="336408"/>
                      <a:pt x="214279" y="338910"/>
                      <a:pt x="220685" y="346697"/>
                    </a:cubicBezTo>
                    <a:lnTo>
                      <a:pt x="303314" y="440689"/>
                    </a:lnTo>
                    <a:lnTo>
                      <a:pt x="385851" y="346697"/>
                    </a:lnTo>
                    <a:cubicBezTo>
                      <a:pt x="392257" y="338910"/>
                      <a:pt x="402655" y="336315"/>
                      <a:pt x="412960" y="338910"/>
                    </a:cubicBezTo>
                    <a:cubicBezTo>
                      <a:pt x="530405" y="377564"/>
                      <a:pt x="606536" y="472854"/>
                      <a:pt x="606721" y="579730"/>
                    </a:cubicBezTo>
                    <a:cubicBezTo>
                      <a:pt x="606721" y="594005"/>
                      <a:pt x="595023" y="605592"/>
                      <a:pt x="580818" y="605592"/>
                    </a:cubicBezTo>
                    <a:lnTo>
                      <a:pt x="25903" y="605592"/>
                    </a:lnTo>
                    <a:cubicBezTo>
                      <a:pt x="11605" y="605592"/>
                      <a:pt x="0" y="594005"/>
                      <a:pt x="0" y="579730"/>
                    </a:cubicBezTo>
                    <a:cubicBezTo>
                      <a:pt x="0" y="472854"/>
                      <a:pt x="76131" y="377564"/>
                      <a:pt x="193575" y="338910"/>
                    </a:cubicBezTo>
                    <a:close/>
                    <a:moveTo>
                      <a:pt x="303326" y="50250"/>
                    </a:moveTo>
                    <a:cubicBezTo>
                      <a:pt x="241389" y="50250"/>
                      <a:pt x="190967" y="100500"/>
                      <a:pt x="190967" y="161041"/>
                    </a:cubicBezTo>
                    <a:cubicBezTo>
                      <a:pt x="190967" y="221582"/>
                      <a:pt x="241389" y="271924"/>
                      <a:pt x="303326" y="271924"/>
                    </a:cubicBezTo>
                    <a:cubicBezTo>
                      <a:pt x="365170" y="271924"/>
                      <a:pt x="415592" y="221767"/>
                      <a:pt x="415592" y="161133"/>
                    </a:cubicBezTo>
                    <a:cubicBezTo>
                      <a:pt x="415592" y="100592"/>
                      <a:pt x="365170" y="50250"/>
                      <a:pt x="303326" y="50250"/>
                    </a:cubicBezTo>
                    <a:close/>
                    <a:moveTo>
                      <a:pt x="303326" y="0"/>
                    </a:moveTo>
                    <a:cubicBezTo>
                      <a:pt x="392284" y="0"/>
                      <a:pt x="466014" y="72130"/>
                      <a:pt x="466014" y="162431"/>
                    </a:cubicBezTo>
                    <a:cubicBezTo>
                      <a:pt x="466014" y="252640"/>
                      <a:pt x="392284" y="323472"/>
                      <a:pt x="303326" y="323472"/>
                    </a:cubicBezTo>
                    <a:cubicBezTo>
                      <a:pt x="214274" y="323472"/>
                      <a:pt x="140637" y="251249"/>
                      <a:pt x="140637" y="161041"/>
                    </a:cubicBezTo>
                    <a:cubicBezTo>
                      <a:pt x="140637" y="70832"/>
                      <a:pt x="214274" y="0"/>
                      <a:pt x="303326" y="0"/>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8" name="Group 20">
              <a:extLst>
                <a:ext uri="{FF2B5EF4-FFF2-40B4-BE49-F238E27FC236}">
                  <a16:creationId xmlns:a16="http://schemas.microsoft.com/office/drawing/2014/main" id="{A0912A0B-DBBE-E3BE-FB81-459BD17F72AB}"/>
                </a:ext>
              </a:extLst>
            </p:cNvPr>
            <p:cNvGrpSpPr>
              <a:grpSpLocks noChangeAspect="1"/>
            </p:cNvGrpSpPr>
            <p:nvPr/>
          </p:nvGrpSpPr>
          <p:grpSpPr>
            <a:xfrm>
              <a:off x="3416774" y="5839700"/>
              <a:ext cx="396000" cy="396000"/>
              <a:chOff x="666750" y="5424487"/>
              <a:chExt cx="476250" cy="476250"/>
            </a:xfrm>
            <a:gradFill flip="none" rotWithShape="1">
              <a:gsLst>
                <a:gs pos="3000">
                  <a:schemeClr val="tx1"/>
                </a:gs>
                <a:gs pos="100000">
                  <a:schemeClr val="accent1">
                    <a:lumMod val="20000"/>
                    <a:lumOff val="80000"/>
                  </a:schemeClr>
                </a:gs>
              </a:gsLst>
              <a:lin ang="2700000" scaled="1"/>
              <a:tileRect/>
            </a:gradFill>
          </p:grpSpPr>
          <p:sp>
            <p:nvSpPr>
              <p:cNvPr id="12" name="椭圆 11">
                <a:extLst>
                  <a:ext uri="{FF2B5EF4-FFF2-40B4-BE49-F238E27FC236}">
                    <a16:creationId xmlns:a16="http://schemas.microsoft.com/office/drawing/2014/main" id="{CAC64C17-BDD8-C073-F2F5-3044F6B2D7EC}"/>
                  </a:ext>
                </a:extLst>
              </p:cNvPr>
              <p:cNvSpPr>
                <a:spLocks/>
              </p:cNvSpPr>
              <p:nvPr/>
            </p:nvSpPr>
            <p:spPr>
              <a:xfrm>
                <a:off x="666750" y="5424487"/>
                <a:ext cx="476250" cy="47625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3" name="Isosceles Triangle 6">
                <a:extLst>
                  <a:ext uri="{FF2B5EF4-FFF2-40B4-BE49-F238E27FC236}">
                    <a16:creationId xmlns:a16="http://schemas.microsoft.com/office/drawing/2014/main" id="{9016D392-DDC9-0628-0360-D7C24FFBC71F}"/>
                  </a:ext>
                </a:extLst>
              </p:cNvPr>
              <p:cNvSpPr>
                <a:spLocks noChangeAspect="1"/>
              </p:cNvSpPr>
              <p:nvPr/>
            </p:nvSpPr>
            <p:spPr>
              <a:xfrm>
                <a:off x="796636" y="5558359"/>
                <a:ext cx="216477" cy="208507"/>
              </a:xfrm>
              <a:custGeom>
                <a:avLst/>
                <a:gdLst>
                  <a:gd name="connsiteX0" fmla="*/ 407629 w 607639"/>
                  <a:gd name="connsiteY0" fmla="*/ 152421 h 585270"/>
                  <a:gd name="connsiteX1" fmla="*/ 407629 w 607639"/>
                  <a:gd name="connsiteY1" fmla="*/ 432848 h 585270"/>
                  <a:gd name="connsiteX2" fmla="*/ 367575 w 607639"/>
                  <a:gd name="connsiteY2" fmla="*/ 392762 h 585270"/>
                  <a:gd name="connsiteX3" fmla="*/ 367575 w 607639"/>
                  <a:gd name="connsiteY3" fmla="*/ 192508 h 585270"/>
                  <a:gd name="connsiteX4" fmla="*/ 264725 w 607639"/>
                  <a:gd name="connsiteY4" fmla="*/ 77770 h 585270"/>
                  <a:gd name="connsiteX5" fmla="*/ 153547 w 607639"/>
                  <a:gd name="connsiteY5" fmla="*/ 188780 h 585270"/>
                  <a:gd name="connsiteX6" fmla="*/ 56701 w 607639"/>
                  <a:gd name="connsiteY6" fmla="*/ 188780 h 585270"/>
                  <a:gd name="connsiteX7" fmla="*/ 56701 w 607639"/>
                  <a:gd name="connsiteY7" fmla="*/ 396491 h 585270"/>
                  <a:gd name="connsiteX8" fmla="*/ 153547 w 607639"/>
                  <a:gd name="connsiteY8" fmla="*/ 396491 h 585270"/>
                  <a:gd name="connsiteX9" fmla="*/ 264725 w 607639"/>
                  <a:gd name="connsiteY9" fmla="*/ 507501 h 585270"/>
                  <a:gd name="connsiteX10" fmla="*/ 507929 w 607639"/>
                  <a:gd name="connsiteY10" fmla="*/ 52360 h 585270"/>
                  <a:gd name="connsiteX11" fmla="*/ 607639 w 607639"/>
                  <a:gd name="connsiteY11" fmla="*/ 292591 h 585270"/>
                  <a:gd name="connsiteX12" fmla="*/ 507929 w 607639"/>
                  <a:gd name="connsiteY12" fmla="*/ 532911 h 585270"/>
                  <a:gd name="connsiteX13" fmla="*/ 467778 w 607639"/>
                  <a:gd name="connsiteY13" fmla="*/ 492828 h 585270"/>
                  <a:gd name="connsiteX14" fmla="*/ 550840 w 607639"/>
                  <a:gd name="connsiteY14" fmla="*/ 292591 h 585270"/>
                  <a:gd name="connsiteX15" fmla="*/ 467778 w 607639"/>
                  <a:gd name="connsiteY15" fmla="*/ 92354 h 585270"/>
                  <a:gd name="connsiteX16" fmla="*/ 262410 w 607639"/>
                  <a:gd name="connsiteY16" fmla="*/ 0 h 585270"/>
                  <a:gd name="connsiteX17" fmla="*/ 321426 w 607639"/>
                  <a:gd name="connsiteY17" fmla="*/ 0 h 585270"/>
                  <a:gd name="connsiteX18" fmla="*/ 321426 w 607639"/>
                  <a:gd name="connsiteY18" fmla="*/ 585270 h 585270"/>
                  <a:gd name="connsiteX19" fmla="*/ 262410 w 607639"/>
                  <a:gd name="connsiteY19" fmla="*/ 585270 h 585270"/>
                  <a:gd name="connsiteX20" fmla="*/ 130048 w 607639"/>
                  <a:gd name="connsiteY20" fmla="*/ 453107 h 585270"/>
                  <a:gd name="connsiteX21" fmla="*/ 0 w 607639"/>
                  <a:gd name="connsiteY21" fmla="*/ 453107 h 585270"/>
                  <a:gd name="connsiteX22" fmla="*/ 0 w 607639"/>
                  <a:gd name="connsiteY22" fmla="*/ 132164 h 585270"/>
                  <a:gd name="connsiteX23" fmla="*/ 130048 w 607639"/>
                  <a:gd name="connsiteY23" fmla="*/ 132164 h 58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7639" h="585270">
                    <a:moveTo>
                      <a:pt x="407629" y="152421"/>
                    </a:moveTo>
                    <a:cubicBezTo>
                      <a:pt x="485066" y="229750"/>
                      <a:pt x="485066" y="355520"/>
                      <a:pt x="407629" y="432848"/>
                    </a:cubicBezTo>
                    <a:lnTo>
                      <a:pt x="367575" y="392762"/>
                    </a:lnTo>
                    <a:cubicBezTo>
                      <a:pt x="422849" y="337565"/>
                      <a:pt x="422849" y="247704"/>
                      <a:pt x="367575" y="192508"/>
                    </a:cubicBezTo>
                    <a:close/>
                    <a:moveTo>
                      <a:pt x="264725" y="77770"/>
                    </a:moveTo>
                    <a:lnTo>
                      <a:pt x="153547" y="188780"/>
                    </a:lnTo>
                    <a:lnTo>
                      <a:pt x="56701" y="188780"/>
                    </a:lnTo>
                    <a:lnTo>
                      <a:pt x="56701" y="396491"/>
                    </a:lnTo>
                    <a:lnTo>
                      <a:pt x="153547" y="396491"/>
                    </a:lnTo>
                    <a:lnTo>
                      <a:pt x="264725" y="507501"/>
                    </a:lnTo>
                    <a:close/>
                    <a:moveTo>
                      <a:pt x="507929" y="52360"/>
                    </a:moveTo>
                    <a:cubicBezTo>
                      <a:pt x="572206" y="116529"/>
                      <a:pt x="607639" y="201849"/>
                      <a:pt x="607639" y="292591"/>
                    </a:cubicBezTo>
                    <a:cubicBezTo>
                      <a:pt x="607639" y="383422"/>
                      <a:pt x="572206" y="468743"/>
                      <a:pt x="507929" y="532911"/>
                    </a:cubicBezTo>
                    <a:lnTo>
                      <a:pt x="467778" y="492828"/>
                    </a:lnTo>
                    <a:cubicBezTo>
                      <a:pt x="521372" y="439414"/>
                      <a:pt x="550840" y="368225"/>
                      <a:pt x="550840" y="292591"/>
                    </a:cubicBezTo>
                    <a:cubicBezTo>
                      <a:pt x="550840" y="216958"/>
                      <a:pt x="521372" y="145858"/>
                      <a:pt x="467778" y="92354"/>
                    </a:cubicBezTo>
                    <a:close/>
                    <a:moveTo>
                      <a:pt x="262410" y="0"/>
                    </a:moveTo>
                    <a:lnTo>
                      <a:pt x="321426" y="0"/>
                    </a:lnTo>
                    <a:lnTo>
                      <a:pt x="321426" y="585270"/>
                    </a:lnTo>
                    <a:lnTo>
                      <a:pt x="262410" y="585270"/>
                    </a:lnTo>
                    <a:lnTo>
                      <a:pt x="130048" y="453107"/>
                    </a:lnTo>
                    <a:lnTo>
                      <a:pt x="0" y="453107"/>
                    </a:lnTo>
                    <a:lnTo>
                      <a:pt x="0" y="132164"/>
                    </a:lnTo>
                    <a:lnTo>
                      <a:pt x="130048" y="132164"/>
                    </a:ln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9" name="组合 8">
              <a:extLst>
                <a:ext uri="{FF2B5EF4-FFF2-40B4-BE49-F238E27FC236}">
                  <a16:creationId xmlns:a16="http://schemas.microsoft.com/office/drawing/2014/main" id="{B7F32C94-A786-0923-EE2C-9E9D07708D48}"/>
                </a:ext>
              </a:extLst>
            </p:cNvPr>
            <p:cNvGrpSpPr/>
            <p:nvPr userDrawn="1"/>
          </p:nvGrpSpPr>
          <p:grpSpPr>
            <a:xfrm>
              <a:off x="11194900" y="818817"/>
              <a:ext cx="324000" cy="108283"/>
              <a:chOff x="12210900" y="682568"/>
              <a:chExt cx="324000" cy="108283"/>
            </a:xfrm>
          </p:grpSpPr>
          <p:cxnSp>
            <p:nvCxnSpPr>
              <p:cNvPr id="10" name="直接连接符 9">
                <a:extLst>
                  <a:ext uri="{FF2B5EF4-FFF2-40B4-BE49-F238E27FC236}">
                    <a16:creationId xmlns:a16="http://schemas.microsoft.com/office/drawing/2014/main" id="{C439DDDD-7AF2-E02A-1D7C-5658ADEC0130}"/>
                  </a:ext>
                </a:extLst>
              </p:cNvPr>
              <p:cNvCxnSpPr>
                <a:cxnSpLocks/>
              </p:cNvCxnSpPr>
              <p:nvPr userDrawn="1"/>
            </p:nvCxnSpPr>
            <p:spPr>
              <a:xfrm>
                <a:off x="12210900" y="682568"/>
                <a:ext cx="324000" cy="0"/>
              </a:xfrm>
              <a:prstGeom prst="line">
                <a:avLst/>
              </a:prstGeom>
              <a:ln w="381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2A04A6EF-09D8-461A-1690-7478A7208179}"/>
                  </a:ext>
                </a:extLst>
              </p:cNvPr>
              <p:cNvCxnSpPr>
                <a:cxnSpLocks/>
              </p:cNvCxnSpPr>
              <p:nvPr userDrawn="1"/>
            </p:nvCxnSpPr>
            <p:spPr>
              <a:xfrm>
                <a:off x="12354900" y="790851"/>
                <a:ext cx="180000" cy="0"/>
              </a:xfrm>
              <a:prstGeom prst="line">
                <a:avLst/>
              </a:prstGeom>
              <a:ln w="381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sp>
        <p:nvSpPr>
          <p:cNvPr id="16" name="标题 4">
            <a:extLst>
              <a:ext uri="{FF2B5EF4-FFF2-40B4-BE49-F238E27FC236}">
                <a16:creationId xmlns:a16="http://schemas.microsoft.com/office/drawing/2014/main" id="{61A4EC51-44C7-14B8-3438-3EE5B2B6FE9E}"/>
              </a:ext>
            </a:extLst>
          </p:cNvPr>
          <p:cNvSpPr>
            <a:spLocks noGrp="1"/>
          </p:cNvSpPr>
          <p:nvPr>
            <p:ph type="ctrTitle" hasCustomPrompt="1"/>
          </p:nvPr>
        </p:nvSpPr>
        <p:spPr>
          <a:xfrm>
            <a:off x="660399" y="876300"/>
            <a:ext cx="7029451" cy="1980000"/>
          </a:xfrm>
          <a:prstGeom prst="rect">
            <a:avLst/>
          </a:prstGeom>
        </p:spPr>
        <p:txBody>
          <a:bodyPr wrap="square" anchor="b">
            <a:normAutofit/>
          </a:bodyPr>
          <a:lstStyle>
            <a:lvl1pPr>
              <a:lnSpc>
                <a:spcPct val="100000"/>
              </a:lnSpc>
              <a:defRPr sz="4800">
                <a:ln w="19050">
                  <a:noFill/>
                </a:ln>
                <a:solidFill>
                  <a:schemeClr val="tx1"/>
                </a:solidFill>
              </a:defRPr>
            </a:lvl1pPr>
          </a:lstStyle>
          <a:p>
            <a:pPr lvl="0"/>
            <a:r>
              <a:rPr lang="zh-CN" altLang="en-US" dirty="0"/>
              <a:t>Click to add title</a:t>
            </a:r>
            <a:endParaRPr lang="en-US" dirty="0"/>
          </a:p>
        </p:txBody>
      </p:sp>
      <p:sp>
        <p:nvSpPr>
          <p:cNvPr id="17" name="文本占位符 3">
            <a:extLst>
              <a:ext uri="{FF2B5EF4-FFF2-40B4-BE49-F238E27FC236}">
                <a16:creationId xmlns:a16="http://schemas.microsoft.com/office/drawing/2014/main" id="{9A91F7A7-16F8-5276-140A-73D56C4329B1}"/>
              </a:ext>
            </a:extLst>
          </p:cNvPr>
          <p:cNvSpPr>
            <a:spLocks noGrp="1"/>
          </p:cNvSpPr>
          <p:nvPr>
            <p:ph type="body" sz="quarter" idx="13" hasCustomPrompt="1"/>
          </p:nvPr>
        </p:nvSpPr>
        <p:spPr>
          <a:xfrm>
            <a:off x="1170700" y="5857700"/>
            <a:ext cx="2099076" cy="360000"/>
          </a:xfrm>
          <a:prstGeom prst="rect">
            <a:avLst/>
          </a:prstGeom>
        </p:spPr>
        <p:txBody>
          <a:bodyPr wrap="square" lIns="90000" anchor="ctr">
            <a:normAutofit/>
          </a:bodyPr>
          <a:lstStyle>
            <a:lvl1pPr marL="0" indent="0" algn="l">
              <a:lnSpc>
                <a:spcPct val="100000"/>
              </a:lnSpc>
              <a:buNone/>
              <a:defRPr sz="1200"/>
            </a:lvl1pPr>
          </a:lstStyle>
          <a:p>
            <a:pPr lvl="0"/>
            <a:r>
              <a:rPr lang="zh-CN" altLang="en-US" dirty="0"/>
              <a:t>Presenter name</a:t>
            </a:r>
            <a:endParaRPr lang="en-US" dirty="0"/>
          </a:p>
        </p:txBody>
      </p:sp>
      <p:sp>
        <p:nvSpPr>
          <p:cNvPr id="18" name="文本占位符 6">
            <a:extLst>
              <a:ext uri="{FF2B5EF4-FFF2-40B4-BE49-F238E27FC236}">
                <a16:creationId xmlns:a16="http://schemas.microsoft.com/office/drawing/2014/main" id="{E6308324-7260-A16F-8A9B-4E109D3871FF}"/>
              </a:ext>
            </a:extLst>
          </p:cNvPr>
          <p:cNvSpPr>
            <a:spLocks noGrp="1"/>
          </p:cNvSpPr>
          <p:nvPr>
            <p:ph type="body" sz="quarter" idx="14" hasCustomPrompt="1"/>
          </p:nvPr>
        </p:nvSpPr>
        <p:spPr>
          <a:xfrm>
            <a:off x="3857224" y="5857700"/>
            <a:ext cx="2099076" cy="360000"/>
          </a:xfrm>
          <a:prstGeom prst="rect">
            <a:avLst/>
          </a:prstGeom>
        </p:spPr>
        <p:txBody>
          <a:bodyPr wrap="none" anchor="ctr">
            <a:normAutofit/>
          </a:bodyPr>
          <a:lstStyle>
            <a:lvl1pPr marL="0" indent="0" algn="l">
              <a:lnSpc>
                <a:spcPct val="100000"/>
              </a:lnSpc>
              <a:buNone/>
              <a:defRPr sz="1200"/>
            </a:lvl1pPr>
          </a:lstStyle>
          <a:p>
            <a:pPr lvl="0"/>
            <a:r>
              <a:rPr lang="zh-CN" altLang="en-US" dirty="0"/>
              <a:t>20XX.XX.XX</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gradFill>
          <a:gsLst>
            <a:gs pos="10000">
              <a:schemeClr val="accent1">
                <a:alpha val="20000"/>
              </a:schemeClr>
            </a:gs>
            <a:gs pos="100000">
              <a:schemeClr val="accent1">
                <a:alpha val="0"/>
              </a:schemeClr>
            </a:gs>
          </a:gsLst>
          <a:lin ang="13500000" scaled="1"/>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zh-CN" altLang="en-US" dirty="0"/>
              <a:t>Click to add title</a:t>
            </a:r>
            <a:endParaRPr 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&#65279;<?xml version="1.0" encoding="utf-8"?><Relationships xmlns="http://schemas.openxmlformats.org/package/2006/relationships"><Relationship Type="http://schemas.openxmlformats.org/officeDocument/2006/relationships/image" Target="/ppt/media/image210.png" Id="rId8" /><Relationship Type="http://schemas.openxmlformats.org/officeDocument/2006/relationships/image" Target="/ppt/media/image611.png" Id="rId13" /><Relationship Type="http://schemas.openxmlformats.org/officeDocument/2006/relationships/image" Target="/ppt/media/image512.png" Id="rId12" /><Relationship Type="http://schemas.openxmlformats.org/officeDocument/2006/relationships/image" Target="/ppt/media/image413.png" Id="rId11" /><Relationship Type="http://schemas.openxmlformats.org/officeDocument/2006/relationships/image" Target="/ppt/media/image314.png" Id="rId10" /><Relationship Type="http://schemas.openxmlformats.org/officeDocument/2006/relationships/image" Target="/ppt/media/image73.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c66f2a4004b048f5" /></Relationships>
</file>

<file path=ppt/slides/_rels/slide13.xml.rels>&#65279;<?xml version="1.0" encoding="utf-8"?><Relationships xmlns="http://schemas.openxmlformats.org/package/2006/relationships"><Relationship Type="http://schemas.openxmlformats.org/officeDocument/2006/relationships/image" Target="/ppt/media/image115.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2929f875a56f4b67"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876300"/>
            <a:ext cx="7029451" cy="1980000"/>
          </a:xfrm>
        </p:spPr>
        <p:txBody>
          <a:bodyPr/>
          <a:lstStyle/>
          <a:p>
            <a:r>
              <a:rPr lang="zh-CN" altLang="en-US" dirty="0"/>
              <a:t>蓝色商务风</a:t>
            </a:r>
            <a:br>
              <a:rPr lang="en-US" altLang="zh-CN" dirty="0"/>
            </a:br>
            <a:r>
              <a:rPr lang="zh-CN" altLang="en-US" dirty="0"/>
              <a:t>工作总结汇报模板</a:t>
            </a:r>
            <a:endParaRPr lang="en-US" dirty="0"/>
          </a:p>
        </p:txBody>
      </p:sp>
      <p:sp>
        <p:nvSpPr>
          <p:cNvPr id="9" name="副标题 8"/>
          <p:cNvSpPr>
            <a:spLocks noGrp="1"/>
          </p:cNvSpPr>
          <p:nvPr>
            <p:ph type="subTitle" sz="quarter" idx="1" hasCustomPrompt="1"/>
          </p:nvPr>
        </p:nvSpPr>
        <p:spPr>
          <a:xfrm>
            <a:off x="660400" y="3023904"/>
            <a:ext cx="5226050" cy="648000"/>
          </a:xfrm>
        </p:spPr>
        <p:txBody>
          <a:bodyPr/>
          <a:lstStyle/>
          <a:p>
            <a:r>
              <a:rPr lang="zh-CN" altLang="en-US" dirty="0"/>
              <a:t>回顾过去，展望未来，提升服务品质</a:t>
            </a:r>
          </a:p>
        </p:txBody>
      </p:sp>
      <p:sp>
        <p:nvSpPr>
          <p:cNvPr id="4" name="文本占位符 3"/>
          <p:cNvSpPr>
            <a:spLocks noGrp="1"/>
          </p:cNvSpPr>
          <p:nvPr>
            <p:ph type="body" sz="quarter" idx="13" hasCustomPrompt="1"/>
          </p:nvPr>
        </p:nvSpPr>
        <p:spPr>
          <a:xfrm>
            <a:off x="1170700" y="5857700"/>
            <a:ext cx="2099076" cy="360000"/>
          </a:xfrm>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3857224" y="5857700"/>
            <a:ext cx="2099076" cy="360000"/>
          </a:xfrm>
        </p:spPr>
        <p:txBody>
          <a:bodyPr/>
          <a:lstStyle/>
          <a:p>
            <a:r>
              <a:rPr lang="zh-CN" altLang="en-US" dirty="0"/>
              <a:t>20XX.XX.XX</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EE5CE-A36A-252A-8801-0B3DF1027D75}"/>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68BFF692-3F38-762D-E2E6-7E62FD46463B}"/>
              </a:ext>
            </a:extLst>
          </p:cNvPr>
          <p:cNvGrpSpPr/>
          <p:nvPr/>
        </p:nvGrpSpPr>
        <p:grpSpPr>
          <a:xfrm>
            <a:off x="666749" y="924186"/>
            <a:ext cx="10864851" cy="5933814"/>
            <a:chOff x="666749" y="924186"/>
            <a:chExt cx="10864851" cy="5933814"/>
          </a:xfrm>
        </p:grpSpPr>
        <p:pic>
          <p:nvPicPr>
            <p:cNvPr id="32" name="图片 31">
              <a:extLst>
                <a:ext uri="{FF2B5EF4-FFF2-40B4-BE49-F238E27FC236}">
                  <a16:creationId xmlns:a16="http://schemas.microsoft.com/office/drawing/2014/main" id="{F13271AC-99D3-0BCD-AB26-EF5A7D800D1B}"/>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8526087" y="924186"/>
              <a:ext cx="3005513" cy="5933814"/>
            </a:xfrm>
            <a:custGeom>
              <a:avLst/>
              <a:gdLst>
                <a:gd name="csX0" fmla="*/ 0 w 3005513"/>
                <a:gd name="csY0" fmla="*/ 0 h 5933814"/>
                <a:gd name="csX1" fmla="*/ 3005513 w 3005513"/>
                <a:gd name="csY1" fmla="*/ 0 h 5933814"/>
                <a:gd name="csX2" fmla="*/ 3005513 w 3005513"/>
                <a:gd name="csY2" fmla="*/ 5933814 h 5933814"/>
                <a:gd name="csX3" fmla="*/ 0 w 3005513"/>
                <a:gd name="csY3" fmla="*/ 5933814 h 5933814"/>
              </a:gdLst>
              <a:ahLst/>
              <a:cxnLst>
                <a:cxn ang="0">
                  <a:pos x="csX0" y="csY0"/>
                </a:cxn>
                <a:cxn ang="0">
                  <a:pos x="csX1" y="csY1"/>
                </a:cxn>
                <a:cxn ang="0">
                  <a:pos x="csX2" y="csY2"/>
                </a:cxn>
                <a:cxn ang="0">
                  <a:pos x="csX3" y="csY3"/>
                </a:cxn>
              </a:cxnLst>
              <a:rect l="l" t="t" r="r" b="b"/>
              <a:pathLst>
                <a:path w="3005513" h="5933814">
                  <a:moveTo>
                    <a:pt x="0" y="0"/>
                  </a:moveTo>
                  <a:lnTo>
                    <a:pt x="3005513" y="0"/>
                  </a:lnTo>
                  <a:lnTo>
                    <a:pt x="3005513" y="5933814"/>
                  </a:lnTo>
                  <a:lnTo>
                    <a:pt x="0" y="5933814"/>
                  </a:lnTo>
                  <a:close/>
                </a:path>
              </a:pathLst>
            </a:custGeom>
          </p:spPr>
        </p:pic>
        <p:grpSp>
          <p:nvGrpSpPr>
            <p:cNvPr id="6" name="组合 5">
              <a:extLst>
                <a:ext uri="{FF2B5EF4-FFF2-40B4-BE49-F238E27FC236}">
                  <a16:creationId xmlns:a16="http://schemas.microsoft.com/office/drawing/2014/main" id="{6240416B-3B44-FCA5-466F-60A65498D835}"/>
                </a:ext>
              </a:extLst>
            </p:cNvPr>
            <p:cNvGrpSpPr/>
            <p:nvPr/>
          </p:nvGrpSpPr>
          <p:grpSpPr>
            <a:xfrm>
              <a:off x="666749" y="1662162"/>
              <a:ext cx="3668764" cy="772778"/>
              <a:chOff x="5001264" y="2139197"/>
              <a:chExt cx="3252008" cy="772778"/>
            </a:xfrm>
          </p:grpSpPr>
          <p:sp>
            <p:nvSpPr>
              <p:cNvPr id="29" name="Bullet1">
                <a:extLst>
                  <a:ext uri="{FF2B5EF4-FFF2-40B4-BE49-F238E27FC236}">
                    <a16:creationId xmlns:a16="http://schemas.microsoft.com/office/drawing/2014/main" id="{1C7A1EA9-9AC2-E60E-311C-EF1FF792A6B2}"/>
                  </a:ext>
                </a:extLst>
              </p:cNvPr>
              <p:cNvSpPr txBox="1"/>
              <p:nvPr/>
            </p:nvSpPr>
            <p:spPr>
              <a:xfrm>
                <a:off x="5652915" y="2139197"/>
                <a:ext cx="2600357" cy="772778"/>
              </a:xfrm>
              <a:prstGeom prst="rect">
                <a:avLst/>
              </a:prstGeom>
              <a:noFill/>
              <a:ln>
                <a:noFill/>
              </a:ln>
            </p:spPr>
            <p:txBody>
              <a:bodyPr wrap="square" lIns="91440" tIns="45720" rIns="91440" bIns="45720" anchor="ctr" anchorCtr="0">
                <a:normAutofit/>
              </a:bodyPr>
              <a:lstStyle/>
              <a:p>
                <a:r>
                  <a:rPr lang="zh-CN" altLang="en-US" b="1" dirty="0">
                    <a:cs typeface="+mn-ea"/>
                    <a:sym typeface="+mn-lt"/>
                  </a:rPr>
                  <a:t>单击添加小标题</a:t>
                </a:r>
                <a:endParaRPr lang="en-US" b="1" dirty="0"/>
              </a:p>
            </p:txBody>
          </p:sp>
          <p:sp>
            <p:nvSpPr>
              <p:cNvPr id="30" name="Number1">
                <a:extLst>
                  <a:ext uri="{FF2B5EF4-FFF2-40B4-BE49-F238E27FC236}">
                    <a16:creationId xmlns:a16="http://schemas.microsoft.com/office/drawing/2014/main" id="{1EC65B19-29E1-82EA-7429-6BB083591A96}"/>
                  </a:ext>
                </a:extLst>
              </p:cNvPr>
              <p:cNvSpPr txBox="1">
                <a:spLocks noChangeAspect="1"/>
              </p:cNvSpPr>
              <p:nvPr/>
            </p:nvSpPr>
            <p:spPr>
              <a:xfrm>
                <a:off x="5001264" y="2201586"/>
                <a:ext cx="574390" cy="64800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de-DE" altLang="zh-CN" b="1" dirty="0">
                    <a:sym typeface="+mn-lt"/>
                  </a:rPr>
                  <a:t>01</a:t>
                </a:r>
              </a:p>
            </p:txBody>
          </p:sp>
        </p:grpSp>
        <p:grpSp>
          <p:nvGrpSpPr>
            <p:cNvPr id="7" name="组合 6">
              <a:extLst>
                <a:ext uri="{FF2B5EF4-FFF2-40B4-BE49-F238E27FC236}">
                  <a16:creationId xmlns:a16="http://schemas.microsoft.com/office/drawing/2014/main" id="{7C715BC0-01B9-01A5-3834-03EDC05991DA}"/>
                </a:ext>
              </a:extLst>
            </p:cNvPr>
            <p:cNvGrpSpPr/>
            <p:nvPr/>
          </p:nvGrpSpPr>
          <p:grpSpPr>
            <a:xfrm>
              <a:off x="4738637" y="1662162"/>
              <a:ext cx="3668764" cy="772778"/>
              <a:chOff x="8318502" y="2139197"/>
              <a:chExt cx="3252008" cy="772778"/>
            </a:xfrm>
          </p:grpSpPr>
          <p:sp>
            <p:nvSpPr>
              <p:cNvPr id="27" name="Bullet2">
                <a:extLst>
                  <a:ext uri="{FF2B5EF4-FFF2-40B4-BE49-F238E27FC236}">
                    <a16:creationId xmlns:a16="http://schemas.microsoft.com/office/drawing/2014/main" id="{52D91349-EC5E-04C3-94B5-B2FD8E4D0B79}"/>
                  </a:ext>
                </a:extLst>
              </p:cNvPr>
              <p:cNvSpPr txBox="1">
                <a:spLocks/>
              </p:cNvSpPr>
              <p:nvPr/>
            </p:nvSpPr>
            <p:spPr>
              <a:xfrm>
                <a:off x="8970153" y="2139197"/>
                <a:ext cx="2600357" cy="772778"/>
              </a:xfrm>
              <a:prstGeom prst="rect">
                <a:avLst/>
              </a:prstGeom>
              <a:noFill/>
              <a:ln>
                <a:noFill/>
              </a:ln>
            </p:spPr>
            <p:txBody>
              <a:bodyPr wrap="square" lIns="91440" tIns="45720" rIns="91440" bIns="45720" anchor="ctr" anchorCtr="0">
                <a:normAutofit/>
              </a:bodyPr>
              <a:lstStyle/>
              <a:p>
                <a:r>
                  <a:rPr lang="zh-CN" altLang="en-US" b="1" dirty="0">
                    <a:cs typeface="+mn-ea"/>
                    <a:sym typeface="+mn-lt"/>
                  </a:rPr>
                  <a:t>单击添加小标题</a:t>
                </a:r>
                <a:endParaRPr lang="en-US" b="1" dirty="0"/>
              </a:p>
            </p:txBody>
          </p:sp>
          <p:sp>
            <p:nvSpPr>
              <p:cNvPr id="28" name="Number2">
                <a:extLst>
                  <a:ext uri="{FF2B5EF4-FFF2-40B4-BE49-F238E27FC236}">
                    <a16:creationId xmlns:a16="http://schemas.microsoft.com/office/drawing/2014/main" id="{36D67FD6-A367-4CED-0650-B12E76E82D5F}"/>
                  </a:ext>
                </a:extLst>
              </p:cNvPr>
              <p:cNvSpPr txBox="1">
                <a:spLocks noChangeAspect="1"/>
              </p:cNvSpPr>
              <p:nvPr/>
            </p:nvSpPr>
            <p:spPr>
              <a:xfrm>
                <a:off x="8318502" y="2201586"/>
                <a:ext cx="574390" cy="64800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de-DE" altLang="zh-CN" b="1" dirty="0">
                    <a:sym typeface="+mn-lt"/>
                  </a:rPr>
                  <a:t>02</a:t>
                </a:r>
              </a:p>
            </p:txBody>
          </p:sp>
        </p:grpSp>
        <p:grpSp>
          <p:nvGrpSpPr>
            <p:cNvPr id="8" name="组合 7">
              <a:extLst>
                <a:ext uri="{FF2B5EF4-FFF2-40B4-BE49-F238E27FC236}">
                  <a16:creationId xmlns:a16="http://schemas.microsoft.com/office/drawing/2014/main" id="{309CE9DC-C5D9-CC9C-0ACA-3C56BE6C603B}"/>
                </a:ext>
              </a:extLst>
            </p:cNvPr>
            <p:cNvGrpSpPr/>
            <p:nvPr/>
          </p:nvGrpSpPr>
          <p:grpSpPr>
            <a:xfrm>
              <a:off x="666749" y="2717928"/>
              <a:ext cx="3668764" cy="772778"/>
              <a:chOff x="5001264" y="3146477"/>
              <a:chExt cx="3252008" cy="772778"/>
            </a:xfrm>
          </p:grpSpPr>
          <p:sp>
            <p:nvSpPr>
              <p:cNvPr id="25" name="Bullet3">
                <a:extLst>
                  <a:ext uri="{FF2B5EF4-FFF2-40B4-BE49-F238E27FC236}">
                    <a16:creationId xmlns:a16="http://schemas.microsoft.com/office/drawing/2014/main" id="{60BEA896-4C41-86D1-DA2A-F7727B657889}"/>
                  </a:ext>
                </a:extLst>
              </p:cNvPr>
              <p:cNvSpPr txBox="1"/>
              <p:nvPr/>
            </p:nvSpPr>
            <p:spPr>
              <a:xfrm>
                <a:off x="5652915" y="3146477"/>
                <a:ext cx="2600357" cy="772778"/>
              </a:xfrm>
              <a:prstGeom prst="rect">
                <a:avLst/>
              </a:prstGeom>
              <a:noFill/>
              <a:ln>
                <a:noFill/>
              </a:ln>
            </p:spPr>
            <p:txBody>
              <a:bodyPr wrap="square" lIns="91440" tIns="45720" rIns="91440" bIns="45720" anchor="ctr" anchorCtr="0">
                <a:normAutofit/>
              </a:bodyPr>
              <a:lstStyle/>
              <a:p>
                <a:r>
                  <a:rPr lang="zh-CN" altLang="en-US" b="1" dirty="0">
                    <a:cs typeface="+mn-ea"/>
                    <a:sym typeface="+mn-lt"/>
                  </a:rPr>
                  <a:t>单击添加小标题</a:t>
                </a:r>
                <a:endParaRPr lang="en-US" b="1" dirty="0"/>
              </a:p>
            </p:txBody>
          </p:sp>
          <p:sp>
            <p:nvSpPr>
              <p:cNvPr id="26" name="Number3">
                <a:extLst>
                  <a:ext uri="{FF2B5EF4-FFF2-40B4-BE49-F238E27FC236}">
                    <a16:creationId xmlns:a16="http://schemas.microsoft.com/office/drawing/2014/main" id="{430C3080-063B-D449-ADC5-19518E33BFDE}"/>
                  </a:ext>
                </a:extLst>
              </p:cNvPr>
              <p:cNvSpPr txBox="1">
                <a:spLocks noChangeAspect="1"/>
              </p:cNvSpPr>
              <p:nvPr/>
            </p:nvSpPr>
            <p:spPr>
              <a:xfrm>
                <a:off x="5001264" y="3208866"/>
                <a:ext cx="574390" cy="64800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de-DE" altLang="zh-CN" b="1" dirty="0">
                    <a:sym typeface="+mn-lt"/>
                  </a:rPr>
                  <a:t>03</a:t>
                </a:r>
              </a:p>
            </p:txBody>
          </p:sp>
        </p:grpSp>
        <p:grpSp>
          <p:nvGrpSpPr>
            <p:cNvPr id="9" name="组合 8">
              <a:extLst>
                <a:ext uri="{FF2B5EF4-FFF2-40B4-BE49-F238E27FC236}">
                  <a16:creationId xmlns:a16="http://schemas.microsoft.com/office/drawing/2014/main" id="{63A4AFCC-C3E9-9DFD-8C83-A6EC3F93565D}"/>
                </a:ext>
              </a:extLst>
            </p:cNvPr>
            <p:cNvGrpSpPr/>
            <p:nvPr/>
          </p:nvGrpSpPr>
          <p:grpSpPr>
            <a:xfrm>
              <a:off x="4738637" y="2717928"/>
              <a:ext cx="3668764" cy="772778"/>
              <a:chOff x="8318502" y="3146477"/>
              <a:chExt cx="3252008" cy="772778"/>
            </a:xfrm>
          </p:grpSpPr>
          <p:sp>
            <p:nvSpPr>
              <p:cNvPr id="23" name="Bullet4">
                <a:extLst>
                  <a:ext uri="{FF2B5EF4-FFF2-40B4-BE49-F238E27FC236}">
                    <a16:creationId xmlns:a16="http://schemas.microsoft.com/office/drawing/2014/main" id="{0DA399A6-554F-E365-5DE2-55CE902536D8}"/>
                  </a:ext>
                </a:extLst>
              </p:cNvPr>
              <p:cNvSpPr txBox="1"/>
              <p:nvPr/>
            </p:nvSpPr>
            <p:spPr>
              <a:xfrm>
                <a:off x="8970153" y="3146477"/>
                <a:ext cx="2600357" cy="772778"/>
              </a:xfrm>
              <a:prstGeom prst="rect">
                <a:avLst/>
              </a:prstGeom>
              <a:noFill/>
              <a:ln>
                <a:noFill/>
              </a:ln>
            </p:spPr>
            <p:txBody>
              <a:bodyPr wrap="square" lIns="91440" tIns="45720" rIns="91440" bIns="45720" anchor="ctr" anchorCtr="0">
                <a:normAutofit/>
              </a:bodyPr>
              <a:lstStyle/>
              <a:p>
                <a:r>
                  <a:rPr lang="zh-CN" altLang="en-US" b="1" dirty="0">
                    <a:cs typeface="+mn-ea"/>
                    <a:sym typeface="+mn-lt"/>
                  </a:rPr>
                  <a:t>单击添加小标题</a:t>
                </a:r>
                <a:endParaRPr lang="en-US" b="1" dirty="0"/>
              </a:p>
            </p:txBody>
          </p:sp>
          <p:sp>
            <p:nvSpPr>
              <p:cNvPr id="24" name="Number4">
                <a:extLst>
                  <a:ext uri="{FF2B5EF4-FFF2-40B4-BE49-F238E27FC236}">
                    <a16:creationId xmlns:a16="http://schemas.microsoft.com/office/drawing/2014/main" id="{E43A2DBA-E076-B3AF-8F86-8B22769F7FB6}"/>
                  </a:ext>
                </a:extLst>
              </p:cNvPr>
              <p:cNvSpPr txBox="1">
                <a:spLocks noChangeAspect="1"/>
              </p:cNvSpPr>
              <p:nvPr/>
            </p:nvSpPr>
            <p:spPr>
              <a:xfrm>
                <a:off x="8318502" y="3208866"/>
                <a:ext cx="574390" cy="64800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de-DE" altLang="zh-CN" b="1" dirty="0">
                    <a:sym typeface="+mn-lt"/>
                  </a:rPr>
                  <a:t>04</a:t>
                </a:r>
              </a:p>
            </p:txBody>
          </p:sp>
        </p:grpSp>
        <p:grpSp>
          <p:nvGrpSpPr>
            <p:cNvPr id="10" name="组合 9">
              <a:extLst>
                <a:ext uri="{FF2B5EF4-FFF2-40B4-BE49-F238E27FC236}">
                  <a16:creationId xmlns:a16="http://schemas.microsoft.com/office/drawing/2014/main" id="{1A226F6C-D659-B4F7-65A5-397085435420}"/>
                </a:ext>
              </a:extLst>
            </p:cNvPr>
            <p:cNvGrpSpPr/>
            <p:nvPr/>
          </p:nvGrpSpPr>
          <p:grpSpPr>
            <a:xfrm>
              <a:off x="666749" y="3773694"/>
              <a:ext cx="3668764" cy="772778"/>
              <a:chOff x="5001264" y="4153757"/>
              <a:chExt cx="3252008" cy="772778"/>
            </a:xfrm>
          </p:grpSpPr>
          <p:sp>
            <p:nvSpPr>
              <p:cNvPr id="21" name="Bullet5">
                <a:extLst>
                  <a:ext uri="{FF2B5EF4-FFF2-40B4-BE49-F238E27FC236}">
                    <a16:creationId xmlns:a16="http://schemas.microsoft.com/office/drawing/2014/main" id="{65B490BA-8DE1-B208-485F-AB0C5255C32E}"/>
                  </a:ext>
                </a:extLst>
              </p:cNvPr>
              <p:cNvSpPr txBox="1"/>
              <p:nvPr/>
            </p:nvSpPr>
            <p:spPr>
              <a:xfrm>
                <a:off x="5652915" y="4153757"/>
                <a:ext cx="2600357" cy="772778"/>
              </a:xfrm>
              <a:prstGeom prst="rect">
                <a:avLst/>
              </a:prstGeom>
              <a:noFill/>
              <a:ln>
                <a:noFill/>
              </a:ln>
            </p:spPr>
            <p:txBody>
              <a:bodyPr wrap="square" lIns="91440" tIns="45720" rIns="91440" bIns="45720" anchor="ctr" anchorCtr="0">
                <a:normAutofit/>
              </a:bodyPr>
              <a:lstStyle/>
              <a:p>
                <a:r>
                  <a:rPr lang="zh-CN" altLang="en-US" b="1" dirty="0">
                    <a:cs typeface="+mn-ea"/>
                    <a:sym typeface="+mn-lt"/>
                  </a:rPr>
                  <a:t>单击添加小标题</a:t>
                </a:r>
                <a:endParaRPr lang="en-US" b="1" dirty="0"/>
              </a:p>
            </p:txBody>
          </p:sp>
          <p:sp>
            <p:nvSpPr>
              <p:cNvPr id="22" name="Number5">
                <a:extLst>
                  <a:ext uri="{FF2B5EF4-FFF2-40B4-BE49-F238E27FC236}">
                    <a16:creationId xmlns:a16="http://schemas.microsoft.com/office/drawing/2014/main" id="{A7F52983-B24E-4290-79C5-C478D2CEF9DC}"/>
                  </a:ext>
                </a:extLst>
              </p:cNvPr>
              <p:cNvSpPr txBox="1">
                <a:spLocks noChangeAspect="1"/>
              </p:cNvSpPr>
              <p:nvPr/>
            </p:nvSpPr>
            <p:spPr>
              <a:xfrm>
                <a:off x="5001264" y="4216146"/>
                <a:ext cx="574390" cy="64800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de-DE" altLang="zh-CN" b="1" dirty="0">
                    <a:sym typeface="+mn-lt"/>
                  </a:rPr>
                  <a:t>05</a:t>
                </a:r>
              </a:p>
            </p:txBody>
          </p:sp>
        </p:grpSp>
        <p:grpSp>
          <p:nvGrpSpPr>
            <p:cNvPr id="11" name="组合 10">
              <a:extLst>
                <a:ext uri="{FF2B5EF4-FFF2-40B4-BE49-F238E27FC236}">
                  <a16:creationId xmlns:a16="http://schemas.microsoft.com/office/drawing/2014/main" id="{F5419FAB-4D5B-B8AA-0CE6-B119D4C90358}"/>
                </a:ext>
              </a:extLst>
            </p:cNvPr>
            <p:cNvGrpSpPr/>
            <p:nvPr/>
          </p:nvGrpSpPr>
          <p:grpSpPr>
            <a:xfrm>
              <a:off x="4738637" y="3773694"/>
              <a:ext cx="3668764" cy="772778"/>
              <a:chOff x="8318502" y="4153757"/>
              <a:chExt cx="3252008" cy="772778"/>
            </a:xfrm>
          </p:grpSpPr>
          <p:sp>
            <p:nvSpPr>
              <p:cNvPr id="19" name="Bullet6">
                <a:extLst>
                  <a:ext uri="{FF2B5EF4-FFF2-40B4-BE49-F238E27FC236}">
                    <a16:creationId xmlns:a16="http://schemas.microsoft.com/office/drawing/2014/main" id="{C2CA22BD-E52B-32A5-B076-7B2F734CD54D}"/>
                  </a:ext>
                </a:extLst>
              </p:cNvPr>
              <p:cNvSpPr txBox="1"/>
              <p:nvPr/>
            </p:nvSpPr>
            <p:spPr>
              <a:xfrm>
                <a:off x="8970153" y="4153757"/>
                <a:ext cx="2600357" cy="772778"/>
              </a:xfrm>
              <a:prstGeom prst="rect">
                <a:avLst/>
              </a:prstGeom>
              <a:noFill/>
              <a:ln>
                <a:noFill/>
              </a:ln>
            </p:spPr>
            <p:txBody>
              <a:bodyPr wrap="square" lIns="91440" tIns="45720" rIns="91440" bIns="45720" anchor="ctr" anchorCtr="0">
                <a:normAutofit/>
              </a:bodyPr>
              <a:lstStyle/>
              <a:p>
                <a:r>
                  <a:rPr lang="zh-CN" altLang="en-US" b="1" dirty="0">
                    <a:cs typeface="+mn-ea"/>
                    <a:sym typeface="+mn-lt"/>
                  </a:rPr>
                  <a:t>单击添加小标题</a:t>
                </a:r>
                <a:endParaRPr lang="en-US" b="1" dirty="0"/>
              </a:p>
            </p:txBody>
          </p:sp>
          <p:sp>
            <p:nvSpPr>
              <p:cNvPr id="20" name="Number6">
                <a:extLst>
                  <a:ext uri="{FF2B5EF4-FFF2-40B4-BE49-F238E27FC236}">
                    <a16:creationId xmlns:a16="http://schemas.microsoft.com/office/drawing/2014/main" id="{4D0505BA-B485-7F9D-ED8F-58A0A6BBCC1F}"/>
                  </a:ext>
                </a:extLst>
              </p:cNvPr>
              <p:cNvSpPr txBox="1">
                <a:spLocks noChangeAspect="1"/>
              </p:cNvSpPr>
              <p:nvPr/>
            </p:nvSpPr>
            <p:spPr>
              <a:xfrm>
                <a:off x="8318502" y="4216146"/>
                <a:ext cx="574390" cy="64800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de-DE" altLang="zh-CN" b="1" dirty="0">
                    <a:sym typeface="+mn-lt"/>
                  </a:rPr>
                  <a:t>06</a:t>
                </a:r>
              </a:p>
            </p:txBody>
          </p:sp>
        </p:grpSp>
        <p:grpSp>
          <p:nvGrpSpPr>
            <p:cNvPr id="12" name="组合 11">
              <a:extLst>
                <a:ext uri="{FF2B5EF4-FFF2-40B4-BE49-F238E27FC236}">
                  <a16:creationId xmlns:a16="http://schemas.microsoft.com/office/drawing/2014/main" id="{5F3430A3-25CF-86E2-28FF-583A935AEA24}"/>
                </a:ext>
              </a:extLst>
            </p:cNvPr>
            <p:cNvGrpSpPr/>
            <p:nvPr/>
          </p:nvGrpSpPr>
          <p:grpSpPr>
            <a:xfrm>
              <a:off x="666749" y="4829459"/>
              <a:ext cx="3668764" cy="772778"/>
              <a:chOff x="5001264" y="5161036"/>
              <a:chExt cx="3252008" cy="772778"/>
            </a:xfrm>
          </p:grpSpPr>
          <p:sp>
            <p:nvSpPr>
              <p:cNvPr id="17" name="Bullet7">
                <a:extLst>
                  <a:ext uri="{FF2B5EF4-FFF2-40B4-BE49-F238E27FC236}">
                    <a16:creationId xmlns:a16="http://schemas.microsoft.com/office/drawing/2014/main" id="{85D626F4-1C66-FC98-4933-E2695110B36F}"/>
                  </a:ext>
                </a:extLst>
              </p:cNvPr>
              <p:cNvSpPr txBox="1"/>
              <p:nvPr/>
            </p:nvSpPr>
            <p:spPr>
              <a:xfrm>
                <a:off x="5652915" y="5161036"/>
                <a:ext cx="2600357" cy="772778"/>
              </a:xfrm>
              <a:prstGeom prst="rect">
                <a:avLst/>
              </a:prstGeom>
              <a:noFill/>
              <a:ln>
                <a:noFill/>
              </a:ln>
            </p:spPr>
            <p:txBody>
              <a:bodyPr wrap="square" lIns="91440" tIns="45720" rIns="91440" bIns="45720" anchor="ctr" anchorCtr="0">
                <a:normAutofit/>
              </a:bodyPr>
              <a:lstStyle/>
              <a:p>
                <a:r>
                  <a:rPr lang="zh-CN" altLang="en-US" b="1" dirty="0">
                    <a:cs typeface="+mn-ea"/>
                    <a:sym typeface="+mn-lt"/>
                  </a:rPr>
                  <a:t>单击添加小标题</a:t>
                </a:r>
                <a:endParaRPr lang="en-US" b="1" dirty="0"/>
              </a:p>
            </p:txBody>
          </p:sp>
          <p:sp>
            <p:nvSpPr>
              <p:cNvPr id="18" name="Number7">
                <a:extLst>
                  <a:ext uri="{FF2B5EF4-FFF2-40B4-BE49-F238E27FC236}">
                    <a16:creationId xmlns:a16="http://schemas.microsoft.com/office/drawing/2014/main" id="{9E7E2522-DA52-0968-1B2A-B5EAE1D46E3B}"/>
                  </a:ext>
                </a:extLst>
              </p:cNvPr>
              <p:cNvSpPr txBox="1">
                <a:spLocks noChangeAspect="1"/>
              </p:cNvSpPr>
              <p:nvPr/>
            </p:nvSpPr>
            <p:spPr>
              <a:xfrm>
                <a:off x="5001264" y="5223425"/>
                <a:ext cx="574390" cy="64800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de-DE" altLang="zh-CN" b="1" dirty="0">
                    <a:sym typeface="+mn-lt"/>
                  </a:rPr>
                  <a:t>07</a:t>
                </a:r>
              </a:p>
            </p:txBody>
          </p:sp>
        </p:grpSp>
        <p:grpSp>
          <p:nvGrpSpPr>
            <p:cNvPr id="13" name="组合 12">
              <a:extLst>
                <a:ext uri="{FF2B5EF4-FFF2-40B4-BE49-F238E27FC236}">
                  <a16:creationId xmlns:a16="http://schemas.microsoft.com/office/drawing/2014/main" id="{FC9A2583-8657-5DFA-3B31-CA858B1BEE78}"/>
                </a:ext>
              </a:extLst>
            </p:cNvPr>
            <p:cNvGrpSpPr/>
            <p:nvPr/>
          </p:nvGrpSpPr>
          <p:grpSpPr>
            <a:xfrm>
              <a:off x="4738637" y="4829459"/>
              <a:ext cx="3668764" cy="772778"/>
              <a:chOff x="8318502" y="5161036"/>
              <a:chExt cx="3252008" cy="772778"/>
            </a:xfrm>
          </p:grpSpPr>
          <p:sp>
            <p:nvSpPr>
              <p:cNvPr id="15" name="Bullet8">
                <a:extLst>
                  <a:ext uri="{FF2B5EF4-FFF2-40B4-BE49-F238E27FC236}">
                    <a16:creationId xmlns:a16="http://schemas.microsoft.com/office/drawing/2014/main" id="{DD7FC22F-FC8A-1445-DC6B-A18C44469FFA}"/>
                  </a:ext>
                </a:extLst>
              </p:cNvPr>
              <p:cNvSpPr txBox="1"/>
              <p:nvPr/>
            </p:nvSpPr>
            <p:spPr>
              <a:xfrm>
                <a:off x="8970153" y="5161036"/>
                <a:ext cx="2600357" cy="772778"/>
              </a:xfrm>
              <a:prstGeom prst="rect">
                <a:avLst/>
              </a:prstGeom>
              <a:noFill/>
              <a:ln>
                <a:noFill/>
              </a:ln>
            </p:spPr>
            <p:txBody>
              <a:bodyPr wrap="square" lIns="91440" tIns="45720" rIns="91440" bIns="45720" anchor="ctr" anchorCtr="0">
                <a:normAutofit/>
              </a:bodyPr>
              <a:lstStyle/>
              <a:p>
                <a:r>
                  <a:rPr lang="zh-CN" altLang="en-US" b="1" dirty="0">
                    <a:cs typeface="+mn-ea"/>
                    <a:sym typeface="+mn-lt"/>
                  </a:rPr>
                  <a:t>单击添加小标题</a:t>
                </a:r>
                <a:endParaRPr lang="en-US" b="1" dirty="0"/>
              </a:p>
            </p:txBody>
          </p:sp>
          <p:sp>
            <p:nvSpPr>
              <p:cNvPr id="16" name="Number8">
                <a:extLst>
                  <a:ext uri="{FF2B5EF4-FFF2-40B4-BE49-F238E27FC236}">
                    <a16:creationId xmlns:a16="http://schemas.microsoft.com/office/drawing/2014/main" id="{178B00C2-B9AC-951A-666E-0DD9A49F8F69}"/>
                  </a:ext>
                </a:extLst>
              </p:cNvPr>
              <p:cNvSpPr txBox="1">
                <a:spLocks noChangeAspect="1"/>
              </p:cNvSpPr>
              <p:nvPr/>
            </p:nvSpPr>
            <p:spPr>
              <a:xfrm>
                <a:off x="8318502" y="5223425"/>
                <a:ext cx="574390" cy="64800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de-DE" altLang="zh-CN" b="1" dirty="0">
                    <a:sym typeface="+mn-lt"/>
                  </a:rPr>
                  <a:t>08</a:t>
                </a:r>
              </a:p>
            </p:txBody>
          </p:sp>
        </p:grpSp>
      </p:grpSp>
      <p:sp>
        <p:nvSpPr>
          <p:cNvPr id="57" name="标题 1"/>
          <p:cNvSpPr>
            <a:spLocks noGrp="1"/>
          </p:cNvSpPr>
          <p:nvPr>
            <p:ph type="title" hasCustomPrompt="1"/>
          </p:nvPr>
        </p:nvSpPr>
        <p:spPr/>
        <p:txBody>
          <a:bodyPr/>
          <a:lstStyle>
            <a:lvl1pPr>
              <a:defRPr/>
            </a:lvl1pPr>
          </a:lstStyle>
          <a:p>
            <a:pPr lvl="0"/>
            <a:r>
              <a:rPr lang="zh-CN" altLang="en-US" dirty="0"/>
              <a:t>目录</a:t>
            </a:r>
            <a:endParaRPr lang="en-US" dirty="0"/>
          </a:p>
        </p:txBody>
      </p:sp>
    </p:spTree>
    <p:extLst>
      <p:ext uri="{BB962C8B-B14F-4D97-AF65-F5344CB8AC3E}">
        <p14:creationId xmlns:p14="http://schemas.microsoft.com/office/powerpoint/2010/main" val="2259812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userDrawn="1">
            <p:ph type="title" hasCustomPrompt="1"/>
          </p:nvPr>
        </p:nvSpPr>
        <p:spPr>
          <a:xfrm>
            <a:off x="660400" y="1130300"/>
            <a:ext cx="10858500" cy="1624651"/>
          </a:xfrm>
        </p:spPr>
        <p:txBody>
          <a:bodyPr/>
          <a:lstStyle/>
          <a:p>
            <a:r>
              <a:rPr lang="zh-CN" altLang="en-US" dirty="0"/>
              <a:t>单击此处添加章节标题</a:t>
            </a:r>
            <a:endParaRPr lang="en-US" dirty="0"/>
          </a:p>
        </p:txBody>
      </p:sp>
      <p:sp>
        <p:nvSpPr>
          <p:cNvPr id="25" name="文本占位符 24"/>
          <p:cNvSpPr>
            <a:spLocks noGrp="1"/>
          </p:cNvSpPr>
          <p:nvPr userDrawn="1">
            <p:ph type="body" sz="quarter" idx="1" hasCustomPrompt="1"/>
          </p:nvPr>
        </p:nvSpPr>
        <p:spPr>
          <a:xfrm>
            <a:off x="660400" y="2828959"/>
            <a:ext cx="10858500" cy="612740"/>
          </a:xfrm>
        </p:spPr>
        <p:txBody>
          <a:bodyPr/>
          <a:lstStyle/>
          <a:p>
            <a:r>
              <a:rPr lang="zh-CN" altLang="en-US" dirty="0"/>
              <a:t>单击此处添加章节页描述内容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B2076-2AE7-BC8E-2A60-59B130A9266D}"/>
            </a:ext>
          </a:extLst>
        </p:cNvPr>
        <p:cNvGrpSpPr/>
        <p:nvPr/>
      </p:nvGrpSpPr>
      <p:grpSpPr>
        <a:xfrm>
          <a:off x="0" y="0"/>
          <a:ext cx="0" cy="0"/>
          <a:chOff x="0" y="0"/>
          <a:chExt cx="0" cy="0"/>
        </a:xfrm>
      </p:grpSpPr>
      <p:sp>
        <p:nvSpPr>
          <p:cNvPr id="32" name="标题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31" name="组合 30">
            <a:extLst>
              <a:ext uri="{FF2B5EF4-FFF2-40B4-BE49-F238E27FC236}">
                <a16:creationId xmlns:a16="http://schemas.microsoft.com/office/drawing/2014/main" id="{8A25E958-CABA-5FAF-7895-8835C1890FB5}"/>
              </a:ext>
            </a:extLst>
          </p:cNvPr>
          <p:cNvGrpSpPr/>
          <p:nvPr/>
        </p:nvGrpSpPr>
        <p:grpSpPr>
          <a:xfrm>
            <a:off x="660399" y="1130301"/>
            <a:ext cx="10858501" cy="5003799"/>
            <a:chOff x="660399" y="1130301"/>
            <a:chExt cx="10858501" cy="5003799"/>
          </a:xfrm>
        </p:grpSpPr>
        <p:sp>
          <p:nvSpPr>
            <p:cNvPr id="6" name="Title">
              <a:extLst>
                <a:ext uri="{FF2B5EF4-FFF2-40B4-BE49-F238E27FC236}">
                  <a16:creationId xmlns:a16="http://schemas.microsoft.com/office/drawing/2014/main" id="{5BE8FE2D-CDD9-C424-30E1-74088BAD25C1}"/>
                </a:ext>
              </a:extLst>
            </p:cNvPr>
            <p:cNvSpPr>
              <a:spLocks/>
            </p:cNvSpPr>
            <p:nvPr/>
          </p:nvSpPr>
          <p:spPr>
            <a:xfrm>
              <a:off x="660399" y="1130301"/>
              <a:ext cx="10858500" cy="9440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r>
                <a:rPr kumimoji="1" lang="zh-CN" altLang="en-US" sz="2400" b="1" dirty="0">
                  <a:solidFill>
                    <a:schemeClr val="tx1"/>
                  </a:solidFill>
                  <a:cs typeface="+mn-ea"/>
                  <a:sym typeface="+mn-lt"/>
                </a:rPr>
                <a:t>单击此处添加长一点的副标题</a:t>
              </a:r>
              <a:endParaRPr lang="en-US" dirty="0"/>
            </a:p>
          </p:txBody>
        </p:sp>
        <p:grpSp>
          <p:nvGrpSpPr>
            <p:cNvPr id="9" name="组合 8">
              <a:extLst>
                <a:ext uri="{FF2B5EF4-FFF2-40B4-BE49-F238E27FC236}">
                  <a16:creationId xmlns:a16="http://schemas.microsoft.com/office/drawing/2014/main" id="{85743D22-139E-D7F0-7D2A-9B17D9CFCFFA}"/>
                </a:ext>
              </a:extLst>
            </p:cNvPr>
            <p:cNvGrpSpPr/>
            <p:nvPr/>
          </p:nvGrpSpPr>
          <p:grpSpPr>
            <a:xfrm>
              <a:off x="660401" y="2244177"/>
              <a:ext cx="7370476" cy="1859209"/>
              <a:chOff x="660401" y="2244177"/>
              <a:chExt cx="7370476" cy="1859209"/>
            </a:xfrm>
          </p:grpSpPr>
          <p:sp>
            <p:nvSpPr>
              <p:cNvPr id="13" name="Bullet1">
                <a:extLst>
                  <a:ext uri="{FF2B5EF4-FFF2-40B4-BE49-F238E27FC236}">
                    <a16:creationId xmlns:a16="http://schemas.microsoft.com/office/drawing/2014/main" id="{2CD58F58-985D-3703-EDD9-3FAB532B7525}"/>
                  </a:ext>
                </a:extLst>
              </p:cNvPr>
              <p:cNvSpPr txBox="1"/>
              <p:nvPr/>
            </p:nvSpPr>
            <p:spPr>
              <a:xfrm>
                <a:off x="4781551" y="2244177"/>
                <a:ext cx="3249326" cy="688833"/>
              </a:xfrm>
              <a:prstGeom prst="rect">
                <a:avLst/>
              </a:prstGeom>
              <a:noFill/>
            </p:spPr>
            <p:txBody>
              <a:bodyPr wrap="square" lIns="91440" tIns="45720" rIns="91440" bIns="45720" rtlCol="0" anchor="b">
                <a:normAutofit/>
              </a:bodyPr>
              <a:lstStyle/>
              <a:p>
                <a:pPr>
                  <a:spcBef>
                    <a:spcPct val="0"/>
                  </a:spcBef>
                </a:pPr>
                <a:r>
                  <a:rPr lang="zh-CN" altLang="en-US" b="1" dirty="0">
                    <a:cs typeface="+mn-ea"/>
                    <a:sym typeface="+mn-lt"/>
                  </a:rPr>
                  <a:t>单击添加小标题</a:t>
                </a:r>
                <a:endParaRPr lang="en-US" dirty="0"/>
              </a:p>
            </p:txBody>
          </p:sp>
          <p:sp>
            <p:nvSpPr>
              <p:cNvPr id="14" name="Text1">
                <a:extLst>
                  <a:ext uri="{FF2B5EF4-FFF2-40B4-BE49-F238E27FC236}">
                    <a16:creationId xmlns:a16="http://schemas.microsoft.com/office/drawing/2014/main" id="{86CF5AB8-3EE5-D4EB-FDE7-39C11C029C2D}"/>
                  </a:ext>
                </a:extLst>
              </p:cNvPr>
              <p:cNvSpPr txBox="1"/>
              <p:nvPr/>
            </p:nvSpPr>
            <p:spPr>
              <a:xfrm>
                <a:off x="4781551" y="2933010"/>
                <a:ext cx="3249326" cy="1045629"/>
              </a:xfrm>
              <a:prstGeom prst="rect">
                <a:avLst/>
              </a:prstGeom>
              <a:noFill/>
            </p:spPr>
            <p:txBody>
              <a:bodyPr wrap="square" lIns="91440" tIns="45720" rIns="91440" bIns="45720" rtlCol="0">
                <a:normAutofit/>
              </a:body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4" name="IconBackground1">
                <a:extLst>
                  <a:ext uri="{FF2B5EF4-FFF2-40B4-BE49-F238E27FC236}">
                    <a16:creationId xmlns:a16="http://schemas.microsoft.com/office/drawing/2014/main" id="{6DD6D9BA-94A1-1163-B799-97D3C1480843}"/>
                  </a:ext>
                </a:extLst>
              </p:cNvPr>
              <p:cNvSpPr/>
              <p:nvPr/>
            </p:nvSpPr>
            <p:spPr>
              <a:xfrm>
                <a:off x="660401" y="2333525"/>
                <a:ext cx="1793272" cy="1769861"/>
              </a:xfrm>
              <a:prstGeom prst="roundRect">
                <a:avLst>
                  <a:gd name="adj" fmla="val 13000"/>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5" name="Icon1">
                <a:extLst>
                  <a:ext uri="{FF2B5EF4-FFF2-40B4-BE49-F238E27FC236}">
                    <a16:creationId xmlns:a16="http://schemas.microsoft.com/office/drawing/2014/main" id="{05CCDB54-2AA7-26F7-D79B-C5813FF97B09}"/>
                  </a:ext>
                </a:extLst>
              </p:cNvPr>
              <p:cNvSpPr/>
              <p:nvPr/>
            </p:nvSpPr>
            <p:spPr>
              <a:xfrm>
                <a:off x="1277595" y="2919153"/>
                <a:ext cx="609685" cy="598605"/>
              </a:xfrm>
              <a:custGeom>
                <a:avLst/>
                <a:gdLst>
                  <a:gd name="connsiteX0" fmla="*/ 472514 w 607620"/>
                  <a:gd name="connsiteY0" fmla="*/ 379481 h 596578"/>
                  <a:gd name="connsiteX1" fmla="*/ 336964 w 607620"/>
                  <a:gd name="connsiteY1" fmla="*/ 514832 h 596578"/>
                  <a:gd name="connsiteX2" fmla="*/ 330555 w 607620"/>
                  <a:gd name="connsiteY2" fmla="*/ 546826 h 596578"/>
                  <a:gd name="connsiteX3" fmla="*/ 362596 w 607620"/>
                  <a:gd name="connsiteY3" fmla="*/ 540427 h 596578"/>
                  <a:gd name="connsiteX4" fmla="*/ 498147 w 607620"/>
                  <a:gd name="connsiteY4" fmla="*/ 405165 h 596578"/>
                  <a:gd name="connsiteX5" fmla="*/ 529120 w 607620"/>
                  <a:gd name="connsiteY5" fmla="*/ 322959 h 596578"/>
                  <a:gd name="connsiteX6" fmla="*/ 517372 w 607620"/>
                  <a:gd name="connsiteY6" fmla="*/ 334690 h 596578"/>
                  <a:gd name="connsiteX7" fmla="*/ 503398 w 607620"/>
                  <a:gd name="connsiteY7" fmla="*/ 348643 h 596578"/>
                  <a:gd name="connsiteX8" fmla="*/ 529120 w 607620"/>
                  <a:gd name="connsiteY8" fmla="*/ 374238 h 596578"/>
                  <a:gd name="connsiteX9" fmla="*/ 554753 w 607620"/>
                  <a:gd name="connsiteY9" fmla="*/ 348554 h 596578"/>
                  <a:gd name="connsiteX10" fmla="*/ 132822 w 607620"/>
                  <a:gd name="connsiteY10" fmla="*/ 279651 h 596578"/>
                  <a:gd name="connsiteX11" fmla="*/ 389574 w 607620"/>
                  <a:gd name="connsiteY11" fmla="*/ 279651 h 596578"/>
                  <a:gd name="connsiteX12" fmla="*/ 411467 w 607620"/>
                  <a:gd name="connsiteY12" fmla="*/ 301527 h 596578"/>
                  <a:gd name="connsiteX13" fmla="*/ 389574 w 607620"/>
                  <a:gd name="connsiteY13" fmla="*/ 323402 h 596578"/>
                  <a:gd name="connsiteX14" fmla="*/ 132822 w 607620"/>
                  <a:gd name="connsiteY14" fmla="*/ 323402 h 596578"/>
                  <a:gd name="connsiteX15" fmla="*/ 110929 w 607620"/>
                  <a:gd name="connsiteY15" fmla="*/ 301527 h 596578"/>
                  <a:gd name="connsiteX16" fmla="*/ 132822 w 607620"/>
                  <a:gd name="connsiteY16" fmla="*/ 279651 h 596578"/>
                  <a:gd name="connsiteX17" fmla="*/ 132822 w 607620"/>
                  <a:gd name="connsiteY17" fmla="*/ 199559 h 596578"/>
                  <a:gd name="connsiteX18" fmla="*/ 389574 w 607620"/>
                  <a:gd name="connsiteY18" fmla="*/ 199559 h 596578"/>
                  <a:gd name="connsiteX19" fmla="*/ 411467 w 607620"/>
                  <a:gd name="connsiteY19" fmla="*/ 221444 h 596578"/>
                  <a:gd name="connsiteX20" fmla="*/ 389574 w 607620"/>
                  <a:gd name="connsiteY20" fmla="*/ 243239 h 596578"/>
                  <a:gd name="connsiteX21" fmla="*/ 132822 w 607620"/>
                  <a:gd name="connsiteY21" fmla="*/ 243239 h 596578"/>
                  <a:gd name="connsiteX22" fmla="*/ 110929 w 607620"/>
                  <a:gd name="connsiteY22" fmla="*/ 221444 h 596578"/>
                  <a:gd name="connsiteX23" fmla="*/ 132822 w 607620"/>
                  <a:gd name="connsiteY23" fmla="*/ 199559 h 596578"/>
                  <a:gd name="connsiteX24" fmla="*/ 169305 w 607620"/>
                  <a:gd name="connsiteY24" fmla="*/ 119467 h 596578"/>
                  <a:gd name="connsiteX25" fmla="*/ 353091 w 607620"/>
                  <a:gd name="connsiteY25" fmla="*/ 119467 h 596578"/>
                  <a:gd name="connsiteX26" fmla="*/ 374985 w 607620"/>
                  <a:gd name="connsiteY26" fmla="*/ 141307 h 596578"/>
                  <a:gd name="connsiteX27" fmla="*/ 353091 w 607620"/>
                  <a:gd name="connsiteY27" fmla="*/ 163147 h 596578"/>
                  <a:gd name="connsiteX28" fmla="*/ 169305 w 607620"/>
                  <a:gd name="connsiteY28" fmla="*/ 163147 h 596578"/>
                  <a:gd name="connsiteX29" fmla="*/ 147411 w 607620"/>
                  <a:gd name="connsiteY29" fmla="*/ 141307 h 596578"/>
                  <a:gd name="connsiteX30" fmla="*/ 169305 w 607620"/>
                  <a:gd name="connsiteY30" fmla="*/ 119467 h 596578"/>
                  <a:gd name="connsiteX31" fmla="*/ 43789 w 607620"/>
                  <a:gd name="connsiteY31" fmla="*/ 43725 h 596578"/>
                  <a:gd name="connsiteX32" fmla="*/ 43789 w 607620"/>
                  <a:gd name="connsiteY32" fmla="*/ 479284 h 596578"/>
                  <a:gd name="connsiteX33" fmla="*/ 310619 w 607620"/>
                  <a:gd name="connsiteY33" fmla="*/ 479284 h 596578"/>
                  <a:gd name="connsiteX34" fmla="*/ 479991 w 607620"/>
                  <a:gd name="connsiteY34" fmla="*/ 310161 h 596578"/>
                  <a:gd name="connsiteX35" fmla="*/ 479991 w 607620"/>
                  <a:gd name="connsiteY35" fmla="*/ 43725 h 596578"/>
                  <a:gd name="connsiteX36" fmla="*/ 21895 w 607620"/>
                  <a:gd name="connsiteY36" fmla="*/ 0 h 596578"/>
                  <a:gd name="connsiteX37" fmla="*/ 501885 w 607620"/>
                  <a:gd name="connsiteY37" fmla="*/ 0 h 596578"/>
                  <a:gd name="connsiteX38" fmla="*/ 523780 w 607620"/>
                  <a:gd name="connsiteY38" fmla="*/ 21862 h 596578"/>
                  <a:gd name="connsiteX39" fmla="*/ 523780 w 607620"/>
                  <a:gd name="connsiteY39" fmla="*/ 270880 h 596578"/>
                  <a:gd name="connsiteX40" fmla="*/ 544606 w 607620"/>
                  <a:gd name="connsiteY40" fmla="*/ 276657 h 596578"/>
                  <a:gd name="connsiteX41" fmla="*/ 601212 w 607620"/>
                  <a:gd name="connsiteY41" fmla="*/ 333179 h 596578"/>
                  <a:gd name="connsiteX42" fmla="*/ 601212 w 607620"/>
                  <a:gd name="connsiteY42" fmla="*/ 364017 h 596578"/>
                  <a:gd name="connsiteX43" fmla="*/ 523780 w 607620"/>
                  <a:gd name="connsiteY43" fmla="*/ 441336 h 596578"/>
                  <a:gd name="connsiteX44" fmla="*/ 523780 w 607620"/>
                  <a:gd name="connsiteY44" fmla="*/ 501146 h 596578"/>
                  <a:gd name="connsiteX45" fmla="*/ 501885 w 607620"/>
                  <a:gd name="connsiteY45" fmla="*/ 523008 h 596578"/>
                  <a:gd name="connsiteX46" fmla="*/ 441987 w 607620"/>
                  <a:gd name="connsiteY46" fmla="*/ 523008 h 596578"/>
                  <a:gd name="connsiteX47" fmla="*/ 388852 w 607620"/>
                  <a:gd name="connsiteY47" fmla="*/ 576065 h 596578"/>
                  <a:gd name="connsiteX48" fmla="*/ 377727 w 607620"/>
                  <a:gd name="connsiteY48" fmla="*/ 582019 h 596578"/>
                  <a:gd name="connsiteX49" fmla="*/ 306970 w 607620"/>
                  <a:gd name="connsiteY49" fmla="*/ 596150 h 596578"/>
                  <a:gd name="connsiteX50" fmla="*/ 281159 w 607620"/>
                  <a:gd name="connsiteY50" fmla="*/ 570466 h 596578"/>
                  <a:gd name="connsiteX51" fmla="*/ 290682 w 607620"/>
                  <a:gd name="connsiteY51" fmla="*/ 523008 h 596578"/>
                  <a:gd name="connsiteX52" fmla="*/ 21895 w 607620"/>
                  <a:gd name="connsiteY52" fmla="*/ 523008 h 596578"/>
                  <a:gd name="connsiteX53" fmla="*/ 0 w 607620"/>
                  <a:gd name="connsiteY53" fmla="*/ 501146 h 596578"/>
                  <a:gd name="connsiteX54" fmla="*/ 0 w 607620"/>
                  <a:gd name="connsiteY54" fmla="*/ 21862 h 596578"/>
                  <a:gd name="connsiteX55" fmla="*/ 21895 w 607620"/>
                  <a:gd name="connsiteY55" fmla="*/ 0 h 59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07620" h="596578">
                    <a:moveTo>
                      <a:pt x="472514" y="379481"/>
                    </a:moveTo>
                    <a:lnTo>
                      <a:pt x="336964" y="514832"/>
                    </a:lnTo>
                    <a:lnTo>
                      <a:pt x="330555" y="546826"/>
                    </a:lnTo>
                    <a:lnTo>
                      <a:pt x="362596" y="540427"/>
                    </a:lnTo>
                    <a:lnTo>
                      <a:pt x="498147" y="405165"/>
                    </a:lnTo>
                    <a:close/>
                    <a:moveTo>
                      <a:pt x="529120" y="322959"/>
                    </a:moveTo>
                    <a:lnTo>
                      <a:pt x="517372" y="334690"/>
                    </a:lnTo>
                    <a:lnTo>
                      <a:pt x="503398" y="348643"/>
                    </a:lnTo>
                    <a:lnTo>
                      <a:pt x="529120" y="374238"/>
                    </a:lnTo>
                    <a:lnTo>
                      <a:pt x="554753" y="348554"/>
                    </a:lnTo>
                    <a:close/>
                    <a:moveTo>
                      <a:pt x="132822" y="279651"/>
                    </a:moveTo>
                    <a:lnTo>
                      <a:pt x="389574" y="279651"/>
                    </a:lnTo>
                    <a:cubicBezTo>
                      <a:pt x="401678" y="279651"/>
                      <a:pt x="411467" y="289433"/>
                      <a:pt x="411467" y="301527"/>
                    </a:cubicBezTo>
                    <a:cubicBezTo>
                      <a:pt x="411467" y="313620"/>
                      <a:pt x="401678" y="323402"/>
                      <a:pt x="389574" y="323402"/>
                    </a:cubicBezTo>
                    <a:lnTo>
                      <a:pt x="132822" y="323402"/>
                    </a:lnTo>
                    <a:cubicBezTo>
                      <a:pt x="120719" y="323402"/>
                      <a:pt x="110929" y="313620"/>
                      <a:pt x="110929" y="301527"/>
                    </a:cubicBezTo>
                    <a:cubicBezTo>
                      <a:pt x="110929" y="289433"/>
                      <a:pt x="120719" y="279651"/>
                      <a:pt x="132822" y="279651"/>
                    </a:cubicBezTo>
                    <a:close/>
                    <a:moveTo>
                      <a:pt x="132822" y="199559"/>
                    </a:moveTo>
                    <a:lnTo>
                      <a:pt x="389574" y="199559"/>
                    </a:lnTo>
                    <a:cubicBezTo>
                      <a:pt x="401678" y="199559"/>
                      <a:pt x="411467" y="209345"/>
                      <a:pt x="411467" y="221444"/>
                    </a:cubicBezTo>
                    <a:cubicBezTo>
                      <a:pt x="411467" y="233453"/>
                      <a:pt x="401678" y="243239"/>
                      <a:pt x="389574" y="243239"/>
                    </a:cubicBezTo>
                    <a:lnTo>
                      <a:pt x="132822" y="243239"/>
                    </a:lnTo>
                    <a:cubicBezTo>
                      <a:pt x="120719" y="243239"/>
                      <a:pt x="110929" y="233453"/>
                      <a:pt x="110929" y="221444"/>
                    </a:cubicBezTo>
                    <a:cubicBezTo>
                      <a:pt x="110929" y="209345"/>
                      <a:pt x="120719" y="199559"/>
                      <a:pt x="132822" y="199559"/>
                    </a:cubicBezTo>
                    <a:close/>
                    <a:moveTo>
                      <a:pt x="169305" y="119467"/>
                    </a:moveTo>
                    <a:lnTo>
                      <a:pt x="353091" y="119467"/>
                    </a:lnTo>
                    <a:cubicBezTo>
                      <a:pt x="365195" y="119467"/>
                      <a:pt x="374985" y="129233"/>
                      <a:pt x="374985" y="141307"/>
                    </a:cubicBezTo>
                    <a:cubicBezTo>
                      <a:pt x="374985" y="153381"/>
                      <a:pt x="365195" y="163147"/>
                      <a:pt x="353091" y="163147"/>
                    </a:cubicBezTo>
                    <a:lnTo>
                      <a:pt x="169305" y="163147"/>
                    </a:lnTo>
                    <a:cubicBezTo>
                      <a:pt x="157201" y="163147"/>
                      <a:pt x="147411" y="153381"/>
                      <a:pt x="147411" y="141307"/>
                    </a:cubicBezTo>
                    <a:cubicBezTo>
                      <a:pt x="147411" y="129233"/>
                      <a:pt x="157201" y="119467"/>
                      <a:pt x="169305" y="119467"/>
                    </a:cubicBezTo>
                    <a:close/>
                    <a:moveTo>
                      <a:pt x="43789" y="43725"/>
                    </a:moveTo>
                    <a:lnTo>
                      <a:pt x="43789" y="479284"/>
                    </a:lnTo>
                    <a:lnTo>
                      <a:pt x="310619" y="479284"/>
                    </a:lnTo>
                    <a:cubicBezTo>
                      <a:pt x="316137" y="473774"/>
                      <a:pt x="474383" y="315760"/>
                      <a:pt x="479991" y="310161"/>
                    </a:cubicBezTo>
                    <a:lnTo>
                      <a:pt x="479991" y="43725"/>
                    </a:lnTo>
                    <a:close/>
                    <a:moveTo>
                      <a:pt x="21895" y="0"/>
                    </a:moveTo>
                    <a:lnTo>
                      <a:pt x="501885" y="0"/>
                    </a:lnTo>
                    <a:cubicBezTo>
                      <a:pt x="513990" y="0"/>
                      <a:pt x="523780" y="9776"/>
                      <a:pt x="523780" y="21862"/>
                    </a:cubicBezTo>
                    <a:lnTo>
                      <a:pt x="523780" y="270880"/>
                    </a:lnTo>
                    <a:cubicBezTo>
                      <a:pt x="531612" y="268925"/>
                      <a:pt x="539355" y="271413"/>
                      <a:pt x="544606" y="276657"/>
                    </a:cubicBezTo>
                    <a:lnTo>
                      <a:pt x="601212" y="333179"/>
                    </a:lnTo>
                    <a:cubicBezTo>
                      <a:pt x="609756" y="341711"/>
                      <a:pt x="609756" y="355486"/>
                      <a:pt x="601212" y="364017"/>
                    </a:cubicBezTo>
                    <a:cubicBezTo>
                      <a:pt x="597029" y="368283"/>
                      <a:pt x="571752" y="393434"/>
                      <a:pt x="523780" y="441336"/>
                    </a:cubicBezTo>
                    <a:lnTo>
                      <a:pt x="523780" y="501146"/>
                    </a:lnTo>
                    <a:cubicBezTo>
                      <a:pt x="523780" y="513232"/>
                      <a:pt x="513990" y="523008"/>
                      <a:pt x="501885" y="523008"/>
                    </a:cubicBezTo>
                    <a:lnTo>
                      <a:pt x="441987" y="523008"/>
                    </a:lnTo>
                    <a:lnTo>
                      <a:pt x="388852" y="576065"/>
                    </a:lnTo>
                    <a:cubicBezTo>
                      <a:pt x="385826" y="579086"/>
                      <a:pt x="381910" y="581219"/>
                      <a:pt x="377727" y="582019"/>
                    </a:cubicBezTo>
                    <a:lnTo>
                      <a:pt x="306970" y="596150"/>
                    </a:lnTo>
                    <a:cubicBezTo>
                      <a:pt x="291661" y="599171"/>
                      <a:pt x="278133" y="585752"/>
                      <a:pt x="281159" y="570466"/>
                    </a:cubicBezTo>
                    <a:lnTo>
                      <a:pt x="290682" y="523008"/>
                    </a:lnTo>
                    <a:lnTo>
                      <a:pt x="21895" y="523008"/>
                    </a:lnTo>
                    <a:cubicBezTo>
                      <a:pt x="9791" y="523008"/>
                      <a:pt x="0" y="513232"/>
                      <a:pt x="0" y="501146"/>
                    </a:cubicBezTo>
                    <a:lnTo>
                      <a:pt x="0" y="21862"/>
                    </a:lnTo>
                    <a:cubicBezTo>
                      <a:pt x="0" y="9776"/>
                      <a:pt x="9791" y="0"/>
                      <a:pt x="21895"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en-US">
                  <a:cs typeface="+mn-ea"/>
                  <a:sym typeface="+mn-lt"/>
                </a:endParaRPr>
              </a:p>
            </p:txBody>
          </p:sp>
        </p:grpSp>
        <p:grpSp>
          <p:nvGrpSpPr>
            <p:cNvPr id="10" name="组合 9">
              <a:extLst>
                <a:ext uri="{FF2B5EF4-FFF2-40B4-BE49-F238E27FC236}">
                  <a16:creationId xmlns:a16="http://schemas.microsoft.com/office/drawing/2014/main" id="{F71403CF-9C44-B221-38CF-5152115F8B4C}"/>
                </a:ext>
              </a:extLst>
            </p:cNvPr>
            <p:cNvGrpSpPr/>
            <p:nvPr/>
          </p:nvGrpSpPr>
          <p:grpSpPr>
            <a:xfrm>
              <a:off x="2608183" y="2244177"/>
              <a:ext cx="8910717" cy="1859209"/>
              <a:chOff x="2608183" y="2244177"/>
              <a:chExt cx="8910717" cy="1859209"/>
            </a:xfrm>
          </p:grpSpPr>
          <p:sp>
            <p:nvSpPr>
              <p:cNvPr id="16" name="Bullet2">
                <a:extLst>
                  <a:ext uri="{FF2B5EF4-FFF2-40B4-BE49-F238E27FC236}">
                    <a16:creationId xmlns:a16="http://schemas.microsoft.com/office/drawing/2014/main" id="{A0409870-7B6E-3BF7-CA33-5D359DE97374}"/>
                  </a:ext>
                </a:extLst>
              </p:cNvPr>
              <p:cNvSpPr txBox="1"/>
              <p:nvPr/>
            </p:nvSpPr>
            <p:spPr>
              <a:xfrm>
                <a:off x="8269574" y="2244177"/>
                <a:ext cx="3249326" cy="688833"/>
              </a:xfrm>
              <a:prstGeom prst="rect">
                <a:avLst/>
              </a:prstGeom>
              <a:noFill/>
            </p:spPr>
            <p:txBody>
              <a:bodyPr wrap="square" lIns="91440" tIns="45720" rIns="91440" bIns="45720" rtlCol="0" anchor="b">
                <a:normAutofit/>
              </a:bodyPr>
              <a:lstStyle/>
              <a:p>
                <a:pPr>
                  <a:spcBef>
                    <a:spcPct val="0"/>
                  </a:spcBef>
                </a:pPr>
                <a:r>
                  <a:rPr lang="zh-CN" altLang="en-US" b="1" dirty="0">
                    <a:cs typeface="+mn-ea"/>
                    <a:sym typeface="+mn-lt"/>
                  </a:rPr>
                  <a:t>单击添加小标题</a:t>
                </a:r>
                <a:endParaRPr lang="en-US" dirty="0"/>
              </a:p>
            </p:txBody>
          </p:sp>
          <p:sp>
            <p:nvSpPr>
              <p:cNvPr id="17" name="Text2">
                <a:extLst>
                  <a:ext uri="{FF2B5EF4-FFF2-40B4-BE49-F238E27FC236}">
                    <a16:creationId xmlns:a16="http://schemas.microsoft.com/office/drawing/2014/main" id="{0BC7413E-AEB4-373B-F897-68AEB8FB9B72}"/>
                  </a:ext>
                </a:extLst>
              </p:cNvPr>
              <p:cNvSpPr txBox="1"/>
              <p:nvPr/>
            </p:nvSpPr>
            <p:spPr>
              <a:xfrm>
                <a:off x="8269574" y="2933010"/>
                <a:ext cx="3249326" cy="1045629"/>
              </a:xfrm>
              <a:prstGeom prst="rect">
                <a:avLst/>
              </a:prstGeom>
              <a:noFill/>
            </p:spPr>
            <p:txBody>
              <a:bodyPr wrap="square" lIns="91440" tIns="45720" rIns="91440" bIns="45720" rtlCol="0">
                <a:normAutofit/>
              </a:body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7" name="IconBackground2">
                <a:extLst>
                  <a:ext uri="{FF2B5EF4-FFF2-40B4-BE49-F238E27FC236}">
                    <a16:creationId xmlns:a16="http://schemas.microsoft.com/office/drawing/2014/main" id="{14F36D53-D195-B361-B478-D8D3F0D83396}"/>
                  </a:ext>
                </a:extLst>
              </p:cNvPr>
              <p:cNvSpPr/>
              <p:nvPr/>
            </p:nvSpPr>
            <p:spPr>
              <a:xfrm>
                <a:off x="2608183" y="2333525"/>
                <a:ext cx="1793272" cy="1769861"/>
              </a:xfrm>
              <a:prstGeom prst="roundRect">
                <a:avLst>
                  <a:gd name="adj" fmla="val 13000"/>
                </a:avLst>
              </a:prstGeom>
              <a:solidFill>
                <a:schemeClr val="bg1"/>
              </a:solidFill>
              <a:ln w="12700">
                <a:solidFill>
                  <a:schemeClr val="accent1">
                    <a:alpha val="50000"/>
                  </a:schemeClr>
                </a:solid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Icon2">
                <a:extLst>
                  <a:ext uri="{FF2B5EF4-FFF2-40B4-BE49-F238E27FC236}">
                    <a16:creationId xmlns:a16="http://schemas.microsoft.com/office/drawing/2014/main" id="{3737616E-6EC9-702C-E038-F19E7509C4DD}"/>
                  </a:ext>
                </a:extLst>
              </p:cNvPr>
              <p:cNvSpPr/>
              <p:nvPr/>
            </p:nvSpPr>
            <p:spPr>
              <a:xfrm>
                <a:off x="3306023" y="2913613"/>
                <a:ext cx="397592" cy="609685"/>
              </a:xfrm>
              <a:custGeom>
                <a:avLst/>
                <a:gdLst>
                  <a:gd name="connsiteX0" fmla="*/ 301040 w 395660"/>
                  <a:gd name="connsiteY0" fmla="*/ 359773 h 606722"/>
                  <a:gd name="connsiteX1" fmla="*/ 218970 w 395660"/>
                  <a:gd name="connsiteY1" fmla="*/ 469163 h 606722"/>
                  <a:gd name="connsiteX2" fmla="*/ 218970 w 395660"/>
                  <a:gd name="connsiteY2" fmla="*/ 564335 h 606722"/>
                  <a:gd name="connsiteX3" fmla="*/ 353290 w 395660"/>
                  <a:gd name="connsiteY3" fmla="*/ 564335 h 606722"/>
                  <a:gd name="connsiteX4" fmla="*/ 353290 w 395660"/>
                  <a:gd name="connsiteY4" fmla="*/ 409180 h 606722"/>
                  <a:gd name="connsiteX5" fmla="*/ 303799 w 395660"/>
                  <a:gd name="connsiteY5" fmla="*/ 359773 h 606722"/>
                  <a:gd name="connsiteX6" fmla="*/ 147493 w 395660"/>
                  <a:gd name="connsiteY6" fmla="*/ 359773 h 606722"/>
                  <a:gd name="connsiteX7" fmla="*/ 197785 w 395660"/>
                  <a:gd name="connsiteY7" fmla="*/ 426775 h 606722"/>
                  <a:gd name="connsiteX8" fmla="*/ 248077 w 395660"/>
                  <a:gd name="connsiteY8" fmla="*/ 359773 h 606722"/>
                  <a:gd name="connsiteX9" fmla="*/ 91861 w 395660"/>
                  <a:gd name="connsiteY9" fmla="*/ 359773 h 606722"/>
                  <a:gd name="connsiteX10" fmla="*/ 42370 w 395660"/>
                  <a:gd name="connsiteY10" fmla="*/ 409180 h 606722"/>
                  <a:gd name="connsiteX11" fmla="*/ 42370 w 395660"/>
                  <a:gd name="connsiteY11" fmla="*/ 564335 h 606722"/>
                  <a:gd name="connsiteX12" fmla="*/ 176601 w 395660"/>
                  <a:gd name="connsiteY12" fmla="*/ 564335 h 606722"/>
                  <a:gd name="connsiteX13" fmla="*/ 176601 w 395660"/>
                  <a:gd name="connsiteY13" fmla="*/ 469163 h 606722"/>
                  <a:gd name="connsiteX14" fmla="*/ 94531 w 395660"/>
                  <a:gd name="connsiteY14" fmla="*/ 359773 h 606722"/>
                  <a:gd name="connsiteX15" fmla="*/ 91861 w 395660"/>
                  <a:gd name="connsiteY15" fmla="*/ 317474 h 606722"/>
                  <a:gd name="connsiteX16" fmla="*/ 303799 w 395660"/>
                  <a:gd name="connsiteY16" fmla="*/ 317474 h 606722"/>
                  <a:gd name="connsiteX17" fmla="*/ 395660 w 395660"/>
                  <a:gd name="connsiteY17" fmla="*/ 409180 h 606722"/>
                  <a:gd name="connsiteX18" fmla="*/ 395660 w 395660"/>
                  <a:gd name="connsiteY18" fmla="*/ 585573 h 606722"/>
                  <a:gd name="connsiteX19" fmla="*/ 374475 w 395660"/>
                  <a:gd name="connsiteY19" fmla="*/ 606722 h 606722"/>
                  <a:gd name="connsiteX20" fmla="*/ 21185 w 395660"/>
                  <a:gd name="connsiteY20" fmla="*/ 606722 h 606722"/>
                  <a:gd name="connsiteX21" fmla="*/ 0 w 395660"/>
                  <a:gd name="connsiteY21" fmla="*/ 585573 h 606722"/>
                  <a:gd name="connsiteX22" fmla="*/ 0 w 395660"/>
                  <a:gd name="connsiteY22" fmla="*/ 409180 h 606722"/>
                  <a:gd name="connsiteX23" fmla="*/ 91861 w 395660"/>
                  <a:gd name="connsiteY23" fmla="*/ 317474 h 606722"/>
                  <a:gd name="connsiteX24" fmla="*/ 197759 w 395660"/>
                  <a:gd name="connsiteY24" fmla="*/ 42310 h 606722"/>
                  <a:gd name="connsiteX25" fmla="*/ 113022 w 395660"/>
                  <a:gd name="connsiteY25" fmla="*/ 127018 h 606722"/>
                  <a:gd name="connsiteX26" fmla="*/ 197759 w 395660"/>
                  <a:gd name="connsiteY26" fmla="*/ 211637 h 606722"/>
                  <a:gd name="connsiteX27" fmla="*/ 282585 w 395660"/>
                  <a:gd name="connsiteY27" fmla="*/ 127018 h 606722"/>
                  <a:gd name="connsiteX28" fmla="*/ 197759 w 395660"/>
                  <a:gd name="connsiteY28" fmla="*/ 42310 h 606722"/>
                  <a:gd name="connsiteX29" fmla="*/ 197759 w 395660"/>
                  <a:gd name="connsiteY29" fmla="*/ 0 h 606722"/>
                  <a:gd name="connsiteX30" fmla="*/ 324953 w 395660"/>
                  <a:gd name="connsiteY30" fmla="*/ 127018 h 606722"/>
                  <a:gd name="connsiteX31" fmla="*/ 197759 w 395660"/>
                  <a:gd name="connsiteY31" fmla="*/ 254036 h 606722"/>
                  <a:gd name="connsiteX32" fmla="*/ 70565 w 395660"/>
                  <a:gd name="connsiteY32" fmla="*/ 127018 h 606722"/>
                  <a:gd name="connsiteX33" fmla="*/ 197759 w 395660"/>
                  <a:gd name="connsiteY33"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95660" h="606722">
                    <a:moveTo>
                      <a:pt x="301040" y="359773"/>
                    </a:moveTo>
                    <a:lnTo>
                      <a:pt x="218970" y="469163"/>
                    </a:lnTo>
                    <a:lnTo>
                      <a:pt x="218970" y="564335"/>
                    </a:lnTo>
                    <a:lnTo>
                      <a:pt x="353290" y="564335"/>
                    </a:lnTo>
                    <a:lnTo>
                      <a:pt x="353290" y="409180"/>
                    </a:lnTo>
                    <a:cubicBezTo>
                      <a:pt x="353290" y="381988"/>
                      <a:pt x="331037" y="359773"/>
                      <a:pt x="303799" y="359773"/>
                    </a:cubicBezTo>
                    <a:close/>
                    <a:moveTo>
                      <a:pt x="147493" y="359773"/>
                    </a:moveTo>
                    <a:lnTo>
                      <a:pt x="197785" y="426775"/>
                    </a:lnTo>
                    <a:lnTo>
                      <a:pt x="248077" y="359773"/>
                    </a:lnTo>
                    <a:close/>
                    <a:moveTo>
                      <a:pt x="91861" y="359773"/>
                    </a:moveTo>
                    <a:cubicBezTo>
                      <a:pt x="64534" y="359773"/>
                      <a:pt x="42370" y="381988"/>
                      <a:pt x="42370" y="409180"/>
                    </a:cubicBezTo>
                    <a:lnTo>
                      <a:pt x="42370" y="564335"/>
                    </a:lnTo>
                    <a:lnTo>
                      <a:pt x="176601" y="564335"/>
                    </a:lnTo>
                    <a:lnTo>
                      <a:pt x="176601" y="469163"/>
                    </a:lnTo>
                    <a:lnTo>
                      <a:pt x="94531" y="359773"/>
                    </a:lnTo>
                    <a:close/>
                    <a:moveTo>
                      <a:pt x="91861" y="317474"/>
                    </a:moveTo>
                    <a:lnTo>
                      <a:pt x="303799" y="317474"/>
                    </a:lnTo>
                    <a:cubicBezTo>
                      <a:pt x="354447" y="317474"/>
                      <a:pt x="395660" y="358617"/>
                      <a:pt x="395660" y="409180"/>
                    </a:cubicBezTo>
                    <a:lnTo>
                      <a:pt x="395660" y="585573"/>
                    </a:lnTo>
                    <a:cubicBezTo>
                      <a:pt x="395660" y="597214"/>
                      <a:pt x="386136" y="606722"/>
                      <a:pt x="374475" y="606722"/>
                    </a:cubicBezTo>
                    <a:lnTo>
                      <a:pt x="21185" y="606722"/>
                    </a:lnTo>
                    <a:cubicBezTo>
                      <a:pt x="9435" y="606722"/>
                      <a:pt x="0" y="597214"/>
                      <a:pt x="0" y="585573"/>
                    </a:cubicBezTo>
                    <a:lnTo>
                      <a:pt x="0" y="409180"/>
                    </a:lnTo>
                    <a:cubicBezTo>
                      <a:pt x="0" y="358617"/>
                      <a:pt x="41213" y="317474"/>
                      <a:pt x="91861" y="317474"/>
                    </a:cubicBezTo>
                    <a:close/>
                    <a:moveTo>
                      <a:pt x="197759" y="42310"/>
                    </a:moveTo>
                    <a:cubicBezTo>
                      <a:pt x="151029" y="42310"/>
                      <a:pt x="113022" y="80353"/>
                      <a:pt x="113022" y="127018"/>
                    </a:cubicBezTo>
                    <a:cubicBezTo>
                      <a:pt x="113022" y="173683"/>
                      <a:pt x="151029" y="211637"/>
                      <a:pt x="197759" y="211637"/>
                    </a:cubicBezTo>
                    <a:cubicBezTo>
                      <a:pt x="244578" y="211637"/>
                      <a:pt x="282585" y="173683"/>
                      <a:pt x="282585" y="127018"/>
                    </a:cubicBezTo>
                    <a:cubicBezTo>
                      <a:pt x="282585" y="80353"/>
                      <a:pt x="244578" y="42310"/>
                      <a:pt x="197759" y="42310"/>
                    </a:cubicBezTo>
                    <a:close/>
                    <a:moveTo>
                      <a:pt x="197759" y="0"/>
                    </a:moveTo>
                    <a:cubicBezTo>
                      <a:pt x="267898" y="0"/>
                      <a:pt x="324953" y="56976"/>
                      <a:pt x="324953" y="127018"/>
                    </a:cubicBezTo>
                    <a:cubicBezTo>
                      <a:pt x="324953" y="197060"/>
                      <a:pt x="267898" y="254036"/>
                      <a:pt x="197759" y="254036"/>
                    </a:cubicBezTo>
                    <a:cubicBezTo>
                      <a:pt x="127620" y="254036"/>
                      <a:pt x="70565" y="197060"/>
                      <a:pt x="70565" y="127018"/>
                    </a:cubicBezTo>
                    <a:cubicBezTo>
                      <a:pt x="70565" y="56976"/>
                      <a:pt x="127620" y="0"/>
                      <a:pt x="19775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en-US">
                  <a:cs typeface="+mn-ea"/>
                  <a:sym typeface="+mn-lt"/>
                </a:endParaRPr>
              </a:p>
            </p:txBody>
          </p:sp>
        </p:grpSp>
        <p:grpSp>
          <p:nvGrpSpPr>
            <p:cNvPr id="11" name="组合 10">
              <a:extLst>
                <a:ext uri="{FF2B5EF4-FFF2-40B4-BE49-F238E27FC236}">
                  <a16:creationId xmlns:a16="http://schemas.microsoft.com/office/drawing/2014/main" id="{A6C52900-173A-1DFB-189C-E85567B41DEE}"/>
                </a:ext>
              </a:extLst>
            </p:cNvPr>
            <p:cNvGrpSpPr/>
            <p:nvPr/>
          </p:nvGrpSpPr>
          <p:grpSpPr>
            <a:xfrm>
              <a:off x="660401" y="4272264"/>
              <a:ext cx="7370476" cy="1861836"/>
              <a:chOff x="660401" y="4272264"/>
              <a:chExt cx="7370476" cy="1861836"/>
            </a:xfrm>
          </p:grpSpPr>
          <p:sp>
            <p:nvSpPr>
              <p:cNvPr id="19" name="Bullet3">
                <a:extLst>
                  <a:ext uri="{FF2B5EF4-FFF2-40B4-BE49-F238E27FC236}">
                    <a16:creationId xmlns:a16="http://schemas.microsoft.com/office/drawing/2014/main" id="{6A273D20-5794-9235-8C40-6C767DD21067}"/>
                  </a:ext>
                </a:extLst>
              </p:cNvPr>
              <p:cNvSpPr txBox="1"/>
              <p:nvPr/>
            </p:nvSpPr>
            <p:spPr>
              <a:xfrm>
                <a:off x="4781551" y="4399638"/>
                <a:ext cx="3249326" cy="688833"/>
              </a:xfrm>
              <a:prstGeom prst="rect">
                <a:avLst/>
              </a:prstGeom>
              <a:noFill/>
            </p:spPr>
            <p:txBody>
              <a:bodyPr wrap="square" lIns="91440" tIns="45720" rIns="91440" bIns="45720" rtlCol="0" anchor="b">
                <a:normAutofit/>
              </a:bodyPr>
              <a:lstStyle/>
              <a:p>
                <a:pPr>
                  <a:spcBef>
                    <a:spcPct val="0"/>
                  </a:spcBef>
                </a:pPr>
                <a:r>
                  <a:rPr lang="zh-CN" altLang="en-US" b="1" dirty="0">
                    <a:cs typeface="+mn-ea"/>
                    <a:sym typeface="+mn-lt"/>
                  </a:rPr>
                  <a:t>单击添加小标题</a:t>
                </a:r>
                <a:endParaRPr lang="en-US" dirty="0"/>
              </a:p>
            </p:txBody>
          </p:sp>
          <p:sp>
            <p:nvSpPr>
              <p:cNvPr id="20" name="Text3">
                <a:extLst>
                  <a:ext uri="{FF2B5EF4-FFF2-40B4-BE49-F238E27FC236}">
                    <a16:creationId xmlns:a16="http://schemas.microsoft.com/office/drawing/2014/main" id="{7E7DA9F2-0E5C-F4C4-35A3-2843835C4849}"/>
                  </a:ext>
                </a:extLst>
              </p:cNvPr>
              <p:cNvSpPr txBox="1"/>
              <p:nvPr/>
            </p:nvSpPr>
            <p:spPr>
              <a:xfrm>
                <a:off x="4781551" y="5088471"/>
                <a:ext cx="3249326" cy="1045629"/>
              </a:xfrm>
              <a:prstGeom prst="rect">
                <a:avLst/>
              </a:prstGeom>
              <a:noFill/>
            </p:spPr>
            <p:txBody>
              <a:bodyPr wrap="square" lIns="91440" tIns="45720" rIns="91440" bIns="45720" rtlCol="0">
                <a:normAutofit/>
              </a:body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5" name="IconBackground3">
                <a:extLst>
                  <a:ext uri="{FF2B5EF4-FFF2-40B4-BE49-F238E27FC236}">
                    <a16:creationId xmlns:a16="http://schemas.microsoft.com/office/drawing/2014/main" id="{FABC4FD0-F036-DF60-A021-E174945E1F5D}"/>
                  </a:ext>
                </a:extLst>
              </p:cNvPr>
              <p:cNvSpPr/>
              <p:nvPr/>
            </p:nvSpPr>
            <p:spPr>
              <a:xfrm>
                <a:off x="660401" y="4272264"/>
                <a:ext cx="1793272" cy="1769861"/>
              </a:xfrm>
              <a:prstGeom prst="roundRect">
                <a:avLst>
                  <a:gd name="adj" fmla="val 13000"/>
                </a:avLst>
              </a:prstGeom>
              <a:solidFill>
                <a:schemeClr val="bg1"/>
              </a:solidFill>
              <a:ln w="12700">
                <a:solidFill>
                  <a:schemeClr val="accent1">
                    <a:alpha val="50000"/>
                  </a:schemeClr>
                </a:solid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Icon3">
                <a:extLst>
                  <a:ext uri="{FF2B5EF4-FFF2-40B4-BE49-F238E27FC236}">
                    <a16:creationId xmlns:a16="http://schemas.microsoft.com/office/drawing/2014/main" id="{66A0379E-1342-0083-89C4-17E21CEA2ADF}"/>
                  </a:ext>
                </a:extLst>
              </p:cNvPr>
              <p:cNvSpPr/>
              <p:nvPr/>
            </p:nvSpPr>
            <p:spPr>
              <a:xfrm>
                <a:off x="1292047" y="4852352"/>
                <a:ext cx="529981" cy="609685"/>
              </a:xfrm>
              <a:custGeom>
                <a:avLst/>
                <a:gdLst>
                  <a:gd name="T0" fmla="*/ 121763 h 600884"/>
                  <a:gd name="T1" fmla="*/ 121763 h 600884"/>
                  <a:gd name="T2" fmla="*/ 121763 h 600884"/>
                  <a:gd name="T3" fmla="*/ 121763 h 600884"/>
                  <a:gd name="T4" fmla="*/ 121763 h 600884"/>
                  <a:gd name="T5" fmla="*/ 121763 h 600884"/>
                  <a:gd name="T6" fmla="*/ 121763 h 600884"/>
                  <a:gd name="T7" fmla="*/ 121763 h 600884"/>
                  <a:gd name="T8" fmla="*/ 121763 h 600884"/>
                  <a:gd name="T9" fmla="*/ 121763 h 600884"/>
                  <a:gd name="T10" fmla="*/ 121763 h 600884"/>
                  <a:gd name="T11" fmla="*/ 121763 h 600884"/>
                  <a:gd name="T12" fmla="*/ 121763 h 600884"/>
                  <a:gd name="T13" fmla="*/ 121763 h 600884"/>
                  <a:gd name="T14" fmla="*/ 121763 h 600884"/>
                  <a:gd name="T15" fmla="*/ 121763 h 600884"/>
                  <a:gd name="T16" fmla="*/ 121763 h 600884"/>
                  <a:gd name="T17" fmla="*/ 121763 h 600884"/>
                  <a:gd name="T18" fmla="*/ 121763 h 600884"/>
                  <a:gd name="T19" fmla="*/ 121763 h 600884"/>
                  <a:gd name="T20" fmla="*/ 121763 h 600884"/>
                  <a:gd name="T21" fmla="*/ 121763 h 600884"/>
                  <a:gd name="T22" fmla="*/ 121763 h 600884"/>
                  <a:gd name="T23" fmla="*/ 121763 h 600884"/>
                  <a:gd name="T24" fmla="*/ 121763 h 600884"/>
                  <a:gd name="T25" fmla="*/ 121763 h 600884"/>
                  <a:gd name="T26" fmla="*/ 121763 h 600884"/>
                  <a:gd name="T27" fmla="*/ 121763 h 600884"/>
                  <a:gd name="T28" fmla="*/ 121763 h 600884"/>
                  <a:gd name="T29" fmla="*/ 121763 h 600884"/>
                  <a:gd name="T30" fmla="*/ 121763 h 600884"/>
                  <a:gd name="T31" fmla="*/ 121763 h 600884"/>
                  <a:gd name="T32" fmla="*/ 121763 h 600884"/>
                  <a:gd name="T33" fmla="*/ 121763 h 600884"/>
                  <a:gd name="T34" fmla="*/ 121763 h 600884"/>
                  <a:gd name="T35" fmla="*/ 121763 h 600884"/>
                  <a:gd name="T36" fmla="*/ 121763 h 600884"/>
                  <a:gd name="T37" fmla="*/ 121763 h 600884"/>
                  <a:gd name="T38" fmla="*/ 121763 h 600884"/>
                  <a:gd name="T39" fmla="*/ 121763 h 600884"/>
                  <a:gd name="T40" fmla="*/ 121763 h 600884"/>
                  <a:gd name="T41" fmla="*/ 121763 h 600884"/>
                  <a:gd name="T42" fmla="*/ 121763 h 600884"/>
                  <a:gd name="T43" fmla="*/ 121763 h 600884"/>
                  <a:gd name="T44" fmla="*/ 121763 h 600884"/>
                  <a:gd name="T45" fmla="*/ 121763 h 600884"/>
                  <a:gd name="T46" fmla="*/ 121763 h 600884"/>
                  <a:gd name="T47" fmla="*/ 121763 h 600884"/>
                  <a:gd name="T48" fmla="*/ 121763 h 600884"/>
                  <a:gd name="T49" fmla="*/ 121763 h 600884"/>
                  <a:gd name="T50" fmla="*/ 121763 h 600884"/>
                  <a:gd name="T51" fmla="*/ 121763 h 600884"/>
                  <a:gd name="T52" fmla="*/ 121763 h 600884"/>
                  <a:gd name="T53" fmla="*/ 121763 h 600884"/>
                  <a:gd name="T54" fmla="*/ 121763 h 600884"/>
                  <a:gd name="T55" fmla="*/ 121763 h 600884"/>
                  <a:gd name="T56" fmla="*/ 121763 h 600884"/>
                  <a:gd name="T57" fmla="*/ 121763 h 600884"/>
                  <a:gd name="T58" fmla="*/ 121763 h 600884"/>
                  <a:gd name="T59" fmla="*/ 121763 h 600884"/>
                  <a:gd name="T60" fmla="*/ 121763 h 600884"/>
                  <a:gd name="T61" fmla="*/ 121763 h 600884"/>
                  <a:gd name="T62" fmla="*/ 121763 h 600884"/>
                  <a:gd name="T63" fmla="*/ 121763 h 600884"/>
                  <a:gd name="T64" fmla="*/ 121763 h 600884"/>
                  <a:gd name="T65" fmla="*/ 121763 h 600884"/>
                  <a:gd name="T66" fmla="*/ 121763 h 600884"/>
                  <a:gd name="T67" fmla="*/ 121763 h 600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926" h="6827">
                    <a:moveTo>
                      <a:pt x="3429" y="0"/>
                    </a:moveTo>
                    <a:cubicBezTo>
                      <a:pt x="979" y="0"/>
                      <a:pt x="0" y="3186"/>
                      <a:pt x="2032" y="4564"/>
                    </a:cubicBezTo>
                    <a:lnTo>
                      <a:pt x="2032" y="6250"/>
                    </a:lnTo>
                    <a:cubicBezTo>
                      <a:pt x="2032" y="6568"/>
                      <a:pt x="2291" y="6827"/>
                      <a:pt x="2609" y="6827"/>
                    </a:cubicBezTo>
                    <a:lnTo>
                      <a:pt x="4218" y="6827"/>
                    </a:lnTo>
                    <a:cubicBezTo>
                      <a:pt x="4536" y="6827"/>
                      <a:pt x="4795" y="6568"/>
                      <a:pt x="4795" y="6250"/>
                    </a:cubicBezTo>
                    <a:lnTo>
                      <a:pt x="4795" y="4585"/>
                    </a:lnTo>
                    <a:cubicBezTo>
                      <a:pt x="5475" y="4138"/>
                      <a:pt x="5926" y="3369"/>
                      <a:pt x="5926" y="2496"/>
                    </a:cubicBezTo>
                    <a:cubicBezTo>
                      <a:pt x="5926" y="1120"/>
                      <a:pt x="4806" y="0"/>
                      <a:pt x="3429" y="0"/>
                    </a:cubicBezTo>
                    <a:close/>
                    <a:moveTo>
                      <a:pt x="4319" y="6250"/>
                    </a:moveTo>
                    <a:cubicBezTo>
                      <a:pt x="4319" y="6305"/>
                      <a:pt x="4273" y="6350"/>
                      <a:pt x="4218" y="6350"/>
                    </a:cubicBezTo>
                    <a:lnTo>
                      <a:pt x="2609" y="6350"/>
                    </a:lnTo>
                    <a:cubicBezTo>
                      <a:pt x="2554" y="6350"/>
                      <a:pt x="2509" y="6305"/>
                      <a:pt x="2509" y="6250"/>
                    </a:cubicBezTo>
                    <a:lnTo>
                      <a:pt x="2509" y="5842"/>
                    </a:lnTo>
                    <a:lnTo>
                      <a:pt x="4319" y="5842"/>
                    </a:lnTo>
                    <a:lnTo>
                      <a:pt x="4319" y="6250"/>
                    </a:lnTo>
                    <a:close/>
                    <a:moveTo>
                      <a:pt x="4319" y="5366"/>
                    </a:moveTo>
                    <a:lnTo>
                      <a:pt x="2509" y="5366"/>
                    </a:lnTo>
                    <a:lnTo>
                      <a:pt x="2509" y="4820"/>
                    </a:lnTo>
                    <a:cubicBezTo>
                      <a:pt x="3071" y="5041"/>
                      <a:pt x="3724" y="5056"/>
                      <a:pt x="4319" y="4829"/>
                    </a:cubicBezTo>
                    <a:lnTo>
                      <a:pt x="4319" y="5366"/>
                    </a:lnTo>
                    <a:close/>
                    <a:moveTo>
                      <a:pt x="3882" y="4463"/>
                    </a:moveTo>
                    <a:lnTo>
                      <a:pt x="4609" y="3251"/>
                    </a:lnTo>
                    <a:cubicBezTo>
                      <a:pt x="4677" y="3138"/>
                      <a:pt x="4640" y="2992"/>
                      <a:pt x="4527" y="2924"/>
                    </a:cubicBezTo>
                    <a:cubicBezTo>
                      <a:pt x="4415" y="2857"/>
                      <a:pt x="4268" y="2893"/>
                      <a:pt x="4201" y="3006"/>
                    </a:cubicBezTo>
                    <a:lnTo>
                      <a:pt x="3429" y="4291"/>
                    </a:lnTo>
                    <a:lnTo>
                      <a:pt x="2658" y="3006"/>
                    </a:lnTo>
                    <a:cubicBezTo>
                      <a:pt x="2591" y="2893"/>
                      <a:pt x="2444" y="2857"/>
                      <a:pt x="2331" y="2924"/>
                    </a:cubicBezTo>
                    <a:cubicBezTo>
                      <a:pt x="2219" y="2992"/>
                      <a:pt x="2182" y="3138"/>
                      <a:pt x="2250" y="3251"/>
                    </a:cubicBezTo>
                    <a:lnTo>
                      <a:pt x="2978" y="4465"/>
                    </a:lnTo>
                    <a:cubicBezTo>
                      <a:pt x="2081" y="4260"/>
                      <a:pt x="1410" y="3455"/>
                      <a:pt x="1410" y="2496"/>
                    </a:cubicBezTo>
                    <a:cubicBezTo>
                      <a:pt x="1410" y="1382"/>
                      <a:pt x="2316" y="476"/>
                      <a:pt x="3429" y="476"/>
                    </a:cubicBezTo>
                    <a:cubicBezTo>
                      <a:pt x="4543" y="476"/>
                      <a:pt x="5449" y="1382"/>
                      <a:pt x="5449" y="2496"/>
                    </a:cubicBezTo>
                    <a:cubicBezTo>
                      <a:pt x="5449" y="3433"/>
                      <a:pt x="4806" y="4247"/>
                      <a:pt x="3882" y="446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en-US">
                  <a:cs typeface="+mn-ea"/>
                  <a:sym typeface="+mn-lt"/>
                </a:endParaRPr>
              </a:p>
            </p:txBody>
          </p:sp>
        </p:grpSp>
        <p:grpSp>
          <p:nvGrpSpPr>
            <p:cNvPr id="29" name="组合 28">
              <a:extLst>
                <a:ext uri="{FF2B5EF4-FFF2-40B4-BE49-F238E27FC236}">
                  <a16:creationId xmlns:a16="http://schemas.microsoft.com/office/drawing/2014/main" id="{848AE31E-0945-BF59-BF79-8583D6F50D08}"/>
                </a:ext>
              </a:extLst>
            </p:cNvPr>
            <p:cNvGrpSpPr/>
            <p:nvPr/>
          </p:nvGrpSpPr>
          <p:grpSpPr>
            <a:xfrm>
              <a:off x="2608183" y="4272264"/>
              <a:ext cx="8910717" cy="1861836"/>
              <a:chOff x="2608183" y="4272264"/>
              <a:chExt cx="8910717" cy="1861836"/>
            </a:xfrm>
          </p:grpSpPr>
          <p:sp>
            <p:nvSpPr>
              <p:cNvPr id="22" name="Bullet4">
                <a:extLst>
                  <a:ext uri="{FF2B5EF4-FFF2-40B4-BE49-F238E27FC236}">
                    <a16:creationId xmlns:a16="http://schemas.microsoft.com/office/drawing/2014/main" id="{010F4AE4-F40D-5C49-A0FD-7B8F42E7FDBD}"/>
                  </a:ext>
                </a:extLst>
              </p:cNvPr>
              <p:cNvSpPr txBox="1"/>
              <p:nvPr/>
            </p:nvSpPr>
            <p:spPr>
              <a:xfrm>
                <a:off x="8269574" y="4399638"/>
                <a:ext cx="3249326" cy="688833"/>
              </a:xfrm>
              <a:prstGeom prst="rect">
                <a:avLst/>
              </a:prstGeom>
              <a:noFill/>
            </p:spPr>
            <p:txBody>
              <a:bodyPr wrap="square" lIns="91440" tIns="45720" rIns="91440" bIns="45720" rtlCol="0" anchor="b">
                <a:normAutofit/>
              </a:bodyPr>
              <a:lstStyle/>
              <a:p>
                <a:pPr>
                  <a:spcBef>
                    <a:spcPct val="0"/>
                  </a:spcBef>
                </a:pPr>
                <a:r>
                  <a:rPr lang="zh-CN" altLang="en-US" b="1" dirty="0">
                    <a:cs typeface="+mn-ea"/>
                    <a:sym typeface="+mn-lt"/>
                  </a:rPr>
                  <a:t>单击添加小标题</a:t>
                </a:r>
                <a:endParaRPr lang="en-US" dirty="0"/>
              </a:p>
            </p:txBody>
          </p:sp>
          <p:sp>
            <p:nvSpPr>
              <p:cNvPr id="23" name="Text4">
                <a:extLst>
                  <a:ext uri="{FF2B5EF4-FFF2-40B4-BE49-F238E27FC236}">
                    <a16:creationId xmlns:a16="http://schemas.microsoft.com/office/drawing/2014/main" id="{B962913B-1EB8-2390-F196-3C42B6533DE7}"/>
                  </a:ext>
                </a:extLst>
              </p:cNvPr>
              <p:cNvSpPr txBox="1"/>
              <p:nvPr/>
            </p:nvSpPr>
            <p:spPr>
              <a:xfrm>
                <a:off x="8269574" y="5088471"/>
                <a:ext cx="3249326" cy="1045629"/>
              </a:xfrm>
              <a:prstGeom prst="rect">
                <a:avLst/>
              </a:prstGeom>
              <a:noFill/>
            </p:spPr>
            <p:txBody>
              <a:bodyPr wrap="square" lIns="91440" tIns="45720" rIns="91440" bIns="45720" rtlCol="0">
                <a:normAutofit/>
              </a:bodyPr>
              <a:lstStyle/>
              <a:p>
                <a:pPr>
                  <a:lnSpc>
                    <a:spcPct val="120000"/>
                  </a:lnSpc>
                </a:pPr>
                <a:r>
                  <a:rPr lang="zh-CN" altLang="en-US" sz="1200" dirty="0" err="1">
                    <a:cs typeface="+mn-ea"/>
                    <a:sym typeface="+mn-lt"/>
                  </a:rPr>
                  <a:t>单击此处添加文本单击此处添加文本单击此处添加文本单击此处添加文本</a:t>
                </a:r>
                <a:endParaRPr lang="en-US" dirty="0"/>
              </a:p>
            </p:txBody>
          </p:sp>
          <p:sp>
            <p:nvSpPr>
              <p:cNvPr id="8" name="IconBackground4">
                <a:extLst>
                  <a:ext uri="{FF2B5EF4-FFF2-40B4-BE49-F238E27FC236}">
                    <a16:creationId xmlns:a16="http://schemas.microsoft.com/office/drawing/2014/main" id="{BC84C013-6A16-D76A-F0A1-9AE75F2F874D}"/>
                  </a:ext>
                </a:extLst>
              </p:cNvPr>
              <p:cNvSpPr/>
              <p:nvPr/>
            </p:nvSpPr>
            <p:spPr>
              <a:xfrm>
                <a:off x="2608183" y="4272264"/>
                <a:ext cx="1793272" cy="1769861"/>
              </a:xfrm>
              <a:prstGeom prst="roundRect">
                <a:avLst>
                  <a:gd name="adj" fmla="val 13000"/>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Icon4">
                <a:extLst>
                  <a:ext uri="{FF2B5EF4-FFF2-40B4-BE49-F238E27FC236}">
                    <a16:creationId xmlns:a16="http://schemas.microsoft.com/office/drawing/2014/main" id="{07E9D7A7-3C01-051C-1739-3F1FCBE7BD0F}"/>
                  </a:ext>
                </a:extLst>
              </p:cNvPr>
              <p:cNvSpPr/>
              <p:nvPr/>
            </p:nvSpPr>
            <p:spPr>
              <a:xfrm>
                <a:off x="3199977" y="4896108"/>
                <a:ext cx="609685" cy="522172"/>
              </a:xfrm>
              <a:custGeom>
                <a:avLst/>
                <a:gdLst>
                  <a:gd name="connsiteX0" fmla="*/ 379712 w 607639"/>
                  <a:gd name="connsiteY0" fmla="*/ 217977 h 520420"/>
                  <a:gd name="connsiteX1" fmla="*/ 395086 w 607639"/>
                  <a:gd name="connsiteY1" fmla="*/ 219976 h 520420"/>
                  <a:gd name="connsiteX2" fmla="*/ 402473 w 607639"/>
                  <a:gd name="connsiteY2" fmla="*/ 247613 h 520420"/>
                  <a:gd name="connsiteX3" fmla="*/ 296922 w 607639"/>
                  <a:gd name="connsiteY3" fmla="*/ 430227 h 520420"/>
                  <a:gd name="connsiteX4" fmla="*/ 261857 w 607639"/>
                  <a:gd name="connsiteY4" fmla="*/ 430227 h 520420"/>
                  <a:gd name="connsiteX5" fmla="*/ 205166 w 607639"/>
                  <a:gd name="connsiteY5" fmla="*/ 332211 h 520420"/>
                  <a:gd name="connsiteX6" fmla="*/ 212553 w 607639"/>
                  <a:gd name="connsiteY6" fmla="*/ 304574 h 520420"/>
                  <a:gd name="connsiteX7" fmla="*/ 240231 w 607639"/>
                  <a:gd name="connsiteY7" fmla="*/ 311950 h 520420"/>
                  <a:gd name="connsiteX8" fmla="*/ 279390 w 607639"/>
                  <a:gd name="connsiteY8" fmla="*/ 379664 h 520420"/>
                  <a:gd name="connsiteX9" fmla="*/ 367408 w 607639"/>
                  <a:gd name="connsiteY9" fmla="*/ 227441 h 520420"/>
                  <a:gd name="connsiteX10" fmla="*/ 379712 w 607639"/>
                  <a:gd name="connsiteY10" fmla="*/ 217977 h 520420"/>
                  <a:gd name="connsiteX11" fmla="*/ 40497 w 607639"/>
                  <a:gd name="connsiteY11" fmla="*/ 178006 h 520420"/>
                  <a:gd name="connsiteX12" fmla="*/ 40497 w 607639"/>
                  <a:gd name="connsiteY12" fmla="*/ 470386 h 520420"/>
                  <a:gd name="connsiteX13" fmla="*/ 50110 w 607639"/>
                  <a:gd name="connsiteY13" fmla="*/ 479984 h 520420"/>
                  <a:gd name="connsiteX14" fmla="*/ 557529 w 607639"/>
                  <a:gd name="connsiteY14" fmla="*/ 479984 h 520420"/>
                  <a:gd name="connsiteX15" fmla="*/ 567142 w 607639"/>
                  <a:gd name="connsiteY15" fmla="*/ 470386 h 520420"/>
                  <a:gd name="connsiteX16" fmla="*/ 567142 w 607639"/>
                  <a:gd name="connsiteY16" fmla="*/ 178006 h 520420"/>
                  <a:gd name="connsiteX17" fmla="*/ 50110 w 607639"/>
                  <a:gd name="connsiteY17" fmla="*/ 74206 h 520420"/>
                  <a:gd name="connsiteX18" fmla="*/ 40497 w 607639"/>
                  <a:gd name="connsiteY18" fmla="*/ 83804 h 520420"/>
                  <a:gd name="connsiteX19" fmla="*/ 40497 w 607639"/>
                  <a:gd name="connsiteY19" fmla="*/ 137570 h 520420"/>
                  <a:gd name="connsiteX20" fmla="*/ 567142 w 607639"/>
                  <a:gd name="connsiteY20" fmla="*/ 137570 h 520420"/>
                  <a:gd name="connsiteX21" fmla="*/ 567142 w 607639"/>
                  <a:gd name="connsiteY21" fmla="*/ 83804 h 520420"/>
                  <a:gd name="connsiteX22" fmla="*/ 557529 w 607639"/>
                  <a:gd name="connsiteY22" fmla="*/ 74206 h 520420"/>
                  <a:gd name="connsiteX23" fmla="*/ 487482 w 607639"/>
                  <a:gd name="connsiteY23" fmla="*/ 74206 h 520420"/>
                  <a:gd name="connsiteX24" fmla="*/ 487482 w 607639"/>
                  <a:gd name="connsiteY24" fmla="*/ 79538 h 520420"/>
                  <a:gd name="connsiteX25" fmla="*/ 467189 w 607639"/>
                  <a:gd name="connsiteY25" fmla="*/ 99800 h 520420"/>
                  <a:gd name="connsiteX26" fmla="*/ 446896 w 607639"/>
                  <a:gd name="connsiteY26" fmla="*/ 79538 h 520420"/>
                  <a:gd name="connsiteX27" fmla="*/ 446896 w 607639"/>
                  <a:gd name="connsiteY27" fmla="*/ 74206 h 520420"/>
                  <a:gd name="connsiteX28" fmla="*/ 160654 w 607639"/>
                  <a:gd name="connsiteY28" fmla="*/ 74206 h 520420"/>
                  <a:gd name="connsiteX29" fmla="*/ 160654 w 607639"/>
                  <a:gd name="connsiteY29" fmla="*/ 79538 h 520420"/>
                  <a:gd name="connsiteX30" fmla="*/ 140450 w 607639"/>
                  <a:gd name="connsiteY30" fmla="*/ 99800 h 520420"/>
                  <a:gd name="connsiteX31" fmla="*/ 120157 w 607639"/>
                  <a:gd name="connsiteY31" fmla="*/ 79538 h 520420"/>
                  <a:gd name="connsiteX32" fmla="*/ 120157 w 607639"/>
                  <a:gd name="connsiteY32" fmla="*/ 74206 h 520420"/>
                  <a:gd name="connsiteX33" fmla="*/ 140450 w 607639"/>
                  <a:gd name="connsiteY33" fmla="*/ 0 h 520420"/>
                  <a:gd name="connsiteX34" fmla="*/ 160654 w 607639"/>
                  <a:gd name="connsiteY34" fmla="*/ 20262 h 520420"/>
                  <a:gd name="connsiteX35" fmla="*/ 160654 w 607639"/>
                  <a:gd name="connsiteY35" fmla="*/ 33770 h 520420"/>
                  <a:gd name="connsiteX36" fmla="*/ 446896 w 607639"/>
                  <a:gd name="connsiteY36" fmla="*/ 33770 h 520420"/>
                  <a:gd name="connsiteX37" fmla="*/ 446896 w 607639"/>
                  <a:gd name="connsiteY37" fmla="*/ 20262 h 520420"/>
                  <a:gd name="connsiteX38" fmla="*/ 467189 w 607639"/>
                  <a:gd name="connsiteY38" fmla="*/ 0 h 520420"/>
                  <a:gd name="connsiteX39" fmla="*/ 487482 w 607639"/>
                  <a:gd name="connsiteY39" fmla="*/ 20262 h 520420"/>
                  <a:gd name="connsiteX40" fmla="*/ 487482 w 607639"/>
                  <a:gd name="connsiteY40" fmla="*/ 33770 h 520420"/>
                  <a:gd name="connsiteX41" fmla="*/ 557529 w 607639"/>
                  <a:gd name="connsiteY41" fmla="*/ 33770 h 520420"/>
                  <a:gd name="connsiteX42" fmla="*/ 607639 w 607639"/>
                  <a:gd name="connsiteY42" fmla="*/ 83804 h 520420"/>
                  <a:gd name="connsiteX43" fmla="*/ 607639 w 607639"/>
                  <a:gd name="connsiteY43" fmla="*/ 470386 h 520420"/>
                  <a:gd name="connsiteX44" fmla="*/ 557529 w 607639"/>
                  <a:gd name="connsiteY44" fmla="*/ 520420 h 520420"/>
                  <a:gd name="connsiteX45" fmla="*/ 50110 w 607639"/>
                  <a:gd name="connsiteY45" fmla="*/ 520420 h 520420"/>
                  <a:gd name="connsiteX46" fmla="*/ 0 w 607639"/>
                  <a:gd name="connsiteY46" fmla="*/ 470386 h 520420"/>
                  <a:gd name="connsiteX47" fmla="*/ 0 w 607639"/>
                  <a:gd name="connsiteY47" fmla="*/ 83804 h 520420"/>
                  <a:gd name="connsiteX48" fmla="*/ 50110 w 607639"/>
                  <a:gd name="connsiteY48" fmla="*/ 33770 h 520420"/>
                  <a:gd name="connsiteX49" fmla="*/ 120157 w 607639"/>
                  <a:gd name="connsiteY49" fmla="*/ 33770 h 520420"/>
                  <a:gd name="connsiteX50" fmla="*/ 120157 w 607639"/>
                  <a:gd name="connsiteY50" fmla="*/ 20262 h 520420"/>
                  <a:gd name="connsiteX51" fmla="*/ 140450 w 607639"/>
                  <a:gd name="connsiteY51" fmla="*/ 0 h 5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39" h="520420">
                    <a:moveTo>
                      <a:pt x="379712" y="217977"/>
                    </a:moveTo>
                    <a:cubicBezTo>
                      <a:pt x="384718" y="216622"/>
                      <a:pt x="390236" y="217177"/>
                      <a:pt x="395086" y="219976"/>
                    </a:cubicBezTo>
                    <a:cubicBezTo>
                      <a:pt x="404698" y="225575"/>
                      <a:pt x="408080" y="237927"/>
                      <a:pt x="402473" y="247613"/>
                    </a:cubicBezTo>
                    <a:lnTo>
                      <a:pt x="296922" y="430227"/>
                    </a:lnTo>
                    <a:cubicBezTo>
                      <a:pt x="289090" y="443645"/>
                      <a:pt x="269600" y="443645"/>
                      <a:pt x="261857" y="430227"/>
                    </a:cubicBezTo>
                    <a:lnTo>
                      <a:pt x="205166" y="332211"/>
                    </a:lnTo>
                    <a:cubicBezTo>
                      <a:pt x="199559" y="322524"/>
                      <a:pt x="202852" y="310173"/>
                      <a:pt x="212553" y="304574"/>
                    </a:cubicBezTo>
                    <a:cubicBezTo>
                      <a:pt x="222253" y="298976"/>
                      <a:pt x="234624" y="302264"/>
                      <a:pt x="240231" y="311950"/>
                    </a:cubicBezTo>
                    <a:lnTo>
                      <a:pt x="279390" y="379664"/>
                    </a:lnTo>
                    <a:lnTo>
                      <a:pt x="367408" y="227441"/>
                    </a:lnTo>
                    <a:cubicBezTo>
                      <a:pt x="370212" y="222598"/>
                      <a:pt x="374706" y="219332"/>
                      <a:pt x="379712" y="217977"/>
                    </a:cubicBezTo>
                    <a:close/>
                    <a:moveTo>
                      <a:pt x="40497" y="178006"/>
                    </a:moveTo>
                    <a:lnTo>
                      <a:pt x="40497" y="470386"/>
                    </a:lnTo>
                    <a:cubicBezTo>
                      <a:pt x="40497" y="475719"/>
                      <a:pt x="44770" y="479984"/>
                      <a:pt x="50110" y="479984"/>
                    </a:cubicBezTo>
                    <a:lnTo>
                      <a:pt x="557529" y="479984"/>
                    </a:lnTo>
                    <a:cubicBezTo>
                      <a:pt x="562780" y="479984"/>
                      <a:pt x="567142" y="475719"/>
                      <a:pt x="567142" y="470386"/>
                    </a:cubicBezTo>
                    <a:lnTo>
                      <a:pt x="567142" y="178006"/>
                    </a:lnTo>
                    <a:close/>
                    <a:moveTo>
                      <a:pt x="50110" y="74206"/>
                    </a:moveTo>
                    <a:cubicBezTo>
                      <a:pt x="44770" y="74206"/>
                      <a:pt x="40497" y="78472"/>
                      <a:pt x="40497" y="83804"/>
                    </a:cubicBezTo>
                    <a:lnTo>
                      <a:pt x="40497" y="137570"/>
                    </a:lnTo>
                    <a:lnTo>
                      <a:pt x="567142" y="137570"/>
                    </a:lnTo>
                    <a:lnTo>
                      <a:pt x="567142" y="83804"/>
                    </a:lnTo>
                    <a:cubicBezTo>
                      <a:pt x="567142" y="78472"/>
                      <a:pt x="562780" y="74206"/>
                      <a:pt x="557529" y="74206"/>
                    </a:cubicBezTo>
                    <a:lnTo>
                      <a:pt x="487482" y="74206"/>
                    </a:lnTo>
                    <a:lnTo>
                      <a:pt x="487482" y="79538"/>
                    </a:lnTo>
                    <a:cubicBezTo>
                      <a:pt x="487482" y="90736"/>
                      <a:pt x="478403" y="99800"/>
                      <a:pt x="467189" y="99800"/>
                    </a:cubicBezTo>
                    <a:cubicBezTo>
                      <a:pt x="455974" y="99800"/>
                      <a:pt x="446896" y="90736"/>
                      <a:pt x="446896" y="79538"/>
                    </a:cubicBezTo>
                    <a:lnTo>
                      <a:pt x="446896" y="74206"/>
                    </a:lnTo>
                    <a:lnTo>
                      <a:pt x="160654" y="74206"/>
                    </a:lnTo>
                    <a:lnTo>
                      <a:pt x="160654" y="79538"/>
                    </a:lnTo>
                    <a:cubicBezTo>
                      <a:pt x="160654" y="90736"/>
                      <a:pt x="151576" y="99800"/>
                      <a:pt x="140450" y="99800"/>
                    </a:cubicBezTo>
                    <a:cubicBezTo>
                      <a:pt x="129236" y="99800"/>
                      <a:pt x="120157" y="90736"/>
                      <a:pt x="120157" y="79538"/>
                    </a:cubicBezTo>
                    <a:lnTo>
                      <a:pt x="120157" y="74206"/>
                    </a:lnTo>
                    <a:close/>
                    <a:moveTo>
                      <a:pt x="140450" y="0"/>
                    </a:moveTo>
                    <a:cubicBezTo>
                      <a:pt x="151576" y="0"/>
                      <a:pt x="160654" y="9065"/>
                      <a:pt x="160654" y="20262"/>
                    </a:cubicBezTo>
                    <a:lnTo>
                      <a:pt x="160654" y="33770"/>
                    </a:lnTo>
                    <a:lnTo>
                      <a:pt x="446896" y="33770"/>
                    </a:lnTo>
                    <a:lnTo>
                      <a:pt x="446896" y="20262"/>
                    </a:lnTo>
                    <a:cubicBezTo>
                      <a:pt x="446896" y="9065"/>
                      <a:pt x="455974" y="0"/>
                      <a:pt x="467189" y="0"/>
                    </a:cubicBezTo>
                    <a:cubicBezTo>
                      <a:pt x="478403" y="0"/>
                      <a:pt x="487482" y="9065"/>
                      <a:pt x="487482" y="20262"/>
                    </a:cubicBezTo>
                    <a:lnTo>
                      <a:pt x="487482" y="33770"/>
                    </a:lnTo>
                    <a:lnTo>
                      <a:pt x="557529" y="33770"/>
                    </a:lnTo>
                    <a:cubicBezTo>
                      <a:pt x="585121" y="33770"/>
                      <a:pt x="607639" y="56166"/>
                      <a:pt x="607639" y="83804"/>
                    </a:cubicBezTo>
                    <a:lnTo>
                      <a:pt x="607639" y="470386"/>
                    </a:lnTo>
                    <a:cubicBezTo>
                      <a:pt x="607639" y="498025"/>
                      <a:pt x="585121" y="520420"/>
                      <a:pt x="557529" y="520420"/>
                    </a:cubicBezTo>
                    <a:lnTo>
                      <a:pt x="50110" y="520420"/>
                    </a:lnTo>
                    <a:cubicBezTo>
                      <a:pt x="22518" y="520420"/>
                      <a:pt x="0" y="498025"/>
                      <a:pt x="0" y="470386"/>
                    </a:cubicBezTo>
                    <a:lnTo>
                      <a:pt x="0" y="83804"/>
                    </a:lnTo>
                    <a:cubicBezTo>
                      <a:pt x="0" y="56166"/>
                      <a:pt x="22518" y="33770"/>
                      <a:pt x="50110" y="33770"/>
                    </a:cubicBezTo>
                    <a:lnTo>
                      <a:pt x="120157" y="33770"/>
                    </a:lnTo>
                    <a:lnTo>
                      <a:pt x="120157" y="20262"/>
                    </a:lnTo>
                    <a:cubicBezTo>
                      <a:pt x="120157" y="9065"/>
                      <a:pt x="129236" y="0"/>
                      <a:pt x="140450"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en-US">
                  <a:cs typeface="+mn-ea"/>
                  <a:sym typeface="+mn-lt"/>
                </a:endParaRPr>
              </a:p>
            </p:txBody>
          </p:sp>
        </p:grpSp>
      </p:grpSp>
    </p:spTree>
    <p:extLst>
      <p:ext uri="{BB962C8B-B14F-4D97-AF65-F5344CB8AC3E}">
        <p14:creationId xmlns:p14="http://schemas.microsoft.com/office/powerpoint/2010/main" val="3156110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99B2B-6575-C6EF-2833-2479DA3E35C7}"/>
            </a:ext>
          </a:extLst>
        </p:cNvPr>
        <p:cNvGrpSpPr/>
        <p:nvPr/>
      </p:nvGrpSpPr>
      <p:grpSpPr>
        <a:xfrm>
          <a:off x="0" y="0"/>
          <a:ext cx="0" cy="0"/>
          <a:chOff x="0" y="0"/>
          <a:chExt cx="0" cy="0"/>
        </a:xfrm>
      </p:grpSpPr>
      <p:sp>
        <p:nvSpPr>
          <p:cNvPr id="49" name="任意多边形: 形状 48">
            <a:extLst>
              <a:ext uri="{FF2B5EF4-FFF2-40B4-BE49-F238E27FC236}">
                <a16:creationId xmlns:a16="http://schemas.microsoft.com/office/drawing/2014/main" id="{216A403F-B1A7-6A8B-B67A-F13CF2AFF5D5}"/>
              </a:ext>
            </a:extLst>
          </p:cNvPr>
          <p:cNvSpPr/>
          <p:nvPr/>
        </p:nvSpPr>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标题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54" name="组合 53">
            <a:extLst>
              <a:ext uri="{FF2B5EF4-FFF2-40B4-BE49-F238E27FC236}">
                <a16:creationId xmlns:a16="http://schemas.microsoft.com/office/drawing/2014/main" id="{FA988C17-C91A-FB93-F367-8877D5C20798}"/>
              </a:ext>
            </a:extLst>
          </p:cNvPr>
          <p:cNvGrpSpPr/>
          <p:nvPr/>
        </p:nvGrpSpPr>
        <p:grpSpPr>
          <a:xfrm>
            <a:off x="0" y="1130300"/>
            <a:ext cx="12192000" cy="5727700"/>
            <a:chOff x="0" y="1130300"/>
            <a:chExt cx="12192000" cy="5727700"/>
          </a:xfrm>
        </p:grpSpPr>
        <p:pic>
          <p:nvPicPr>
            <p:cNvPr id="24" name="图片 23">
              <a:extLst>
                <a:ext uri="{FF2B5EF4-FFF2-40B4-BE49-F238E27FC236}">
                  <a16:creationId xmlns:a16="http://schemas.microsoft.com/office/drawing/2014/main" id="{0D40E7D7-4043-4E33-D3A0-8BD512A1A056}"/>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4241800"/>
              <a:ext cx="12192000" cy="26162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p:spPr>
        </p:pic>
        <p:pic>
          <p:nvPicPr>
            <p:cNvPr id="22" name="图片 21">
              <a:extLst>
                <a:ext uri="{FF2B5EF4-FFF2-40B4-BE49-F238E27FC236}">
                  <a16:creationId xmlns:a16="http://schemas.microsoft.com/office/drawing/2014/main" id="{F45DC582-B9BF-A959-F2AC-148B645894C0}"/>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7461250" y="1130300"/>
              <a:ext cx="4730750" cy="57277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p:spPr>
        </p:pic>
        <p:grpSp>
          <p:nvGrpSpPr>
            <p:cNvPr id="50" name="组合 49">
              <a:extLst>
                <a:ext uri="{FF2B5EF4-FFF2-40B4-BE49-F238E27FC236}">
                  <a16:creationId xmlns:a16="http://schemas.microsoft.com/office/drawing/2014/main" id="{A335141F-C09A-BDBF-01E3-C55688AC5E93}"/>
                </a:ext>
              </a:extLst>
            </p:cNvPr>
            <p:cNvGrpSpPr/>
            <p:nvPr/>
          </p:nvGrpSpPr>
          <p:grpSpPr>
            <a:xfrm>
              <a:off x="660400" y="2244177"/>
              <a:ext cx="3249326" cy="1734462"/>
              <a:chOff x="660400" y="2244177"/>
              <a:chExt cx="3249326" cy="1734462"/>
            </a:xfrm>
          </p:grpSpPr>
          <p:sp>
            <p:nvSpPr>
              <p:cNvPr id="43" name="Bullet1">
                <a:extLst>
                  <a:ext uri="{FF2B5EF4-FFF2-40B4-BE49-F238E27FC236}">
                    <a16:creationId xmlns:a16="http://schemas.microsoft.com/office/drawing/2014/main" id="{38E80338-F3C7-A966-3AC1-B26B50DE8D94}"/>
                  </a:ext>
                </a:extLst>
              </p:cNvPr>
              <p:cNvSpPr txBox="1"/>
              <p:nvPr/>
            </p:nvSpPr>
            <p:spPr>
              <a:xfrm>
                <a:off x="660400" y="2244177"/>
                <a:ext cx="3249326" cy="688833"/>
              </a:xfrm>
              <a:prstGeom prst="rect">
                <a:avLst/>
              </a:prstGeom>
              <a:noFill/>
            </p:spPr>
            <p:txBody>
              <a:bodyPr wrap="square" lIns="91440" tIns="45720" rIns="91440" bIns="45720" rtlCol="0" anchor="b">
                <a:normAutofit/>
              </a:bodyPr>
              <a:lstStyle/>
              <a:p>
                <a:pPr>
                  <a:spcBef>
                    <a:spcPct val="0"/>
                  </a:spcBef>
                </a:pPr>
                <a:r>
                  <a:rPr lang="zh-CN" altLang="en-US" b="1" dirty="0">
                    <a:cs typeface="+mn-ea"/>
                    <a:sym typeface="+mn-lt"/>
                  </a:rPr>
                  <a:t>单击添加小标题</a:t>
                </a:r>
                <a:endParaRPr lang="en-US" dirty="0"/>
              </a:p>
            </p:txBody>
          </p:sp>
          <p:sp>
            <p:nvSpPr>
              <p:cNvPr id="44" name="Text1">
                <a:extLst>
                  <a:ext uri="{FF2B5EF4-FFF2-40B4-BE49-F238E27FC236}">
                    <a16:creationId xmlns:a16="http://schemas.microsoft.com/office/drawing/2014/main" id="{5419495D-F5DB-13BC-58F9-F5AE42464C6E}"/>
                  </a:ext>
                </a:extLst>
              </p:cNvPr>
              <p:cNvSpPr txBox="1"/>
              <p:nvPr/>
            </p:nvSpPr>
            <p:spPr>
              <a:xfrm>
                <a:off x="660400" y="2933010"/>
                <a:ext cx="3249326" cy="1045629"/>
              </a:xfrm>
              <a:prstGeom prst="rect">
                <a:avLst/>
              </a:prstGeom>
              <a:noFill/>
            </p:spPr>
            <p:txBody>
              <a:bodyPr wrap="square" lIns="91440" tIns="45720" rIns="91440" bIns="45720" rtlCol="0">
                <a:normAutofit/>
              </a:body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grpSp>
        <p:grpSp>
          <p:nvGrpSpPr>
            <p:cNvPr id="51" name="组合 50">
              <a:extLst>
                <a:ext uri="{FF2B5EF4-FFF2-40B4-BE49-F238E27FC236}">
                  <a16:creationId xmlns:a16="http://schemas.microsoft.com/office/drawing/2014/main" id="{B3711A3A-4A00-2E34-7B29-CB7ED4FC04A9}"/>
                </a:ext>
              </a:extLst>
            </p:cNvPr>
            <p:cNvGrpSpPr/>
            <p:nvPr/>
          </p:nvGrpSpPr>
          <p:grpSpPr>
            <a:xfrm>
              <a:off x="4148423" y="2244177"/>
              <a:ext cx="3249326" cy="1734462"/>
              <a:chOff x="4148423" y="2244177"/>
              <a:chExt cx="3249326" cy="1734462"/>
            </a:xfrm>
          </p:grpSpPr>
          <p:sp>
            <p:nvSpPr>
              <p:cNvPr id="39" name="Bullet2">
                <a:extLst>
                  <a:ext uri="{FF2B5EF4-FFF2-40B4-BE49-F238E27FC236}">
                    <a16:creationId xmlns:a16="http://schemas.microsoft.com/office/drawing/2014/main" id="{B9A283C2-00D4-9DF5-DC6E-6C87B1980ABB}"/>
                  </a:ext>
                </a:extLst>
              </p:cNvPr>
              <p:cNvSpPr txBox="1"/>
              <p:nvPr/>
            </p:nvSpPr>
            <p:spPr>
              <a:xfrm>
                <a:off x="4148423" y="2244177"/>
                <a:ext cx="3249326" cy="688833"/>
              </a:xfrm>
              <a:prstGeom prst="rect">
                <a:avLst/>
              </a:prstGeom>
              <a:noFill/>
            </p:spPr>
            <p:txBody>
              <a:bodyPr wrap="square" lIns="91440" tIns="45720" rIns="91440" bIns="45720" rtlCol="0" anchor="b">
                <a:normAutofit/>
              </a:bodyPr>
              <a:lstStyle/>
              <a:p>
                <a:pPr>
                  <a:spcBef>
                    <a:spcPct val="0"/>
                  </a:spcBef>
                </a:pPr>
                <a:r>
                  <a:rPr lang="zh-CN" altLang="en-US" b="1" dirty="0">
                    <a:cs typeface="+mn-ea"/>
                    <a:sym typeface="+mn-lt"/>
                  </a:rPr>
                  <a:t>单击添加小标题</a:t>
                </a:r>
                <a:endParaRPr lang="en-US" dirty="0"/>
              </a:p>
            </p:txBody>
          </p:sp>
          <p:sp>
            <p:nvSpPr>
              <p:cNvPr id="40" name="Text2">
                <a:extLst>
                  <a:ext uri="{FF2B5EF4-FFF2-40B4-BE49-F238E27FC236}">
                    <a16:creationId xmlns:a16="http://schemas.microsoft.com/office/drawing/2014/main" id="{6232E84C-C41E-7F0E-80C4-03397B2F44B0}"/>
                  </a:ext>
                </a:extLst>
              </p:cNvPr>
              <p:cNvSpPr txBox="1"/>
              <p:nvPr/>
            </p:nvSpPr>
            <p:spPr>
              <a:xfrm>
                <a:off x="4148423" y="2933010"/>
                <a:ext cx="3249326" cy="1045629"/>
              </a:xfrm>
              <a:prstGeom prst="rect">
                <a:avLst/>
              </a:prstGeom>
              <a:noFill/>
            </p:spPr>
            <p:txBody>
              <a:bodyPr wrap="square" lIns="91440" tIns="45720" rIns="91440" bIns="45720" rtlCol="0">
                <a:normAutofit/>
              </a:body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grpSp>
        <p:grpSp>
          <p:nvGrpSpPr>
            <p:cNvPr id="52" name="组合 51">
              <a:extLst>
                <a:ext uri="{FF2B5EF4-FFF2-40B4-BE49-F238E27FC236}">
                  <a16:creationId xmlns:a16="http://schemas.microsoft.com/office/drawing/2014/main" id="{7F9E3AE2-71A3-9E67-E3BC-55F01C9A489F}"/>
                </a:ext>
              </a:extLst>
            </p:cNvPr>
            <p:cNvGrpSpPr/>
            <p:nvPr/>
          </p:nvGrpSpPr>
          <p:grpSpPr>
            <a:xfrm>
              <a:off x="660400" y="4399638"/>
              <a:ext cx="3249326" cy="1734462"/>
              <a:chOff x="660400" y="4399638"/>
              <a:chExt cx="3249326" cy="1734462"/>
            </a:xfrm>
          </p:grpSpPr>
          <p:sp>
            <p:nvSpPr>
              <p:cNvPr id="35" name="Bullet3">
                <a:extLst>
                  <a:ext uri="{FF2B5EF4-FFF2-40B4-BE49-F238E27FC236}">
                    <a16:creationId xmlns:a16="http://schemas.microsoft.com/office/drawing/2014/main" id="{3457B4AF-700E-F0CB-5E40-CC743426B858}"/>
                  </a:ext>
                </a:extLst>
              </p:cNvPr>
              <p:cNvSpPr txBox="1"/>
              <p:nvPr/>
            </p:nvSpPr>
            <p:spPr>
              <a:xfrm>
                <a:off x="660400" y="4399638"/>
                <a:ext cx="3249326" cy="688833"/>
              </a:xfrm>
              <a:prstGeom prst="rect">
                <a:avLst/>
              </a:prstGeom>
              <a:noFill/>
            </p:spPr>
            <p:txBody>
              <a:bodyPr wrap="square" lIns="91440" tIns="45720" rIns="91440" bIns="45720" rtlCol="0" anchor="b">
                <a:normAutofit/>
              </a:bodyPr>
              <a:lstStyle/>
              <a:p>
                <a:pPr>
                  <a:spcBef>
                    <a:spcPct val="0"/>
                  </a:spcBef>
                </a:pPr>
                <a:r>
                  <a:rPr lang="zh-CN" altLang="en-US" b="1" dirty="0">
                    <a:cs typeface="+mn-ea"/>
                    <a:sym typeface="+mn-lt"/>
                  </a:rPr>
                  <a:t>单击添加小标题</a:t>
                </a:r>
                <a:endParaRPr lang="en-US" dirty="0"/>
              </a:p>
            </p:txBody>
          </p:sp>
          <p:sp>
            <p:nvSpPr>
              <p:cNvPr id="36" name="Text3">
                <a:extLst>
                  <a:ext uri="{FF2B5EF4-FFF2-40B4-BE49-F238E27FC236}">
                    <a16:creationId xmlns:a16="http://schemas.microsoft.com/office/drawing/2014/main" id="{B898925B-5F55-661B-661B-EC426D8C1728}"/>
                  </a:ext>
                </a:extLst>
              </p:cNvPr>
              <p:cNvSpPr txBox="1"/>
              <p:nvPr/>
            </p:nvSpPr>
            <p:spPr>
              <a:xfrm>
                <a:off x="660400" y="5088471"/>
                <a:ext cx="3249326" cy="1045629"/>
              </a:xfrm>
              <a:prstGeom prst="rect">
                <a:avLst/>
              </a:prstGeom>
              <a:noFill/>
            </p:spPr>
            <p:txBody>
              <a:bodyPr wrap="square" lIns="91440" tIns="45720" rIns="91440" bIns="45720" rtlCol="0">
                <a:normAutofit/>
              </a:body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grpSp>
        <p:grpSp>
          <p:nvGrpSpPr>
            <p:cNvPr id="53" name="组合 52">
              <a:extLst>
                <a:ext uri="{FF2B5EF4-FFF2-40B4-BE49-F238E27FC236}">
                  <a16:creationId xmlns:a16="http://schemas.microsoft.com/office/drawing/2014/main" id="{A09A4D43-176F-569E-EE86-FC11E34BD3ED}"/>
                </a:ext>
              </a:extLst>
            </p:cNvPr>
            <p:cNvGrpSpPr/>
            <p:nvPr/>
          </p:nvGrpSpPr>
          <p:grpSpPr>
            <a:xfrm>
              <a:off x="4148423" y="4399638"/>
              <a:ext cx="3249326" cy="1734462"/>
              <a:chOff x="4148423" y="4399638"/>
              <a:chExt cx="3249326" cy="1734462"/>
            </a:xfrm>
          </p:grpSpPr>
          <p:sp>
            <p:nvSpPr>
              <p:cNvPr id="31" name="Bullet4">
                <a:extLst>
                  <a:ext uri="{FF2B5EF4-FFF2-40B4-BE49-F238E27FC236}">
                    <a16:creationId xmlns:a16="http://schemas.microsoft.com/office/drawing/2014/main" id="{ED4E3D03-DAE3-B122-256E-1E7D1F9761DB}"/>
                  </a:ext>
                </a:extLst>
              </p:cNvPr>
              <p:cNvSpPr txBox="1"/>
              <p:nvPr/>
            </p:nvSpPr>
            <p:spPr>
              <a:xfrm>
                <a:off x="4148423" y="4399638"/>
                <a:ext cx="3249326" cy="688833"/>
              </a:xfrm>
              <a:prstGeom prst="rect">
                <a:avLst/>
              </a:prstGeom>
              <a:noFill/>
            </p:spPr>
            <p:txBody>
              <a:bodyPr wrap="square" lIns="91440" tIns="45720" rIns="91440" bIns="45720" rtlCol="0" anchor="b">
                <a:normAutofit/>
              </a:bodyPr>
              <a:lstStyle/>
              <a:p>
                <a:pPr>
                  <a:spcBef>
                    <a:spcPct val="0"/>
                  </a:spcBef>
                </a:pPr>
                <a:r>
                  <a:rPr lang="zh-CN" altLang="en-US" b="1" dirty="0">
                    <a:cs typeface="+mn-ea"/>
                    <a:sym typeface="+mn-lt"/>
                  </a:rPr>
                  <a:t>单击添加小标题</a:t>
                </a:r>
                <a:endParaRPr lang="en-US" dirty="0"/>
              </a:p>
            </p:txBody>
          </p:sp>
          <p:sp>
            <p:nvSpPr>
              <p:cNvPr id="32" name="Text4">
                <a:extLst>
                  <a:ext uri="{FF2B5EF4-FFF2-40B4-BE49-F238E27FC236}">
                    <a16:creationId xmlns:a16="http://schemas.microsoft.com/office/drawing/2014/main" id="{D020A5A4-EDAA-3FC0-2509-4A7A61270166}"/>
                  </a:ext>
                </a:extLst>
              </p:cNvPr>
              <p:cNvSpPr txBox="1"/>
              <p:nvPr/>
            </p:nvSpPr>
            <p:spPr>
              <a:xfrm>
                <a:off x="4148423" y="5088471"/>
                <a:ext cx="3249326" cy="1045629"/>
              </a:xfrm>
              <a:prstGeom prst="rect">
                <a:avLst/>
              </a:prstGeom>
              <a:noFill/>
            </p:spPr>
            <p:txBody>
              <a:bodyPr wrap="square" lIns="91440" tIns="45720" rIns="91440" bIns="45720" rtlCol="0">
                <a:normAutofit/>
              </a:bodyPr>
              <a:lstStyle/>
              <a:p>
                <a:pPr>
                  <a:lnSpc>
                    <a:spcPct val="120000"/>
                  </a:lnSpc>
                </a:pPr>
                <a:r>
                  <a:rPr lang="zh-CN" altLang="en-US" sz="1200" dirty="0" err="1">
                    <a:cs typeface="+mn-ea"/>
                    <a:sym typeface="+mn-lt"/>
                  </a:rPr>
                  <a:t>单击此处添加文本单击此处添加文本单击此处添加文本单击此处添加文本</a:t>
                </a:r>
                <a:endParaRPr lang="en-US" dirty="0"/>
              </a:p>
            </p:txBody>
          </p:sp>
        </p:grpSp>
        <p:sp>
          <p:nvSpPr>
            <p:cNvPr id="30" name="Title">
              <a:extLst>
                <a:ext uri="{FF2B5EF4-FFF2-40B4-BE49-F238E27FC236}">
                  <a16:creationId xmlns:a16="http://schemas.microsoft.com/office/drawing/2014/main" id="{7F6C23C8-05D5-777B-2408-A752C7A322D8}"/>
                </a:ext>
              </a:extLst>
            </p:cNvPr>
            <p:cNvSpPr>
              <a:spLocks/>
            </p:cNvSpPr>
            <p:nvPr/>
          </p:nvSpPr>
          <p:spPr>
            <a:xfrm>
              <a:off x="660399" y="1130301"/>
              <a:ext cx="6737350" cy="9440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sz="2400" b="1" dirty="0">
                  <a:solidFill>
                    <a:schemeClr val="tx1"/>
                  </a:solidFill>
                  <a:cs typeface="+mn-ea"/>
                  <a:sym typeface="+mn-lt"/>
                </a:rPr>
                <a:t>单击此处添加长一点的副标题</a:t>
              </a:r>
              <a:endParaRPr lang="en-US" dirty="0"/>
            </a:p>
          </p:txBody>
        </p:sp>
      </p:grpSp>
    </p:spTree>
    <p:extLst>
      <p:ext uri="{BB962C8B-B14F-4D97-AF65-F5344CB8AC3E}">
        <p14:creationId xmlns:p14="http://schemas.microsoft.com/office/powerpoint/2010/main" val="1090688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标题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23" name="组合 22">
            <a:extLst>
              <a:ext uri="{FF2B5EF4-FFF2-40B4-BE49-F238E27FC236}">
                <a16:creationId xmlns:a16="http://schemas.microsoft.com/office/drawing/2014/main" id="{1C76EB6B-0839-4149-F11E-E6A7FFDC7128}"/>
              </a:ext>
            </a:extLst>
          </p:cNvPr>
          <p:cNvGrpSpPr/>
          <p:nvPr/>
        </p:nvGrpSpPr>
        <p:grpSpPr>
          <a:xfrm>
            <a:off x="660400" y="1130301"/>
            <a:ext cx="10858500" cy="4991465"/>
            <a:chOff x="660400" y="1130301"/>
            <a:chExt cx="10858500" cy="4991465"/>
          </a:xfrm>
        </p:grpSpPr>
        <p:sp>
          <p:nvSpPr>
            <p:cNvPr id="52" name="Title">
              <a:extLst>
                <a:ext uri="{FF2B5EF4-FFF2-40B4-BE49-F238E27FC236}">
                  <a16:creationId xmlns:a16="http://schemas.microsoft.com/office/drawing/2014/main" id="{0D7269A4-0850-4087-A313-C6C9441A190E}"/>
                </a:ext>
              </a:extLst>
            </p:cNvPr>
            <p:cNvSpPr>
              <a:spLocks noChangeAspect="1"/>
            </p:cNvSpPr>
            <p:nvPr/>
          </p:nvSpPr>
          <p:spPr>
            <a:xfrm flipH="1">
              <a:off x="660400" y="1130301"/>
              <a:ext cx="10858500" cy="6540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单击此处添加长一点的副标题</a:t>
              </a:r>
              <a:endParaRPr lang="en-US" dirty="0"/>
            </a:p>
          </p:txBody>
        </p:sp>
        <p:grpSp>
          <p:nvGrpSpPr>
            <p:cNvPr id="17" name="组合 16">
              <a:extLst>
                <a:ext uri="{FF2B5EF4-FFF2-40B4-BE49-F238E27FC236}">
                  <a16:creationId xmlns:a16="http://schemas.microsoft.com/office/drawing/2014/main" id="{E86D5C3F-6350-2F39-F9A0-C7C5AA3E37D6}"/>
                </a:ext>
              </a:extLst>
            </p:cNvPr>
            <p:cNvGrpSpPr/>
            <p:nvPr/>
          </p:nvGrpSpPr>
          <p:grpSpPr>
            <a:xfrm>
              <a:off x="660400" y="2053715"/>
              <a:ext cx="5105401" cy="1267480"/>
              <a:chOff x="660400" y="2053715"/>
              <a:chExt cx="5105401" cy="1267480"/>
            </a:xfrm>
          </p:grpSpPr>
          <p:sp>
            <p:nvSpPr>
              <p:cNvPr id="38" name="ComponentBackground1">
                <a:extLst>
                  <a:ext uri="{FF2B5EF4-FFF2-40B4-BE49-F238E27FC236}">
                    <a16:creationId xmlns:a16="http://schemas.microsoft.com/office/drawing/2014/main" id="{93CDD66A-1ED2-AD01-5226-A650DCCB33E8}"/>
                  </a:ext>
                </a:extLst>
              </p:cNvPr>
              <p:cNvSpPr/>
              <p:nvPr/>
            </p:nvSpPr>
            <p:spPr>
              <a:xfrm>
                <a:off x="1754882" y="2053715"/>
                <a:ext cx="4010919" cy="1267480"/>
              </a:xfrm>
              <a:prstGeom prst="roundRect">
                <a:avLst>
                  <a:gd name="adj" fmla="val 14100"/>
                </a:avLst>
              </a:prstGeom>
              <a:solidFill>
                <a:schemeClr val="bg1"/>
              </a:solidFill>
              <a:ln w="12700">
                <a:solidFill>
                  <a:schemeClr val="accent1">
                    <a:alpha val="50000"/>
                  </a:schemeClr>
                </a:solid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Arial" panose="020B0604020202020204" pitchFamily="34" charset="0"/>
                </a:endParaRPr>
              </a:p>
            </p:txBody>
          </p:sp>
          <p:grpSp>
            <p:nvGrpSpPr>
              <p:cNvPr id="10" name="组合 9">
                <a:extLst>
                  <a:ext uri="{FF2B5EF4-FFF2-40B4-BE49-F238E27FC236}">
                    <a16:creationId xmlns:a16="http://schemas.microsoft.com/office/drawing/2014/main" id="{B675149D-571E-1DA1-FE9C-207633E26A2F}"/>
                  </a:ext>
                </a:extLst>
              </p:cNvPr>
              <p:cNvGrpSpPr/>
              <p:nvPr/>
            </p:nvGrpSpPr>
            <p:grpSpPr>
              <a:xfrm>
                <a:off x="1912897" y="2172078"/>
                <a:ext cx="3708004" cy="1003433"/>
                <a:chOff x="1912897" y="2172078"/>
                <a:chExt cx="3708004" cy="1003433"/>
              </a:xfrm>
            </p:grpSpPr>
            <p:sp>
              <p:nvSpPr>
                <p:cNvPr id="86" name="Bullet1">
                  <a:extLst>
                    <a:ext uri="{FF2B5EF4-FFF2-40B4-BE49-F238E27FC236}">
                      <a16:creationId xmlns:a16="http://schemas.microsoft.com/office/drawing/2014/main" id="{4FC8B994-8623-6FD7-CED2-2D82AA0974F4}"/>
                    </a:ext>
                  </a:extLst>
                </p:cNvPr>
                <p:cNvSpPr txBox="1"/>
                <p:nvPr/>
              </p:nvSpPr>
              <p:spPr>
                <a:xfrm>
                  <a:off x="1912897" y="2172078"/>
                  <a:ext cx="3708000" cy="410543"/>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单击添加小标题</a:t>
                  </a:r>
                  <a:endParaRPr lang="en-US" dirty="0"/>
                </a:p>
              </p:txBody>
            </p:sp>
            <p:sp>
              <p:nvSpPr>
                <p:cNvPr id="87" name="Text1">
                  <a:extLst>
                    <a:ext uri="{FF2B5EF4-FFF2-40B4-BE49-F238E27FC236}">
                      <a16:creationId xmlns:a16="http://schemas.microsoft.com/office/drawing/2014/main" id="{DB6591C2-D0E6-DC83-8F94-FA0DD5EB4595}"/>
                    </a:ext>
                  </a:extLst>
                </p:cNvPr>
                <p:cNvSpPr txBox="1"/>
                <p:nvPr/>
              </p:nvSpPr>
              <p:spPr>
                <a:xfrm>
                  <a:off x="1912901" y="2582621"/>
                  <a:ext cx="3708000" cy="592890"/>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单击此处添加文本单击此处添加文本单击此处添加文本单击此处添加文本</a:t>
                  </a:r>
                  <a:endParaRPr lang="en-US" dirty="0"/>
                </a:p>
              </p:txBody>
            </p:sp>
          </p:grpSp>
          <p:sp>
            <p:nvSpPr>
              <p:cNvPr id="88" name="Number1">
                <a:extLst>
                  <a:ext uri="{FF2B5EF4-FFF2-40B4-BE49-F238E27FC236}">
                    <a16:creationId xmlns:a16="http://schemas.microsoft.com/office/drawing/2014/main" id="{6B880642-1DC8-B661-EFCA-D0F7B25B3C77}"/>
                  </a:ext>
                </a:extLst>
              </p:cNvPr>
              <p:cNvSpPr>
                <a:spLocks/>
              </p:cNvSpPr>
              <p:nvPr/>
            </p:nvSpPr>
            <p:spPr>
              <a:xfrm>
                <a:off x="660400" y="2053715"/>
                <a:ext cx="972031" cy="1267480"/>
              </a:xfrm>
              <a:prstGeom prst="roundRect">
                <a:avLst>
                  <a:gd name="adj" fmla="val 19600"/>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Arial" panose="020B0604020202020204" pitchFamily="34" charset="0"/>
                  </a:rPr>
                  <a:t>1</a:t>
                </a:r>
                <a:endParaRPr lang="zh-CN" altLang="en-US" sz="3200" b="1" dirty="0">
                  <a:cs typeface="+mn-ea"/>
                  <a:sym typeface="Arial" panose="020B0604020202020204" pitchFamily="34" charset="0"/>
                </a:endParaRPr>
              </a:p>
            </p:txBody>
          </p:sp>
        </p:grpSp>
        <p:grpSp>
          <p:nvGrpSpPr>
            <p:cNvPr id="18" name="组合 17">
              <a:extLst>
                <a:ext uri="{FF2B5EF4-FFF2-40B4-BE49-F238E27FC236}">
                  <a16:creationId xmlns:a16="http://schemas.microsoft.com/office/drawing/2014/main" id="{43C66A78-7F8D-B22C-15D3-0E3DDFDB2AAA}"/>
                </a:ext>
              </a:extLst>
            </p:cNvPr>
            <p:cNvGrpSpPr/>
            <p:nvPr/>
          </p:nvGrpSpPr>
          <p:grpSpPr>
            <a:xfrm>
              <a:off x="6413498" y="2053715"/>
              <a:ext cx="5105401" cy="1267480"/>
              <a:chOff x="6413498" y="2053715"/>
              <a:chExt cx="5105401" cy="1267480"/>
            </a:xfrm>
          </p:grpSpPr>
          <p:sp>
            <p:nvSpPr>
              <p:cNvPr id="41" name="ComponentBackground2">
                <a:extLst>
                  <a:ext uri="{FF2B5EF4-FFF2-40B4-BE49-F238E27FC236}">
                    <a16:creationId xmlns:a16="http://schemas.microsoft.com/office/drawing/2014/main" id="{C7F5AB74-94C9-DDC8-4041-07873550F32E}"/>
                  </a:ext>
                </a:extLst>
              </p:cNvPr>
              <p:cNvSpPr/>
              <p:nvPr/>
            </p:nvSpPr>
            <p:spPr>
              <a:xfrm>
                <a:off x="7507980" y="2053715"/>
                <a:ext cx="4010919" cy="1267480"/>
              </a:xfrm>
              <a:prstGeom prst="roundRect">
                <a:avLst>
                  <a:gd name="adj" fmla="val 14100"/>
                </a:avLst>
              </a:prstGeom>
              <a:solidFill>
                <a:schemeClr val="bg1"/>
              </a:solidFill>
              <a:ln w="12700">
                <a:solidFill>
                  <a:schemeClr val="accent1">
                    <a:alpha val="50000"/>
                  </a:schemeClr>
                </a:solid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Arial" panose="020B0604020202020204" pitchFamily="34" charset="0"/>
                </a:endParaRPr>
              </a:p>
            </p:txBody>
          </p:sp>
          <p:grpSp>
            <p:nvGrpSpPr>
              <p:cNvPr id="11" name="组合 10">
                <a:extLst>
                  <a:ext uri="{FF2B5EF4-FFF2-40B4-BE49-F238E27FC236}">
                    <a16:creationId xmlns:a16="http://schemas.microsoft.com/office/drawing/2014/main" id="{12E59379-17C8-F073-7CB4-63689A34D926}"/>
                  </a:ext>
                </a:extLst>
              </p:cNvPr>
              <p:cNvGrpSpPr/>
              <p:nvPr/>
            </p:nvGrpSpPr>
            <p:grpSpPr>
              <a:xfrm>
                <a:off x="7665995" y="2172078"/>
                <a:ext cx="3708004" cy="1003433"/>
                <a:chOff x="7665995" y="2172078"/>
                <a:chExt cx="3708004" cy="1003433"/>
              </a:xfrm>
            </p:grpSpPr>
            <p:sp>
              <p:nvSpPr>
                <p:cNvPr id="83" name="Bullet2">
                  <a:extLst>
                    <a:ext uri="{FF2B5EF4-FFF2-40B4-BE49-F238E27FC236}">
                      <a16:creationId xmlns:a16="http://schemas.microsoft.com/office/drawing/2014/main" id="{09C6CE23-FA15-6A92-3639-832579D04052}"/>
                    </a:ext>
                  </a:extLst>
                </p:cNvPr>
                <p:cNvSpPr txBox="1"/>
                <p:nvPr/>
              </p:nvSpPr>
              <p:spPr>
                <a:xfrm>
                  <a:off x="7665995" y="2172078"/>
                  <a:ext cx="3708000" cy="410543"/>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单击添加小标题</a:t>
                  </a:r>
                  <a:endParaRPr lang="en-US" dirty="0"/>
                </a:p>
              </p:txBody>
            </p:sp>
            <p:sp>
              <p:nvSpPr>
                <p:cNvPr id="84" name="Text2">
                  <a:extLst>
                    <a:ext uri="{FF2B5EF4-FFF2-40B4-BE49-F238E27FC236}">
                      <a16:creationId xmlns:a16="http://schemas.microsoft.com/office/drawing/2014/main" id="{71825863-A0AC-BB58-AF31-62E79491EA80}"/>
                    </a:ext>
                  </a:extLst>
                </p:cNvPr>
                <p:cNvSpPr txBox="1"/>
                <p:nvPr/>
              </p:nvSpPr>
              <p:spPr>
                <a:xfrm>
                  <a:off x="7665999" y="2582621"/>
                  <a:ext cx="3708000" cy="592890"/>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单击此处添加文本单击此处添加文本单击此处添加文本单击此处添加文本</a:t>
                  </a:r>
                  <a:endParaRPr lang="en-US" dirty="0"/>
                </a:p>
              </p:txBody>
            </p:sp>
          </p:grpSp>
          <p:sp>
            <p:nvSpPr>
              <p:cNvPr id="85" name="Number2">
                <a:extLst>
                  <a:ext uri="{FF2B5EF4-FFF2-40B4-BE49-F238E27FC236}">
                    <a16:creationId xmlns:a16="http://schemas.microsoft.com/office/drawing/2014/main" id="{3D9AC6AD-134A-0D10-B7CA-BDFD7918B756}"/>
                  </a:ext>
                </a:extLst>
              </p:cNvPr>
              <p:cNvSpPr>
                <a:spLocks/>
              </p:cNvSpPr>
              <p:nvPr/>
            </p:nvSpPr>
            <p:spPr>
              <a:xfrm>
                <a:off x="6413498" y="2053715"/>
                <a:ext cx="972031" cy="1267480"/>
              </a:xfrm>
              <a:prstGeom prst="roundRect">
                <a:avLst>
                  <a:gd name="adj" fmla="val 19600"/>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Arial" panose="020B0604020202020204" pitchFamily="34" charset="0"/>
                  </a:rPr>
                  <a:t>2</a:t>
                </a:r>
                <a:endParaRPr lang="zh-CN" altLang="en-US" sz="3200" b="1" dirty="0">
                  <a:cs typeface="+mn-ea"/>
                  <a:sym typeface="Arial" panose="020B0604020202020204" pitchFamily="34" charset="0"/>
                </a:endParaRPr>
              </a:p>
            </p:txBody>
          </p:sp>
        </p:grpSp>
        <p:grpSp>
          <p:nvGrpSpPr>
            <p:cNvPr id="19" name="组合 18">
              <a:extLst>
                <a:ext uri="{FF2B5EF4-FFF2-40B4-BE49-F238E27FC236}">
                  <a16:creationId xmlns:a16="http://schemas.microsoft.com/office/drawing/2014/main" id="{EB9ACEF3-9606-0832-0D6B-447C4521B5FC}"/>
                </a:ext>
              </a:extLst>
            </p:cNvPr>
            <p:cNvGrpSpPr/>
            <p:nvPr/>
          </p:nvGrpSpPr>
          <p:grpSpPr>
            <a:xfrm>
              <a:off x="660400" y="3466334"/>
              <a:ext cx="5105401" cy="1242812"/>
              <a:chOff x="660400" y="3466334"/>
              <a:chExt cx="5105401" cy="1242812"/>
            </a:xfrm>
          </p:grpSpPr>
          <p:sp>
            <p:nvSpPr>
              <p:cNvPr id="39" name="ComponentBackground3">
                <a:extLst>
                  <a:ext uri="{FF2B5EF4-FFF2-40B4-BE49-F238E27FC236}">
                    <a16:creationId xmlns:a16="http://schemas.microsoft.com/office/drawing/2014/main" id="{AA2B38CE-F9EF-C6F1-6C2C-B59EDEB86AA3}"/>
                  </a:ext>
                </a:extLst>
              </p:cNvPr>
              <p:cNvSpPr/>
              <p:nvPr/>
            </p:nvSpPr>
            <p:spPr>
              <a:xfrm>
                <a:off x="1754882" y="3466334"/>
                <a:ext cx="4010919" cy="1242812"/>
              </a:xfrm>
              <a:prstGeom prst="roundRect">
                <a:avLst>
                  <a:gd name="adj" fmla="val 14100"/>
                </a:avLst>
              </a:prstGeom>
              <a:solidFill>
                <a:schemeClr val="bg1"/>
              </a:solidFill>
              <a:ln w="12700">
                <a:solidFill>
                  <a:schemeClr val="accent1">
                    <a:alpha val="50000"/>
                  </a:schemeClr>
                </a:solid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Arial" panose="020B0604020202020204" pitchFamily="34" charset="0"/>
                </a:endParaRPr>
              </a:p>
            </p:txBody>
          </p:sp>
          <p:grpSp>
            <p:nvGrpSpPr>
              <p:cNvPr id="13" name="组合 12">
                <a:extLst>
                  <a:ext uri="{FF2B5EF4-FFF2-40B4-BE49-F238E27FC236}">
                    <a16:creationId xmlns:a16="http://schemas.microsoft.com/office/drawing/2014/main" id="{71098D74-E1ED-36E3-BE26-DCFFCDA0ECEF}"/>
                  </a:ext>
                </a:extLst>
              </p:cNvPr>
              <p:cNvGrpSpPr/>
              <p:nvPr/>
            </p:nvGrpSpPr>
            <p:grpSpPr>
              <a:xfrm>
                <a:off x="1912897" y="3584697"/>
                <a:ext cx="3708004" cy="1003433"/>
                <a:chOff x="1912897" y="3584697"/>
                <a:chExt cx="3708004" cy="1003433"/>
              </a:xfrm>
            </p:grpSpPr>
            <p:sp>
              <p:nvSpPr>
                <p:cNvPr id="80" name="Bullet3">
                  <a:extLst>
                    <a:ext uri="{FF2B5EF4-FFF2-40B4-BE49-F238E27FC236}">
                      <a16:creationId xmlns:a16="http://schemas.microsoft.com/office/drawing/2014/main" id="{A17DD072-444A-82AF-DDBC-8750C7FF4505}"/>
                    </a:ext>
                  </a:extLst>
                </p:cNvPr>
                <p:cNvSpPr txBox="1"/>
                <p:nvPr/>
              </p:nvSpPr>
              <p:spPr>
                <a:xfrm>
                  <a:off x="1912897" y="3584697"/>
                  <a:ext cx="3708000" cy="410543"/>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单击添加小标题</a:t>
                  </a:r>
                  <a:endParaRPr lang="en-US" dirty="0"/>
                </a:p>
              </p:txBody>
            </p:sp>
            <p:sp>
              <p:nvSpPr>
                <p:cNvPr id="81" name="Text3">
                  <a:extLst>
                    <a:ext uri="{FF2B5EF4-FFF2-40B4-BE49-F238E27FC236}">
                      <a16:creationId xmlns:a16="http://schemas.microsoft.com/office/drawing/2014/main" id="{3727B936-48EB-E6DB-3EDB-EE684067D084}"/>
                    </a:ext>
                  </a:extLst>
                </p:cNvPr>
                <p:cNvSpPr txBox="1"/>
                <p:nvPr/>
              </p:nvSpPr>
              <p:spPr>
                <a:xfrm>
                  <a:off x="1912901" y="3995240"/>
                  <a:ext cx="3708000" cy="592890"/>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单击此处添加文本单击此处添加文本单击此处添加文本单击此处添加文本</a:t>
                  </a:r>
                  <a:endParaRPr lang="en-US" dirty="0"/>
                </a:p>
              </p:txBody>
            </p:sp>
          </p:grpSp>
          <p:sp>
            <p:nvSpPr>
              <p:cNvPr id="82" name="Number3">
                <a:extLst>
                  <a:ext uri="{FF2B5EF4-FFF2-40B4-BE49-F238E27FC236}">
                    <a16:creationId xmlns:a16="http://schemas.microsoft.com/office/drawing/2014/main" id="{17B89354-2111-286D-BE03-30CD4BD2EA2B}"/>
                  </a:ext>
                </a:extLst>
              </p:cNvPr>
              <p:cNvSpPr>
                <a:spLocks/>
              </p:cNvSpPr>
              <p:nvPr/>
            </p:nvSpPr>
            <p:spPr>
              <a:xfrm>
                <a:off x="660400" y="3466334"/>
                <a:ext cx="972031" cy="1242812"/>
              </a:xfrm>
              <a:prstGeom prst="roundRect">
                <a:avLst>
                  <a:gd name="adj" fmla="val 19600"/>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Arial" panose="020B0604020202020204" pitchFamily="34" charset="0"/>
                  </a:rPr>
                  <a:t>3</a:t>
                </a:r>
                <a:endParaRPr lang="zh-CN" altLang="en-US" sz="3200" b="1" dirty="0">
                  <a:cs typeface="+mn-ea"/>
                  <a:sym typeface="Arial" panose="020B0604020202020204" pitchFamily="34" charset="0"/>
                </a:endParaRPr>
              </a:p>
            </p:txBody>
          </p:sp>
        </p:grpSp>
        <p:grpSp>
          <p:nvGrpSpPr>
            <p:cNvPr id="20" name="组合 19">
              <a:extLst>
                <a:ext uri="{FF2B5EF4-FFF2-40B4-BE49-F238E27FC236}">
                  <a16:creationId xmlns:a16="http://schemas.microsoft.com/office/drawing/2014/main" id="{2A5B7DC8-6EEF-6425-5F95-5B79A652E3ED}"/>
                </a:ext>
              </a:extLst>
            </p:cNvPr>
            <p:cNvGrpSpPr/>
            <p:nvPr/>
          </p:nvGrpSpPr>
          <p:grpSpPr>
            <a:xfrm>
              <a:off x="6413498" y="3466334"/>
              <a:ext cx="5105401" cy="1242812"/>
              <a:chOff x="6413498" y="3466334"/>
              <a:chExt cx="5105401" cy="1242812"/>
            </a:xfrm>
          </p:grpSpPr>
          <p:sp>
            <p:nvSpPr>
              <p:cNvPr id="45" name="ComponentBackground4">
                <a:extLst>
                  <a:ext uri="{FF2B5EF4-FFF2-40B4-BE49-F238E27FC236}">
                    <a16:creationId xmlns:a16="http://schemas.microsoft.com/office/drawing/2014/main" id="{B8AA65C3-7884-13CD-B86A-289293F966EA}"/>
                  </a:ext>
                </a:extLst>
              </p:cNvPr>
              <p:cNvSpPr/>
              <p:nvPr/>
            </p:nvSpPr>
            <p:spPr>
              <a:xfrm>
                <a:off x="7507980" y="3466334"/>
                <a:ext cx="4010919" cy="1242812"/>
              </a:xfrm>
              <a:prstGeom prst="roundRect">
                <a:avLst>
                  <a:gd name="adj" fmla="val 14100"/>
                </a:avLst>
              </a:prstGeom>
              <a:solidFill>
                <a:schemeClr val="bg1"/>
              </a:solidFill>
              <a:ln w="12700">
                <a:solidFill>
                  <a:schemeClr val="accent1">
                    <a:alpha val="50000"/>
                  </a:schemeClr>
                </a:solid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Arial" panose="020B0604020202020204" pitchFamily="34" charset="0"/>
                </a:endParaRPr>
              </a:p>
            </p:txBody>
          </p:sp>
          <p:grpSp>
            <p:nvGrpSpPr>
              <p:cNvPr id="14" name="组合 13">
                <a:extLst>
                  <a:ext uri="{FF2B5EF4-FFF2-40B4-BE49-F238E27FC236}">
                    <a16:creationId xmlns:a16="http://schemas.microsoft.com/office/drawing/2014/main" id="{175C6A6B-ED46-4A27-7945-FC39AA826A94}"/>
                  </a:ext>
                </a:extLst>
              </p:cNvPr>
              <p:cNvGrpSpPr/>
              <p:nvPr/>
            </p:nvGrpSpPr>
            <p:grpSpPr>
              <a:xfrm>
                <a:off x="7665995" y="3584697"/>
                <a:ext cx="3708004" cy="1003433"/>
                <a:chOff x="7665995" y="3584697"/>
                <a:chExt cx="3708004" cy="1003433"/>
              </a:xfrm>
            </p:grpSpPr>
            <p:sp>
              <p:nvSpPr>
                <p:cNvPr id="77" name="Bullet4">
                  <a:extLst>
                    <a:ext uri="{FF2B5EF4-FFF2-40B4-BE49-F238E27FC236}">
                      <a16:creationId xmlns:a16="http://schemas.microsoft.com/office/drawing/2014/main" id="{09DF3902-7373-7B94-2AD0-8C23FFBAC80F}"/>
                    </a:ext>
                  </a:extLst>
                </p:cNvPr>
                <p:cNvSpPr txBox="1"/>
                <p:nvPr/>
              </p:nvSpPr>
              <p:spPr>
                <a:xfrm>
                  <a:off x="7665995" y="3584697"/>
                  <a:ext cx="3708000" cy="410543"/>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单击添加小标题</a:t>
                  </a:r>
                  <a:endParaRPr lang="en-US" dirty="0"/>
                </a:p>
              </p:txBody>
            </p:sp>
            <p:sp>
              <p:nvSpPr>
                <p:cNvPr id="78" name="Text4">
                  <a:extLst>
                    <a:ext uri="{FF2B5EF4-FFF2-40B4-BE49-F238E27FC236}">
                      <a16:creationId xmlns:a16="http://schemas.microsoft.com/office/drawing/2014/main" id="{3FB8299C-EF02-EAF3-4575-4AF5C5D51050}"/>
                    </a:ext>
                  </a:extLst>
                </p:cNvPr>
                <p:cNvSpPr txBox="1"/>
                <p:nvPr/>
              </p:nvSpPr>
              <p:spPr>
                <a:xfrm>
                  <a:off x="7665999" y="3995240"/>
                  <a:ext cx="3708000" cy="592890"/>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单击此处添加文本单击此处添加文本单击此处添加文本单击此处添加文本</a:t>
                  </a:r>
                  <a:endParaRPr lang="en-US" dirty="0"/>
                </a:p>
              </p:txBody>
            </p:sp>
          </p:grpSp>
          <p:sp>
            <p:nvSpPr>
              <p:cNvPr id="79" name="Number4">
                <a:extLst>
                  <a:ext uri="{FF2B5EF4-FFF2-40B4-BE49-F238E27FC236}">
                    <a16:creationId xmlns:a16="http://schemas.microsoft.com/office/drawing/2014/main" id="{0E879D2B-44A0-4086-B0D4-49C9D283DCA8}"/>
                  </a:ext>
                </a:extLst>
              </p:cNvPr>
              <p:cNvSpPr>
                <a:spLocks/>
              </p:cNvSpPr>
              <p:nvPr/>
            </p:nvSpPr>
            <p:spPr>
              <a:xfrm>
                <a:off x="6413498" y="3466334"/>
                <a:ext cx="972031" cy="1242812"/>
              </a:xfrm>
              <a:prstGeom prst="roundRect">
                <a:avLst>
                  <a:gd name="adj" fmla="val 19600"/>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Arial" panose="020B0604020202020204" pitchFamily="34" charset="0"/>
                  </a:rPr>
                  <a:t>4</a:t>
                </a:r>
                <a:endParaRPr lang="zh-CN" altLang="en-US" sz="3200" b="1" dirty="0">
                  <a:cs typeface="+mn-ea"/>
                  <a:sym typeface="Arial" panose="020B0604020202020204" pitchFamily="34" charset="0"/>
                </a:endParaRPr>
              </a:p>
            </p:txBody>
          </p:sp>
        </p:grpSp>
        <p:grpSp>
          <p:nvGrpSpPr>
            <p:cNvPr id="21" name="组合 20">
              <a:extLst>
                <a:ext uri="{FF2B5EF4-FFF2-40B4-BE49-F238E27FC236}">
                  <a16:creationId xmlns:a16="http://schemas.microsoft.com/office/drawing/2014/main" id="{6770B4FF-00F2-F8BF-22CC-6614AB51778C}"/>
                </a:ext>
              </a:extLst>
            </p:cNvPr>
            <p:cNvGrpSpPr/>
            <p:nvPr/>
          </p:nvGrpSpPr>
          <p:grpSpPr>
            <a:xfrm>
              <a:off x="660400" y="4878954"/>
              <a:ext cx="5105401" cy="1242812"/>
              <a:chOff x="660400" y="4878954"/>
              <a:chExt cx="5105401" cy="1242812"/>
            </a:xfrm>
          </p:grpSpPr>
          <p:sp>
            <p:nvSpPr>
              <p:cNvPr id="40" name="ComponentBackground5">
                <a:extLst>
                  <a:ext uri="{FF2B5EF4-FFF2-40B4-BE49-F238E27FC236}">
                    <a16:creationId xmlns:a16="http://schemas.microsoft.com/office/drawing/2014/main" id="{8D82C4B6-6BFB-0935-9EB4-7AB64A5D74FF}"/>
                  </a:ext>
                </a:extLst>
              </p:cNvPr>
              <p:cNvSpPr/>
              <p:nvPr/>
            </p:nvSpPr>
            <p:spPr>
              <a:xfrm>
                <a:off x="1754882" y="4878954"/>
                <a:ext cx="4010919" cy="1242812"/>
              </a:xfrm>
              <a:prstGeom prst="roundRect">
                <a:avLst>
                  <a:gd name="adj" fmla="val 14100"/>
                </a:avLst>
              </a:prstGeom>
              <a:solidFill>
                <a:schemeClr val="bg1"/>
              </a:solidFill>
              <a:ln w="12700">
                <a:solidFill>
                  <a:schemeClr val="accent1">
                    <a:alpha val="50000"/>
                  </a:schemeClr>
                </a:solid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Arial" panose="020B0604020202020204" pitchFamily="34" charset="0"/>
                </a:endParaRPr>
              </a:p>
            </p:txBody>
          </p:sp>
          <p:grpSp>
            <p:nvGrpSpPr>
              <p:cNvPr id="15" name="组合 14">
                <a:extLst>
                  <a:ext uri="{FF2B5EF4-FFF2-40B4-BE49-F238E27FC236}">
                    <a16:creationId xmlns:a16="http://schemas.microsoft.com/office/drawing/2014/main" id="{2B6247FC-7753-5DB6-0B9B-15072DB98FA9}"/>
                  </a:ext>
                </a:extLst>
              </p:cNvPr>
              <p:cNvGrpSpPr/>
              <p:nvPr/>
            </p:nvGrpSpPr>
            <p:grpSpPr>
              <a:xfrm>
                <a:off x="1912897" y="4997317"/>
                <a:ext cx="3708004" cy="1003433"/>
                <a:chOff x="1912897" y="4997317"/>
                <a:chExt cx="3708004" cy="1003433"/>
              </a:xfrm>
            </p:grpSpPr>
            <p:sp>
              <p:nvSpPr>
                <p:cNvPr id="74" name="Bullet5">
                  <a:extLst>
                    <a:ext uri="{FF2B5EF4-FFF2-40B4-BE49-F238E27FC236}">
                      <a16:creationId xmlns:a16="http://schemas.microsoft.com/office/drawing/2014/main" id="{338A4166-10CB-841D-648E-9998E72C17B8}"/>
                    </a:ext>
                  </a:extLst>
                </p:cNvPr>
                <p:cNvSpPr txBox="1"/>
                <p:nvPr/>
              </p:nvSpPr>
              <p:spPr>
                <a:xfrm>
                  <a:off x="1912897" y="4997317"/>
                  <a:ext cx="3708000" cy="410543"/>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单击添加小标题</a:t>
                  </a:r>
                  <a:endParaRPr lang="en-US" dirty="0"/>
                </a:p>
              </p:txBody>
            </p:sp>
            <p:sp>
              <p:nvSpPr>
                <p:cNvPr id="75" name="Text5">
                  <a:extLst>
                    <a:ext uri="{FF2B5EF4-FFF2-40B4-BE49-F238E27FC236}">
                      <a16:creationId xmlns:a16="http://schemas.microsoft.com/office/drawing/2014/main" id="{FE975D42-1DB1-F685-6B2C-49A020C22071}"/>
                    </a:ext>
                  </a:extLst>
                </p:cNvPr>
                <p:cNvSpPr txBox="1"/>
                <p:nvPr/>
              </p:nvSpPr>
              <p:spPr>
                <a:xfrm>
                  <a:off x="1912901" y="5407860"/>
                  <a:ext cx="3708000" cy="592890"/>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单击此处添加文本单击此处添加文本单击此处添加文本单击此处添加文本</a:t>
                  </a:r>
                  <a:endParaRPr lang="en-US" dirty="0"/>
                </a:p>
              </p:txBody>
            </p:sp>
          </p:grpSp>
          <p:sp>
            <p:nvSpPr>
              <p:cNvPr id="76" name="Number5">
                <a:extLst>
                  <a:ext uri="{FF2B5EF4-FFF2-40B4-BE49-F238E27FC236}">
                    <a16:creationId xmlns:a16="http://schemas.microsoft.com/office/drawing/2014/main" id="{AC0E799C-0C5C-FF19-D104-2EB388C4D612}"/>
                  </a:ext>
                </a:extLst>
              </p:cNvPr>
              <p:cNvSpPr>
                <a:spLocks/>
              </p:cNvSpPr>
              <p:nvPr/>
            </p:nvSpPr>
            <p:spPr>
              <a:xfrm>
                <a:off x="660400" y="4878954"/>
                <a:ext cx="972031" cy="1242812"/>
              </a:xfrm>
              <a:prstGeom prst="roundRect">
                <a:avLst>
                  <a:gd name="adj" fmla="val 19600"/>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Arial" panose="020B0604020202020204" pitchFamily="34" charset="0"/>
                  </a:rPr>
                  <a:t>5</a:t>
                </a:r>
                <a:endParaRPr lang="zh-CN" altLang="en-US" sz="3200" b="1" dirty="0">
                  <a:cs typeface="+mn-ea"/>
                  <a:sym typeface="Arial" panose="020B0604020202020204" pitchFamily="34" charset="0"/>
                </a:endParaRPr>
              </a:p>
            </p:txBody>
          </p:sp>
        </p:grpSp>
        <p:grpSp>
          <p:nvGrpSpPr>
            <p:cNvPr id="22" name="组合 21">
              <a:extLst>
                <a:ext uri="{FF2B5EF4-FFF2-40B4-BE49-F238E27FC236}">
                  <a16:creationId xmlns:a16="http://schemas.microsoft.com/office/drawing/2014/main" id="{D5CC90B1-C280-23D8-9745-BD2502BAC4BF}"/>
                </a:ext>
              </a:extLst>
            </p:cNvPr>
            <p:cNvGrpSpPr/>
            <p:nvPr/>
          </p:nvGrpSpPr>
          <p:grpSpPr>
            <a:xfrm>
              <a:off x="6413498" y="4878954"/>
              <a:ext cx="5105401" cy="1242812"/>
              <a:chOff x="6413498" y="4878954"/>
              <a:chExt cx="5105401" cy="1242812"/>
            </a:xfrm>
          </p:grpSpPr>
          <p:sp>
            <p:nvSpPr>
              <p:cNvPr id="48" name="ComponentBackground6">
                <a:extLst>
                  <a:ext uri="{FF2B5EF4-FFF2-40B4-BE49-F238E27FC236}">
                    <a16:creationId xmlns:a16="http://schemas.microsoft.com/office/drawing/2014/main" id="{1989A583-752B-C18A-D482-A895D3D3BB1F}"/>
                  </a:ext>
                </a:extLst>
              </p:cNvPr>
              <p:cNvSpPr/>
              <p:nvPr/>
            </p:nvSpPr>
            <p:spPr>
              <a:xfrm>
                <a:off x="7507980" y="4878954"/>
                <a:ext cx="4010919" cy="1242812"/>
              </a:xfrm>
              <a:prstGeom prst="roundRect">
                <a:avLst>
                  <a:gd name="adj" fmla="val 14100"/>
                </a:avLst>
              </a:prstGeom>
              <a:solidFill>
                <a:schemeClr val="bg1"/>
              </a:solidFill>
              <a:ln w="12700">
                <a:solidFill>
                  <a:schemeClr val="accent1">
                    <a:alpha val="50000"/>
                  </a:schemeClr>
                </a:solid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Arial" panose="020B0604020202020204" pitchFamily="34" charset="0"/>
                </a:endParaRPr>
              </a:p>
            </p:txBody>
          </p:sp>
          <p:grpSp>
            <p:nvGrpSpPr>
              <p:cNvPr id="16" name="组合 15">
                <a:extLst>
                  <a:ext uri="{FF2B5EF4-FFF2-40B4-BE49-F238E27FC236}">
                    <a16:creationId xmlns:a16="http://schemas.microsoft.com/office/drawing/2014/main" id="{8124D4BB-1B2D-9CCB-BD41-3DE70BC9A707}"/>
                  </a:ext>
                </a:extLst>
              </p:cNvPr>
              <p:cNvGrpSpPr/>
              <p:nvPr/>
            </p:nvGrpSpPr>
            <p:grpSpPr>
              <a:xfrm>
                <a:off x="7665995" y="4997317"/>
                <a:ext cx="3708004" cy="1003433"/>
                <a:chOff x="7665995" y="4997317"/>
                <a:chExt cx="3708004" cy="1003433"/>
              </a:xfrm>
            </p:grpSpPr>
            <p:sp>
              <p:nvSpPr>
                <p:cNvPr id="71" name="Bullet6">
                  <a:extLst>
                    <a:ext uri="{FF2B5EF4-FFF2-40B4-BE49-F238E27FC236}">
                      <a16:creationId xmlns:a16="http://schemas.microsoft.com/office/drawing/2014/main" id="{976388EC-6C80-2B3B-7BA7-DEFF1D2F5243}"/>
                    </a:ext>
                  </a:extLst>
                </p:cNvPr>
                <p:cNvSpPr txBox="1"/>
                <p:nvPr/>
              </p:nvSpPr>
              <p:spPr>
                <a:xfrm>
                  <a:off x="7665995" y="4997317"/>
                  <a:ext cx="3708000" cy="410543"/>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单击添加小标题</a:t>
                  </a:r>
                  <a:endParaRPr lang="en-US" dirty="0"/>
                </a:p>
              </p:txBody>
            </p:sp>
            <p:sp>
              <p:nvSpPr>
                <p:cNvPr id="72" name="Text6">
                  <a:extLst>
                    <a:ext uri="{FF2B5EF4-FFF2-40B4-BE49-F238E27FC236}">
                      <a16:creationId xmlns:a16="http://schemas.microsoft.com/office/drawing/2014/main" id="{4C33954A-6B64-4D0C-0667-B77568895A4E}"/>
                    </a:ext>
                  </a:extLst>
                </p:cNvPr>
                <p:cNvSpPr txBox="1"/>
                <p:nvPr/>
              </p:nvSpPr>
              <p:spPr>
                <a:xfrm>
                  <a:off x="7665999" y="5407860"/>
                  <a:ext cx="3708000" cy="592890"/>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单击此处添加文本单击此处添加文本单击此处添加文本单击此处添加文本</a:t>
                  </a:r>
                  <a:endParaRPr lang="en-US" dirty="0"/>
                </a:p>
              </p:txBody>
            </p:sp>
          </p:grpSp>
          <p:sp>
            <p:nvSpPr>
              <p:cNvPr id="73" name="Number6">
                <a:extLst>
                  <a:ext uri="{FF2B5EF4-FFF2-40B4-BE49-F238E27FC236}">
                    <a16:creationId xmlns:a16="http://schemas.microsoft.com/office/drawing/2014/main" id="{FDC9CB10-7152-07E0-F923-3221D208D76B}"/>
                  </a:ext>
                </a:extLst>
              </p:cNvPr>
              <p:cNvSpPr>
                <a:spLocks/>
              </p:cNvSpPr>
              <p:nvPr/>
            </p:nvSpPr>
            <p:spPr>
              <a:xfrm>
                <a:off x="6413498" y="4878954"/>
                <a:ext cx="972031" cy="1242812"/>
              </a:xfrm>
              <a:prstGeom prst="roundRect">
                <a:avLst>
                  <a:gd name="adj" fmla="val 19600"/>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Arial" panose="020B0604020202020204" pitchFamily="34" charset="0"/>
                  </a:rPr>
                  <a:t>6</a:t>
                </a:r>
                <a:endParaRPr lang="zh-CN" altLang="en-US" sz="3200" b="1" dirty="0">
                  <a:cs typeface="+mn-ea"/>
                  <a:sym typeface="Arial" panose="020B0604020202020204" pitchFamily="34" charset="0"/>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83FD5-1620-3C00-62F5-B1B4C3C984F7}"/>
            </a:ext>
          </a:extLst>
        </p:cNvPr>
        <p:cNvGrpSpPr/>
        <p:nvPr/>
      </p:nvGrpSpPr>
      <p:grpSpPr>
        <a:xfrm>
          <a:off x="0" y="0"/>
          <a:ext cx="0" cy="0"/>
          <a:chOff x="0" y="0"/>
          <a:chExt cx="0" cy="0"/>
        </a:xfrm>
      </p:grpSpPr>
      <p:grpSp>
        <p:nvGrpSpPr>
          <p:cNvPr id="33" name="组合 32">
            <a:extLst>
              <a:ext uri="{FF2B5EF4-FFF2-40B4-BE49-F238E27FC236}">
                <a16:creationId xmlns:a16="http://schemas.microsoft.com/office/drawing/2014/main" id="{100E1657-240E-3428-C5CD-3806C1412FB1}"/>
              </a:ext>
            </a:extLst>
          </p:cNvPr>
          <p:cNvGrpSpPr/>
          <p:nvPr/>
        </p:nvGrpSpPr>
        <p:grpSpPr>
          <a:xfrm>
            <a:off x="3239" y="1130299"/>
            <a:ext cx="12185522" cy="5727701"/>
            <a:chOff x="3239" y="1130299"/>
            <a:chExt cx="12185522" cy="5727701"/>
          </a:xfrm>
        </p:grpSpPr>
        <p:pic>
          <p:nvPicPr>
            <p:cNvPr id="32" name="图片 31">
              <a:extLst>
                <a:ext uri="{FF2B5EF4-FFF2-40B4-BE49-F238E27FC236}">
                  <a16:creationId xmlns:a16="http://schemas.microsoft.com/office/drawing/2014/main" id="{27D3AF81-1674-F903-474F-6CB92A881C53}"/>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3239" y="3733799"/>
              <a:ext cx="12185522" cy="3124201"/>
            </a:xfrm>
            <a:custGeom>
              <a:avLst/>
              <a:gdLst>
                <a:gd name="csX0" fmla="*/ 0 w 12185522"/>
                <a:gd name="csY0" fmla="*/ 0 h 3124201"/>
                <a:gd name="csX1" fmla="*/ 12185522 w 12185522"/>
                <a:gd name="csY1" fmla="*/ 0 h 3124201"/>
                <a:gd name="csX2" fmla="*/ 12185522 w 12185522"/>
                <a:gd name="csY2" fmla="*/ 3124201 h 3124201"/>
                <a:gd name="csX3" fmla="*/ 0 w 12185522"/>
                <a:gd name="csY3" fmla="*/ 3124201 h 3124201"/>
              </a:gdLst>
              <a:ahLst/>
              <a:cxnLst>
                <a:cxn ang="0">
                  <a:pos x="csX0" y="csY0"/>
                </a:cxn>
                <a:cxn ang="0">
                  <a:pos x="csX1" y="csY1"/>
                </a:cxn>
                <a:cxn ang="0">
                  <a:pos x="csX2" y="csY2"/>
                </a:cxn>
                <a:cxn ang="0">
                  <a:pos x="csX3" y="csY3"/>
                </a:cxn>
              </a:cxnLst>
              <a:rect l="l" t="t" r="r" b="b"/>
              <a:pathLst>
                <a:path w="12185522" h="3124201">
                  <a:moveTo>
                    <a:pt x="0" y="0"/>
                  </a:moveTo>
                  <a:lnTo>
                    <a:pt x="12185522" y="0"/>
                  </a:lnTo>
                  <a:lnTo>
                    <a:pt x="12185522" y="3124201"/>
                  </a:lnTo>
                  <a:lnTo>
                    <a:pt x="0" y="3124201"/>
                  </a:lnTo>
                  <a:close/>
                </a:path>
              </a:pathLst>
            </a:custGeom>
          </p:spPr>
        </p:pic>
        <p:sp>
          <p:nvSpPr>
            <p:cNvPr id="3" name="Title">
              <a:extLst>
                <a:ext uri="{FF2B5EF4-FFF2-40B4-BE49-F238E27FC236}">
                  <a16:creationId xmlns:a16="http://schemas.microsoft.com/office/drawing/2014/main" id="{71E8396A-382F-127C-06EB-1AE4477A517F}"/>
                </a:ext>
              </a:extLst>
            </p:cNvPr>
            <p:cNvSpPr>
              <a:spLocks/>
            </p:cNvSpPr>
            <p:nvPr/>
          </p:nvSpPr>
          <p:spPr>
            <a:xfrm>
              <a:off x="660400" y="1130299"/>
              <a:ext cx="10858500" cy="7366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sz="2400" b="1" dirty="0">
                  <a:solidFill>
                    <a:schemeClr val="tx1"/>
                  </a:solidFill>
                  <a:cs typeface="+mn-ea"/>
                  <a:sym typeface="+mn-lt"/>
                </a:rPr>
                <a:t>单击此处添加长一点的副标题</a:t>
              </a:r>
              <a:endParaRPr lang="en-US" dirty="0"/>
            </a:p>
          </p:txBody>
        </p:sp>
        <p:grpSp>
          <p:nvGrpSpPr>
            <p:cNvPr id="14" name="组合 13">
              <a:extLst>
                <a:ext uri="{FF2B5EF4-FFF2-40B4-BE49-F238E27FC236}">
                  <a16:creationId xmlns:a16="http://schemas.microsoft.com/office/drawing/2014/main" id="{8F52FF1F-BC26-17D0-AC95-D45BD4DCA51B}"/>
                </a:ext>
              </a:extLst>
            </p:cNvPr>
            <p:cNvGrpSpPr/>
            <p:nvPr/>
          </p:nvGrpSpPr>
          <p:grpSpPr>
            <a:xfrm>
              <a:off x="660400" y="2021084"/>
              <a:ext cx="5220000" cy="1512000"/>
              <a:chOff x="769063" y="2478284"/>
              <a:chExt cx="5220000" cy="1512000"/>
            </a:xfrm>
          </p:grpSpPr>
          <p:sp>
            <p:nvSpPr>
              <p:cNvPr id="5" name="ComponentBackground1">
                <a:extLst>
                  <a:ext uri="{FF2B5EF4-FFF2-40B4-BE49-F238E27FC236}">
                    <a16:creationId xmlns:a16="http://schemas.microsoft.com/office/drawing/2014/main" id="{046B4D06-4E9C-06CD-D2BE-3548FB03275C}"/>
                  </a:ext>
                </a:extLst>
              </p:cNvPr>
              <p:cNvSpPr>
                <a:spLocks/>
              </p:cNvSpPr>
              <p:nvPr/>
            </p:nvSpPr>
            <p:spPr>
              <a:xfrm flipH="1">
                <a:off x="769063" y="2478284"/>
                <a:ext cx="5220000" cy="1512000"/>
              </a:xfrm>
              <a:prstGeom prst="roundRect">
                <a:avLst>
                  <a:gd name="adj" fmla="val 12000"/>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Bullet1">
                <a:extLst>
                  <a:ext uri="{FF2B5EF4-FFF2-40B4-BE49-F238E27FC236}">
                    <a16:creationId xmlns:a16="http://schemas.microsoft.com/office/drawing/2014/main" id="{4C2CCB96-FE0E-A363-D223-81F5D41B9E6E}"/>
                  </a:ext>
                </a:extLst>
              </p:cNvPr>
              <p:cNvSpPr txBox="1"/>
              <p:nvPr/>
            </p:nvSpPr>
            <p:spPr>
              <a:xfrm>
                <a:off x="977902" y="2698226"/>
                <a:ext cx="4802324" cy="439459"/>
              </a:xfrm>
              <a:prstGeom prst="rect">
                <a:avLst/>
              </a:prstGeom>
              <a:noFill/>
            </p:spPr>
            <p:txBody>
              <a:bodyPr wrap="square" lIns="91440" tIns="45720" rIns="91440" bIns="45720" rtlCol="0" anchor="b">
                <a:normAutofit/>
              </a:bodyPr>
              <a:lstStyle/>
              <a:p>
                <a:pPr lvl="0" defTabSz="913765">
                  <a:buSzPct val="25000"/>
                  <a:defRPr/>
                </a:pPr>
                <a:r>
                  <a:rPr lang="zh-CN" altLang="en-US" b="1" dirty="0">
                    <a:solidFill>
                      <a:srgbClr val="FFFFFF"/>
                    </a:solidFill>
                    <a:cs typeface="+mn-ea"/>
                    <a:sym typeface="+mn-lt"/>
                  </a:rPr>
                  <a:t>单击添加小标题</a:t>
                </a:r>
                <a:endParaRPr lang="en-US" dirty="0">
                  <a:solidFill>
                    <a:srgbClr val="FFFFFF"/>
                  </a:solidFill>
                </a:endParaRPr>
              </a:p>
            </p:txBody>
          </p:sp>
          <p:sp>
            <p:nvSpPr>
              <p:cNvPr id="8" name="Text1">
                <a:extLst>
                  <a:ext uri="{FF2B5EF4-FFF2-40B4-BE49-F238E27FC236}">
                    <a16:creationId xmlns:a16="http://schemas.microsoft.com/office/drawing/2014/main" id="{0B620507-DC62-2C9A-39C9-374DA9AEE91B}"/>
                  </a:ext>
                </a:extLst>
              </p:cNvPr>
              <p:cNvSpPr txBox="1"/>
              <p:nvPr/>
            </p:nvSpPr>
            <p:spPr>
              <a:xfrm>
                <a:off x="977901" y="3137677"/>
                <a:ext cx="4802324" cy="608824"/>
              </a:xfrm>
              <a:prstGeom prst="rect">
                <a:avLst/>
              </a:prstGeom>
              <a:noFill/>
            </p:spPr>
            <p:txBody>
              <a:bodyPr wrap="square" lIns="91440" tIns="45720" rIns="91440" bIns="45720">
                <a:normAutofit/>
              </a:bodyPr>
              <a:lstStyle/>
              <a:p>
                <a:pPr>
                  <a:lnSpc>
                    <a:spcPct val="120000"/>
                  </a:lnSpc>
                  <a:buNone/>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grpSp>
          <p:nvGrpSpPr>
            <p:cNvPr id="16" name="组合 15">
              <a:extLst>
                <a:ext uri="{FF2B5EF4-FFF2-40B4-BE49-F238E27FC236}">
                  <a16:creationId xmlns:a16="http://schemas.microsoft.com/office/drawing/2014/main" id="{DCCC23FF-D6E3-9E5E-50E9-AA9ABA34D60C}"/>
                </a:ext>
              </a:extLst>
            </p:cNvPr>
            <p:cNvGrpSpPr/>
            <p:nvPr/>
          </p:nvGrpSpPr>
          <p:grpSpPr>
            <a:xfrm>
              <a:off x="6298900" y="2021084"/>
              <a:ext cx="5220000" cy="1512000"/>
              <a:chOff x="769063" y="4307084"/>
              <a:chExt cx="5220000" cy="1512000"/>
            </a:xfrm>
          </p:grpSpPr>
          <p:sp>
            <p:nvSpPr>
              <p:cNvPr id="21" name="ComponentBackground2">
                <a:extLst>
                  <a:ext uri="{FF2B5EF4-FFF2-40B4-BE49-F238E27FC236}">
                    <a16:creationId xmlns:a16="http://schemas.microsoft.com/office/drawing/2014/main" id="{61FA862B-3BF0-C04D-8894-147DFF9EA1FF}"/>
                  </a:ext>
                </a:extLst>
              </p:cNvPr>
              <p:cNvSpPr>
                <a:spLocks/>
              </p:cNvSpPr>
              <p:nvPr/>
            </p:nvSpPr>
            <p:spPr>
              <a:xfrm flipH="1">
                <a:off x="769063" y="4307084"/>
                <a:ext cx="5220000" cy="1512000"/>
              </a:xfrm>
              <a:prstGeom prst="roundRect">
                <a:avLst>
                  <a:gd name="adj" fmla="val 12000"/>
                </a:avLst>
              </a:prstGeom>
              <a:solidFill>
                <a:schemeClr val="bg1"/>
              </a:solidFill>
              <a:ln w="12700">
                <a:solidFill>
                  <a:schemeClr val="accent1">
                    <a:alpha val="50000"/>
                  </a:schemeClr>
                </a:solid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Bullet2">
                <a:extLst>
                  <a:ext uri="{FF2B5EF4-FFF2-40B4-BE49-F238E27FC236}">
                    <a16:creationId xmlns:a16="http://schemas.microsoft.com/office/drawing/2014/main" id="{C3CF71D0-7B46-F023-5950-F9EFE0F234B2}"/>
                  </a:ext>
                </a:extLst>
              </p:cNvPr>
              <p:cNvSpPr txBox="1"/>
              <p:nvPr/>
            </p:nvSpPr>
            <p:spPr>
              <a:xfrm>
                <a:off x="977902" y="4527026"/>
                <a:ext cx="4802324" cy="439459"/>
              </a:xfrm>
              <a:prstGeom prst="rect">
                <a:avLst/>
              </a:prstGeom>
              <a:noFill/>
            </p:spPr>
            <p:txBody>
              <a:bodyPr wrap="square" lIns="91440" tIns="45720" rIns="91440" bIns="45720" rtlCol="0" anchor="b">
                <a:normAutofit/>
              </a:bodyPr>
              <a:lstStyle/>
              <a:p>
                <a:pPr lvl="0" defTabSz="913765">
                  <a:buSzPct val="25000"/>
                  <a:defRPr/>
                </a:pPr>
                <a:r>
                  <a:rPr lang="zh-CN" altLang="en-US" b="1" dirty="0">
                    <a:cs typeface="+mn-ea"/>
                    <a:sym typeface="+mn-lt"/>
                  </a:rPr>
                  <a:t>单击添加小标题</a:t>
                </a:r>
                <a:endParaRPr lang="en-US" dirty="0"/>
              </a:p>
            </p:txBody>
          </p:sp>
          <p:sp>
            <p:nvSpPr>
              <p:cNvPr id="24" name="Text2">
                <a:extLst>
                  <a:ext uri="{FF2B5EF4-FFF2-40B4-BE49-F238E27FC236}">
                    <a16:creationId xmlns:a16="http://schemas.microsoft.com/office/drawing/2014/main" id="{493E5790-563E-A23E-6780-0282AC2A3397}"/>
                  </a:ext>
                </a:extLst>
              </p:cNvPr>
              <p:cNvSpPr txBox="1"/>
              <p:nvPr/>
            </p:nvSpPr>
            <p:spPr>
              <a:xfrm>
                <a:off x="977901" y="4966477"/>
                <a:ext cx="4802324" cy="608824"/>
              </a:xfrm>
              <a:prstGeom prst="rect">
                <a:avLst/>
              </a:prstGeom>
              <a:noFill/>
            </p:spPr>
            <p:txBody>
              <a:bodyPr wrap="square" lIns="91440" tIns="45720" rIns="91440" bIns="45720">
                <a:normAutofit/>
              </a:bodyPr>
              <a:lstStyle/>
              <a:p>
                <a:pPr>
                  <a:lnSpc>
                    <a:spcPct val="120000"/>
                  </a:lnSpc>
                  <a:buNone/>
                </a:pPr>
                <a:r>
                  <a:rPr lang="zh-CN" altLang="en-US" sz="1200" dirty="0">
                    <a:cs typeface="+mn-ea"/>
                    <a:sym typeface="+mn-lt"/>
                  </a:rPr>
                  <a:t>单击此处添加文本单击此处添加文本单击此处添加文本单击此处添加文本</a:t>
                </a:r>
                <a:endParaRPr lang="en-US" dirty="0"/>
              </a:p>
            </p:txBody>
          </p:sp>
        </p:grpSp>
        <p:grpSp>
          <p:nvGrpSpPr>
            <p:cNvPr id="17" name="组合 16">
              <a:extLst>
                <a:ext uri="{FF2B5EF4-FFF2-40B4-BE49-F238E27FC236}">
                  <a16:creationId xmlns:a16="http://schemas.microsoft.com/office/drawing/2014/main" id="{3902ADDE-FA4A-43E6-632D-9E527C944B74}"/>
                </a:ext>
              </a:extLst>
            </p:cNvPr>
            <p:cNvGrpSpPr/>
            <p:nvPr/>
          </p:nvGrpSpPr>
          <p:grpSpPr>
            <a:xfrm>
              <a:off x="660400" y="3780034"/>
              <a:ext cx="5220000" cy="1512000"/>
              <a:chOff x="6190237" y="4307084"/>
              <a:chExt cx="5220000" cy="1512000"/>
            </a:xfrm>
          </p:grpSpPr>
          <p:sp>
            <p:nvSpPr>
              <p:cNvPr id="26" name="ComponentBackground3">
                <a:extLst>
                  <a:ext uri="{FF2B5EF4-FFF2-40B4-BE49-F238E27FC236}">
                    <a16:creationId xmlns:a16="http://schemas.microsoft.com/office/drawing/2014/main" id="{217920AA-34B3-1410-6844-31010E7DB510}"/>
                  </a:ext>
                </a:extLst>
              </p:cNvPr>
              <p:cNvSpPr>
                <a:spLocks/>
              </p:cNvSpPr>
              <p:nvPr/>
            </p:nvSpPr>
            <p:spPr>
              <a:xfrm flipH="1">
                <a:off x="6190237" y="4307084"/>
                <a:ext cx="5220000" cy="1512000"/>
              </a:xfrm>
              <a:prstGeom prst="roundRect">
                <a:avLst>
                  <a:gd name="adj" fmla="val 12000"/>
                </a:avLst>
              </a:prstGeom>
              <a:solidFill>
                <a:schemeClr val="bg1"/>
              </a:solidFill>
              <a:ln w="12700">
                <a:solidFill>
                  <a:schemeClr val="accent1">
                    <a:alpha val="50000"/>
                  </a:schemeClr>
                </a:solid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Bullet3">
                <a:extLst>
                  <a:ext uri="{FF2B5EF4-FFF2-40B4-BE49-F238E27FC236}">
                    <a16:creationId xmlns:a16="http://schemas.microsoft.com/office/drawing/2014/main" id="{61C0C8AA-5E1C-3ED8-AF62-C23802D9FCBF}"/>
                  </a:ext>
                </a:extLst>
              </p:cNvPr>
              <p:cNvSpPr txBox="1"/>
              <p:nvPr/>
            </p:nvSpPr>
            <p:spPr>
              <a:xfrm>
                <a:off x="6399075" y="4527026"/>
                <a:ext cx="4802324" cy="439459"/>
              </a:xfrm>
              <a:prstGeom prst="rect">
                <a:avLst/>
              </a:prstGeom>
              <a:noFill/>
            </p:spPr>
            <p:txBody>
              <a:bodyPr wrap="square" lIns="91440" tIns="45720" rIns="91440" bIns="45720" rtlCol="0" anchor="b">
                <a:normAutofit/>
              </a:bodyPr>
              <a:lstStyle/>
              <a:p>
                <a:pPr lvl="0" defTabSz="913765">
                  <a:buSzPct val="25000"/>
                  <a:defRPr/>
                </a:pPr>
                <a:r>
                  <a:rPr lang="zh-CN" altLang="en-US" b="1" dirty="0">
                    <a:cs typeface="+mn-ea"/>
                    <a:sym typeface="+mn-lt"/>
                  </a:rPr>
                  <a:t>单击添加小标题</a:t>
                </a:r>
                <a:endParaRPr lang="en-US" dirty="0"/>
              </a:p>
            </p:txBody>
          </p:sp>
          <p:sp>
            <p:nvSpPr>
              <p:cNvPr id="29" name="Text3">
                <a:extLst>
                  <a:ext uri="{FF2B5EF4-FFF2-40B4-BE49-F238E27FC236}">
                    <a16:creationId xmlns:a16="http://schemas.microsoft.com/office/drawing/2014/main" id="{49B1EF81-9F12-8F8A-2F65-E95174871E8A}"/>
                  </a:ext>
                </a:extLst>
              </p:cNvPr>
              <p:cNvSpPr txBox="1"/>
              <p:nvPr/>
            </p:nvSpPr>
            <p:spPr>
              <a:xfrm>
                <a:off x="6399075" y="4966477"/>
                <a:ext cx="4802324" cy="608824"/>
              </a:xfrm>
              <a:prstGeom prst="rect">
                <a:avLst/>
              </a:prstGeom>
              <a:noFill/>
            </p:spPr>
            <p:txBody>
              <a:bodyPr wrap="square" lIns="91440" tIns="45720" rIns="91440" bIns="45720">
                <a:normAutofit/>
              </a:bodyPr>
              <a:lstStyle/>
              <a:p>
                <a:pPr>
                  <a:lnSpc>
                    <a:spcPct val="120000"/>
                  </a:lnSpc>
                  <a:buNone/>
                </a:pPr>
                <a:r>
                  <a:rPr lang="zh-CN" altLang="en-US" sz="1200" dirty="0">
                    <a:cs typeface="+mn-ea"/>
                    <a:sym typeface="+mn-lt"/>
                  </a:rPr>
                  <a:t>单击此处添加文本单击此处添加文本单击此处添加文本单击此处添加文本</a:t>
                </a:r>
                <a:endParaRPr lang="en-US" dirty="0"/>
              </a:p>
            </p:txBody>
          </p:sp>
        </p:grpSp>
      </p:grpSp>
      <p:sp>
        <p:nvSpPr>
          <p:cNvPr id="31" name="标题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spTree>
    <p:extLst>
      <p:ext uri="{BB962C8B-B14F-4D97-AF65-F5344CB8AC3E}">
        <p14:creationId xmlns:p14="http://schemas.microsoft.com/office/powerpoint/2010/main" val="1177234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5C7F2-A0C6-0684-5075-0A8CE334F994}"/>
            </a:ext>
          </a:extLst>
        </p:cNvPr>
        <p:cNvGrpSpPr/>
        <p:nvPr/>
      </p:nvGrpSpPr>
      <p:grpSpPr>
        <a:xfrm>
          <a:off x="0" y="0"/>
          <a:ext cx="0" cy="0"/>
          <a:chOff x="0" y="0"/>
          <a:chExt cx="0" cy="0"/>
        </a:xfrm>
      </p:grpSpPr>
      <p:sp>
        <p:nvSpPr>
          <p:cNvPr id="47" name="标题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30" name="组合 29">
            <a:extLst>
              <a:ext uri="{FF2B5EF4-FFF2-40B4-BE49-F238E27FC236}">
                <a16:creationId xmlns:a16="http://schemas.microsoft.com/office/drawing/2014/main" id="{C79BA85C-79CA-A759-126A-FED9086D040E}"/>
              </a:ext>
            </a:extLst>
          </p:cNvPr>
          <p:cNvGrpSpPr/>
          <p:nvPr/>
        </p:nvGrpSpPr>
        <p:grpSpPr>
          <a:xfrm>
            <a:off x="660400" y="1130301"/>
            <a:ext cx="10858500" cy="5003804"/>
            <a:chOff x="660400" y="1130301"/>
            <a:chExt cx="10858500" cy="5003804"/>
          </a:xfrm>
        </p:grpSpPr>
        <p:sp>
          <p:nvSpPr>
            <p:cNvPr id="7" name="PictureMisc">
              <a:extLst>
                <a:ext uri="{FF2B5EF4-FFF2-40B4-BE49-F238E27FC236}">
                  <a16:creationId xmlns:a16="http://schemas.microsoft.com/office/drawing/2014/main" id="{E15D2884-9274-B93A-54E8-653F3DD8B02F}"/>
                </a:ext>
              </a:extLst>
            </p:cNvPr>
            <p:cNvSpPr/>
            <p:nvPr/>
          </p:nvSpPr>
          <p:spPr bwMode="auto">
            <a:xfrm>
              <a:off x="8058008" y="1944031"/>
              <a:ext cx="3460892" cy="4127095"/>
            </a:xfrm>
            <a:prstGeom prst="roundRect">
              <a:avLst>
                <a:gd name="adj" fmla="val 10658"/>
              </a:avLst>
            </a:prstGeom>
            <a:blipFill>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tLang="zh-CN" dirty="0">
                <a:solidFill>
                  <a:schemeClr val="lt1"/>
                </a:solidFill>
                <a:sym typeface="Arial" panose="020B0604020202020204" pitchFamily="34" charset="0"/>
              </a:endParaRPr>
            </a:p>
          </p:txBody>
        </p:sp>
        <p:sp>
          <p:nvSpPr>
            <p:cNvPr id="4" name="Title">
              <a:extLst>
                <a:ext uri="{FF2B5EF4-FFF2-40B4-BE49-F238E27FC236}">
                  <a16:creationId xmlns:a16="http://schemas.microsoft.com/office/drawing/2014/main" id="{98BC8FB6-462F-FB02-236F-B58FEA68A1B1}"/>
                </a:ext>
              </a:extLst>
            </p:cNvPr>
            <p:cNvSpPr txBox="1"/>
            <p:nvPr/>
          </p:nvSpPr>
          <p:spPr>
            <a:xfrm>
              <a:off x="660400" y="1130301"/>
              <a:ext cx="10858500" cy="614936"/>
            </a:xfrm>
            <a:prstGeom prst="rect">
              <a:avLst/>
            </a:prstGeom>
            <a:noFill/>
          </p:spPr>
          <p:txBody>
            <a:bodyPr vert="horz"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t>单击此处添加长一点的副标题</a:t>
              </a:r>
              <a:endParaRPr lang="en-US" dirty="0"/>
            </a:p>
          </p:txBody>
        </p:sp>
        <p:grpSp>
          <p:nvGrpSpPr>
            <p:cNvPr id="3" name="组合 2">
              <a:extLst>
                <a:ext uri="{FF2B5EF4-FFF2-40B4-BE49-F238E27FC236}">
                  <a16:creationId xmlns:a16="http://schemas.microsoft.com/office/drawing/2014/main" id="{AD917CE4-4569-2FC2-0B98-33663127DB0D}"/>
                </a:ext>
              </a:extLst>
            </p:cNvPr>
            <p:cNvGrpSpPr/>
            <p:nvPr/>
          </p:nvGrpSpPr>
          <p:grpSpPr>
            <a:xfrm>
              <a:off x="660400" y="1975787"/>
              <a:ext cx="3387937" cy="1257304"/>
              <a:chOff x="1187019" y="2398656"/>
              <a:chExt cx="3387937" cy="1257304"/>
            </a:xfrm>
          </p:grpSpPr>
          <p:sp>
            <p:nvSpPr>
              <p:cNvPr id="23" name="Number1">
                <a:extLst>
                  <a:ext uri="{FF2B5EF4-FFF2-40B4-BE49-F238E27FC236}">
                    <a16:creationId xmlns:a16="http://schemas.microsoft.com/office/drawing/2014/main" id="{75F2D0B5-8D3D-668B-1FB9-9066F902E387}"/>
                  </a:ext>
                </a:extLst>
              </p:cNvPr>
              <p:cNvSpPr>
                <a:spLocks noChangeAspect="1"/>
              </p:cNvSpPr>
              <p:nvPr/>
            </p:nvSpPr>
            <p:spPr bwMode="auto">
              <a:xfrm>
                <a:off x="1187019" y="2466369"/>
                <a:ext cx="612001" cy="61200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dirty="0">
                    <a:solidFill>
                      <a:schemeClr val="lt1"/>
                    </a:solidFill>
                    <a:cs typeface="+mn-ea"/>
                    <a:sym typeface="+mn-lt"/>
                  </a:rPr>
                  <a:t>01</a:t>
                </a:r>
                <a:endParaRPr sz="1600" b="1" dirty="0">
                  <a:solidFill>
                    <a:schemeClr val="lt1"/>
                  </a:solidFill>
                  <a:cs typeface="+mn-ea"/>
                  <a:sym typeface="+mn-lt"/>
                </a:endParaRPr>
              </a:p>
            </p:txBody>
          </p:sp>
          <p:grpSp>
            <p:nvGrpSpPr>
              <p:cNvPr id="36" name="组合 35">
                <a:extLst>
                  <a:ext uri="{FF2B5EF4-FFF2-40B4-BE49-F238E27FC236}">
                    <a16:creationId xmlns:a16="http://schemas.microsoft.com/office/drawing/2014/main" id="{8DADBD46-E382-2A12-0F6C-921DE8331743}"/>
                  </a:ext>
                </a:extLst>
              </p:cNvPr>
              <p:cNvGrpSpPr/>
              <p:nvPr/>
            </p:nvGrpSpPr>
            <p:grpSpPr>
              <a:xfrm>
                <a:off x="1835719" y="2398656"/>
                <a:ext cx="2739237" cy="1257304"/>
                <a:chOff x="1835719" y="2398656"/>
                <a:chExt cx="2739237" cy="1257304"/>
              </a:xfrm>
            </p:grpSpPr>
            <p:sp>
              <p:nvSpPr>
                <p:cNvPr id="24" name="Text1">
                  <a:extLst>
                    <a:ext uri="{FF2B5EF4-FFF2-40B4-BE49-F238E27FC236}">
                      <a16:creationId xmlns:a16="http://schemas.microsoft.com/office/drawing/2014/main" id="{96B43496-2441-7422-3C65-E83805DF4EB3}"/>
                    </a:ext>
                  </a:extLst>
                </p:cNvPr>
                <p:cNvSpPr txBox="1"/>
                <p:nvPr/>
              </p:nvSpPr>
              <p:spPr>
                <a:xfrm>
                  <a:off x="1835719" y="2855749"/>
                  <a:ext cx="2739237" cy="800211"/>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kumimoji="1" lang="zh-CN" altLang="en-US" sz="1200" dirty="0">
                      <a:cs typeface="+mn-ea"/>
                      <a:sym typeface="+mn-lt"/>
                    </a:rPr>
                    <a:t>单击此处添加文本单击此处添加文本单击此处添加文本单击此处添加文本</a:t>
                  </a:r>
                  <a:endParaRPr lang="en-US" dirty="0"/>
                </a:p>
              </p:txBody>
            </p:sp>
            <p:sp>
              <p:nvSpPr>
                <p:cNvPr id="26" name="Bullet1">
                  <a:extLst>
                    <a:ext uri="{FF2B5EF4-FFF2-40B4-BE49-F238E27FC236}">
                      <a16:creationId xmlns:a16="http://schemas.microsoft.com/office/drawing/2014/main" id="{34D4E31F-13FD-B000-A6C3-05075505DB6A}"/>
                    </a:ext>
                  </a:extLst>
                </p:cNvPr>
                <p:cNvSpPr/>
                <p:nvPr/>
              </p:nvSpPr>
              <p:spPr>
                <a:xfrm>
                  <a:off x="1835719" y="2398656"/>
                  <a:ext cx="2739237" cy="457095"/>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pPr>
                  <a:r>
                    <a:rPr lang="zh-CN" altLang="en-US" b="1" dirty="0">
                      <a:cs typeface="+mn-ea"/>
                      <a:sym typeface="+mn-lt"/>
                    </a:rPr>
                    <a:t>单击添加小标题</a:t>
                  </a:r>
                  <a:endParaRPr lang="en-US" dirty="0"/>
                </a:p>
              </p:txBody>
            </p:sp>
          </p:grpSp>
        </p:grpSp>
        <p:grpSp>
          <p:nvGrpSpPr>
            <p:cNvPr id="5" name="组合 4">
              <a:extLst>
                <a:ext uri="{FF2B5EF4-FFF2-40B4-BE49-F238E27FC236}">
                  <a16:creationId xmlns:a16="http://schemas.microsoft.com/office/drawing/2014/main" id="{FAFF7E9F-2959-745E-956A-2149B24D23BF}"/>
                </a:ext>
              </a:extLst>
            </p:cNvPr>
            <p:cNvGrpSpPr/>
            <p:nvPr/>
          </p:nvGrpSpPr>
          <p:grpSpPr>
            <a:xfrm>
              <a:off x="4359048" y="1975781"/>
              <a:ext cx="3387937" cy="1257303"/>
              <a:chOff x="4866617" y="2398650"/>
              <a:chExt cx="3387937" cy="1257303"/>
            </a:xfrm>
          </p:grpSpPr>
          <p:sp>
            <p:nvSpPr>
              <p:cNvPr id="28" name="Number2">
                <a:extLst>
                  <a:ext uri="{FF2B5EF4-FFF2-40B4-BE49-F238E27FC236}">
                    <a16:creationId xmlns:a16="http://schemas.microsoft.com/office/drawing/2014/main" id="{4502059E-ECCD-1D9E-21AC-3B2BBC8552C3}"/>
                  </a:ext>
                </a:extLst>
              </p:cNvPr>
              <p:cNvSpPr>
                <a:spLocks noChangeAspect="1"/>
              </p:cNvSpPr>
              <p:nvPr/>
            </p:nvSpPr>
            <p:spPr bwMode="auto">
              <a:xfrm>
                <a:off x="4866617" y="2466363"/>
                <a:ext cx="612001" cy="61200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schemeClr val="lt1"/>
                    </a:solidFill>
                    <a:cs typeface="+mn-ea"/>
                    <a:sym typeface="+mn-lt"/>
                  </a:rPr>
                  <a:t>02</a:t>
                </a:r>
                <a:endParaRPr sz="1600" b="1" dirty="0">
                  <a:solidFill>
                    <a:schemeClr val="lt1"/>
                  </a:solidFill>
                  <a:cs typeface="+mn-ea"/>
                  <a:sym typeface="+mn-lt"/>
                </a:endParaRPr>
              </a:p>
            </p:txBody>
          </p:sp>
          <p:grpSp>
            <p:nvGrpSpPr>
              <p:cNvPr id="41" name="组合 40">
                <a:extLst>
                  <a:ext uri="{FF2B5EF4-FFF2-40B4-BE49-F238E27FC236}">
                    <a16:creationId xmlns:a16="http://schemas.microsoft.com/office/drawing/2014/main" id="{2DC2FDE1-7D23-F547-DEE7-C86FC8C0DBF1}"/>
                  </a:ext>
                </a:extLst>
              </p:cNvPr>
              <p:cNvGrpSpPr/>
              <p:nvPr/>
            </p:nvGrpSpPr>
            <p:grpSpPr>
              <a:xfrm>
                <a:off x="5515317" y="2398650"/>
                <a:ext cx="2739237" cy="1257303"/>
                <a:chOff x="5515317" y="2398650"/>
                <a:chExt cx="2739237" cy="1257303"/>
              </a:xfrm>
            </p:grpSpPr>
            <p:sp>
              <p:nvSpPr>
                <p:cNvPr id="18" name="Text2">
                  <a:extLst>
                    <a:ext uri="{FF2B5EF4-FFF2-40B4-BE49-F238E27FC236}">
                      <a16:creationId xmlns:a16="http://schemas.microsoft.com/office/drawing/2014/main" id="{893914C2-0519-799B-462E-93A1F0B51301}"/>
                    </a:ext>
                  </a:extLst>
                </p:cNvPr>
                <p:cNvSpPr txBox="1"/>
                <p:nvPr/>
              </p:nvSpPr>
              <p:spPr>
                <a:xfrm>
                  <a:off x="5515317" y="2855743"/>
                  <a:ext cx="2739237" cy="800210"/>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zh-CN" altLang="en-US" sz="1200" dirty="0">
                      <a:cs typeface="+mn-ea"/>
                      <a:sym typeface="+mn-lt"/>
                    </a:rPr>
                    <a:t>单击此处添加文本单击此处添加文本单击此处添加文本单击此处添加文本</a:t>
                  </a:r>
                  <a:endParaRPr lang="en-US" dirty="0"/>
                </a:p>
              </p:txBody>
            </p:sp>
            <p:sp>
              <p:nvSpPr>
                <p:cNvPr id="21" name="Bullet2">
                  <a:extLst>
                    <a:ext uri="{FF2B5EF4-FFF2-40B4-BE49-F238E27FC236}">
                      <a16:creationId xmlns:a16="http://schemas.microsoft.com/office/drawing/2014/main" id="{51ECA356-EF68-A618-AFF4-FE3552834A10}"/>
                    </a:ext>
                  </a:extLst>
                </p:cNvPr>
                <p:cNvSpPr/>
                <p:nvPr/>
              </p:nvSpPr>
              <p:spPr>
                <a:xfrm>
                  <a:off x="5515317" y="2398650"/>
                  <a:ext cx="2739237" cy="457096"/>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pPr>
                  <a:r>
                    <a:rPr lang="zh-CN" altLang="en-US" b="1" dirty="0">
                      <a:cs typeface="+mn-ea"/>
                      <a:sym typeface="+mn-lt"/>
                    </a:rPr>
                    <a:t>单击添加小标题</a:t>
                  </a:r>
                  <a:endParaRPr lang="en-US" dirty="0"/>
                </a:p>
              </p:txBody>
            </p:sp>
          </p:grpSp>
        </p:grpSp>
        <p:grpSp>
          <p:nvGrpSpPr>
            <p:cNvPr id="2" name="组合 1">
              <a:extLst>
                <a:ext uri="{FF2B5EF4-FFF2-40B4-BE49-F238E27FC236}">
                  <a16:creationId xmlns:a16="http://schemas.microsoft.com/office/drawing/2014/main" id="{3B0D91C9-CA35-B8D5-5D17-3BCE33B9B3C7}"/>
                </a:ext>
              </a:extLst>
            </p:cNvPr>
            <p:cNvGrpSpPr/>
            <p:nvPr/>
          </p:nvGrpSpPr>
          <p:grpSpPr>
            <a:xfrm>
              <a:off x="660400" y="3426294"/>
              <a:ext cx="3387937" cy="1257304"/>
              <a:chOff x="1187019" y="4527559"/>
              <a:chExt cx="3387937" cy="1257304"/>
            </a:xfrm>
          </p:grpSpPr>
          <p:sp>
            <p:nvSpPr>
              <p:cNvPr id="35" name="Number3">
                <a:extLst>
                  <a:ext uri="{FF2B5EF4-FFF2-40B4-BE49-F238E27FC236}">
                    <a16:creationId xmlns:a16="http://schemas.microsoft.com/office/drawing/2014/main" id="{8F53CA14-1C50-A436-A245-E0E9215D7F49}"/>
                  </a:ext>
                </a:extLst>
              </p:cNvPr>
              <p:cNvSpPr>
                <a:spLocks noChangeAspect="1"/>
              </p:cNvSpPr>
              <p:nvPr/>
            </p:nvSpPr>
            <p:spPr bwMode="auto">
              <a:xfrm>
                <a:off x="1187019" y="4595270"/>
                <a:ext cx="612001" cy="61200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schemeClr val="lt1"/>
                    </a:solidFill>
                    <a:cs typeface="+mn-ea"/>
                    <a:sym typeface="+mn-lt"/>
                  </a:rPr>
                  <a:t>03</a:t>
                </a:r>
                <a:endParaRPr sz="1600" b="1" dirty="0">
                  <a:solidFill>
                    <a:schemeClr val="lt1"/>
                  </a:solidFill>
                  <a:cs typeface="+mn-ea"/>
                  <a:sym typeface="+mn-lt"/>
                </a:endParaRPr>
              </a:p>
            </p:txBody>
          </p:sp>
          <p:grpSp>
            <p:nvGrpSpPr>
              <p:cNvPr id="43" name="组合 42">
                <a:extLst>
                  <a:ext uri="{FF2B5EF4-FFF2-40B4-BE49-F238E27FC236}">
                    <a16:creationId xmlns:a16="http://schemas.microsoft.com/office/drawing/2014/main" id="{E56A10FA-9DA5-7B4F-57B8-63C4D5A99072}"/>
                  </a:ext>
                </a:extLst>
              </p:cNvPr>
              <p:cNvGrpSpPr/>
              <p:nvPr/>
            </p:nvGrpSpPr>
            <p:grpSpPr>
              <a:xfrm>
                <a:off x="1835719" y="4527559"/>
                <a:ext cx="2739237" cy="1257304"/>
                <a:chOff x="1835719" y="4527559"/>
                <a:chExt cx="2739237" cy="1257304"/>
              </a:xfrm>
            </p:grpSpPr>
            <p:sp>
              <p:nvSpPr>
                <p:cNvPr id="37" name="Text3">
                  <a:extLst>
                    <a:ext uri="{FF2B5EF4-FFF2-40B4-BE49-F238E27FC236}">
                      <a16:creationId xmlns:a16="http://schemas.microsoft.com/office/drawing/2014/main" id="{B167069F-4ECE-5E38-E3A3-C48F26C29463}"/>
                    </a:ext>
                  </a:extLst>
                </p:cNvPr>
                <p:cNvSpPr txBox="1"/>
                <p:nvPr/>
              </p:nvSpPr>
              <p:spPr>
                <a:xfrm>
                  <a:off x="1835719" y="4984652"/>
                  <a:ext cx="2739237" cy="800211"/>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kumimoji="1" lang="zh-CN" altLang="en-US" sz="1200" dirty="0">
                      <a:cs typeface="+mn-ea"/>
                      <a:sym typeface="+mn-lt"/>
                    </a:rPr>
                    <a:t>单击此处添加文本单击此处添加文本单击此处添加文本单击此处添加文本</a:t>
                  </a:r>
                  <a:endParaRPr lang="en-US" dirty="0"/>
                </a:p>
              </p:txBody>
            </p:sp>
            <p:sp>
              <p:nvSpPr>
                <p:cNvPr id="38" name="Bullet3">
                  <a:extLst>
                    <a:ext uri="{FF2B5EF4-FFF2-40B4-BE49-F238E27FC236}">
                      <a16:creationId xmlns:a16="http://schemas.microsoft.com/office/drawing/2014/main" id="{E453DDD1-9967-0641-4CF7-938DCAF48C96}"/>
                    </a:ext>
                  </a:extLst>
                </p:cNvPr>
                <p:cNvSpPr/>
                <p:nvPr/>
              </p:nvSpPr>
              <p:spPr>
                <a:xfrm>
                  <a:off x="1835719" y="4527559"/>
                  <a:ext cx="2739237" cy="457096"/>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b="1" dirty="0">
                      <a:cs typeface="+mn-ea"/>
                      <a:sym typeface="+mn-lt"/>
                    </a:rPr>
                    <a:t>单击添加小标题</a:t>
                  </a:r>
                  <a:endParaRPr lang="en-US" dirty="0"/>
                </a:p>
              </p:txBody>
            </p:sp>
          </p:grpSp>
        </p:grpSp>
        <p:grpSp>
          <p:nvGrpSpPr>
            <p:cNvPr id="6" name="组合 5">
              <a:extLst>
                <a:ext uri="{FF2B5EF4-FFF2-40B4-BE49-F238E27FC236}">
                  <a16:creationId xmlns:a16="http://schemas.microsoft.com/office/drawing/2014/main" id="{DA568674-2C67-49F4-5141-9FC0CE47BCE4}"/>
                </a:ext>
              </a:extLst>
            </p:cNvPr>
            <p:cNvGrpSpPr/>
            <p:nvPr/>
          </p:nvGrpSpPr>
          <p:grpSpPr>
            <a:xfrm>
              <a:off x="4359048" y="3426292"/>
              <a:ext cx="3387937" cy="1257300"/>
              <a:chOff x="4866617" y="4527558"/>
              <a:chExt cx="3387937" cy="1257300"/>
            </a:xfrm>
          </p:grpSpPr>
          <p:sp>
            <p:nvSpPr>
              <p:cNvPr id="42" name="Number4">
                <a:extLst>
                  <a:ext uri="{FF2B5EF4-FFF2-40B4-BE49-F238E27FC236}">
                    <a16:creationId xmlns:a16="http://schemas.microsoft.com/office/drawing/2014/main" id="{1B4ABC94-EAA2-E38E-F9C6-9A149676866A}"/>
                  </a:ext>
                </a:extLst>
              </p:cNvPr>
              <p:cNvSpPr>
                <a:spLocks noChangeAspect="1"/>
              </p:cNvSpPr>
              <p:nvPr/>
            </p:nvSpPr>
            <p:spPr bwMode="auto">
              <a:xfrm>
                <a:off x="4866617" y="4595269"/>
                <a:ext cx="612001" cy="61200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schemeClr val="lt1"/>
                    </a:solidFill>
                    <a:cs typeface="+mn-ea"/>
                    <a:sym typeface="+mn-lt"/>
                  </a:rPr>
                  <a:t>04</a:t>
                </a:r>
                <a:endParaRPr sz="1600" b="1" dirty="0">
                  <a:solidFill>
                    <a:schemeClr val="lt1"/>
                  </a:solidFill>
                  <a:cs typeface="+mn-ea"/>
                  <a:sym typeface="+mn-lt"/>
                </a:endParaRPr>
              </a:p>
            </p:txBody>
          </p:sp>
          <p:grpSp>
            <p:nvGrpSpPr>
              <p:cNvPr id="46" name="组合 45">
                <a:extLst>
                  <a:ext uri="{FF2B5EF4-FFF2-40B4-BE49-F238E27FC236}">
                    <a16:creationId xmlns:a16="http://schemas.microsoft.com/office/drawing/2014/main" id="{496BC214-20B4-6AF2-324F-562DAD5606C6}"/>
                  </a:ext>
                </a:extLst>
              </p:cNvPr>
              <p:cNvGrpSpPr/>
              <p:nvPr/>
            </p:nvGrpSpPr>
            <p:grpSpPr>
              <a:xfrm>
                <a:off x="5515317" y="4527558"/>
                <a:ext cx="2739237" cy="1257300"/>
                <a:chOff x="5515317" y="4527558"/>
                <a:chExt cx="2739237" cy="1257300"/>
              </a:xfrm>
            </p:grpSpPr>
            <p:sp>
              <p:nvSpPr>
                <p:cNvPr id="44" name="Text4">
                  <a:extLst>
                    <a:ext uri="{FF2B5EF4-FFF2-40B4-BE49-F238E27FC236}">
                      <a16:creationId xmlns:a16="http://schemas.microsoft.com/office/drawing/2014/main" id="{AD11AFA8-A318-915E-EF32-E34774FFBCCA}"/>
                    </a:ext>
                  </a:extLst>
                </p:cNvPr>
                <p:cNvSpPr txBox="1"/>
                <p:nvPr/>
              </p:nvSpPr>
              <p:spPr>
                <a:xfrm>
                  <a:off x="5515317" y="4984648"/>
                  <a:ext cx="2739237" cy="800210"/>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zh-CN" altLang="en-US" sz="1200" dirty="0">
                      <a:cs typeface="+mn-ea"/>
                      <a:sym typeface="+mn-lt"/>
                    </a:rPr>
                    <a:t>单击此处添加文本单击此处添加文本单击此处添加文本单击此处添加文本</a:t>
                  </a:r>
                  <a:endParaRPr lang="en-US" dirty="0"/>
                </a:p>
              </p:txBody>
            </p:sp>
            <p:sp>
              <p:nvSpPr>
                <p:cNvPr id="45" name="Bullet4">
                  <a:extLst>
                    <a:ext uri="{FF2B5EF4-FFF2-40B4-BE49-F238E27FC236}">
                      <a16:creationId xmlns:a16="http://schemas.microsoft.com/office/drawing/2014/main" id="{6170DE06-3A97-6038-3C27-5C8B2435881D}"/>
                    </a:ext>
                  </a:extLst>
                </p:cNvPr>
                <p:cNvSpPr/>
                <p:nvPr/>
              </p:nvSpPr>
              <p:spPr>
                <a:xfrm>
                  <a:off x="5515317" y="4527558"/>
                  <a:ext cx="2739237" cy="457096"/>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pPr>
                  <a:r>
                    <a:rPr lang="zh-CN" altLang="en-US" b="1" dirty="0">
                      <a:cs typeface="+mn-ea"/>
                      <a:sym typeface="+mn-lt"/>
                    </a:rPr>
                    <a:t>单击添加小标题</a:t>
                  </a:r>
                  <a:endParaRPr lang="en-US" dirty="0"/>
                </a:p>
              </p:txBody>
            </p:sp>
          </p:grpSp>
        </p:grpSp>
        <p:grpSp>
          <p:nvGrpSpPr>
            <p:cNvPr id="8" name="组合 7">
              <a:extLst>
                <a:ext uri="{FF2B5EF4-FFF2-40B4-BE49-F238E27FC236}">
                  <a16:creationId xmlns:a16="http://schemas.microsoft.com/office/drawing/2014/main" id="{FFD43277-4567-722E-E264-CA29FBB18432}"/>
                </a:ext>
              </a:extLst>
            </p:cNvPr>
            <p:cNvGrpSpPr/>
            <p:nvPr/>
          </p:nvGrpSpPr>
          <p:grpSpPr>
            <a:xfrm>
              <a:off x="660400" y="4876801"/>
              <a:ext cx="3387937" cy="1257304"/>
              <a:chOff x="1187019" y="4527559"/>
              <a:chExt cx="3387937" cy="1257304"/>
            </a:xfrm>
          </p:grpSpPr>
          <p:sp>
            <p:nvSpPr>
              <p:cNvPr id="10" name="Number5">
                <a:extLst>
                  <a:ext uri="{FF2B5EF4-FFF2-40B4-BE49-F238E27FC236}">
                    <a16:creationId xmlns:a16="http://schemas.microsoft.com/office/drawing/2014/main" id="{F9957FB3-475D-BB64-C0E6-59C9A4AE7683}"/>
                  </a:ext>
                </a:extLst>
              </p:cNvPr>
              <p:cNvSpPr>
                <a:spLocks noChangeAspect="1"/>
              </p:cNvSpPr>
              <p:nvPr/>
            </p:nvSpPr>
            <p:spPr bwMode="auto">
              <a:xfrm>
                <a:off x="1187019" y="4595270"/>
                <a:ext cx="612001" cy="61200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schemeClr val="lt1"/>
                    </a:solidFill>
                    <a:cs typeface="+mn-ea"/>
                    <a:sym typeface="+mn-lt"/>
                  </a:rPr>
                  <a:t>05</a:t>
                </a:r>
                <a:endParaRPr sz="1600" b="1" dirty="0">
                  <a:solidFill>
                    <a:schemeClr val="lt1"/>
                  </a:solidFill>
                  <a:cs typeface="+mn-ea"/>
                  <a:sym typeface="+mn-lt"/>
                </a:endParaRPr>
              </a:p>
            </p:txBody>
          </p:sp>
          <p:grpSp>
            <p:nvGrpSpPr>
              <p:cNvPr id="11" name="组合 10">
                <a:extLst>
                  <a:ext uri="{FF2B5EF4-FFF2-40B4-BE49-F238E27FC236}">
                    <a16:creationId xmlns:a16="http://schemas.microsoft.com/office/drawing/2014/main" id="{F96F044F-CE7F-EE8B-998D-3728B0551D79}"/>
                  </a:ext>
                </a:extLst>
              </p:cNvPr>
              <p:cNvGrpSpPr/>
              <p:nvPr/>
            </p:nvGrpSpPr>
            <p:grpSpPr>
              <a:xfrm>
                <a:off x="1835719" y="4527559"/>
                <a:ext cx="2739237" cy="1257304"/>
                <a:chOff x="1835719" y="4527559"/>
                <a:chExt cx="2739237" cy="1257304"/>
              </a:xfrm>
            </p:grpSpPr>
            <p:sp>
              <p:nvSpPr>
                <p:cNvPr id="12" name="Text5">
                  <a:extLst>
                    <a:ext uri="{FF2B5EF4-FFF2-40B4-BE49-F238E27FC236}">
                      <a16:creationId xmlns:a16="http://schemas.microsoft.com/office/drawing/2014/main" id="{CBB2E45C-2ABF-54EC-02E5-80746768EEC3}"/>
                    </a:ext>
                  </a:extLst>
                </p:cNvPr>
                <p:cNvSpPr txBox="1"/>
                <p:nvPr/>
              </p:nvSpPr>
              <p:spPr>
                <a:xfrm>
                  <a:off x="1835719" y="4984652"/>
                  <a:ext cx="2739237" cy="800211"/>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kumimoji="1" lang="zh-CN" altLang="en-US" sz="1200" dirty="0">
                      <a:cs typeface="+mn-ea"/>
                      <a:sym typeface="+mn-lt"/>
                    </a:rPr>
                    <a:t>单击此处添加文本单击此处添加文本单击此处添加文本单击此处添加文本</a:t>
                  </a:r>
                  <a:endParaRPr lang="en-US" dirty="0"/>
                </a:p>
              </p:txBody>
            </p:sp>
            <p:sp>
              <p:nvSpPr>
                <p:cNvPr id="13" name="Bullet5">
                  <a:extLst>
                    <a:ext uri="{FF2B5EF4-FFF2-40B4-BE49-F238E27FC236}">
                      <a16:creationId xmlns:a16="http://schemas.microsoft.com/office/drawing/2014/main" id="{8BEF6494-C7E9-4595-A075-FF2A6769847D}"/>
                    </a:ext>
                  </a:extLst>
                </p:cNvPr>
                <p:cNvSpPr/>
                <p:nvPr/>
              </p:nvSpPr>
              <p:spPr>
                <a:xfrm>
                  <a:off x="1835719" y="4527559"/>
                  <a:ext cx="2739237" cy="457096"/>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b="1" dirty="0">
                      <a:cs typeface="+mn-ea"/>
                      <a:sym typeface="+mn-lt"/>
                    </a:rPr>
                    <a:t>单击添加小标题</a:t>
                  </a:r>
                  <a:endParaRPr lang="en-US" dirty="0"/>
                </a:p>
              </p:txBody>
            </p:sp>
          </p:grpSp>
        </p:grpSp>
        <p:grpSp>
          <p:nvGrpSpPr>
            <p:cNvPr id="14" name="组合 13">
              <a:extLst>
                <a:ext uri="{FF2B5EF4-FFF2-40B4-BE49-F238E27FC236}">
                  <a16:creationId xmlns:a16="http://schemas.microsoft.com/office/drawing/2014/main" id="{0A1F1B8C-F3B4-D398-A692-9CEB37745A53}"/>
                </a:ext>
              </a:extLst>
            </p:cNvPr>
            <p:cNvGrpSpPr/>
            <p:nvPr/>
          </p:nvGrpSpPr>
          <p:grpSpPr>
            <a:xfrm>
              <a:off x="4359048" y="4876800"/>
              <a:ext cx="3387937" cy="1257300"/>
              <a:chOff x="4866617" y="4527558"/>
              <a:chExt cx="3387937" cy="1257300"/>
            </a:xfrm>
          </p:grpSpPr>
          <p:sp>
            <p:nvSpPr>
              <p:cNvPr id="15" name="Number6">
                <a:extLst>
                  <a:ext uri="{FF2B5EF4-FFF2-40B4-BE49-F238E27FC236}">
                    <a16:creationId xmlns:a16="http://schemas.microsoft.com/office/drawing/2014/main" id="{D165B1D4-18BF-5920-D882-82FC8908011B}"/>
                  </a:ext>
                </a:extLst>
              </p:cNvPr>
              <p:cNvSpPr>
                <a:spLocks noChangeAspect="1"/>
              </p:cNvSpPr>
              <p:nvPr/>
            </p:nvSpPr>
            <p:spPr bwMode="auto">
              <a:xfrm>
                <a:off x="4866617" y="4595269"/>
                <a:ext cx="612001" cy="612000"/>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schemeClr val="lt1"/>
                    </a:solidFill>
                    <a:cs typeface="+mn-ea"/>
                    <a:sym typeface="+mn-lt"/>
                  </a:rPr>
                  <a:t>06</a:t>
                </a:r>
                <a:endParaRPr sz="1600" b="1" dirty="0">
                  <a:solidFill>
                    <a:schemeClr val="lt1"/>
                  </a:solidFill>
                  <a:cs typeface="+mn-ea"/>
                  <a:sym typeface="+mn-lt"/>
                </a:endParaRPr>
              </a:p>
            </p:txBody>
          </p:sp>
          <p:grpSp>
            <p:nvGrpSpPr>
              <p:cNvPr id="16" name="组合 15">
                <a:extLst>
                  <a:ext uri="{FF2B5EF4-FFF2-40B4-BE49-F238E27FC236}">
                    <a16:creationId xmlns:a16="http://schemas.microsoft.com/office/drawing/2014/main" id="{69EDED72-542A-5A13-B579-4E849027EA68}"/>
                  </a:ext>
                </a:extLst>
              </p:cNvPr>
              <p:cNvGrpSpPr/>
              <p:nvPr/>
            </p:nvGrpSpPr>
            <p:grpSpPr>
              <a:xfrm>
                <a:off x="5515317" y="4527558"/>
                <a:ext cx="2739237" cy="1257300"/>
                <a:chOff x="5515317" y="4527558"/>
                <a:chExt cx="2739237" cy="1257300"/>
              </a:xfrm>
            </p:grpSpPr>
            <p:sp>
              <p:nvSpPr>
                <p:cNvPr id="17" name="Text6">
                  <a:extLst>
                    <a:ext uri="{FF2B5EF4-FFF2-40B4-BE49-F238E27FC236}">
                      <a16:creationId xmlns:a16="http://schemas.microsoft.com/office/drawing/2014/main" id="{CB076ED8-E5CE-1146-B6F8-351B6DC186DB}"/>
                    </a:ext>
                  </a:extLst>
                </p:cNvPr>
                <p:cNvSpPr txBox="1"/>
                <p:nvPr/>
              </p:nvSpPr>
              <p:spPr>
                <a:xfrm>
                  <a:off x="5515317" y="4984648"/>
                  <a:ext cx="2739237" cy="800210"/>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zh-CN" altLang="en-US" sz="1200" dirty="0">
                      <a:cs typeface="+mn-ea"/>
                      <a:sym typeface="+mn-lt"/>
                    </a:rPr>
                    <a:t>单击此处添加文本单击此处添加文本单击此处添加文本单击此处添加文本</a:t>
                  </a:r>
                  <a:endParaRPr lang="en-US" dirty="0"/>
                </a:p>
              </p:txBody>
            </p:sp>
            <p:sp>
              <p:nvSpPr>
                <p:cNvPr id="19" name="Bullet6">
                  <a:extLst>
                    <a:ext uri="{FF2B5EF4-FFF2-40B4-BE49-F238E27FC236}">
                      <a16:creationId xmlns:a16="http://schemas.microsoft.com/office/drawing/2014/main" id="{020CAC84-A9CC-96B2-7E42-6B084FA172BF}"/>
                    </a:ext>
                  </a:extLst>
                </p:cNvPr>
                <p:cNvSpPr/>
                <p:nvPr/>
              </p:nvSpPr>
              <p:spPr>
                <a:xfrm>
                  <a:off x="5515317" y="4527558"/>
                  <a:ext cx="2739237" cy="457096"/>
                </a:xfrm>
                <a:prstGeom prst="rect">
                  <a:avLst/>
                </a:prstGeom>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pPr>
                  <a:r>
                    <a:rPr lang="zh-CN" altLang="en-US" b="1" dirty="0">
                      <a:cs typeface="+mn-ea"/>
                      <a:sym typeface="+mn-lt"/>
                    </a:rPr>
                    <a:t>单击添加小标题</a:t>
                  </a:r>
                  <a:endParaRPr lang="en-US" dirty="0"/>
                </a:p>
              </p:txBody>
            </p:sp>
          </p:grpSp>
        </p:grpSp>
      </p:grpSp>
    </p:spTree>
    <p:extLst>
      <p:ext uri="{BB962C8B-B14F-4D97-AF65-F5344CB8AC3E}">
        <p14:creationId xmlns:p14="http://schemas.microsoft.com/office/powerpoint/2010/main" val="4023071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F644C-C0E0-2654-AA16-E7C91C78F72B}"/>
            </a:ext>
          </a:extLst>
        </p:cNvPr>
        <p:cNvGrpSpPr/>
        <p:nvPr/>
      </p:nvGrpSpPr>
      <p:grpSpPr>
        <a:xfrm>
          <a:off x="0" y="0"/>
          <a:ext cx="0" cy="0"/>
          <a:chOff x="0" y="0"/>
          <a:chExt cx="0" cy="0"/>
        </a:xfrm>
      </p:grpSpPr>
      <p:sp>
        <p:nvSpPr>
          <p:cNvPr id="85" name="标题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2" name="组合 1">
            <a:extLst>
              <a:ext uri="{FF2B5EF4-FFF2-40B4-BE49-F238E27FC236}">
                <a16:creationId xmlns:a16="http://schemas.microsoft.com/office/drawing/2014/main" id="{A66C39C2-F60E-986A-1638-628A704023B2}"/>
              </a:ext>
            </a:extLst>
          </p:cNvPr>
          <p:cNvGrpSpPr/>
          <p:nvPr/>
        </p:nvGrpSpPr>
        <p:grpSpPr>
          <a:xfrm>
            <a:off x="660399" y="1130299"/>
            <a:ext cx="10858500" cy="5003801"/>
            <a:chOff x="660399" y="1130299"/>
            <a:chExt cx="10858500" cy="5003801"/>
          </a:xfrm>
        </p:grpSpPr>
        <p:sp>
          <p:nvSpPr>
            <p:cNvPr id="49" name="矩形: 圆角 48">
              <a:extLst>
                <a:ext uri="{FF2B5EF4-FFF2-40B4-BE49-F238E27FC236}">
                  <a16:creationId xmlns:a16="http://schemas.microsoft.com/office/drawing/2014/main" id="{C075937D-D9D7-BEF4-F8F1-64276ABB70F1}"/>
                </a:ext>
              </a:extLst>
            </p:cNvPr>
            <p:cNvSpPr>
              <a:spLocks/>
            </p:cNvSpPr>
            <p:nvPr/>
          </p:nvSpPr>
          <p:spPr>
            <a:xfrm>
              <a:off x="660399" y="2137902"/>
              <a:ext cx="10858500" cy="3996198"/>
            </a:xfrm>
            <a:prstGeom prst="roundRect">
              <a:avLst>
                <a:gd name="adj" fmla="val 7000"/>
              </a:avLst>
            </a:prstGeom>
            <a:solidFill>
              <a:schemeClr val="bg1"/>
            </a:solidFill>
            <a:ln w="12700">
              <a:solidFill>
                <a:schemeClr val="accent1">
                  <a:alpha val="50000"/>
                </a:schemeClr>
              </a:solid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7" name="PictureMisc1">
              <a:extLst>
                <a:ext uri="{FF2B5EF4-FFF2-40B4-BE49-F238E27FC236}">
                  <a16:creationId xmlns:a16="http://schemas.microsoft.com/office/drawing/2014/main" id="{31D4666C-5570-8D45-5C4E-6FAD1D91BC10}"/>
                </a:ext>
              </a:extLst>
            </p:cNvPr>
            <p:cNvSpPr/>
            <p:nvPr/>
          </p:nvSpPr>
          <p:spPr>
            <a:xfrm>
              <a:off x="4870448" y="2916799"/>
              <a:ext cx="2438402" cy="2438402"/>
            </a:xfrm>
            <a:prstGeom prst="roundRect">
              <a:avLst>
                <a:gd name="adj" fmla="val 6555"/>
              </a:avLst>
            </a:prstGeom>
            <a:blipFill>
              <a:blip r:embed="rId3" cstate="screen">
                <a:extLst>
                  <a:ext uri="{28A0092B-C50C-407E-A947-70E740481C1C}">
                    <a14:useLocalDpi xmlns:a14="http://schemas.microsoft.com/office/drawing/2010/main"/>
                  </a:ext>
                </a:extLst>
              </a:blip>
              <a:srcRect/>
              <a:stretch>
                <a:fillRect/>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GB" dirty="0">
                <a:cs typeface="+mn-ea"/>
                <a:sym typeface="+mn-lt"/>
              </a:endParaRPr>
            </a:p>
          </p:txBody>
        </p:sp>
        <p:sp>
          <p:nvSpPr>
            <p:cNvPr id="53" name="Title">
              <a:extLst>
                <a:ext uri="{FF2B5EF4-FFF2-40B4-BE49-F238E27FC236}">
                  <a16:creationId xmlns:a16="http://schemas.microsoft.com/office/drawing/2014/main" id="{9B9E9509-40DC-9964-0474-F92930FA76ED}"/>
                </a:ext>
              </a:extLst>
            </p:cNvPr>
            <p:cNvSpPr txBox="1">
              <a:spLocks/>
            </p:cNvSpPr>
            <p:nvPr/>
          </p:nvSpPr>
          <p:spPr>
            <a:xfrm>
              <a:off x="660399" y="1130299"/>
              <a:ext cx="10858500" cy="818261"/>
            </a:xfrm>
            <a:prstGeom prst="rect">
              <a:avLst/>
            </a:prstGeom>
            <a:noFill/>
          </p:spPr>
          <p:txBody>
            <a:bodyPr wrap="square" rtlCol="0" anchor="ctr" anchorCtr="0">
              <a:normAutofit/>
            </a:bodyPr>
            <a:lstStyle/>
            <a:p>
              <a:pPr algn="ctr"/>
              <a:r>
                <a:rPr kumimoji="0" lang="zh-CN" altLang="en-US" sz="2400" b="1" i="0" u="none" strike="noStrike" kern="1200" cap="none" spc="0" normalizeH="0" baseline="0" noProof="0" dirty="0">
                  <a:ln>
                    <a:noFill/>
                  </a:ln>
                  <a:effectLst/>
                  <a:uLnTx/>
                  <a:uFillTx/>
                  <a:cs typeface="+mn-ea"/>
                  <a:sym typeface="+mn-lt"/>
                </a:rPr>
                <a:t>单击此处添加长一点的副标题</a:t>
              </a:r>
              <a:endParaRPr lang="en-US" dirty="0"/>
            </a:p>
          </p:txBody>
        </p:sp>
        <p:grpSp>
          <p:nvGrpSpPr>
            <p:cNvPr id="71" name="组合 70">
              <a:extLst>
                <a:ext uri="{FF2B5EF4-FFF2-40B4-BE49-F238E27FC236}">
                  <a16:creationId xmlns:a16="http://schemas.microsoft.com/office/drawing/2014/main" id="{F4E3A9F6-A807-E689-A566-B68767E66C8A}"/>
                </a:ext>
              </a:extLst>
            </p:cNvPr>
            <p:cNvGrpSpPr/>
            <p:nvPr/>
          </p:nvGrpSpPr>
          <p:grpSpPr>
            <a:xfrm>
              <a:off x="852512" y="2347965"/>
              <a:ext cx="4291889" cy="1720656"/>
              <a:chOff x="852512" y="1844165"/>
              <a:chExt cx="4291889" cy="1720656"/>
            </a:xfrm>
          </p:grpSpPr>
          <p:sp>
            <p:nvSpPr>
              <p:cNvPr id="69" name="Number1">
                <a:extLst>
                  <a:ext uri="{FF2B5EF4-FFF2-40B4-BE49-F238E27FC236}">
                    <a16:creationId xmlns:a16="http://schemas.microsoft.com/office/drawing/2014/main" id="{749A26D9-F46A-8B60-9180-2DEFCB658004}"/>
                  </a:ext>
                </a:extLst>
              </p:cNvPr>
              <p:cNvSpPr/>
              <p:nvPr/>
            </p:nvSpPr>
            <p:spPr>
              <a:xfrm>
                <a:off x="4473783" y="2013596"/>
                <a:ext cx="670618" cy="670604"/>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lt1"/>
                    </a:solidFill>
                    <a:cs typeface="+mn-ea"/>
                    <a:sym typeface="+mn-lt"/>
                  </a:rPr>
                  <a:t>01</a:t>
                </a:r>
                <a:endParaRPr b="1" dirty="0">
                  <a:solidFill>
                    <a:schemeClr val="lt1"/>
                  </a:solidFill>
                  <a:cs typeface="+mn-ea"/>
                  <a:sym typeface="+mn-lt"/>
                </a:endParaRPr>
              </a:p>
            </p:txBody>
          </p:sp>
          <p:grpSp>
            <p:nvGrpSpPr>
              <p:cNvPr id="54" name="组合 53">
                <a:extLst>
                  <a:ext uri="{FF2B5EF4-FFF2-40B4-BE49-F238E27FC236}">
                    <a16:creationId xmlns:a16="http://schemas.microsoft.com/office/drawing/2014/main" id="{AA1DA6CA-9D28-8C1F-A4E2-1E680B1880E4}"/>
                  </a:ext>
                </a:extLst>
              </p:cNvPr>
              <p:cNvGrpSpPr/>
              <p:nvPr/>
            </p:nvGrpSpPr>
            <p:grpSpPr>
              <a:xfrm>
                <a:off x="852512" y="1844165"/>
                <a:ext cx="3420000" cy="1720656"/>
                <a:chOff x="-78211" y="943188"/>
                <a:chExt cx="3420000" cy="2074438"/>
              </a:xfrm>
            </p:grpSpPr>
            <p:sp>
              <p:nvSpPr>
                <p:cNvPr id="65" name="Text1">
                  <a:extLst>
                    <a:ext uri="{FF2B5EF4-FFF2-40B4-BE49-F238E27FC236}">
                      <a16:creationId xmlns:a16="http://schemas.microsoft.com/office/drawing/2014/main" id="{C13CD7D8-84E8-4FFB-00B4-1BC9532B51D3}"/>
                    </a:ext>
                  </a:extLst>
                </p:cNvPr>
                <p:cNvSpPr>
                  <a:spLocks/>
                </p:cNvSpPr>
                <p:nvPr/>
              </p:nvSpPr>
              <p:spPr>
                <a:xfrm>
                  <a:off x="-78211" y="1715569"/>
                  <a:ext cx="3420000" cy="13020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66" name="Bullet1">
                  <a:extLst>
                    <a:ext uri="{FF2B5EF4-FFF2-40B4-BE49-F238E27FC236}">
                      <a16:creationId xmlns:a16="http://schemas.microsoft.com/office/drawing/2014/main" id="{6AD8FD73-DC94-2F6F-5BF8-176E51655B00}"/>
                    </a:ext>
                  </a:extLst>
                </p:cNvPr>
                <p:cNvSpPr txBox="1">
                  <a:spLocks/>
                </p:cNvSpPr>
                <p:nvPr/>
              </p:nvSpPr>
              <p:spPr bwMode="auto">
                <a:xfrm>
                  <a:off x="-78211" y="943188"/>
                  <a:ext cx="3420000" cy="78123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cs typeface="+mn-ea"/>
                      <a:sym typeface="+mn-lt"/>
                    </a:rPr>
                    <a:t>单击添加小标题</a:t>
                  </a:r>
                  <a:endParaRPr lang="en-US" dirty="0"/>
                </a:p>
              </p:txBody>
            </p:sp>
          </p:grpSp>
        </p:grpSp>
        <p:grpSp>
          <p:nvGrpSpPr>
            <p:cNvPr id="72" name="组合 71">
              <a:extLst>
                <a:ext uri="{FF2B5EF4-FFF2-40B4-BE49-F238E27FC236}">
                  <a16:creationId xmlns:a16="http://schemas.microsoft.com/office/drawing/2014/main" id="{ADCB3C23-C937-45BF-3021-9ABDF5C127D5}"/>
                </a:ext>
              </a:extLst>
            </p:cNvPr>
            <p:cNvGrpSpPr/>
            <p:nvPr/>
          </p:nvGrpSpPr>
          <p:grpSpPr>
            <a:xfrm>
              <a:off x="7034899" y="2347964"/>
              <a:ext cx="4291889" cy="1720655"/>
              <a:chOff x="7034899" y="1844164"/>
              <a:chExt cx="4291889" cy="1720655"/>
            </a:xfrm>
          </p:grpSpPr>
          <p:sp>
            <p:nvSpPr>
              <p:cNvPr id="70" name="Number2">
                <a:extLst>
                  <a:ext uri="{FF2B5EF4-FFF2-40B4-BE49-F238E27FC236}">
                    <a16:creationId xmlns:a16="http://schemas.microsoft.com/office/drawing/2014/main" id="{EB38B2CB-E4DB-4131-6B73-626B2C19E473}"/>
                  </a:ext>
                </a:extLst>
              </p:cNvPr>
              <p:cNvSpPr/>
              <p:nvPr/>
            </p:nvSpPr>
            <p:spPr>
              <a:xfrm flipH="1">
                <a:off x="7034899" y="2013596"/>
                <a:ext cx="670618" cy="670604"/>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lt1"/>
                    </a:solidFill>
                    <a:cs typeface="+mn-ea"/>
                    <a:sym typeface="+mn-lt"/>
                  </a:rPr>
                  <a:t>02</a:t>
                </a:r>
                <a:endParaRPr b="1" dirty="0">
                  <a:solidFill>
                    <a:schemeClr val="lt1"/>
                  </a:solidFill>
                  <a:cs typeface="+mn-ea"/>
                  <a:sym typeface="+mn-lt"/>
                </a:endParaRPr>
              </a:p>
            </p:txBody>
          </p:sp>
          <p:grpSp>
            <p:nvGrpSpPr>
              <p:cNvPr id="55" name="组合 54">
                <a:extLst>
                  <a:ext uri="{FF2B5EF4-FFF2-40B4-BE49-F238E27FC236}">
                    <a16:creationId xmlns:a16="http://schemas.microsoft.com/office/drawing/2014/main" id="{DD778BD7-9537-606F-BA8A-823F238006C6}"/>
                  </a:ext>
                </a:extLst>
              </p:cNvPr>
              <p:cNvGrpSpPr/>
              <p:nvPr/>
            </p:nvGrpSpPr>
            <p:grpSpPr>
              <a:xfrm>
                <a:off x="7906786" y="1844164"/>
                <a:ext cx="3420002" cy="1720655"/>
                <a:chOff x="7049245" y="943186"/>
                <a:chExt cx="3420002" cy="2074439"/>
              </a:xfrm>
            </p:grpSpPr>
            <p:sp>
              <p:nvSpPr>
                <p:cNvPr id="56" name="Text2">
                  <a:extLst>
                    <a:ext uri="{FF2B5EF4-FFF2-40B4-BE49-F238E27FC236}">
                      <a16:creationId xmlns:a16="http://schemas.microsoft.com/office/drawing/2014/main" id="{58153A23-20E0-4F86-B6CF-EE538FD53926}"/>
                    </a:ext>
                  </a:extLst>
                </p:cNvPr>
                <p:cNvSpPr>
                  <a:spLocks/>
                </p:cNvSpPr>
                <p:nvPr/>
              </p:nvSpPr>
              <p:spPr>
                <a:xfrm flipH="1">
                  <a:off x="7049245" y="1715566"/>
                  <a:ext cx="3420000" cy="1302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57" name="Bullet2">
                  <a:extLst>
                    <a:ext uri="{FF2B5EF4-FFF2-40B4-BE49-F238E27FC236}">
                      <a16:creationId xmlns:a16="http://schemas.microsoft.com/office/drawing/2014/main" id="{EB2D26A5-6EDB-90CF-5C49-205BDB5F7D00}"/>
                    </a:ext>
                  </a:extLst>
                </p:cNvPr>
                <p:cNvSpPr txBox="1">
                  <a:spLocks/>
                </p:cNvSpPr>
                <p:nvPr/>
              </p:nvSpPr>
              <p:spPr bwMode="auto">
                <a:xfrm flipH="1">
                  <a:off x="7049247" y="943186"/>
                  <a:ext cx="3420000" cy="78123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cs typeface="+mn-ea"/>
                      <a:sym typeface="+mn-lt"/>
                    </a:rPr>
                    <a:t>单击添加小标题</a:t>
                  </a:r>
                  <a:endParaRPr lang="en-US" dirty="0"/>
                </a:p>
              </p:txBody>
            </p:sp>
          </p:grpSp>
        </p:grpSp>
        <p:grpSp>
          <p:nvGrpSpPr>
            <p:cNvPr id="73" name="组合 72">
              <a:extLst>
                <a:ext uri="{FF2B5EF4-FFF2-40B4-BE49-F238E27FC236}">
                  <a16:creationId xmlns:a16="http://schemas.microsoft.com/office/drawing/2014/main" id="{E02396C4-6642-4523-AAF2-338D3AB76770}"/>
                </a:ext>
              </a:extLst>
            </p:cNvPr>
            <p:cNvGrpSpPr/>
            <p:nvPr/>
          </p:nvGrpSpPr>
          <p:grpSpPr>
            <a:xfrm>
              <a:off x="852512" y="4196034"/>
              <a:ext cx="4291889" cy="1728000"/>
              <a:chOff x="852512" y="1320404"/>
              <a:chExt cx="4291889" cy="1728000"/>
            </a:xfrm>
          </p:grpSpPr>
          <p:sp>
            <p:nvSpPr>
              <p:cNvPr id="74" name="Number3">
                <a:extLst>
                  <a:ext uri="{FF2B5EF4-FFF2-40B4-BE49-F238E27FC236}">
                    <a16:creationId xmlns:a16="http://schemas.microsoft.com/office/drawing/2014/main" id="{6C84BCC8-A838-F7BC-D21F-5855678AE713}"/>
                  </a:ext>
                </a:extLst>
              </p:cNvPr>
              <p:cNvSpPr/>
              <p:nvPr/>
            </p:nvSpPr>
            <p:spPr>
              <a:xfrm>
                <a:off x="4473783" y="2208370"/>
                <a:ext cx="670618" cy="670604"/>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lt1"/>
                    </a:solidFill>
                    <a:cs typeface="+mn-ea"/>
                    <a:sym typeface="+mn-lt"/>
                  </a:rPr>
                  <a:t>03</a:t>
                </a:r>
                <a:endParaRPr b="1" dirty="0">
                  <a:solidFill>
                    <a:schemeClr val="lt1"/>
                  </a:solidFill>
                  <a:cs typeface="+mn-ea"/>
                  <a:sym typeface="+mn-lt"/>
                </a:endParaRPr>
              </a:p>
            </p:txBody>
          </p:sp>
          <p:grpSp>
            <p:nvGrpSpPr>
              <p:cNvPr id="75" name="组合 74">
                <a:extLst>
                  <a:ext uri="{FF2B5EF4-FFF2-40B4-BE49-F238E27FC236}">
                    <a16:creationId xmlns:a16="http://schemas.microsoft.com/office/drawing/2014/main" id="{19CD801A-FF33-5312-16A6-046F31EB0F27}"/>
                  </a:ext>
                </a:extLst>
              </p:cNvPr>
              <p:cNvGrpSpPr/>
              <p:nvPr/>
            </p:nvGrpSpPr>
            <p:grpSpPr>
              <a:xfrm>
                <a:off x="852512" y="1320404"/>
                <a:ext cx="3420000" cy="1728000"/>
                <a:chOff x="-78211" y="311736"/>
                <a:chExt cx="3420000" cy="2083294"/>
              </a:xfrm>
            </p:grpSpPr>
            <p:sp>
              <p:nvSpPr>
                <p:cNvPr id="76" name="Text3">
                  <a:extLst>
                    <a:ext uri="{FF2B5EF4-FFF2-40B4-BE49-F238E27FC236}">
                      <a16:creationId xmlns:a16="http://schemas.microsoft.com/office/drawing/2014/main" id="{DD2D12B0-5884-F03D-71C1-E137CD5A7289}"/>
                    </a:ext>
                  </a:extLst>
                </p:cNvPr>
                <p:cNvSpPr>
                  <a:spLocks/>
                </p:cNvSpPr>
                <p:nvPr/>
              </p:nvSpPr>
              <p:spPr>
                <a:xfrm>
                  <a:off x="-78211" y="1092971"/>
                  <a:ext cx="3420000" cy="1302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77" name="Bullet3">
                  <a:extLst>
                    <a:ext uri="{FF2B5EF4-FFF2-40B4-BE49-F238E27FC236}">
                      <a16:creationId xmlns:a16="http://schemas.microsoft.com/office/drawing/2014/main" id="{B3045CB9-D2CE-8025-16FE-E3AEF3757E54}"/>
                    </a:ext>
                  </a:extLst>
                </p:cNvPr>
                <p:cNvSpPr txBox="1">
                  <a:spLocks/>
                </p:cNvSpPr>
                <p:nvPr/>
              </p:nvSpPr>
              <p:spPr bwMode="auto">
                <a:xfrm>
                  <a:off x="-78211" y="311736"/>
                  <a:ext cx="3420000" cy="78123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cs typeface="+mn-ea"/>
                      <a:sym typeface="+mn-lt"/>
                    </a:rPr>
                    <a:t>单击添加小标题</a:t>
                  </a:r>
                  <a:endParaRPr lang="en-US" dirty="0"/>
                </a:p>
              </p:txBody>
            </p:sp>
          </p:grpSp>
        </p:grpSp>
        <p:grpSp>
          <p:nvGrpSpPr>
            <p:cNvPr id="78" name="组合 77">
              <a:extLst>
                <a:ext uri="{FF2B5EF4-FFF2-40B4-BE49-F238E27FC236}">
                  <a16:creationId xmlns:a16="http://schemas.microsoft.com/office/drawing/2014/main" id="{3BBD42CF-5523-CB44-56FC-A1351817E30D}"/>
                </a:ext>
              </a:extLst>
            </p:cNvPr>
            <p:cNvGrpSpPr/>
            <p:nvPr/>
          </p:nvGrpSpPr>
          <p:grpSpPr>
            <a:xfrm>
              <a:off x="7034899" y="4196035"/>
              <a:ext cx="4291889" cy="1728001"/>
              <a:chOff x="7034899" y="1320405"/>
              <a:chExt cx="4291889" cy="1728001"/>
            </a:xfrm>
          </p:grpSpPr>
          <p:sp>
            <p:nvSpPr>
              <p:cNvPr id="79" name="Number4">
                <a:extLst>
                  <a:ext uri="{FF2B5EF4-FFF2-40B4-BE49-F238E27FC236}">
                    <a16:creationId xmlns:a16="http://schemas.microsoft.com/office/drawing/2014/main" id="{186FF85D-14A2-A6B6-B48F-95C2D28EC2DF}"/>
                  </a:ext>
                </a:extLst>
              </p:cNvPr>
              <p:cNvSpPr/>
              <p:nvPr/>
            </p:nvSpPr>
            <p:spPr>
              <a:xfrm flipH="1">
                <a:off x="7034899" y="2208370"/>
                <a:ext cx="670618" cy="670604"/>
              </a:xfrm>
              <a:prstGeom prst="ellipse">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lt1"/>
                    </a:solidFill>
                    <a:cs typeface="+mn-ea"/>
                    <a:sym typeface="+mn-lt"/>
                  </a:rPr>
                  <a:t>04</a:t>
                </a:r>
                <a:endParaRPr b="1" dirty="0">
                  <a:solidFill>
                    <a:schemeClr val="lt1"/>
                  </a:solidFill>
                  <a:cs typeface="+mn-ea"/>
                  <a:sym typeface="+mn-lt"/>
                </a:endParaRPr>
              </a:p>
            </p:txBody>
          </p:sp>
          <p:grpSp>
            <p:nvGrpSpPr>
              <p:cNvPr id="80" name="组合 79">
                <a:extLst>
                  <a:ext uri="{FF2B5EF4-FFF2-40B4-BE49-F238E27FC236}">
                    <a16:creationId xmlns:a16="http://schemas.microsoft.com/office/drawing/2014/main" id="{11A33E63-DF7A-0941-28E5-9AF77B8A5C59}"/>
                  </a:ext>
                </a:extLst>
              </p:cNvPr>
              <p:cNvGrpSpPr/>
              <p:nvPr/>
            </p:nvGrpSpPr>
            <p:grpSpPr>
              <a:xfrm>
                <a:off x="7906786" y="1320405"/>
                <a:ext cx="3420002" cy="1728001"/>
                <a:chOff x="7049245" y="311737"/>
                <a:chExt cx="3420002" cy="2083294"/>
              </a:xfrm>
            </p:grpSpPr>
            <p:sp>
              <p:nvSpPr>
                <p:cNvPr id="81" name="Text4">
                  <a:extLst>
                    <a:ext uri="{FF2B5EF4-FFF2-40B4-BE49-F238E27FC236}">
                      <a16:creationId xmlns:a16="http://schemas.microsoft.com/office/drawing/2014/main" id="{B14943E8-9E49-994B-DF8D-E02501D0E888}"/>
                    </a:ext>
                  </a:extLst>
                </p:cNvPr>
                <p:cNvSpPr>
                  <a:spLocks/>
                </p:cNvSpPr>
                <p:nvPr/>
              </p:nvSpPr>
              <p:spPr>
                <a:xfrm flipH="1">
                  <a:off x="7049245" y="1092973"/>
                  <a:ext cx="3420000" cy="13020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82" name="Bullet4">
                  <a:extLst>
                    <a:ext uri="{FF2B5EF4-FFF2-40B4-BE49-F238E27FC236}">
                      <a16:creationId xmlns:a16="http://schemas.microsoft.com/office/drawing/2014/main" id="{E6C514AE-75DE-2C78-5606-6D7987BB9062}"/>
                    </a:ext>
                  </a:extLst>
                </p:cNvPr>
                <p:cNvSpPr txBox="1">
                  <a:spLocks/>
                </p:cNvSpPr>
                <p:nvPr/>
              </p:nvSpPr>
              <p:spPr bwMode="auto">
                <a:xfrm flipH="1">
                  <a:off x="7049247" y="311737"/>
                  <a:ext cx="3420000" cy="78123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cs typeface="+mn-ea"/>
                      <a:sym typeface="+mn-lt"/>
                    </a:rPr>
                    <a:t>单击添加小标题</a:t>
                  </a:r>
                  <a:endParaRPr lang="en-US" dirty="0"/>
                </a:p>
              </p:txBody>
            </p:sp>
          </p:grpSp>
        </p:grpSp>
      </p:grpSp>
    </p:spTree>
    <p:extLst>
      <p:ext uri="{BB962C8B-B14F-4D97-AF65-F5344CB8AC3E}">
        <p14:creationId xmlns:p14="http://schemas.microsoft.com/office/powerpoint/2010/main" val="284834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0FF6F-A6E9-8B49-9F7F-895E9E5F97E8}"/>
            </a:ext>
          </a:extLst>
        </p:cNvPr>
        <p:cNvGrpSpPr/>
        <p:nvPr/>
      </p:nvGrpSpPr>
      <p:grpSpPr>
        <a:xfrm>
          <a:off x="0" y="0"/>
          <a:ext cx="0" cy="0"/>
          <a:chOff x="0" y="0"/>
          <a:chExt cx="0" cy="0"/>
        </a:xfrm>
      </p:grpSpPr>
      <p:sp>
        <p:nvSpPr>
          <p:cNvPr id="440" name="标题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21" name="组合 20">
            <a:extLst>
              <a:ext uri="{FF2B5EF4-FFF2-40B4-BE49-F238E27FC236}">
                <a16:creationId xmlns:a16="http://schemas.microsoft.com/office/drawing/2014/main" id="{7EE8A3D8-AED9-F625-EF2B-03151C4FE903}"/>
              </a:ext>
            </a:extLst>
          </p:cNvPr>
          <p:cNvGrpSpPr/>
          <p:nvPr/>
        </p:nvGrpSpPr>
        <p:grpSpPr>
          <a:xfrm>
            <a:off x="387351" y="1130299"/>
            <a:ext cx="11131549" cy="5283202"/>
            <a:chOff x="387351" y="1130299"/>
            <a:chExt cx="11131549" cy="5283202"/>
          </a:xfrm>
        </p:grpSpPr>
        <p:sp>
          <p:nvSpPr>
            <p:cNvPr id="20" name="ComponentBackground1">
              <a:extLst>
                <a:ext uri="{FF2B5EF4-FFF2-40B4-BE49-F238E27FC236}">
                  <a16:creationId xmlns:a16="http://schemas.microsoft.com/office/drawing/2014/main" id="{8398D326-EE81-FA65-3281-A46338BACDEA}"/>
                </a:ext>
              </a:extLst>
            </p:cNvPr>
            <p:cNvSpPr>
              <a:spLocks/>
            </p:cNvSpPr>
            <p:nvPr/>
          </p:nvSpPr>
          <p:spPr>
            <a:xfrm flipH="1">
              <a:off x="7005320" y="2303647"/>
              <a:ext cx="4513580" cy="2016000"/>
            </a:xfrm>
            <a:prstGeom prst="roundRect">
              <a:avLst>
                <a:gd name="adj" fmla="val 12000"/>
              </a:avLst>
            </a:prstGeom>
            <a:solidFill>
              <a:schemeClr val="accent1"/>
            </a:solidFill>
            <a:ln w="0">
              <a:noFill/>
            </a:ln>
            <a:effectLst>
              <a:outerShdw blurRad="254000" dist="1270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3" name="图片 12">
              <a:extLst>
                <a:ext uri="{FF2B5EF4-FFF2-40B4-BE49-F238E27FC236}">
                  <a16:creationId xmlns:a16="http://schemas.microsoft.com/office/drawing/2014/main" id="{9F1C5EAF-5421-ED14-D86C-470B5DE340D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flipH="1">
              <a:off x="387351" y="1418467"/>
              <a:ext cx="4464049" cy="4995034"/>
            </a:xfrm>
            <a:custGeom>
              <a:avLst/>
              <a:gdLst>
                <a:gd name="csX0" fmla="*/ 4464049 w 4464049"/>
                <a:gd name="csY0" fmla="*/ 0 h 4995034"/>
                <a:gd name="csX1" fmla="*/ 0 w 4464049"/>
                <a:gd name="csY1" fmla="*/ 0 h 4995034"/>
                <a:gd name="csX2" fmla="*/ 0 w 4464049"/>
                <a:gd name="csY2" fmla="*/ 4995034 h 4995034"/>
                <a:gd name="csX3" fmla="*/ 4464049 w 4464049"/>
                <a:gd name="csY3" fmla="*/ 4995034 h 4995034"/>
              </a:gdLst>
              <a:ahLst/>
              <a:cxnLst>
                <a:cxn ang="0">
                  <a:pos x="csX0" y="csY0"/>
                </a:cxn>
                <a:cxn ang="0">
                  <a:pos x="csX1" y="csY1"/>
                </a:cxn>
                <a:cxn ang="0">
                  <a:pos x="csX2" y="csY2"/>
                </a:cxn>
                <a:cxn ang="0">
                  <a:pos x="csX3" y="csY3"/>
                </a:cxn>
              </a:cxnLst>
              <a:rect l="l" t="t" r="r" b="b"/>
              <a:pathLst>
                <a:path w="4464049" h="4995034">
                  <a:moveTo>
                    <a:pt x="4464049" y="0"/>
                  </a:moveTo>
                  <a:lnTo>
                    <a:pt x="0" y="0"/>
                  </a:lnTo>
                  <a:lnTo>
                    <a:pt x="0" y="4995034"/>
                  </a:lnTo>
                  <a:lnTo>
                    <a:pt x="4464049" y="4995034"/>
                  </a:lnTo>
                  <a:close/>
                </a:path>
              </a:pathLst>
            </a:custGeom>
          </p:spPr>
        </p:pic>
        <p:sp>
          <p:nvSpPr>
            <p:cNvPr id="15" name="PictureMisc1">
              <a:extLst>
                <a:ext uri="{FF2B5EF4-FFF2-40B4-BE49-F238E27FC236}">
                  <a16:creationId xmlns:a16="http://schemas.microsoft.com/office/drawing/2014/main" id="{CAB15E59-0244-963D-0144-AA5AE6A545F4}"/>
                </a:ext>
              </a:extLst>
            </p:cNvPr>
            <p:cNvSpPr/>
            <p:nvPr/>
          </p:nvSpPr>
          <p:spPr>
            <a:xfrm>
              <a:off x="3779932" y="1250950"/>
              <a:ext cx="2813498" cy="4883150"/>
            </a:xfrm>
            <a:prstGeom prst="roundRect">
              <a:avLst>
                <a:gd name="adj" fmla="val 9241"/>
              </a:avLst>
            </a:prstGeom>
            <a:blipFill>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cs typeface="+mn-ea"/>
                <a:sym typeface="+mn-lt"/>
              </a:endParaRPr>
            </a:p>
          </p:txBody>
        </p:sp>
        <p:sp>
          <p:nvSpPr>
            <p:cNvPr id="5" name="Title">
              <a:extLst>
                <a:ext uri="{FF2B5EF4-FFF2-40B4-BE49-F238E27FC236}">
                  <a16:creationId xmlns:a16="http://schemas.microsoft.com/office/drawing/2014/main" id="{35D614E9-32FA-A973-ED88-8E2C2797FF4E}"/>
                </a:ext>
              </a:extLst>
            </p:cNvPr>
            <p:cNvSpPr>
              <a:spLocks/>
            </p:cNvSpPr>
            <p:nvPr/>
          </p:nvSpPr>
          <p:spPr>
            <a:xfrm>
              <a:off x="7179310" y="1130299"/>
              <a:ext cx="4165600" cy="9936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sz="2400" b="1" dirty="0">
                  <a:solidFill>
                    <a:schemeClr val="tx1"/>
                  </a:solidFill>
                  <a:cs typeface="+mn-ea"/>
                  <a:sym typeface="+mn-lt"/>
                </a:rPr>
                <a:t>单击此处添加长一点的副标题</a:t>
              </a:r>
              <a:endParaRPr lang="en-US" dirty="0"/>
            </a:p>
          </p:txBody>
        </p:sp>
        <p:grpSp>
          <p:nvGrpSpPr>
            <p:cNvPr id="16" name="组合 15">
              <a:extLst>
                <a:ext uri="{FF2B5EF4-FFF2-40B4-BE49-F238E27FC236}">
                  <a16:creationId xmlns:a16="http://schemas.microsoft.com/office/drawing/2014/main" id="{8B08959C-A0D9-E239-2F8A-2A41B1CFEF27}"/>
                </a:ext>
              </a:extLst>
            </p:cNvPr>
            <p:cNvGrpSpPr/>
            <p:nvPr/>
          </p:nvGrpSpPr>
          <p:grpSpPr>
            <a:xfrm>
              <a:off x="7179310" y="2494274"/>
              <a:ext cx="4165600" cy="1634747"/>
              <a:chOff x="7005320" y="3169407"/>
              <a:chExt cx="4513580" cy="1634747"/>
            </a:xfrm>
          </p:grpSpPr>
          <p:sp>
            <p:nvSpPr>
              <p:cNvPr id="6" name="Bullet1">
                <a:extLst>
                  <a:ext uri="{FF2B5EF4-FFF2-40B4-BE49-F238E27FC236}">
                    <a16:creationId xmlns:a16="http://schemas.microsoft.com/office/drawing/2014/main" id="{5D29491B-EC25-CC11-B21E-D26507F969DF}"/>
                  </a:ext>
                </a:extLst>
              </p:cNvPr>
              <p:cNvSpPr txBox="1"/>
              <p:nvPr/>
            </p:nvSpPr>
            <p:spPr>
              <a:xfrm>
                <a:off x="7005320" y="3169407"/>
                <a:ext cx="4513580" cy="655590"/>
              </a:xfrm>
              <a:prstGeom prst="rect">
                <a:avLst/>
              </a:prstGeom>
              <a:noFill/>
            </p:spPr>
            <p:txBody>
              <a:bodyPr wrap="square" lIns="91440" tIns="45720" rIns="91440" bIns="45720" rtlCol="0" anchor="b">
                <a:normAutofit/>
              </a:bodyPr>
              <a:lstStyle/>
              <a:p>
                <a:pPr lvl="0" defTabSz="913765">
                  <a:buSzPct val="25000"/>
                  <a:defRPr/>
                </a:pPr>
                <a:r>
                  <a:rPr lang="zh-CN" altLang="en-US" b="1" dirty="0">
                    <a:solidFill>
                      <a:srgbClr val="FFFFFF"/>
                    </a:solidFill>
                    <a:cs typeface="+mn-ea"/>
                    <a:sym typeface="+mn-lt"/>
                  </a:rPr>
                  <a:t>单击添加小标题</a:t>
                </a:r>
                <a:endParaRPr lang="en-US" dirty="0">
                  <a:solidFill>
                    <a:srgbClr val="FFFFFF"/>
                  </a:solidFill>
                </a:endParaRPr>
              </a:p>
            </p:txBody>
          </p:sp>
          <p:sp>
            <p:nvSpPr>
              <p:cNvPr id="7" name="Text1">
                <a:extLst>
                  <a:ext uri="{FF2B5EF4-FFF2-40B4-BE49-F238E27FC236}">
                    <a16:creationId xmlns:a16="http://schemas.microsoft.com/office/drawing/2014/main" id="{696ADEDA-FE64-421D-02BC-56DA4A907AD9}"/>
                  </a:ext>
                </a:extLst>
              </p:cNvPr>
              <p:cNvSpPr txBox="1"/>
              <p:nvPr/>
            </p:nvSpPr>
            <p:spPr>
              <a:xfrm>
                <a:off x="7005320" y="3824996"/>
                <a:ext cx="4513580" cy="979158"/>
              </a:xfrm>
              <a:prstGeom prst="rect">
                <a:avLst/>
              </a:prstGeom>
              <a:noFill/>
            </p:spPr>
            <p:txBody>
              <a:bodyPr wrap="square" lIns="91440" tIns="45720" rIns="91440" bIns="45720">
                <a:normAutofit/>
              </a:bodyPr>
              <a:lstStyle/>
              <a:p>
                <a:pPr>
                  <a:lnSpc>
                    <a:spcPct val="120000"/>
                  </a:lnSpc>
                  <a:buNone/>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grpSp>
          <p:nvGrpSpPr>
            <p:cNvPr id="17" name="组合 16">
              <a:extLst>
                <a:ext uri="{FF2B5EF4-FFF2-40B4-BE49-F238E27FC236}">
                  <a16:creationId xmlns:a16="http://schemas.microsoft.com/office/drawing/2014/main" id="{51F62ECE-B01E-8333-D2D1-29E0E09D08F2}"/>
                </a:ext>
              </a:extLst>
            </p:cNvPr>
            <p:cNvGrpSpPr/>
            <p:nvPr/>
          </p:nvGrpSpPr>
          <p:grpSpPr>
            <a:xfrm>
              <a:off x="7179310" y="4499353"/>
              <a:ext cx="4165600" cy="1634747"/>
              <a:chOff x="7005320" y="4651753"/>
              <a:chExt cx="4513580" cy="1634747"/>
            </a:xfrm>
          </p:grpSpPr>
          <p:sp>
            <p:nvSpPr>
              <p:cNvPr id="8" name="Bullet2">
                <a:extLst>
                  <a:ext uri="{FF2B5EF4-FFF2-40B4-BE49-F238E27FC236}">
                    <a16:creationId xmlns:a16="http://schemas.microsoft.com/office/drawing/2014/main" id="{CADF0343-E5C3-CCC1-F8C6-5E47AF5B988D}"/>
                  </a:ext>
                </a:extLst>
              </p:cNvPr>
              <p:cNvSpPr txBox="1"/>
              <p:nvPr/>
            </p:nvSpPr>
            <p:spPr>
              <a:xfrm>
                <a:off x="7005320" y="4651753"/>
                <a:ext cx="4513580" cy="655590"/>
              </a:xfrm>
              <a:prstGeom prst="rect">
                <a:avLst/>
              </a:prstGeom>
              <a:noFill/>
            </p:spPr>
            <p:txBody>
              <a:bodyPr wrap="square" lIns="91440" tIns="45720" rIns="91440" bIns="45720" rtlCol="0" anchor="b">
                <a:normAutofit/>
              </a:bodyPr>
              <a:lstStyle/>
              <a:p>
                <a:pPr lvl="0" defTabSz="913765">
                  <a:buSzPct val="25000"/>
                  <a:defRPr/>
                </a:pPr>
                <a:r>
                  <a:rPr lang="zh-CN" altLang="en-US" b="1" dirty="0">
                    <a:cs typeface="+mn-ea"/>
                    <a:sym typeface="+mn-lt"/>
                  </a:rPr>
                  <a:t>单击添加小标题</a:t>
                </a:r>
                <a:endParaRPr lang="en-US" dirty="0"/>
              </a:p>
            </p:txBody>
          </p:sp>
          <p:sp>
            <p:nvSpPr>
              <p:cNvPr id="9" name="Text2">
                <a:extLst>
                  <a:ext uri="{FF2B5EF4-FFF2-40B4-BE49-F238E27FC236}">
                    <a16:creationId xmlns:a16="http://schemas.microsoft.com/office/drawing/2014/main" id="{2F3AF22A-52C1-8B87-03CA-804A0900A459}"/>
                  </a:ext>
                </a:extLst>
              </p:cNvPr>
              <p:cNvSpPr txBox="1"/>
              <p:nvPr/>
            </p:nvSpPr>
            <p:spPr>
              <a:xfrm>
                <a:off x="7005320" y="5307342"/>
                <a:ext cx="4513580" cy="979158"/>
              </a:xfrm>
              <a:prstGeom prst="rect">
                <a:avLst/>
              </a:prstGeom>
              <a:noFill/>
            </p:spPr>
            <p:txBody>
              <a:bodyPr wrap="square" lIns="91440" tIns="45720" rIns="91440" bIns="45720">
                <a:normAutofit/>
              </a:bodyPr>
              <a:lstStyle/>
              <a:p>
                <a:pPr>
                  <a:lnSpc>
                    <a:spcPct val="120000"/>
                  </a:lnSpc>
                  <a:buNone/>
                </a:pPr>
                <a:r>
                  <a:rPr lang="zh-CN" altLang="en-US" sz="1200" dirty="0">
                    <a:cs typeface="+mn-ea"/>
                    <a:sym typeface="+mn-lt"/>
                  </a:rPr>
                  <a:t>单击此处添加文本单击此处添加文本单击此处添加文本单击此处添加文本</a:t>
                </a:r>
                <a:endParaRPr lang="en-US" dirty="0"/>
              </a:p>
            </p:txBody>
          </p:sp>
        </p:grpSp>
      </p:grpSp>
    </p:spTree>
    <p:extLst>
      <p:ext uri="{BB962C8B-B14F-4D97-AF65-F5344CB8AC3E}">
        <p14:creationId xmlns:p14="http://schemas.microsoft.com/office/powerpoint/2010/main" val="3267264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876300"/>
            <a:ext cx="7029451" cy="1980000"/>
          </a:xfrm>
        </p:spPr>
        <p:txBody>
          <a:bodyPr/>
          <a:lstStyle/>
          <a:p>
            <a:r>
              <a:rPr lang="zh-CN" altLang="en-US"/>
              <a:t>谢谢观看</a:t>
            </a:r>
            <a:endParaRPr lang="en-US" dirty="0"/>
          </a:p>
        </p:txBody>
      </p:sp>
      <p:sp>
        <p:nvSpPr>
          <p:cNvPr id="4" name="文本占位符 3"/>
          <p:cNvSpPr>
            <a:spLocks noGrp="1"/>
          </p:cNvSpPr>
          <p:nvPr>
            <p:ph type="body" sz="quarter" idx="13" hasCustomPrompt="1"/>
          </p:nvPr>
        </p:nvSpPr>
        <p:spPr>
          <a:xfrm>
            <a:off x="1169988" y="5857875"/>
            <a:ext cx="2100262" cy="360363"/>
          </a:xfrm>
        </p:spPr>
        <p:txBody>
          <a:bodyPr>
            <a:normAutofit/>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3857625" y="5857875"/>
            <a:ext cx="2098675" cy="360363"/>
          </a:xfrm>
        </p:spPr>
        <p:txBody>
          <a:bodyPr>
            <a:normAutofit/>
          </a:bodyPr>
          <a:lstStyle/>
          <a:p>
            <a:r>
              <a:rPr lang="zh-CN" altLang="en-US" dirty="0"/>
              <a:t>20XX.XX.XX</a:t>
            </a:r>
            <a:endParaRPr lang="en-US" dirty="0"/>
          </a:p>
        </p:txBody>
      </p:sp>
    </p:spTree>
  </p:cSld>
  <p:clrMapOvr>
    <a:masterClrMapping/>
  </p:clrMapOvr>
</p:sld>
</file>

<file path=ppt/slides/slide1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13.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iSlide">
      <a:dk1>
        <a:srgbClr val="000000"/>
      </a:dk1>
      <a:lt1>
        <a:srgbClr val="FFFFFF"/>
      </a:lt1>
      <a:dk2>
        <a:srgbClr val="778495"/>
      </a:dk2>
      <a:lt2>
        <a:srgbClr val="F0F0F0"/>
      </a:lt2>
      <a:accent1>
        <a:srgbClr val="2563B4"/>
      </a:accent1>
      <a:accent2>
        <a:srgbClr val="6B96CF"/>
      </a:accent2>
      <a:accent3>
        <a:srgbClr val="44B4CF"/>
      </a:accent3>
      <a:accent4>
        <a:srgbClr val="7995D8"/>
      </a:accent4>
      <a:accent5>
        <a:srgbClr val="8794A4"/>
      </a:accent5>
      <a:accent6>
        <a:srgbClr val="ADB5BF"/>
      </a:accent6>
      <a:hlink>
        <a:srgbClr val="564EF8"/>
      </a:hlink>
      <a:folHlink>
        <a:srgbClr val="BFBFBF"/>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iSlide Presentation Template</Template>
  <TotalTime>393</TotalTime>
  <Words>730</Words>
  <Application>Microsoft Office PowerPoint</Application>
  <PresentationFormat>宽屏</PresentationFormat>
  <Paragraphs>114</Paragraphs>
  <Slides>11</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Designed by iSlide</vt:lpstr>
      <vt:lpstr>蓝色商务风 工作总结汇报模板</vt:lpstr>
      <vt:lpstr>目录</vt:lpstr>
      <vt:lpstr>单击此处添加章节标题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谢谢观看</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iSlide</dc:creator>
  <cp:lastModifiedBy>mc</cp:lastModifiedBy>
  <cp:revision>48</cp:revision>
  <cp:lastPrinted>2025-05-23T00:00:00Z</cp:lastPrinted>
  <dcterms:created xsi:type="dcterms:W3CDTF">2025-05-23T00:00:00Z</dcterms:created>
  <dcterms:modified xsi:type="dcterms:W3CDTF">2026-06-25T02:33:49Z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8da5d54c-8099-496d-baf7-4f02a6040b7d</vt:lpwstr>
  </property>
</Properties>
</file>