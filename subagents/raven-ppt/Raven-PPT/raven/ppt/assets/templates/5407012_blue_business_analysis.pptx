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4" r:id="rId3"/>
    <p:sldId id="265" r:id="rId4"/>
    <p:sldId id="268" r:id="rId5"/>
    <p:sldId id="271" r:id="rId6"/>
    <p:sldId id="297" r:id="rId7"/>
    <p:sldId id="287" r:id="rId8"/>
    <p:sldId id="299" r:id="rId9"/>
    <p:sldId id="278" r:id="rId10"/>
    <p:sldId id="303" r:id="rId11"/>
    <p:sldId id="314" r:id="rId12"/>
    <p:sldId id="315" r:id="R4716cbe5286d47c2"/>
    <p:sldId id="316" r:id="R6a5824654cd94ad3"/>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B3DD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48" autoAdjust="0"/>
    <p:restoredTop sz="93910" autoAdjust="0"/>
  </p:normalViewPr>
  <p:slideViewPr>
    <p:cSldViewPr snapToGrid="0" showGuides="1">
      <p:cViewPr>
        <p:scale>
          <a:sx n="75" d="100"/>
          <a:sy n="75" d="100"/>
        </p:scale>
        <p:origin x="2776" y="162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964"/>
    </p:cViewPr>
  </p:sorter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notesMaster" Target="notesMasters/notesMaster1.xml" Id="rId13" /><Relationship Type="http://schemas.openxmlformats.org/officeDocument/2006/relationships/tableStyles" Target="tableStyles.xml" Id="rId18" /><Relationship Type="http://schemas.openxmlformats.org/officeDocument/2006/relationships/slide" Target="slides/slide2.xml" Id="rId3"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theme" Target="theme/theme1.xml" Id="rId17" /><Relationship Type="http://schemas.openxmlformats.org/officeDocument/2006/relationships/slide" Target="slides/slide1.xml" Id="rId2" /><Relationship Type="http://schemas.openxmlformats.org/officeDocument/2006/relationships/viewProps" Target="viewProps.xml" Id="rId16"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openxmlformats.org/officeDocument/2006/relationships/slide" Target="slides/slide4.xml" Id="rId5" /><Relationship Type="http://schemas.openxmlformats.org/officeDocument/2006/relationships/presProps" Target="presProps.xml" Id="rId15" /><Relationship Type="http://schemas.openxmlformats.org/officeDocument/2006/relationships/slide" Target="slides/slide9.xml" Id="rId10"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tags" Target="tags/tag1.xml" Id="rId14" /><Relationship Type="http://schemas.openxmlformats.org/officeDocument/2006/relationships/slide" Target="/ppt/slides/slide12.xml" Id="R4716cbe5286d47c2" /><Relationship Type="http://schemas.openxmlformats.org/officeDocument/2006/relationships/slide" Target="/ppt/slides/slide13.xml" Id="R6a5824654cd94ad3"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1818E1-46B5-4057-813D-9075BA2F65FF}" type="datetimeFigureOut">
              <a:rPr lang="zh-CN" altLang="en-US" smtClean="0"/>
              <a:t>2026/6/29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FD84FC-350E-4028-8C71-8FEB8B9BA8E9}" type="slidenum">
              <a:rPr lang="zh-CN" altLang="en-US" smtClean="0"/>
              <a:t>‹#›</a:t>
            </a:fld>
            <a:endParaRPr lang="zh-CN" altLang="en-US"/>
          </a:p>
        </p:txBody>
      </p:sp>
    </p:spTree>
    <p:extLst>
      <p:ext uri="{BB962C8B-B14F-4D97-AF65-F5344CB8AC3E}">
        <p14:creationId xmlns:p14="http://schemas.microsoft.com/office/powerpoint/2010/main" val="4125812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Title Slide" preserve="1" userDrawn="1">
  <p:cSld name="Title Slide">
    <p:bg>
      <p:bgPr>
        <a:solidFill>
          <a:schemeClr val="accent1"/>
        </a:solidFill>
        <a:effectLst/>
      </p:bgPr>
    </p:bg>
    <p:spTree>
      <p:nvGrpSpPr>
        <p:cNvPr id="1" name=""/>
        <p:cNvGrpSpPr/>
        <p:nvPr/>
      </p:nvGrpSpPr>
      <p:grpSpPr>
        <a:xfrm>
          <a:off x="0" y="0"/>
          <a:ext cx="0" cy="0"/>
          <a:chOff x="0" y="0"/>
          <a:chExt cx="0" cy="0"/>
        </a:xfrm>
      </p:grpSpPr>
      <p:grpSp>
        <p:nvGrpSpPr>
          <p:cNvPr id="69" name="组合 68">
            <a:extLst>
              <a:ext uri="{FF2B5EF4-FFF2-40B4-BE49-F238E27FC236}">
                <a16:creationId xmlns:a16="http://schemas.microsoft.com/office/drawing/2014/main" id="{9676DD2F-6142-E3B9-9F34-0C4D7221A26B}"/>
              </a:ext>
            </a:extLst>
          </p:cNvPr>
          <p:cNvGrpSpPr/>
          <p:nvPr userDrawn="1"/>
        </p:nvGrpSpPr>
        <p:grpSpPr>
          <a:xfrm>
            <a:off x="0" y="0"/>
            <a:ext cx="12192000" cy="6236331"/>
            <a:chOff x="0" y="0"/>
            <a:chExt cx="12192000" cy="6236331"/>
          </a:xfrm>
        </p:grpSpPr>
        <p:sp>
          <p:nvSpPr>
            <p:cNvPr id="66" name="任意多边形: 形状 65">
              <a:extLst>
                <a:ext uri="{FF2B5EF4-FFF2-40B4-BE49-F238E27FC236}">
                  <a16:creationId xmlns:a16="http://schemas.microsoft.com/office/drawing/2014/main" id="{D922F2E6-3498-EAC0-17C9-60FBD0B37725}"/>
                </a:ext>
              </a:extLst>
            </p:cNvPr>
            <p:cNvSpPr/>
            <p:nvPr userDrawn="1"/>
          </p:nvSpPr>
          <p:spPr>
            <a:xfrm flipH="1">
              <a:off x="0" y="0"/>
              <a:ext cx="12192000" cy="2979450"/>
            </a:xfrm>
            <a:custGeom>
              <a:avLst/>
              <a:gdLst>
                <a:gd name="csX0" fmla="*/ 12192000 w 12192000"/>
                <a:gd name="csY0" fmla="*/ 0 h 2979450"/>
                <a:gd name="csX1" fmla="*/ 0 w 12192000"/>
                <a:gd name="csY1" fmla="*/ 0 h 2979450"/>
                <a:gd name="csX2" fmla="*/ 0 w 12192000"/>
                <a:gd name="csY2" fmla="*/ 2979450 h 2979450"/>
                <a:gd name="csX3" fmla="*/ 11505608 w 12192000"/>
                <a:gd name="csY3" fmla="*/ 2979450 h 2979450"/>
                <a:gd name="csX4" fmla="*/ 12192000 w 12192000"/>
                <a:gd name="csY4" fmla="*/ 2293058 h 2979450"/>
              </a:gdLst>
              <a:ahLst/>
              <a:cxnLst>
                <a:cxn ang="0">
                  <a:pos x="csX0" y="csY0"/>
                </a:cxn>
                <a:cxn ang="0">
                  <a:pos x="csX1" y="csY1"/>
                </a:cxn>
                <a:cxn ang="0">
                  <a:pos x="csX2" y="csY2"/>
                </a:cxn>
                <a:cxn ang="0">
                  <a:pos x="csX3" y="csY3"/>
                </a:cxn>
                <a:cxn ang="0">
                  <a:pos x="csX4" y="csY4"/>
                </a:cxn>
              </a:cxnLst>
              <a:rect l="l" t="t" r="r" b="b"/>
              <a:pathLst>
                <a:path w="12192000" h="2979450">
                  <a:moveTo>
                    <a:pt x="12192000" y="0"/>
                  </a:moveTo>
                  <a:lnTo>
                    <a:pt x="0" y="0"/>
                  </a:lnTo>
                  <a:lnTo>
                    <a:pt x="0" y="2979450"/>
                  </a:lnTo>
                  <a:lnTo>
                    <a:pt x="11505608" y="2979450"/>
                  </a:lnTo>
                  <a:cubicBezTo>
                    <a:pt x="11884692" y="2979450"/>
                    <a:pt x="12192000" y="2672142"/>
                    <a:pt x="12192000" y="2293058"/>
                  </a:cubicBezTo>
                  <a:close/>
                </a:path>
              </a:pathLst>
            </a:custGeom>
            <a:blipFill>
              <a:blip r:embed="rId2"/>
              <a:srcRect/>
              <a:stretch>
                <a:fillRect t="-61874" b="-68418"/>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9" name="组合 18">
              <a:extLst>
                <a:ext uri="{FF2B5EF4-FFF2-40B4-BE49-F238E27FC236}">
                  <a16:creationId xmlns:a16="http://schemas.microsoft.com/office/drawing/2014/main" id="{FCEE2EFD-17E2-E779-D529-46301106B7E3}"/>
                </a:ext>
              </a:extLst>
            </p:cNvPr>
            <p:cNvGrpSpPr/>
            <p:nvPr userDrawn="1"/>
          </p:nvGrpSpPr>
          <p:grpSpPr>
            <a:xfrm flipH="1">
              <a:off x="780127" y="5949319"/>
              <a:ext cx="751278" cy="287012"/>
              <a:chOff x="10550029" y="5664033"/>
              <a:chExt cx="863600" cy="402500"/>
            </a:xfrm>
          </p:grpSpPr>
          <p:sp>
            <p:nvSpPr>
              <p:cNvPr id="14" name="矩形: 圆角 13">
                <a:extLst>
                  <a:ext uri="{FF2B5EF4-FFF2-40B4-BE49-F238E27FC236}">
                    <a16:creationId xmlns:a16="http://schemas.microsoft.com/office/drawing/2014/main" id="{0BD31118-26FD-15DB-9C0E-202B8EEFF851}"/>
                  </a:ext>
                </a:extLst>
              </p:cNvPr>
              <p:cNvSpPr/>
              <p:nvPr userDrawn="1"/>
            </p:nvSpPr>
            <p:spPr>
              <a:xfrm>
                <a:off x="10550029" y="5664033"/>
                <a:ext cx="863600" cy="402500"/>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47500" lnSpcReduction="20000"/>
              </a:bodyPr>
              <a:lstStyle/>
              <a:p>
                <a:pPr algn="ctr"/>
                <a:endParaRPr lang="zh-CN" altLang="en-US"/>
              </a:p>
            </p:txBody>
          </p:sp>
          <p:sp>
            <p:nvSpPr>
              <p:cNvPr id="18" name="任意多边形: 形状 17">
                <a:extLst>
                  <a:ext uri="{FF2B5EF4-FFF2-40B4-BE49-F238E27FC236}">
                    <a16:creationId xmlns:a16="http://schemas.microsoft.com/office/drawing/2014/main" id="{23B17761-131E-B493-8CD5-905733D08CFE}"/>
                  </a:ext>
                </a:extLst>
              </p:cNvPr>
              <p:cNvSpPr/>
              <p:nvPr userDrawn="1"/>
            </p:nvSpPr>
            <p:spPr>
              <a:xfrm>
                <a:off x="10795576" y="5763702"/>
                <a:ext cx="372507" cy="203163"/>
              </a:xfrm>
              <a:custGeom>
                <a:avLst/>
                <a:gdLst>
                  <a:gd name="csX0" fmla="*/ 134025 w 487301"/>
                  <a:gd name="csY0" fmla="*/ 1 h 265771"/>
                  <a:gd name="csX1" fmla="*/ 149602 w 487301"/>
                  <a:gd name="csY1" fmla="*/ 6601 h 265771"/>
                  <a:gd name="csX2" fmla="*/ 149334 w 487301"/>
                  <a:gd name="csY2" fmla="*/ 37926 h 265771"/>
                  <a:gd name="csX3" fmla="*/ 75802 w 487301"/>
                  <a:gd name="csY3" fmla="*/ 110321 h 265771"/>
                  <a:gd name="csX4" fmla="*/ 465328 w 487301"/>
                  <a:gd name="csY4" fmla="*/ 113061 h 265771"/>
                  <a:gd name="csX5" fmla="*/ 487301 w 487301"/>
                  <a:gd name="csY5" fmla="*/ 135379 h 265771"/>
                  <a:gd name="csX6" fmla="*/ 480588 w 487301"/>
                  <a:gd name="csY6" fmla="*/ 150995 h 265771"/>
                  <a:gd name="csX7" fmla="*/ 464949 w 487301"/>
                  <a:gd name="csY7" fmla="*/ 157385 h 265771"/>
                  <a:gd name="csX8" fmla="*/ 75423 w 487301"/>
                  <a:gd name="csY8" fmla="*/ 154645 h 265771"/>
                  <a:gd name="csX9" fmla="*/ 147708 w 487301"/>
                  <a:gd name="csY9" fmla="*/ 228066 h 265771"/>
                  <a:gd name="csX10" fmla="*/ 147440 w 487301"/>
                  <a:gd name="csY10" fmla="*/ 259391 h 265771"/>
                  <a:gd name="csX11" fmla="*/ 116115 w 487301"/>
                  <a:gd name="csY11" fmla="*/ 259171 h 265771"/>
                  <a:gd name="csX12" fmla="*/ 6328 w 487301"/>
                  <a:gd name="csY12" fmla="*/ 147659 h 265771"/>
                  <a:gd name="csX13" fmla="*/ 6596 w 487301"/>
                  <a:gd name="csY13" fmla="*/ 116334 h 265771"/>
                  <a:gd name="csX14" fmla="*/ 118277 w 487301"/>
                  <a:gd name="csY14" fmla="*/ 6381 h 265771"/>
                  <a:gd name="csX15" fmla="*/ 134025 w 487301"/>
                  <a:gd name="csY15" fmla="*/ 1 h 2657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487301" h="265771">
                    <a:moveTo>
                      <a:pt x="134025" y="1"/>
                    </a:moveTo>
                    <a:cubicBezTo>
                      <a:pt x="139692" y="51"/>
                      <a:pt x="145332" y="2264"/>
                      <a:pt x="149602" y="6601"/>
                    </a:cubicBezTo>
                    <a:cubicBezTo>
                      <a:pt x="158143" y="15276"/>
                      <a:pt x="158101" y="29294"/>
                      <a:pt x="149334" y="37926"/>
                    </a:cubicBezTo>
                    <a:lnTo>
                      <a:pt x="75802" y="110321"/>
                    </a:lnTo>
                    <a:lnTo>
                      <a:pt x="465328" y="113061"/>
                    </a:lnTo>
                    <a:cubicBezTo>
                      <a:pt x="477545" y="113147"/>
                      <a:pt x="487405" y="123162"/>
                      <a:pt x="487301" y="135379"/>
                    </a:cubicBezTo>
                    <a:cubicBezTo>
                      <a:pt x="487248" y="141487"/>
                      <a:pt x="484696" y="146951"/>
                      <a:pt x="480588" y="150995"/>
                    </a:cubicBezTo>
                    <a:cubicBezTo>
                      <a:pt x="476560" y="154961"/>
                      <a:pt x="471057" y="157428"/>
                      <a:pt x="464949" y="157385"/>
                    </a:cubicBezTo>
                    <a:lnTo>
                      <a:pt x="75423" y="154645"/>
                    </a:lnTo>
                    <a:lnTo>
                      <a:pt x="147708" y="228066"/>
                    </a:lnTo>
                    <a:cubicBezTo>
                      <a:pt x="156326" y="236820"/>
                      <a:pt x="156128" y="250837"/>
                      <a:pt x="147440" y="259391"/>
                    </a:cubicBezTo>
                    <a:cubicBezTo>
                      <a:pt x="138752" y="267945"/>
                      <a:pt x="124733" y="267924"/>
                      <a:pt x="116115" y="259171"/>
                    </a:cubicBezTo>
                    <a:lnTo>
                      <a:pt x="6328" y="147659"/>
                    </a:lnTo>
                    <a:cubicBezTo>
                      <a:pt x="-2212" y="138984"/>
                      <a:pt x="-2092" y="124888"/>
                      <a:pt x="6596" y="116334"/>
                    </a:cubicBezTo>
                    <a:lnTo>
                      <a:pt x="118277" y="6381"/>
                    </a:lnTo>
                    <a:cubicBezTo>
                      <a:pt x="122661" y="2065"/>
                      <a:pt x="128357" y="-48"/>
                      <a:pt x="134025" y="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fontScale="25000" lnSpcReduction="20000"/>
              </a:bodyPr>
              <a:lstStyle/>
              <a:p>
                <a:pPr lvl="0" algn="ctr"/>
                <a:endParaRPr lang="zh-CN" altLang="en-US"/>
              </a:p>
            </p:txBody>
          </p:sp>
        </p:grpSp>
        <p:sp>
          <p:nvSpPr>
            <p:cNvPr id="47" name="任意多边形: 形状 46">
              <a:extLst>
                <a:ext uri="{FF2B5EF4-FFF2-40B4-BE49-F238E27FC236}">
                  <a16:creationId xmlns:a16="http://schemas.microsoft.com/office/drawing/2014/main" id="{8A1AA91C-0E84-3E3F-C0F4-27A6F7586168}"/>
                </a:ext>
              </a:extLst>
            </p:cNvPr>
            <p:cNvSpPr/>
            <p:nvPr userDrawn="1"/>
          </p:nvSpPr>
          <p:spPr>
            <a:xfrm rot="5400000">
              <a:off x="10751154" y="3456506"/>
              <a:ext cx="1611687" cy="1270000"/>
            </a:xfrm>
            <a:custGeom>
              <a:avLst/>
              <a:gdLst>
                <a:gd name="csX0" fmla="*/ 0 w 1611687"/>
                <a:gd name="csY0" fmla="*/ 630715 h 1270000"/>
                <a:gd name="csX1" fmla="*/ 0 w 1611687"/>
                <a:gd name="csY1" fmla="*/ 396345 h 1270000"/>
                <a:gd name="csX2" fmla="*/ 602875 w 1611687"/>
                <a:gd name="csY2" fmla="*/ 396345 h 1270000"/>
                <a:gd name="csX3" fmla="*/ 374044 w 1611687"/>
                <a:gd name="csY3" fmla="*/ 0 h 1270000"/>
                <a:gd name="csX4" fmla="*/ 644674 w 1611687"/>
                <a:gd name="csY4" fmla="*/ 0 h 1270000"/>
                <a:gd name="csX5" fmla="*/ 805847 w 1611687"/>
                <a:gd name="csY5" fmla="*/ 279157 h 1270000"/>
                <a:gd name="csX6" fmla="*/ 967019 w 1611687"/>
                <a:gd name="csY6" fmla="*/ 0 h 1270000"/>
                <a:gd name="csX7" fmla="*/ 1237648 w 1611687"/>
                <a:gd name="csY7" fmla="*/ 0 h 1270000"/>
                <a:gd name="csX8" fmla="*/ 1008817 w 1611687"/>
                <a:gd name="csY8" fmla="*/ 396345 h 1270000"/>
                <a:gd name="csX9" fmla="*/ 1611687 w 1611687"/>
                <a:gd name="csY9" fmla="*/ 396345 h 1270000"/>
                <a:gd name="csX10" fmla="*/ 1611687 w 1611687"/>
                <a:gd name="csY10" fmla="*/ 630715 h 1270000"/>
                <a:gd name="csX11" fmla="*/ 1008819 w 1611687"/>
                <a:gd name="csY11" fmla="*/ 630715 h 1270000"/>
                <a:gd name="csX12" fmla="*/ 1310254 w 1611687"/>
                <a:gd name="csY12" fmla="*/ 1152813 h 1270000"/>
                <a:gd name="csX13" fmla="*/ 1107282 w 1611687"/>
                <a:gd name="csY13" fmla="*/ 1270000 h 1270000"/>
                <a:gd name="csX14" fmla="*/ 805847 w 1611687"/>
                <a:gd name="csY14" fmla="*/ 747899 h 1270000"/>
                <a:gd name="csX15" fmla="*/ 504410 w 1611687"/>
                <a:gd name="csY15" fmla="*/ 1270000 h 1270000"/>
                <a:gd name="csX16" fmla="*/ 301438 w 1611687"/>
                <a:gd name="csY16" fmla="*/ 1152813 h 1270000"/>
                <a:gd name="csX17" fmla="*/ 602873 w 1611687"/>
                <a:gd name="csY17" fmla="*/ 630715 h 127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611687" h="1270000">
                  <a:moveTo>
                    <a:pt x="0" y="630715"/>
                  </a:moveTo>
                  <a:lnTo>
                    <a:pt x="0" y="396345"/>
                  </a:lnTo>
                  <a:lnTo>
                    <a:pt x="602875" y="396345"/>
                  </a:lnTo>
                  <a:lnTo>
                    <a:pt x="374044" y="0"/>
                  </a:lnTo>
                  <a:lnTo>
                    <a:pt x="644674" y="0"/>
                  </a:lnTo>
                  <a:lnTo>
                    <a:pt x="805847" y="279157"/>
                  </a:lnTo>
                  <a:lnTo>
                    <a:pt x="967019" y="0"/>
                  </a:lnTo>
                  <a:lnTo>
                    <a:pt x="1237648" y="0"/>
                  </a:lnTo>
                  <a:lnTo>
                    <a:pt x="1008817" y="396345"/>
                  </a:lnTo>
                  <a:lnTo>
                    <a:pt x="1611687" y="396345"/>
                  </a:lnTo>
                  <a:lnTo>
                    <a:pt x="1611687" y="630715"/>
                  </a:lnTo>
                  <a:lnTo>
                    <a:pt x="1008819" y="630715"/>
                  </a:lnTo>
                  <a:lnTo>
                    <a:pt x="1310254" y="1152813"/>
                  </a:lnTo>
                  <a:lnTo>
                    <a:pt x="1107282" y="1270000"/>
                  </a:lnTo>
                  <a:lnTo>
                    <a:pt x="805847" y="747899"/>
                  </a:lnTo>
                  <a:lnTo>
                    <a:pt x="504410" y="1270000"/>
                  </a:lnTo>
                  <a:lnTo>
                    <a:pt x="301438" y="1152813"/>
                  </a:lnTo>
                  <a:lnTo>
                    <a:pt x="602873" y="63071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grpSp>
          <p:nvGrpSpPr>
            <p:cNvPr id="53" name="组合 52">
              <a:extLst>
                <a:ext uri="{FF2B5EF4-FFF2-40B4-BE49-F238E27FC236}">
                  <a16:creationId xmlns:a16="http://schemas.microsoft.com/office/drawing/2014/main" id="{40EC22FE-84B3-7A20-F2AC-799AFC09413C}"/>
                </a:ext>
              </a:extLst>
            </p:cNvPr>
            <p:cNvGrpSpPr/>
            <p:nvPr userDrawn="1"/>
          </p:nvGrpSpPr>
          <p:grpSpPr>
            <a:xfrm>
              <a:off x="802649" y="5053481"/>
              <a:ext cx="9651576" cy="0"/>
              <a:chOff x="1559560" y="6487160"/>
              <a:chExt cx="9651576" cy="0"/>
            </a:xfrm>
          </p:grpSpPr>
          <p:cxnSp>
            <p:nvCxnSpPr>
              <p:cNvPr id="49" name="直接连接符 48">
                <a:extLst>
                  <a:ext uri="{FF2B5EF4-FFF2-40B4-BE49-F238E27FC236}">
                    <a16:creationId xmlns:a16="http://schemas.microsoft.com/office/drawing/2014/main" id="{67C8A9FC-FE3F-43F2-4FDB-A3B4CAE5A6CD}"/>
                  </a:ext>
                </a:extLst>
              </p:cNvPr>
              <p:cNvCxnSpPr>
                <a:cxnSpLocks/>
              </p:cNvCxnSpPr>
              <p:nvPr userDrawn="1"/>
            </p:nvCxnSpPr>
            <p:spPr>
              <a:xfrm>
                <a:off x="1559560" y="6487160"/>
                <a:ext cx="9651576" cy="0"/>
              </a:xfrm>
              <a:prstGeom prst="line">
                <a:avLst/>
              </a:prstGeom>
              <a:ln w="9525">
                <a:gradFill flip="none" rotWithShape="1">
                  <a:gsLst>
                    <a:gs pos="0">
                      <a:schemeClr val="accent2"/>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CE33409-4048-EE7B-67D0-05D70CCF536E}"/>
                  </a:ext>
                </a:extLst>
              </p:cNvPr>
              <p:cNvCxnSpPr>
                <a:cxnSpLocks/>
              </p:cNvCxnSpPr>
              <p:nvPr userDrawn="1"/>
            </p:nvCxnSpPr>
            <p:spPr>
              <a:xfrm>
                <a:off x="1559560" y="6487160"/>
                <a:ext cx="467360" cy="0"/>
              </a:xfrm>
              <a:prstGeom prst="line">
                <a:avLst/>
              </a:prstGeom>
              <a:ln w="41275" cap="rnd">
                <a:solidFill>
                  <a:schemeClr val="accent2"/>
                </a:solidFill>
                <a:round/>
              </a:ln>
            </p:spPr>
            <p:style>
              <a:lnRef idx="1">
                <a:schemeClr val="accent1"/>
              </a:lnRef>
              <a:fillRef idx="0">
                <a:schemeClr val="accent1"/>
              </a:fillRef>
              <a:effectRef idx="0">
                <a:schemeClr val="accent1"/>
              </a:effectRef>
              <a:fontRef idx="minor">
                <a:schemeClr val="tx1"/>
              </a:fontRef>
            </p:style>
          </p:cxnSp>
        </p:grpSp>
        <p:sp>
          <p:nvSpPr>
            <p:cNvPr id="56" name="Rectangle 28">
              <a:extLst>
                <a:ext uri="{FF2B5EF4-FFF2-40B4-BE49-F238E27FC236}">
                  <a16:creationId xmlns:a16="http://schemas.microsoft.com/office/drawing/2014/main" id="{40F64D8D-1F1D-CBA6-B951-8368A9299D10}"/>
                </a:ext>
              </a:extLst>
            </p:cNvPr>
            <p:cNvSpPr/>
            <p:nvPr userDrawn="1"/>
          </p:nvSpPr>
          <p:spPr>
            <a:xfrm>
              <a:off x="780127" y="3285661"/>
              <a:ext cx="318062" cy="318062"/>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7" name="Freeform: Shape 38">
              <a:extLst>
                <a:ext uri="{FF2B5EF4-FFF2-40B4-BE49-F238E27FC236}">
                  <a16:creationId xmlns:a16="http://schemas.microsoft.com/office/drawing/2014/main" id="{D404C4D4-8698-BC2D-BD08-D8EAEF076799}"/>
                </a:ext>
              </a:extLst>
            </p:cNvPr>
            <p:cNvSpPr/>
            <p:nvPr userDrawn="1"/>
          </p:nvSpPr>
          <p:spPr>
            <a:xfrm rot="5400000">
              <a:off x="851388" y="3362300"/>
              <a:ext cx="175540" cy="164785"/>
            </a:xfrm>
            <a:custGeom>
              <a:avLst/>
              <a:gdLst>
                <a:gd name="connsiteX0" fmla="*/ 0 w 720499"/>
                <a:gd name="connsiteY0" fmla="*/ 390568 h 676359"/>
                <a:gd name="connsiteX1" fmla="*/ 0 w 720499"/>
                <a:gd name="connsiteY1" fmla="*/ 285793 h 676359"/>
                <a:gd name="connsiteX2" fmla="*/ 269513 w 720499"/>
                <a:gd name="connsiteY2" fmla="*/ 285793 h 676359"/>
                <a:gd name="connsiteX3" fmla="*/ 134757 w 720499"/>
                <a:gd name="connsiteY3" fmla="*/ 52388 h 676359"/>
                <a:gd name="connsiteX4" fmla="*/ 225495 w 720499"/>
                <a:gd name="connsiteY4" fmla="*/ 0 h 676359"/>
                <a:gd name="connsiteX5" fmla="*/ 360251 w 720499"/>
                <a:gd name="connsiteY5" fmla="*/ 233404 h 676359"/>
                <a:gd name="connsiteX6" fmla="*/ 495006 w 720499"/>
                <a:gd name="connsiteY6" fmla="*/ 0 h 676359"/>
                <a:gd name="connsiteX7" fmla="*/ 585744 w 720499"/>
                <a:gd name="connsiteY7" fmla="*/ 52388 h 676359"/>
                <a:gd name="connsiteX8" fmla="*/ 450988 w 720499"/>
                <a:gd name="connsiteY8" fmla="*/ 285793 h 676359"/>
                <a:gd name="connsiteX9" fmla="*/ 720499 w 720499"/>
                <a:gd name="connsiteY9" fmla="*/ 285793 h 676359"/>
                <a:gd name="connsiteX10" fmla="*/ 720499 w 720499"/>
                <a:gd name="connsiteY10" fmla="*/ 390568 h 676359"/>
                <a:gd name="connsiteX11" fmla="*/ 450989 w 720499"/>
                <a:gd name="connsiteY11" fmla="*/ 390568 h 676359"/>
                <a:gd name="connsiteX12" fmla="*/ 585744 w 720499"/>
                <a:gd name="connsiteY12" fmla="*/ 623971 h 676359"/>
                <a:gd name="connsiteX13" fmla="*/ 495006 w 720499"/>
                <a:gd name="connsiteY13" fmla="*/ 676359 h 676359"/>
                <a:gd name="connsiteX14" fmla="*/ 360251 w 720499"/>
                <a:gd name="connsiteY14" fmla="*/ 442955 h 676359"/>
                <a:gd name="connsiteX15" fmla="*/ 225495 w 720499"/>
                <a:gd name="connsiteY15" fmla="*/ 676359 h 676359"/>
                <a:gd name="connsiteX16" fmla="*/ 134757 w 720499"/>
                <a:gd name="connsiteY16" fmla="*/ 623971 h 676359"/>
                <a:gd name="connsiteX17" fmla="*/ 269512 w 720499"/>
                <a:gd name="connsiteY17" fmla="*/ 390568 h 676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20499" h="676359">
                  <a:moveTo>
                    <a:pt x="0" y="390568"/>
                  </a:moveTo>
                  <a:lnTo>
                    <a:pt x="0" y="285793"/>
                  </a:lnTo>
                  <a:lnTo>
                    <a:pt x="269513" y="285793"/>
                  </a:lnTo>
                  <a:lnTo>
                    <a:pt x="134757" y="52388"/>
                  </a:lnTo>
                  <a:lnTo>
                    <a:pt x="225495" y="0"/>
                  </a:lnTo>
                  <a:lnTo>
                    <a:pt x="360251" y="233404"/>
                  </a:lnTo>
                  <a:lnTo>
                    <a:pt x="495006" y="0"/>
                  </a:lnTo>
                  <a:lnTo>
                    <a:pt x="585744" y="52388"/>
                  </a:lnTo>
                  <a:lnTo>
                    <a:pt x="450988" y="285793"/>
                  </a:lnTo>
                  <a:lnTo>
                    <a:pt x="720499" y="285793"/>
                  </a:lnTo>
                  <a:lnTo>
                    <a:pt x="720499" y="390568"/>
                  </a:lnTo>
                  <a:lnTo>
                    <a:pt x="450989" y="390568"/>
                  </a:lnTo>
                  <a:lnTo>
                    <a:pt x="585744" y="623971"/>
                  </a:lnTo>
                  <a:lnTo>
                    <a:pt x="495006" y="676359"/>
                  </a:lnTo>
                  <a:lnTo>
                    <a:pt x="360251" y="442955"/>
                  </a:lnTo>
                  <a:lnTo>
                    <a:pt x="225495" y="676359"/>
                  </a:lnTo>
                  <a:lnTo>
                    <a:pt x="134757" y="623971"/>
                  </a:lnTo>
                  <a:lnTo>
                    <a:pt x="269512" y="390568"/>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cxnSp>
          <p:nvCxnSpPr>
            <p:cNvPr id="58" name="直接连接符 57">
              <a:extLst>
                <a:ext uri="{FF2B5EF4-FFF2-40B4-BE49-F238E27FC236}">
                  <a16:creationId xmlns:a16="http://schemas.microsoft.com/office/drawing/2014/main" id="{E2BF0FAF-5BE9-AA7B-AB84-6EEEC338A991}"/>
                </a:ext>
              </a:extLst>
            </p:cNvPr>
            <p:cNvCxnSpPr>
              <a:cxnSpLocks/>
            </p:cNvCxnSpPr>
            <p:nvPr userDrawn="1"/>
          </p:nvCxnSpPr>
          <p:spPr>
            <a:xfrm>
              <a:off x="2532978" y="3322305"/>
              <a:ext cx="0" cy="2468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 name="ea148e84-ab4b-42a2-a519-2f5c9c1056b5"/>
          <p:cNvSpPr>
            <a:spLocks noGrp="1"/>
          </p:cNvSpPr>
          <p:nvPr userDrawn="1">
            <p:ph type="ctrTitle" hasCustomPrompt="1"/>
          </p:nvPr>
        </p:nvSpPr>
        <p:spPr>
          <a:xfrm>
            <a:off x="660399" y="3661268"/>
            <a:ext cx="9776895" cy="1239107"/>
          </a:xfrm>
          <a:prstGeom prst="rect">
            <a:avLst/>
          </a:prstGeom>
        </p:spPr>
        <p:txBody>
          <a:bodyPr wrap="square" anchor="b">
            <a:normAutofit/>
          </a:bodyPr>
          <a:lstStyle>
            <a:lvl1pPr algn="l">
              <a:lnSpc>
                <a:spcPct val="100000"/>
              </a:lnSpc>
              <a:defRPr sz="4800">
                <a:ln w="19050">
                  <a:noFill/>
                </a:ln>
                <a:solidFill>
                  <a:schemeClr val="tx1"/>
                </a:solidFill>
              </a:defRPr>
            </a:lvl1pPr>
          </a:lstStyle>
          <a:p>
            <a:pPr lvl="0"/>
            <a:r>
              <a:rPr lang="zh-CN" altLang="en-US" dirty="0"/>
              <a:t>Click to add title</a:t>
            </a:r>
            <a:endParaRPr lang="en-US" dirty="0"/>
          </a:p>
        </p:txBody>
      </p:sp>
      <p:sp>
        <p:nvSpPr>
          <p:cNvPr id="9" name="副标题 8"/>
          <p:cNvSpPr>
            <a:spLocks noGrp="1"/>
          </p:cNvSpPr>
          <p:nvPr userDrawn="1">
            <p:ph type="subTitle" sz="quarter" idx="1" hasCustomPrompt="1"/>
          </p:nvPr>
        </p:nvSpPr>
        <p:spPr>
          <a:xfrm>
            <a:off x="660399" y="5206586"/>
            <a:ext cx="9776895" cy="671662"/>
          </a:xfrm>
          <a:prstGeom prst="roundRect">
            <a:avLst>
              <a:gd name="adj" fmla="val 0"/>
            </a:avLst>
          </a:prstGeom>
          <a:noFill/>
          <a:ln>
            <a:noFill/>
          </a:ln>
        </p:spPr>
        <p:txBody>
          <a:bodyPr vert="horz" wrap="square" lIns="91440" tIns="45720" rIns="91440" bIns="45720" rtlCol="0" anchor="ctr" anchorCtr="0">
            <a:noAutofit/>
          </a:bodyPr>
          <a:lstStyle>
            <a:lvl1pPr marL="0" indent="0" algn="l">
              <a:lnSpc>
                <a:spcPct val="100000"/>
              </a:lnSpc>
              <a:buNone/>
              <a:defRPr lang="en-US" sz="2000" dirty="0">
                <a:solidFill>
                  <a:schemeClr val="tx1"/>
                </a:solidFill>
                <a:latin typeface="+mj-lt"/>
              </a:defRPr>
            </a:lvl1pPr>
          </a:lstStyle>
          <a:p>
            <a:pPr lvl="0"/>
            <a:r>
              <a:rPr lang="zh-CN" altLang="en-US" dirty="0"/>
              <a:t>Click to add subtitle</a:t>
            </a:r>
            <a:endParaRPr lang="en-US" dirty="0"/>
          </a:p>
        </p:txBody>
      </p:sp>
      <p:sp>
        <p:nvSpPr>
          <p:cNvPr id="59" name="文本占位符 3">
            <a:extLst>
              <a:ext uri="{FF2B5EF4-FFF2-40B4-BE49-F238E27FC236}">
                <a16:creationId xmlns:a16="http://schemas.microsoft.com/office/drawing/2014/main" id="{328A6E60-F68C-0E6B-F0EB-40D3A5A74DFB}"/>
              </a:ext>
            </a:extLst>
          </p:cNvPr>
          <p:cNvSpPr>
            <a:spLocks noGrp="1"/>
          </p:cNvSpPr>
          <p:nvPr>
            <p:ph type="body" sz="quarter" idx="13" hasCustomPrompt="1"/>
          </p:nvPr>
        </p:nvSpPr>
        <p:spPr>
          <a:xfrm>
            <a:off x="1124027" y="3285661"/>
            <a:ext cx="1327347" cy="320088"/>
          </a:xfrm>
          <a:prstGeom prst="rect">
            <a:avLst/>
          </a:prstGeom>
        </p:spPr>
        <p:txBody>
          <a:bodyPr wrap="square" lIns="90000" anchor="ctr">
            <a:normAutofit/>
          </a:bodyPr>
          <a:lstStyle>
            <a:lvl1pPr marL="0" indent="0" algn="ctr">
              <a:lnSpc>
                <a:spcPct val="100000"/>
              </a:lnSpc>
              <a:buNone/>
              <a:defRPr sz="1200">
                <a:solidFill>
                  <a:schemeClr val="tx1"/>
                </a:solidFill>
              </a:defRPr>
            </a:lvl1pPr>
          </a:lstStyle>
          <a:p>
            <a:pPr lvl="0"/>
            <a:r>
              <a:rPr lang="zh-CN" altLang="en-US" dirty="0"/>
              <a:t>Presenter name</a:t>
            </a:r>
            <a:endParaRPr lang="en-US" dirty="0"/>
          </a:p>
        </p:txBody>
      </p:sp>
      <p:sp>
        <p:nvSpPr>
          <p:cNvPr id="60" name="文本占位符 6">
            <a:extLst>
              <a:ext uri="{FF2B5EF4-FFF2-40B4-BE49-F238E27FC236}">
                <a16:creationId xmlns:a16="http://schemas.microsoft.com/office/drawing/2014/main" id="{CDEBD301-746D-BF5A-BA2D-4D5C0B8A03E4}"/>
              </a:ext>
            </a:extLst>
          </p:cNvPr>
          <p:cNvSpPr>
            <a:spLocks noGrp="1"/>
          </p:cNvSpPr>
          <p:nvPr>
            <p:ph type="body" sz="quarter" idx="14" hasCustomPrompt="1"/>
          </p:nvPr>
        </p:nvSpPr>
        <p:spPr>
          <a:xfrm>
            <a:off x="2614583" y="3285661"/>
            <a:ext cx="1327347" cy="320088"/>
          </a:xfrm>
          <a:prstGeom prst="rect">
            <a:avLst/>
          </a:prstGeom>
        </p:spPr>
        <p:txBody>
          <a:bodyPr wrap="none" anchor="ctr">
            <a:normAutofit/>
          </a:bodyPr>
          <a:lstStyle>
            <a:lvl1pPr marL="0" indent="0" algn="ctr">
              <a:lnSpc>
                <a:spcPct val="100000"/>
              </a:lnSpc>
              <a:buNone/>
              <a:defRPr sz="1200">
                <a:solidFill>
                  <a:schemeClr val="tx1"/>
                </a:solidFill>
              </a:defRPr>
            </a:lvl1pPr>
          </a:lstStyle>
          <a:p>
            <a:pPr lvl="0"/>
            <a:r>
              <a:rPr lang="zh-CN" altLang="en-US" dirty="0"/>
              <a:t>20XX.XX.XX</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Content Placeholder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Agenda" preserve="1">
  <p:cSld name="Agenda">
    <p:spTree>
      <p:nvGrpSpPr>
        <p:cNvPr id="1" name=""/>
        <p:cNvGrpSpPr/>
        <p:nvPr/>
      </p:nvGrpSpPr>
      <p:grpSpPr>
        <a:xfrm>
          <a:off x="0" y="0"/>
          <a:ext cx="0" cy="0"/>
          <a:chOff x="0" y="0"/>
          <a:chExt cx="0" cy="0"/>
        </a:xfrm>
      </p:grpSpPr>
      <p:grpSp>
        <p:nvGrpSpPr>
          <p:cNvPr id="23" name="组合 22">
            <a:extLst>
              <a:ext uri="{FF2B5EF4-FFF2-40B4-BE49-F238E27FC236}">
                <a16:creationId xmlns:a16="http://schemas.microsoft.com/office/drawing/2014/main" id="{07FFAE42-5540-3784-7697-F6C47BAEF9BD}"/>
              </a:ext>
            </a:extLst>
          </p:cNvPr>
          <p:cNvGrpSpPr/>
          <p:nvPr userDrawn="1"/>
        </p:nvGrpSpPr>
        <p:grpSpPr>
          <a:xfrm>
            <a:off x="660400" y="1443994"/>
            <a:ext cx="10858500" cy="5414007"/>
            <a:chOff x="660400" y="1443994"/>
            <a:chExt cx="10858500" cy="5414007"/>
          </a:xfrm>
        </p:grpSpPr>
        <p:grpSp>
          <p:nvGrpSpPr>
            <p:cNvPr id="16" name="组合 15">
              <a:extLst>
                <a:ext uri="{FF2B5EF4-FFF2-40B4-BE49-F238E27FC236}">
                  <a16:creationId xmlns:a16="http://schemas.microsoft.com/office/drawing/2014/main" id="{724CB1C5-0AA7-BBCE-E9FF-6E7213C2E719}"/>
                </a:ext>
              </a:extLst>
            </p:cNvPr>
            <p:cNvGrpSpPr/>
            <p:nvPr userDrawn="1"/>
          </p:nvGrpSpPr>
          <p:grpSpPr>
            <a:xfrm>
              <a:off x="10903089" y="1443994"/>
              <a:ext cx="615811" cy="287012"/>
              <a:chOff x="10550029" y="5664033"/>
              <a:chExt cx="863600" cy="402500"/>
            </a:xfrm>
          </p:grpSpPr>
          <p:sp>
            <p:nvSpPr>
              <p:cNvPr id="17" name="矩形: 圆角 16">
                <a:extLst>
                  <a:ext uri="{FF2B5EF4-FFF2-40B4-BE49-F238E27FC236}">
                    <a16:creationId xmlns:a16="http://schemas.microsoft.com/office/drawing/2014/main" id="{E4504FE6-F5C8-3D1D-F091-9E529310DC53}"/>
                  </a:ext>
                </a:extLst>
              </p:cNvPr>
              <p:cNvSpPr/>
              <p:nvPr userDrawn="1"/>
            </p:nvSpPr>
            <p:spPr>
              <a:xfrm>
                <a:off x="10550029" y="5664033"/>
                <a:ext cx="863600" cy="402500"/>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47500" lnSpcReduction="20000"/>
              </a:bodyPr>
              <a:lstStyle/>
              <a:p>
                <a:pPr algn="ctr"/>
                <a:endParaRPr lang="zh-CN" altLang="en-US"/>
              </a:p>
            </p:txBody>
          </p:sp>
          <p:sp>
            <p:nvSpPr>
              <p:cNvPr id="18" name="任意多边形: 形状 17">
                <a:extLst>
                  <a:ext uri="{FF2B5EF4-FFF2-40B4-BE49-F238E27FC236}">
                    <a16:creationId xmlns:a16="http://schemas.microsoft.com/office/drawing/2014/main" id="{7F6BCDA1-8B0C-80CE-FD47-737A00AB0B4B}"/>
                  </a:ext>
                </a:extLst>
              </p:cNvPr>
              <p:cNvSpPr/>
              <p:nvPr userDrawn="1"/>
            </p:nvSpPr>
            <p:spPr>
              <a:xfrm>
                <a:off x="10795576" y="5763702"/>
                <a:ext cx="372507" cy="203163"/>
              </a:xfrm>
              <a:custGeom>
                <a:avLst/>
                <a:gdLst>
                  <a:gd name="csX0" fmla="*/ 134025 w 487301"/>
                  <a:gd name="csY0" fmla="*/ 1 h 265771"/>
                  <a:gd name="csX1" fmla="*/ 149602 w 487301"/>
                  <a:gd name="csY1" fmla="*/ 6601 h 265771"/>
                  <a:gd name="csX2" fmla="*/ 149334 w 487301"/>
                  <a:gd name="csY2" fmla="*/ 37926 h 265771"/>
                  <a:gd name="csX3" fmla="*/ 75802 w 487301"/>
                  <a:gd name="csY3" fmla="*/ 110321 h 265771"/>
                  <a:gd name="csX4" fmla="*/ 465328 w 487301"/>
                  <a:gd name="csY4" fmla="*/ 113061 h 265771"/>
                  <a:gd name="csX5" fmla="*/ 487301 w 487301"/>
                  <a:gd name="csY5" fmla="*/ 135379 h 265771"/>
                  <a:gd name="csX6" fmla="*/ 480588 w 487301"/>
                  <a:gd name="csY6" fmla="*/ 150995 h 265771"/>
                  <a:gd name="csX7" fmla="*/ 464949 w 487301"/>
                  <a:gd name="csY7" fmla="*/ 157385 h 265771"/>
                  <a:gd name="csX8" fmla="*/ 75423 w 487301"/>
                  <a:gd name="csY8" fmla="*/ 154645 h 265771"/>
                  <a:gd name="csX9" fmla="*/ 147708 w 487301"/>
                  <a:gd name="csY9" fmla="*/ 228066 h 265771"/>
                  <a:gd name="csX10" fmla="*/ 147440 w 487301"/>
                  <a:gd name="csY10" fmla="*/ 259391 h 265771"/>
                  <a:gd name="csX11" fmla="*/ 116115 w 487301"/>
                  <a:gd name="csY11" fmla="*/ 259171 h 265771"/>
                  <a:gd name="csX12" fmla="*/ 6328 w 487301"/>
                  <a:gd name="csY12" fmla="*/ 147659 h 265771"/>
                  <a:gd name="csX13" fmla="*/ 6596 w 487301"/>
                  <a:gd name="csY13" fmla="*/ 116334 h 265771"/>
                  <a:gd name="csX14" fmla="*/ 118277 w 487301"/>
                  <a:gd name="csY14" fmla="*/ 6381 h 265771"/>
                  <a:gd name="csX15" fmla="*/ 134025 w 487301"/>
                  <a:gd name="csY15" fmla="*/ 1 h 2657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487301" h="265771">
                    <a:moveTo>
                      <a:pt x="134025" y="1"/>
                    </a:moveTo>
                    <a:cubicBezTo>
                      <a:pt x="139692" y="51"/>
                      <a:pt x="145332" y="2264"/>
                      <a:pt x="149602" y="6601"/>
                    </a:cubicBezTo>
                    <a:cubicBezTo>
                      <a:pt x="158143" y="15276"/>
                      <a:pt x="158101" y="29294"/>
                      <a:pt x="149334" y="37926"/>
                    </a:cubicBezTo>
                    <a:lnTo>
                      <a:pt x="75802" y="110321"/>
                    </a:lnTo>
                    <a:lnTo>
                      <a:pt x="465328" y="113061"/>
                    </a:lnTo>
                    <a:cubicBezTo>
                      <a:pt x="477545" y="113147"/>
                      <a:pt x="487405" y="123162"/>
                      <a:pt x="487301" y="135379"/>
                    </a:cubicBezTo>
                    <a:cubicBezTo>
                      <a:pt x="487248" y="141487"/>
                      <a:pt x="484696" y="146951"/>
                      <a:pt x="480588" y="150995"/>
                    </a:cubicBezTo>
                    <a:cubicBezTo>
                      <a:pt x="476560" y="154961"/>
                      <a:pt x="471057" y="157428"/>
                      <a:pt x="464949" y="157385"/>
                    </a:cubicBezTo>
                    <a:lnTo>
                      <a:pt x="75423" y="154645"/>
                    </a:lnTo>
                    <a:lnTo>
                      <a:pt x="147708" y="228066"/>
                    </a:lnTo>
                    <a:cubicBezTo>
                      <a:pt x="156326" y="236820"/>
                      <a:pt x="156128" y="250837"/>
                      <a:pt x="147440" y="259391"/>
                    </a:cubicBezTo>
                    <a:cubicBezTo>
                      <a:pt x="138752" y="267945"/>
                      <a:pt x="124733" y="267924"/>
                      <a:pt x="116115" y="259171"/>
                    </a:cubicBezTo>
                    <a:lnTo>
                      <a:pt x="6328" y="147659"/>
                    </a:lnTo>
                    <a:cubicBezTo>
                      <a:pt x="-2212" y="138984"/>
                      <a:pt x="-2092" y="124888"/>
                      <a:pt x="6596" y="116334"/>
                    </a:cubicBezTo>
                    <a:lnTo>
                      <a:pt x="118277" y="6381"/>
                    </a:lnTo>
                    <a:cubicBezTo>
                      <a:pt x="122661" y="2065"/>
                      <a:pt x="128357" y="-48"/>
                      <a:pt x="134025" y="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fontScale="25000" lnSpcReduction="20000"/>
              </a:bodyPr>
              <a:lstStyle/>
              <a:p>
                <a:pPr lvl="0" algn="ctr"/>
                <a:endParaRPr lang="zh-CN" altLang="en-US"/>
              </a:p>
            </p:txBody>
          </p:sp>
        </p:grpSp>
        <p:sp>
          <p:nvSpPr>
            <p:cNvPr id="22" name="任意多边形: 形状 21">
              <a:extLst>
                <a:ext uri="{FF2B5EF4-FFF2-40B4-BE49-F238E27FC236}">
                  <a16:creationId xmlns:a16="http://schemas.microsoft.com/office/drawing/2014/main" id="{C3B6D1A3-F7E0-1104-38CB-E62BCA566601}"/>
                </a:ext>
              </a:extLst>
            </p:cNvPr>
            <p:cNvSpPr/>
            <p:nvPr userDrawn="1"/>
          </p:nvSpPr>
          <p:spPr>
            <a:xfrm rot="5400000">
              <a:off x="803423" y="5225227"/>
              <a:ext cx="1489751" cy="1775798"/>
            </a:xfrm>
            <a:custGeom>
              <a:avLst/>
              <a:gdLst>
                <a:gd name="csX0" fmla="*/ 0 w 1605347"/>
                <a:gd name="csY0" fmla="*/ 1105015 h 1913590"/>
                <a:gd name="csX1" fmla="*/ 0 w 1605347"/>
                <a:gd name="csY1" fmla="*/ 808580 h 1913590"/>
                <a:gd name="csX2" fmla="*/ 762524 w 1605347"/>
                <a:gd name="csY2" fmla="*/ 808580 h 1913590"/>
                <a:gd name="csX3" fmla="*/ 381264 w 1605347"/>
                <a:gd name="csY3" fmla="*/ 148219 h 1913590"/>
                <a:gd name="csX4" fmla="*/ 637986 w 1605347"/>
                <a:gd name="csY4" fmla="*/ 0 h 1913590"/>
                <a:gd name="csX5" fmla="*/ 1019246 w 1605347"/>
                <a:gd name="csY5" fmla="*/ 660359 h 1913590"/>
                <a:gd name="csX6" fmla="*/ 1400504 w 1605347"/>
                <a:gd name="csY6" fmla="*/ 0 h 1913590"/>
                <a:gd name="csX7" fmla="*/ 1605347 w 1605347"/>
                <a:gd name="csY7" fmla="*/ 118266 h 1913590"/>
                <a:gd name="csX8" fmla="*/ 1605347 w 1605347"/>
                <a:gd name="csY8" fmla="*/ 238076 h 1913590"/>
                <a:gd name="csX9" fmla="*/ 1275966 w 1605347"/>
                <a:gd name="csY9" fmla="*/ 808580 h 1913590"/>
                <a:gd name="csX10" fmla="*/ 1605347 w 1605347"/>
                <a:gd name="csY10" fmla="*/ 808580 h 1913590"/>
                <a:gd name="csX11" fmla="*/ 1605347 w 1605347"/>
                <a:gd name="csY11" fmla="*/ 1105015 h 1913590"/>
                <a:gd name="csX12" fmla="*/ 1275968 w 1605347"/>
                <a:gd name="csY12" fmla="*/ 1105015 h 1913590"/>
                <a:gd name="csX13" fmla="*/ 1605347 w 1605347"/>
                <a:gd name="csY13" fmla="*/ 1675514 h 1913590"/>
                <a:gd name="csX14" fmla="*/ 1605347 w 1605347"/>
                <a:gd name="csY14" fmla="*/ 1795324 h 1913590"/>
                <a:gd name="csX15" fmla="*/ 1400504 w 1605347"/>
                <a:gd name="csY15" fmla="*/ 1913590 h 1913590"/>
                <a:gd name="csX16" fmla="*/ 1019246 w 1605347"/>
                <a:gd name="csY16" fmla="*/ 1253231 h 1913590"/>
                <a:gd name="csX17" fmla="*/ 637986 w 1605347"/>
                <a:gd name="csY17" fmla="*/ 1913590 h 1913590"/>
                <a:gd name="csX18" fmla="*/ 381264 w 1605347"/>
                <a:gd name="csY18" fmla="*/ 1765371 h 1913590"/>
                <a:gd name="csX19" fmla="*/ 762522 w 1605347"/>
                <a:gd name="csY19" fmla="*/ 1105015 h 19135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605347" h="1913590">
                  <a:moveTo>
                    <a:pt x="0" y="1105015"/>
                  </a:moveTo>
                  <a:lnTo>
                    <a:pt x="0" y="808580"/>
                  </a:lnTo>
                  <a:lnTo>
                    <a:pt x="762524" y="808580"/>
                  </a:lnTo>
                  <a:lnTo>
                    <a:pt x="381264" y="148219"/>
                  </a:lnTo>
                  <a:lnTo>
                    <a:pt x="637986" y="0"/>
                  </a:lnTo>
                  <a:lnTo>
                    <a:pt x="1019246" y="660359"/>
                  </a:lnTo>
                  <a:lnTo>
                    <a:pt x="1400504" y="0"/>
                  </a:lnTo>
                  <a:lnTo>
                    <a:pt x="1605347" y="118266"/>
                  </a:lnTo>
                  <a:lnTo>
                    <a:pt x="1605347" y="238076"/>
                  </a:lnTo>
                  <a:lnTo>
                    <a:pt x="1275966" y="808580"/>
                  </a:lnTo>
                  <a:lnTo>
                    <a:pt x="1605347" y="808580"/>
                  </a:lnTo>
                  <a:lnTo>
                    <a:pt x="1605347" y="1105015"/>
                  </a:lnTo>
                  <a:lnTo>
                    <a:pt x="1275968" y="1105015"/>
                  </a:lnTo>
                  <a:lnTo>
                    <a:pt x="1605347" y="1675514"/>
                  </a:lnTo>
                  <a:lnTo>
                    <a:pt x="1605347" y="1795324"/>
                  </a:lnTo>
                  <a:lnTo>
                    <a:pt x="1400504" y="1913590"/>
                  </a:lnTo>
                  <a:lnTo>
                    <a:pt x="1019246" y="1253231"/>
                  </a:lnTo>
                  <a:lnTo>
                    <a:pt x="637986" y="1913590"/>
                  </a:lnTo>
                  <a:lnTo>
                    <a:pt x="381264" y="1765371"/>
                  </a:lnTo>
                  <a:lnTo>
                    <a:pt x="762522" y="110501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grpSp>
      <p:sp>
        <p:nvSpPr>
          <p:cNvPr id="7" name="ebab68d7-ad3b-4894-a4b0-ceaff3399ae1"/>
          <p:cNvSpPr>
            <a:spLocks noGrp="1"/>
          </p:cNvSpPr>
          <p:nvPr>
            <p:ph type="title" hasCustomPrompt="1"/>
          </p:nvPr>
        </p:nvSpPr>
        <p:spPr>
          <a:xfrm>
            <a:off x="1549400" y="1130300"/>
            <a:ext cx="9080500" cy="914400"/>
          </a:xfrm>
          <a:prstGeom prst="rect">
            <a:avLst/>
          </a:prstGeom>
        </p:spPr>
        <p:txBody>
          <a:bodyPr wrap="none" anchor="ctr">
            <a:normAutofit/>
          </a:bodyPr>
          <a:lstStyle>
            <a:lvl1pPr algn="l">
              <a:lnSpc>
                <a:spcPct val="100000"/>
              </a:lnSpc>
              <a:defRPr sz="2800">
                <a:solidFill>
                  <a:schemeClr val="accent1"/>
                </a:solidFill>
              </a:defRPr>
            </a:lvl1pPr>
          </a:lstStyle>
          <a:p>
            <a:pPr lvl="0"/>
            <a:r>
              <a:rPr lang="en-US" dirty="0"/>
              <a:t>Agenda</a:t>
            </a:r>
          </a:p>
        </p:txBody>
      </p:sp>
      <p:sp>
        <p:nvSpPr>
          <p:cNvPr id="8" name="内容占位符 7"/>
          <p:cNvSpPr>
            <a:spLocks noGrp="1"/>
          </p:cNvSpPr>
          <p:nvPr>
            <p:ph sz="quarter" idx="1" hasCustomPrompt="1"/>
          </p:nvPr>
        </p:nvSpPr>
        <p:spPr>
          <a:xfrm>
            <a:off x="1549400" y="2138362"/>
            <a:ext cx="9080500" cy="3995737"/>
          </a:xfrm>
          <a:prstGeom prst="rect">
            <a:avLst/>
          </a:prstGeom>
        </p:spPr>
        <p:txBody>
          <a:bodyPr wrap="square">
            <a:normAutofit/>
          </a:bodyPr>
          <a:lstStyle>
            <a:lvl1pPr marL="457200" indent="-457200">
              <a:lnSpc>
                <a:spcPct val="130000"/>
              </a:lnSpc>
              <a:buFont typeface="+mj-lt"/>
              <a:buAutoNum type="arabicPeriod"/>
              <a:defRPr sz="2400" b="0">
                <a:solidFill>
                  <a:schemeClr val="tx1"/>
                </a:solidFill>
                <a:latin typeface="+mn-lt"/>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日期占位符 2"/>
          <p:cNvSpPr>
            <a:spLocks noGrp="1"/>
          </p:cNvSpPr>
          <p:nvPr>
            <p:ph type="dt" sz="half" idx="10"/>
          </p:nvPr>
        </p:nvSpPr>
        <p:spPr/>
        <p:txBody>
          <a:bodyPr/>
          <a:lstStyle/>
          <a:p>
            <a:fld id="{2A27A813-B2FD-42E1-9222-83B574E99074}" type="datetime1">
              <a:rPr lang="zh-CN" altLang="en-US" smtClean="0"/>
              <a:t>2026/6/29</a:t>
            </a:fld>
            <a:endParaRPr lang="en-US" altLang="zh-CN"/>
          </a:p>
        </p:txBody>
      </p:sp>
      <p:sp>
        <p:nvSpPr>
          <p:cNvPr id="4" name="页脚占位符 3"/>
          <p:cNvSpPr>
            <a:spLocks noGrp="1"/>
          </p:cNvSpPr>
          <p:nvPr>
            <p:ph type="ftr" sz="quarter" idx="11"/>
          </p:nvPr>
        </p:nvSpPr>
        <p:spPr/>
        <p:txBody>
          <a:bodyPr/>
          <a:lstStyle/>
          <a:p>
            <a:r>
              <a:rPr lang="af-ZA" altLang="zh-CN"/>
              <a:t>iSlide</a:t>
            </a:r>
            <a:endParaRPr lang="zh-CN" altLang="en-US"/>
          </a:p>
        </p:txBody>
      </p:sp>
      <p:sp>
        <p:nvSpPr>
          <p:cNvPr id="5" name="灯片编号占位符 4"/>
          <p:cNvSpPr>
            <a:spLocks noGrp="1"/>
          </p:cNvSpPr>
          <p:nvPr>
            <p:ph type="sldNum" sz="quarter" idx="12"/>
          </p:nvPr>
        </p:nvSpPr>
        <p:spPr/>
        <p:txBody>
          <a:bodyPr/>
          <a:lstStyle/>
          <a:p>
            <a:fld id="{7F65B630-C7FF-41C0-9923-C5E5E29EED81}" type="slidenum">
              <a:rPr lang="en-US" altLang="zh-CN" smtClean="0"/>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reserve="1">
  <p:cSld name="Section Header">
    <p:bg>
      <p:bgPr>
        <a:solidFill>
          <a:schemeClr val="accent1"/>
        </a:solidFill>
        <a:effectLst/>
      </p:bgPr>
    </p:bg>
    <p:spTree>
      <p:nvGrpSpPr>
        <p:cNvPr id="1" name=""/>
        <p:cNvGrpSpPr/>
        <p:nvPr/>
      </p:nvGrpSpPr>
      <p:grpSpPr>
        <a:xfrm>
          <a:off x="0" y="0"/>
          <a:ext cx="0" cy="0"/>
          <a:chOff x="0" y="0"/>
          <a:chExt cx="0" cy="0"/>
        </a:xfrm>
      </p:grpSpPr>
      <p:grpSp>
        <p:nvGrpSpPr>
          <p:cNvPr id="31" name="组合 30">
            <a:extLst>
              <a:ext uri="{FF2B5EF4-FFF2-40B4-BE49-F238E27FC236}">
                <a16:creationId xmlns:a16="http://schemas.microsoft.com/office/drawing/2014/main" id="{E5FC6B70-09C0-ABC9-AAA4-81918B89DA00}"/>
              </a:ext>
            </a:extLst>
          </p:cNvPr>
          <p:cNvGrpSpPr/>
          <p:nvPr userDrawn="1"/>
        </p:nvGrpSpPr>
        <p:grpSpPr>
          <a:xfrm>
            <a:off x="995893" y="4"/>
            <a:ext cx="11196106" cy="5767379"/>
            <a:chOff x="995893" y="4"/>
            <a:chExt cx="11196106" cy="5767379"/>
          </a:xfrm>
        </p:grpSpPr>
        <p:sp>
          <p:nvSpPr>
            <p:cNvPr id="23" name="任意多边形: 形状 22">
              <a:extLst>
                <a:ext uri="{FF2B5EF4-FFF2-40B4-BE49-F238E27FC236}">
                  <a16:creationId xmlns:a16="http://schemas.microsoft.com/office/drawing/2014/main" id="{B424B63E-AB4D-C946-6F13-E9318239378F}"/>
                </a:ext>
              </a:extLst>
            </p:cNvPr>
            <p:cNvSpPr/>
            <p:nvPr userDrawn="1"/>
          </p:nvSpPr>
          <p:spPr>
            <a:xfrm rot="5400000">
              <a:off x="10662097" y="-31299"/>
              <a:ext cx="1498600" cy="1561205"/>
            </a:xfrm>
            <a:custGeom>
              <a:avLst/>
              <a:gdLst>
                <a:gd name="csX0" fmla="*/ 0 w 1549399"/>
                <a:gd name="csY0" fmla="*/ 1477120 h 1614126"/>
                <a:gd name="csX1" fmla="*/ 0 w 1549399"/>
                <a:gd name="csY1" fmla="*/ 1469694 h 1614126"/>
                <a:gd name="csX2" fmla="*/ 353977 w 1549399"/>
                <a:gd name="csY2" fmla="*/ 856594 h 1614126"/>
                <a:gd name="csX3" fmla="*/ 0 w 1549399"/>
                <a:gd name="csY3" fmla="*/ 856594 h 1614126"/>
                <a:gd name="csX4" fmla="*/ 0 w 1549399"/>
                <a:gd name="csY4" fmla="*/ 578872 h 1614126"/>
                <a:gd name="csX5" fmla="*/ 353980 w 1549399"/>
                <a:gd name="csY5" fmla="*/ 578872 h 1614126"/>
                <a:gd name="csX6" fmla="*/ 19765 w 1549399"/>
                <a:gd name="csY6" fmla="*/ 0 h 1614126"/>
                <a:gd name="csX7" fmla="*/ 340455 w 1549399"/>
                <a:gd name="csY7" fmla="*/ 0 h 1614126"/>
                <a:gd name="csX8" fmla="*/ 594497 w 1549399"/>
                <a:gd name="csY8" fmla="*/ 440007 h 1614126"/>
                <a:gd name="csX9" fmla="*/ 848537 w 1549399"/>
                <a:gd name="csY9" fmla="*/ 0 h 1614126"/>
                <a:gd name="csX10" fmla="*/ 1169226 w 1549399"/>
                <a:gd name="csY10" fmla="*/ 0 h 1614126"/>
                <a:gd name="csX11" fmla="*/ 835012 w 1549399"/>
                <a:gd name="csY11" fmla="*/ 578872 h 1614126"/>
                <a:gd name="csX12" fmla="*/ 1549399 w 1549399"/>
                <a:gd name="csY12" fmla="*/ 578872 h 1614126"/>
                <a:gd name="csX13" fmla="*/ 1549399 w 1549399"/>
                <a:gd name="csY13" fmla="*/ 856594 h 1614126"/>
                <a:gd name="csX14" fmla="*/ 835015 w 1549399"/>
                <a:gd name="csY14" fmla="*/ 856594 h 1614126"/>
                <a:gd name="csX15" fmla="*/ 1192207 w 1549399"/>
                <a:gd name="csY15" fmla="*/ 1475264 h 1614126"/>
                <a:gd name="csX16" fmla="*/ 951689 w 1549399"/>
                <a:gd name="csY16" fmla="*/ 1614126 h 1614126"/>
                <a:gd name="csX17" fmla="*/ 594497 w 1549399"/>
                <a:gd name="csY17" fmla="*/ 995453 h 1614126"/>
                <a:gd name="csX18" fmla="*/ 237302 w 1549399"/>
                <a:gd name="csY18" fmla="*/ 1614126 h 16141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549399" h="1614126">
                  <a:moveTo>
                    <a:pt x="0" y="1477120"/>
                  </a:moveTo>
                  <a:lnTo>
                    <a:pt x="0" y="1469694"/>
                  </a:lnTo>
                  <a:lnTo>
                    <a:pt x="353977" y="856594"/>
                  </a:lnTo>
                  <a:lnTo>
                    <a:pt x="0" y="856594"/>
                  </a:lnTo>
                  <a:lnTo>
                    <a:pt x="0" y="578872"/>
                  </a:lnTo>
                  <a:lnTo>
                    <a:pt x="353980" y="578872"/>
                  </a:lnTo>
                  <a:lnTo>
                    <a:pt x="19765" y="0"/>
                  </a:lnTo>
                  <a:lnTo>
                    <a:pt x="340455" y="0"/>
                  </a:lnTo>
                  <a:lnTo>
                    <a:pt x="594497" y="440007"/>
                  </a:lnTo>
                  <a:lnTo>
                    <a:pt x="848537" y="0"/>
                  </a:lnTo>
                  <a:lnTo>
                    <a:pt x="1169226" y="0"/>
                  </a:lnTo>
                  <a:lnTo>
                    <a:pt x="835012" y="578872"/>
                  </a:lnTo>
                  <a:lnTo>
                    <a:pt x="1549399" y="578872"/>
                  </a:lnTo>
                  <a:lnTo>
                    <a:pt x="1549399" y="856594"/>
                  </a:lnTo>
                  <a:lnTo>
                    <a:pt x="835015" y="856594"/>
                  </a:lnTo>
                  <a:lnTo>
                    <a:pt x="1192207" y="1475264"/>
                  </a:lnTo>
                  <a:lnTo>
                    <a:pt x="951689" y="1614126"/>
                  </a:lnTo>
                  <a:lnTo>
                    <a:pt x="594497" y="995453"/>
                  </a:lnTo>
                  <a:lnTo>
                    <a:pt x="237302" y="1614126"/>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sp>
          <p:nvSpPr>
            <p:cNvPr id="16" name="矩形: 圆角 15">
              <a:extLst>
                <a:ext uri="{FF2B5EF4-FFF2-40B4-BE49-F238E27FC236}">
                  <a16:creationId xmlns:a16="http://schemas.microsoft.com/office/drawing/2014/main" id="{D43A2EA4-3F20-D760-C1B3-6B50CC7533CE}"/>
                </a:ext>
              </a:extLst>
            </p:cNvPr>
            <p:cNvSpPr/>
            <p:nvPr userDrawn="1"/>
          </p:nvSpPr>
          <p:spPr>
            <a:xfrm>
              <a:off x="6913011" y="1471617"/>
              <a:ext cx="4334408" cy="4295766"/>
            </a:xfrm>
            <a:prstGeom prst="roundRect">
              <a:avLst>
                <a:gd name="adj" fmla="val 7887"/>
              </a:avLst>
            </a:prstGeom>
            <a:blipFill>
              <a:blip r:embed="rId2"/>
              <a:srcRect/>
              <a:stretch>
                <a:fillRect l="-9584" t="-4015" r="-118302" b="-25379"/>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cxnSp>
          <p:nvCxnSpPr>
            <p:cNvPr id="18" name="直接连接符 17">
              <a:extLst>
                <a:ext uri="{FF2B5EF4-FFF2-40B4-BE49-F238E27FC236}">
                  <a16:creationId xmlns:a16="http://schemas.microsoft.com/office/drawing/2014/main" id="{E3DDC9CF-3749-C3D1-9B4B-15756191D89B}"/>
                </a:ext>
              </a:extLst>
            </p:cNvPr>
            <p:cNvCxnSpPr/>
            <p:nvPr userDrawn="1"/>
          </p:nvCxnSpPr>
          <p:spPr>
            <a:xfrm>
              <a:off x="1043518" y="3372857"/>
              <a:ext cx="33904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组合 18">
              <a:extLst>
                <a:ext uri="{FF2B5EF4-FFF2-40B4-BE49-F238E27FC236}">
                  <a16:creationId xmlns:a16="http://schemas.microsoft.com/office/drawing/2014/main" id="{96725AC4-C23F-57AB-58C8-DA5B64522B9D}"/>
                </a:ext>
              </a:extLst>
            </p:cNvPr>
            <p:cNvGrpSpPr/>
            <p:nvPr userDrawn="1"/>
          </p:nvGrpSpPr>
          <p:grpSpPr>
            <a:xfrm flipH="1">
              <a:off x="995893" y="4562388"/>
              <a:ext cx="615811" cy="287012"/>
              <a:chOff x="10550029" y="5664033"/>
              <a:chExt cx="863600" cy="402500"/>
            </a:xfrm>
          </p:grpSpPr>
          <p:sp>
            <p:nvSpPr>
              <p:cNvPr id="20" name="矩形: 圆角 19">
                <a:extLst>
                  <a:ext uri="{FF2B5EF4-FFF2-40B4-BE49-F238E27FC236}">
                    <a16:creationId xmlns:a16="http://schemas.microsoft.com/office/drawing/2014/main" id="{8E879C92-CC43-599E-08C1-F59452B26580}"/>
                  </a:ext>
                </a:extLst>
              </p:cNvPr>
              <p:cNvSpPr/>
              <p:nvPr userDrawn="1"/>
            </p:nvSpPr>
            <p:spPr>
              <a:xfrm>
                <a:off x="10550029" y="5664033"/>
                <a:ext cx="863600" cy="402500"/>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47500" lnSpcReduction="20000"/>
              </a:bodyPr>
              <a:lstStyle/>
              <a:p>
                <a:pPr algn="ctr"/>
                <a:endParaRPr lang="zh-CN" altLang="en-US"/>
              </a:p>
            </p:txBody>
          </p:sp>
          <p:sp>
            <p:nvSpPr>
              <p:cNvPr id="21" name="任意多边形: 形状 20">
                <a:extLst>
                  <a:ext uri="{FF2B5EF4-FFF2-40B4-BE49-F238E27FC236}">
                    <a16:creationId xmlns:a16="http://schemas.microsoft.com/office/drawing/2014/main" id="{9E7E1B0B-FE57-0594-4D16-5E45F56EC8ED}"/>
                  </a:ext>
                </a:extLst>
              </p:cNvPr>
              <p:cNvSpPr/>
              <p:nvPr userDrawn="1"/>
            </p:nvSpPr>
            <p:spPr>
              <a:xfrm>
                <a:off x="10795576" y="5763702"/>
                <a:ext cx="372507" cy="203163"/>
              </a:xfrm>
              <a:custGeom>
                <a:avLst/>
                <a:gdLst>
                  <a:gd name="csX0" fmla="*/ 134025 w 487301"/>
                  <a:gd name="csY0" fmla="*/ 1 h 265771"/>
                  <a:gd name="csX1" fmla="*/ 149602 w 487301"/>
                  <a:gd name="csY1" fmla="*/ 6601 h 265771"/>
                  <a:gd name="csX2" fmla="*/ 149334 w 487301"/>
                  <a:gd name="csY2" fmla="*/ 37926 h 265771"/>
                  <a:gd name="csX3" fmla="*/ 75802 w 487301"/>
                  <a:gd name="csY3" fmla="*/ 110321 h 265771"/>
                  <a:gd name="csX4" fmla="*/ 465328 w 487301"/>
                  <a:gd name="csY4" fmla="*/ 113061 h 265771"/>
                  <a:gd name="csX5" fmla="*/ 487301 w 487301"/>
                  <a:gd name="csY5" fmla="*/ 135379 h 265771"/>
                  <a:gd name="csX6" fmla="*/ 480588 w 487301"/>
                  <a:gd name="csY6" fmla="*/ 150995 h 265771"/>
                  <a:gd name="csX7" fmla="*/ 464949 w 487301"/>
                  <a:gd name="csY7" fmla="*/ 157385 h 265771"/>
                  <a:gd name="csX8" fmla="*/ 75423 w 487301"/>
                  <a:gd name="csY8" fmla="*/ 154645 h 265771"/>
                  <a:gd name="csX9" fmla="*/ 147708 w 487301"/>
                  <a:gd name="csY9" fmla="*/ 228066 h 265771"/>
                  <a:gd name="csX10" fmla="*/ 147440 w 487301"/>
                  <a:gd name="csY10" fmla="*/ 259391 h 265771"/>
                  <a:gd name="csX11" fmla="*/ 116115 w 487301"/>
                  <a:gd name="csY11" fmla="*/ 259171 h 265771"/>
                  <a:gd name="csX12" fmla="*/ 6328 w 487301"/>
                  <a:gd name="csY12" fmla="*/ 147659 h 265771"/>
                  <a:gd name="csX13" fmla="*/ 6596 w 487301"/>
                  <a:gd name="csY13" fmla="*/ 116334 h 265771"/>
                  <a:gd name="csX14" fmla="*/ 118277 w 487301"/>
                  <a:gd name="csY14" fmla="*/ 6381 h 265771"/>
                  <a:gd name="csX15" fmla="*/ 134025 w 487301"/>
                  <a:gd name="csY15" fmla="*/ 1 h 2657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487301" h="265771">
                    <a:moveTo>
                      <a:pt x="134025" y="1"/>
                    </a:moveTo>
                    <a:cubicBezTo>
                      <a:pt x="139692" y="51"/>
                      <a:pt x="145332" y="2264"/>
                      <a:pt x="149602" y="6601"/>
                    </a:cubicBezTo>
                    <a:cubicBezTo>
                      <a:pt x="158143" y="15276"/>
                      <a:pt x="158101" y="29294"/>
                      <a:pt x="149334" y="37926"/>
                    </a:cubicBezTo>
                    <a:lnTo>
                      <a:pt x="75802" y="110321"/>
                    </a:lnTo>
                    <a:lnTo>
                      <a:pt x="465328" y="113061"/>
                    </a:lnTo>
                    <a:cubicBezTo>
                      <a:pt x="477545" y="113147"/>
                      <a:pt x="487405" y="123162"/>
                      <a:pt x="487301" y="135379"/>
                    </a:cubicBezTo>
                    <a:cubicBezTo>
                      <a:pt x="487248" y="141487"/>
                      <a:pt x="484696" y="146951"/>
                      <a:pt x="480588" y="150995"/>
                    </a:cubicBezTo>
                    <a:cubicBezTo>
                      <a:pt x="476560" y="154961"/>
                      <a:pt x="471057" y="157428"/>
                      <a:pt x="464949" y="157385"/>
                    </a:cubicBezTo>
                    <a:lnTo>
                      <a:pt x="75423" y="154645"/>
                    </a:lnTo>
                    <a:lnTo>
                      <a:pt x="147708" y="228066"/>
                    </a:lnTo>
                    <a:cubicBezTo>
                      <a:pt x="156326" y="236820"/>
                      <a:pt x="156128" y="250837"/>
                      <a:pt x="147440" y="259391"/>
                    </a:cubicBezTo>
                    <a:cubicBezTo>
                      <a:pt x="138752" y="267945"/>
                      <a:pt x="124733" y="267924"/>
                      <a:pt x="116115" y="259171"/>
                    </a:cubicBezTo>
                    <a:lnTo>
                      <a:pt x="6328" y="147659"/>
                    </a:lnTo>
                    <a:cubicBezTo>
                      <a:pt x="-2212" y="138984"/>
                      <a:pt x="-2092" y="124888"/>
                      <a:pt x="6596" y="116334"/>
                    </a:cubicBezTo>
                    <a:lnTo>
                      <a:pt x="118277" y="6381"/>
                    </a:lnTo>
                    <a:cubicBezTo>
                      <a:pt x="122661" y="2065"/>
                      <a:pt x="128357" y="-48"/>
                      <a:pt x="134025" y="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fontScale="25000" lnSpcReduction="20000"/>
              </a:bodyPr>
              <a:lstStyle/>
              <a:p>
                <a:pPr lvl="0" algn="ctr"/>
                <a:endParaRPr lang="zh-CN" altLang="en-US"/>
              </a:p>
            </p:txBody>
          </p:sp>
        </p:grpSp>
      </p:grpSp>
      <p:sp>
        <p:nvSpPr>
          <p:cNvPr id="5" name="ea148e84-ab4b-42a2-a519-2f5c9c1056b5"/>
          <p:cNvSpPr>
            <a:spLocks noGrp="1"/>
          </p:cNvSpPr>
          <p:nvPr>
            <p:ph type="title" hasCustomPrompt="1"/>
          </p:nvPr>
        </p:nvSpPr>
        <p:spPr>
          <a:xfrm>
            <a:off x="931881" y="1471617"/>
            <a:ext cx="5565739" cy="1748449"/>
          </a:xfrm>
          <a:prstGeom prst="rect">
            <a:avLst/>
          </a:prstGeom>
        </p:spPr>
        <p:txBody>
          <a:bodyPr>
            <a:normAutofit/>
          </a:bodyPr>
          <a:lstStyle>
            <a:lvl1pPr algn="l">
              <a:lnSpc>
                <a:spcPct val="100000"/>
              </a:lnSpc>
              <a:defRPr sz="4000">
                <a:solidFill>
                  <a:schemeClr val="tx1"/>
                </a:solidFill>
              </a:defRPr>
            </a:lvl1pPr>
          </a:lstStyle>
          <a:p>
            <a:pPr lvl="0"/>
            <a:r>
              <a:rPr lang="zh-CN" altLang="en-US" dirty="0"/>
              <a:t>Click to add title</a:t>
            </a:r>
            <a:endParaRPr lang="en-US" dirty="0"/>
          </a:p>
        </p:txBody>
      </p:sp>
      <p:sp>
        <p:nvSpPr>
          <p:cNvPr id="25" name="文本占位符 24"/>
          <p:cNvSpPr>
            <a:spLocks noGrp="1"/>
          </p:cNvSpPr>
          <p:nvPr>
            <p:ph type="body" sz="quarter" idx="1" hasCustomPrompt="1"/>
          </p:nvPr>
        </p:nvSpPr>
        <p:spPr>
          <a:xfrm>
            <a:off x="931881" y="3525648"/>
            <a:ext cx="5565739" cy="992768"/>
          </a:xfrm>
          <a:prstGeom prst="rect">
            <a:avLst/>
          </a:prstGeom>
        </p:spPr>
        <p:txBody>
          <a:bodyPr anchor="t">
            <a:normAutofit/>
          </a:bodyPr>
          <a:lstStyle>
            <a:lvl1pPr marL="0" indent="0" algn="l">
              <a:lnSpc>
                <a:spcPct val="120000"/>
              </a:lnSpc>
              <a:buFont typeface="+mj-lt"/>
              <a:buNone/>
              <a:defRPr sz="2000" b="0">
                <a:solidFill>
                  <a:schemeClr val="tx1"/>
                </a:solidFill>
                <a:latin typeface="+mn-lt"/>
              </a:defRPr>
            </a:lvl1pPr>
          </a:lstStyle>
          <a:p>
            <a:pPr lvl="0"/>
            <a:r>
              <a:rPr lang="zh-CN" altLang="en-US" dirty="0"/>
              <a:t>Click to add text</a:t>
            </a:r>
            <a:endParaRPr lang="en-US" dirty="0"/>
          </a:p>
        </p:txBody>
      </p:sp>
      <p:sp>
        <p:nvSpPr>
          <p:cNvPr id="53" name="日期占位符 52">
            <a:extLst>
              <a:ext uri="{FF2B5EF4-FFF2-40B4-BE49-F238E27FC236}">
                <a16:creationId xmlns:a16="http://schemas.microsoft.com/office/drawing/2014/main" id="{A0139261-4BA9-1CFB-03AA-694AED1E4F3D}"/>
              </a:ext>
            </a:extLst>
          </p:cNvPr>
          <p:cNvSpPr>
            <a:spLocks noGrp="1"/>
          </p:cNvSpPr>
          <p:nvPr>
            <p:ph type="dt" sz="half" idx="10"/>
          </p:nvPr>
        </p:nvSpPr>
        <p:spPr/>
        <p:txBody>
          <a:bodyPr/>
          <a:lstStyle>
            <a:lvl1pPr>
              <a:defRPr>
                <a:solidFill>
                  <a:schemeClr val="tx1"/>
                </a:solidFill>
              </a:defRPr>
            </a:lvl1pPr>
          </a:lstStyle>
          <a:p>
            <a:endParaRPr lang="en-US">
              <a:solidFill>
                <a:schemeClr val="tx1"/>
              </a:solidFill>
            </a:endParaRPr>
          </a:p>
        </p:txBody>
      </p:sp>
      <p:sp>
        <p:nvSpPr>
          <p:cNvPr id="54" name="页脚占位符 53">
            <a:extLst>
              <a:ext uri="{FF2B5EF4-FFF2-40B4-BE49-F238E27FC236}">
                <a16:creationId xmlns:a16="http://schemas.microsoft.com/office/drawing/2014/main" id="{650E9C2E-2692-DD3C-E757-DAE3117F6C26}"/>
              </a:ext>
            </a:extLst>
          </p:cNvPr>
          <p:cNvSpPr>
            <a:spLocks noGrp="1"/>
          </p:cNvSpPr>
          <p:nvPr>
            <p:ph type="ftr" sz="quarter" idx="11"/>
          </p:nvPr>
        </p:nvSpPr>
        <p:spPr/>
        <p:txBody>
          <a:bodyPr/>
          <a:lstStyle>
            <a:lvl1pPr>
              <a:defRPr>
                <a:solidFill>
                  <a:schemeClr val="tx1"/>
                </a:solidFill>
              </a:defRPr>
            </a:lvl1pPr>
          </a:lstStyle>
          <a:p>
            <a:endParaRPr lang="en-US" dirty="0">
              <a:solidFill>
                <a:schemeClr val="tx1"/>
              </a:solidFill>
            </a:endParaRPr>
          </a:p>
        </p:txBody>
      </p:sp>
      <p:sp>
        <p:nvSpPr>
          <p:cNvPr id="55" name="灯片编号占位符 54">
            <a:extLst>
              <a:ext uri="{FF2B5EF4-FFF2-40B4-BE49-F238E27FC236}">
                <a16:creationId xmlns:a16="http://schemas.microsoft.com/office/drawing/2014/main" id="{67C84859-BEC7-AF31-358E-E68F62FEA630}"/>
              </a:ext>
            </a:extLst>
          </p:cNvPr>
          <p:cNvSpPr>
            <a:spLocks noGrp="1"/>
          </p:cNvSpPr>
          <p:nvPr>
            <p:ph type="sldNum" sz="quarter" idx="12"/>
          </p:nvPr>
        </p:nvSpPr>
        <p:spPr/>
        <p:txBody>
          <a:bodyPr/>
          <a:lstStyle>
            <a:lvl1pPr>
              <a:defRPr>
                <a:solidFill>
                  <a:schemeClr val="tx1"/>
                </a:solidFill>
              </a:defRPr>
            </a:lvl1pPr>
          </a:lstStyle>
          <a:p>
            <a:fld id="{C8BB1146-E542-4D4E-B8E9-6919A11DDD48}"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Closing" preserve="1" userDrawn="1">
  <p:cSld name="Closing">
    <p:bg>
      <p:bgPr>
        <a:solidFill>
          <a:schemeClr val="accent1"/>
        </a:solidFill>
        <a:effectLst/>
      </p:bgPr>
    </p:bg>
    <p:spTree>
      <p:nvGrpSpPr>
        <p:cNvPr id="1" name=""/>
        <p:cNvGrpSpPr/>
        <p:nvPr/>
      </p:nvGrpSpPr>
      <p:grpSpPr>
        <a:xfrm>
          <a:off x="0" y="0"/>
          <a:ext cx="0" cy="0"/>
          <a:chOff x="0" y="0"/>
          <a:chExt cx="0" cy="0"/>
        </a:xfrm>
      </p:grpSpPr>
      <p:grpSp>
        <p:nvGrpSpPr>
          <p:cNvPr id="29" name="组合 28">
            <a:extLst>
              <a:ext uri="{FF2B5EF4-FFF2-40B4-BE49-F238E27FC236}">
                <a16:creationId xmlns:a16="http://schemas.microsoft.com/office/drawing/2014/main" id="{B7D83BC8-9940-EE1B-38FE-DFD72E2B84EA}"/>
              </a:ext>
            </a:extLst>
          </p:cNvPr>
          <p:cNvGrpSpPr/>
          <p:nvPr userDrawn="1"/>
        </p:nvGrpSpPr>
        <p:grpSpPr>
          <a:xfrm>
            <a:off x="0" y="0"/>
            <a:ext cx="12192000" cy="6235700"/>
            <a:chOff x="0" y="0"/>
            <a:chExt cx="12192000" cy="6235700"/>
          </a:xfrm>
        </p:grpSpPr>
        <p:sp>
          <p:nvSpPr>
            <p:cNvPr id="21" name="Rectangle 28">
              <a:extLst>
                <a:ext uri="{FF2B5EF4-FFF2-40B4-BE49-F238E27FC236}">
                  <a16:creationId xmlns:a16="http://schemas.microsoft.com/office/drawing/2014/main" id="{878D6A2D-909B-DBFB-BBA0-C91215472ECA}"/>
                </a:ext>
              </a:extLst>
            </p:cNvPr>
            <p:cNvSpPr/>
            <p:nvPr userDrawn="1"/>
          </p:nvSpPr>
          <p:spPr>
            <a:xfrm>
              <a:off x="778371" y="3951397"/>
              <a:ext cx="318062" cy="318062"/>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2" name="Freeform: Shape 38">
              <a:extLst>
                <a:ext uri="{FF2B5EF4-FFF2-40B4-BE49-F238E27FC236}">
                  <a16:creationId xmlns:a16="http://schemas.microsoft.com/office/drawing/2014/main" id="{A175203B-8AB5-C8FB-FD91-864A6B87B95A}"/>
                </a:ext>
              </a:extLst>
            </p:cNvPr>
            <p:cNvSpPr/>
            <p:nvPr userDrawn="1"/>
          </p:nvSpPr>
          <p:spPr>
            <a:xfrm rot="5400000">
              <a:off x="849632" y="4028036"/>
              <a:ext cx="175540" cy="164785"/>
            </a:xfrm>
            <a:custGeom>
              <a:avLst/>
              <a:gdLst>
                <a:gd name="connsiteX0" fmla="*/ 0 w 720499"/>
                <a:gd name="connsiteY0" fmla="*/ 390568 h 676359"/>
                <a:gd name="connsiteX1" fmla="*/ 0 w 720499"/>
                <a:gd name="connsiteY1" fmla="*/ 285793 h 676359"/>
                <a:gd name="connsiteX2" fmla="*/ 269513 w 720499"/>
                <a:gd name="connsiteY2" fmla="*/ 285793 h 676359"/>
                <a:gd name="connsiteX3" fmla="*/ 134757 w 720499"/>
                <a:gd name="connsiteY3" fmla="*/ 52388 h 676359"/>
                <a:gd name="connsiteX4" fmla="*/ 225495 w 720499"/>
                <a:gd name="connsiteY4" fmla="*/ 0 h 676359"/>
                <a:gd name="connsiteX5" fmla="*/ 360251 w 720499"/>
                <a:gd name="connsiteY5" fmla="*/ 233404 h 676359"/>
                <a:gd name="connsiteX6" fmla="*/ 495006 w 720499"/>
                <a:gd name="connsiteY6" fmla="*/ 0 h 676359"/>
                <a:gd name="connsiteX7" fmla="*/ 585744 w 720499"/>
                <a:gd name="connsiteY7" fmla="*/ 52388 h 676359"/>
                <a:gd name="connsiteX8" fmla="*/ 450988 w 720499"/>
                <a:gd name="connsiteY8" fmla="*/ 285793 h 676359"/>
                <a:gd name="connsiteX9" fmla="*/ 720499 w 720499"/>
                <a:gd name="connsiteY9" fmla="*/ 285793 h 676359"/>
                <a:gd name="connsiteX10" fmla="*/ 720499 w 720499"/>
                <a:gd name="connsiteY10" fmla="*/ 390568 h 676359"/>
                <a:gd name="connsiteX11" fmla="*/ 450989 w 720499"/>
                <a:gd name="connsiteY11" fmla="*/ 390568 h 676359"/>
                <a:gd name="connsiteX12" fmla="*/ 585744 w 720499"/>
                <a:gd name="connsiteY12" fmla="*/ 623971 h 676359"/>
                <a:gd name="connsiteX13" fmla="*/ 495006 w 720499"/>
                <a:gd name="connsiteY13" fmla="*/ 676359 h 676359"/>
                <a:gd name="connsiteX14" fmla="*/ 360251 w 720499"/>
                <a:gd name="connsiteY14" fmla="*/ 442955 h 676359"/>
                <a:gd name="connsiteX15" fmla="*/ 225495 w 720499"/>
                <a:gd name="connsiteY15" fmla="*/ 676359 h 676359"/>
                <a:gd name="connsiteX16" fmla="*/ 134757 w 720499"/>
                <a:gd name="connsiteY16" fmla="*/ 623971 h 676359"/>
                <a:gd name="connsiteX17" fmla="*/ 269512 w 720499"/>
                <a:gd name="connsiteY17" fmla="*/ 390568 h 676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20499" h="676359">
                  <a:moveTo>
                    <a:pt x="0" y="390568"/>
                  </a:moveTo>
                  <a:lnTo>
                    <a:pt x="0" y="285793"/>
                  </a:lnTo>
                  <a:lnTo>
                    <a:pt x="269513" y="285793"/>
                  </a:lnTo>
                  <a:lnTo>
                    <a:pt x="134757" y="52388"/>
                  </a:lnTo>
                  <a:lnTo>
                    <a:pt x="225495" y="0"/>
                  </a:lnTo>
                  <a:lnTo>
                    <a:pt x="360251" y="233404"/>
                  </a:lnTo>
                  <a:lnTo>
                    <a:pt x="495006" y="0"/>
                  </a:lnTo>
                  <a:lnTo>
                    <a:pt x="585744" y="52388"/>
                  </a:lnTo>
                  <a:lnTo>
                    <a:pt x="450988" y="285793"/>
                  </a:lnTo>
                  <a:lnTo>
                    <a:pt x="720499" y="285793"/>
                  </a:lnTo>
                  <a:lnTo>
                    <a:pt x="720499" y="390568"/>
                  </a:lnTo>
                  <a:lnTo>
                    <a:pt x="450989" y="390568"/>
                  </a:lnTo>
                  <a:lnTo>
                    <a:pt x="585744" y="623971"/>
                  </a:lnTo>
                  <a:lnTo>
                    <a:pt x="495006" y="676359"/>
                  </a:lnTo>
                  <a:lnTo>
                    <a:pt x="360251" y="442955"/>
                  </a:lnTo>
                  <a:lnTo>
                    <a:pt x="225495" y="676359"/>
                  </a:lnTo>
                  <a:lnTo>
                    <a:pt x="134757" y="623971"/>
                  </a:lnTo>
                  <a:lnTo>
                    <a:pt x="269512" y="390568"/>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cxnSp>
          <p:nvCxnSpPr>
            <p:cNvPr id="23" name="直接连接符 22">
              <a:extLst>
                <a:ext uri="{FF2B5EF4-FFF2-40B4-BE49-F238E27FC236}">
                  <a16:creationId xmlns:a16="http://schemas.microsoft.com/office/drawing/2014/main" id="{78BC4AF1-D150-8DCF-3A19-0472B5344997}"/>
                </a:ext>
              </a:extLst>
            </p:cNvPr>
            <p:cNvCxnSpPr>
              <a:cxnSpLocks/>
            </p:cNvCxnSpPr>
            <p:nvPr userDrawn="1"/>
          </p:nvCxnSpPr>
          <p:spPr>
            <a:xfrm>
              <a:off x="2531222" y="3988041"/>
              <a:ext cx="0" cy="2468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任意多边形: 形状 14">
              <a:extLst>
                <a:ext uri="{FF2B5EF4-FFF2-40B4-BE49-F238E27FC236}">
                  <a16:creationId xmlns:a16="http://schemas.microsoft.com/office/drawing/2014/main" id="{BB9A05A5-D0F0-9769-E814-228BF28D7069}"/>
                </a:ext>
              </a:extLst>
            </p:cNvPr>
            <p:cNvSpPr/>
            <p:nvPr userDrawn="1"/>
          </p:nvSpPr>
          <p:spPr>
            <a:xfrm flipH="1">
              <a:off x="0" y="0"/>
              <a:ext cx="12192000" cy="3657600"/>
            </a:xfrm>
            <a:custGeom>
              <a:avLst/>
              <a:gdLst>
                <a:gd name="csX0" fmla="*/ 12192000 w 12192000"/>
                <a:gd name="csY0" fmla="*/ 0 h 3657600"/>
                <a:gd name="csX1" fmla="*/ 0 w 12192000"/>
                <a:gd name="csY1" fmla="*/ 0 h 3657600"/>
                <a:gd name="csX2" fmla="*/ 0 w 12192000"/>
                <a:gd name="csY2" fmla="*/ 3657600 h 3657600"/>
                <a:gd name="csX3" fmla="*/ 11388428 w 12192000"/>
                <a:gd name="csY3" fmla="*/ 3657600 h 3657600"/>
                <a:gd name="csX4" fmla="*/ 12192000 w 12192000"/>
                <a:gd name="csY4" fmla="*/ 2854028 h 3657600"/>
              </a:gdLst>
              <a:ahLst/>
              <a:cxnLst>
                <a:cxn ang="0">
                  <a:pos x="csX0" y="csY0"/>
                </a:cxn>
                <a:cxn ang="0">
                  <a:pos x="csX1" y="csY1"/>
                </a:cxn>
                <a:cxn ang="0">
                  <a:pos x="csX2" y="csY2"/>
                </a:cxn>
                <a:cxn ang="0">
                  <a:pos x="csX3" y="csY3"/>
                </a:cxn>
                <a:cxn ang="0">
                  <a:pos x="csX4" y="csY4"/>
                </a:cxn>
              </a:cxnLst>
              <a:rect l="l" t="t" r="r" b="b"/>
              <a:pathLst>
                <a:path w="12192000" h="3657600">
                  <a:moveTo>
                    <a:pt x="12192000" y="0"/>
                  </a:moveTo>
                  <a:lnTo>
                    <a:pt x="0" y="0"/>
                  </a:lnTo>
                  <a:lnTo>
                    <a:pt x="0" y="3657600"/>
                  </a:lnTo>
                  <a:lnTo>
                    <a:pt x="11388428" y="3657600"/>
                  </a:lnTo>
                  <a:cubicBezTo>
                    <a:pt x="11832229" y="3657600"/>
                    <a:pt x="12192000" y="3297829"/>
                    <a:pt x="12192000" y="2854028"/>
                  </a:cubicBezTo>
                  <a:close/>
                </a:path>
              </a:pathLst>
            </a:custGeom>
            <a:blipFill>
              <a:blip r:embed="rId2"/>
              <a:srcRect/>
              <a:stretch>
                <a:fillRect t="-30113" b="-5748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3FA56298-4FA5-F9E2-655D-164C14B2FF13}"/>
                </a:ext>
              </a:extLst>
            </p:cNvPr>
            <p:cNvGrpSpPr/>
            <p:nvPr userDrawn="1"/>
          </p:nvGrpSpPr>
          <p:grpSpPr>
            <a:xfrm flipH="1">
              <a:off x="780127" y="5948688"/>
              <a:ext cx="751278" cy="287012"/>
              <a:chOff x="10550029" y="5664033"/>
              <a:chExt cx="863600" cy="402500"/>
            </a:xfrm>
          </p:grpSpPr>
          <p:sp>
            <p:nvSpPr>
              <p:cNvPr id="12" name="矩形: 圆角 11">
                <a:extLst>
                  <a:ext uri="{FF2B5EF4-FFF2-40B4-BE49-F238E27FC236}">
                    <a16:creationId xmlns:a16="http://schemas.microsoft.com/office/drawing/2014/main" id="{9734C8CA-E076-71CA-B965-D929F4177704}"/>
                  </a:ext>
                </a:extLst>
              </p:cNvPr>
              <p:cNvSpPr/>
              <p:nvPr userDrawn="1"/>
            </p:nvSpPr>
            <p:spPr>
              <a:xfrm>
                <a:off x="10550029" y="5664033"/>
                <a:ext cx="863600" cy="402500"/>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47500" lnSpcReduction="20000"/>
              </a:bodyPr>
              <a:lstStyle/>
              <a:p>
                <a:pPr algn="ctr"/>
                <a:endParaRPr lang="zh-CN" altLang="en-US"/>
              </a:p>
            </p:txBody>
          </p:sp>
          <p:sp>
            <p:nvSpPr>
              <p:cNvPr id="13" name="任意多边形: 形状 12">
                <a:extLst>
                  <a:ext uri="{FF2B5EF4-FFF2-40B4-BE49-F238E27FC236}">
                    <a16:creationId xmlns:a16="http://schemas.microsoft.com/office/drawing/2014/main" id="{4F12C096-3673-4871-E1E4-D85A49B48A29}"/>
                  </a:ext>
                </a:extLst>
              </p:cNvPr>
              <p:cNvSpPr/>
              <p:nvPr userDrawn="1"/>
            </p:nvSpPr>
            <p:spPr>
              <a:xfrm>
                <a:off x="10795576" y="5763702"/>
                <a:ext cx="372507" cy="203163"/>
              </a:xfrm>
              <a:custGeom>
                <a:avLst/>
                <a:gdLst>
                  <a:gd name="csX0" fmla="*/ 134025 w 487301"/>
                  <a:gd name="csY0" fmla="*/ 1 h 265771"/>
                  <a:gd name="csX1" fmla="*/ 149602 w 487301"/>
                  <a:gd name="csY1" fmla="*/ 6601 h 265771"/>
                  <a:gd name="csX2" fmla="*/ 149334 w 487301"/>
                  <a:gd name="csY2" fmla="*/ 37926 h 265771"/>
                  <a:gd name="csX3" fmla="*/ 75802 w 487301"/>
                  <a:gd name="csY3" fmla="*/ 110321 h 265771"/>
                  <a:gd name="csX4" fmla="*/ 465328 w 487301"/>
                  <a:gd name="csY4" fmla="*/ 113061 h 265771"/>
                  <a:gd name="csX5" fmla="*/ 487301 w 487301"/>
                  <a:gd name="csY5" fmla="*/ 135379 h 265771"/>
                  <a:gd name="csX6" fmla="*/ 480588 w 487301"/>
                  <a:gd name="csY6" fmla="*/ 150995 h 265771"/>
                  <a:gd name="csX7" fmla="*/ 464949 w 487301"/>
                  <a:gd name="csY7" fmla="*/ 157385 h 265771"/>
                  <a:gd name="csX8" fmla="*/ 75423 w 487301"/>
                  <a:gd name="csY8" fmla="*/ 154645 h 265771"/>
                  <a:gd name="csX9" fmla="*/ 147708 w 487301"/>
                  <a:gd name="csY9" fmla="*/ 228066 h 265771"/>
                  <a:gd name="csX10" fmla="*/ 147440 w 487301"/>
                  <a:gd name="csY10" fmla="*/ 259391 h 265771"/>
                  <a:gd name="csX11" fmla="*/ 116115 w 487301"/>
                  <a:gd name="csY11" fmla="*/ 259171 h 265771"/>
                  <a:gd name="csX12" fmla="*/ 6328 w 487301"/>
                  <a:gd name="csY12" fmla="*/ 147659 h 265771"/>
                  <a:gd name="csX13" fmla="*/ 6596 w 487301"/>
                  <a:gd name="csY13" fmla="*/ 116334 h 265771"/>
                  <a:gd name="csX14" fmla="*/ 118277 w 487301"/>
                  <a:gd name="csY14" fmla="*/ 6381 h 265771"/>
                  <a:gd name="csX15" fmla="*/ 134025 w 487301"/>
                  <a:gd name="csY15" fmla="*/ 1 h 2657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487301" h="265771">
                    <a:moveTo>
                      <a:pt x="134025" y="1"/>
                    </a:moveTo>
                    <a:cubicBezTo>
                      <a:pt x="139692" y="51"/>
                      <a:pt x="145332" y="2264"/>
                      <a:pt x="149602" y="6601"/>
                    </a:cubicBezTo>
                    <a:cubicBezTo>
                      <a:pt x="158143" y="15276"/>
                      <a:pt x="158101" y="29294"/>
                      <a:pt x="149334" y="37926"/>
                    </a:cubicBezTo>
                    <a:lnTo>
                      <a:pt x="75802" y="110321"/>
                    </a:lnTo>
                    <a:lnTo>
                      <a:pt x="465328" y="113061"/>
                    </a:lnTo>
                    <a:cubicBezTo>
                      <a:pt x="477545" y="113147"/>
                      <a:pt x="487405" y="123162"/>
                      <a:pt x="487301" y="135379"/>
                    </a:cubicBezTo>
                    <a:cubicBezTo>
                      <a:pt x="487248" y="141487"/>
                      <a:pt x="484696" y="146951"/>
                      <a:pt x="480588" y="150995"/>
                    </a:cubicBezTo>
                    <a:cubicBezTo>
                      <a:pt x="476560" y="154961"/>
                      <a:pt x="471057" y="157428"/>
                      <a:pt x="464949" y="157385"/>
                    </a:cubicBezTo>
                    <a:lnTo>
                      <a:pt x="75423" y="154645"/>
                    </a:lnTo>
                    <a:lnTo>
                      <a:pt x="147708" y="228066"/>
                    </a:lnTo>
                    <a:cubicBezTo>
                      <a:pt x="156326" y="236820"/>
                      <a:pt x="156128" y="250837"/>
                      <a:pt x="147440" y="259391"/>
                    </a:cubicBezTo>
                    <a:cubicBezTo>
                      <a:pt x="138752" y="267945"/>
                      <a:pt x="124733" y="267924"/>
                      <a:pt x="116115" y="259171"/>
                    </a:cubicBezTo>
                    <a:lnTo>
                      <a:pt x="6328" y="147659"/>
                    </a:lnTo>
                    <a:cubicBezTo>
                      <a:pt x="-2212" y="138984"/>
                      <a:pt x="-2092" y="124888"/>
                      <a:pt x="6596" y="116334"/>
                    </a:cubicBezTo>
                    <a:lnTo>
                      <a:pt x="118277" y="6381"/>
                    </a:lnTo>
                    <a:cubicBezTo>
                      <a:pt x="122661" y="2065"/>
                      <a:pt x="128357" y="-48"/>
                      <a:pt x="134025" y="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fontScale="25000" lnSpcReduction="20000"/>
              </a:bodyPr>
              <a:lstStyle/>
              <a:p>
                <a:pPr lvl="0" algn="ctr"/>
                <a:endParaRPr lang="zh-CN" altLang="en-US"/>
              </a:p>
            </p:txBody>
          </p:sp>
        </p:grpSp>
        <p:sp>
          <p:nvSpPr>
            <p:cNvPr id="27" name="任意多边形: 形状 26">
              <a:extLst>
                <a:ext uri="{FF2B5EF4-FFF2-40B4-BE49-F238E27FC236}">
                  <a16:creationId xmlns:a16="http://schemas.microsoft.com/office/drawing/2014/main" id="{DE6AB5D6-64D6-A1D5-C509-3986FD6048C3}"/>
                </a:ext>
              </a:extLst>
            </p:cNvPr>
            <p:cNvSpPr/>
            <p:nvPr userDrawn="1"/>
          </p:nvSpPr>
          <p:spPr>
            <a:xfrm rot="5400000">
              <a:off x="10751155" y="4039625"/>
              <a:ext cx="1611687" cy="1270001"/>
            </a:xfrm>
            <a:custGeom>
              <a:avLst/>
              <a:gdLst>
                <a:gd name="csX0" fmla="*/ 0 w 1611687"/>
                <a:gd name="csY0" fmla="*/ 630717 h 1270001"/>
                <a:gd name="csX1" fmla="*/ 0 w 1611687"/>
                <a:gd name="csY1" fmla="*/ 396347 h 1270001"/>
                <a:gd name="csX2" fmla="*/ 602875 w 1611687"/>
                <a:gd name="csY2" fmla="*/ 396347 h 1270001"/>
                <a:gd name="csX3" fmla="*/ 374044 w 1611687"/>
                <a:gd name="csY3" fmla="*/ 0 h 1270001"/>
                <a:gd name="csX4" fmla="*/ 644674 w 1611687"/>
                <a:gd name="csY4" fmla="*/ 0 h 1270001"/>
                <a:gd name="csX5" fmla="*/ 805847 w 1611687"/>
                <a:gd name="csY5" fmla="*/ 279159 h 1270001"/>
                <a:gd name="csX6" fmla="*/ 967019 w 1611687"/>
                <a:gd name="csY6" fmla="*/ 0 h 1270001"/>
                <a:gd name="csX7" fmla="*/ 1237648 w 1611687"/>
                <a:gd name="csY7" fmla="*/ 0 h 1270001"/>
                <a:gd name="csX8" fmla="*/ 1008817 w 1611687"/>
                <a:gd name="csY8" fmla="*/ 396347 h 1270001"/>
                <a:gd name="csX9" fmla="*/ 1611687 w 1611687"/>
                <a:gd name="csY9" fmla="*/ 396347 h 1270001"/>
                <a:gd name="csX10" fmla="*/ 1611687 w 1611687"/>
                <a:gd name="csY10" fmla="*/ 630717 h 1270001"/>
                <a:gd name="csX11" fmla="*/ 1008819 w 1611687"/>
                <a:gd name="csY11" fmla="*/ 630717 h 1270001"/>
                <a:gd name="csX12" fmla="*/ 1310254 w 1611687"/>
                <a:gd name="csY12" fmla="*/ 1152815 h 1270001"/>
                <a:gd name="csX13" fmla="*/ 1107282 w 1611687"/>
                <a:gd name="csY13" fmla="*/ 1270001 h 1270001"/>
                <a:gd name="csX14" fmla="*/ 805847 w 1611687"/>
                <a:gd name="csY14" fmla="*/ 747901 h 1270001"/>
                <a:gd name="csX15" fmla="*/ 504410 w 1611687"/>
                <a:gd name="csY15" fmla="*/ 1270001 h 1270001"/>
                <a:gd name="csX16" fmla="*/ 301438 w 1611687"/>
                <a:gd name="csY16" fmla="*/ 1152815 h 1270001"/>
                <a:gd name="csX17" fmla="*/ 602873 w 1611687"/>
                <a:gd name="csY17" fmla="*/ 630717 h 1270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611687" h="1270001">
                  <a:moveTo>
                    <a:pt x="0" y="630717"/>
                  </a:moveTo>
                  <a:lnTo>
                    <a:pt x="0" y="396347"/>
                  </a:lnTo>
                  <a:lnTo>
                    <a:pt x="602875" y="396347"/>
                  </a:lnTo>
                  <a:lnTo>
                    <a:pt x="374044" y="0"/>
                  </a:lnTo>
                  <a:lnTo>
                    <a:pt x="644674" y="0"/>
                  </a:lnTo>
                  <a:lnTo>
                    <a:pt x="805847" y="279159"/>
                  </a:lnTo>
                  <a:lnTo>
                    <a:pt x="967019" y="0"/>
                  </a:lnTo>
                  <a:lnTo>
                    <a:pt x="1237648" y="0"/>
                  </a:lnTo>
                  <a:lnTo>
                    <a:pt x="1008817" y="396347"/>
                  </a:lnTo>
                  <a:lnTo>
                    <a:pt x="1611687" y="396347"/>
                  </a:lnTo>
                  <a:lnTo>
                    <a:pt x="1611687" y="630717"/>
                  </a:lnTo>
                  <a:lnTo>
                    <a:pt x="1008819" y="630717"/>
                  </a:lnTo>
                  <a:lnTo>
                    <a:pt x="1310254" y="1152815"/>
                  </a:lnTo>
                  <a:lnTo>
                    <a:pt x="1107282" y="1270001"/>
                  </a:lnTo>
                  <a:lnTo>
                    <a:pt x="805847" y="747901"/>
                  </a:lnTo>
                  <a:lnTo>
                    <a:pt x="504410" y="1270001"/>
                  </a:lnTo>
                  <a:lnTo>
                    <a:pt x="301438" y="1152815"/>
                  </a:lnTo>
                  <a:lnTo>
                    <a:pt x="602873" y="63071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p>
          </p:txBody>
        </p:sp>
        <p:grpSp>
          <p:nvGrpSpPr>
            <p:cNvPr id="6" name="组合 5">
              <a:extLst>
                <a:ext uri="{FF2B5EF4-FFF2-40B4-BE49-F238E27FC236}">
                  <a16:creationId xmlns:a16="http://schemas.microsoft.com/office/drawing/2014/main" id="{77386104-BF06-C09F-8C15-D25DCEE73497}"/>
                </a:ext>
              </a:extLst>
            </p:cNvPr>
            <p:cNvGrpSpPr/>
            <p:nvPr userDrawn="1"/>
          </p:nvGrpSpPr>
          <p:grpSpPr>
            <a:xfrm>
              <a:off x="802649" y="4488331"/>
              <a:ext cx="9651576" cy="0"/>
              <a:chOff x="1559560" y="6487160"/>
              <a:chExt cx="9651576" cy="0"/>
            </a:xfrm>
          </p:grpSpPr>
          <p:cxnSp>
            <p:nvCxnSpPr>
              <p:cNvPr id="10" name="直接连接符 9">
                <a:extLst>
                  <a:ext uri="{FF2B5EF4-FFF2-40B4-BE49-F238E27FC236}">
                    <a16:creationId xmlns:a16="http://schemas.microsoft.com/office/drawing/2014/main" id="{2DC08ECE-648B-245C-B4C5-4359A70ADE50}"/>
                  </a:ext>
                </a:extLst>
              </p:cNvPr>
              <p:cNvCxnSpPr>
                <a:cxnSpLocks/>
              </p:cNvCxnSpPr>
              <p:nvPr userDrawn="1"/>
            </p:nvCxnSpPr>
            <p:spPr>
              <a:xfrm>
                <a:off x="1559560" y="6487160"/>
                <a:ext cx="9651576" cy="0"/>
              </a:xfrm>
              <a:prstGeom prst="line">
                <a:avLst/>
              </a:prstGeom>
              <a:ln w="9525">
                <a:gradFill flip="none" rotWithShape="1">
                  <a:gsLst>
                    <a:gs pos="0">
                      <a:schemeClr val="accent2"/>
                    </a:gs>
                    <a:gs pos="100000">
                      <a:schemeClr val="accent2">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52591EC2-FC41-00CB-C1B6-A1C623BE712D}"/>
                  </a:ext>
                </a:extLst>
              </p:cNvPr>
              <p:cNvCxnSpPr>
                <a:cxnSpLocks/>
              </p:cNvCxnSpPr>
              <p:nvPr userDrawn="1"/>
            </p:nvCxnSpPr>
            <p:spPr>
              <a:xfrm>
                <a:off x="1559560" y="6487160"/>
                <a:ext cx="467360" cy="0"/>
              </a:xfrm>
              <a:prstGeom prst="line">
                <a:avLst/>
              </a:prstGeom>
              <a:ln w="41275" cap="rnd">
                <a:solidFill>
                  <a:schemeClr val="accent2"/>
                </a:solidFill>
                <a:round/>
              </a:ln>
            </p:spPr>
            <p:style>
              <a:lnRef idx="1">
                <a:schemeClr val="accent1"/>
              </a:lnRef>
              <a:fillRef idx="0">
                <a:schemeClr val="accent1"/>
              </a:fillRef>
              <a:effectRef idx="0">
                <a:schemeClr val="accent1"/>
              </a:effectRef>
              <a:fontRef idx="minor">
                <a:schemeClr val="tx1"/>
              </a:fontRef>
            </p:style>
          </p:cxnSp>
        </p:grpSp>
      </p:grpSp>
      <p:sp>
        <p:nvSpPr>
          <p:cNvPr id="17" name="ea148e84-ab4b-42a2-a519-2f5c9c1056b5">
            <a:extLst>
              <a:ext uri="{FF2B5EF4-FFF2-40B4-BE49-F238E27FC236}">
                <a16:creationId xmlns:a16="http://schemas.microsoft.com/office/drawing/2014/main" id="{19664F21-DC42-9647-7459-451F78AED39C}"/>
              </a:ext>
            </a:extLst>
          </p:cNvPr>
          <p:cNvSpPr>
            <a:spLocks noGrp="1"/>
          </p:cNvSpPr>
          <p:nvPr userDrawn="1">
            <p:ph type="ctrTitle" hasCustomPrompt="1"/>
          </p:nvPr>
        </p:nvSpPr>
        <p:spPr>
          <a:xfrm>
            <a:off x="660400" y="4620217"/>
            <a:ext cx="9962324" cy="1109598"/>
          </a:xfrm>
          <a:prstGeom prst="rect">
            <a:avLst/>
          </a:prstGeom>
        </p:spPr>
        <p:txBody>
          <a:bodyPr wrap="square" anchor="b">
            <a:normAutofit/>
          </a:bodyPr>
          <a:lstStyle>
            <a:lvl1pPr algn="l">
              <a:lnSpc>
                <a:spcPct val="100000"/>
              </a:lnSpc>
              <a:defRPr sz="5400">
                <a:ln w="19050">
                  <a:noFill/>
                </a:ln>
                <a:solidFill>
                  <a:schemeClr val="tx1"/>
                </a:solidFill>
              </a:defRPr>
            </a:lvl1pPr>
          </a:lstStyle>
          <a:p>
            <a:pPr lvl="0"/>
            <a:r>
              <a:rPr lang="zh-CN" altLang="en-US" dirty="0"/>
              <a:t>Click to add title</a:t>
            </a:r>
            <a:endParaRPr lang="en-US" dirty="0"/>
          </a:p>
        </p:txBody>
      </p:sp>
      <p:sp>
        <p:nvSpPr>
          <p:cNvPr id="19" name="文本占位符 3">
            <a:extLst>
              <a:ext uri="{FF2B5EF4-FFF2-40B4-BE49-F238E27FC236}">
                <a16:creationId xmlns:a16="http://schemas.microsoft.com/office/drawing/2014/main" id="{35F400F4-96BD-3603-E8E6-837BE6F45AFC}"/>
              </a:ext>
            </a:extLst>
          </p:cNvPr>
          <p:cNvSpPr>
            <a:spLocks noGrp="1"/>
          </p:cNvSpPr>
          <p:nvPr userDrawn="1">
            <p:ph type="body" sz="quarter" idx="13" hasCustomPrompt="1"/>
          </p:nvPr>
        </p:nvSpPr>
        <p:spPr>
          <a:xfrm>
            <a:off x="1122271" y="3951397"/>
            <a:ext cx="1327347" cy="320088"/>
          </a:xfrm>
          <a:prstGeom prst="rect">
            <a:avLst/>
          </a:prstGeom>
        </p:spPr>
        <p:txBody>
          <a:bodyPr wrap="square" lIns="90000" anchor="ctr">
            <a:normAutofit/>
          </a:bodyPr>
          <a:lstStyle>
            <a:lvl1pPr marL="0" indent="0" algn="ctr">
              <a:lnSpc>
                <a:spcPct val="100000"/>
              </a:lnSpc>
              <a:buNone/>
              <a:defRPr sz="1200">
                <a:solidFill>
                  <a:schemeClr val="tx1"/>
                </a:solidFill>
              </a:defRPr>
            </a:lvl1pPr>
          </a:lstStyle>
          <a:p>
            <a:pPr lvl="0"/>
            <a:r>
              <a:rPr lang="zh-CN" altLang="en-US" dirty="0"/>
              <a:t>Presenter name</a:t>
            </a:r>
            <a:endParaRPr lang="en-US" dirty="0"/>
          </a:p>
        </p:txBody>
      </p:sp>
      <p:sp>
        <p:nvSpPr>
          <p:cNvPr id="18" name="文本占位符 6">
            <a:extLst>
              <a:ext uri="{FF2B5EF4-FFF2-40B4-BE49-F238E27FC236}">
                <a16:creationId xmlns:a16="http://schemas.microsoft.com/office/drawing/2014/main" id="{38D4AA3A-4FD7-8F97-8D04-809C9824EDBA}"/>
              </a:ext>
            </a:extLst>
          </p:cNvPr>
          <p:cNvSpPr>
            <a:spLocks noGrp="1"/>
          </p:cNvSpPr>
          <p:nvPr userDrawn="1">
            <p:ph type="body" sz="quarter" idx="14" hasCustomPrompt="1"/>
          </p:nvPr>
        </p:nvSpPr>
        <p:spPr>
          <a:xfrm>
            <a:off x="2612827" y="3951397"/>
            <a:ext cx="1327347" cy="320088"/>
          </a:xfrm>
          <a:prstGeom prst="rect">
            <a:avLst/>
          </a:prstGeom>
        </p:spPr>
        <p:txBody>
          <a:bodyPr wrap="none" anchor="ctr">
            <a:normAutofit/>
          </a:bodyPr>
          <a:lstStyle>
            <a:lvl1pPr marL="0" indent="0" algn="ctr">
              <a:lnSpc>
                <a:spcPct val="100000"/>
              </a:lnSpc>
              <a:buNone/>
              <a:defRPr sz="1200">
                <a:solidFill>
                  <a:schemeClr val="tx1"/>
                </a:solidFill>
              </a:defRPr>
            </a:lvl1pPr>
          </a:lstStyle>
          <a:p>
            <a:pPr lvl="0"/>
            <a:r>
              <a:rPr lang="zh-CN" altLang="en-US" dirty="0"/>
              <a:t>20XX.XX.XX</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Ref idx="1001">
        <a:schemeClr val="bg1"/>
      </p:bgRef>
    </p:bg>
    <p:spTree>
      <p:nvGrpSpPr>
        <p:cNvPr id="1" name=""/>
        <p:cNvGrpSpPr/>
        <p:nvPr/>
      </p:nvGrpSpPr>
      <p:grpSpPr>
        <a:xfrm>
          <a:off x="0" y="0"/>
          <a:ext cx="0" cy="0"/>
          <a:chOff x="0" y="0"/>
          <a:chExt cx="0" cy="0"/>
        </a:xfrm>
      </p:grpSpPr>
      <p:sp>
        <p:nvSpPr>
          <p:cNvPr id="2" name="1b7414c6-b7f9-43f0-b99a-610387b7756c"/>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en-US" dirty="0"/>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3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&#65279;<?xml version="1.0" encoding="utf-8"?><Relationships xmlns="http://schemas.openxmlformats.org/package/2006/relationships"><Relationship Type="http://schemas.openxmlformats.org/officeDocument/2006/relationships/image" Target="/ppt/media/image26.png" Id="rId8" /><Relationship Type="http://schemas.openxmlformats.org/officeDocument/2006/relationships/image" Target="/ppt/media/image67.png" Id="rId13" /><Relationship Type="http://schemas.openxmlformats.org/officeDocument/2006/relationships/image" Target="/ppt/media/image58.png" Id="rId12" /><Relationship Type="http://schemas.openxmlformats.org/officeDocument/2006/relationships/image" Target="/ppt/media/image49.png" Id="rId11" /><Relationship Type="http://schemas.openxmlformats.org/officeDocument/2006/relationships/image" Target="/ppt/media/image310.png" Id="rId10" /><Relationship Type="http://schemas.openxmlformats.org/officeDocument/2006/relationships/image" Target="/ppt/media/image74.jpg" Id="rId14" /><Relationship Type="http://schemas.openxmlformats.org/officeDocument/2006/relationships/hyperlink" Target="http://www.islide.cc/" TargetMode="External" Id="rId3" /><Relationship Type="http://schemas.openxmlformats.org/officeDocument/2006/relationships/hyperlink" Target="https://qr10.cn/AvcOJF" TargetMode="External" Id="rId7" /><Relationship Type="http://schemas.openxmlformats.org/officeDocument/2006/relationships/hyperlink" Target="https://qr10.cn/AJClXH" TargetMode="External" Id="rId6" /><Relationship Type="http://schemas.openxmlformats.org/officeDocument/2006/relationships/hyperlink" Target="https://qr10.cn/BlrYkD" TargetMode="External" Id="rId5" /><Relationship Type="http://schemas.openxmlformats.org/officeDocument/2006/relationships/hyperlink" Target="https://qr10.cn/EqbapX" TargetMode="External" Id="rId4" /><Relationship Type="http://schemas.openxmlformats.org/officeDocument/2006/relationships/hyperlink" Target="https://www.toutiao.com/c/user/token/MS4wLjABAAAA4iEx56C0_-0TYakxi5ZDzkL63vnOXTDA_u8TGCGhUo4/?source=m_redirect" TargetMode="External" Id="rId9" /><Relationship Type="http://schemas.openxmlformats.org/officeDocument/2006/relationships/slideLayout" Target="/ppt/slideLayouts/slideLayout6.xml" Id="R795c43096ba3454e" /></Relationships>
</file>

<file path=ppt/slides/_rels/slide13.xml.rels>&#65279;<?xml version="1.0" encoding="utf-8"?><Relationships xmlns="http://schemas.openxmlformats.org/package/2006/relationships"><Relationship Type="http://schemas.openxmlformats.org/officeDocument/2006/relationships/image" Target="/ppt/media/image111.png" Id="rId5" /><Relationship Type="http://schemas.openxmlformats.org/officeDocument/2006/relationships/hyperlink" Target="http://www.islide.cc/" TargetMode="External" Id="rId3" /><Relationship Type="http://schemas.openxmlformats.org/officeDocument/2006/relationships/hyperlink" Target="https://www.islide.cc/" TargetMode="External" Id="rId4" /><Relationship Type="http://schemas.openxmlformats.org/officeDocument/2006/relationships/slideLayout" Target="/ppt/slideLayouts/slideLayout6.xml" Id="R4a3093e1e71049f3"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399" y="3661268"/>
            <a:ext cx="9776895" cy="1239107"/>
          </a:xfrm>
        </p:spPr>
        <p:txBody>
          <a:bodyPr lIns="91440" tIns="45720" rIns="91440" bIns="45720">
            <a:normAutofit/>
          </a:bodyPr>
          <a:lstStyle/>
          <a:p>
            <a:r>
              <a:rPr lang="zh-CN" altLang="en-US" dirty="0">
                <a:sym typeface="+mn-lt"/>
              </a:rPr>
              <a:t>行业未来发展趋势研究报告</a:t>
            </a:r>
            <a:endParaRPr lang="en-US" dirty="0">
              <a:sym typeface="+mn-lt"/>
            </a:endParaRPr>
          </a:p>
        </p:txBody>
      </p:sp>
      <p:sp>
        <p:nvSpPr>
          <p:cNvPr id="9" name="副标题 8"/>
          <p:cNvSpPr>
            <a:spLocks noGrp="1"/>
          </p:cNvSpPr>
          <p:nvPr>
            <p:ph type="subTitle" sz="quarter" idx="1" hasCustomPrompt="1"/>
          </p:nvPr>
        </p:nvSpPr>
        <p:spPr>
          <a:xfrm>
            <a:off x="660399" y="5206586"/>
            <a:ext cx="9776895" cy="671662"/>
          </a:xfrm>
        </p:spPr>
        <p:txBody>
          <a:bodyPr lIns="91440" tIns="45720" rIns="91440" bIns="45720">
            <a:normAutofit/>
          </a:bodyPr>
          <a:lstStyle/>
          <a:p>
            <a:r>
              <a:rPr lang="zh-CN" altLang="en-US" dirty="0">
                <a:sym typeface="+mn-lt"/>
              </a:rPr>
              <a:t>探索行业发展脉搏，助力职场人士提升竞争力</a:t>
            </a:r>
            <a:endParaRPr lang="en-US" dirty="0">
              <a:sym typeface="+mn-lt"/>
            </a:endParaRPr>
          </a:p>
        </p:txBody>
      </p:sp>
      <p:sp>
        <p:nvSpPr>
          <p:cNvPr id="4" name="文本占位符 3"/>
          <p:cNvSpPr>
            <a:spLocks noGrp="1"/>
          </p:cNvSpPr>
          <p:nvPr>
            <p:ph type="body" sz="quarter" idx="13" hasCustomPrompt="1"/>
          </p:nvPr>
        </p:nvSpPr>
        <p:spPr>
          <a:xfrm>
            <a:off x="1124027" y="3285661"/>
            <a:ext cx="1327347" cy="320088"/>
          </a:xfrm>
        </p:spPr>
        <p:txBody>
          <a:bodyPr lIns="91440" tIns="45720" rIns="91440" bIns="45720">
            <a:normAutofit/>
          </a:bodyPr>
          <a:lstStyle/>
          <a:p>
            <a:r>
              <a:rPr lang="zh-CN" altLang="en-US" dirty="0">
                <a:sym typeface="+mn-lt"/>
              </a:rPr>
              <a:t>Presenter name</a:t>
            </a:r>
            <a:endParaRPr lang="en-US" dirty="0">
              <a:sym typeface="+mn-lt"/>
            </a:endParaRPr>
          </a:p>
        </p:txBody>
      </p:sp>
      <p:sp>
        <p:nvSpPr>
          <p:cNvPr id="7" name="文本占位符 6"/>
          <p:cNvSpPr>
            <a:spLocks noGrp="1"/>
          </p:cNvSpPr>
          <p:nvPr>
            <p:ph type="body" sz="quarter" idx="14" hasCustomPrompt="1"/>
          </p:nvPr>
        </p:nvSpPr>
        <p:spPr>
          <a:xfrm>
            <a:off x="2614583" y="3285661"/>
            <a:ext cx="1327347" cy="320088"/>
          </a:xfrm>
        </p:spPr>
        <p:txBody>
          <a:bodyPr lIns="91440" tIns="45720" rIns="91440" bIns="45720">
            <a:normAutofit/>
          </a:bodyPr>
          <a:lstStyle/>
          <a:p>
            <a:r>
              <a:rPr lang="zh-CN" altLang="en-US" dirty="0">
                <a:sym typeface="+mn-lt"/>
              </a:rPr>
              <a:t>20XX.XX.XX</a:t>
            </a:r>
            <a:endParaRPr lang="en-US" dirty="0">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CDF4F-6207-D77C-4C8A-58126A60B1CD}"/>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E169229B-1579-928A-809E-15CDC656185E}"/>
              </a:ext>
            </a:extLst>
          </p:cNvPr>
          <p:cNvGrpSpPr/>
          <p:nvPr/>
        </p:nvGrpSpPr>
        <p:grpSpPr>
          <a:xfrm>
            <a:off x="660399" y="1130300"/>
            <a:ext cx="10858501" cy="5727702"/>
            <a:chOff x="660399" y="1130300"/>
            <a:chExt cx="10858501" cy="5727702"/>
          </a:xfrm>
        </p:grpSpPr>
        <p:sp>
          <p:nvSpPr>
            <p:cNvPr id="3" name="Title">
              <a:extLst>
                <a:ext uri="{FF2B5EF4-FFF2-40B4-BE49-F238E27FC236}">
                  <a16:creationId xmlns:a16="http://schemas.microsoft.com/office/drawing/2014/main" id="{50403F1D-705E-4BBB-05BA-75B1B055EFEF}"/>
                </a:ext>
              </a:extLst>
            </p:cNvPr>
            <p:cNvSpPr txBox="1"/>
            <p:nvPr/>
          </p:nvSpPr>
          <p:spPr>
            <a:xfrm>
              <a:off x="660399" y="1130300"/>
              <a:ext cx="10858500" cy="679450"/>
            </a:xfrm>
            <a:prstGeom prst="rect">
              <a:avLst/>
            </a:prstGeom>
            <a:noFill/>
          </p:spPr>
          <p:txBody>
            <a:bodyPr wrap="square" lIns="91440" tIns="45720" rIns="91440" bIns="45720" rtlCol="0" anchor="ctr">
              <a:normAutofit/>
            </a:bodyPr>
            <a:lstStyle/>
            <a:p>
              <a:r>
                <a:rPr lang="zh-CN" altLang="en-US" sz="2400" b="1" dirty="0">
                  <a:cs typeface="+mn-ea"/>
                  <a:sym typeface="+mn-lt"/>
                </a:rPr>
                <a:t>Agenda</a:t>
              </a:r>
              <a:endParaRPr lang="en-US" altLang="zh-CN" sz="2400" dirty="0">
                <a:cs typeface="+mn-ea"/>
                <a:sym typeface="+mn-lt"/>
              </a:endParaRPr>
            </a:p>
          </p:txBody>
        </p:sp>
        <p:sp>
          <p:nvSpPr>
            <p:cNvPr id="4" name="任意多边形: 形状 3">
              <a:extLst>
                <a:ext uri="{FF2B5EF4-FFF2-40B4-BE49-F238E27FC236}">
                  <a16:creationId xmlns:a16="http://schemas.microsoft.com/office/drawing/2014/main" id="{0A8C939F-8B18-FFB3-14DC-C2BF864451F4}"/>
                </a:ext>
              </a:extLst>
            </p:cNvPr>
            <p:cNvSpPr/>
            <p:nvPr/>
          </p:nvSpPr>
          <p:spPr>
            <a:xfrm rot="5400000">
              <a:off x="767289" y="5637741"/>
              <a:ext cx="1113372" cy="1327150"/>
            </a:xfrm>
            <a:custGeom>
              <a:avLst/>
              <a:gdLst>
                <a:gd name="csX0" fmla="*/ 0 w 1605347"/>
                <a:gd name="csY0" fmla="*/ 1105015 h 1913590"/>
                <a:gd name="csX1" fmla="*/ 0 w 1605347"/>
                <a:gd name="csY1" fmla="*/ 808580 h 1913590"/>
                <a:gd name="csX2" fmla="*/ 762524 w 1605347"/>
                <a:gd name="csY2" fmla="*/ 808580 h 1913590"/>
                <a:gd name="csX3" fmla="*/ 381264 w 1605347"/>
                <a:gd name="csY3" fmla="*/ 148219 h 1913590"/>
                <a:gd name="csX4" fmla="*/ 637986 w 1605347"/>
                <a:gd name="csY4" fmla="*/ 0 h 1913590"/>
                <a:gd name="csX5" fmla="*/ 1019246 w 1605347"/>
                <a:gd name="csY5" fmla="*/ 660359 h 1913590"/>
                <a:gd name="csX6" fmla="*/ 1400504 w 1605347"/>
                <a:gd name="csY6" fmla="*/ 0 h 1913590"/>
                <a:gd name="csX7" fmla="*/ 1605347 w 1605347"/>
                <a:gd name="csY7" fmla="*/ 118266 h 1913590"/>
                <a:gd name="csX8" fmla="*/ 1605347 w 1605347"/>
                <a:gd name="csY8" fmla="*/ 238076 h 1913590"/>
                <a:gd name="csX9" fmla="*/ 1275966 w 1605347"/>
                <a:gd name="csY9" fmla="*/ 808580 h 1913590"/>
                <a:gd name="csX10" fmla="*/ 1605347 w 1605347"/>
                <a:gd name="csY10" fmla="*/ 808580 h 1913590"/>
                <a:gd name="csX11" fmla="*/ 1605347 w 1605347"/>
                <a:gd name="csY11" fmla="*/ 1105015 h 1913590"/>
                <a:gd name="csX12" fmla="*/ 1275968 w 1605347"/>
                <a:gd name="csY12" fmla="*/ 1105015 h 1913590"/>
                <a:gd name="csX13" fmla="*/ 1605347 w 1605347"/>
                <a:gd name="csY13" fmla="*/ 1675514 h 1913590"/>
                <a:gd name="csX14" fmla="*/ 1605347 w 1605347"/>
                <a:gd name="csY14" fmla="*/ 1795324 h 1913590"/>
                <a:gd name="csX15" fmla="*/ 1400504 w 1605347"/>
                <a:gd name="csY15" fmla="*/ 1913590 h 1913590"/>
                <a:gd name="csX16" fmla="*/ 1019246 w 1605347"/>
                <a:gd name="csY16" fmla="*/ 1253231 h 1913590"/>
                <a:gd name="csX17" fmla="*/ 637986 w 1605347"/>
                <a:gd name="csY17" fmla="*/ 1913590 h 1913590"/>
                <a:gd name="csX18" fmla="*/ 381264 w 1605347"/>
                <a:gd name="csY18" fmla="*/ 1765371 h 1913590"/>
                <a:gd name="csX19" fmla="*/ 762522 w 1605347"/>
                <a:gd name="csY19" fmla="*/ 1105015 h 19135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605347" h="1913590">
                  <a:moveTo>
                    <a:pt x="0" y="1105015"/>
                  </a:moveTo>
                  <a:lnTo>
                    <a:pt x="0" y="808580"/>
                  </a:lnTo>
                  <a:lnTo>
                    <a:pt x="762524" y="808580"/>
                  </a:lnTo>
                  <a:lnTo>
                    <a:pt x="381264" y="148219"/>
                  </a:lnTo>
                  <a:lnTo>
                    <a:pt x="637986" y="0"/>
                  </a:lnTo>
                  <a:lnTo>
                    <a:pt x="1019246" y="660359"/>
                  </a:lnTo>
                  <a:lnTo>
                    <a:pt x="1400504" y="0"/>
                  </a:lnTo>
                  <a:lnTo>
                    <a:pt x="1605347" y="118266"/>
                  </a:lnTo>
                  <a:lnTo>
                    <a:pt x="1605347" y="238076"/>
                  </a:lnTo>
                  <a:lnTo>
                    <a:pt x="1275966" y="808580"/>
                  </a:lnTo>
                  <a:lnTo>
                    <a:pt x="1605347" y="808580"/>
                  </a:lnTo>
                  <a:lnTo>
                    <a:pt x="1605347" y="1105015"/>
                  </a:lnTo>
                  <a:lnTo>
                    <a:pt x="1275968" y="1105015"/>
                  </a:lnTo>
                  <a:lnTo>
                    <a:pt x="1605347" y="1675514"/>
                  </a:lnTo>
                  <a:lnTo>
                    <a:pt x="1605347" y="1795324"/>
                  </a:lnTo>
                  <a:lnTo>
                    <a:pt x="1400504" y="1913590"/>
                  </a:lnTo>
                  <a:lnTo>
                    <a:pt x="1019246" y="1253231"/>
                  </a:lnTo>
                  <a:lnTo>
                    <a:pt x="637986" y="1913590"/>
                  </a:lnTo>
                  <a:lnTo>
                    <a:pt x="381264" y="1765371"/>
                  </a:lnTo>
                  <a:lnTo>
                    <a:pt x="762522" y="110501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en-ID">
                <a:cs typeface="+mn-ea"/>
                <a:sym typeface="+mn-lt"/>
              </a:endParaRPr>
            </a:p>
          </p:txBody>
        </p:sp>
        <p:cxnSp>
          <p:nvCxnSpPr>
            <p:cNvPr id="5" name="直接连接符 4">
              <a:extLst>
                <a:ext uri="{FF2B5EF4-FFF2-40B4-BE49-F238E27FC236}">
                  <a16:creationId xmlns:a16="http://schemas.microsoft.com/office/drawing/2014/main" id="{13A3CB3B-7836-D845-4203-C10A41E6B55A}"/>
                </a:ext>
              </a:extLst>
            </p:cNvPr>
            <p:cNvCxnSpPr>
              <a:cxnSpLocks/>
            </p:cNvCxnSpPr>
            <p:nvPr/>
          </p:nvCxnSpPr>
          <p:spPr>
            <a:xfrm>
              <a:off x="766840" y="2907240"/>
              <a:ext cx="2317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2FD58740-E430-8B94-0532-FFFEA19CC337}"/>
                </a:ext>
              </a:extLst>
            </p:cNvPr>
            <p:cNvCxnSpPr>
              <a:cxnSpLocks/>
            </p:cNvCxnSpPr>
            <p:nvPr/>
          </p:nvCxnSpPr>
          <p:spPr>
            <a:xfrm>
              <a:off x="3575656" y="2907240"/>
              <a:ext cx="2317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B3B4DFA7-655F-25DE-AA73-0DF74E28D3A2}"/>
                </a:ext>
              </a:extLst>
            </p:cNvPr>
            <p:cNvCxnSpPr>
              <a:cxnSpLocks/>
            </p:cNvCxnSpPr>
            <p:nvPr/>
          </p:nvCxnSpPr>
          <p:spPr>
            <a:xfrm>
              <a:off x="6384472" y="2907240"/>
              <a:ext cx="2317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93AEAF3E-DAE1-C622-0712-573AA1D4EE62}"/>
                </a:ext>
              </a:extLst>
            </p:cNvPr>
            <p:cNvCxnSpPr>
              <a:cxnSpLocks/>
            </p:cNvCxnSpPr>
            <p:nvPr/>
          </p:nvCxnSpPr>
          <p:spPr>
            <a:xfrm>
              <a:off x="9193289" y="2907240"/>
              <a:ext cx="2317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799A213B-3E89-DC98-1271-D946BF3DED04}"/>
                </a:ext>
              </a:extLst>
            </p:cNvPr>
            <p:cNvCxnSpPr>
              <a:cxnSpLocks/>
            </p:cNvCxnSpPr>
            <p:nvPr/>
          </p:nvCxnSpPr>
          <p:spPr>
            <a:xfrm>
              <a:off x="766840" y="4647140"/>
              <a:ext cx="2317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94C78B38-00AE-A90A-EB0A-40BCF3FB02E2}"/>
                </a:ext>
              </a:extLst>
            </p:cNvPr>
            <p:cNvCxnSpPr>
              <a:cxnSpLocks/>
            </p:cNvCxnSpPr>
            <p:nvPr/>
          </p:nvCxnSpPr>
          <p:spPr>
            <a:xfrm>
              <a:off x="3575656" y="4647140"/>
              <a:ext cx="2317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C3E63D76-CDC0-00B5-EB2C-8D2E4D909CBE}"/>
                </a:ext>
              </a:extLst>
            </p:cNvPr>
            <p:cNvCxnSpPr>
              <a:cxnSpLocks/>
            </p:cNvCxnSpPr>
            <p:nvPr/>
          </p:nvCxnSpPr>
          <p:spPr>
            <a:xfrm>
              <a:off x="6384472" y="4647140"/>
              <a:ext cx="2317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F4CF5E91-D030-9B1E-9BB8-92C4C436F9A1}"/>
                </a:ext>
              </a:extLst>
            </p:cNvPr>
            <p:cNvCxnSpPr>
              <a:cxnSpLocks/>
            </p:cNvCxnSpPr>
            <p:nvPr/>
          </p:nvCxnSpPr>
          <p:spPr>
            <a:xfrm>
              <a:off x="9193289" y="4647140"/>
              <a:ext cx="2317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B1E8D46E-C64B-FEFF-2C56-5CD87645C737}"/>
                </a:ext>
              </a:extLst>
            </p:cNvPr>
            <p:cNvCxnSpPr>
              <a:cxnSpLocks/>
            </p:cNvCxnSpPr>
            <p:nvPr/>
          </p:nvCxnSpPr>
          <p:spPr>
            <a:xfrm>
              <a:off x="717550" y="2058941"/>
              <a:ext cx="10744200" cy="0"/>
            </a:xfrm>
            <a:prstGeom prst="line">
              <a:avLst/>
            </a:prstGeom>
            <a:ln w="1270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nvGrpSpPr>
            <p:cNvPr id="17" name="组合 16">
              <a:extLst>
                <a:ext uri="{FF2B5EF4-FFF2-40B4-BE49-F238E27FC236}">
                  <a16:creationId xmlns:a16="http://schemas.microsoft.com/office/drawing/2014/main" id="{931B0EC5-F612-6885-17B3-DC448497F53B}"/>
                </a:ext>
              </a:extLst>
            </p:cNvPr>
            <p:cNvGrpSpPr/>
            <p:nvPr/>
          </p:nvGrpSpPr>
          <p:grpSpPr>
            <a:xfrm>
              <a:off x="660400" y="2308132"/>
              <a:ext cx="2432051" cy="1198216"/>
              <a:chOff x="660400" y="2308132"/>
              <a:chExt cx="2432051" cy="1198216"/>
            </a:xfrm>
          </p:grpSpPr>
          <p:sp>
            <p:nvSpPr>
              <p:cNvPr id="41" name="Number1">
                <a:extLst>
                  <a:ext uri="{FF2B5EF4-FFF2-40B4-BE49-F238E27FC236}">
                    <a16:creationId xmlns:a16="http://schemas.microsoft.com/office/drawing/2014/main" id="{3A20181E-578D-6CA3-8610-EB465A407113}"/>
                  </a:ext>
                </a:extLst>
              </p:cNvPr>
              <p:cNvSpPr txBox="1"/>
              <p:nvPr/>
            </p:nvSpPr>
            <p:spPr>
              <a:xfrm>
                <a:off x="660400" y="2308132"/>
                <a:ext cx="1120852" cy="546100"/>
              </a:xfrm>
              <a:prstGeom prst="rect">
                <a:avLst/>
              </a:prstGeom>
              <a:noFill/>
              <a:ln>
                <a:noFill/>
              </a:ln>
            </p:spPr>
            <p:txBody>
              <a:bodyPr wrap="none" lIns="91440" tIns="45720" rIns="91440" bIns="45720" anchor="b"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r>
                  <a:rPr lang="de-DE" altLang="zh-CN" sz="2000" b="1">
                    <a:solidFill>
                      <a:schemeClr val="accent1"/>
                    </a:solidFill>
                    <a:latin typeface="+mn-lt"/>
                    <a:ea typeface="+mn-ea"/>
                    <a:cs typeface="+mn-ea"/>
                    <a:sym typeface="+mn-lt"/>
                  </a:rPr>
                  <a:t>01.</a:t>
                </a:r>
                <a:endParaRPr lang="de-DE" altLang="zh-CN" sz="2000" dirty="0">
                  <a:solidFill>
                    <a:schemeClr val="accent1"/>
                  </a:solidFill>
                  <a:latin typeface="+mn-lt"/>
                  <a:ea typeface="+mn-ea"/>
                  <a:cs typeface="+mn-ea"/>
                  <a:sym typeface="+mn-lt"/>
                </a:endParaRPr>
              </a:p>
            </p:txBody>
          </p:sp>
          <p:sp>
            <p:nvSpPr>
              <p:cNvPr id="42" name="Bullet1">
                <a:extLst>
                  <a:ext uri="{FF2B5EF4-FFF2-40B4-BE49-F238E27FC236}">
                    <a16:creationId xmlns:a16="http://schemas.microsoft.com/office/drawing/2014/main" id="{2B464D21-22B8-685A-8AD3-1DFCECDF05A1}"/>
                  </a:ext>
                </a:extLst>
              </p:cNvPr>
              <p:cNvSpPr txBox="1"/>
              <p:nvPr/>
            </p:nvSpPr>
            <p:spPr>
              <a:xfrm>
                <a:off x="660401" y="2960248"/>
                <a:ext cx="2432050" cy="546100"/>
              </a:xfrm>
              <a:prstGeom prst="rect">
                <a:avLst/>
              </a:prstGeom>
              <a:noFill/>
              <a:ln>
                <a:noFill/>
              </a:ln>
            </p:spPr>
            <p:txBody>
              <a:bodyPr wrap="square" lIns="91440" tIns="45720" rIns="91440" bIns="45720" anchor="t" anchorCtr="0">
                <a:normAutofit/>
              </a:bodyPr>
              <a:lstStyle/>
              <a:p>
                <a:r>
                  <a:rPr lang="zh-CN" altLang="en-US">
                    <a:cs typeface="+mn-ea"/>
                    <a:sym typeface="+mn-lt"/>
                  </a:rPr>
                  <a:t>单击添加小标题</a:t>
                </a:r>
                <a:endParaRPr lang="en-US" dirty="0">
                  <a:cs typeface="+mn-ea"/>
                  <a:sym typeface="+mn-lt"/>
                </a:endParaRPr>
              </a:p>
            </p:txBody>
          </p:sp>
        </p:grpSp>
        <p:grpSp>
          <p:nvGrpSpPr>
            <p:cNvPr id="18" name="组合 17">
              <a:extLst>
                <a:ext uri="{FF2B5EF4-FFF2-40B4-BE49-F238E27FC236}">
                  <a16:creationId xmlns:a16="http://schemas.microsoft.com/office/drawing/2014/main" id="{97E64552-7CD1-2675-78C2-D92D15220E29}"/>
                </a:ext>
              </a:extLst>
            </p:cNvPr>
            <p:cNvGrpSpPr/>
            <p:nvPr/>
          </p:nvGrpSpPr>
          <p:grpSpPr>
            <a:xfrm>
              <a:off x="3469216" y="2308132"/>
              <a:ext cx="2432051" cy="1198216"/>
              <a:chOff x="3469216" y="2308132"/>
              <a:chExt cx="2432051" cy="1198216"/>
            </a:xfrm>
          </p:grpSpPr>
          <p:sp>
            <p:nvSpPr>
              <p:cNvPr id="39" name="Number2">
                <a:extLst>
                  <a:ext uri="{FF2B5EF4-FFF2-40B4-BE49-F238E27FC236}">
                    <a16:creationId xmlns:a16="http://schemas.microsoft.com/office/drawing/2014/main" id="{7E94A2C9-F77B-3161-24F6-4AABBCC10FF8}"/>
                  </a:ext>
                </a:extLst>
              </p:cNvPr>
              <p:cNvSpPr txBox="1"/>
              <p:nvPr/>
            </p:nvSpPr>
            <p:spPr>
              <a:xfrm>
                <a:off x="3469216" y="2308132"/>
                <a:ext cx="1120852" cy="546100"/>
              </a:xfrm>
              <a:prstGeom prst="rect">
                <a:avLst/>
              </a:prstGeom>
              <a:noFill/>
              <a:ln>
                <a:noFill/>
              </a:ln>
            </p:spPr>
            <p:txBody>
              <a:bodyPr wrap="none" lIns="91440" tIns="45720" rIns="91440" bIns="45720" anchor="b"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r>
                  <a:rPr lang="de-DE" altLang="zh-CN" sz="2000" b="1">
                    <a:solidFill>
                      <a:schemeClr val="accent2"/>
                    </a:solidFill>
                    <a:latin typeface="+mn-lt"/>
                    <a:ea typeface="+mn-ea"/>
                    <a:cs typeface="+mn-ea"/>
                    <a:sym typeface="+mn-lt"/>
                  </a:rPr>
                  <a:t>02.</a:t>
                </a:r>
                <a:endParaRPr lang="de-DE" altLang="zh-CN" sz="2000" dirty="0">
                  <a:solidFill>
                    <a:schemeClr val="accent2"/>
                  </a:solidFill>
                  <a:latin typeface="+mn-lt"/>
                  <a:ea typeface="+mn-ea"/>
                  <a:cs typeface="+mn-ea"/>
                  <a:sym typeface="+mn-lt"/>
                </a:endParaRPr>
              </a:p>
            </p:txBody>
          </p:sp>
          <p:sp>
            <p:nvSpPr>
              <p:cNvPr id="40" name="Bullet2">
                <a:extLst>
                  <a:ext uri="{FF2B5EF4-FFF2-40B4-BE49-F238E27FC236}">
                    <a16:creationId xmlns:a16="http://schemas.microsoft.com/office/drawing/2014/main" id="{0073B176-6AF7-C6C4-D7AF-7890017037E4}"/>
                  </a:ext>
                </a:extLst>
              </p:cNvPr>
              <p:cNvSpPr txBox="1"/>
              <p:nvPr/>
            </p:nvSpPr>
            <p:spPr>
              <a:xfrm>
                <a:off x="3469217" y="2960248"/>
                <a:ext cx="2432050" cy="546100"/>
              </a:xfrm>
              <a:prstGeom prst="rect">
                <a:avLst/>
              </a:prstGeom>
              <a:noFill/>
              <a:ln>
                <a:noFill/>
              </a:ln>
            </p:spPr>
            <p:txBody>
              <a:bodyPr wrap="square" lIns="91440" tIns="45720" rIns="91440" bIns="45720" anchor="t" anchorCtr="0">
                <a:normAutofit/>
              </a:bodyPr>
              <a:lstStyle/>
              <a:p>
                <a:r>
                  <a:rPr lang="zh-CN" altLang="en-US">
                    <a:cs typeface="+mn-ea"/>
                    <a:sym typeface="+mn-lt"/>
                  </a:rPr>
                  <a:t>单击添加小标题</a:t>
                </a:r>
                <a:endParaRPr lang="en-US" dirty="0">
                  <a:cs typeface="+mn-ea"/>
                  <a:sym typeface="+mn-lt"/>
                </a:endParaRPr>
              </a:p>
            </p:txBody>
          </p:sp>
        </p:grpSp>
        <p:grpSp>
          <p:nvGrpSpPr>
            <p:cNvPr id="19" name="组合 18">
              <a:extLst>
                <a:ext uri="{FF2B5EF4-FFF2-40B4-BE49-F238E27FC236}">
                  <a16:creationId xmlns:a16="http://schemas.microsoft.com/office/drawing/2014/main" id="{59EAD1F1-1272-9DE2-A170-8AFA73EA5D6E}"/>
                </a:ext>
              </a:extLst>
            </p:cNvPr>
            <p:cNvGrpSpPr/>
            <p:nvPr/>
          </p:nvGrpSpPr>
          <p:grpSpPr>
            <a:xfrm>
              <a:off x="6278032" y="2308132"/>
              <a:ext cx="2432051" cy="1198216"/>
              <a:chOff x="6278032" y="2308132"/>
              <a:chExt cx="2432051" cy="1198216"/>
            </a:xfrm>
          </p:grpSpPr>
          <p:sp>
            <p:nvSpPr>
              <p:cNvPr id="37" name="Number3">
                <a:extLst>
                  <a:ext uri="{FF2B5EF4-FFF2-40B4-BE49-F238E27FC236}">
                    <a16:creationId xmlns:a16="http://schemas.microsoft.com/office/drawing/2014/main" id="{737F0052-8312-3826-8AE5-F9CD4E551B5E}"/>
                  </a:ext>
                </a:extLst>
              </p:cNvPr>
              <p:cNvSpPr txBox="1"/>
              <p:nvPr/>
            </p:nvSpPr>
            <p:spPr>
              <a:xfrm>
                <a:off x="6278032" y="2308132"/>
                <a:ext cx="1120852" cy="546100"/>
              </a:xfrm>
              <a:prstGeom prst="rect">
                <a:avLst/>
              </a:prstGeom>
              <a:noFill/>
              <a:ln>
                <a:noFill/>
              </a:ln>
            </p:spPr>
            <p:txBody>
              <a:bodyPr wrap="none" lIns="91440" tIns="45720" rIns="91440" bIns="45720" anchor="b"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r>
                  <a:rPr lang="de-DE" altLang="zh-CN" sz="2000" b="1">
                    <a:solidFill>
                      <a:schemeClr val="accent1"/>
                    </a:solidFill>
                    <a:latin typeface="+mn-lt"/>
                    <a:ea typeface="+mn-ea"/>
                    <a:cs typeface="+mn-ea"/>
                    <a:sym typeface="+mn-lt"/>
                  </a:rPr>
                  <a:t>03.</a:t>
                </a:r>
                <a:endParaRPr lang="de-DE" altLang="zh-CN" sz="2000" dirty="0">
                  <a:solidFill>
                    <a:schemeClr val="accent1"/>
                  </a:solidFill>
                  <a:latin typeface="+mn-lt"/>
                  <a:ea typeface="+mn-ea"/>
                  <a:cs typeface="+mn-ea"/>
                  <a:sym typeface="+mn-lt"/>
                </a:endParaRPr>
              </a:p>
            </p:txBody>
          </p:sp>
          <p:sp>
            <p:nvSpPr>
              <p:cNvPr id="38" name="Bullet3">
                <a:extLst>
                  <a:ext uri="{FF2B5EF4-FFF2-40B4-BE49-F238E27FC236}">
                    <a16:creationId xmlns:a16="http://schemas.microsoft.com/office/drawing/2014/main" id="{BD5C583C-1F85-9A69-E59D-6E54CA2A108F}"/>
                  </a:ext>
                </a:extLst>
              </p:cNvPr>
              <p:cNvSpPr txBox="1"/>
              <p:nvPr/>
            </p:nvSpPr>
            <p:spPr>
              <a:xfrm>
                <a:off x="6278033" y="2960248"/>
                <a:ext cx="2432050" cy="546100"/>
              </a:xfrm>
              <a:prstGeom prst="rect">
                <a:avLst/>
              </a:prstGeom>
              <a:noFill/>
              <a:ln>
                <a:noFill/>
              </a:ln>
            </p:spPr>
            <p:txBody>
              <a:bodyPr wrap="square" lIns="91440" tIns="45720" rIns="91440" bIns="45720" anchor="t" anchorCtr="0">
                <a:normAutofit/>
              </a:bodyPr>
              <a:lstStyle/>
              <a:p>
                <a:r>
                  <a:rPr lang="zh-CN" altLang="en-US">
                    <a:cs typeface="+mn-ea"/>
                    <a:sym typeface="+mn-lt"/>
                  </a:rPr>
                  <a:t>单击添加小标题</a:t>
                </a:r>
                <a:endParaRPr lang="en-US" dirty="0">
                  <a:cs typeface="+mn-ea"/>
                  <a:sym typeface="+mn-lt"/>
                </a:endParaRPr>
              </a:p>
            </p:txBody>
          </p:sp>
        </p:grpSp>
        <p:grpSp>
          <p:nvGrpSpPr>
            <p:cNvPr id="21" name="组合 20">
              <a:extLst>
                <a:ext uri="{FF2B5EF4-FFF2-40B4-BE49-F238E27FC236}">
                  <a16:creationId xmlns:a16="http://schemas.microsoft.com/office/drawing/2014/main" id="{69425A94-161E-A376-38CF-A599D0803FC5}"/>
                </a:ext>
              </a:extLst>
            </p:cNvPr>
            <p:cNvGrpSpPr/>
            <p:nvPr/>
          </p:nvGrpSpPr>
          <p:grpSpPr>
            <a:xfrm>
              <a:off x="9086849" y="2308132"/>
              <a:ext cx="2432051" cy="1198216"/>
              <a:chOff x="9086849" y="2308132"/>
              <a:chExt cx="2432051" cy="1198216"/>
            </a:xfrm>
          </p:grpSpPr>
          <p:sp>
            <p:nvSpPr>
              <p:cNvPr id="35" name="Number4">
                <a:extLst>
                  <a:ext uri="{FF2B5EF4-FFF2-40B4-BE49-F238E27FC236}">
                    <a16:creationId xmlns:a16="http://schemas.microsoft.com/office/drawing/2014/main" id="{B9075CA5-25A1-3FE1-3FDE-32CCCFDD86DE}"/>
                  </a:ext>
                </a:extLst>
              </p:cNvPr>
              <p:cNvSpPr txBox="1"/>
              <p:nvPr/>
            </p:nvSpPr>
            <p:spPr>
              <a:xfrm>
                <a:off x="9086849" y="2308132"/>
                <a:ext cx="1120852" cy="546100"/>
              </a:xfrm>
              <a:prstGeom prst="rect">
                <a:avLst/>
              </a:prstGeom>
              <a:noFill/>
              <a:ln>
                <a:noFill/>
              </a:ln>
            </p:spPr>
            <p:txBody>
              <a:bodyPr wrap="none" lIns="91440" tIns="45720" rIns="91440" bIns="45720" anchor="b"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r>
                  <a:rPr lang="de-DE" altLang="zh-CN" sz="2000" b="1">
                    <a:solidFill>
                      <a:schemeClr val="accent2"/>
                    </a:solidFill>
                    <a:latin typeface="+mn-lt"/>
                    <a:ea typeface="+mn-ea"/>
                    <a:cs typeface="+mn-ea"/>
                    <a:sym typeface="+mn-lt"/>
                  </a:rPr>
                  <a:t>04.</a:t>
                </a:r>
                <a:endParaRPr lang="de-DE" altLang="zh-CN" sz="2000" dirty="0">
                  <a:solidFill>
                    <a:schemeClr val="accent2"/>
                  </a:solidFill>
                  <a:latin typeface="+mn-lt"/>
                  <a:ea typeface="+mn-ea"/>
                  <a:cs typeface="+mn-ea"/>
                  <a:sym typeface="+mn-lt"/>
                </a:endParaRPr>
              </a:p>
            </p:txBody>
          </p:sp>
          <p:sp>
            <p:nvSpPr>
              <p:cNvPr id="36" name="Bullet4">
                <a:extLst>
                  <a:ext uri="{FF2B5EF4-FFF2-40B4-BE49-F238E27FC236}">
                    <a16:creationId xmlns:a16="http://schemas.microsoft.com/office/drawing/2014/main" id="{58EEB0EF-0251-9283-0764-A454BCCAF941}"/>
                  </a:ext>
                </a:extLst>
              </p:cNvPr>
              <p:cNvSpPr txBox="1"/>
              <p:nvPr/>
            </p:nvSpPr>
            <p:spPr>
              <a:xfrm>
                <a:off x="9086850" y="2960248"/>
                <a:ext cx="2432050" cy="546100"/>
              </a:xfrm>
              <a:prstGeom prst="rect">
                <a:avLst/>
              </a:prstGeom>
              <a:noFill/>
              <a:ln>
                <a:noFill/>
              </a:ln>
            </p:spPr>
            <p:txBody>
              <a:bodyPr wrap="square" lIns="91440" tIns="45720" rIns="91440" bIns="45720" anchor="t" anchorCtr="0">
                <a:normAutofit/>
              </a:bodyPr>
              <a:lstStyle/>
              <a:p>
                <a:r>
                  <a:rPr lang="zh-CN" altLang="en-US">
                    <a:cs typeface="+mn-ea"/>
                    <a:sym typeface="+mn-lt"/>
                  </a:rPr>
                  <a:t>单击添加小标题</a:t>
                </a:r>
                <a:endParaRPr lang="en-US" dirty="0">
                  <a:cs typeface="+mn-ea"/>
                  <a:sym typeface="+mn-lt"/>
                </a:endParaRPr>
              </a:p>
            </p:txBody>
          </p:sp>
        </p:grpSp>
        <p:grpSp>
          <p:nvGrpSpPr>
            <p:cNvPr id="23" name="组合 22">
              <a:extLst>
                <a:ext uri="{FF2B5EF4-FFF2-40B4-BE49-F238E27FC236}">
                  <a16:creationId xmlns:a16="http://schemas.microsoft.com/office/drawing/2014/main" id="{18EF6016-DAAF-1B61-0F9A-915094191D9C}"/>
                </a:ext>
              </a:extLst>
            </p:cNvPr>
            <p:cNvGrpSpPr/>
            <p:nvPr/>
          </p:nvGrpSpPr>
          <p:grpSpPr>
            <a:xfrm>
              <a:off x="660400" y="4048032"/>
              <a:ext cx="2432051" cy="1198216"/>
              <a:chOff x="660400" y="4048032"/>
              <a:chExt cx="2432051" cy="1198216"/>
            </a:xfrm>
          </p:grpSpPr>
          <p:sp>
            <p:nvSpPr>
              <p:cNvPr id="33" name="Number5">
                <a:extLst>
                  <a:ext uri="{FF2B5EF4-FFF2-40B4-BE49-F238E27FC236}">
                    <a16:creationId xmlns:a16="http://schemas.microsoft.com/office/drawing/2014/main" id="{D5A84B8F-A76C-7116-EEEF-12E405AC4EFB}"/>
                  </a:ext>
                </a:extLst>
              </p:cNvPr>
              <p:cNvSpPr txBox="1"/>
              <p:nvPr/>
            </p:nvSpPr>
            <p:spPr>
              <a:xfrm>
                <a:off x="660400" y="4048032"/>
                <a:ext cx="1120852" cy="546100"/>
              </a:xfrm>
              <a:prstGeom prst="rect">
                <a:avLst/>
              </a:prstGeom>
              <a:noFill/>
              <a:ln>
                <a:noFill/>
              </a:ln>
            </p:spPr>
            <p:txBody>
              <a:bodyPr wrap="none" lIns="91440" tIns="45720" rIns="91440" bIns="45720" anchor="b"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r>
                  <a:rPr lang="de-DE" altLang="zh-CN" sz="2000" b="1">
                    <a:solidFill>
                      <a:schemeClr val="accent2"/>
                    </a:solidFill>
                    <a:latin typeface="+mn-lt"/>
                    <a:ea typeface="+mn-ea"/>
                    <a:cs typeface="+mn-ea"/>
                    <a:sym typeface="+mn-lt"/>
                  </a:rPr>
                  <a:t>05.</a:t>
                </a:r>
                <a:endParaRPr lang="de-DE" altLang="zh-CN" sz="2000" dirty="0">
                  <a:solidFill>
                    <a:schemeClr val="accent2"/>
                  </a:solidFill>
                  <a:latin typeface="+mn-lt"/>
                  <a:ea typeface="+mn-ea"/>
                  <a:cs typeface="+mn-ea"/>
                  <a:sym typeface="+mn-lt"/>
                </a:endParaRPr>
              </a:p>
            </p:txBody>
          </p:sp>
          <p:sp>
            <p:nvSpPr>
              <p:cNvPr id="34" name="Bullet5">
                <a:extLst>
                  <a:ext uri="{FF2B5EF4-FFF2-40B4-BE49-F238E27FC236}">
                    <a16:creationId xmlns:a16="http://schemas.microsoft.com/office/drawing/2014/main" id="{FD1D93FF-381B-3B35-C31B-FF27B5A6926F}"/>
                  </a:ext>
                </a:extLst>
              </p:cNvPr>
              <p:cNvSpPr txBox="1"/>
              <p:nvPr/>
            </p:nvSpPr>
            <p:spPr>
              <a:xfrm>
                <a:off x="660401" y="4700148"/>
                <a:ext cx="2432050" cy="546100"/>
              </a:xfrm>
              <a:prstGeom prst="rect">
                <a:avLst/>
              </a:prstGeom>
              <a:noFill/>
              <a:ln>
                <a:noFill/>
              </a:ln>
            </p:spPr>
            <p:txBody>
              <a:bodyPr wrap="square" lIns="91440" tIns="45720" rIns="91440" bIns="45720" anchor="t" anchorCtr="0">
                <a:normAutofit/>
              </a:bodyPr>
              <a:lstStyle/>
              <a:p>
                <a:r>
                  <a:rPr lang="zh-CN" altLang="en-US">
                    <a:cs typeface="+mn-ea"/>
                    <a:sym typeface="+mn-lt"/>
                  </a:rPr>
                  <a:t>单击添加小标题</a:t>
                </a:r>
                <a:endParaRPr lang="en-US" dirty="0">
                  <a:cs typeface="+mn-ea"/>
                  <a:sym typeface="+mn-lt"/>
                </a:endParaRPr>
              </a:p>
            </p:txBody>
          </p:sp>
        </p:grpSp>
        <p:grpSp>
          <p:nvGrpSpPr>
            <p:cNvPr id="24" name="组合 23">
              <a:extLst>
                <a:ext uri="{FF2B5EF4-FFF2-40B4-BE49-F238E27FC236}">
                  <a16:creationId xmlns:a16="http://schemas.microsoft.com/office/drawing/2014/main" id="{CB0B2C7B-657F-A65F-B8DC-7C279CFE0F6D}"/>
                </a:ext>
              </a:extLst>
            </p:cNvPr>
            <p:cNvGrpSpPr/>
            <p:nvPr/>
          </p:nvGrpSpPr>
          <p:grpSpPr>
            <a:xfrm>
              <a:off x="3469216" y="4048032"/>
              <a:ext cx="2432051" cy="1198216"/>
              <a:chOff x="3469216" y="4048032"/>
              <a:chExt cx="2432051" cy="1198216"/>
            </a:xfrm>
          </p:grpSpPr>
          <p:sp>
            <p:nvSpPr>
              <p:cNvPr id="31" name="Number6">
                <a:extLst>
                  <a:ext uri="{FF2B5EF4-FFF2-40B4-BE49-F238E27FC236}">
                    <a16:creationId xmlns:a16="http://schemas.microsoft.com/office/drawing/2014/main" id="{3D797B9F-CCE3-66C3-1F2A-E4E2EAA6A536}"/>
                  </a:ext>
                </a:extLst>
              </p:cNvPr>
              <p:cNvSpPr txBox="1"/>
              <p:nvPr/>
            </p:nvSpPr>
            <p:spPr>
              <a:xfrm>
                <a:off x="3469216" y="4048032"/>
                <a:ext cx="1120852" cy="546100"/>
              </a:xfrm>
              <a:prstGeom prst="rect">
                <a:avLst/>
              </a:prstGeom>
              <a:noFill/>
              <a:ln>
                <a:noFill/>
              </a:ln>
            </p:spPr>
            <p:txBody>
              <a:bodyPr wrap="none" lIns="91440" tIns="45720" rIns="91440" bIns="45720" anchor="b"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r>
                  <a:rPr lang="de-DE" altLang="zh-CN" sz="2000" b="1">
                    <a:solidFill>
                      <a:schemeClr val="accent1"/>
                    </a:solidFill>
                    <a:latin typeface="+mn-lt"/>
                    <a:ea typeface="+mn-ea"/>
                    <a:cs typeface="+mn-ea"/>
                    <a:sym typeface="+mn-lt"/>
                  </a:rPr>
                  <a:t>06.</a:t>
                </a:r>
                <a:endParaRPr lang="de-DE" altLang="zh-CN" sz="2000" dirty="0">
                  <a:solidFill>
                    <a:schemeClr val="accent1"/>
                  </a:solidFill>
                  <a:latin typeface="+mn-lt"/>
                  <a:ea typeface="+mn-ea"/>
                  <a:cs typeface="+mn-ea"/>
                  <a:sym typeface="+mn-lt"/>
                </a:endParaRPr>
              </a:p>
            </p:txBody>
          </p:sp>
          <p:sp>
            <p:nvSpPr>
              <p:cNvPr id="32" name="Bullet6">
                <a:extLst>
                  <a:ext uri="{FF2B5EF4-FFF2-40B4-BE49-F238E27FC236}">
                    <a16:creationId xmlns:a16="http://schemas.microsoft.com/office/drawing/2014/main" id="{564DA77C-1225-AED7-7E0A-3CEEEC6BC4E8}"/>
                  </a:ext>
                </a:extLst>
              </p:cNvPr>
              <p:cNvSpPr txBox="1"/>
              <p:nvPr/>
            </p:nvSpPr>
            <p:spPr>
              <a:xfrm>
                <a:off x="3469217" y="4700148"/>
                <a:ext cx="2432050" cy="546100"/>
              </a:xfrm>
              <a:prstGeom prst="rect">
                <a:avLst/>
              </a:prstGeom>
              <a:noFill/>
              <a:ln>
                <a:noFill/>
              </a:ln>
            </p:spPr>
            <p:txBody>
              <a:bodyPr wrap="square" lIns="91440" tIns="45720" rIns="91440" bIns="45720" anchor="t" anchorCtr="0">
                <a:normAutofit/>
              </a:bodyPr>
              <a:lstStyle/>
              <a:p>
                <a:r>
                  <a:rPr lang="zh-CN" altLang="en-US">
                    <a:cs typeface="+mn-ea"/>
                    <a:sym typeface="+mn-lt"/>
                  </a:rPr>
                  <a:t>单击添加小标题</a:t>
                </a:r>
                <a:endParaRPr lang="en-US" dirty="0">
                  <a:cs typeface="+mn-ea"/>
                  <a:sym typeface="+mn-lt"/>
                </a:endParaRPr>
              </a:p>
            </p:txBody>
          </p:sp>
        </p:grpSp>
        <p:grpSp>
          <p:nvGrpSpPr>
            <p:cNvPr id="25" name="组合 24">
              <a:extLst>
                <a:ext uri="{FF2B5EF4-FFF2-40B4-BE49-F238E27FC236}">
                  <a16:creationId xmlns:a16="http://schemas.microsoft.com/office/drawing/2014/main" id="{10C32681-31ED-D95B-D09D-9D58CF216E74}"/>
                </a:ext>
              </a:extLst>
            </p:cNvPr>
            <p:cNvGrpSpPr/>
            <p:nvPr/>
          </p:nvGrpSpPr>
          <p:grpSpPr>
            <a:xfrm>
              <a:off x="6278032" y="4048032"/>
              <a:ext cx="2432051" cy="1198216"/>
              <a:chOff x="6278032" y="4048032"/>
              <a:chExt cx="2432051" cy="1198216"/>
            </a:xfrm>
          </p:grpSpPr>
          <p:sp>
            <p:nvSpPr>
              <p:cNvPr id="29" name="Number7">
                <a:extLst>
                  <a:ext uri="{FF2B5EF4-FFF2-40B4-BE49-F238E27FC236}">
                    <a16:creationId xmlns:a16="http://schemas.microsoft.com/office/drawing/2014/main" id="{7826C977-3AA0-4B64-BD68-2F014281E8F3}"/>
                  </a:ext>
                </a:extLst>
              </p:cNvPr>
              <p:cNvSpPr txBox="1"/>
              <p:nvPr/>
            </p:nvSpPr>
            <p:spPr>
              <a:xfrm>
                <a:off x="6278032" y="4048032"/>
                <a:ext cx="1120852" cy="546100"/>
              </a:xfrm>
              <a:prstGeom prst="rect">
                <a:avLst/>
              </a:prstGeom>
              <a:noFill/>
              <a:ln>
                <a:noFill/>
              </a:ln>
            </p:spPr>
            <p:txBody>
              <a:bodyPr wrap="none" lIns="91440" tIns="45720" rIns="91440" bIns="45720" anchor="b"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r>
                  <a:rPr lang="de-DE" altLang="zh-CN" sz="2000" b="1">
                    <a:solidFill>
                      <a:schemeClr val="accent2"/>
                    </a:solidFill>
                    <a:latin typeface="+mn-lt"/>
                    <a:ea typeface="+mn-ea"/>
                    <a:cs typeface="+mn-ea"/>
                    <a:sym typeface="+mn-lt"/>
                  </a:rPr>
                  <a:t>07.</a:t>
                </a:r>
                <a:endParaRPr lang="de-DE" altLang="zh-CN" sz="2000" dirty="0">
                  <a:solidFill>
                    <a:schemeClr val="accent2"/>
                  </a:solidFill>
                  <a:latin typeface="+mn-lt"/>
                  <a:ea typeface="+mn-ea"/>
                  <a:cs typeface="+mn-ea"/>
                  <a:sym typeface="+mn-lt"/>
                </a:endParaRPr>
              </a:p>
            </p:txBody>
          </p:sp>
          <p:sp>
            <p:nvSpPr>
              <p:cNvPr id="30" name="Bullet7">
                <a:extLst>
                  <a:ext uri="{FF2B5EF4-FFF2-40B4-BE49-F238E27FC236}">
                    <a16:creationId xmlns:a16="http://schemas.microsoft.com/office/drawing/2014/main" id="{AC2E93A9-627E-A14B-AEE1-3A5599EABEE7}"/>
                  </a:ext>
                </a:extLst>
              </p:cNvPr>
              <p:cNvSpPr txBox="1"/>
              <p:nvPr/>
            </p:nvSpPr>
            <p:spPr>
              <a:xfrm>
                <a:off x="6278033" y="4700148"/>
                <a:ext cx="2432050" cy="546100"/>
              </a:xfrm>
              <a:prstGeom prst="rect">
                <a:avLst/>
              </a:prstGeom>
              <a:noFill/>
              <a:ln>
                <a:noFill/>
              </a:ln>
            </p:spPr>
            <p:txBody>
              <a:bodyPr wrap="square" lIns="91440" tIns="45720" rIns="91440" bIns="45720" anchor="t" anchorCtr="0">
                <a:normAutofit/>
              </a:bodyPr>
              <a:lstStyle/>
              <a:p>
                <a:r>
                  <a:rPr lang="zh-CN" altLang="en-US">
                    <a:cs typeface="+mn-ea"/>
                    <a:sym typeface="+mn-lt"/>
                  </a:rPr>
                  <a:t>单击添加小标题</a:t>
                </a:r>
                <a:endParaRPr lang="en-US" dirty="0">
                  <a:cs typeface="+mn-ea"/>
                  <a:sym typeface="+mn-lt"/>
                </a:endParaRPr>
              </a:p>
            </p:txBody>
          </p:sp>
        </p:grpSp>
        <p:grpSp>
          <p:nvGrpSpPr>
            <p:cNvPr id="26" name="组合 25">
              <a:extLst>
                <a:ext uri="{FF2B5EF4-FFF2-40B4-BE49-F238E27FC236}">
                  <a16:creationId xmlns:a16="http://schemas.microsoft.com/office/drawing/2014/main" id="{E6437D7A-A3D5-372C-51B9-00459D095B7D}"/>
                </a:ext>
              </a:extLst>
            </p:cNvPr>
            <p:cNvGrpSpPr/>
            <p:nvPr/>
          </p:nvGrpSpPr>
          <p:grpSpPr>
            <a:xfrm>
              <a:off x="9086849" y="4048032"/>
              <a:ext cx="2432051" cy="1198216"/>
              <a:chOff x="9086849" y="4048032"/>
              <a:chExt cx="2432051" cy="1198216"/>
            </a:xfrm>
          </p:grpSpPr>
          <p:sp>
            <p:nvSpPr>
              <p:cNvPr id="27" name="Number8">
                <a:extLst>
                  <a:ext uri="{FF2B5EF4-FFF2-40B4-BE49-F238E27FC236}">
                    <a16:creationId xmlns:a16="http://schemas.microsoft.com/office/drawing/2014/main" id="{8C699DA7-8A5D-E66A-CA36-76C0C2EF6221}"/>
                  </a:ext>
                </a:extLst>
              </p:cNvPr>
              <p:cNvSpPr txBox="1"/>
              <p:nvPr/>
            </p:nvSpPr>
            <p:spPr>
              <a:xfrm>
                <a:off x="9086849" y="4048032"/>
                <a:ext cx="1120852" cy="546100"/>
              </a:xfrm>
              <a:prstGeom prst="rect">
                <a:avLst/>
              </a:prstGeom>
              <a:noFill/>
              <a:ln>
                <a:noFill/>
              </a:ln>
            </p:spPr>
            <p:txBody>
              <a:bodyPr wrap="none" lIns="91440" tIns="45720" rIns="91440" bIns="45720" anchor="b"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r>
                  <a:rPr lang="de-DE" altLang="zh-CN" sz="2000" b="1">
                    <a:solidFill>
                      <a:schemeClr val="accent1"/>
                    </a:solidFill>
                    <a:latin typeface="+mn-lt"/>
                    <a:ea typeface="+mn-ea"/>
                    <a:cs typeface="+mn-ea"/>
                    <a:sym typeface="+mn-lt"/>
                  </a:rPr>
                  <a:t>08.</a:t>
                </a:r>
                <a:endParaRPr lang="de-DE" altLang="zh-CN" sz="2000" dirty="0">
                  <a:solidFill>
                    <a:schemeClr val="accent1"/>
                  </a:solidFill>
                  <a:latin typeface="+mn-lt"/>
                  <a:ea typeface="+mn-ea"/>
                  <a:cs typeface="+mn-ea"/>
                  <a:sym typeface="+mn-lt"/>
                </a:endParaRPr>
              </a:p>
            </p:txBody>
          </p:sp>
          <p:sp>
            <p:nvSpPr>
              <p:cNvPr id="28" name="Bullet8">
                <a:extLst>
                  <a:ext uri="{FF2B5EF4-FFF2-40B4-BE49-F238E27FC236}">
                    <a16:creationId xmlns:a16="http://schemas.microsoft.com/office/drawing/2014/main" id="{34F7E7E7-9EB0-5BA6-F2B1-29CF030C0776}"/>
                  </a:ext>
                </a:extLst>
              </p:cNvPr>
              <p:cNvSpPr txBox="1"/>
              <p:nvPr/>
            </p:nvSpPr>
            <p:spPr>
              <a:xfrm>
                <a:off x="9086850" y="4700148"/>
                <a:ext cx="2432050" cy="546100"/>
              </a:xfrm>
              <a:prstGeom prst="rect">
                <a:avLst/>
              </a:prstGeom>
              <a:noFill/>
              <a:ln>
                <a:noFill/>
              </a:ln>
            </p:spPr>
            <p:txBody>
              <a:bodyPr wrap="square" lIns="91440" tIns="45720" rIns="91440" bIns="45720" anchor="t" anchorCtr="0">
                <a:normAutofit/>
              </a:bodyPr>
              <a:lstStyle/>
              <a:p>
                <a:r>
                  <a:rPr lang="zh-CN" altLang="en-US">
                    <a:cs typeface="+mn-ea"/>
                    <a:sym typeface="+mn-lt"/>
                  </a:rPr>
                  <a:t>单击添加小标题</a:t>
                </a:r>
                <a:endParaRPr lang="en-US" dirty="0">
                  <a:cs typeface="+mn-ea"/>
                  <a:sym typeface="+mn-lt"/>
                </a:endParaRPr>
              </a:p>
            </p:txBody>
          </p:sp>
        </p:grpSp>
      </p:grpSp>
      <p:sp>
        <p:nvSpPr>
          <p:cNvPr id="89" name="Title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dirty="0">
                <a:sym typeface="+mn-lt"/>
              </a:rPr>
              <a:t>目录</a:t>
            </a:r>
            <a:endParaRPr lang="en-US" dirty="0">
              <a:sym typeface="+mn-lt"/>
            </a:endParaRPr>
          </a:p>
        </p:txBody>
      </p:sp>
    </p:spTree>
    <p:extLst>
      <p:ext uri="{BB962C8B-B14F-4D97-AF65-F5344CB8AC3E}">
        <p14:creationId xmlns:p14="http://schemas.microsoft.com/office/powerpoint/2010/main" val="2713816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931881" y="1471617"/>
            <a:ext cx="5565739" cy="1748449"/>
          </a:xfrm>
        </p:spPr>
        <p:txBody>
          <a:bodyPr lIns="91440" tIns="45720" rIns="91440" bIns="45720">
            <a:normAutofit/>
          </a:bodyPr>
          <a:lstStyle/>
          <a:p>
            <a:r>
              <a:rPr lang="zh-CN" altLang="en-US" dirty="0"/>
              <a:t>通用行业企业案例分析</a:t>
            </a:r>
            <a:endParaRPr lang="en-US" dirty="0">
              <a:sym typeface="+mn-lt"/>
            </a:endParaRPr>
          </a:p>
        </p:txBody>
      </p:sp>
      <p:sp>
        <p:nvSpPr>
          <p:cNvPr id="25" name="文本占位符 24"/>
          <p:cNvSpPr>
            <a:spLocks noGrp="1"/>
          </p:cNvSpPr>
          <p:nvPr>
            <p:ph type="body" sz="quarter" idx="1" hasCustomPrompt="1"/>
          </p:nvPr>
        </p:nvSpPr>
        <p:spPr>
          <a:xfrm>
            <a:off x="931881" y="3525648"/>
            <a:ext cx="5565739" cy="992768"/>
          </a:xfrm>
        </p:spPr>
        <p:txBody>
          <a:bodyPr lIns="91440" tIns="45720" rIns="91440" bIns="45720">
            <a:normAutofit/>
          </a:bodyPr>
          <a:lstStyle/>
          <a:p>
            <a:r>
              <a:rPr lang="zh-CN" altLang="en-US" dirty="0">
                <a:sym typeface="+mn-lt"/>
              </a:rPr>
              <a:t>以成功企业为例，学习行业领先企业的经验</a:t>
            </a:r>
            <a:endParaRPr lang="en-US" dirty="0">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17B73-0486-B90C-6BB4-4F1C201B450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B40C7443-378F-76C8-581D-6D24154EEC60}"/>
              </a:ext>
            </a:extLst>
          </p:cNvPr>
          <p:cNvGrpSpPr/>
          <p:nvPr/>
        </p:nvGrpSpPr>
        <p:grpSpPr>
          <a:xfrm>
            <a:off x="660400" y="1130300"/>
            <a:ext cx="10858500" cy="4919275"/>
            <a:chOff x="660400" y="1130300"/>
            <a:chExt cx="10858500" cy="4919275"/>
          </a:xfrm>
        </p:grpSpPr>
        <p:sp>
          <p:nvSpPr>
            <p:cNvPr id="3" name="Title">
              <a:extLst>
                <a:ext uri="{FF2B5EF4-FFF2-40B4-BE49-F238E27FC236}">
                  <a16:creationId xmlns:a16="http://schemas.microsoft.com/office/drawing/2014/main" id="{474BBF9B-8548-CBE5-3B4A-255CFB2D4945}"/>
                </a:ext>
              </a:extLst>
            </p:cNvPr>
            <p:cNvSpPr txBox="1"/>
            <p:nvPr/>
          </p:nvSpPr>
          <p:spPr>
            <a:xfrm>
              <a:off x="660400" y="1130300"/>
              <a:ext cx="10858500" cy="900113"/>
            </a:xfrm>
            <a:prstGeom prst="rect">
              <a:avLst/>
            </a:prstGeom>
            <a:noFill/>
          </p:spPr>
          <p:txBody>
            <a:bodyPr vert="horz" wrap="square" lIns="91440" tIns="45720" rIns="91440" bIns="45720"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a:cs typeface="+mn-ea"/>
                  <a:sym typeface="+mn-lt"/>
                </a:rPr>
                <a:t>单击此处添加长一点的副标题</a:t>
              </a:r>
              <a:endParaRPr lang="en-US" sz="2400" dirty="0">
                <a:cs typeface="+mn-ea"/>
                <a:sym typeface="+mn-lt"/>
              </a:endParaRPr>
            </a:p>
          </p:txBody>
        </p:sp>
        <p:sp>
          <p:nvSpPr>
            <p:cNvPr id="4" name="Shape1">
              <a:extLst>
                <a:ext uri="{FF2B5EF4-FFF2-40B4-BE49-F238E27FC236}">
                  <a16:creationId xmlns:a16="http://schemas.microsoft.com/office/drawing/2014/main" id="{D099539F-9659-84CF-82D0-E881A2475E6E}"/>
                </a:ext>
              </a:extLst>
            </p:cNvPr>
            <p:cNvSpPr txBox="1">
              <a:spLocks/>
            </p:cNvSpPr>
            <p:nvPr/>
          </p:nvSpPr>
          <p:spPr>
            <a:xfrm>
              <a:off x="717549" y="2592456"/>
              <a:ext cx="2489466" cy="1512000"/>
            </a:xfrm>
            <a:prstGeom prst="round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ctr" defTabSz="913765" rtl="0" eaLnBrk="1" latinLnBrk="0" hangingPunct="1">
                <a:defRPr sz="1800" b="1" kern="1200">
                  <a:solidFill>
                    <a:srgbClr val="FFFFFF"/>
                  </a:solidFill>
                  <a:latin typeface="+mj-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dirty="0">
                <a:latin typeface="+mn-lt"/>
                <a:cs typeface="+mn-ea"/>
                <a:sym typeface="+mn-lt"/>
              </a:endParaRPr>
            </a:p>
          </p:txBody>
        </p:sp>
        <p:sp>
          <p:nvSpPr>
            <p:cNvPr id="5" name="Shape2">
              <a:extLst>
                <a:ext uri="{FF2B5EF4-FFF2-40B4-BE49-F238E27FC236}">
                  <a16:creationId xmlns:a16="http://schemas.microsoft.com/office/drawing/2014/main" id="{F341C31D-A1CF-6795-21FB-5B70FA0ACDD2}"/>
                </a:ext>
              </a:extLst>
            </p:cNvPr>
            <p:cNvSpPr txBox="1">
              <a:spLocks/>
            </p:cNvSpPr>
            <p:nvPr/>
          </p:nvSpPr>
          <p:spPr>
            <a:xfrm>
              <a:off x="3469130" y="2592456"/>
              <a:ext cx="2489466" cy="1512000"/>
            </a:xfrm>
            <a:prstGeom prst="roundRect">
              <a:avLst/>
            </a:prstGeom>
            <a:solidFill>
              <a:schemeClr val="accent2"/>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ctr" defTabSz="913765" rtl="0" eaLnBrk="1" latinLnBrk="0" hangingPunct="1">
                <a:defRPr sz="1800" b="1" kern="1200">
                  <a:solidFill>
                    <a:srgbClr val="FFFFFF"/>
                  </a:solidFill>
                  <a:latin typeface="+mj-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dirty="0">
                <a:latin typeface="+mn-lt"/>
                <a:cs typeface="+mn-ea"/>
                <a:sym typeface="+mn-lt"/>
              </a:endParaRPr>
            </a:p>
          </p:txBody>
        </p:sp>
        <p:sp>
          <p:nvSpPr>
            <p:cNvPr id="6" name="Shape3">
              <a:extLst>
                <a:ext uri="{FF2B5EF4-FFF2-40B4-BE49-F238E27FC236}">
                  <a16:creationId xmlns:a16="http://schemas.microsoft.com/office/drawing/2014/main" id="{EEDDE077-DD3F-3A91-2541-565F8D1A4EF1}"/>
                </a:ext>
              </a:extLst>
            </p:cNvPr>
            <p:cNvSpPr txBox="1">
              <a:spLocks/>
            </p:cNvSpPr>
            <p:nvPr/>
          </p:nvSpPr>
          <p:spPr>
            <a:xfrm>
              <a:off x="6220706" y="2592456"/>
              <a:ext cx="2489466" cy="1512000"/>
            </a:xfrm>
            <a:prstGeom prst="round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ctr" defTabSz="913765" rtl="0" eaLnBrk="1" latinLnBrk="0" hangingPunct="1">
                <a:defRPr sz="1800" b="1" kern="1200">
                  <a:solidFill>
                    <a:srgbClr val="FFFFFF"/>
                  </a:solidFill>
                  <a:latin typeface="+mj-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dirty="0">
                <a:latin typeface="+mn-lt"/>
                <a:cs typeface="+mn-ea"/>
                <a:sym typeface="+mn-lt"/>
              </a:endParaRPr>
            </a:p>
          </p:txBody>
        </p:sp>
        <p:sp>
          <p:nvSpPr>
            <p:cNvPr id="7" name="Shape4">
              <a:extLst>
                <a:ext uri="{FF2B5EF4-FFF2-40B4-BE49-F238E27FC236}">
                  <a16:creationId xmlns:a16="http://schemas.microsoft.com/office/drawing/2014/main" id="{9CABBCDA-FEBD-F6A6-D79C-ABD550AEA023}"/>
                </a:ext>
              </a:extLst>
            </p:cNvPr>
            <p:cNvSpPr txBox="1">
              <a:spLocks/>
            </p:cNvSpPr>
            <p:nvPr/>
          </p:nvSpPr>
          <p:spPr>
            <a:xfrm>
              <a:off x="8972284" y="2592456"/>
              <a:ext cx="2489466" cy="1512000"/>
            </a:xfrm>
            <a:prstGeom prst="roundRect">
              <a:avLst/>
            </a:prstGeom>
            <a:solidFill>
              <a:schemeClr val="accent2"/>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defPPr>
              <a:lvl1pPr marL="0" algn="ctr" defTabSz="913765" rtl="0" eaLnBrk="1" latinLnBrk="0" hangingPunct="1">
                <a:defRPr sz="1800" b="1" kern="1200">
                  <a:solidFill>
                    <a:srgbClr val="FFFFFF"/>
                  </a:solidFill>
                  <a:latin typeface="+mj-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dirty="0">
                <a:latin typeface="+mn-lt"/>
                <a:cs typeface="+mn-ea"/>
                <a:sym typeface="+mn-lt"/>
              </a:endParaRPr>
            </a:p>
          </p:txBody>
        </p:sp>
        <p:cxnSp>
          <p:nvCxnSpPr>
            <p:cNvPr id="8" name="直接连接符 7">
              <a:extLst>
                <a:ext uri="{FF2B5EF4-FFF2-40B4-BE49-F238E27FC236}">
                  <a16:creationId xmlns:a16="http://schemas.microsoft.com/office/drawing/2014/main" id="{5F1AF8FD-C00A-22D2-0183-B45FDAEE53B9}"/>
                </a:ext>
              </a:extLst>
            </p:cNvPr>
            <p:cNvCxnSpPr>
              <a:cxnSpLocks/>
            </p:cNvCxnSpPr>
            <p:nvPr/>
          </p:nvCxnSpPr>
          <p:spPr>
            <a:xfrm>
              <a:off x="717550" y="2086943"/>
              <a:ext cx="10744200" cy="0"/>
            </a:xfrm>
            <a:prstGeom prst="line">
              <a:avLst/>
            </a:prstGeom>
            <a:ln w="1270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9" name="Icon1">
              <a:extLst>
                <a:ext uri="{FF2B5EF4-FFF2-40B4-BE49-F238E27FC236}">
                  <a16:creationId xmlns:a16="http://schemas.microsoft.com/office/drawing/2014/main" id="{EEF3630B-1406-D777-E564-9348912B2D4A}"/>
                </a:ext>
              </a:extLst>
            </p:cNvPr>
            <p:cNvSpPr/>
            <p:nvPr/>
          </p:nvSpPr>
          <p:spPr bwMode="auto">
            <a:xfrm>
              <a:off x="1775967" y="2888873"/>
              <a:ext cx="372630" cy="372058"/>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320" h="577432">
                  <a:moveTo>
                    <a:pt x="289234" y="221919"/>
                  </a:moveTo>
                  <a:cubicBezTo>
                    <a:pt x="326166" y="221919"/>
                    <a:pt x="356106" y="251825"/>
                    <a:pt x="356106" y="288717"/>
                  </a:cubicBezTo>
                  <a:cubicBezTo>
                    <a:pt x="356106" y="325609"/>
                    <a:pt x="326166" y="355515"/>
                    <a:pt x="289234" y="355515"/>
                  </a:cubicBezTo>
                  <a:cubicBezTo>
                    <a:pt x="252302" y="355515"/>
                    <a:pt x="222362" y="325609"/>
                    <a:pt x="222362" y="288717"/>
                  </a:cubicBezTo>
                  <a:cubicBezTo>
                    <a:pt x="222362" y="251825"/>
                    <a:pt x="252302" y="221919"/>
                    <a:pt x="289234" y="221919"/>
                  </a:cubicBezTo>
                  <a:close/>
                  <a:moveTo>
                    <a:pt x="288716" y="140931"/>
                  </a:moveTo>
                  <a:cubicBezTo>
                    <a:pt x="207563" y="140931"/>
                    <a:pt x="141164" y="207234"/>
                    <a:pt x="141164" y="288272"/>
                  </a:cubicBezTo>
                  <a:cubicBezTo>
                    <a:pt x="141164" y="370231"/>
                    <a:pt x="207563" y="436534"/>
                    <a:pt x="288716" y="436534"/>
                  </a:cubicBezTo>
                  <a:cubicBezTo>
                    <a:pt x="370792" y="436534"/>
                    <a:pt x="437190" y="370231"/>
                    <a:pt x="437190" y="288272"/>
                  </a:cubicBezTo>
                  <a:cubicBezTo>
                    <a:pt x="437190" y="207234"/>
                    <a:pt x="370792" y="140931"/>
                    <a:pt x="288716" y="140931"/>
                  </a:cubicBezTo>
                  <a:close/>
                  <a:moveTo>
                    <a:pt x="288716" y="81074"/>
                  </a:moveTo>
                  <a:cubicBezTo>
                    <a:pt x="403068" y="81074"/>
                    <a:pt x="496210" y="174083"/>
                    <a:pt x="496210" y="288272"/>
                  </a:cubicBezTo>
                  <a:cubicBezTo>
                    <a:pt x="496210" y="402461"/>
                    <a:pt x="403068" y="495470"/>
                    <a:pt x="288716" y="495470"/>
                  </a:cubicBezTo>
                  <a:cubicBezTo>
                    <a:pt x="174364" y="495470"/>
                    <a:pt x="81222" y="402461"/>
                    <a:pt x="81222" y="288272"/>
                  </a:cubicBezTo>
                  <a:cubicBezTo>
                    <a:pt x="81222" y="174083"/>
                    <a:pt x="174364" y="81074"/>
                    <a:pt x="288716" y="81074"/>
                  </a:cubicBezTo>
                  <a:close/>
                  <a:moveTo>
                    <a:pt x="288699" y="58940"/>
                  </a:moveTo>
                  <a:cubicBezTo>
                    <a:pt x="162335" y="58940"/>
                    <a:pt x="59031" y="162086"/>
                    <a:pt x="59031" y="288256"/>
                  </a:cubicBezTo>
                  <a:cubicBezTo>
                    <a:pt x="59031" y="415346"/>
                    <a:pt x="162335" y="517571"/>
                    <a:pt x="288699" y="517571"/>
                  </a:cubicBezTo>
                  <a:cubicBezTo>
                    <a:pt x="415985" y="517571"/>
                    <a:pt x="518367" y="415346"/>
                    <a:pt x="518367" y="288256"/>
                  </a:cubicBezTo>
                  <a:cubicBezTo>
                    <a:pt x="518367" y="162086"/>
                    <a:pt x="415985" y="58940"/>
                    <a:pt x="288699" y="58940"/>
                  </a:cubicBezTo>
                  <a:close/>
                  <a:moveTo>
                    <a:pt x="66410" y="0"/>
                  </a:moveTo>
                  <a:cubicBezTo>
                    <a:pt x="96848" y="0"/>
                    <a:pt x="121751" y="20261"/>
                    <a:pt x="130053" y="47889"/>
                  </a:cubicBezTo>
                  <a:cubicBezTo>
                    <a:pt x="176171" y="17498"/>
                    <a:pt x="230590" y="0"/>
                    <a:pt x="288699" y="0"/>
                  </a:cubicBezTo>
                  <a:cubicBezTo>
                    <a:pt x="347730" y="0"/>
                    <a:pt x="402149" y="17498"/>
                    <a:pt x="447345" y="47889"/>
                  </a:cubicBezTo>
                  <a:cubicBezTo>
                    <a:pt x="455646" y="20261"/>
                    <a:pt x="481472" y="0"/>
                    <a:pt x="510988" y="0"/>
                  </a:cubicBezTo>
                  <a:cubicBezTo>
                    <a:pt x="547882" y="0"/>
                    <a:pt x="578320" y="29470"/>
                    <a:pt x="578320" y="66308"/>
                  </a:cubicBezTo>
                  <a:cubicBezTo>
                    <a:pt x="578320" y="96699"/>
                    <a:pt x="558028" y="121564"/>
                    <a:pt x="530357" y="129853"/>
                  </a:cubicBezTo>
                  <a:cubicBezTo>
                    <a:pt x="560795" y="175900"/>
                    <a:pt x="578320" y="230236"/>
                    <a:pt x="578320" y="288256"/>
                  </a:cubicBezTo>
                  <a:cubicBezTo>
                    <a:pt x="578320" y="347196"/>
                    <a:pt x="560795" y="401532"/>
                    <a:pt x="530357" y="446658"/>
                  </a:cubicBezTo>
                  <a:cubicBezTo>
                    <a:pt x="558028" y="454947"/>
                    <a:pt x="578320" y="480733"/>
                    <a:pt x="578320" y="510203"/>
                  </a:cubicBezTo>
                  <a:cubicBezTo>
                    <a:pt x="578320" y="547041"/>
                    <a:pt x="547882" y="577432"/>
                    <a:pt x="510988" y="577432"/>
                  </a:cubicBezTo>
                  <a:cubicBezTo>
                    <a:pt x="481472" y="577432"/>
                    <a:pt x="455646" y="557171"/>
                    <a:pt x="447345" y="529543"/>
                  </a:cubicBezTo>
                  <a:cubicBezTo>
                    <a:pt x="402149" y="559934"/>
                    <a:pt x="347730" y="577432"/>
                    <a:pt x="288699" y="577432"/>
                  </a:cubicBezTo>
                  <a:cubicBezTo>
                    <a:pt x="230590" y="577432"/>
                    <a:pt x="176171" y="559934"/>
                    <a:pt x="130053" y="529543"/>
                  </a:cubicBezTo>
                  <a:cubicBezTo>
                    <a:pt x="121751" y="557171"/>
                    <a:pt x="96848" y="577432"/>
                    <a:pt x="66410" y="577432"/>
                  </a:cubicBezTo>
                  <a:cubicBezTo>
                    <a:pt x="29515" y="577432"/>
                    <a:pt x="0" y="547041"/>
                    <a:pt x="0" y="510203"/>
                  </a:cubicBezTo>
                  <a:cubicBezTo>
                    <a:pt x="0" y="480733"/>
                    <a:pt x="20292" y="454947"/>
                    <a:pt x="47962" y="446658"/>
                  </a:cubicBezTo>
                  <a:cubicBezTo>
                    <a:pt x="17525" y="401532"/>
                    <a:pt x="0" y="347196"/>
                    <a:pt x="0" y="288256"/>
                  </a:cubicBezTo>
                  <a:cubicBezTo>
                    <a:pt x="0" y="230236"/>
                    <a:pt x="17525" y="175900"/>
                    <a:pt x="47962" y="129853"/>
                  </a:cubicBezTo>
                  <a:cubicBezTo>
                    <a:pt x="20292" y="121564"/>
                    <a:pt x="0" y="96699"/>
                    <a:pt x="0" y="66308"/>
                  </a:cubicBezTo>
                  <a:cubicBezTo>
                    <a:pt x="0" y="29470"/>
                    <a:pt x="29515" y="0"/>
                    <a:pt x="66410" y="0"/>
                  </a:cubicBezTo>
                  <a:close/>
                </a:path>
              </a:pathLst>
            </a:custGeom>
            <a:solidFill>
              <a:srgbClr val="FFFFFF"/>
            </a:solidFill>
            <a:ln w="9525">
              <a:noFill/>
              <a:round/>
              <a:headEnd/>
              <a:tailEnd/>
            </a:ln>
          </p:spPr>
          <p:txBody>
            <a:bodyPr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cs typeface="+mn-ea"/>
                <a:sym typeface="+mn-lt"/>
              </a:endParaRPr>
            </a:p>
          </p:txBody>
        </p:sp>
        <p:sp>
          <p:nvSpPr>
            <p:cNvPr id="10" name="Icon2">
              <a:extLst>
                <a:ext uri="{FF2B5EF4-FFF2-40B4-BE49-F238E27FC236}">
                  <a16:creationId xmlns:a16="http://schemas.microsoft.com/office/drawing/2014/main" id="{8974C058-DCE7-3AFA-C5A2-25F212D6082A}"/>
                </a:ext>
              </a:extLst>
            </p:cNvPr>
            <p:cNvSpPr/>
            <p:nvPr/>
          </p:nvSpPr>
          <p:spPr bwMode="auto">
            <a:xfrm>
              <a:off x="4531876" y="2893169"/>
              <a:ext cx="363974" cy="363466"/>
            </a:xfrm>
            <a:custGeom>
              <a:avLst/>
              <a:gdLst>
                <a:gd name="T0" fmla="*/ 325000 h 606722"/>
                <a:gd name="T1" fmla="*/ 325000 h 606722"/>
                <a:gd name="T2" fmla="*/ 325000 h 606722"/>
                <a:gd name="T3" fmla="*/ 325000 h 606722"/>
                <a:gd name="T4" fmla="*/ 325000 h 606722"/>
                <a:gd name="T5" fmla="*/ 325000 h 606722"/>
                <a:gd name="T6" fmla="*/ 325000 h 606722"/>
                <a:gd name="T7" fmla="*/ 325000 h 606722"/>
                <a:gd name="T8" fmla="*/ 325000 h 606722"/>
                <a:gd name="T9" fmla="*/ 325000 h 606722"/>
                <a:gd name="T10" fmla="*/ 325000 h 606722"/>
                <a:gd name="T11" fmla="*/ 325000 h 606722"/>
                <a:gd name="T12" fmla="*/ 325000 h 606722"/>
                <a:gd name="T13" fmla="*/ 325000 h 606722"/>
                <a:gd name="T14" fmla="*/ 325000 h 606722"/>
                <a:gd name="T15" fmla="*/ 325000 h 606722"/>
                <a:gd name="T16" fmla="*/ 325000 h 606722"/>
                <a:gd name="T17" fmla="*/ 325000 h 606722"/>
                <a:gd name="T18" fmla="*/ 325000 h 606722"/>
                <a:gd name="T19" fmla="*/ 325000 h 606722"/>
                <a:gd name="T20" fmla="*/ 325000 h 606722"/>
                <a:gd name="T21" fmla="*/ 325000 h 606722"/>
                <a:gd name="T22" fmla="*/ 325000 h 606722"/>
                <a:gd name="T23" fmla="*/ 325000 h 606722"/>
                <a:gd name="T24" fmla="*/ 325000 h 606722"/>
                <a:gd name="T25" fmla="*/ 325000 h 606722"/>
                <a:gd name="T26" fmla="*/ 325000 h 606722"/>
                <a:gd name="T27" fmla="*/ 325000 h 606722"/>
                <a:gd name="T28" fmla="*/ 325000 h 606722"/>
                <a:gd name="T29" fmla="*/ 325000 h 606722"/>
                <a:gd name="T30" fmla="*/ 325000 h 606722"/>
                <a:gd name="T31" fmla="*/ 325000 h 606722"/>
                <a:gd name="T32" fmla="*/ 325000 h 606722"/>
                <a:gd name="T33" fmla="*/ 325000 h 606722"/>
                <a:gd name="T34" fmla="*/ 325000 h 606722"/>
                <a:gd name="T35" fmla="*/ 325000 h 606722"/>
                <a:gd name="T36" fmla="*/ 325000 h 606722"/>
                <a:gd name="T37" fmla="*/ 325000 h 606722"/>
                <a:gd name="T38" fmla="*/ 325000 h 606722"/>
                <a:gd name="T39" fmla="*/ 325000 h 606722"/>
                <a:gd name="T40" fmla="*/ 325000 h 606722"/>
                <a:gd name="T41" fmla="*/ 325000 h 606722"/>
                <a:gd name="T42" fmla="*/ 325000 h 606722"/>
                <a:gd name="T43" fmla="*/ 325000 h 606722"/>
                <a:gd name="T44" fmla="*/ 325000 h 606722"/>
                <a:gd name="T45" fmla="*/ 325000 h 606722"/>
                <a:gd name="T46" fmla="*/ 325000 h 606722"/>
                <a:gd name="T47" fmla="*/ 325000 h 606722"/>
                <a:gd name="T48" fmla="*/ 325000 h 606722"/>
                <a:gd name="T49" fmla="*/ 325000 h 606722"/>
                <a:gd name="T50" fmla="*/ 325000 h 606722"/>
                <a:gd name="T51" fmla="*/ 325000 h 606722"/>
                <a:gd name="T52" fmla="*/ 325000 h 606722"/>
                <a:gd name="T53" fmla="*/ 325000 h 606722"/>
                <a:gd name="T54" fmla="*/ 325000 h 606722"/>
                <a:gd name="T55" fmla="*/ 325000 h 606722"/>
                <a:gd name="T56" fmla="*/ 325000 h 606722"/>
                <a:gd name="T57" fmla="*/ 325000 h 606722"/>
                <a:gd name="T58" fmla="*/ 325000 h 606722"/>
                <a:gd name="T59" fmla="*/ 325000 h 606722"/>
                <a:gd name="T60" fmla="*/ 325000 h 606722"/>
                <a:gd name="T61" fmla="*/ 325000 h 606722"/>
                <a:gd name="T62" fmla="*/ 325000 h 606722"/>
                <a:gd name="T63" fmla="*/ 325000 h 606722"/>
                <a:gd name="T64" fmla="*/ 325000 h 606722"/>
                <a:gd name="T65" fmla="*/ 325000 h 606722"/>
                <a:gd name="T66" fmla="*/ 325000 h 606722"/>
                <a:gd name="T67" fmla="*/ 325000 h 606722"/>
                <a:gd name="T68" fmla="*/ 325000 h 606722"/>
                <a:gd name="T69" fmla="*/ 325000 h 606722"/>
                <a:gd name="T70" fmla="*/ 325000 h 606722"/>
                <a:gd name="T71" fmla="*/ 325000 h 606722"/>
                <a:gd name="T72" fmla="*/ 325000 h 606722"/>
                <a:gd name="T73" fmla="*/ 325000 h 606722"/>
                <a:gd name="T74" fmla="*/ 325000 h 606722"/>
                <a:gd name="T75" fmla="*/ 325000 h 606722"/>
                <a:gd name="T76" fmla="*/ 325000 h 606722"/>
                <a:gd name="T77" fmla="*/ 325000 h 606722"/>
                <a:gd name="T78" fmla="*/ 325000 h 606722"/>
                <a:gd name="T79" fmla="*/ 325000 h 606722"/>
                <a:gd name="T80" fmla="*/ 325000 h 606722"/>
                <a:gd name="T81" fmla="*/ 325000 h 606722"/>
                <a:gd name="T82" fmla="*/ 325000 h 606722"/>
                <a:gd name="T83" fmla="*/ 325000 h 606722"/>
                <a:gd name="T84" fmla="*/ 325000 h 606722"/>
                <a:gd name="T85" fmla="*/ 325000 h 606722"/>
                <a:gd name="T86" fmla="*/ 325000 h 606722"/>
                <a:gd name="T87" fmla="*/ 325000 h 606722"/>
                <a:gd name="T88" fmla="*/ 325000 h 606722"/>
                <a:gd name="T89" fmla="*/ 325000 h 606722"/>
                <a:gd name="T90" fmla="*/ 325000 h 606722"/>
                <a:gd name="T91" fmla="*/ 325000 h 606722"/>
                <a:gd name="T92" fmla="*/ 325000 h 606722"/>
                <a:gd name="T93" fmla="*/ 325000 h 606722"/>
                <a:gd name="T94" fmla="*/ 325000 h 606722"/>
                <a:gd name="T95" fmla="*/ 325000 h 606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302" h="6302">
                  <a:moveTo>
                    <a:pt x="5908" y="5514"/>
                  </a:moveTo>
                  <a:cubicBezTo>
                    <a:pt x="5737" y="5514"/>
                    <a:pt x="5591" y="5623"/>
                    <a:pt x="5537" y="5776"/>
                  </a:cubicBezTo>
                  <a:lnTo>
                    <a:pt x="4989" y="5776"/>
                  </a:lnTo>
                  <a:lnTo>
                    <a:pt x="4989" y="4522"/>
                  </a:lnTo>
                  <a:cubicBezTo>
                    <a:pt x="5261" y="4511"/>
                    <a:pt x="5477" y="4422"/>
                    <a:pt x="5635" y="4323"/>
                  </a:cubicBezTo>
                  <a:cubicBezTo>
                    <a:pt x="6093" y="4036"/>
                    <a:pt x="6302" y="3530"/>
                    <a:pt x="6302" y="3181"/>
                  </a:cubicBezTo>
                  <a:cubicBezTo>
                    <a:pt x="6302" y="2620"/>
                    <a:pt x="5927" y="2149"/>
                    <a:pt x="5408" y="2022"/>
                  </a:cubicBezTo>
                  <a:cubicBezTo>
                    <a:pt x="5464" y="1842"/>
                    <a:pt x="5486" y="1654"/>
                    <a:pt x="5476" y="1461"/>
                  </a:cubicBezTo>
                  <a:cubicBezTo>
                    <a:pt x="5429" y="662"/>
                    <a:pt x="4750" y="7"/>
                    <a:pt x="3962" y="0"/>
                  </a:cubicBezTo>
                  <a:lnTo>
                    <a:pt x="3950" y="0"/>
                  </a:lnTo>
                  <a:cubicBezTo>
                    <a:pt x="3314" y="0"/>
                    <a:pt x="2746" y="407"/>
                    <a:pt x="2523" y="999"/>
                  </a:cubicBezTo>
                  <a:cubicBezTo>
                    <a:pt x="2290" y="806"/>
                    <a:pt x="1989" y="712"/>
                    <a:pt x="1683" y="743"/>
                  </a:cubicBezTo>
                  <a:cubicBezTo>
                    <a:pt x="1246" y="785"/>
                    <a:pt x="866" y="1091"/>
                    <a:pt x="714" y="1522"/>
                  </a:cubicBezTo>
                  <a:cubicBezTo>
                    <a:pt x="646" y="1713"/>
                    <a:pt x="629" y="1909"/>
                    <a:pt x="664" y="2107"/>
                  </a:cubicBezTo>
                  <a:cubicBezTo>
                    <a:pt x="263" y="2304"/>
                    <a:pt x="0" y="2721"/>
                    <a:pt x="0" y="3181"/>
                  </a:cubicBezTo>
                  <a:cubicBezTo>
                    <a:pt x="0" y="3824"/>
                    <a:pt x="469" y="4296"/>
                    <a:pt x="1124" y="4322"/>
                  </a:cubicBezTo>
                  <a:cubicBezTo>
                    <a:pt x="1173" y="4403"/>
                    <a:pt x="1240" y="4467"/>
                    <a:pt x="1313" y="4519"/>
                  </a:cubicBezTo>
                  <a:lnTo>
                    <a:pt x="1313" y="5776"/>
                  </a:lnTo>
                  <a:lnTo>
                    <a:pt x="764" y="5776"/>
                  </a:lnTo>
                  <a:cubicBezTo>
                    <a:pt x="710" y="5623"/>
                    <a:pt x="565" y="5514"/>
                    <a:pt x="394" y="5514"/>
                  </a:cubicBezTo>
                  <a:cubicBezTo>
                    <a:pt x="177" y="5514"/>
                    <a:pt x="0" y="5690"/>
                    <a:pt x="0" y="5908"/>
                  </a:cubicBezTo>
                  <a:cubicBezTo>
                    <a:pt x="0" y="6124"/>
                    <a:pt x="177" y="6302"/>
                    <a:pt x="394" y="6302"/>
                  </a:cubicBezTo>
                  <a:cubicBezTo>
                    <a:pt x="565" y="6302"/>
                    <a:pt x="710" y="6191"/>
                    <a:pt x="764" y="6039"/>
                  </a:cubicBezTo>
                  <a:lnTo>
                    <a:pt x="1575" y="6039"/>
                  </a:lnTo>
                  <a:lnTo>
                    <a:pt x="1575" y="4650"/>
                  </a:lnTo>
                  <a:cubicBezTo>
                    <a:pt x="1665" y="4677"/>
                    <a:pt x="1751" y="4691"/>
                    <a:pt x="1818" y="4691"/>
                  </a:cubicBezTo>
                  <a:cubicBezTo>
                    <a:pt x="2079" y="4691"/>
                    <a:pt x="2262" y="4655"/>
                    <a:pt x="2494" y="4478"/>
                  </a:cubicBezTo>
                  <a:lnTo>
                    <a:pt x="2494" y="5537"/>
                  </a:lnTo>
                  <a:cubicBezTo>
                    <a:pt x="2342" y="5591"/>
                    <a:pt x="2232" y="5736"/>
                    <a:pt x="2232" y="5908"/>
                  </a:cubicBezTo>
                  <a:cubicBezTo>
                    <a:pt x="2232" y="6124"/>
                    <a:pt x="2409" y="6302"/>
                    <a:pt x="2626" y="6302"/>
                  </a:cubicBezTo>
                  <a:cubicBezTo>
                    <a:pt x="2842" y="6302"/>
                    <a:pt x="3019" y="6124"/>
                    <a:pt x="3019" y="5908"/>
                  </a:cubicBezTo>
                  <a:cubicBezTo>
                    <a:pt x="3019" y="5736"/>
                    <a:pt x="2909" y="5591"/>
                    <a:pt x="2757" y="5537"/>
                  </a:cubicBezTo>
                  <a:lnTo>
                    <a:pt x="2757" y="4506"/>
                  </a:lnTo>
                  <a:cubicBezTo>
                    <a:pt x="2897" y="4602"/>
                    <a:pt x="3099" y="4689"/>
                    <a:pt x="3375" y="4689"/>
                  </a:cubicBezTo>
                  <a:cubicBezTo>
                    <a:pt x="3486" y="4689"/>
                    <a:pt x="3586" y="4676"/>
                    <a:pt x="3676" y="4654"/>
                  </a:cubicBezTo>
                  <a:lnTo>
                    <a:pt x="3676" y="5537"/>
                  </a:lnTo>
                  <a:cubicBezTo>
                    <a:pt x="3524" y="5591"/>
                    <a:pt x="3413" y="5736"/>
                    <a:pt x="3413" y="5908"/>
                  </a:cubicBezTo>
                  <a:cubicBezTo>
                    <a:pt x="3413" y="6124"/>
                    <a:pt x="3591" y="6302"/>
                    <a:pt x="3807" y="6302"/>
                  </a:cubicBezTo>
                  <a:cubicBezTo>
                    <a:pt x="4024" y="6302"/>
                    <a:pt x="4201" y="6124"/>
                    <a:pt x="4201" y="5908"/>
                  </a:cubicBezTo>
                  <a:cubicBezTo>
                    <a:pt x="4201" y="5736"/>
                    <a:pt x="4091" y="5591"/>
                    <a:pt x="3938" y="5537"/>
                  </a:cubicBezTo>
                  <a:lnTo>
                    <a:pt x="3938" y="4555"/>
                  </a:lnTo>
                  <a:cubicBezTo>
                    <a:pt x="4060" y="4491"/>
                    <a:pt x="4150" y="4416"/>
                    <a:pt x="4208" y="4359"/>
                  </a:cubicBezTo>
                  <a:cubicBezTo>
                    <a:pt x="4396" y="4441"/>
                    <a:pt x="4568" y="4487"/>
                    <a:pt x="4726" y="4508"/>
                  </a:cubicBezTo>
                  <a:lnTo>
                    <a:pt x="4726" y="6039"/>
                  </a:lnTo>
                  <a:lnTo>
                    <a:pt x="5537" y="6039"/>
                  </a:lnTo>
                  <a:cubicBezTo>
                    <a:pt x="5591" y="6191"/>
                    <a:pt x="5737" y="6302"/>
                    <a:pt x="5908" y="6302"/>
                  </a:cubicBezTo>
                  <a:cubicBezTo>
                    <a:pt x="6124" y="6302"/>
                    <a:pt x="6302" y="6124"/>
                    <a:pt x="6302" y="5908"/>
                  </a:cubicBezTo>
                  <a:cubicBezTo>
                    <a:pt x="6302" y="5690"/>
                    <a:pt x="6124" y="5514"/>
                    <a:pt x="5908" y="5514"/>
                  </a:cubicBezTo>
                  <a:close/>
                </a:path>
              </a:pathLst>
            </a:custGeom>
            <a:solidFill>
              <a:srgbClr val="FFFFFF"/>
            </a:solidFill>
            <a:ln w="9525">
              <a:noFill/>
              <a:round/>
              <a:headEnd/>
              <a:tailEnd/>
            </a:ln>
          </p:spPr>
          <p:txBody>
            <a:bodyPr lIns="91440" tIns="45720" rIns="91440" bIns="45720" anchor="ctr">
              <a:normAutofit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cs typeface="+mn-ea"/>
                <a:sym typeface="+mn-lt"/>
              </a:endParaRPr>
            </a:p>
          </p:txBody>
        </p:sp>
        <p:sp>
          <p:nvSpPr>
            <p:cNvPr id="11" name="Icon3">
              <a:extLst>
                <a:ext uri="{FF2B5EF4-FFF2-40B4-BE49-F238E27FC236}">
                  <a16:creationId xmlns:a16="http://schemas.microsoft.com/office/drawing/2014/main" id="{10EA31E1-5A5A-4B73-880E-EE515B9CC192}"/>
                </a:ext>
              </a:extLst>
            </p:cNvPr>
            <p:cNvSpPr/>
            <p:nvPr/>
          </p:nvSpPr>
          <p:spPr bwMode="auto">
            <a:xfrm>
              <a:off x="7285416" y="2895150"/>
              <a:ext cx="360046" cy="359504"/>
            </a:xfrm>
            <a:custGeom>
              <a:avLst/>
              <a:gdLst>
                <a:gd name="connsiteX0" fmla="*/ 38334 w 607633"/>
                <a:gd name="connsiteY0" fmla="*/ 437859 h 606722"/>
                <a:gd name="connsiteX1" fmla="*/ 169070 w 607633"/>
                <a:gd name="connsiteY1" fmla="*/ 568450 h 606722"/>
                <a:gd name="connsiteX2" fmla="*/ 28366 w 607633"/>
                <a:gd name="connsiteY2" fmla="*/ 602854 h 606722"/>
                <a:gd name="connsiteX3" fmla="*/ 23471 w 607633"/>
                <a:gd name="connsiteY3" fmla="*/ 603476 h 606722"/>
                <a:gd name="connsiteX4" fmla="*/ 9143 w 607633"/>
                <a:gd name="connsiteY4" fmla="*/ 597520 h 606722"/>
                <a:gd name="connsiteX5" fmla="*/ 3803 w 607633"/>
                <a:gd name="connsiteY5" fmla="*/ 578407 h 606722"/>
                <a:gd name="connsiteX6" fmla="*/ 472159 w 607633"/>
                <a:gd name="connsiteY6" fmla="*/ 335398 h 606722"/>
                <a:gd name="connsiteX7" fmla="*/ 509447 w 607633"/>
                <a:gd name="connsiteY7" fmla="*/ 372724 h 606722"/>
                <a:gd name="connsiteX8" fmla="*/ 458187 w 607633"/>
                <a:gd name="connsiteY8" fmla="*/ 424003 h 606722"/>
                <a:gd name="connsiteX9" fmla="*/ 458187 w 607633"/>
                <a:gd name="connsiteY9" fmla="*/ 452531 h 606722"/>
                <a:gd name="connsiteX10" fmla="*/ 472426 w 607633"/>
                <a:gd name="connsiteY10" fmla="*/ 458485 h 606722"/>
                <a:gd name="connsiteX11" fmla="*/ 486754 w 607633"/>
                <a:gd name="connsiteY11" fmla="*/ 452531 h 606722"/>
                <a:gd name="connsiteX12" fmla="*/ 538102 w 607633"/>
                <a:gd name="connsiteY12" fmla="*/ 401341 h 606722"/>
                <a:gd name="connsiteX13" fmla="*/ 594702 w 607633"/>
                <a:gd name="connsiteY13" fmla="*/ 457774 h 606722"/>
                <a:gd name="connsiteX14" fmla="*/ 594702 w 607633"/>
                <a:gd name="connsiteY14" fmla="*/ 486391 h 606722"/>
                <a:gd name="connsiteX15" fmla="*/ 480168 w 607633"/>
                <a:gd name="connsiteY15" fmla="*/ 600768 h 606722"/>
                <a:gd name="connsiteX16" fmla="*/ 465841 w 607633"/>
                <a:gd name="connsiteY16" fmla="*/ 606722 h 606722"/>
                <a:gd name="connsiteX17" fmla="*/ 451513 w 607633"/>
                <a:gd name="connsiteY17" fmla="*/ 600768 h 606722"/>
                <a:gd name="connsiteX18" fmla="*/ 328970 w 607633"/>
                <a:gd name="connsiteY18" fmla="*/ 478392 h 606722"/>
                <a:gd name="connsiteX19" fmla="*/ 480058 w 607633"/>
                <a:gd name="connsiteY19" fmla="*/ 155950 h 606722"/>
                <a:gd name="connsiteX20" fmla="*/ 537279 w 607633"/>
                <a:gd name="connsiteY20" fmla="*/ 213098 h 606722"/>
                <a:gd name="connsiteX21" fmla="*/ 203921 w 607633"/>
                <a:gd name="connsiteY21" fmla="*/ 546036 h 606722"/>
                <a:gd name="connsiteX22" fmla="*/ 146700 w 607633"/>
                <a:gd name="connsiteY22" fmla="*/ 488799 h 606722"/>
                <a:gd name="connsiteX23" fmla="*/ 394082 w 607633"/>
                <a:gd name="connsiteY23" fmla="*/ 70142 h 606722"/>
                <a:gd name="connsiteX24" fmla="*/ 451402 w 607633"/>
                <a:gd name="connsiteY24" fmla="*/ 127377 h 606722"/>
                <a:gd name="connsiteX25" fmla="*/ 117983 w 607633"/>
                <a:gd name="connsiteY25" fmla="*/ 460299 h 606722"/>
                <a:gd name="connsiteX26" fmla="*/ 60752 w 607633"/>
                <a:gd name="connsiteY26" fmla="*/ 403064 h 606722"/>
                <a:gd name="connsiteX27" fmla="*/ 134810 w 607633"/>
                <a:gd name="connsiteY27" fmla="*/ 6987 h 606722"/>
                <a:gd name="connsiteX28" fmla="*/ 149139 w 607633"/>
                <a:gd name="connsiteY28" fmla="*/ 12918 h 606722"/>
                <a:gd name="connsiteX29" fmla="*/ 205653 w 607633"/>
                <a:gd name="connsiteY29" fmla="*/ 69341 h 606722"/>
                <a:gd name="connsiteX30" fmla="*/ 154301 w 607633"/>
                <a:gd name="connsiteY30" fmla="*/ 120610 h 606722"/>
                <a:gd name="connsiteX31" fmla="*/ 154301 w 607633"/>
                <a:gd name="connsiteY31" fmla="*/ 149222 h 606722"/>
                <a:gd name="connsiteX32" fmla="*/ 168629 w 607633"/>
                <a:gd name="connsiteY32" fmla="*/ 155175 h 606722"/>
                <a:gd name="connsiteX33" fmla="*/ 182958 w 607633"/>
                <a:gd name="connsiteY33" fmla="*/ 149222 h 606722"/>
                <a:gd name="connsiteX34" fmla="*/ 234311 w 607633"/>
                <a:gd name="connsiteY34" fmla="*/ 97952 h 606722"/>
                <a:gd name="connsiteX35" fmla="*/ 271601 w 607633"/>
                <a:gd name="connsiteY35" fmla="*/ 135272 h 606722"/>
                <a:gd name="connsiteX36" fmla="*/ 128491 w 607633"/>
                <a:gd name="connsiteY36" fmla="*/ 278240 h 606722"/>
                <a:gd name="connsiteX37" fmla="*/ 5940 w 607633"/>
                <a:gd name="connsiteY37" fmla="*/ 155886 h 606722"/>
                <a:gd name="connsiteX38" fmla="*/ 5940 w 607633"/>
                <a:gd name="connsiteY38" fmla="*/ 127275 h 606722"/>
                <a:gd name="connsiteX39" fmla="*/ 120481 w 607633"/>
                <a:gd name="connsiteY39" fmla="*/ 12918 h 606722"/>
                <a:gd name="connsiteX40" fmla="*/ 134810 w 607633"/>
                <a:gd name="connsiteY40" fmla="*/ 6987 h 606722"/>
                <a:gd name="connsiteX41" fmla="*/ 506336 w 607633"/>
                <a:gd name="connsiteY41" fmla="*/ 0 h 606722"/>
                <a:gd name="connsiteX42" fmla="*/ 577903 w 607633"/>
                <a:gd name="connsiteY42" fmla="*/ 29599 h 606722"/>
                <a:gd name="connsiteX43" fmla="*/ 607633 w 607633"/>
                <a:gd name="connsiteY43" fmla="*/ 101153 h 606722"/>
                <a:gd name="connsiteX44" fmla="*/ 577903 w 607633"/>
                <a:gd name="connsiteY44" fmla="*/ 172618 h 606722"/>
                <a:gd name="connsiteX45" fmla="*/ 565975 w 607633"/>
                <a:gd name="connsiteY45" fmla="*/ 184529 h 606722"/>
                <a:gd name="connsiteX46" fmla="*/ 422752 w 607633"/>
                <a:gd name="connsiteY46" fmla="*/ 41510 h 606722"/>
                <a:gd name="connsiteX47" fmla="*/ 434680 w 607633"/>
                <a:gd name="connsiteY47" fmla="*/ 29599 h 606722"/>
                <a:gd name="connsiteX48" fmla="*/ 506336 w 607633"/>
                <a:gd name="connsiteY4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7633" h="606722">
                  <a:moveTo>
                    <a:pt x="38334" y="437859"/>
                  </a:moveTo>
                  <a:lnTo>
                    <a:pt x="169070" y="568450"/>
                  </a:lnTo>
                  <a:lnTo>
                    <a:pt x="28366" y="602854"/>
                  </a:lnTo>
                  <a:cubicBezTo>
                    <a:pt x="26764" y="603298"/>
                    <a:pt x="25073" y="603476"/>
                    <a:pt x="23471" y="603476"/>
                  </a:cubicBezTo>
                  <a:cubicBezTo>
                    <a:pt x="18220" y="603476"/>
                    <a:pt x="13059" y="601343"/>
                    <a:pt x="9143" y="597520"/>
                  </a:cubicBezTo>
                  <a:cubicBezTo>
                    <a:pt x="4159" y="592542"/>
                    <a:pt x="2112" y="585252"/>
                    <a:pt x="3803" y="578407"/>
                  </a:cubicBezTo>
                  <a:close/>
                  <a:moveTo>
                    <a:pt x="472159" y="335398"/>
                  </a:moveTo>
                  <a:lnTo>
                    <a:pt x="509447" y="372724"/>
                  </a:lnTo>
                  <a:lnTo>
                    <a:pt x="458187" y="424003"/>
                  </a:lnTo>
                  <a:cubicBezTo>
                    <a:pt x="450267" y="431824"/>
                    <a:pt x="450267" y="444710"/>
                    <a:pt x="458187" y="452531"/>
                  </a:cubicBezTo>
                  <a:cubicBezTo>
                    <a:pt x="462103" y="456530"/>
                    <a:pt x="467264" y="458485"/>
                    <a:pt x="472426" y="458485"/>
                  </a:cubicBezTo>
                  <a:cubicBezTo>
                    <a:pt x="477677" y="458485"/>
                    <a:pt x="482838" y="456530"/>
                    <a:pt x="486754" y="452531"/>
                  </a:cubicBezTo>
                  <a:lnTo>
                    <a:pt x="538102" y="401341"/>
                  </a:lnTo>
                  <a:lnTo>
                    <a:pt x="594702" y="457774"/>
                  </a:lnTo>
                  <a:cubicBezTo>
                    <a:pt x="602622" y="465684"/>
                    <a:pt x="602622" y="478481"/>
                    <a:pt x="594702" y="486391"/>
                  </a:cubicBezTo>
                  <a:lnTo>
                    <a:pt x="480168" y="600768"/>
                  </a:lnTo>
                  <a:cubicBezTo>
                    <a:pt x="476164" y="604678"/>
                    <a:pt x="471002" y="606722"/>
                    <a:pt x="465841" y="606722"/>
                  </a:cubicBezTo>
                  <a:cubicBezTo>
                    <a:pt x="460679" y="606722"/>
                    <a:pt x="455428" y="604678"/>
                    <a:pt x="451513" y="600768"/>
                  </a:cubicBezTo>
                  <a:lnTo>
                    <a:pt x="328970" y="478392"/>
                  </a:lnTo>
                  <a:close/>
                  <a:moveTo>
                    <a:pt x="480058" y="155950"/>
                  </a:moveTo>
                  <a:lnTo>
                    <a:pt x="537279" y="213098"/>
                  </a:lnTo>
                  <a:lnTo>
                    <a:pt x="203921" y="546036"/>
                  </a:lnTo>
                  <a:lnTo>
                    <a:pt x="146700" y="488799"/>
                  </a:lnTo>
                  <a:close/>
                  <a:moveTo>
                    <a:pt x="394082" y="70142"/>
                  </a:moveTo>
                  <a:lnTo>
                    <a:pt x="451402" y="127377"/>
                  </a:lnTo>
                  <a:lnTo>
                    <a:pt x="117983" y="460299"/>
                  </a:lnTo>
                  <a:lnTo>
                    <a:pt x="60752" y="403064"/>
                  </a:lnTo>
                  <a:close/>
                  <a:moveTo>
                    <a:pt x="134810" y="6987"/>
                  </a:moveTo>
                  <a:cubicBezTo>
                    <a:pt x="139994" y="6987"/>
                    <a:pt x="145179" y="8964"/>
                    <a:pt x="149139" y="12918"/>
                  </a:cubicBezTo>
                  <a:lnTo>
                    <a:pt x="205653" y="69341"/>
                  </a:lnTo>
                  <a:lnTo>
                    <a:pt x="154301" y="120610"/>
                  </a:lnTo>
                  <a:cubicBezTo>
                    <a:pt x="146380" y="128519"/>
                    <a:pt x="146380" y="141314"/>
                    <a:pt x="154301" y="149222"/>
                  </a:cubicBezTo>
                  <a:cubicBezTo>
                    <a:pt x="158306" y="153132"/>
                    <a:pt x="163468" y="155175"/>
                    <a:pt x="168629" y="155175"/>
                  </a:cubicBezTo>
                  <a:cubicBezTo>
                    <a:pt x="173791" y="155175"/>
                    <a:pt x="179042" y="153220"/>
                    <a:pt x="182958" y="149222"/>
                  </a:cubicBezTo>
                  <a:lnTo>
                    <a:pt x="234311" y="97952"/>
                  </a:lnTo>
                  <a:lnTo>
                    <a:pt x="271601" y="135272"/>
                  </a:lnTo>
                  <a:lnTo>
                    <a:pt x="128491" y="278240"/>
                  </a:lnTo>
                  <a:lnTo>
                    <a:pt x="5940" y="155886"/>
                  </a:lnTo>
                  <a:cubicBezTo>
                    <a:pt x="-1981" y="147978"/>
                    <a:pt x="-1981" y="135183"/>
                    <a:pt x="5940" y="127275"/>
                  </a:cubicBezTo>
                  <a:lnTo>
                    <a:pt x="120481" y="12918"/>
                  </a:lnTo>
                  <a:cubicBezTo>
                    <a:pt x="124442" y="8964"/>
                    <a:pt x="129626" y="6987"/>
                    <a:pt x="134810" y="6987"/>
                  </a:cubicBezTo>
                  <a:close/>
                  <a:moveTo>
                    <a:pt x="506336" y="0"/>
                  </a:moveTo>
                  <a:cubicBezTo>
                    <a:pt x="533396" y="0"/>
                    <a:pt x="558854" y="10488"/>
                    <a:pt x="577903" y="29599"/>
                  </a:cubicBezTo>
                  <a:cubicBezTo>
                    <a:pt x="597040" y="48710"/>
                    <a:pt x="607633" y="74131"/>
                    <a:pt x="607633" y="101153"/>
                  </a:cubicBezTo>
                  <a:cubicBezTo>
                    <a:pt x="607633" y="128175"/>
                    <a:pt x="597040" y="153507"/>
                    <a:pt x="577903" y="172618"/>
                  </a:cubicBezTo>
                  <a:lnTo>
                    <a:pt x="565975" y="184529"/>
                  </a:lnTo>
                  <a:lnTo>
                    <a:pt x="422752" y="41510"/>
                  </a:lnTo>
                  <a:lnTo>
                    <a:pt x="434680" y="29599"/>
                  </a:lnTo>
                  <a:cubicBezTo>
                    <a:pt x="453818" y="10488"/>
                    <a:pt x="479276" y="0"/>
                    <a:pt x="506336" y="0"/>
                  </a:cubicBezTo>
                  <a:close/>
                </a:path>
              </a:pathLst>
            </a:custGeom>
            <a:solidFill>
              <a:srgbClr val="FFFFFF"/>
            </a:solidFill>
            <a:ln w="9525">
              <a:noFill/>
              <a:round/>
              <a:headEnd/>
              <a:tailEnd/>
            </a:ln>
          </p:spPr>
          <p:txBody>
            <a:bodyPr lIns="91440" tIns="45720" rIns="91440" bIns="45720" anchor="ctr">
              <a:normAutofit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cs typeface="+mn-ea"/>
                <a:sym typeface="+mn-lt"/>
              </a:endParaRPr>
            </a:p>
          </p:txBody>
        </p:sp>
        <p:sp>
          <p:nvSpPr>
            <p:cNvPr id="12" name="Icon4">
              <a:extLst>
                <a:ext uri="{FF2B5EF4-FFF2-40B4-BE49-F238E27FC236}">
                  <a16:creationId xmlns:a16="http://schemas.microsoft.com/office/drawing/2014/main" id="{A0D8F4DD-C8B0-EBB4-841F-5B9ABC818785}"/>
                </a:ext>
              </a:extLst>
            </p:cNvPr>
            <p:cNvSpPr/>
            <p:nvPr/>
          </p:nvSpPr>
          <p:spPr bwMode="auto">
            <a:xfrm>
              <a:off x="10007116" y="2881139"/>
              <a:ext cx="419802" cy="387524"/>
            </a:xfrm>
            <a:custGeom>
              <a:avLst/>
              <a:gdLst>
                <a:gd name="T0" fmla="*/ 5649 w 6524"/>
                <a:gd name="T1" fmla="*/ 2879 h 6032"/>
                <a:gd name="T2" fmla="*/ 5197 w 6524"/>
                <a:gd name="T3" fmla="*/ 3005 h 6032"/>
                <a:gd name="T4" fmla="*/ 5035 w 6524"/>
                <a:gd name="T5" fmla="*/ 3008 h 6032"/>
                <a:gd name="T6" fmla="*/ 4954 w 6524"/>
                <a:gd name="T7" fmla="*/ 2868 h 6032"/>
                <a:gd name="T8" fmla="*/ 4954 w 6524"/>
                <a:gd name="T9" fmla="*/ 1826 h 6032"/>
                <a:gd name="T10" fmla="*/ 4659 w 6524"/>
                <a:gd name="T11" fmla="*/ 1537 h 6032"/>
                <a:gd name="T12" fmla="*/ 3382 w 6524"/>
                <a:gd name="T13" fmla="*/ 1537 h 6032"/>
                <a:gd name="T14" fmla="*/ 3244 w 6524"/>
                <a:gd name="T15" fmla="*/ 1458 h 6032"/>
                <a:gd name="T16" fmla="*/ 3242 w 6524"/>
                <a:gd name="T17" fmla="*/ 1299 h 6032"/>
                <a:gd name="T18" fmla="*/ 3351 w 6524"/>
                <a:gd name="T19" fmla="*/ 875 h 6032"/>
                <a:gd name="T20" fmla="*/ 2476 w 6524"/>
                <a:gd name="T21" fmla="*/ 0 h 6032"/>
                <a:gd name="T22" fmla="*/ 1601 w 6524"/>
                <a:gd name="T23" fmla="*/ 875 h 6032"/>
                <a:gd name="T24" fmla="*/ 1710 w 6524"/>
                <a:gd name="T25" fmla="*/ 1299 h 6032"/>
                <a:gd name="T26" fmla="*/ 1708 w 6524"/>
                <a:gd name="T27" fmla="*/ 1458 h 6032"/>
                <a:gd name="T28" fmla="*/ 1570 w 6524"/>
                <a:gd name="T29" fmla="*/ 1537 h 6032"/>
                <a:gd name="T30" fmla="*/ 294 w 6524"/>
                <a:gd name="T31" fmla="*/ 1537 h 6032"/>
                <a:gd name="T32" fmla="*/ 0 w 6524"/>
                <a:gd name="T33" fmla="*/ 1826 h 6032"/>
                <a:gd name="T34" fmla="*/ 0 w 6524"/>
                <a:gd name="T35" fmla="*/ 2842 h 6032"/>
                <a:gd name="T36" fmla="*/ 78 w 6524"/>
                <a:gd name="T37" fmla="*/ 2980 h 6032"/>
                <a:gd name="T38" fmla="*/ 236 w 6524"/>
                <a:gd name="T39" fmla="*/ 2983 h 6032"/>
                <a:gd name="T40" fmla="*/ 652 w 6524"/>
                <a:gd name="T41" fmla="*/ 2879 h 6032"/>
                <a:gd name="T42" fmla="*/ 1526 w 6524"/>
                <a:gd name="T43" fmla="*/ 3754 h 6032"/>
                <a:gd name="T44" fmla="*/ 652 w 6524"/>
                <a:gd name="T45" fmla="*/ 4628 h 6032"/>
                <a:gd name="T46" fmla="*/ 236 w 6524"/>
                <a:gd name="T47" fmla="*/ 4524 h 6032"/>
                <a:gd name="T48" fmla="*/ 78 w 6524"/>
                <a:gd name="T49" fmla="*/ 4527 h 6032"/>
                <a:gd name="T50" fmla="*/ 0 w 6524"/>
                <a:gd name="T51" fmla="*/ 4665 h 6032"/>
                <a:gd name="T52" fmla="*/ 0 w 6524"/>
                <a:gd name="T53" fmla="*/ 5741 h 6032"/>
                <a:gd name="T54" fmla="*/ 294 w 6524"/>
                <a:gd name="T55" fmla="*/ 6032 h 6032"/>
                <a:gd name="T56" fmla="*/ 4659 w 6524"/>
                <a:gd name="T57" fmla="*/ 6032 h 6032"/>
                <a:gd name="T58" fmla="*/ 4954 w 6524"/>
                <a:gd name="T59" fmla="*/ 5741 h 6032"/>
                <a:gd name="T60" fmla="*/ 4954 w 6524"/>
                <a:gd name="T61" fmla="*/ 4639 h 6032"/>
                <a:gd name="T62" fmla="*/ 5035 w 6524"/>
                <a:gd name="T63" fmla="*/ 4499 h 6032"/>
                <a:gd name="T64" fmla="*/ 5197 w 6524"/>
                <a:gd name="T65" fmla="*/ 4502 h 6032"/>
                <a:gd name="T66" fmla="*/ 5649 w 6524"/>
                <a:gd name="T67" fmla="*/ 4628 h 6032"/>
                <a:gd name="T68" fmla="*/ 6524 w 6524"/>
                <a:gd name="T69" fmla="*/ 3754 h 6032"/>
                <a:gd name="T70" fmla="*/ 5649 w 6524"/>
                <a:gd name="T71" fmla="*/ 2879 h 6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524" h="6032">
                  <a:moveTo>
                    <a:pt x="5649" y="2879"/>
                  </a:moveTo>
                  <a:cubicBezTo>
                    <a:pt x="5483" y="2879"/>
                    <a:pt x="5329" y="2925"/>
                    <a:pt x="5197" y="3005"/>
                  </a:cubicBezTo>
                  <a:cubicBezTo>
                    <a:pt x="5148" y="3035"/>
                    <a:pt x="5086" y="3036"/>
                    <a:pt x="5035" y="3008"/>
                  </a:cubicBezTo>
                  <a:cubicBezTo>
                    <a:pt x="4985" y="2979"/>
                    <a:pt x="4954" y="2926"/>
                    <a:pt x="4954" y="2868"/>
                  </a:cubicBezTo>
                  <a:lnTo>
                    <a:pt x="4954" y="1826"/>
                  </a:lnTo>
                  <a:cubicBezTo>
                    <a:pt x="4954" y="1666"/>
                    <a:pt x="4819" y="1537"/>
                    <a:pt x="4659" y="1537"/>
                  </a:cubicBezTo>
                  <a:lnTo>
                    <a:pt x="3382" y="1537"/>
                  </a:lnTo>
                  <a:cubicBezTo>
                    <a:pt x="3325" y="1537"/>
                    <a:pt x="3273" y="1507"/>
                    <a:pt x="3244" y="1458"/>
                  </a:cubicBezTo>
                  <a:cubicBezTo>
                    <a:pt x="3215" y="1409"/>
                    <a:pt x="3214" y="1349"/>
                    <a:pt x="3242" y="1299"/>
                  </a:cubicBezTo>
                  <a:cubicBezTo>
                    <a:pt x="3311" y="1173"/>
                    <a:pt x="3351" y="1028"/>
                    <a:pt x="3351" y="875"/>
                  </a:cubicBezTo>
                  <a:cubicBezTo>
                    <a:pt x="3351" y="392"/>
                    <a:pt x="2959" y="0"/>
                    <a:pt x="2476" y="0"/>
                  </a:cubicBezTo>
                  <a:cubicBezTo>
                    <a:pt x="1993" y="0"/>
                    <a:pt x="1601" y="392"/>
                    <a:pt x="1601" y="875"/>
                  </a:cubicBezTo>
                  <a:cubicBezTo>
                    <a:pt x="1601" y="1028"/>
                    <a:pt x="1641" y="1173"/>
                    <a:pt x="1710" y="1299"/>
                  </a:cubicBezTo>
                  <a:cubicBezTo>
                    <a:pt x="1738" y="1349"/>
                    <a:pt x="1737" y="1409"/>
                    <a:pt x="1708" y="1458"/>
                  </a:cubicBezTo>
                  <a:cubicBezTo>
                    <a:pt x="1679" y="1507"/>
                    <a:pt x="1627" y="1537"/>
                    <a:pt x="1570" y="1537"/>
                  </a:cubicBezTo>
                  <a:lnTo>
                    <a:pt x="294" y="1537"/>
                  </a:lnTo>
                  <a:cubicBezTo>
                    <a:pt x="133" y="1537"/>
                    <a:pt x="0" y="1666"/>
                    <a:pt x="0" y="1826"/>
                  </a:cubicBezTo>
                  <a:lnTo>
                    <a:pt x="0" y="2842"/>
                  </a:lnTo>
                  <a:cubicBezTo>
                    <a:pt x="0" y="2899"/>
                    <a:pt x="30" y="2951"/>
                    <a:pt x="78" y="2980"/>
                  </a:cubicBezTo>
                  <a:cubicBezTo>
                    <a:pt x="127" y="3009"/>
                    <a:pt x="187" y="3010"/>
                    <a:pt x="236" y="2983"/>
                  </a:cubicBezTo>
                  <a:cubicBezTo>
                    <a:pt x="360" y="2917"/>
                    <a:pt x="501" y="2879"/>
                    <a:pt x="652" y="2879"/>
                  </a:cubicBezTo>
                  <a:cubicBezTo>
                    <a:pt x="1135" y="2879"/>
                    <a:pt x="1526" y="3270"/>
                    <a:pt x="1526" y="3754"/>
                  </a:cubicBezTo>
                  <a:cubicBezTo>
                    <a:pt x="1526" y="4237"/>
                    <a:pt x="1135" y="4628"/>
                    <a:pt x="652" y="4628"/>
                  </a:cubicBezTo>
                  <a:cubicBezTo>
                    <a:pt x="501" y="4628"/>
                    <a:pt x="360" y="4590"/>
                    <a:pt x="236" y="4524"/>
                  </a:cubicBezTo>
                  <a:cubicBezTo>
                    <a:pt x="187" y="4497"/>
                    <a:pt x="127" y="4498"/>
                    <a:pt x="78" y="4527"/>
                  </a:cubicBezTo>
                  <a:cubicBezTo>
                    <a:pt x="30" y="4556"/>
                    <a:pt x="0" y="4608"/>
                    <a:pt x="0" y="4665"/>
                  </a:cubicBezTo>
                  <a:lnTo>
                    <a:pt x="0" y="5741"/>
                  </a:lnTo>
                  <a:cubicBezTo>
                    <a:pt x="0" y="5902"/>
                    <a:pt x="133" y="6032"/>
                    <a:pt x="294" y="6032"/>
                  </a:cubicBezTo>
                  <a:lnTo>
                    <a:pt x="4659" y="6032"/>
                  </a:lnTo>
                  <a:cubicBezTo>
                    <a:pt x="4819" y="6032"/>
                    <a:pt x="4954" y="5902"/>
                    <a:pt x="4954" y="5741"/>
                  </a:cubicBezTo>
                  <a:lnTo>
                    <a:pt x="4954" y="4639"/>
                  </a:lnTo>
                  <a:cubicBezTo>
                    <a:pt x="4954" y="4581"/>
                    <a:pt x="4985" y="4528"/>
                    <a:pt x="5035" y="4499"/>
                  </a:cubicBezTo>
                  <a:cubicBezTo>
                    <a:pt x="5086" y="4471"/>
                    <a:pt x="5148" y="4472"/>
                    <a:pt x="5197" y="4502"/>
                  </a:cubicBezTo>
                  <a:cubicBezTo>
                    <a:pt x="5329" y="4582"/>
                    <a:pt x="5483" y="4628"/>
                    <a:pt x="5649" y="4628"/>
                  </a:cubicBezTo>
                  <a:cubicBezTo>
                    <a:pt x="6132" y="4628"/>
                    <a:pt x="6524" y="4237"/>
                    <a:pt x="6524" y="3754"/>
                  </a:cubicBezTo>
                  <a:cubicBezTo>
                    <a:pt x="6524" y="3270"/>
                    <a:pt x="6132" y="2879"/>
                    <a:pt x="5649" y="2879"/>
                  </a:cubicBezTo>
                  <a:close/>
                </a:path>
              </a:pathLst>
            </a:custGeom>
            <a:solidFill>
              <a:srgbClr val="FFFFFF"/>
            </a:solidFill>
            <a:ln w="9525">
              <a:noFill/>
              <a:round/>
              <a:headEnd/>
              <a:tailEnd/>
            </a:ln>
          </p:spPr>
          <p:txBody>
            <a:bodyPr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cs typeface="+mn-ea"/>
                <a:sym typeface="+mn-lt"/>
              </a:endParaRPr>
            </a:p>
          </p:txBody>
        </p:sp>
        <p:grpSp>
          <p:nvGrpSpPr>
            <p:cNvPr id="13" name="组合 12">
              <a:extLst>
                <a:ext uri="{FF2B5EF4-FFF2-40B4-BE49-F238E27FC236}">
                  <a16:creationId xmlns:a16="http://schemas.microsoft.com/office/drawing/2014/main" id="{685FBA0B-896F-84DE-E0A0-32025E044169}"/>
                </a:ext>
              </a:extLst>
            </p:cNvPr>
            <p:cNvGrpSpPr/>
            <p:nvPr/>
          </p:nvGrpSpPr>
          <p:grpSpPr>
            <a:xfrm>
              <a:off x="717549" y="3370480"/>
              <a:ext cx="2489466" cy="2679095"/>
              <a:chOff x="717549" y="3370480"/>
              <a:chExt cx="2489466" cy="2679095"/>
            </a:xfrm>
          </p:grpSpPr>
          <p:sp>
            <p:nvSpPr>
              <p:cNvPr id="26" name="Number1">
                <a:extLst>
                  <a:ext uri="{FF2B5EF4-FFF2-40B4-BE49-F238E27FC236}">
                    <a16:creationId xmlns:a16="http://schemas.microsoft.com/office/drawing/2014/main" id="{741BC5DD-F7E8-E52E-A00B-FC2029A3C537}"/>
                  </a:ext>
                </a:extLst>
              </p:cNvPr>
              <p:cNvSpPr txBox="1"/>
              <p:nvPr/>
            </p:nvSpPr>
            <p:spPr>
              <a:xfrm>
                <a:off x="853960" y="3370480"/>
                <a:ext cx="2216648" cy="576002"/>
              </a:xfrm>
              <a:prstGeom prst="rect">
                <a:avLst/>
              </a:prstGeom>
              <a:noFill/>
            </p:spPr>
            <p:txBody>
              <a:bodyPr wrap="none" lIns="91440" tIns="45720" rIns="91440" bIns="45720"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a:solidFill>
                      <a:srgbClr val="FFFFFF"/>
                    </a:solidFill>
                    <a:cs typeface="+mn-ea"/>
                    <a:sym typeface="+mn-lt"/>
                  </a:rPr>
                  <a:t>01</a:t>
                </a:r>
                <a:endParaRPr lang="en-US" altLang="zh-CN" sz="2800" b="1" dirty="0">
                  <a:solidFill>
                    <a:srgbClr val="FFFFFF"/>
                  </a:solidFill>
                  <a:cs typeface="+mn-ea"/>
                  <a:sym typeface="+mn-lt"/>
                </a:endParaRPr>
              </a:p>
            </p:txBody>
          </p:sp>
          <p:sp>
            <p:nvSpPr>
              <p:cNvPr id="27" name="Text1">
                <a:extLst>
                  <a:ext uri="{FF2B5EF4-FFF2-40B4-BE49-F238E27FC236}">
                    <a16:creationId xmlns:a16="http://schemas.microsoft.com/office/drawing/2014/main" id="{B8F309DC-96F1-7A55-3F52-032A428A30BB}"/>
                  </a:ext>
                </a:extLst>
              </p:cNvPr>
              <p:cNvSpPr/>
              <p:nvPr/>
            </p:nvSpPr>
            <p:spPr bwMode="auto">
              <a:xfrm>
                <a:off x="717549" y="5020151"/>
                <a:ext cx="2489466" cy="1029424"/>
              </a:xfrm>
              <a:prstGeom prst="rect">
                <a:avLst/>
              </a:prstGeom>
              <a:noFill/>
              <a:ln>
                <a:noFill/>
              </a:ln>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ctr">
                  <a:lnSpc>
                    <a:spcPct val="120000"/>
                  </a:lnSpc>
                </a:pPr>
                <a:r>
                  <a:rPr lang="zh-CN" altLang="en-US" sz="1200" dirty="0">
                    <a:cs typeface="+mn-ea"/>
                    <a:sym typeface="+mn-lt"/>
                  </a:rPr>
                  <a:t>单击此处添加文本单击此处添加文本单击此处添加文本单击此处添加文本</a:t>
                </a:r>
                <a:endParaRPr lang="en-US" sz="1200" dirty="0">
                  <a:cs typeface="+mn-ea"/>
                  <a:sym typeface="+mn-lt"/>
                </a:endParaRPr>
              </a:p>
            </p:txBody>
          </p:sp>
          <p:sp>
            <p:nvSpPr>
              <p:cNvPr id="28" name="Bullet1">
                <a:extLst>
                  <a:ext uri="{FF2B5EF4-FFF2-40B4-BE49-F238E27FC236}">
                    <a16:creationId xmlns:a16="http://schemas.microsoft.com/office/drawing/2014/main" id="{116ABBC4-B396-1203-A5AC-39A90C2C9CD2}"/>
                  </a:ext>
                </a:extLst>
              </p:cNvPr>
              <p:cNvSpPr/>
              <p:nvPr/>
            </p:nvSpPr>
            <p:spPr bwMode="auto">
              <a:xfrm>
                <a:off x="717549" y="4336151"/>
                <a:ext cx="2489466" cy="684000"/>
              </a:xfrm>
              <a:prstGeom prst="rect">
                <a:avLst/>
              </a:prstGeom>
              <a:noFill/>
              <a:ln>
                <a:noFill/>
              </a:ln>
            </p:spPr>
            <p:txBody>
              <a:bodyPr wrap="square" lIns="91440" tIns="45720" rIns="91440" bIns="45720" anchor="b"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ctr"/>
                <a:r>
                  <a:rPr lang="zh-CN" altLang="en-US" b="1">
                    <a:cs typeface="+mn-ea"/>
                    <a:sym typeface="+mn-lt"/>
                  </a:rPr>
                  <a:t>单击添加小标题</a:t>
                </a:r>
                <a:endParaRPr lang="en-US" dirty="0">
                  <a:cs typeface="+mn-ea"/>
                  <a:sym typeface="+mn-lt"/>
                </a:endParaRPr>
              </a:p>
            </p:txBody>
          </p:sp>
        </p:grpSp>
        <p:grpSp>
          <p:nvGrpSpPr>
            <p:cNvPr id="14" name="组合 13">
              <a:extLst>
                <a:ext uri="{FF2B5EF4-FFF2-40B4-BE49-F238E27FC236}">
                  <a16:creationId xmlns:a16="http://schemas.microsoft.com/office/drawing/2014/main" id="{C1A61BEF-4823-F269-215C-77A82F3F1EDC}"/>
                </a:ext>
              </a:extLst>
            </p:cNvPr>
            <p:cNvGrpSpPr/>
            <p:nvPr/>
          </p:nvGrpSpPr>
          <p:grpSpPr>
            <a:xfrm>
              <a:off x="3469126" y="3370480"/>
              <a:ext cx="2489467" cy="2679095"/>
              <a:chOff x="3469126" y="3370480"/>
              <a:chExt cx="2489467" cy="2679095"/>
            </a:xfrm>
          </p:grpSpPr>
          <p:sp>
            <p:nvSpPr>
              <p:cNvPr id="23" name="Number2">
                <a:extLst>
                  <a:ext uri="{FF2B5EF4-FFF2-40B4-BE49-F238E27FC236}">
                    <a16:creationId xmlns:a16="http://schemas.microsoft.com/office/drawing/2014/main" id="{C0F20561-341D-9F3D-038A-172805FA9FA2}"/>
                  </a:ext>
                </a:extLst>
              </p:cNvPr>
              <p:cNvSpPr txBox="1"/>
              <p:nvPr/>
            </p:nvSpPr>
            <p:spPr>
              <a:xfrm>
                <a:off x="3605539" y="3370480"/>
                <a:ext cx="2216648" cy="576002"/>
              </a:xfrm>
              <a:prstGeom prst="rect">
                <a:avLst/>
              </a:prstGeom>
              <a:noFill/>
            </p:spPr>
            <p:txBody>
              <a:bodyPr wrap="none" lIns="91440" tIns="45720" rIns="91440" bIns="45720"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a:solidFill>
                      <a:srgbClr val="FFFFFF"/>
                    </a:solidFill>
                    <a:cs typeface="+mn-ea"/>
                    <a:sym typeface="+mn-lt"/>
                  </a:rPr>
                  <a:t>02</a:t>
                </a:r>
                <a:endParaRPr lang="en-US" altLang="zh-CN" sz="2800" b="1" dirty="0">
                  <a:solidFill>
                    <a:srgbClr val="FFFFFF"/>
                  </a:solidFill>
                  <a:cs typeface="+mn-ea"/>
                  <a:sym typeface="+mn-lt"/>
                </a:endParaRPr>
              </a:p>
            </p:txBody>
          </p:sp>
          <p:sp>
            <p:nvSpPr>
              <p:cNvPr id="24" name="Text2">
                <a:extLst>
                  <a:ext uri="{FF2B5EF4-FFF2-40B4-BE49-F238E27FC236}">
                    <a16:creationId xmlns:a16="http://schemas.microsoft.com/office/drawing/2014/main" id="{39DA7D67-D899-ADE3-8E0F-384FF52098BD}"/>
                  </a:ext>
                </a:extLst>
              </p:cNvPr>
              <p:cNvSpPr/>
              <p:nvPr/>
            </p:nvSpPr>
            <p:spPr bwMode="auto">
              <a:xfrm>
                <a:off x="3469127" y="5020151"/>
                <a:ext cx="2489466" cy="1029424"/>
              </a:xfrm>
              <a:prstGeom prst="rect">
                <a:avLst/>
              </a:prstGeom>
              <a:noFill/>
              <a:ln>
                <a:noFill/>
              </a:ln>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ctr">
                  <a:lnSpc>
                    <a:spcPct val="120000"/>
                  </a:lnSpc>
                </a:pPr>
                <a:r>
                  <a:rPr lang="zh-CN" altLang="en-US" sz="1200">
                    <a:cs typeface="+mn-ea"/>
                    <a:sym typeface="+mn-lt"/>
                  </a:rPr>
                  <a:t>单击此处添加文本单击此处添加文本单击此处添加文本单击此处添加文本</a:t>
                </a:r>
                <a:endParaRPr lang="en-US" sz="1200" dirty="0">
                  <a:cs typeface="+mn-ea"/>
                  <a:sym typeface="+mn-lt"/>
                </a:endParaRPr>
              </a:p>
            </p:txBody>
          </p:sp>
          <p:sp>
            <p:nvSpPr>
              <p:cNvPr id="25" name="Bullet2">
                <a:extLst>
                  <a:ext uri="{FF2B5EF4-FFF2-40B4-BE49-F238E27FC236}">
                    <a16:creationId xmlns:a16="http://schemas.microsoft.com/office/drawing/2014/main" id="{AF880F63-B48F-100F-6C77-365689DFC1B6}"/>
                  </a:ext>
                </a:extLst>
              </p:cNvPr>
              <p:cNvSpPr/>
              <p:nvPr/>
            </p:nvSpPr>
            <p:spPr bwMode="auto">
              <a:xfrm>
                <a:off x="3469126" y="4336151"/>
                <a:ext cx="2489466" cy="684000"/>
              </a:xfrm>
              <a:prstGeom prst="rect">
                <a:avLst/>
              </a:prstGeom>
              <a:noFill/>
              <a:ln>
                <a:noFill/>
              </a:ln>
            </p:spPr>
            <p:txBody>
              <a:bodyPr wrap="square" lIns="91440" tIns="45720" rIns="91440" bIns="45720" anchor="b"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ctr"/>
                <a:r>
                  <a:rPr lang="zh-CN" altLang="en-US" b="1">
                    <a:cs typeface="+mn-ea"/>
                    <a:sym typeface="+mn-lt"/>
                  </a:rPr>
                  <a:t>单击添加小标题</a:t>
                </a:r>
                <a:endParaRPr lang="en-US" dirty="0">
                  <a:cs typeface="+mn-ea"/>
                  <a:sym typeface="+mn-lt"/>
                </a:endParaRPr>
              </a:p>
            </p:txBody>
          </p:sp>
        </p:grpSp>
        <p:grpSp>
          <p:nvGrpSpPr>
            <p:cNvPr id="15" name="组合 14">
              <a:extLst>
                <a:ext uri="{FF2B5EF4-FFF2-40B4-BE49-F238E27FC236}">
                  <a16:creationId xmlns:a16="http://schemas.microsoft.com/office/drawing/2014/main" id="{9AA1C74E-6AC2-9E03-BDAD-E6001AB587B6}"/>
                </a:ext>
              </a:extLst>
            </p:cNvPr>
            <p:cNvGrpSpPr/>
            <p:nvPr/>
          </p:nvGrpSpPr>
          <p:grpSpPr>
            <a:xfrm>
              <a:off x="6220707" y="3370480"/>
              <a:ext cx="2489467" cy="2679095"/>
              <a:chOff x="6220707" y="3370480"/>
              <a:chExt cx="2489467" cy="2679095"/>
            </a:xfrm>
          </p:grpSpPr>
          <p:sp>
            <p:nvSpPr>
              <p:cNvPr id="20" name="Number3">
                <a:extLst>
                  <a:ext uri="{FF2B5EF4-FFF2-40B4-BE49-F238E27FC236}">
                    <a16:creationId xmlns:a16="http://schemas.microsoft.com/office/drawing/2014/main" id="{88A5E625-D0E8-446D-6611-79957AF9EAA7}"/>
                  </a:ext>
                </a:extLst>
              </p:cNvPr>
              <p:cNvSpPr txBox="1"/>
              <p:nvPr/>
            </p:nvSpPr>
            <p:spPr>
              <a:xfrm>
                <a:off x="6357117" y="3370480"/>
                <a:ext cx="2216648" cy="576002"/>
              </a:xfrm>
              <a:prstGeom prst="rect">
                <a:avLst/>
              </a:prstGeom>
              <a:noFill/>
            </p:spPr>
            <p:txBody>
              <a:bodyPr wrap="none" lIns="91440" tIns="45720" rIns="91440" bIns="45720"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a:solidFill>
                      <a:srgbClr val="FFFFFF"/>
                    </a:solidFill>
                    <a:cs typeface="+mn-ea"/>
                    <a:sym typeface="+mn-lt"/>
                  </a:rPr>
                  <a:t>03</a:t>
                </a:r>
                <a:endParaRPr lang="en-US" altLang="zh-CN" sz="2800" b="1" dirty="0">
                  <a:solidFill>
                    <a:srgbClr val="FFFFFF"/>
                  </a:solidFill>
                  <a:cs typeface="+mn-ea"/>
                  <a:sym typeface="+mn-lt"/>
                </a:endParaRPr>
              </a:p>
            </p:txBody>
          </p:sp>
          <p:sp>
            <p:nvSpPr>
              <p:cNvPr id="21" name="Text3">
                <a:extLst>
                  <a:ext uri="{FF2B5EF4-FFF2-40B4-BE49-F238E27FC236}">
                    <a16:creationId xmlns:a16="http://schemas.microsoft.com/office/drawing/2014/main" id="{26F480C2-5B13-CBFC-1ADB-E0D30C13463F}"/>
                  </a:ext>
                </a:extLst>
              </p:cNvPr>
              <p:cNvSpPr/>
              <p:nvPr/>
            </p:nvSpPr>
            <p:spPr bwMode="auto">
              <a:xfrm>
                <a:off x="6220707" y="5020151"/>
                <a:ext cx="2489466" cy="1029424"/>
              </a:xfrm>
              <a:prstGeom prst="rect">
                <a:avLst/>
              </a:prstGeom>
              <a:noFill/>
              <a:ln>
                <a:noFill/>
              </a:ln>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ctr">
                  <a:lnSpc>
                    <a:spcPct val="120000"/>
                  </a:lnSpc>
                </a:pPr>
                <a:r>
                  <a:rPr lang="zh-CN" altLang="en-US" sz="1200">
                    <a:cs typeface="+mn-ea"/>
                    <a:sym typeface="+mn-lt"/>
                  </a:rPr>
                  <a:t>单击此处添加文本单击此处添加文本单击此处添加文本单击此处添加文本</a:t>
                </a:r>
                <a:endParaRPr lang="en-US" sz="1200" dirty="0">
                  <a:cs typeface="+mn-ea"/>
                  <a:sym typeface="+mn-lt"/>
                </a:endParaRPr>
              </a:p>
            </p:txBody>
          </p:sp>
          <p:sp>
            <p:nvSpPr>
              <p:cNvPr id="22" name="Bullet3">
                <a:extLst>
                  <a:ext uri="{FF2B5EF4-FFF2-40B4-BE49-F238E27FC236}">
                    <a16:creationId xmlns:a16="http://schemas.microsoft.com/office/drawing/2014/main" id="{58D178EC-C0ED-D637-1E8E-CE645B310072}"/>
                  </a:ext>
                </a:extLst>
              </p:cNvPr>
              <p:cNvSpPr/>
              <p:nvPr/>
            </p:nvSpPr>
            <p:spPr bwMode="auto">
              <a:xfrm>
                <a:off x="6220708" y="4336151"/>
                <a:ext cx="2489466" cy="684000"/>
              </a:xfrm>
              <a:prstGeom prst="rect">
                <a:avLst/>
              </a:prstGeom>
              <a:noFill/>
              <a:ln>
                <a:noFill/>
              </a:ln>
            </p:spPr>
            <p:txBody>
              <a:bodyPr wrap="square" lIns="91440" tIns="45720" rIns="91440" bIns="45720" anchor="b"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ctr"/>
                <a:r>
                  <a:rPr lang="zh-CN" altLang="en-US" b="1">
                    <a:cs typeface="+mn-ea"/>
                    <a:sym typeface="+mn-lt"/>
                  </a:rPr>
                  <a:t>单击添加小标题</a:t>
                </a:r>
                <a:endParaRPr lang="en-US" dirty="0">
                  <a:cs typeface="+mn-ea"/>
                  <a:sym typeface="+mn-lt"/>
                </a:endParaRPr>
              </a:p>
            </p:txBody>
          </p:sp>
        </p:grpSp>
        <p:grpSp>
          <p:nvGrpSpPr>
            <p:cNvPr id="16" name="组合 15">
              <a:extLst>
                <a:ext uri="{FF2B5EF4-FFF2-40B4-BE49-F238E27FC236}">
                  <a16:creationId xmlns:a16="http://schemas.microsoft.com/office/drawing/2014/main" id="{64B23ADB-3105-68F3-7712-E65898C1A7EE}"/>
                </a:ext>
              </a:extLst>
            </p:cNvPr>
            <p:cNvGrpSpPr/>
            <p:nvPr/>
          </p:nvGrpSpPr>
          <p:grpSpPr>
            <a:xfrm>
              <a:off x="8972283" y="3370480"/>
              <a:ext cx="2489467" cy="2679095"/>
              <a:chOff x="8972283" y="3370480"/>
              <a:chExt cx="2489467" cy="2679095"/>
            </a:xfrm>
          </p:grpSpPr>
          <p:sp>
            <p:nvSpPr>
              <p:cNvPr id="17" name="Number4">
                <a:extLst>
                  <a:ext uri="{FF2B5EF4-FFF2-40B4-BE49-F238E27FC236}">
                    <a16:creationId xmlns:a16="http://schemas.microsoft.com/office/drawing/2014/main" id="{DA7E1A1B-5705-C374-EFEC-AE02979AEC57}"/>
                  </a:ext>
                </a:extLst>
              </p:cNvPr>
              <p:cNvSpPr txBox="1"/>
              <p:nvPr/>
            </p:nvSpPr>
            <p:spPr>
              <a:xfrm>
                <a:off x="9108697" y="3370480"/>
                <a:ext cx="2216648" cy="576002"/>
              </a:xfrm>
              <a:prstGeom prst="rect">
                <a:avLst/>
              </a:prstGeom>
              <a:noFill/>
            </p:spPr>
            <p:txBody>
              <a:bodyPr wrap="none" lIns="91440" tIns="45720" rIns="91440" bIns="45720"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a:solidFill>
                      <a:srgbClr val="FFFFFF"/>
                    </a:solidFill>
                    <a:cs typeface="+mn-ea"/>
                    <a:sym typeface="+mn-lt"/>
                  </a:rPr>
                  <a:t>04</a:t>
                </a:r>
                <a:endParaRPr lang="en-US" altLang="zh-CN" sz="2800" b="1" dirty="0">
                  <a:solidFill>
                    <a:srgbClr val="FFFFFF"/>
                  </a:solidFill>
                  <a:cs typeface="+mn-ea"/>
                  <a:sym typeface="+mn-lt"/>
                </a:endParaRPr>
              </a:p>
            </p:txBody>
          </p:sp>
          <p:sp>
            <p:nvSpPr>
              <p:cNvPr id="18" name="Text4">
                <a:extLst>
                  <a:ext uri="{FF2B5EF4-FFF2-40B4-BE49-F238E27FC236}">
                    <a16:creationId xmlns:a16="http://schemas.microsoft.com/office/drawing/2014/main" id="{CD6ED096-F991-201B-D05A-99172895C8E4}"/>
                  </a:ext>
                </a:extLst>
              </p:cNvPr>
              <p:cNvSpPr/>
              <p:nvPr/>
            </p:nvSpPr>
            <p:spPr bwMode="auto">
              <a:xfrm>
                <a:off x="8972284" y="5020151"/>
                <a:ext cx="2489466" cy="1029424"/>
              </a:xfrm>
              <a:prstGeom prst="rect">
                <a:avLst/>
              </a:prstGeom>
              <a:noFill/>
              <a:ln>
                <a:noFill/>
              </a:ln>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ctr">
                  <a:lnSpc>
                    <a:spcPct val="120000"/>
                  </a:lnSpc>
                </a:pPr>
                <a:r>
                  <a:rPr lang="zh-CN" altLang="en-US" sz="1200">
                    <a:cs typeface="+mn-ea"/>
                    <a:sym typeface="+mn-lt"/>
                  </a:rPr>
                  <a:t>单击此处添加文本单击此处添加文本单击此处添加文本单击此处添加文本</a:t>
                </a:r>
                <a:endParaRPr lang="en-US" sz="1200" dirty="0">
                  <a:cs typeface="+mn-ea"/>
                  <a:sym typeface="+mn-lt"/>
                </a:endParaRPr>
              </a:p>
            </p:txBody>
          </p:sp>
          <p:sp>
            <p:nvSpPr>
              <p:cNvPr id="19" name="Bullet4">
                <a:extLst>
                  <a:ext uri="{FF2B5EF4-FFF2-40B4-BE49-F238E27FC236}">
                    <a16:creationId xmlns:a16="http://schemas.microsoft.com/office/drawing/2014/main" id="{7994DD44-943D-15F1-2EDB-F04B63CC0CE8}"/>
                  </a:ext>
                </a:extLst>
              </p:cNvPr>
              <p:cNvSpPr/>
              <p:nvPr/>
            </p:nvSpPr>
            <p:spPr bwMode="auto">
              <a:xfrm>
                <a:off x="8972283" y="4336151"/>
                <a:ext cx="2489466" cy="684000"/>
              </a:xfrm>
              <a:prstGeom prst="rect">
                <a:avLst/>
              </a:prstGeom>
              <a:noFill/>
              <a:ln>
                <a:noFill/>
              </a:ln>
            </p:spPr>
            <p:txBody>
              <a:bodyPr wrap="square" lIns="91440" tIns="45720" rIns="91440" bIns="45720" anchor="b"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ctr"/>
                <a:r>
                  <a:rPr lang="zh-CN" altLang="en-US" b="1">
                    <a:cs typeface="+mn-ea"/>
                    <a:sym typeface="+mn-lt"/>
                  </a:rPr>
                  <a:t>单击添加小标题</a:t>
                </a:r>
                <a:endParaRPr lang="en-US" dirty="0">
                  <a:cs typeface="+mn-ea"/>
                  <a:sym typeface="+mn-lt"/>
                </a:endParaRPr>
              </a:p>
            </p:txBody>
          </p:sp>
        </p:grpSp>
      </p:grpSp>
      <p:sp>
        <p:nvSpPr>
          <p:cNvPr id="312" name="Title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a:sym typeface="+mn-lt"/>
              </a:rPr>
              <a:t>单击此处添加页面标题</a:t>
            </a:r>
            <a:endParaRPr lang="en-US" dirty="0">
              <a:sym typeface="+mn-lt"/>
            </a:endParaRPr>
          </a:p>
        </p:txBody>
      </p:sp>
    </p:spTree>
    <p:extLst>
      <p:ext uri="{BB962C8B-B14F-4D97-AF65-F5344CB8AC3E}">
        <p14:creationId xmlns:p14="http://schemas.microsoft.com/office/powerpoint/2010/main" val="3444466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C7968-07F5-85BF-1CEF-36D8257BF5C2}"/>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9589A36-5BEE-E5E0-C942-4D40D93BDB9F}"/>
              </a:ext>
            </a:extLst>
          </p:cNvPr>
          <p:cNvGrpSpPr/>
          <p:nvPr/>
        </p:nvGrpSpPr>
        <p:grpSpPr>
          <a:xfrm>
            <a:off x="0" y="1130300"/>
            <a:ext cx="12192000" cy="5003800"/>
            <a:chOff x="0" y="1130300"/>
            <a:chExt cx="12192000" cy="5003800"/>
          </a:xfrm>
        </p:grpSpPr>
        <p:sp>
          <p:nvSpPr>
            <p:cNvPr id="7" name="矩形: 圆角 6">
              <a:extLst>
                <a:ext uri="{FF2B5EF4-FFF2-40B4-BE49-F238E27FC236}">
                  <a16:creationId xmlns:a16="http://schemas.microsoft.com/office/drawing/2014/main" id="{E3686A06-EBAE-91AA-A438-612AE80732CB}"/>
                </a:ext>
              </a:extLst>
            </p:cNvPr>
            <p:cNvSpPr/>
            <p:nvPr/>
          </p:nvSpPr>
          <p:spPr>
            <a:xfrm>
              <a:off x="0" y="1130300"/>
              <a:ext cx="12192000" cy="1314450"/>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lnSpc>
                  <a:spcPct val="120000"/>
                </a:lnSpc>
              </a:pPr>
              <a:endParaRPr lang="zh-CN" altLang="en-US">
                <a:cs typeface="+mn-ea"/>
                <a:sym typeface="+mn-lt"/>
              </a:endParaRPr>
            </a:p>
          </p:txBody>
        </p:sp>
        <p:sp>
          <p:nvSpPr>
            <p:cNvPr id="8" name="Title">
              <a:extLst>
                <a:ext uri="{FF2B5EF4-FFF2-40B4-BE49-F238E27FC236}">
                  <a16:creationId xmlns:a16="http://schemas.microsoft.com/office/drawing/2014/main" id="{0BC37E2C-8321-7967-6F0D-8EB8D37D1CB9}"/>
                </a:ext>
              </a:extLst>
            </p:cNvPr>
            <p:cNvSpPr txBox="1"/>
            <p:nvPr/>
          </p:nvSpPr>
          <p:spPr>
            <a:xfrm>
              <a:off x="660399" y="1333500"/>
              <a:ext cx="4794251" cy="908050"/>
            </a:xfrm>
            <a:prstGeom prst="rect">
              <a:avLst/>
            </a:prstGeom>
            <a:noFill/>
            <a:ln>
              <a:noFill/>
            </a:ln>
          </p:spPr>
          <p:txBody>
            <a:bodyPr wrap="square" lIns="91440" tIns="45720" rIns="91440" bIns="45720" anchor="ctr" anchorCtr="0">
              <a:normAutofit/>
            </a:bodyPr>
            <a:lstStyle/>
            <a:p>
              <a:pPr marL="0" marR="0" lvl="0" indent="0" defTabSz="913765" rtl="0" eaLnBrk="1" fontAlgn="auto" latinLnBrk="0" hangingPunct="1">
                <a:buClrTx/>
                <a:buSzPct val="25000"/>
                <a:buFontTx/>
                <a:buNone/>
                <a:defRPr/>
              </a:pPr>
              <a:r>
                <a:rPr kumimoji="0" lang="zh-CN" altLang="en-US" sz="2400" b="1" i="0" u="none" strike="noStrike" kern="1200" cap="none" spc="0" normalizeH="0" baseline="0" noProof="0">
                  <a:ln>
                    <a:noFill/>
                  </a:ln>
                  <a:solidFill>
                    <a:srgbClr val="FFFFFF"/>
                  </a:solidFill>
                  <a:effectLst/>
                  <a:uLnTx/>
                  <a:uFillTx/>
                  <a:cs typeface="+mn-ea"/>
                  <a:sym typeface="+mn-lt"/>
                </a:rPr>
                <a:t>单击此处添加长一点的副标题</a:t>
              </a:r>
              <a:endParaRPr lang="en-US" sz="2400" dirty="0">
                <a:cs typeface="+mn-ea"/>
                <a:sym typeface="+mn-lt"/>
              </a:endParaRPr>
            </a:p>
          </p:txBody>
        </p:sp>
        <p:sp>
          <p:nvSpPr>
            <p:cNvPr id="9" name="椭圆 8">
              <a:extLst>
                <a:ext uri="{FF2B5EF4-FFF2-40B4-BE49-F238E27FC236}">
                  <a16:creationId xmlns:a16="http://schemas.microsoft.com/office/drawing/2014/main" id="{231FDD69-95BD-02EA-3F0A-6F2DD5A6F92E}"/>
                </a:ext>
              </a:extLst>
            </p:cNvPr>
            <p:cNvSpPr/>
            <p:nvPr/>
          </p:nvSpPr>
          <p:spPr>
            <a:xfrm>
              <a:off x="5831840" y="5720080"/>
              <a:ext cx="94206" cy="9420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lnSpc>
                  <a:spcPct val="120000"/>
                </a:lnSpc>
              </a:pPr>
              <a:endParaRPr lang="zh-CN" altLang="en-US">
                <a:cs typeface="+mn-ea"/>
                <a:sym typeface="+mn-lt"/>
              </a:endParaRPr>
            </a:p>
          </p:txBody>
        </p:sp>
        <p:sp>
          <p:nvSpPr>
            <p:cNvPr id="10" name="椭圆 9">
              <a:extLst>
                <a:ext uri="{FF2B5EF4-FFF2-40B4-BE49-F238E27FC236}">
                  <a16:creationId xmlns:a16="http://schemas.microsoft.com/office/drawing/2014/main" id="{3E675A1C-E7A8-156A-B3DC-B55128B5381C}"/>
                </a:ext>
              </a:extLst>
            </p:cNvPr>
            <p:cNvSpPr/>
            <p:nvPr/>
          </p:nvSpPr>
          <p:spPr>
            <a:xfrm>
              <a:off x="5980317" y="5720080"/>
              <a:ext cx="94206" cy="9420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lnSpc>
                  <a:spcPct val="120000"/>
                </a:lnSpc>
              </a:pPr>
              <a:endParaRPr lang="zh-CN" altLang="en-US">
                <a:cs typeface="+mn-ea"/>
                <a:sym typeface="+mn-lt"/>
              </a:endParaRPr>
            </a:p>
          </p:txBody>
        </p:sp>
        <p:sp>
          <p:nvSpPr>
            <p:cNvPr id="11" name="椭圆 10">
              <a:extLst>
                <a:ext uri="{FF2B5EF4-FFF2-40B4-BE49-F238E27FC236}">
                  <a16:creationId xmlns:a16="http://schemas.microsoft.com/office/drawing/2014/main" id="{A3A97D63-8379-2023-C0D2-8CE447F84B96}"/>
                </a:ext>
              </a:extLst>
            </p:cNvPr>
            <p:cNvSpPr/>
            <p:nvPr/>
          </p:nvSpPr>
          <p:spPr>
            <a:xfrm>
              <a:off x="6128794" y="5720080"/>
              <a:ext cx="94206" cy="9420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lnSpc>
                  <a:spcPct val="120000"/>
                </a:lnSpc>
              </a:pPr>
              <a:endParaRPr lang="zh-CN" altLang="en-US">
                <a:cs typeface="+mn-ea"/>
                <a:sym typeface="+mn-lt"/>
              </a:endParaRPr>
            </a:p>
          </p:txBody>
        </p:sp>
        <p:sp>
          <p:nvSpPr>
            <p:cNvPr id="12" name="椭圆 11">
              <a:extLst>
                <a:ext uri="{FF2B5EF4-FFF2-40B4-BE49-F238E27FC236}">
                  <a16:creationId xmlns:a16="http://schemas.microsoft.com/office/drawing/2014/main" id="{3236E717-B8EF-87E1-05CD-D18D9B4DB902}"/>
                </a:ext>
              </a:extLst>
            </p:cNvPr>
            <p:cNvSpPr/>
            <p:nvPr/>
          </p:nvSpPr>
          <p:spPr>
            <a:xfrm>
              <a:off x="755650" y="3099558"/>
              <a:ext cx="114300" cy="1143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a:cs typeface="+mn-ea"/>
                <a:sym typeface="+mn-lt"/>
              </a:endParaRPr>
            </a:p>
          </p:txBody>
        </p:sp>
        <p:sp>
          <p:nvSpPr>
            <p:cNvPr id="14" name="椭圆 13">
              <a:extLst>
                <a:ext uri="{FF2B5EF4-FFF2-40B4-BE49-F238E27FC236}">
                  <a16:creationId xmlns:a16="http://schemas.microsoft.com/office/drawing/2014/main" id="{03FA5586-06D2-4013-691F-71310F912DEC}"/>
                </a:ext>
              </a:extLst>
            </p:cNvPr>
            <p:cNvSpPr/>
            <p:nvPr/>
          </p:nvSpPr>
          <p:spPr>
            <a:xfrm>
              <a:off x="755650" y="5115683"/>
              <a:ext cx="114300" cy="1143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25000" lnSpcReduction="20000"/>
            </a:bodyPr>
            <a:lstStyle/>
            <a:p>
              <a:pPr algn="ctr"/>
              <a:endParaRPr lang="zh-CN" altLang="en-US">
                <a:cs typeface="+mn-ea"/>
                <a:sym typeface="+mn-lt"/>
              </a:endParaRPr>
            </a:p>
          </p:txBody>
        </p:sp>
        <p:sp>
          <p:nvSpPr>
            <p:cNvPr id="23" name="Picture1">
              <a:extLst>
                <a:ext uri="{FF2B5EF4-FFF2-40B4-BE49-F238E27FC236}">
                  <a16:creationId xmlns:a16="http://schemas.microsoft.com/office/drawing/2014/main" id="{9197AEB7-FFB6-4982-B07D-CA3A9E09F265}"/>
                </a:ext>
              </a:extLst>
            </p:cNvPr>
            <p:cNvSpPr/>
            <p:nvPr/>
          </p:nvSpPr>
          <p:spPr>
            <a:xfrm>
              <a:off x="5831840" y="1130300"/>
              <a:ext cx="2730500" cy="4389922"/>
            </a:xfrm>
            <a:prstGeom prst="roundRect">
              <a:avLst>
                <a:gd name="adj" fmla="val 13600"/>
              </a:avLst>
            </a:prstGeom>
            <a:blipFill>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lnSpc>
                  <a:spcPct val="120000"/>
                </a:lnSpc>
              </a:pPr>
              <a:endParaRPr lang="zh-CN" altLang="en-US">
                <a:cs typeface="+mn-ea"/>
                <a:sym typeface="+mn-lt"/>
              </a:endParaRPr>
            </a:p>
          </p:txBody>
        </p:sp>
        <p:sp>
          <p:nvSpPr>
            <p:cNvPr id="24" name="Picture2">
              <a:extLst>
                <a:ext uri="{FF2B5EF4-FFF2-40B4-BE49-F238E27FC236}">
                  <a16:creationId xmlns:a16="http://schemas.microsoft.com/office/drawing/2014/main" id="{4B5659E5-F3D5-8ABD-62E6-1B9415A1E889}"/>
                </a:ext>
              </a:extLst>
            </p:cNvPr>
            <p:cNvSpPr/>
            <p:nvPr/>
          </p:nvSpPr>
          <p:spPr>
            <a:xfrm>
              <a:off x="8788400" y="1744178"/>
              <a:ext cx="2730500" cy="4389922"/>
            </a:xfrm>
            <a:prstGeom prst="roundRect">
              <a:avLst>
                <a:gd name="adj" fmla="val 13600"/>
              </a:avLst>
            </a:prstGeom>
            <a:blipFill>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lnSpc>
                  <a:spcPct val="120000"/>
                </a:lnSpc>
              </a:pPr>
              <a:endParaRPr lang="zh-CN" altLang="en-US">
                <a:cs typeface="+mn-ea"/>
                <a:sym typeface="+mn-lt"/>
              </a:endParaRPr>
            </a:p>
          </p:txBody>
        </p:sp>
        <p:grpSp>
          <p:nvGrpSpPr>
            <p:cNvPr id="25" name="组合 24">
              <a:extLst>
                <a:ext uri="{FF2B5EF4-FFF2-40B4-BE49-F238E27FC236}">
                  <a16:creationId xmlns:a16="http://schemas.microsoft.com/office/drawing/2014/main" id="{5A4E25C8-2C13-FFB7-2B57-F51B3E092BBD}"/>
                </a:ext>
              </a:extLst>
            </p:cNvPr>
            <p:cNvGrpSpPr/>
            <p:nvPr/>
          </p:nvGrpSpPr>
          <p:grpSpPr>
            <a:xfrm>
              <a:off x="985520" y="2608474"/>
              <a:ext cx="4469129" cy="1517644"/>
              <a:chOff x="985520" y="2608474"/>
              <a:chExt cx="4469129" cy="1517644"/>
            </a:xfrm>
          </p:grpSpPr>
          <p:sp>
            <p:nvSpPr>
              <p:cNvPr id="31" name="Text1">
                <a:extLst>
                  <a:ext uri="{FF2B5EF4-FFF2-40B4-BE49-F238E27FC236}">
                    <a16:creationId xmlns:a16="http://schemas.microsoft.com/office/drawing/2014/main" id="{6F9776CD-B0D2-0EF9-29A5-8AE9BFF7AD1C}"/>
                  </a:ext>
                </a:extLst>
              </p:cNvPr>
              <p:cNvSpPr/>
              <p:nvPr/>
            </p:nvSpPr>
            <p:spPr>
              <a:xfrm>
                <a:off x="985520" y="3349339"/>
                <a:ext cx="4469129" cy="7767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sz="1200" dirty="0">
                  <a:cs typeface="+mn-ea"/>
                  <a:sym typeface="+mn-lt"/>
                </a:endParaRPr>
              </a:p>
            </p:txBody>
          </p:sp>
          <p:sp>
            <p:nvSpPr>
              <p:cNvPr id="32" name="Bullet1">
                <a:extLst>
                  <a:ext uri="{FF2B5EF4-FFF2-40B4-BE49-F238E27FC236}">
                    <a16:creationId xmlns:a16="http://schemas.microsoft.com/office/drawing/2014/main" id="{49E62E7C-8DBD-B93E-9903-F574F5DA1067}"/>
                  </a:ext>
                </a:extLst>
              </p:cNvPr>
              <p:cNvSpPr>
                <a:spLocks/>
              </p:cNvSpPr>
              <p:nvPr/>
            </p:nvSpPr>
            <p:spPr>
              <a:xfrm>
                <a:off x="985520" y="2608474"/>
                <a:ext cx="4469129" cy="7408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a:solidFill>
                      <a:schemeClr val="tx1"/>
                    </a:solidFill>
                    <a:cs typeface="+mn-ea"/>
                    <a:sym typeface="+mn-lt"/>
                  </a:rPr>
                  <a:t>单击添加小标题</a:t>
                </a:r>
                <a:endParaRPr lang="en-US" dirty="0">
                  <a:cs typeface="+mn-ea"/>
                  <a:sym typeface="+mn-lt"/>
                </a:endParaRPr>
              </a:p>
            </p:txBody>
          </p:sp>
        </p:grpSp>
        <p:grpSp>
          <p:nvGrpSpPr>
            <p:cNvPr id="26" name="组合 25">
              <a:extLst>
                <a:ext uri="{FF2B5EF4-FFF2-40B4-BE49-F238E27FC236}">
                  <a16:creationId xmlns:a16="http://schemas.microsoft.com/office/drawing/2014/main" id="{C3FC6D00-0AFE-9583-8605-AC74DE334ACE}"/>
                </a:ext>
              </a:extLst>
            </p:cNvPr>
            <p:cNvGrpSpPr/>
            <p:nvPr/>
          </p:nvGrpSpPr>
          <p:grpSpPr>
            <a:xfrm>
              <a:off x="985520" y="4616454"/>
              <a:ext cx="4469129" cy="1517646"/>
              <a:chOff x="985520" y="4616454"/>
              <a:chExt cx="4469129" cy="1517646"/>
            </a:xfrm>
          </p:grpSpPr>
          <p:sp>
            <p:nvSpPr>
              <p:cNvPr id="27" name="Text2">
                <a:extLst>
                  <a:ext uri="{FF2B5EF4-FFF2-40B4-BE49-F238E27FC236}">
                    <a16:creationId xmlns:a16="http://schemas.microsoft.com/office/drawing/2014/main" id="{2DD87A5F-7900-19F3-2DED-216986D82B73}"/>
                  </a:ext>
                </a:extLst>
              </p:cNvPr>
              <p:cNvSpPr/>
              <p:nvPr/>
            </p:nvSpPr>
            <p:spPr>
              <a:xfrm>
                <a:off x="985520" y="5357321"/>
                <a:ext cx="4469129" cy="7767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chemeClr val="tx1"/>
                    </a:solidFill>
                    <a:cs typeface="+mn-ea"/>
                    <a:sym typeface="+mn-lt"/>
                  </a:rPr>
                  <a:t>单击此处添加文本单击此处添加文本单击此处添加文本单击此处添加文本</a:t>
                </a:r>
                <a:endParaRPr lang="en-US" sz="1200" dirty="0">
                  <a:cs typeface="+mn-ea"/>
                  <a:sym typeface="+mn-lt"/>
                </a:endParaRPr>
              </a:p>
            </p:txBody>
          </p:sp>
          <p:sp>
            <p:nvSpPr>
              <p:cNvPr id="30" name="Bullet2">
                <a:extLst>
                  <a:ext uri="{FF2B5EF4-FFF2-40B4-BE49-F238E27FC236}">
                    <a16:creationId xmlns:a16="http://schemas.microsoft.com/office/drawing/2014/main" id="{E27AA6A7-0C11-59F8-8AC0-326C42BA6A4F}"/>
                  </a:ext>
                </a:extLst>
              </p:cNvPr>
              <p:cNvSpPr>
                <a:spLocks/>
              </p:cNvSpPr>
              <p:nvPr/>
            </p:nvSpPr>
            <p:spPr>
              <a:xfrm>
                <a:off x="985520" y="4616454"/>
                <a:ext cx="4469129" cy="7408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a:solidFill>
                      <a:schemeClr val="tx1"/>
                    </a:solidFill>
                    <a:cs typeface="+mn-ea"/>
                    <a:sym typeface="+mn-lt"/>
                  </a:rPr>
                  <a:t>单击添加小标题</a:t>
                </a:r>
                <a:endParaRPr lang="en-US" dirty="0">
                  <a:cs typeface="+mn-ea"/>
                  <a:sym typeface="+mn-lt"/>
                </a:endParaRPr>
              </a:p>
            </p:txBody>
          </p:sp>
        </p:grpSp>
      </p:grpSp>
      <p:sp>
        <p:nvSpPr>
          <p:cNvPr id="35" name="Title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a:sym typeface="+mn-lt"/>
              </a:rPr>
              <a:t>单击此处添加页面标题</a:t>
            </a:r>
            <a:endParaRPr lang="en-US" dirty="0">
              <a:sym typeface="+mn-lt"/>
            </a:endParaRPr>
          </a:p>
        </p:txBody>
      </p:sp>
    </p:spTree>
    <p:extLst>
      <p:ext uri="{BB962C8B-B14F-4D97-AF65-F5344CB8AC3E}">
        <p14:creationId xmlns:p14="http://schemas.microsoft.com/office/powerpoint/2010/main" val="4016354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999EC-1C7D-26D6-2E3E-83C67F81EE9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1FEFBA73-A482-F67B-06B6-01FDF1780D80}"/>
              </a:ext>
            </a:extLst>
          </p:cNvPr>
          <p:cNvGrpSpPr/>
          <p:nvPr/>
        </p:nvGrpSpPr>
        <p:grpSpPr>
          <a:xfrm>
            <a:off x="660400" y="1121789"/>
            <a:ext cx="10858500" cy="5012311"/>
            <a:chOff x="660400" y="1121789"/>
            <a:chExt cx="10858500" cy="5012311"/>
          </a:xfrm>
        </p:grpSpPr>
        <p:sp>
          <p:nvSpPr>
            <p:cNvPr id="3" name="矩形: 圆角 2">
              <a:extLst>
                <a:ext uri="{FF2B5EF4-FFF2-40B4-BE49-F238E27FC236}">
                  <a16:creationId xmlns:a16="http://schemas.microsoft.com/office/drawing/2014/main" id="{29E79F8E-2B27-521D-F176-0ACC34256109}"/>
                </a:ext>
              </a:extLst>
            </p:cNvPr>
            <p:cNvSpPr/>
            <p:nvPr/>
          </p:nvSpPr>
          <p:spPr>
            <a:xfrm>
              <a:off x="660400" y="3839581"/>
              <a:ext cx="10858500" cy="2294519"/>
            </a:xfrm>
            <a:prstGeom prst="roundRect">
              <a:avLst>
                <a:gd name="adj" fmla="val 9983"/>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4" name="Title">
              <a:extLst>
                <a:ext uri="{FF2B5EF4-FFF2-40B4-BE49-F238E27FC236}">
                  <a16:creationId xmlns:a16="http://schemas.microsoft.com/office/drawing/2014/main" id="{1459683A-1738-13A0-5652-F32D52C7BF5E}"/>
                </a:ext>
              </a:extLst>
            </p:cNvPr>
            <p:cNvSpPr>
              <a:spLocks/>
            </p:cNvSpPr>
            <p:nvPr/>
          </p:nvSpPr>
          <p:spPr>
            <a:xfrm>
              <a:off x="991870" y="1130300"/>
              <a:ext cx="5104130" cy="24460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r>
                <a:rPr kumimoji="1" lang="zh-CN" altLang="en-US" sz="2400" b="1">
                  <a:solidFill>
                    <a:schemeClr val="tx1"/>
                  </a:solidFill>
                  <a:cs typeface="+mn-ea"/>
                  <a:sym typeface="+mn-lt"/>
                </a:rPr>
                <a:t>单击此处添加长一点的副标题</a:t>
              </a:r>
              <a:endParaRPr lang="en-US" sz="2400" dirty="0">
                <a:solidFill>
                  <a:schemeClr val="tx1"/>
                </a:solidFill>
                <a:cs typeface="+mn-ea"/>
                <a:sym typeface="+mn-lt"/>
              </a:endParaRPr>
            </a:p>
          </p:txBody>
        </p:sp>
        <p:sp>
          <p:nvSpPr>
            <p:cNvPr id="5" name="矩形: 圆角 4">
              <a:extLst>
                <a:ext uri="{FF2B5EF4-FFF2-40B4-BE49-F238E27FC236}">
                  <a16:creationId xmlns:a16="http://schemas.microsoft.com/office/drawing/2014/main" id="{049D0B44-478F-102A-A8C1-51E27A0ECF0B}"/>
                </a:ext>
              </a:extLst>
            </p:cNvPr>
            <p:cNvSpPr/>
            <p:nvPr userDrawn="1"/>
          </p:nvSpPr>
          <p:spPr>
            <a:xfrm>
              <a:off x="10903089" y="1130300"/>
              <a:ext cx="615811" cy="28701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47500" lnSpcReduction="20000"/>
            </a:bodyPr>
            <a:lstStyle/>
            <a:p>
              <a:pPr algn="ctr"/>
              <a:endParaRPr lang="zh-CN" altLang="en-US">
                <a:cs typeface="+mn-ea"/>
                <a:sym typeface="+mn-lt"/>
              </a:endParaRPr>
            </a:p>
          </p:txBody>
        </p:sp>
        <p:sp>
          <p:nvSpPr>
            <p:cNvPr id="6" name="任意多边形: 形状 5">
              <a:extLst>
                <a:ext uri="{FF2B5EF4-FFF2-40B4-BE49-F238E27FC236}">
                  <a16:creationId xmlns:a16="http://schemas.microsoft.com/office/drawing/2014/main" id="{4CCBD19F-3C40-992F-3124-520311E755AB}"/>
                </a:ext>
              </a:extLst>
            </p:cNvPr>
            <p:cNvSpPr/>
            <p:nvPr userDrawn="1"/>
          </p:nvSpPr>
          <p:spPr>
            <a:xfrm>
              <a:off x="11078182" y="1201371"/>
              <a:ext cx="265625" cy="144870"/>
            </a:xfrm>
            <a:custGeom>
              <a:avLst/>
              <a:gdLst>
                <a:gd name="csX0" fmla="*/ 134025 w 487301"/>
                <a:gd name="csY0" fmla="*/ 1 h 265771"/>
                <a:gd name="csX1" fmla="*/ 149602 w 487301"/>
                <a:gd name="csY1" fmla="*/ 6601 h 265771"/>
                <a:gd name="csX2" fmla="*/ 149334 w 487301"/>
                <a:gd name="csY2" fmla="*/ 37926 h 265771"/>
                <a:gd name="csX3" fmla="*/ 75802 w 487301"/>
                <a:gd name="csY3" fmla="*/ 110321 h 265771"/>
                <a:gd name="csX4" fmla="*/ 465328 w 487301"/>
                <a:gd name="csY4" fmla="*/ 113061 h 265771"/>
                <a:gd name="csX5" fmla="*/ 487301 w 487301"/>
                <a:gd name="csY5" fmla="*/ 135379 h 265771"/>
                <a:gd name="csX6" fmla="*/ 480588 w 487301"/>
                <a:gd name="csY6" fmla="*/ 150995 h 265771"/>
                <a:gd name="csX7" fmla="*/ 464949 w 487301"/>
                <a:gd name="csY7" fmla="*/ 157385 h 265771"/>
                <a:gd name="csX8" fmla="*/ 75423 w 487301"/>
                <a:gd name="csY8" fmla="*/ 154645 h 265771"/>
                <a:gd name="csX9" fmla="*/ 147708 w 487301"/>
                <a:gd name="csY9" fmla="*/ 228066 h 265771"/>
                <a:gd name="csX10" fmla="*/ 147440 w 487301"/>
                <a:gd name="csY10" fmla="*/ 259391 h 265771"/>
                <a:gd name="csX11" fmla="*/ 116115 w 487301"/>
                <a:gd name="csY11" fmla="*/ 259171 h 265771"/>
                <a:gd name="csX12" fmla="*/ 6328 w 487301"/>
                <a:gd name="csY12" fmla="*/ 147659 h 265771"/>
                <a:gd name="csX13" fmla="*/ 6596 w 487301"/>
                <a:gd name="csY13" fmla="*/ 116334 h 265771"/>
                <a:gd name="csX14" fmla="*/ 118277 w 487301"/>
                <a:gd name="csY14" fmla="*/ 6381 h 265771"/>
                <a:gd name="csX15" fmla="*/ 134025 w 487301"/>
                <a:gd name="csY15" fmla="*/ 1 h 2657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487301" h="265771">
                  <a:moveTo>
                    <a:pt x="134025" y="1"/>
                  </a:moveTo>
                  <a:cubicBezTo>
                    <a:pt x="139692" y="51"/>
                    <a:pt x="145332" y="2264"/>
                    <a:pt x="149602" y="6601"/>
                  </a:cubicBezTo>
                  <a:cubicBezTo>
                    <a:pt x="158143" y="15276"/>
                    <a:pt x="158101" y="29294"/>
                    <a:pt x="149334" y="37926"/>
                  </a:cubicBezTo>
                  <a:lnTo>
                    <a:pt x="75802" y="110321"/>
                  </a:lnTo>
                  <a:lnTo>
                    <a:pt x="465328" y="113061"/>
                  </a:lnTo>
                  <a:cubicBezTo>
                    <a:pt x="477545" y="113147"/>
                    <a:pt x="487405" y="123162"/>
                    <a:pt x="487301" y="135379"/>
                  </a:cubicBezTo>
                  <a:cubicBezTo>
                    <a:pt x="487248" y="141487"/>
                    <a:pt x="484696" y="146951"/>
                    <a:pt x="480588" y="150995"/>
                  </a:cubicBezTo>
                  <a:cubicBezTo>
                    <a:pt x="476560" y="154961"/>
                    <a:pt x="471057" y="157428"/>
                    <a:pt x="464949" y="157385"/>
                  </a:cubicBezTo>
                  <a:lnTo>
                    <a:pt x="75423" y="154645"/>
                  </a:lnTo>
                  <a:lnTo>
                    <a:pt x="147708" y="228066"/>
                  </a:lnTo>
                  <a:cubicBezTo>
                    <a:pt x="156326" y="236820"/>
                    <a:pt x="156128" y="250837"/>
                    <a:pt x="147440" y="259391"/>
                  </a:cubicBezTo>
                  <a:cubicBezTo>
                    <a:pt x="138752" y="267945"/>
                    <a:pt x="124733" y="267924"/>
                    <a:pt x="116115" y="259171"/>
                  </a:cubicBezTo>
                  <a:lnTo>
                    <a:pt x="6328" y="147659"/>
                  </a:lnTo>
                  <a:cubicBezTo>
                    <a:pt x="-2212" y="138984"/>
                    <a:pt x="-2092" y="124888"/>
                    <a:pt x="6596" y="116334"/>
                  </a:cubicBezTo>
                  <a:lnTo>
                    <a:pt x="118277" y="6381"/>
                  </a:lnTo>
                  <a:cubicBezTo>
                    <a:pt x="122661" y="2065"/>
                    <a:pt x="128357" y="-48"/>
                    <a:pt x="134025" y="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fontScale="25000" lnSpcReduction="20000"/>
            </a:bodyPr>
            <a:lstStyle/>
            <a:p>
              <a:pPr lvl="0" algn="ctr"/>
              <a:endParaRPr lang="zh-CN" altLang="en-US">
                <a:cs typeface="+mn-ea"/>
                <a:sym typeface="+mn-lt"/>
              </a:endParaRPr>
            </a:p>
          </p:txBody>
        </p:sp>
        <p:pic>
          <p:nvPicPr>
            <p:cNvPr id="7" name="图片 6">
              <a:extLst>
                <a:ext uri="{FF2B5EF4-FFF2-40B4-BE49-F238E27FC236}">
                  <a16:creationId xmlns:a16="http://schemas.microsoft.com/office/drawing/2014/main" id="{101BD27C-F05A-E368-5432-D7941F82B0F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705600" y="1121789"/>
              <a:ext cx="4578350" cy="2717792"/>
            </a:xfrm>
            <a:prstGeom prst="rect">
              <a:avLst/>
            </a:prstGeom>
          </p:spPr>
        </p:pic>
        <p:grpSp>
          <p:nvGrpSpPr>
            <p:cNvPr id="8" name="组合 7">
              <a:extLst>
                <a:ext uri="{FF2B5EF4-FFF2-40B4-BE49-F238E27FC236}">
                  <a16:creationId xmlns:a16="http://schemas.microsoft.com/office/drawing/2014/main" id="{1AA4DA1A-F820-827F-0326-EA07A7FD2F96}"/>
                </a:ext>
              </a:extLst>
            </p:cNvPr>
            <p:cNvGrpSpPr/>
            <p:nvPr/>
          </p:nvGrpSpPr>
          <p:grpSpPr>
            <a:xfrm>
              <a:off x="991870" y="4029736"/>
              <a:ext cx="2875280" cy="1818614"/>
              <a:chOff x="991870" y="4029736"/>
              <a:chExt cx="2875280" cy="1818614"/>
            </a:xfrm>
          </p:grpSpPr>
          <p:sp>
            <p:nvSpPr>
              <p:cNvPr id="20" name="Number1">
                <a:extLst>
                  <a:ext uri="{FF2B5EF4-FFF2-40B4-BE49-F238E27FC236}">
                    <a16:creationId xmlns:a16="http://schemas.microsoft.com/office/drawing/2014/main" id="{A67A08FB-2207-FCB8-7BFD-1374C3800E04}"/>
                  </a:ext>
                </a:extLst>
              </p:cNvPr>
              <p:cNvSpPr txBox="1"/>
              <p:nvPr/>
            </p:nvSpPr>
            <p:spPr>
              <a:xfrm>
                <a:off x="991870" y="4029736"/>
                <a:ext cx="2875280" cy="546100"/>
              </a:xfrm>
              <a:prstGeom prst="rect">
                <a:avLst/>
              </a:prstGeom>
              <a:noFill/>
              <a:ln>
                <a:noFill/>
              </a:ln>
            </p:spPr>
            <p:txBody>
              <a:bodyPr wrap="none" lIns="91440" tIns="45720" rIns="91440" bIns="45720" anchor="b"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r>
                  <a:rPr lang="de-DE" altLang="zh-CN" sz="2000" b="1">
                    <a:solidFill>
                      <a:srgbClr val="FFFFFF"/>
                    </a:solidFill>
                    <a:latin typeface="+mn-lt"/>
                    <a:ea typeface="+mn-ea"/>
                    <a:cs typeface="+mn-ea"/>
                    <a:sym typeface="+mn-lt"/>
                  </a:rPr>
                  <a:t>01.</a:t>
                </a:r>
                <a:endParaRPr lang="de-DE" altLang="zh-CN" sz="2000" dirty="0">
                  <a:solidFill>
                    <a:srgbClr val="FFFFFF"/>
                  </a:solidFill>
                  <a:latin typeface="+mn-lt"/>
                  <a:ea typeface="+mn-ea"/>
                  <a:cs typeface="+mn-ea"/>
                  <a:sym typeface="+mn-lt"/>
                </a:endParaRPr>
              </a:p>
            </p:txBody>
          </p:sp>
          <p:sp>
            <p:nvSpPr>
              <p:cNvPr id="21" name="Text1">
                <a:extLst>
                  <a:ext uri="{FF2B5EF4-FFF2-40B4-BE49-F238E27FC236}">
                    <a16:creationId xmlns:a16="http://schemas.microsoft.com/office/drawing/2014/main" id="{D7464999-7344-8491-70D9-D6A4FD457834}"/>
                  </a:ext>
                </a:extLst>
              </p:cNvPr>
              <p:cNvSpPr txBox="1">
                <a:spLocks/>
              </p:cNvSpPr>
              <p:nvPr/>
            </p:nvSpPr>
            <p:spPr>
              <a:xfrm>
                <a:off x="991870" y="5135219"/>
                <a:ext cx="2875280" cy="713131"/>
              </a:xfrm>
              <a:prstGeom prst="rect">
                <a:avLst/>
              </a:prstGeom>
              <a:noFill/>
            </p:spPr>
            <p:txBody>
              <a:bodyPr wrap="square" lIns="91440" tIns="45720" rIns="91440" bIns="45720">
                <a:normAutofit/>
              </a:bodyPr>
              <a:lstStyle/>
              <a:p>
                <a:pPr>
                  <a:lnSpc>
                    <a:spcPct val="120000"/>
                  </a:lnSpc>
                </a:pPr>
                <a:r>
                  <a:rPr lang="zh-CN" altLang="en-US" sz="1200" dirty="0">
                    <a:solidFill>
                      <a:srgbClr val="FFFFFF"/>
                    </a:solidFill>
                    <a:cs typeface="+mn-ea"/>
                    <a:sym typeface="+mn-lt"/>
                  </a:rPr>
                  <a:t>单击此处添加文本单击此处添加文本单击此处添加文本单击此处添加文本</a:t>
                </a:r>
                <a:endParaRPr lang="en-US" sz="1200" dirty="0">
                  <a:solidFill>
                    <a:srgbClr val="FFFFFF"/>
                  </a:solidFill>
                  <a:cs typeface="+mn-ea"/>
                  <a:sym typeface="+mn-lt"/>
                </a:endParaRPr>
              </a:p>
            </p:txBody>
          </p:sp>
          <p:sp>
            <p:nvSpPr>
              <p:cNvPr id="22" name="Bullet1">
                <a:extLst>
                  <a:ext uri="{FF2B5EF4-FFF2-40B4-BE49-F238E27FC236}">
                    <a16:creationId xmlns:a16="http://schemas.microsoft.com/office/drawing/2014/main" id="{6E64FFF4-33A5-C8E5-4475-20E4FE3D069E}"/>
                  </a:ext>
                </a:extLst>
              </p:cNvPr>
              <p:cNvSpPr txBox="1"/>
              <p:nvPr/>
            </p:nvSpPr>
            <p:spPr>
              <a:xfrm>
                <a:off x="991870" y="4622800"/>
                <a:ext cx="2875280" cy="512417"/>
              </a:xfrm>
              <a:prstGeom prst="rect">
                <a:avLst/>
              </a:prstGeom>
              <a:noFill/>
            </p:spPr>
            <p:txBody>
              <a:bodyPr wrap="square" lIns="91440" tIns="45720" rIns="91440" bIns="45720" rtlCol="0" anchor="b">
                <a:normAutofit/>
              </a:bodyPr>
              <a:lstStyle/>
              <a:p>
                <a:pPr lvl="0" defTabSz="913765">
                  <a:buSzPct val="25000"/>
                  <a:defRPr/>
                </a:pPr>
                <a:r>
                  <a:rPr lang="zh-CN" altLang="en-US" b="1">
                    <a:solidFill>
                      <a:srgbClr val="FFFFFF"/>
                    </a:solidFill>
                    <a:cs typeface="+mn-ea"/>
                    <a:sym typeface="+mn-lt"/>
                  </a:rPr>
                  <a:t>单击添加小标题</a:t>
                </a:r>
                <a:endParaRPr lang="en-US" dirty="0">
                  <a:solidFill>
                    <a:srgbClr val="FFFFFF"/>
                  </a:solidFill>
                  <a:cs typeface="+mn-ea"/>
                  <a:sym typeface="+mn-lt"/>
                </a:endParaRPr>
              </a:p>
            </p:txBody>
          </p:sp>
        </p:grpSp>
        <p:grpSp>
          <p:nvGrpSpPr>
            <p:cNvPr id="9" name="组合 8">
              <a:extLst>
                <a:ext uri="{FF2B5EF4-FFF2-40B4-BE49-F238E27FC236}">
                  <a16:creationId xmlns:a16="http://schemas.microsoft.com/office/drawing/2014/main" id="{49847586-716E-7AA0-A895-BEFDFF3B0259}"/>
                </a:ext>
              </a:extLst>
            </p:cNvPr>
            <p:cNvGrpSpPr/>
            <p:nvPr/>
          </p:nvGrpSpPr>
          <p:grpSpPr>
            <a:xfrm>
              <a:off x="4652010" y="4029736"/>
              <a:ext cx="2875280" cy="1818614"/>
              <a:chOff x="4652010" y="4029736"/>
              <a:chExt cx="2875280" cy="1818614"/>
            </a:xfrm>
          </p:grpSpPr>
          <p:sp>
            <p:nvSpPr>
              <p:cNvPr id="17" name="Number2">
                <a:extLst>
                  <a:ext uri="{FF2B5EF4-FFF2-40B4-BE49-F238E27FC236}">
                    <a16:creationId xmlns:a16="http://schemas.microsoft.com/office/drawing/2014/main" id="{F44533E8-FB0F-821E-853E-52873174DEA2}"/>
                  </a:ext>
                </a:extLst>
              </p:cNvPr>
              <p:cNvSpPr txBox="1"/>
              <p:nvPr/>
            </p:nvSpPr>
            <p:spPr>
              <a:xfrm>
                <a:off x="4652010" y="4029736"/>
                <a:ext cx="2875280" cy="546100"/>
              </a:xfrm>
              <a:prstGeom prst="rect">
                <a:avLst/>
              </a:prstGeom>
              <a:noFill/>
              <a:ln>
                <a:noFill/>
              </a:ln>
            </p:spPr>
            <p:txBody>
              <a:bodyPr wrap="none" lIns="91440" tIns="45720" rIns="91440" bIns="45720" anchor="b"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r>
                  <a:rPr lang="de-DE" altLang="zh-CN" sz="2000" b="1">
                    <a:solidFill>
                      <a:srgbClr val="FFFFFF"/>
                    </a:solidFill>
                    <a:latin typeface="+mn-lt"/>
                    <a:ea typeface="+mn-ea"/>
                    <a:cs typeface="+mn-ea"/>
                    <a:sym typeface="+mn-lt"/>
                  </a:rPr>
                  <a:t>02.</a:t>
                </a:r>
                <a:endParaRPr lang="de-DE" altLang="zh-CN" sz="2000" dirty="0">
                  <a:solidFill>
                    <a:srgbClr val="FFFFFF"/>
                  </a:solidFill>
                  <a:latin typeface="+mn-lt"/>
                  <a:ea typeface="+mn-ea"/>
                  <a:cs typeface="+mn-ea"/>
                  <a:sym typeface="+mn-lt"/>
                </a:endParaRPr>
              </a:p>
            </p:txBody>
          </p:sp>
          <p:sp>
            <p:nvSpPr>
              <p:cNvPr id="18" name="Text2">
                <a:extLst>
                  <a:ext uri="{FF2B5EF4-FFF2-40B4-BE49-F238E27FC236}">
                    <a16:creationId xmlns:a16="http://schemas.microsoft.com/office/drawing/2014/main" id="{1847BE33-CE79-A54F-68FE-4346139D0408}"/>
                  </a:ext>
                </a:extLst>
              </p:cNvPr>
              <p:cNvSpPr txBox="1">
                <a:spLocks/>
              </p:cNvSpPr>
              <p:nvPr/>
            </p:nvSpPr>
            <p:spPr>
              <a:xfrm>
                <a:off x="4652010" y="5135219"/>
                <a:ext cx="2875280" cy="713131"/>
              </a:xfrm>
              <a:prstGeom prst="rect">
                <a:avLst/>
              </a:prstGeom>
              <a:noFill/>
            </p:spPr>
            <p:txBody>
              <a:bodyPr wrap="square" lIns="91440" tIns="45720" rIns="91440" bIns="45720">
                <a:normAutofit/>
              </a:bodyPr>
              <a:lstStyle/>
              <a:p>
                <a:pPr>
                  <a:lnSpc>
                    <a:spcPct val="120000"/>
                  </a:lnSpc>
                </a:pPr>
                <a:r>
                  <a:rPr lang="zh-CN" altLang="en-US" sz="1200" dirty="0">
                    <a:solidFill>
                      <a:srgbClr val="FFFFFF"/>
                    </a:solidFill>
                    <a:cs typeface="+mn-ea"/>
                    <a:sym typeface="+mn-lt"/>
                  </a:rPr>
                  <a:t>单击此处添加文本单击此处添加文本单击此处添加文本单击此处添加文本</a:t>
                </a:r>
                <a:endParaRPr lang="en-US" sz="1200" dirty="0">
                  <a:solidFill>
                    <a:srgbClr val="FFFFFF"/>
                  </a:solidFill>
                  <a:cs typeface="+mn-ea"/>
                  <a:sym typeface="+mn-lt"/>
                </a:endParaRPr>
              </a:p>
            </p:txBody>
          </p:sp>
          <p:sp>
            <p:nvSpPr>
              <p:cNvPr id="19" name="Bullet2">
                <a:extLst>
                  <a:ext uri="{FF2B5EF4-FFF2-40B4-BE49-F238E27FC236}">
                    <a16:creationId xmlns:a16="http://schemas.microsoft.com/office/drawing/2014/main" id="{880A66AC-D0B9-2A6F-2728-7B800D0993D6}"/>
                  </a:ext>
                </a:extLst>
              </p:cNvPr>
              <p:cNvSpPr txBox="1"/>
              <p:nvPr/>
            </p:nvSpPr>
            <p:spPr>
              <a:xfrm>
                <a:off x="4652010" y="4622800"/>
                <a:ext cx="2875280" cy="512417"/>
              </a:xfrm>
              <a:prstGeom prst="rect">
                <a:avLst/>
              </a:prstGeom>
              <a:noFill/>
            </p:spPr>
            <p:txBody>
              <a:bodyPr wrap="square" lIns="91440" tIns="45720" rIns="91440" bIns="45720" rtlCol="0" anchor="b">
                <a:normAutofit/>
              </a:bodyPr>
              <a:lstStyle/>
              <a:p>
                <a:pPr lvl="0" defTabSz="913765">
                  <a:buSzPct val="25000"/>
                  <a:defRPr/>
                </a:pPr>
                <a:r>
                  <a:rPr lang="zh-CN" altLang="en-US" b="1">
                    <a:solidFill>
                      <a:srgbClr val="FFFFFF"/>
                    </a:solidFill>
                    <a:cs typeface="+mn-ea"/>
                    <a:sym typeface="+mn-lt"/>
                  </a:rPr>
                  <a:t>单击添加小标题</a:t>
                </a:r>
                <a:endParaRPr lang="en-US" dirty="0">
                  <a:solidFill>
                    <a:srgbClr val="FFFFFF"/>
                  </a:solidFill>
                  <a:cs typeface="+mn-ea"/>
                  <a:sym typeface="+mn-lt"/>
                </a:endParaRPr>
              </a:p>
            </p:txBody>
          </p:sp>
        </p:grpSp>
        <p:grpSp>
          <p:nvGrpSpPr>
            <p:cNvPr id="13" name="组合 12">
              <a:extLst>
                <a:ext uri="{FF2B5EF4-FFF2-40B4-BE49-F238E27FC236}">
                  <a16:creationId xmlns:a16="http://schemas.microsoft.com/office/drawing/2014/main" id="{300CDA1D-3A17-2553-DF86-67D33B0FBB88}"/>
                </a:ext>
              </a:extLst>
            </p:cNvPr>
            <p:cNvGrpSpPr/>
            <p:nvPr/>
          </p:nvGrpSpPr>
          <p:grpSpPr>
            <a:xfrm>
              <a:off x="8312150" y="4029736"/>
              <a:ext cx="2875280" cy="1818614"/>
              <a:chOff x="8312150" y="4029736"/>
              <a:chExt cx="2875280" cy="1818614"/>
            </a:xfrm>
          </p:grpSpPr>
          <p:sp>
            <p:nvSpPr>
              <p:cNvPr id="14" name="Number3">
                <a:extLst>
                  <a:ext uri="{FF2B5EF4-FFF2-40B4-BE49-F238E27FC236}">
                    <a16:creationId xmlns:a16="http://schemas.microsoft.com/office/drawing/2014/main" id="{E41932ED-5711-3C3C-CD24-342319D86049}"/>
                  </a:ext>
                </a:extLst>
              </p:cNvPr>
              <p:cNvSpPr txBox="1"/>
              <p:nvPr/>
            </p:nvSpPr>
            <p:spPr>
              <a:xfrm>
                <a:off x="8312150" y="4029736"/>
                <a:ext cx="2875280" cy="546100"/>
              </a:xfrm>
              <a:prstGeom prst="rect">
                <a:avLst/>
              </a:prstGeom>
              <a:noFill/>
              <a:ln>
                <a:noFill/>
              </a:ln>
            </p:spPr>
            <p:txBody>
              <a:bodyPr wrap="none" lIns="91440" tIns="45720" rIns="91440" bIns="45720" anchor="b"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r>
                  <a:rPr lang="de-DE" altLang="zh-CN" sz="2000" b="1">
                    <a:solidFill>
                      <a:srgbClr val="FFFFFF"/>
                    </a:solidFill>
                    <a:latin typeface="+mn-lt"/>
                    <a:ea typeface="+mn-ea"/>
                    <a:cs typeface="+mn-ea"/>
                    <a:sym typeface="+mn-lt"/>
                  </a:rPr>
                  <a:t>03.</a:t>
                </a:r>
                <a:endParaRPr lang="de-DE" altLang="zh-CN" sz="2000" dirty="0">
                  <a:solidFill>
                    <a:srgbClr val="FFFFFF"/>
                  </a:solidFill>
                  <a:latin typeface="+mn-lt"/>
                  <a:ea typeface="+mn-ea"/>
                  <a:cs typeface="+mn-ea"/>
                  <a:sym typeface="+mn-lt"/>
                </a:endParaRPr>
              </a:p>
            </p:txBody>
          </p:sp>
          <p:sp>
            <p:nvSpPr>
              <p:cNvPr id="15" name="Text3">
                <a:extLst>
                  <a:ext uri="{FF2B5EF4-FFF2-40B4-BE49-F238E27FC236}">
                    <a16:creationId xmlns:a16="http://schemas.microsoft.com/office/drawing/2014/main" id="{C9A79954-8271-7D71-4F73-8B9F89E945DE}"/>
                  </a:ext>
                </a:extLst>
              </p:cNvPr>
              <p:cNvSpPr txBox="1">
                <a:spLocks/>
              </p:cNvSpPr>
              <p:nvPr/>
            </p:nvSpPr>
            <p:spPr>
              <a:xfrm>
                <a:off x="8312150" y="5135219"/>
                <a:ext cx="2875280" cy="713131"/>
              </a:xfrm>
              <a:prstGeom prst="rect">
                <a:avLst/>
              </a:prstGeom>
              <a:noFill/>
            </p:spPr>
            <p:txBody>
              <a:bodyPr wrap="square" lIns="91440" tIns="45720" rIns="91440" bIns="45720">
                <a:normAutofit/>
              </a:bodyPr>
              <a:lstStyle/>
              <a:p>
                <a:pPr>
                  <a:lnSpc>
                    <a:spcPct val="120000"/>
                  </a:lnSpc>
                </a:pPr>
                <a:r>
                  <a:rPr lang="zh-CN" altLang="en-US" sz="1200">
                    <a:solidFill>
                      <a:srgbClr val="FFFFFF"/>
                    </a:solidFill>
                    <a:cs typeface="+mn-ea"/>
                    <a:sym typeface="+mn-lt"/>
                  </a:rPr>
                  <a:t>单击此处添加文本单击此处添加文本单击此处添加文本单击此处添加文本</a:t>
                </a:r>
                <a:endParaRPr lang="en-US" sz="1200" dirty="0">
                  <a:solidFill>
                    <a:srgbClr val="FFFFFF"/>
                  </a:solidFill>
                  <a:cs typeface="+mn-ea"/>
                  <a:sym typeface="+mn-lt"/>
                </a:endParaRPr>
              </a:p>
            </p:txBody>
          </p:sp>
          <p:sp>
            <p:nvSpPr>
              <p:cNvPr id="16" name="Bullet3">
                <a:extLst>
                  <a:ext uri="{FF2B5EF4-FFF2-40B4-BE49-F238E27FC236}">
                    <a16:creationId xmlns:a16="http://schemas.microsoft.com/office/drawing/2014/main" id="{DB30124C-9E50-D32E-D2C0-BFDE2E388557}"/>
                  </a:ext>
                </a:extLst>
              </p:cNvPr>
              <p:cNvSpPr txBox="1"/>
              <p:nvPr/>
            </p:nvSpPr>
            <p:spPr>
              <a:xfrm>
                <a:off x="8312150" y="4622800"/>
                <a:ext cx="2875280" cy="512417"/>
              </a:xfrm>
              <a:prstGeom prst="rect">
                <a:avLst/>
              </a:prstGeom>
              <a:noFill/>
            </p:spPr>
            <p:txBody>
              <a:bodyPr wrap="square" lIns="91440" tIns="45720" rIns="91440" bIns="45720" rtlCol="0" anchor="b">
                <a:normAutofit/>
              </a:bodyPr>
              <a:lstStyle/>
              <a:p>
                <a:pPr lvl="0" defTabSz="913765">
                  <a:buSzPct val="25000"/>
                  <a:defRPr/>
                </a:pPr>
                <a:r>
                  <a:rPr lang="zh-CN" altLang="en-US" b="1">
                    <a:solidFill>
                      <a:srgbClr val="FFFFFF"/>
                    </a:solidFill>
                    <a:cs typeface="+mn-ea"/>
                    <a:sym typeface="+mn-lt"/>
                  </a:rPr>
                  <a:t>单击添加小标题</a:t>
                </a:r>
                <a:endParaRPr lang="en-US" dirty="0">
                  <a:solidFill>
                    <a:srgbClr val="FFFFFF"/>
                  </a:solidFill>
                  <a:cs typeface="+mn-ea"/>
                  <a:sym typeface="+mn-lt"/>
                </a:endParaRPr>
              </a:p>
            </p:txBody>
          </p:sp>
        </p:grpSp>
      </p:grpSp>
      <p:sp>
        <p:nvSpPr>
          <p:cNvPr id="112" name="Title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a:sym typeface="+mn-lt"/>
              </a:rPr>
              <a:t>单击此处添加页面标题</a:t>
            </a:r>
            <a:endParaRPr lang="en-US" dirty="0">
              <a:sym typeface="+mn-lt"/>
            </a:endParaRPr>
          </a:p>
        </p:txBody>
      </p:sp>
    </p:spTree>
    <p:extLst>
      <p:ext uri="{BB962C8B-B14F-4D97-AF65-F5344CB8AC3E}">
        <p14:creationId xmlns:p14="http://schemas.microsoft.com/office/powerpoint/2010/main" val="204914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2FF96-2CD8-9320-F416-3617D28F7347}"/>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F78EB5A6-7B55-73E7-30E8-22C0D4257EED}"/>
              </a:ext>
            </a:extLst>
          </p:cNvPr>
          <p:cNvGrpSpPr/>
          <p:nvPr/>
        </p:nvGrpSpPr>
        <p:grpSpPr>
          <a:xfrm>
            <a:off x="0" y="0"/>
            <a:ext cx="12192000" cy="6858000"/>
            <a:chOff x="0" y="0"/>
            <a:chExt cx="12192000" cy="6858000"/>
          </a:xfrm>
        </p:grpSpPr>
        <p:sp>
          <p:nvSpPr>
            <p:cNvPr id="4" name="PictureMisc1">
              <a:extLst>
                <a:ext uri="{FF2B5EF4-FFF2-40B4-BE49-F238E27FC236}">
                  <a16:creationId xmlns:a16="http://schemas.microsoft.com/office/drawing/2014/main" id="{97531833-550F-6263-6BEE-DAEA6A00EBDF}"/>
                </a:ext>
              </a:extLst>
            </p:cNvPr>
            <p:cNvSpPr/>
            <p:nvPr/>
          </p:nvSpPr>
          <p:spPr>
            <a:xfrm>
              <a:off x="0" y="0"/>
              <a:ext cx="12192000" cy="6858000"/>
            </a:xfrm>
            <a:custGeom>
              <a:avLst/>
              <a:gdLst>
                <a:gd name="csX0" fmla="*/ 0 w 12192000"/>
                <a:gd name="csY0" fmla="*/ 0 h 6858000"/>
                <a:gd name="csX1" fmla="*/ 12192000 w 12192000"/>
                <a:gd name="csY1" fmla="*/ 0 h 6858000"/>
                <a:gd name="csX2" fmla="*/ 12192000 w 12192000"/>
                <a:gd name="csY2" fmla="*/ 6858000 h 6858000"/>
                <a:gd name="csX3" fmla="*/ 0 w 12192000"/>
                <a:gd name="csY3" fmla="*/ 6858000 h 6858000"/>
              </a:gdLst>
              <a:ahLst/>
              <a:cxnLst>
                <a:cxn ang="0">
                  <a:pos x="csX0" y="csY0"/>
                </a:cxn>
                <a:cxn ang="0">
                  <a:pos x="csX1" y="csY1"/>
                </a:cxn>
                <a:cxn ang="0">
                  <a:pos x="csX2" y="csY2"/>
                </a:cxn>
                <a:cxn ang="0">
                  <a:pos x="csX3" y="csY3"/>
                </a:cxn>
              </a:cxnLst>
              <a:rect l="l" t="t" r="r" b="b"/>
              <a:pathLst>
                <a:path w="12192000" h="6858000">
                  <a:moveTo>
                    <a:pt x="0" y="0"/>
                  </a:moveTo>
                  <a:lnTo>
                    <a:pt x="12192000" y="0"/>
                  </a:lnTo>
                  <a:lnTo>
                    <a:pt x="12192000" y="6858000"/>
                  </a:lnTo>
                  <a:lnTo>
                    <a:pt x="0" y="6858000"/>
                  </a:lnTo>
                  <a:close/>
                </a:path>
              </a:pathLst>
            </a:custGeom>
            <a:blipFill>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cs typeface="+mn-ea"/>
                <a:sym typeface="+mn-lt"/>
              </a:endParaRPr>
            </a:p>
          </p:txBody>
        </p:sp>
        <p:sp>
          <p:nvSpPr>
            <p:cNvPr id="5" name="任意多边形: 形状 4">
              <a:extLst>
                <a:ext uri="{FF2B5EF4-FFF2-40B4-BE49-F238E27FC236}">
                  <a16:creationId xmlns:a16="http://schemas.microsoft.com/office/drawing/2014/main" id="{06F98030-D85B-56CA-B925-F67ABB5CC8A6}"/>
                </a:ext>
              </a:extLst>
            </p:cNvPr>
            <p:cNvSpPr/>
            <p:nvPr/>
          </p:nvSpPr>
          <p:spPr>
            <a:xfrm>
              <a:off x="0" y="0"/>
              <a:ext cx="12192000" cy="6134100"/>
            </a:xfrm>
            <a:custGeom>
              <a:avLst/>
              <a:gdLst>
                <a:gd name="csX0" fmla="*/ 0 w 12192000"/>
                <a:gd name="csY0" fmla="*/ 0 h 5486400"/>
                <a:gd name="csX1" fmla="*/ 12192000 w 12192000"/>
                <a:gd name="csY1" fmla="*/ 0 h 5486400"/>
                <a:gd name="csX2" fmla="*/ 12192000 w 12192000"/>
                <a:gd name="csY2" fmla="*/ 5486400 h 5486400"/>
                <a:gd name="csX3" fmla="*/ 0 w 12192000"/>
                <a:gd name="csY3" fmla="*/ 5486400 h 5486400"/>
              </a:gdLst>
              <a:ahLst/>
              <a:cxnLst>
                <a:cxn ang="0">
                  <a:pos x="csX0" y="csY0"/>
                </a:cxn>
                <a:cxn ang="0">
                  <a:pos x="csX1" y="csY1"/>
                </a:cxn>
                <a:cxn ang="0">
                  <a:pos x="csX2" y="csY2"/>
                </a:cxn>
                <a:cxn ang="0">
                  <a:pos x="csX3" y="csY3"/>
                </a:cxn>
              </a:cxnLst>
              <a:rect l="l" t="t" r="r" b="b"/>
              <a:pathLst>
                <a:path w="12192000" h="5486400">
                  <a:moveTo>
                    <a:pt x="0" y="0"/>
                  </a:moveTo>
                  <a:lnTo>
                    <a:pt x="12192000" y="0"/>
                  </a:lnTo>
                  <a:lnTo>
                    <a:pt x="12192000" y="5486400"/>
                  </a:lnTo>
                  <a:lnTo>
                    <a:pt x="0" y="5486400"/>
                  </a:lnTo>
                  <a:close/>
                </a:path>
              </a:pathLst>
            </a:custGeom>
            <a:gradFill>
              <a:gsLst>
                <a:gs pos="14000">
                  <a:schemeClr val="bg1">
                    <a:alpha val="90000"/>
                  </a:schemeClr>
                </a:gs>
                <a:gs pos="100000">
                  <a:schemeClr val="bg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cs typeface="+mn-ea"/>
                <a:sym typeface="+mn-lt"/>
              </a:endParaRPr>
            </a:p>
          </p:txBody>
        </p:sp>
        <p:sp>
          <p:nvSpPr>
            <p:cNvPr id="6" name="Title">
              <a:extLst>
                <a:ext uri="{FF2B5EF4-FFF2-40B4-BE49-F238E27FC236}">
                  <a16:creationId xmlns:a16="http://schemas.microsoft.com/office/drawing/2014/main" id="{82EF8ACF-EB82-9C2F-6363-D5070CFEA725}"/>
                </a:ext>
              </a:extLst>
            </p:cNvPr>
            <p:cNvSpPr txBox="1"/>
            <p:nvPr/>
          </p:nvSpPr>
          <p:spPr>
            <a:xfrm>
              <a:off x="660400" y="1130300"/>
              <a:ext cx="10858500" cy="990600"/>
            </a:xfrm>
            <a:prstGeom prst="rect">
              <a:avLst/>
            </a:prstGeom>
            <a:noFill/>
          </p:spPr>
          <p:txBody>
            <a:bodyPr vert="horz" wrap="square" lIns="91440" tIns="45720" rIns="91440" bIns="45720" rtlCol="0" anchor="ctr">
              <a:normAutofit/>
            </a:bodyPr>
            <a:lstStyle/>
            <a:p>
              <a:r>
                <a:rPr lang="zh-CN" altLang="en-US" sz="2400" b="1">
                  <a:cs typeface="+mn-ea"/>
                  <a:sym typeface="+mn-lt"/>
                </a:rPr>
                <a:t>单击此处添加长一点的副标题</a:t>
              </a:r>
              <a:endParaRPr lang="en-US" sz="2400" dirty="0">
                <a:cs typeface="+mn-ea"/>
                <a:sym typeface="+mn-lt"/>
              </a:endParaRPr>
            </a:p>
          </p:txBody>
        </p:sp>
        <p:sp>
          <p:nvSpPr>
            <p:cNvPr id="7" name="矩形: 圆角 6">
              <a:extLst>
                <a:ext uri="{FF2B5EF4-FFF2-40B4-BE49-F238E27FC236}">
                  <a16:creationId xmlns:a16="http://schemas.microsoft.com/office/drawing/2014/main" id="{5805F26F-1522-33C9-72FB-85F85F238B95}"/>
                </a:ext>
              </a:extLst>
            </p:cNvPr>
            <p:cNvSpPr/>
            <p:nvPr/>
          </p:nvSpPr>
          <p:spPr>
            <a:xfrm>
              <a:off x="660399" y="2800882"/>
              <a:ext cx="3403658" cy="1508650"/>
            </a:xfrm>
            <a:prstGeom prst="roundRect">
              <a:avLst>
                <a:gd name="adj" fmla="val 12900"/>
              </a:avLst>
            </a:prstGeom>
            <a:solidFill>
              <a:schemeClr val="tx1">
                <a:alpha val="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8" name="矩形: 圆角 7">
              <a:extLst>
                <a:ext uri="{FF2B5EF4-FFF2-40B4-BE49-F238E27FC236}">
                  <a16:creationId xmlns:a16="http://schemas.microsoft.com/office/drawing/2014/main" id="{C66411E3-D3E9-473F-1859-34C3B9534726}"/>
                </a:ext>
              </a:extLst>
            </p:cNvPr>
            <p:cNvSpPr/>
            <p:nvPr/>
          </p:nvSpPr>
          <p:spPr>
            <a:xfrm>
              <a:off x="4389140" y="2800882"/>
              <a:ext cx="3403658" cy="1508650"/>
            </a:xfrm>
            <a:prstGeom prst="roundRect">
              <a:avLst>
                <a:gd name="adj" fmla="val 12900"/>
              </a:avLst>
            </a:prstGeom>
            <a:solidFill>
              <a:schemeClr val="tx1">
                <a:alpha val="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9" name="矩形: 圆角 8">
              <a:extLst>
                <a:ext uri="{FF2B5EF4-FFF2-40B4-BE49-F238E27FC236}">
                  <a16:creationId xmlns:a16="http://schemas.microsoft.com/office/drawing/2014/main" id="{C81CCD48-AFFD-211D-1768-FF8E6C03BA8E}"/>
                </a:ext>
              </a:extLst>
            </p:cNvPr>
            <p:cNvSpPr/>
            <p:nvPr/>
          </p:nvSpPr>
          <p:spPr>
            <a:xfrm>
              <a:off x="8115241" y="2800882"/>
              <a:ext cx="3403658" cy="1508650"/>
            </a:xfrm>
            <a:prstGeom prst="roundRect">
              <a:avLst>
                <a:gd name="adj" fmla="val 12900"/>
              </a:avLst>
            </a:prstGeom>
            <a:solidFill>
              <a:schemeClr val="tx1">
                <a:alpha val="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grpSp>
          <p:nvGrpSpPr>
            <p:cNvPr id="10" name="组合 9">
              <a:extLst>
                <a:ext uri="{FF2B5EF4-FFF2-40B4-BE49-F238E27FC236}">
                  <a16:creationId xmlns:a16="http://schemas.microsoft.com/office/drawing/2014/main" id="{BD9C8B5C-4D34-AF9A-E25A-C1CE5F3E8BF3}"/>
                </a:ext>
              </a:extLst>
            </p:cNvPr>
            <p:cNvGrpSpPr/>
            <p:nvPr/>
          </p:nvGrpSpPr>
          <p:grpSpPr>
            <a:xfrm>
              <a:off x="810318" y="2383343"/>
              <a:ext cx="3103820" cy="1716639"/>
              <a:chOff x="810318" y="2383343"/>
              <a:chExt cx="3103820" cy="1716639"/>
            </a:xfrm>
          </p:grpSpPr>
          <p:sp>
            <p:nvSpPr>
              <p:cNvPr id="19" name="Text1">
                <a:extLst>
                  <a:ext uri="{FF2B5EF4-FFF2-40B4-BE49-F238E27FC236}">
                    <a16:creationId xmlns:a16="http://schemas.microsoft.com/office/drawing/2014/main" id="{4AA1BA24-F2D7-E0B8-3B64-0526C6600E5F}"/>
                  </a:ext>
                </a:extLst>
              </p:cNvPr>
              <p:cNvSpPr/>
              <p:nvPr/>
            </p:nvSpPr>
            <p:spPr bwMode="auto">
              <a:xfrm>
                <a:off x="810318" y="3243243"/>
                <a:ext cx="3103820" cy="856739"/>
              </a:xfrm>
              <a:prstGeom prst="rect">
                <a:avLst/>
              </a:prstGeom>
              <a:noFill/>
              <a:ln>
                <a:noFill/>
              </a:ln>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20000"/>
                  </a:lnSpc>
                  <a:spcAft>
                    <a:spcPts val="600"/>
                  </a:spcAft>
                </a:pPr>
                <a:r>
                  <a:rPr lang="zh-CN" altLang="en-US" sz="1200" dirty="0">
                    <a:cs typeface="+mn-ea"/>
                    <a:sym typeface="+mn-lt"/>
                  </a:rPr>
                  <a:t>单击此处添加文本单击此处添加文本单击此处添加文本单击此处添加文本</a:t>
                </a:r>
                <a:endParaRPr lang="en-US" sz="1200" dirty="0">
                  <a:cs typeface="+mn-ea"/>
                  <a:sym typeface="+mn-lt"/>
                </a:endParaRPr>
              </a:p>
            </p:txBody>
          </p:sp>
          <p:sp>
            <p:nvSpPr>
              <p:cNvPr id="20" name="Bullet1">
                <a:extLst>
                  <a:ext uri="{FF2B5EF4-FFF2-40B4-BE49-F238E27FC236}">
                    <a16:creationId xmlns:a16="http://schemas.microsoft.com/office/drawing/2014/main" id="{FD6369D9-EC4A-74BE-66DC-2600ED8DBCC4}"/>
                  </a:ext>
                </a:extLst>
              </p:cNvPr>
              <p:cNvSpPr/>
              <p:nvPr/>
            </p:nvSpPr>
            <p:spPr bwMode="auto">
              <a:xfrm>
                <a:off x="918252" y="2383343"/>
                <a:ext cx="2887952" cy="712901"/>
              </a:xfrm>
              <a:prstGeom prst="roundRect">
                <a:avLst>
                  <a:gd name="adj" fmla="val 27000"/>
                </a:avLst>
              </a:prstGeom>
              <a:solidFill>
                <a:schemeClr val="accent1"/>
              </a:solidFill>
              <a:ln>
                <a:noFill/>
              </a:ln>
            </p:spPr>
            <p:txBody>
              <a:bodyPr wrap="square" lIns="91440" tIns="45720" rIns="91440" bIns="45720" anchor="ctr"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ctr"/>
                <a:r>
                  <a:rPr lang="zh-CN" altLang="en-US" b="1">
                    <a:solidFill>
                      <a:srgbClr val="FFFFFF"/>
                    </a:solidFill>
                    <a:cs typeface="+mn-ea"/>
                    <a:sym typeface="+mn-lt"/>
                  </a:rPr>
                  <a:t>单击添加小标题</a:t>
                </a:r>
                <a:endParaRPr lang="en-US" dirty="0">
                  <a:solidFill>
                    <a:srgbClr val="FFFFFF"/>
                  </a:solidFill>
                  <a:cs typeface="+mn-ea"/>
                  <a:sym typeface="+mn-lt"/>
                </a:endParaRPr>
              </a:p>
            </p:txBody>
          </p:sp>
        </p:grpSp>
        <p:grpSp>
          <p:nvGrpSpPr>
            <p:cNvPr id="12" name="组合 11">
              <a:extLst>
                <a:ext uri="{FF2B5EF4-FFF2-40B4-BE49-F238E27FC236}">
                  <a16:creationId xmlns:a16="http://schemas.microsoft.com/office/drawing/2014/main" id="{4990B355-5152-1D01-9081-BAABE906C259}"/>
                </a:ext>
              </a:extLst>
            </p:cNvPr>
            <p:cNvGrpSpPr/>
            <p:nvPr/>
          </p:nvGrpSpPr>
          <p:grpSpPr>
            <a:xfrm>
              <a:off x="4539059" y="2383343"/>
              <a:ext cx="3103820" cy="1716639"/>
              <a:chOff x="4539059" y="2383343"/>
              <a:chExt cx="3103820" cy="1716639"/>
            </a:xfrm>
          </p:grpSpPr>
          <p:sp>
            <p:nvSpPr>
              <p:cNvPr id="17" name="Text2">
                <a:extLst>
                  <a:ext uri="{FF2B5EF4-FFF2-40B4-BE49-F238E27FC236}">
                    <a16:creationId xmlns:a16="http://schemas.microsoft.com/office/drawing/2014/main" id="{259107CB-14E6-38A2-BA04-CA1061EDFF18}"/>
                  </a:ext>
                </a:extLst>
              </p:cNvPr>
              <p:cNvSpPr/>
              <p:nvPr/>
            </p:nvSpPr>
            <p:spPr bwMode="auto">
              <a:xfrm>
                <a:off x="4539059" y="3243243"/>
                <a:ext cx="3103820" cy="856739"/>
              </a:xfrm>
              <a:prstGeom prst="rect">
                <a:avLst/>
              </a:prstGeom>
              <a:noFill/>
              <a:ln>
                <a:noFill/>
              </a:ln>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20000"/>
                  </a:lnSpc>
                  <a:spcAft>
                    <a:spcPts val="600"/>
                  </a:spcAft>
                </a:pPr>
                <a:r>
                  <a:rPr lang="zh-CN" altLang="en-US" sz="1200" dirty="0">
                    <a:cs typeface="+mn-ea"/>
                    <a:sym typeface="+mn-lt"/>
                  </a:rPr>
                  <a:t>单击此处添加文本单击此处添加文本单击此处添加文本单击此处添加文本</a:t>
                </a:r>
                <a:endParaRPr lang="en-US" sz="1200" dirty="0">
                  <a:cs typeface="+mn-ea"/>
                  <a:sym typeface="+mn-lt"/>
                </a:endParaRPr>
              </a:p>
            </p:txBody>
          </p:sp>
          <p:sp>
            <p:nvSpPr>
              <p:cNvPr id="18" name="Bullet2">
                <a:extLst>
                  <a:ext uri="{FF2B5EF4-FFF2-40B4-BE49-F238E27FC236}">
                    <a16:creationId xmlns:a16="http://schemas.microsoft.com/office/drawing/2014/main" id="{4FFE08CB-AD8F-EE06-3226-218D19CCBDCE}"/>
                  </a:ext>
                </a:extLst>
              </p:cNvPr>
              <p:cNvSpPr/>
              <p:nvPr/>
            </p:nvSpPr>
            <p:spPr bwMode="auto">
              <a:xfrm>
                <a:off x="4646994" y="2383343"/>
                <a:ext cx="2887952" cy="712901"/>
              </a:xfrm>
              <a:prstGeom prst="roundRect">
                <a:avLst>
                  <a:gd name="adj" fmla="val 27000"/>
                </a:avLst>
              </a:prstGeom>
              <a:solidFill>
                <a:schemeClr val="accent2"/>
              </a:solidFill>
              <a:ln>
                <a:noFill/>
              </a:ln>
            </p:spPr>
            <p:txBody>
              <a:bodyPr wrap="square" lIns="91440" tIns="45720" rIns="91440" bIns="45720" anchor="ctr"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ctr"/>
                <a:r>
                  <a:rPr lang="zh-CN" altLang="en-US" b="1">
                    <a:solidFill>
                      <a:srgbClr val="FFFFFF"/>
                    </a:solidFill>
                    <a:cs typeface="+mn-ea"/>
                    <a:sym typeface="+mn-lt"/>
                  </a:rPr>
                  <a:t>单击添加小标题</a:t>
                </a:r>
                <a:endParaRPr lang="en-US" dirty="0">
                  <a:solidFill>
                    <a:srgbClr val="FFFFFF"/>
                  </a:solidFill>
                  <a:cs typeface="+mn-ea"/>
                  <a:sym typeface="+mn-lt"/>
                </a:endParaRPr>
              </a:p>
            </p:txBody>
          </p:sp>
        </p:grpSp>
        <p:grpSp>
          <p:nvGrpSpPr>
            <p:cNvPr id="13" name="组合 12">
              <a:extLst>
                <a:ext uri="{FF2B5EF4-FFF2-40B4-BE49-F238E27FC236}">
                  <a16:creationId xmlns:a16="http://schemas.microsoft.com/office/drawing/2014/main" id="{C6D28059-7D28-6FB8-ADE4-329383E04D87}"/>
                </a:ext>
              </a:extLst>
            </p:cNvPr>
            <p:cNvGrpSpPr/>
            <p:nvPr/>
          </p:nvGrpSpPr>
          <p:grpSpPr>
            <a:xfrm>
              <a:off x="8265160" y="2383343"/>
              <a:ext cx="3103820" cy="1716639"/>
              <a:chOff x="8265160" y="2383343"/>
              <a:chExt cx="3103820" cy="1716639"/>
            </a:xfrm>
          </p:grpSpPr>
          <p:sp>
            <p:nvSpPr>
              <p:cNvPr id="14" name="Text3">
                <a:extLst>
                  <a:ext uri="{FF2B5EF4-FFF2-40B4-BE49-F238E27FC236}">
                    <a16:creationId xmlns:a16="http://schemas.microsoft.com/office/drawing/2014/main" id="{53235DE0-515A-C781-5081-B77C0B39D25F}"/>
                  </a:ext>
                </a:extLst>
              </p:cNvPr>
              <p:cNvSpPr/>
              <p:nvPr/>
            </p:nvSpPr>
            <p:spPr bwMode="auto">
              <a:xfrm>
                <a:off x="8265160" y="3243243"/>
                <a:ext cx="3103820" cy="856739"/>
              </a:xfrm>
              <a:prstGeom prst="rect">
                <a:avLst/>
              </a:prstGeom>
              <a:noFill/>
              <a:ln>
                <a:noFill/>
              </a:ln>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20000"/>
                  </a:lnSpc>
                  <a:spcAft>
                    <a:spcPts val="600"/>
                  </a:spcAft>
                </a:pPr>
                <a:r>
                  <a:rPr lang="zh-CN" altLang="en-US" sz="1200">
                    <a:cs typeface="+mn-ea"/>
                    <a:sym typeface="+mn-lt"/>
                  </a:rPr>
                  <a:t>单击此处添加文本单击此处添加文本单击此处添加文本单击此处添加文本</a:t>
                </a:r>
                <a:endParaRPr lang="en-US" sz="1200" dirty="0">
                  <a:cs typeface="+mn-ea"/>
                  <a:sym typeface="+mn-lt"/>
                </a:endParaRPr>
              </a:p>
            </p:txBody>
          </p:sp>
          <p:sp>
            <p:nvSpPr>
              <p:cNvPr id="16" name="Bullet3">
                <a:extLst>
                  <a:ext uri="{FF2B5EF4-FFF2-40B4-BE49-F238E27FC236}">
                    <a16:creationId xmlns:a16="http://schemas.microsoft.com/office/drawing/2014/main" id="{F44984E9-396C-B7DD-DA42-9A2D2D4145C3}"/>
                  </a:ext>
                </a:extLst>
              </p:cNvPr>
              <p:cNvSpPr/>
              <p:nvPr/>
            </p:nvSpPr>
            <p:spPr bwMode="auto">
              <a:xfrm>
                <a:off x="8373095" y="2383343"/>
                <a:ext cx="2887952" cy="712901"/>
              </a:xfrm>
              <a:prstGeom prst="roundRect">
                <a:avLst>
                  <a:gd name="adj" fmla="val 27000"/>
                </a:avLst>
              </a:prstGeom>
              <a:solidFill>
                <a:schemeClr val="accent1"/>
              </a:solidFill>
              <a:ln>
                <a:noFill/>
              </a:ln>
            </p:spPr>
            <p:txBody>
              <a:bodyPr wrap="square" lIns="91440" tIns="45720" rIns="91440" bIns="45720" anchor="ctr"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ctr"/>
                <a:r>
                  <a:rPr lang="zh-CN" altLang="en-US" b="1">
                    <a:solidFill>
                      <a:srgbClr val="FFFFFF"/>
                    </a:solidFill>
                    <a:cs typeface="+mn-ea"/>
                    <a:sym typeface="+mn-lt"/>
                  </a:rPr>
                  <a:t>单击添加小标题</a:t>
                </a:r>
                <a:endParaRPr lang="en-US" b="1" dirty="0">
                  <a:solidFill>
                    <a:srgbClr val="FFFFFF"/>
                  </a:solidFill>
                  <a:cs typeface="+mn-ea"/>
                  <a:sym typeface="+mn-lt"/>
                </a:endParaRPr>
              </a:p>
            </p:txBody>
          </p:sp>
        </p:grpSp>
      </p:grpSp>
      <p:sp>
        <p:nvSpPr>
          <p:cNvPr id="43" name="Title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a:sym typeface="+mn-lt"/>
              </a:rPr>
              <a:t>单击此处添加页面标题</a:t>
            </a:r>
            <a:endParaRPr lang="en-US" dirty="0">
              <a:sym typeface="+mn-lt"/>
            </a:endParaRPr>
          </a:p>
        </p:txBody>
      </p:sp>
    </p:spTree>
    <p:extLst>
      <p:ext uri="{BB962C8B-B14F-4D97-AF65-F5344CB8AC3E}">
        <p14:creationId xmlns:p14="http://schemas.microsoft.com/office/powerpoint/2010/main" val="2799519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CB1F6-5E8D-815A-91A9-7C9B94C0B611}"/>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49252268-7E7D-5A80-0279-394D128654F1}"/>
              </a:ext>
            </a:extLst>
          </p:cNvPr>
          <p:cNvGrpSpPr/>
          <p:nvPr/>
        </p:nvGrpSpPr>
        <p:grpSpPr>
          <a:xfrm>
            <a:off x="660399" y="1130300"/>
            <a:ext cx="10858501" cy="5003800"/>
            <a:chOff x="660399" y="1130300"/>
            <a:chExt cx="10858501" cy="5003800"/>
          </a:xfrm>
        </p:grpSpPr>
        <p:sp>
          <p:nvSpPr>
            <p:cNvPr id="3" name="Title">
              <a:extLst>
                <a:ext uri="{FF2B5EF4-FFF2-40B4-BE49-F238E27FC236}">
                  <a16:creationId xmlns:a16="http://schemas.microsoft.com/office/drawing/2014/main" id="{952279EC-3601-0059-1932-C07F48F2EE03}"/>
                </a:ext>
              </a:extLst>
            </p:cNvPr>
            <p:cNvSpPr txBox="1"/>
            <p:nvPr/>
          </p:nvSpPr>
          <p:spPr>
            <a:xfrm>
              <a:off x="660400" y="1130300"/>
              <a:ext cx="10858500" cy="1008381"/>
            </a:xfrm>
            <a:prstGeom prst="rect">
              <a:avLst/>
            </a:prstGeom>
            <a:noFill/>
          </p:spPr>
          <p:txBody>
            <a:bodyPr vert="horz" wrap="square" lIns="91440" tIns="45720" rIns="91440" bIns="45720" rtlCol="0" anchor="ctr">
              <a:normAutofit/>
            </a:bodyPr>
            <a:lstStyle/>
            <a:p>
              <a:r>
                <a:rPr lang="zh-CN" altLang="en-US" sz="2400" b="1">
                  <a:cs typeface="+mn-ea"/>
                  <a:sym typeface="+mn-lt"/>
                </a:rPr>
                <a:t>单击此处添加长一点的副标题</a:t>
              </a:r>
              <a:endParaRPr lang="en-US" sz="2400" dirty="0">
                <a:cs typeface="+mn-ea"/>
                <a:sym typeface="+mn-lt"/>
              </a:endParaRPr>
            </a:p>
          </p:txBody>
        </p:sp>
        <p:sp>
          <p:nvSpPr>
            <p:cNvPr id="5" name="矩形: 圆角 4">
              <a:extLst>
                <a:ext uri="{FF2B5EF4-FFF2-40B4-BE49-F238E27FC236}">
                  <a16:creationId xmlns:a16="http://schemas.microsoft.com/office/drawing/2014/main" id="{E16229A4-0D56-8FE1-E640-87E3844A0F6B}"/>
                </a:ext>
              </a:extLst>
            </p:cNvPr>
            <p:cNvSpPr/>
            <p:nvPr/>
          </p:nvSpPr>
          <p:spPr>
            <a:xfrm>
              <a:off x="6040120" y="3019530"/>
              <a:ext cx="5478780" cy="1421283"/>
            </a:xfrm>
            <a:prstGeom prst="roundRect">
              <a:avLst>
                <a:gd name="adj" fmla="val 18565"/>
              </a:avLst>
            </a:prstGeom>
            <a:solidFill>
              <a:schemeClr val="tx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6" name="矩形: 圆角 5">
              <a:extLst>
                <a:ext uri="{FF2B5EF4-FFF2-40B4-BE49-F238E27FC236}">
                  <a16:creationId xmlns:a16="http://schemas.microsoft.com/office/drawing/2014/main" id="{9C896483-BE6E-4117-0B49-792E80AF498E}"/>
                </a:ext>
              </a:extLst>
            </p:cNvPr>
            <p:cNvSpPr/>
            <p:nvPr/>
          </p:nvSpPr>
          <p:spPr>
            <a:xfrm>
              <a:off x="6040120" y="4712817"/>
              <a:ext cx="5478780" cy="1421283"/>
            </a:xfrm>
            <a:prstGeom prst="roundRect">
              <a:avLst>
                <a:gd name="adj" fmla="val 18565"/>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7" name="PictureMisc1">
              <a:extLst>
                <a:ext uri="{FF2B5EF4-FFF2-40B4-BE49-F238E27FC236}">
                  <a16:creationId xmlns:a16="http://schemas.microsoft.com/office/drawing/2014/main" id="{21ACB5B6-0E25-2583-81E3-21FBB43E43AD}"/>
                </a:ext>
              </a:extLst>
            </p:cNvPr>
            <p:cNvSpPr/>
            <p:nvPr/>
          </p:nvSpPr>
          <p:spPr>
            <a:xfrm>
              <a:off x="660399" y="3019530"/>
              <a:ext cx="4856146" cy="3114570"/>
            </a:xfrm>
            <a:prstGeom prst="roundRect">
              <a:avLst>
                <a:gd name="adj" fmla="val 11808"/>
              </a:avLst>
            </a:prstGeom>
            <a:blipFill>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cs typeface="+mn-ea"/>
                <a:sym typeface="+mn-lt"/>
              </a:endParaRPr>
            </a:p>
          </p:txBody>
        </p:sp>
        <p:grpSp>
          <p:nvGrpSpPr>
            <p:cNvPr id="8" name="组合 7">
              <a:extLst>
                <a:ext uri="{FF2B5EF4-FFF2-40B4-BE49-F238E27FC236}">
                  <a16:creationId xmlns:a16="http://schemas.microsoft.com/office/drawing/2014/main" id="{D5AEDABB-BECF-D8C4-536F-39B75807513D}"/>
                </a:ext>
              </a:extLst>
            </p:cNvPr>
            <p:cNvGrpSpPr/>
            <p:nvPr/>
          </p:nvGrpSpPr>
          <p:grpSpPr>
            <a:xfrm>
              <a:off x="6258566" y="3177474"/>
              <a:ext cx="5041889" cy="1105394"/>
              <a:chOff x="6258566" y="3177474"/>
              <a:chExt cx="5041889" cy="1105394"/>
            </a:xfrm>
          </p:grpSpPr>
          <p:sp>
            <p:nvSpPr>
              <p:cNvPr id="12" name="Text1">
                <a:extLst>
                  <a:ext uri="{FF2B5EF4-FFF2-40B4-BE49-F238E27FC236}">
                    <a16:creationId xmlns:a16="http://schemas.microsoft.com/office/drawing/2014/main" id="{AE0E67D1-787A-CF87-A3D8-983ECE3CB496}"/>
                  </a:ext>
                </a:extLst>
              </p:cNvPr>
              <p:cNvSpPr/>
              <p:nvPr/>
            </p:nvSpPr>
            <p:spPr>
              <a:xfrm flipH="1">
                <a:off x="6258566" y="3642908"/>
                <a:ext cx="5041886" cy="639960"/>
              </a:xfrm>
              <a:prstGeom prst="rect">
                <a:avLst/>
              </a:prstGeom>
              <a:ln>
                <a:noFill/>
              </a:ln>
            </p:spPr>
            <p:txBody>
              <a:bodyPr wrap="square" lIns="91440" tIns="45720" rIns="91440" bIns="45720" anchor="t" anchorCtr="0">
                <a:normAutofit/>
              </a:bodyPr>
              <a:lstStyle/>
              <a:p>
                <a:pPr defTabSz="913765">
                  <a:lnSpc>
                    <a:spcPct val="120000"/>
                  </a:lnSpc>
                  <a:buSzPct val="25000"/>
                  <a:defRPr/>
                </a:pPr>
                <a:r>
                  <a:rPr lang="zh-CN" altLang="en-US" sz="1200" dirty="0">
                    <a:cs typeface="+mn-ea"/>
                    <a:sym typeface="+mn-lt"/>
                  </a:rPr>
                  <a:t>单击此处添加文本单击此处添加文本单击此处添加文本单击此处添加文本单击此处添加文本</a:t>
                </a:r>
                <a:endParaRPr lang="en-US" sz="1200" dirty="0">
                  <a:cs typeface="+mn-ea"/>
                  <a:sym typeface="+mn-lt"/>
                </a:endParaRPr>
              </a:p>
            </p:txBody>
          </p:sp>
          <p:sp>
            <p:nvSpPr>
              <p:cNvPr id="13" name="Bullet1">
                <a:extLst>
                  <a:ext uri="{FF2B5EF4-FFF2-40B4-BE49-F238E27FC236}">
                    <a16:creationId xmlns:a16="http://schemas.microsoft.com/office/drawing/2014/main" id="{75CACD0B-F9DD-EDA8-EDF1-316273F83349}"/>
                  </a:ext>
                </a:extLst>
              </p:cNvPr>
              <p:cNvSpPr txBox="1"/>
              <p:nvPr/>
            </p:nvSpPr>
            <p:spPr>
              <a:xfrm>
                <a:off x="6258572" y="3177474"/>
                <a:ext cx="5041883" cy="465432"/>
              </a:xfrm>
              <a:prstGeom prst="rect">
                <a:avLst/>
              </a:prstGeom>
              <a:noFill/>
              <a:ln>
                <a:noFill/>
              </a:ln>
            </p:spPr>
            <p:txBody>
              <a:bodyPr wrap="square" lIns="91440" tIns="45720" rIns="91440" bIns="45720" anchor="b" anchorCtr="0">
                <a:normAutofit/>
              </a:bodyPr>
              <a:lstStyle/>
              <a:p>
                <a:pPr lvl="0" defTabSz="913765">
                  <a:buSzPct val="25000"/>
                  <a:defRPr/>
                </a:pPr>
                <a:r>
                  <a:rPr lang="zh-CN" altLang="en-US" b="1">
                    <a:cs typeface="+mn-ea"/>
                    <a:sym typeface="+mn-lt"/>
                  </a:rPr>
                  <a:t>单击添加小标题</a:t>
                </a:r>
                <a:endParaRPr lang="en-US" dirty="0">
                  <a:cs typeface="+mn-ea"/>
                  <a:sym typeface="+mn-lt"/>
                </a:endParaRPr>
              </a:p>
            </p:txBody>
          </p:sp>
        </p:grpSp>
        <p:grpSp>
          <p:nvGrpSpPr>
            <p:cNvPr id="9" name="组合 8">
              <a:extLst>
                <a:ext uri="{FF2B5EF4-FFF2-40B4-BE49-F238E27FC236}">
                  <a16:creationId xmlns:a16="http://schemas.microsoft.com/office/drawing/2014/main" id="{9EC92AA6-5F6C-F03E-8A49-412D0422561E}"/>
                </a:ext>
              </a:extLst>
            </p:cNvPr>
            <p:cNvGrpSpPr/>
            <p:nvPr/>
          </p:nvGrpSpPr>
          <p:grpSpPr>
            <a:xfrm>
              <a:off x="6258566" y="4870761"/>
              <a:ext cx="5041889" cy="1105394"/>
              <a:chOff x="6258566" y="4870761"/>
              <a:chExt cx="5041889" cy="1105394"/>
            </a:xfrm>
          </p:grpSpPr>
          <p:sp>
            <p:nvSpPr>
              <p:cNvPr id="10" name="Text2">
                <a:extLst>
                  <a:ext uri="{FF2B5EF4-FFF2-40B4-BE49-F238E27FC236}">
                    <a16:creationId xmlns:a16="http://schemas.microsoft.com/office/drawing/2014/main" id="{714A304C-D4BA-9209-17C6-1A00266CF08D}"/>
                  </a:ext>
                </a:extLst>
              </p:cNvPr>
              <p:cNvSpPr/>
              <p:nvPr/>
            </p:nvSpPr>
            <p:spPr>
              <a:xfrm flipH="1">
                <a:off x="6258566" y="5336195"/>
                <a:ext cx="5041886" cy="639960"/>
              </a:xfrm>
              <a:prstGeom prst="rect">
                <a:avLst/>
              </a:prstGeom>
              <a:ln>
                <a:noFill/>
              </a:ln>
            </p:spPr>
            <p:txBody>
              <a:bodyPr wrap="square" lIns="91440" tIns="45720" rIns="91440" bIns="45720" anchor="t" anchorCtr="0">
                <a:normAutofit/>
              </a:bodyPr>
              <a:lstStyle/>
              <a:p>
                <a:pPr defTabSz="913765">
                  <a:lnSpc>
                    <a:spcPct val="120000"/>
                  </a:lnSpc>
                  <a:buSzPct val="25000"/>
                  <a:defRPr/>
                </a:pPr>
                <a:r>
                  <a:rPr lang="zh-CN" altLang="en-US" sz="1200" dirty="0">
                    <a:solidFill>
                      <a:srgbClr val="FFFFFF"/>
                    </a:solidFill>
                    <a:cs typeface="+mn-ea"/>
                    <a:sym typeface="+mn-lt"/>
                  </a:rPr>
                  <a:t>单击此处添加文本单击此处添加文本单击此处添加文本单击此处添加文本单击此处添加文本</a:t>
                </a:r>
                <a:endParaRPr lang="en-US" sz="1200" dirty="0">
                  <a:solidFill>
                    <a:srgbClr val="FFFFFF"/>
                  </a:solidFill>
                  <a:cs typeface="+mn-ea"/>
                  <a:sym typeface="+mn-lt"/>
                </a:endParaRPr>
              </a:p>
            </p:txBody>
          </p:sp>
          <p:sp>
            <p:nvSpPr>
              <p:cNvPr id="11" name="Bullet2">
                <a:extLst>
                  <a:ext uri="{FF2B5EF4-FFF2-40B4-BE49-F238E27FC236}">
                    <a16:creationId xmlns:a16="http://schemas.microsoft.com/office/drawing/2014/main" id="{AF86EA14-AFAB-A581-7110-E5F2E59AD859}"/>
                  </a:ext>
                </a:extLst>
              </p:cNvPr>
              <p:cNvSpPr txBox="1"/>
              <p:nvPr/>
            </p:nvSpPr>
            <p:spPr>
              <a:xfrm>
                <a:off x="6258572" y="4870761"/>
                <a:ext cx="5041883" cy="465432"/>
              </a:xfrm>
              <a:prstGeom prst="rect">
                <a:avLst/>
              </a:prstGeom>
              <a:noFill/>
              <a:ln>
                <a:noFill/>
              </a:ln>
            </p:spPr>
            <p:txBody>
              <a:bodyPr wrap="square" lIns="91440" tIns="45720" rIns="91440" bIns="45720" anchor="b" anchorCtr="0">
                <a:normAutofit/>
              </a:bodyPr>
              <a:lstStyle/>
              <a:p>
                <a:pPr lvl="0" defTabSz="913765">
                  <a:buSzPct val="25000"/>
                  <a:defRPr/>
                </a:pPr>
                <a:r>
                  <a:rPr lang="zh-CN" altLang="en-US" b="1">
                    <a:solidFill>
                      <a:srgbClr val="FFFFFF"/>
                    </a:solidFill>
                    <a:cs typeface="+mn-ea"/>
                    <a:sym typeface="+mn-lt"/>
                  </a:rPr>
                  <a:t>单击添加小标题</a:t>
                </a:r>
                <a:endParaRPr lang="en-US" dirty="0">
                  <a:solidFill>
                    <a:srgbClr val="FFFFFF"/>
                  </a:solidFill>
                  <a:cs typeface="+mn-ea"/>
                  <a:sym typeface="+mn-lt"/>
                </a:endParaRPr>
              </a:p>
            </p:txBody>
          </p:sp>
        </p:grpSp>
      </p:grpSp>
      <p:sp>
        <p:nvSpPr>
          <p:cNvPr id="16" name="Title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a:sym typeface="+mn-lt"/>
              </a:rPr>
              <a:t>单击此处添加页面标题</a:t>
            </a:r>
            <a:endParaRPr lang="en-US" dirty="0">
              <a:sym typeface="+mn-lt"/>
            </a:endParaRPr>
          </a:p>
        </p:txBody>
      </p:sp>
    </p:spTree>
    <p:extLst>
      <p:ext uri="{BB962C8B-B14F-4D97-AF65-F5344CB8AC3E}">
        <p14:creationId xmlns:p14="http://schemas.microsoft.com/office/powerpoint/2010/main" val="3161810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8D5B1-A61F-5852-6836-4D927B0F0F3C}"/>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683F63AB-D9E6-CB30-6D14-88E00D75E40E}"/>
              </a:ext>
            </a:extLst>
          </p:cNvPr>
          <p:cNvGrpSpPr/>
          <p:nvPr/>
        </p:nvGrpSpPr>
        <p:grpSpPr>
          <a:xfrm>
            <a:off x="660400" y="1130300"/>
            <a:ext cx="10858500" cy="4882637"/>
            <a:chOff x="660400" y="1130300"/>
            <a:chExt cx="10858500" cy="4882637"/>
          </a:xfrm>
        </p:grpSpPr>
        <p:sp>
          <p:nvSpPr>
            <p:cNvPr id="24" name="矩形: 圆角 23">
              <a:extLst>
                <a:ext uri="{FF2B5EF4-FFF2-40B4-BE49-F238E27FC236}">
                  <a16:creationId xmlns:a16="http://schemas.microsoft.com/office/drawing/2014/main" id="{4D6AA35C-55BA-75B1-A1E5-8F1930755EBC}"/>
                </a:ext>
              </a:extLst>
            </p:cNvPr>
            <p:cNvSpPr/>
            <p:nvPr/>
          </p:nvSpPr>
          <p:spPr>
            <a:xfrm>
              <a:off x="660400" y="2555350"/>
              <a:ext cx="3352479" cy="1438800"/>
            </a:xfrm>
            <a:prstGeom prst="roundRect">
              <a:avLst>
                <a:gd name="adj" fmla="val 11000"/>
              </a:avLst>
            </a:prstGeom>
            <a:solidFill>
              <a:schemeClr val="tx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25" name="矩形: 圆角 24">
              <a:extLst>
                <a:ext uri="{FF2B5EF4-FFF2-40B4-BE49-F238E27FC236}">
                  <a16:creationId xmlns:a16="http://schemas.microsoft.com/office/drawing/2014/main" id="{E11B0135-3FCC-0CAC-F394-1A152EF1B2E5}"/>
                </a:ext>
              </a:extLst>
            </p:cNvPr>
            <p:cNvSpPr/>
            <p:nvPr/>
          </p:nvSpPr>
          <p:spPr>
            <a:xfrm>
              <a:off x="4413410" y="2555350"/>
              <a:ext cx="3352479" cy="1438800"/>
            </a:xfrm>
            <a:prstGeom prst="roundRect">
              <a:avLst>
                <a:gd name="adj" fmla="val 11000"/>
              </a:avLst>
            </a:prstGeom>
            <a:solidFill>
              <a:schemeClr val="tx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26" name="矩形: 圆角 25">
              <a:extLst>
                <a:ext uri="{FF2B5EF4-FFF2-40B4-BE49-F238E27FC236}">
                  <a16:creationId xmlns:a16="http://schemas.microsoft.com/office/drawing/2014/main" id="{DEA65BFC-2A5F-45EA-D9FB-85CCB1AF3827}"/>
                </a:ext>
              </a:extLst>
            </p:cNvPr>
            <p:cNvSpPr/>
            <p:nvPr/>
          </p:nvSpPr>
          <p:spPr>
            <a:xfrm>
              <a:off x="660400" y="4574137"/>
              <a:ext cx="3352479" cy="1438800"/>
            </a:xfrm>
            <a:prstGeom prst="roundRect">
              <a:avLst>
                <a:gd name="adj" fmla="val 11000"/>
              </a:avLst>
            </a:prstGeom>
            <a:solidFill>
              <a:schemeClr val="tx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30" name="矩形: 圆角 29">
              <a:extLst>
                <a:ext uri="{FF2B5EF4-FFF2-40B4-BE49-F238E27FC236}">
                  <a16:creationId xmlns:a16="http://schemas.microsoft.com/office/drawing/2014/main" id="{75B8B091-B00D-5615-6BBF-115FA67F123D}"/>
                </a:ext>
              </a:extLst>
            </p:cNvPr>
            <p:cNvSpPr/>
            <p:nvPr/>
          </p:nvSpPr>
          <p:spPr>
            <a:xfrm>
              <a:off x="4413411" y="4574137"/>
              <a:ext cx="3352479" cy="1438800"/>
            </a:xfrm>
            <a:prstGeom prst="roundRect">
              <a:avLst>
                <a:gd name="adj" fmla="val 11000"/>
              </a:avLst>
            </a:prstGeom>
            <a:solidFill>
              <a:schemeClr val="tx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31" name="Title">
              <a:extLst>
                <a:ext uri="{FF2B5EF4-FFF2-40B4-BE49-F238E27FC236}">
                  <a16:creationId xmlns:a16="http://schemas.microsoft.com/office/drawing/2014/main" id="{6D1D975B-6ACF-FC60-878E-0BDB6BB2552E}"/>
                </a:ext>
              </a:extLst>
            </p:cNvPr>
            <p:cNvSpPr txBox="1"/>
            <p:nvPr/>
          </p:nvSpPr>
          <p:spPr>
            <a:xfrm>
              <a:off x="660400" y="1130300"/>
              <a:ext cx="10858500" cy="824012"/>
            </a:xfrm>
            <a:prstGeom prst="rect">
              <a:avLst/>
            </a:prstGeom>
            <a:noFill/>
          </p:spPr>
          <p:txBody>
            <a:bodyPr vert="horz" wrap="square" lIns="91440" tIns="45720" rIns="91440" bIns="45720" rtlCol="0" anchor="ctr">
              <a:normAutofit/>
            </a:bodyPr>
            <a:lstStyle/>
            <a:p>
              <a:r>
                <a:rPr lang="zh-CN" altLang="en-US" sz="2400" b="1">
                  <a:cs typeface="+mn-ea"/>
                  <a:sym typeface="+mn-lt"/>
                </a:rPr>
                <a:t>单击此处添加长一点的副标题</a:t>
              </a:r>
              <a:endParaRPr lang="en-US" sz="2400" dirty="0">
                <a:cs typeface="+mn-ea"/>
                <a:sym typeface="+mn-lt"/>
              </a:endParaRPr>
            </a:p>
          </p:txBody>
        </p:sp>
        <p:sp>
          <p:nvSpPr>
            <p:cNvPr id="32" name="矩形: 圆角 31">
              <a:extLst>
                <a:ext uri="{FF2B5EF4-FFF2-40B4-BE49-F238E27FC236}">
                  <a16:creationId xmlns:a16="http://schemas.microsoft.com/office/drawing/2014/main" id="{11639660-5660-06F4-B8A3-94483F46DE9A}"/>
                </a:ext>
              </a:extLst>
            </p:cNvPr>
            <p:cNvSpPr/>
            <p:nvPr/>
          </p:nvSpPr>
          <p:spPr>
            <a:xfrm>
              <a:off x="8166421" y="2555350"/>
              <a:ext cx="3352479" cy="1438800"/>
            </a:xfrm>
            <a:prstGeom prst="roundRect">
              <a:avLst>
                <a:gd name="adj" fmla="val 11000"/>
              </a:avLst>
            </a:prstGeom>
            <a:solidFill>
              <a:schemeClr val="tx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sp>
          <p:nvSpPr>
            <p:cNvPr id="33" name="矩形: 圆角 32">
              <a:extLst>
                <a:ext uri="{FF2B5EF4-FFF2-40B4-BE49-F238E27FC236}">
                  <a16:creationId xmlns:a16="http://schemas.microsoft.com/office/drawing/2014/main" id="{6C68D44D-45B5-159D-6C18-44360790B1E8}"/>
                </a:ext>
              </a:extLst>
            </p:cNvPr>
            <p:cNvSpPr/>
            <p:nvPr/>
          </p:nvSpPr>
          <p:spPr>
            <a:xfrm>
              <a:off x="8166421" y="4574137"/>
              <a:ext cx="3352479" cy="1438800"/>
            </a:xfrm>
            <a:prstGeom prst="roundRect">
              <a:avLst>
                <a:gd name="adj" fmla="val 11000"/>
              </a:avLst>
            </a:prstGeom>
            <a:solidFill>
              <a:schemeClr val="tx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a:bodyPr>
            <a:lstStyle/>
            <a:p>
              <a:pPr algn="ctr"/>
              <a:endParaRPr lang="zh-CN" altLang="en-US">
                <a:cs typeface="+mn-ea"/>
                <a:sym typeface="+mn-lt"/>
              </a:endParaRPr>
            </a:p>
          </p:txBody>
        </p:sp>
        <p:grpSp>
          <p:nvGrpSpPr>
            <p:cNvPr id="34" name="组合 33">
              <a:extLst>
                <a:ext uri="{FF2B5EF4-FFF2-40B4-BE49-F238E27FC236}">
                  <a16:creationId xmlns:a16="http://schemas.microsoft.com/office/drawing/2014/main" id="{5B1030B8-FFE8-6B4C-AAEC-7AA1BFF0FC40}"/>
                </a:ext>
              </a:extLst>
            </p:cNvPr>
            <p:cNvGrpSpPr/>
            <p:nvPr/>
          </p:nvGrpSpPr>
          <p:grpSpPr>
            <a:xfrm>
              <a:off x="761990" y="2273300"/>
              <a:ext cx="3149298" cy="1536700"/>
              <a:chOff x="761990" y="2273300"/>
              <a:chExt cx="3149298" cy="1536700"/>
            </a:xfrm>
          </p:grpSpPr>
          <p:sp>
            <p:nvSpPr>
              <p:cNvPr id="51" name="Text1">
                <a:extLst>
                  <a:ext uri="{FF2B5EF4-FFF2-40B4-BE49-F238E27FC236}">
                    <a16:creationId xmlns:a16="http://schemas.microsoft.com/office/drawing/2014/main" id="{0F76A47B-91D6-A9CA-083E-A2EA2E08E05E}"/>
                  </a:ext>
                </a:extLst>
              </p:cNvPr>
              <p:cNvSpPr/>
              <p:nvPr/>
            </p:nvSpPr>
            <p:spPr bwMode="auto">
              <a:xfrm>
                <a:off x="761990" y="2953261"/>
                <a:ext cx="3149298" cy="856739"/>
              </a:xfrm>
              <a:prstGeom prst="rect">
                <a:avLst/>
              </a:prstGeom>
              <a:noFill/>
              <a:ln>
                <a:noFill/>
              </a:ln>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20000"/>
                  </a:lnSpc>
                  <a:spcAft>
                    <a:spcPts val="600"/>
                  </a:spcAft>
                </a:pPr>
                <a:r>
                  <a:rPr lang="zh-CN" altLang="en-US" sz="1200">
                    <a:cs typeface="+mn-ea"/>
                    <a:sym typeface="+mn-lt"/>
                  </a:rPr>
                  <a:t>单击此处添加文本单击此处添加文本单击此处添加文本单击此处添加文本</a:t>
                </a:r>
                <a:endParaRPr lang="en-US" sz="1200" dirty="0">
                  <a:cs typeface="+mn-ea"/>
                  <a:sym typeface="+mn-lt"/>
                </a:endParaRPr>
              </a:p>
            </p:txBody>
          </p:sp>
          <p:sp>
            <p:nvSpPr>
              <p:cNvPr id="52" name="Bullet1">
                <a:extLst>
                  <a:ext uri="{FF2B5EF4-FFF2-40B4-BE49-F238E27FC236}">
                    <a16:creationId xmlns:a16="http://schemas.microsoft.com/office/drawing/2014/main" id="{C6A823F7-2F96-5622-973A-848CD7736060}"/>
                  </a:ext>
                </a:extLst>
              </p:cNvPr>
              <p:cNvSpPr/>
              <p:nvPr/>
            </p:nvSpPr>
            <p:spPr bwMode="auto">
              <a:xfrm>
                <a:off x="914376" y="2273300"/>
                <a:ext cx="2844528" cy="558362"/>
              </a:xfrm>
              <a:prstGeom prst="roundRect">
                <a:avLst>
                  <a:gd name="adj" fmla="val 22400"/>
                </a:avLst>
              </a:prstGeom>
              <a:solidFill>
                <a:schemeClr val="accent1"/>
              </a:solidFill>
              <a:ln>
                <a:noFill/>
              </a:ln>
            </p:spPr>
            <p:txBody>
              <a:bodyPr wrap="square" lIns="91440" tIns="45720" rIns="91440" bIns="45720" anchor="ctr"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ctr"/>
                <a:r>
                  <a:rPr lang="zh-CN" altLang="en-US" b="1">
                    <a:solidFill>
                      <a:srgbClr val="FFFFFF"/>
                    </a:solidFill>
                    <a:cs typeface="+mn-ea"/>
                    <a:sym typeface="+mn-lt"/>
                  </a:rPr>
                  <a:t>单击添加小标题</a:t>
                </a:r>
                <a:endParaRPr lang="en-US" dirty="0">
                  <a:solidFill>
                    <a:srgbClr val="FFFFFF"/>
                  </a:solidFill>
                  <a:cs typeface="+mn-ea"/>
                  <a:sym typeface="+mn-lt"/>
                </a:endParaRPr>
              </a:p>
            </p:txBody>
          </p:sp>
        </p:grpSp>
        <p:grpSp>
          <p:nvGrpSpPr>
            <p:cNvPr id="36" name="组合 35">
              <a:extLst>
                <a:ext uri="{FF2B5EF4-FFF2-40B4-BE49-F238E27FC236}">
                  <a16:creationId xmlns:a16="http://schemas.microsoft.com/office/drawing/2014/main" id="{20AE5373-EC3C-8AC3-FCE3-3C4F33AF2022}"/>
                </a:ext>
              </a:extLst>
            </p:cNvPr>
            <p:cNvGrpSpPr/>
            <p:nvPr/>
          </p:nvGrpSpPr>
          <p:grpSpPr>
            <a:xfrm>
              <a:off x="4515000" y="2273300"/>
              <a:ext cx="3149298" cy="1536700"/>
              <a:chOff x="4515000" y="2273300"/>
              <a:chExt cx="3149298" cy="1536700"/>
            </a:xfrm>
          </p:grpSpPr>
          <p:sp>
            <p:nvSpPr>
              <p:cNvPr id="49" name="Text2">
                <a:extLst>
                  <a:ext uri="{FF2B5EF4-FFF2-40B4-BE49-F238E27FC236}">
                    <a16:creationId xmlns:a16="http://schemas.microsoft.com/office/drawing/2014/main" id="{1A20134B-D41D-2370-0C05-C2BE21C05B78}"/>
                  </a:ext>
                </a:extLst>
              </p:cNvPr>
              <p:cNvSpPr/>
              <p:nvPr/>
            </p:nvSpPr>
            <p:spPr bwMode="auto">
              <a:xfrm>
                <a:off x="4515000" y="2953261"/>
                <a:ext cx="3149298" cy="856739"/>
              </a:xfrm>
              <a:prstGeom prst="rect">
                <a:avLst/>
              </a:prstGeom>
              <a:noFill/>
              <a:ln>
                <a:noFill/>
              </a:ln>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20000"/>
                  </a:lnSpc>
                  <a:spcAft>
                    <a:spcPts val="600"/>
                  </a:spcAft>
                </a:pPr>
                <a:r>
                  <a:rPr lang="zh-CN" altLang="en-US" sz="1200">
                    <a:cs typeface="+mn-ea"/>
                    <a:sym typeface="+mn-lt"/>
                  </a:rPr>
                  <a:t>单击此处添加文本单击此处添加文本单击此处添加文本单击此处添加文本</a:t>
                </a:r>
                <a:endParaRPr lang="en-US" sz="1200" dirty="0">
                  <a:cs typeface="+mn-ea"/>
                  <a:sym typeface="+mn-lt"/>
                </a:endParaRPr>
              </a:p>
            </p:txBody>
          </p:sp>
          <p:sp>
            <p:nvSpPr>
              <p:cNvPr id="50" name="Bullet2">
                <a:extLst>
                  <a:ext uri="{FF2B5EF4-FFF2-40B4-BE49-F238E27FC236}">
                    <a16:creationId xmlns:a16="http://schemas.microsoft.com/office/drawing/2014/main" id="{8001B7A9-DC6F-5FD5-A4A4-FC8225448339}"/>
                  </a:ext>
                </a:extLst>
              </p:cNvPr>
              <p:cNvSpPr/>
              <p:nvPr/>
            </p:nvSpPr>
            <p:spPr bwMode="auto">
              <a:xfrm>
                <a:off x="4667386" y="2273300"/>
                <a:ext cx="2844528" cy="558362"/>
              </a:xfrm>
              <a:prstGeom prst="roundRect">
                <a:avLst>
                  <a:gd name="adj" fmla="val 22400"/>
                </a:avLst>
              </a:prstGeom>
              <a:solidFill>
                <a:schemeClr val="accent2"/>
              </a:solidFill>
              <a:ln>
                <a:noFill/>
              </a:ln>
            </p:spPr>
            <p:txBody>
              <a:bodyPr wrap="square" lIns="91440" tIns="45720" rIns="91440" bIns="45720" anchor="ctr"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ctr"/>
                <a:r>
                  <a:rPr lang="zh-CN" altLang="en-US" b="1">
                    <a:solidFill>
                      <a:srgbClr val="FFFFFF"/>
                    </a:solidFill>
                    <a:cs typeface="+mn-ea"/>
                    <a:sym typeface="+mn-lt"/>
                  </a:rPr>
                  <a:t>单击添加小标题</a:t>
                </a:r>
                <a:endParaRPr lang="en-US" b="1" dirty="0">
                  <a:solidFill>
                    <a:srgbClr val="FFFFFF"/>
                  </a:solidFill>
                  <a:cs typeface="+mn-ea"/>
                  <a:sym typeface="+mn-lt"/>
                </a:endParaRPr>
              </a:p>
            </p:txBody>
          </p:sp>
        </p:grpSp>
        <p:grpSp>
          <p:nvGrpSpPr>
            <p:cNvPr id="37" name="组合 36">
              <a:extLst>
                <a:ext uri="{FF2B5EF4-FFF2-40B4-BE49-F238E27FC236}">
                  <a16:creationId xmlns:a16="http://schemas.microsoft.com/office/drawing/2014/main" id="{A9E0AE74-7B45-9415-B1DB-109562B7C137}"/>
                </a:ext>
              </a:extLst>
            </p:cNvPr>
            <p:cNvGrpSpPr/>
            <p:nvPr/>
          </p:nvGrpSpPr>
          <p:grpSpPr>
            <a:xfrm>
              <a:off x="8268011" y="2273300"/>
              <a:ext cx="3149298" cy="1536700"/>
              <a:chOff x="8268011" y="2273300"/>
              <a:chExt cx="3149298" cy="1536700"/>
            </a:xfrm>
          </p:grpSpPr>
          <p:sp>
            <p:nvSpPr>
              <p:cNvPr id="47" name="Text3">
                <a:extLst>
                  <a:ext uri="{FF2B5EF4-FFF2-40B4-BE49-F238E27FC236}">
                    <a16:creationId xmlns:a16="http://schemas.microsoft.com/office/drawing/2014/main" id="{6D60739E-BDEC-9B8B-8865-7164D86E2B08}"/>
                  </a:ext>
                </a:extLst>
              </p:cNvPr>
              <p:cNvSpPr/>
              <p:nvPr/>
            </p:nvSpPr>
            <p:spPr bwMode="auto">
              <a:xfrm>
                <a:off x="8268011" y="2953261"/>
                <a:ext cx="3149298" cy="856739"/>
              </a:xfrm>
              <a:prstGeom prst="rect">
                <a:avLst/>
              </a:prstGeom>
              <a:noFill/>
              <a:ln>
                <a:noFill/>
              </a:ln>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20000"/>
                  </a:lnSpc>
                  <a:spcAft>
                    <a:spcPts val="600"/>
                  </a:spcAft>
                </a:pPr>
                <a:r>
                  <a:rPr lang="zh-CN" altLang="en-US" sz="1200">
                    <a:cs typeface="+mn-ea"/>
                    <a:sym typeface="+mn-lt"/>
                  </a:rPr>
                  <a:t>单击此处添加文本单击此处添加文本单击此处添加文本单击此处添加文本</a:t>
                </a:r>
                <a:endParaRPr lang="en-US" sz="1200" dirty="0">
                  <a:cs typeface="+mn-ea"/>
                  <a:sym typeface="+mn-lt"/>
                </a:endParaRPr>
              </a:p>
            </p:txBody>
          </p:sp>
          <p:sp>
            <p:nvSpPr>
              <p:cNvPr id="48" name="Bullet3">
                <a:extLst>
                  <a:ext uri="{FF2B5EF4-FFF2-40B4-BE49-F238E27FC236}">
                    <a16:creationId xmlns:a16="http://schemas.microsoft.com/office/drawing/2014/main" id="{219D16AD-E529-C090-DF76-44F3A64FE086}"/>
                  </a:ext>
                </a:extLst>
              </p:cNvPr>
              <p:cNvSpPr/>
              <p:nvPr/>
            </p:nvSpPr>
            <p:spPr bwMode="auto">
              <a:xfrm>
                <a:off x="8420397" y="2273300"/>
                <a:ext cx="2844528" cy="558362"/>
              </a:xfrm>
              <a:prstGeom prst="roundRect">
                <a:avLst>
                  <a:gd name="adj" fmla="val 22400"/>
                </a:avLst>
              </a:prstGeom>
              <a:solidFill>
                <a:schemeClr val="accent1"/>
              </a:solidFill>
              <a:ln>
                <a:noFill/>
              </a:ln>
            </p:spPr>
            <p:txBody>
              <a:bodyPr wrap="square" lIns="91440" tIns="45720" rIns="91440" bIns="45720" anchor="ctr"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ctr"/>
                <a:r>
                  <a:rPr lang="zh-CN" altLang="en-US" b="1">
                    <a:solidFill>
                      <a:srgbClr val="FFFFFF"/>
                    </a:solidFill>
                    <a:cs typeface="+mn-ea"/>
                    <a:sym typeface="+mn-lt"/>
                  </a:rPr>
                  <a:t>单击添加小标题</a:t>
                </a:r>
                <a:endParaRPr lang="en-US" b="1" dirty="0">
                  <a:solidFill>
                    <a:srgbClr val="FFFFFF"/>
                  </a:solidFill>
                  <a:cs typeface="+mn-ea"/>
                  <a:sym typeface="+mn-lt"/>
                </a:endParaRPr>
              </a:p>
            </p:txBody>
          </p:sp>
        </p:grpSp>
        <p:grpSp>
          <p:nvGrpSpPr>
            <p:cNvPr id="38" name="组合 37">
              <a:extLst>
                <a:ext uri="{FF2B5EF4-FFF2-40B4-BE49-F238E27FC236}">
                  <a16:creationId xmlns:a16="http://schemas.microsoft.com/office/drawing/2014/main" id="{05B67B58-96EA-F36E-EBE0-093D5BEF20A1}"/>
                </a:ext>
              </a:extLst>
            </p:cNvPr>
            <p:cNvGrpSpPr/>
            <p:nvPr/>
          </p:nvGrpSpPr>
          <p:grpSpPr>
            <a:xfrm>
              <a:off x="761990" y="4292087"/>
              <a:ext cx="3149298" cy="1536700"/>
              <a:chOff x="761990" y="4292087"/>
              <a:chExt cx="3149298" cy="1536700"/>
            </a:xfrm>
          </p:grpSpPr>
          <p:sp>
            <p:nvSpPr>
              <p:cNvPr id="45" name="Text4">
                <a:extLst>
                  <a:ext uri="{FF2B5EF4-FFF2-40B4-BE49-F238E27FC236}">
                    <a16:creationId xmlns:a16="http://schemas.microsoft.com/office/drawing/2014/main" id="{0FEAA67B-C8A8-03AA-1A95-26B4B3BE54AE}"/>
                  </a:ext>
                </a:extLst>
              </p:cNvPr>
              <p:cNvSpPr/>
              <p:nvPr/>
            </p:nvSpPr>
            <p:spPr bwMode="auto">
              <a:xfrm>
                <a:off x="761990" y="4972048"/>
                <a:ext cx="3149298" cy="856739"/>
              </a:xfrm>
              <a:prstGeom prst="rect">
                <a:avLst/>
              </a:prstGeom>
              <a:noFill/>
              <a:ln>
                <a:noFill/>
              </a:ln>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20000"/>
                  </a:lnSpc>
                  <a:spcAft>
                    <a:spcPts val="600"/>
                  </a:spcAft>
                </a:pPr>
                <a:r>
                  <a:rPr lang="zh-CN" altLang="en-US" sz="1200">
                    <a:cs typeface="+mn-ea"/>
                    <a:sym typeface="+mn-lt"/>
                  </a:rPr>
                  <a:t>单击此处添加文本单击此处添加文本单击此处添加文本单击此处添加文本</a:t>
                </a:r>
                <a:endParaRPr lang="en-US" sz="1200" dirty="0">
                  <a:cs typeface="+mn-ea"/>
                  <a:sym typeface="+mn-lt"/>
                </a:endParaRPr>
              </a:p>
            </p:txBody>
          </p:sp>
          <p:sp>
            <p:nvSpPr>
              <p:cNvPr id="46" name="Bullet4">
                <a:extLst>
                  <a:ext uri="{FF2B5EF4-FFF2-40B4-BE49-F238E27FC236}">
                    <a16:creationId xmlns:a16="http://schemas.microsoft.com/office/drawing/2014/main" id="{8A600CF3-6C59-FA37-DEC2-6E856B66728B}"/>
                  </a:ext>
                </a:extLst>
              </p:cNvPr>
              <p:cNvSpPr/>
              <p:nvPr/>
            </p:nvSpPr>
            <p:spPr bwMode="auto">
              <a:xfrm>
                <a:off x="914376" y="4292087"/>
                <a:ext cx="2844528" cy="558362"/>
              </a:xfrm>
              <a:prstGeom prst="roundRect">
                <a:avLst>
                  <a:gd name="adj" fmla="val 22400"/>
                </a:avLst>
              </a:prstGeom>
              <a:solidFill>
                <a:schemeClr val="accent2"/>
              </a:solidFill>
              <a:ln>
                <a:noFill/>
              </a:ln>
            </p:spPr>
            <p:txBody>
              <a:bodyPr wrap="square" lIns="91440" tIns="45720" rIns="91440" bIns="45720" anchor="ctr"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ctr"/>
                <a:r>
                  <a:rPr lang="zh-CN" altLang="en-US" b="1">
                    <a:solidFill>
                      <a:srgbClr val="FFFFFF"/>
                    </a:solidFill>
                    <a:cs typeface="+mn-ea"/>
                    <a:sym typeface="+mn-lt"/>
                  </a:rPr>
                  <a:t>单击添加小标题</a:t>
                </a:r>
                <a:endParaRPr lang="en-US" b="1" dirty="0">
                  <a:solidFill>
                    <a:srgbClr val="FFFFFF"/>
                  </a:solidFill>
                  <a:cs typeface="+mn-ea"/>
                  <a:sym typeface="+mn-lt"/>
                </a:endParaRPr>
              </a:p>
            </p:txBody>
          </p:sp>
        </p:grpSp>
        <p:grpSp>
          <p:nvGrpSpPr>
            <p:cNvPr id="39" name="组合 38">
              <a:extLst>
                <a:ext uri="{FF2B5EF4-FFF2-40B4-BE49-F238E27FC236}">
                  <a16:creationId xmlns:a16="http://schemas.microsoft.com/office/drawing/2014/main" id="{DE0A8B0B-B9D3-90E3-8433-F57F47B242FD}"/>
                </a:ext>
              </a:extLst>
            </p:cNvPr>
            <p:cNvGrpSpPr/>
            <p:nvPr/>
          </p:nvGrpSpPr>
          <p:grpSpPr>
            <a:xfrm>
              <a:off x="4515001" y="4292087"/>
              <a:ext cx="3149298" cy="1536700"/>
              <a:chOff x="4515001" y="4292087"/>
              <a:chExt cx="3149298" cy="1536700"/>
            </a:xfrm>
          </p:grpSpPr>
          <p:sp>
            <p:nvSpPr>
              <p:cNvPr id="43" name="Text5">
                <a:extLst>
                  <a:ext uri="{FF2B5EF4-FFF2-40B4-BE49-F238E27FC236}">
                    <a16:creationId xmlns:a16="http://schemas.microsoft.com/office/drawing/2014/main" id="{52B60013-70F7-2BA2-BFF7-7145DC8BC718}"/>
                  </a:ext>
                </a:extLst>
              </p:cNvPr>
              <p:cNvSpPr/>
              <p:nvPr/>
            </p:nvSpPr>
            <p:spPr bwMode="auto">
              <a:xfrm>
                <a:off x="4515001" y="4972048"/>
                <a:ext cx="3149298" cy="856739"/>
              </a:xfrm>
              <a:prstGeom prst="rect">
                <a:avLst/>
              </a:prstGeom>
              <a:noFill/>
              <a:ln>
                <a:noFill/>
              </a:ln>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20000"/>
                  </a:lnSpc>
                  <a:spcAft>
                    <a:spcPts val="600"/>
                  </a:spcAft>
                </a:pPr>
                <a:r>
                  <a:rPr lang="zh-CN" altLang="en-US" sz="1200">
                    <a:cs typeface="+mn-ea"/>
                    <a:sym typeface="+mn-lt"/>
                  </a:rPr>
                  <a:t>单击此处添加文本单击此处添加文本单击此处添加文本单击此处添加文本</a:t>
                </a:r>
                <a:endParaRPr lang="en-US" sz="1200" dirty="0">
                  <a:cs typeface="+mn-ea"/>
                  <a:sym typeface="+mn-lt"/>
                </a:endParaRPr>
              </a:p>
            </p:txBody>
          </p:sp>
          <p:sp>
            <p:nvSpPr>
              <p:cNvPr id="44" name="Bullet5">
                <a:extLst>
                  <a:ext uri="{FF2B5EF4-FFF2-40B4-BE49-F238E27FC236}">
                    <a16:creationId xmlns:a16="http://schemas.microsoft.com/office/drawing/2014/main" id="{D84480F2-1413-A4A2-C993-74888BA328CB}"/>
                  </a:ext>
                </a:extLst>
              </p:cNvPr>
              <p:cNvSpPr/>
              <p:nvPr/>
            </p:nvSpPr>
            <p:spPr bwMode="auto">
              <a:xfrm>
                <a:off x="4667387" y="4292087"/>
                <a:ext cx="2844528" cy="558362"/>
              </a:xfrm>
              <a:prstGeom prst="roundRect">
                <a:avLst>
                  <a:gd name="adj" fmla="val 22400"/>
                </a:avLst>
              </a:prstGeom>
              <a:solidFill>
                <a:schemeClr val="accent1"/>
              </a:solidFill>
              <a:ln>
                <a:noFill/>
              </a:ln>
            </p:spPr>
            <p:txBody>
              <a:bodyPr wrap="square" lIns="91440" tIns="45720" rIns="91440" bIns="45720" anchor="ctr"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ctr"/>
                <a:r>
                  <a:rPr lang="zh-CN" altLang="en-US" b="1">
                    <a:solidFill>
                      <a:srgbClr val="FFFFFF"/>
                    </a:solidFill>
                    <a:cs typeface="+mn-ea"/>
                    <a:sym typeface="+mn-lt"/>
                  </a:rPr>
                  <a:t>单击添加小标题</a:t>
                </a:r>
                <a:endParaRPr lang="en-US" dirty="0">
                  <a:solidFill>
                    <a:srgbClr val="FFFFFF"/>
                  </a:solidFill>
                  <a:cs typeface="+mn-ea"/>
                  <a:sym typeface="+mn-lt"/>
                </a:endParaRPr>
              </a:p>
            </p:txBody>
          </p:sp>
        </p:grpSp>
        <p:grpSp>
          <p:nvGrpSpPr>
            <p:cNvPr id="40" name="组合 39">
              <a:extLst>
                <a:ext uri="{FF2B5EF4-FFF2-40B4-BE49-F238E27FC236}">
                  <a16:creationId xmlns:a16="http://schemas.microsoft.com/office/drawing/2014/main" id="{40F14C31-D9C9-B0CD-E51E-CCB8F09185AD}"/>
                </a:ext>
              </a:extLst>
            </p:cNvPr>
            <p:cNvGrpSpPr/>
            <p:nvPr/>
          </p:nvGrpSpPr>
          <p:grpSpPr>
            <a:xfrm>
              <a:off x="8268011" y="4292087"/>
              <a:ext cx="3149298" cy="1536700"/>
              <a:chOff x="8268011" y="4292087"/>
              <a:chExt cx="3149298" cy="1536700"/>
            </a:xfrm>
          </p:grpSpPr>
          <p:sp>
            <p:nvSpPr>
              <p:cNvPr id="41" name="Text6">
                <a:extLst>
                  <a:ext uri="{FF2B5EF4-FFF2-40B4-BE49-F238E27FC236}">
                    <a16:creationId xmlns:a16="http://schemas.microsoft.com/office/drawing/2014/main" id="{77F21BAF-4143-F463-8B1D-B25A22A8B720}"/>
                  </a:ext>
                </a:extLst>
              </p:cNvPr>
              <p:cNvSpPr/>
              <p:nvPr/>
            </p:nvSpPr>
            <p:spPr bwMode="auto">
              <a:xfrm>
                <a:off x="8268011" y="4972048"/>
                <a:ext cx="3149298" cy="856739"/>
              </a:xfrm>
              <a:prstGeom prst="rect">
                <a:avLst/>
              </a:prstGeom>
              <a:noFill/>
              <a:ln>
                <a:noFill/>
              </a:ln>
            </p:spPr>
            <p:txBody>
              <a:bodyPr wrap="square" lIns="91440" tIns="45720" rIns="91440" bIns="4572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nSpc>
                    <a:spcPct val="120000"/>
                  </a:lnSpc>
                  <a:spcAft>
                    <a:spcPts val="600"/>
                  </a:spcAft>
                </a:pPr>
                <a:r>
                  <a:rPr lang="zh-CN" altLang="en-US" sz="1200">
                    <a:cs typeface="+mn-ea"/>
                    <a:sym typeface="+mn-lt"/>
                  </a:rPr>
                  <a:t>单击此处添加文本单击此处添加文本单击此处添加文本单击此处添加文本</a:t>
                </a:r>
                <a:endParaRPr lang="en-US" sz="1200" dirty="0">
                  <a:cs typeface="+mn-ea"/>
                  <a:sym typeface="+mn-lt"/>
                </a:endParaRPr>
              </a:p>
            </p:txBody>
          </p:sp>
          <p:sp>
            <p:nvSpPr>
              <p:cNvPr id="42" name="Bullet6">
                <a:extLst>
                  <a:ext uri="{FF2B5EF4-FFF2-40B4-BE49-F238E27FC236}">
                    <a16:creationId xmlns:a16="http://schemas.microsoft.com/office/drawing/2014/main" id="{F636F9A6-252B-EC96-ED77-D586778678D0}"/>
                  </a:ext>
                </a:extLst>
              </p:cNvPr>
              <p:cNvSpPr/>
              <p:nvPr/>
            </p:nvSpPr>
            <p:spPr bwMode="auto">
              <a:xfrm>
                <a:off x="8420397" y="4292087"/>
                <a:ext cx="2844528" cy="558362"/>
              </a:xfrm>
              <a:prstGeom prst="roundRect">
                <a:avLst>
                  <a:gd name="adj" fmla="val 22400"/>
                </a:avLst>
              </a:prstGeom>
              <a:solidFill>
                <a:schemeClr val="accent2"/>
              </a:solidFill>
              <a:ln>
                <a:noFill/>
              </a:ln>
            </p:spPr>
            <p:txBody>
              <a:bodyPr wrap="square" lIns="91440" tIns="45720" rIns="91440" bIns="45720" anchor="ctr"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ctr"/>
                <a:r>
                  <a:rPr lang="zh-CN" altLang="en-US" b="1">
                    <a:solidFill>
                      <a:srgbClr val="FFFFFF"/>
                    </a:solidFill>
                    <a:cs typeface="+mn-ea"/>
                    <a:sym typeface="+mn-lt"/>
                  </a:rPr>
                  <a:t>单击添加小标题</a:t>
                </a:r>
                <a:endParaRPr lang="en-US" b="1" dirty="0">
                  <a:solidFill>
                    <a:srgbClr val="FFFFFF"/>
                  </a:solidFill>
                  <a:cs typeface="+mn-ea"/>
                  <a:sym typeface="+mn-lt"/>
                </a:endParaRPr>
              </a:p>
            </p:txBody>
          </p:sp>
        </p:grpSp>
      </p:grpSp>
      <p:sp>
        <p:nvSpPr>
          <p:cNvPr id="29" name="Title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a:sym typeface="+mn-lt"/>
              </a:rPr>
              <a:t>单击此处添加页面标题</a:t>
            </a:r>
            <a:endParaRPr lang="en-US" dirty="0">
              <a:sym typeface="+mn-lt"/>
            </a:endParaRPr>
          </a:p>
        </p:txBody>
      </p:sp>
    </p:spTree>
    <p:extLst>
      <p:ext uri="{BB962C8B-B14F-4D97-AF65-F5344CB8AC3E}">
        <p14:creationId xmlns:p14="http://schemas.microsoft.com/office/powerpoint/2010/main" val="1978683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D77EC-0643-2385-D02D-3569C4039D62}"/>
            </a:ext>
          </a:extLst>
        </p:cNvPr>
        <p:cNvGrpSpPr/>
        <p:nvPr/>
      </p:nvGrpSpPr>
      <p:grpSpPr>
        <a:xfrm>
          <a:off x="0" y="0"/>
          <a:ext cx="0" cy="0"/>
          <a:chOff x="0" y="0"/>
          <a:chExt cx="0" cy="0"/>
        </a:xfrm>
      </p:grpSpPr>
      <p:sp>
        <p:nvSpPr>
          <p:cNvPr id="26" name="Title 1"/>
          <p:cNvSpPr>
            <a:spLocks noGrp="1"/>
          </p:cNvSpPr>
          <p:nvPr>
            <p:ph type="title" hasCustomPrompt="1"/>
          </p:nvPr>
        </p:nvSpPr>
        <p:spPr>
          <a:xfrm>
            <a:off x="660400" y="128587"/>
            <a:ext cx="10858500" cy="900112"/>
          </a:xfrm>
        </p:spPr>
        <p:txBody>
          <a:bodyPr lIns="91440" tIns="45720" rIns="91440" bIns="45720">
            <a:normAutofit/>
          </a:bodyPr>
          <a:lstStyle>
            <a:lvl1pPr>
              <a:defRPr/>
            </a:lvl1pPr>
          </a:lstStyle>
          <a:p>
            <a:pPr lvl="0"/>
            <a:r>
              <a:rPr lang="zh-CN" altLang="en-US">
                <a:sym typeface="+mn-lt"/>
              </a:rPr>
              <a:t>单击此处添加页面标题</a:t>
            </a:r>
            <a:endParaRPr lang="en-US" dirty="0">
              <a:sym typeface="+mn-lt"/>
            </a:endParaRPr>
          </a:p>
        </p:txBody>
      </p:sp>
      <p:grpSp>
        <p:nvGrpSpPr>
          <p:cNvPr id="43" name="组合 42">
            <a:extLst>
              <a:ext uri="{FF2B5EF4-FFF2-40B4-BE49-F238E27FC236}">
                <a16:creationId xmlns:a16="http://schemas.microsoft.com/office/drawing/2014/main" id="{E8951B85-CBE0-546B-FFF1-D0C11600A4D0}"/>
              </a:ext>
            </a:extLst>
          </p:cNvPr>
          <p:cNvGrpSpPr/>
          <p:nvPr/>
        </p:nvGrpSpPr>
        <p:grpSpPr>
          <a:xfrm>
            <a:off x="660400" y="1130300"/>
            <a:ext cx="10858500" cy="5395348"/>
            <a:chOff x="660400" y="1130300"/>
            <a:chExt cx="10858500" cy="5395348"/>
          </a:xfrm>
        </p:grpSpPr>
        <p:sp>
          <p:nvSpPr>
            <p:cNvPr id="3" name="Title">
              <a:extLst>
                <a:ext uri="{FF2B5EF4-FFF2-40B4-BE49-F238E27FC236}">
                  <a16:creationId xmlns:a16="http://schemas.microsoft.com/office/drawing/2014/main" id="{AE7A9A63-A8EF-D463-AA3A-3BE532C1BD0A}"/>
                </a:ext>
              </a:extLst>
            </p:cNvPr>
            <p:cNvSpPr>
              <a:spLocks/>
            </p:cNvSpPr>
            <p:nvPr/>
          </p:nvSpPr>
          <p:spPr>
            <a:xfrm>
              <a:off x="660400" y="1130300"/>
              <a:ext cx="10858500" cy="775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r>
                <a:rPr kumimoji="1" lang="zh-CN" altLang="en-US" sz="2400" b="1">
                  <a:solidFill>
                    <a:schemeClr val="tx1"/>
                  </a:solidFill>
                  <a:cs typeface="+mn-ea"/>
                  <a:sym typeface="+mn-lt"/>
                </a:rPr>
                <a:t>单击此处添加长一点的副标题</a:t>
              </a:r>
              <a:endParaRPr lang="en-US" sz="2400" dirty="0">
                <a:cs typeface="+mn-ea"/>
                <a:sym typeface="+mn-lt"/>
              </a:endParaRPr>
            </a:p>
          </p:txBody>
        </p:sp>
        <p:sp>
          <p:nvSpPr>
            <p:cNvPr id="12" name="矩形: 圆角 11">
              <a:extLst>
                <a:ext uri="{FF2B5EF4-FFF2-40B4-BE49-F238E27FC236}">
                  <a16:creationId xmlns:a16="http://schemas.microsoft.com/office/drawing/2014/main" id="{27D4B30D-1D4B-8B77-4ED2-C6366A7BD806}"/>
                </a:ext>
              </a:extLst>
            </p:cNvPr>
            <p:cNvSpPr/>
            <p:nvPr/>
          </p:nvSpPr>
          <p:spPr>
            <a:xfrm>
              <a:off x="10903089" y="6238636"/>
              <a:ext cx="615811" cy="28701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ormAutofit fontScale="47500" lnSpcReduction="20000"/>
            </a:bodyPr>
            <a:lstStyle/>
            <a:p>
              <a:pPr algn="ctr"/>
              <a:endParaRPr lang="zh-CN" altLang="en-US">
                <a:cs typeface="+mn-ea"/>
                <a:sym typeface="+mn-lt"/>
              </a:endParaRPr>
            </a:p>
          </p:txBody>
        </p:sp>
        <p:sp>
          <p:nvSpPr>
            <p:cNvPr id="13" name="任意多边形: 形状 12">
              <a:extLst>
                <a:ext uri="{FF2B5EF4-FFF2-40B4-BE49-F238E27FC236}">
                  <a16:creationId xmlns:a16="http://schemas.microsoft.com/office/drawing/2014/main" id="{47D67818-4281-DDBB-9A92-F22B74CFDCD0}"/>
                </a:ext>
              </a:extLst>
            </p:cNvPr>
            <p:cNvSpPr/>
            <p:nvPr/>
          </p:nvSpPr>
          <p:spPr>
            <a:xfrm>
              <a:off x="11078182" y="6309707"/>
              <a:ext cx="265625" cy="144870"/>
            </a:xfrm>
            <a:custGeom>
              <a:avLst/>
              <a:gdLst>
                <a:gd name="csX0" fmla="*/ 134025 w 487301"/>
                <a:gd name="csY0" fmla="*/ 1 h 265771"/>
                <a:gd name="csX1" fmla="*/ 149602 w 487301"/>
                <a:gd name="csY1" fmla="*/ 6601 h 265771"/>
                <a:gd name="csX2" fmla="*/ 149334 w 487301"/>
                <a:gd name="csY2" fmla="*/ 37926 h 265771"/>
                <a:gd name="csX3" fmla="*/ 75802 w 487301"/>
                <a:gd name="csY3" fmla="*/ 110321 h 265771"/>
                <a:gd name="csX4" fmla="*/ 465328 w 487301"/>
                <a:gd name="csY4" fmla="*/ 113061 h 265771"/>
                <a:gd name="csX5" fmla="*/ 487301 w 487301"/>
                <a:gd name="csY5" fmla="*/ 135379 h 265771"/>
                <a:gd name="csX6" fmla="*/ 480588 w 487301"/>
                <a:gd name="csY6" fmla="*/ 150995 h 265771"/>
                <a:gd name="csX7" fmla="*/ 464949 w 487301"/>
                <a:gd name="csY7" fmla="*/ 157385 h 265771"/>
                <a:gd name="csX8" fmla="*/ 75423 w 487301"/>
                <a:gd name="csY8" fmla="*/ 154645 h 265771"/>
                <a:gd name="csX9" fmla="*/ 147708 w 487301"/>
                <a:gd name="csY9" fmla="*/ 228066 h 265771"/>
                <a:gd name="csX10" fmla="*/ 147440 w 487301"/>
                <a:gd name="csY10" fmla="*/ 259391 h 265771"/>
                <a:gd name="csX11" fmla="*/ 116115 w 487301"/>
                <a:gd name="csY11" fmla="*/ 259171 h 265771"/>
                <a:gd name="csX12" fmla="*/ 6328 w 487301"/>
                <a:gd name="csY12" fmla="*/ 147659 h 265771"/>
                <a:gd name="csX13" fmla="*/ 6596 w 487301"/>
                <a:gd name="csY13" fmla="*/ 116334 h 265771"/>
                <a:gd name="csX14" fmla="*/ 118277 w 487301"/>
                <a:gd name="csY14" fmla="*/ 6381 h 265771"/>
                <a:gd name="csX15" fmla="*/ 134025 w 487301"/>
                <a:gd name="csY15" fmla="*/ 1 h 2657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487301" h="265771">
                  <a:moveTo>
                    <a:pt x="134025" y="1"/>
                  </a:moveTo>
                  <a:cubicBezTo>
                    <a:pt x="139692" y="51"/>
                    <a:pt x="145332" y="2264"/>
                    <a:pt x="149602" y="6601"/>
                  </a:cubicBezTo>
                  <a:cubicBezTo>
                    <a:pt x="158143" y="15276"/>
                    <a:pt x="158101" y="29294"/>
                    <a:pt x="149334" y="37926"/>
                  </a:cubicBezTo>
                  <a:lnTo>
                    <a:pt x="75802" y="110321"/>
                  </a:lnTo>
                  <a:lnTo>
                    <a:pt x="465328" y="113061"/>
                  </a:lnTo>
                  <a:cubicBezTo>
                    <a:pt x="477545" y="113147"/>
                    <a:pt x="487405" y="123162"/>
                    <a:pt x="487301" y="135379"/>
                  </a:cubicBezTo>
                  <a:cubicBezTo>
                    <a:pt x="487248" y="141487"/>
                    <a:pt x="484696" y="146951"/>
                    <a:pt x="480588" y="150995"/>
                  </a:cubicBezTo>
                  <a:cubicBezTo>
                    <a:pt x="476560" y="154961"/>
                    <a:pt x="471057" y="157428"/>
                    <a:pt x="464949" y="157385"/>
                  </a:cubicBezTo>
                  <a:lnTo>
                    <a:pt x="75423" y="154645"/>
                  </a:lnTo>
                  <a:lnTo>
                    <a:pt x="147708" y="228066"/>
                  </a:lnTo>
                  <a:cubicBezTo>
                    <a:pt x="156326" y="236820"/>
                    <a:pt x="156128" y="250837"/>
                    <a:pt x="147440" y="259391"/>
                  </a:cubicBezTo>
                  <a:cubicBezTo>
                    <a:pt x="138752" y="267945"/>
                    <a:pt x="124733" y="267924"/>
                    <a:pt x="116115" y="259171"/>
                  </a:cubicBezTo>
                  <a:lnTo>
                    <a:pt x="6328" y="147659"/>
                  </a:lnTo>
                  <a:cubicBezTo>
                    <a:pt x="-2212" y="138984"/>
                    <a:pt x="-2092" y="124888"/>
                    <a:pt x="6596" y="116334"/>
                  </a:cubicBezTo>
                  <a:lnTo>
                    <a:pt x="118277" y="6381"/>
                  </a:lnTo>
                  <a:cubicBezTo>
                    <a:pt x="122661" y="2065"/>
                    <a:pt x="128357" y="-48"/>
                    <a:pt x="134025" y="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fontScale="25000" lnSpcReduction="20000"/>
            </a:bodyPr>
            <a:lstStyle/>
            <a:p>
              <a:pPr lvl="0" algn="ctr"/>
              <a:endParaRPr lang="zh-CN" altLang="en-US">
                <a:cs typeface="+mn-ea"/>
                <a:sym typeface="+mn-lt"/>
              </a:endParaRPr>
            </a:p>
          </p:txBody>
        </p:sp>
        <p:grpSp>
          <p:nvGrpSpPr>
            <p:cNvPr id="34" name="组合 33">
              <a:extLst>
                <a:ext uri="{FF2B5EF4-FFF2-40B4-BE49-F238E27FC236}">
                  <a16:creationId xmlns:a16="http://schemas.microsoft.com/office/drawing/2014/main" id="{B50E807C-40FD-CBD6-624E-FA690CD7D392}"/>
                </a:ext>
              </a:extLst>
            </p:cNvPr>
            <p:cNvGrpSpPr/>
            <p:nvPr/>
          </p:nvGrpSpPr>
          <p:grpSpPr>
            <a:xfrm>
              <a:off x="660400" y="2345925"/>
              <a:ext cx="4689962" cy="3013736"/>
              <a:chOff x="660400" y="2345925"/>
              <a:chExt cx="4689962" cy="3013736"/>
            </a:xfrm>
          </p:grpSpPr>
          <p:cxnSp>
            <p:nvCxnSpPr>
              <p:cNvPr id="5" name="Shape1">
                <a:extLst>
                  <a:ext uri="{FF2B5EF4-FFF2-40B4-BE49-F238E27FC236}">
                    <a16:creationId xmlns:a16="http://schemas.microsoft.com/office/drawing/2014/main" id="{A33AD72F-C614-5CFF-C1E1-80AD5B45C200}"/>
                  </a:ext>
                </a:extLst>
              </p:cNvPr>
              <p:cNvCxnSpPr>
                <a:cxnSpLocks/>
              </p:cNvCxnSpPr>
              <p:nvPr/>
            </p:nvCxnSpPr>
            <p:spPr>
              <a:xfrm>
                <a:off x="756920" y="4249559"/>
                <a:ext cx="2917613" cy="0"/>
              </a:xfrm>
              <a:prstGeom prst="line">
                <a:avLst/>
              </a:prstGeom>
              <a:ln w="1270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23" name="Number1">
                <a:extLst>
                  <a:ext uri="{FF2B5EF4-FFF2-40B4-BE49-F238E27FC236}">
                    <a16:creationId xmlns:a16="http://schemas.microsoft.com/office/drawing/2014/main" id="{7BD7B2A4-D021-E23A-0712-1D653EF40AE8}"/>
                  </a:ext>
                </a:extLst>
              </p:cNvPr>
              <p:cNvSpPr/>
              <p:nvPr/>
            </p:nvSpPr>
            <p:spPr>
              <a:xfrm>
                <a:off x="3234486" y="2345925"/>
                <a:ext cx="2115876" cy="2115876"/>
              </a:xfrm>
              <a:prstGeom prst="ellipse">
                <a:avLst/>
              </a:prstGeom>
              <a:solidFill>
                <a:schemeClr val="tx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3200" b="1" dirty="0">
                    <a:solidFill>
                      <a:schemeClr val="accent1"/>
                    </a:solidFill>
                    <a:cs typeface="+mn-ea"/>
                    <a:sym typeface="+mn-lt"/>
                  </a:rPr>
                  <a:t>01</a:t>
                </a:r>
                <a:endParaRPr lang="zh-CN" altLang="en-US" sz="3200" b="1" dirty="0">
                  <a:solidFill>
                    <a:schemeClr val="accent1"/>
                  </a:solidFill>
                  <a:cs typeface="+mn-ea"/>
                  <a:sym typeface="+mn-lt"/>
                </a:endParaRPr>
              </a:p>
            </p:txBody>
          </p:sp>
          <p:sp>
            <p:nvSpPr>
              <p:cNvPr id="21" name="Text1">
                <a:extLst>
                  <a:ext uri="{FF2B5EF4-FFF2-40B4-BE49-F238E27FC236}">
                    <a16:creationId xmlns:a16="http://schemas.microsoft.com/office/drawing/2014/main" id="{394A5F04-A418-9950-3C18-18E02A068332}"/>
                  </a:ext>
                </a:extLst>
              </p:cNvPr>
              <p:cNvSpPr/>
              <p:nvPr/>
            </p:nvSpPr>
            <p:spPr>
              <a:xfrm>
                <a:off x="660400" y="4294223"/>
                <a:ext cx="2417233" cy="10654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dirty="0">
                    <a:solidFill>
                      <a:schemeClr val="tx1"/>
                    </a:solidFill>
                    <a:cs typeface="+mn-ea"/>
                    <a:sym typeface="+mn-lt"/>
                  </a:rPr>
                  <a:t>单击此处添加文本单击此处添加文本单击此处添加文本单击此处添加文本</a:t>
                </a:r>
                <a:endParaRPr lang="en-US" sz="1200" dirty="0">
                  <a:cs typeface="+mn-ea"/>
                  <a:sym typeface="+mn-lt"/>
                </a:endParaRPr>
              </a:p>
            </p:txBody>
          </p:sp>
          <p:sp>
            <p:nvSpPr>
              <p:cNvPr id="22" name="Bullet1">
                <a:extLst>
                  <a:ext uri="{FF2B5EF4-FFF2-40B4-BE49-F238E27FC236}">
                    <a16:creationId xmlns:a16="http://schemas.microsoft.com/office/drawing/2014/main" id="{7344BA62-4E27-493E-9EF3-13832E3D7731}"/>
                  </a:ext>
                </a:extLst>
              </p:cNvPr>
              <p:cNvSpPr>
                <a:spLocks/>
              </p:cNvSpPr>
              <p:nvPr/>
            </p:nvSpPr>
            <p:spPr>
              <a:xfrm>
                <a:off x="660400" y="3464027"/>
                <a:ext cx="2417233" cy="7408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dirty="0">
                    <a:solidFill>
                      <a:schemeClr val="tx1"/>
                    </a:solidFill>
                    <a:cs typeface="+mn-ea"/>
                    <a:sym typeface="+mn-lt"/>
                  </a:rPr>
                  <a:t>单击添加小标题</a:t>
                </a:r>
                <a:endParaRPr lang="en-US" dirty="0">
                  <a:cs typeface="+mn-ea"/>
                  <a:sym typeface="+mn-lt"/>
                </a:endParaRPr>
              </a:p>
            </p:txBody>
          </p:sp>
        </p:grpSp>
        <p:grpSp>
          <p:nvGrpSpPr>
            <p:cNvPr id="35" name="组合 34">
              <a:extLst>
                <a:ext uri="{FF2B5EF4-FFF2-40B4-BE49-F238E27FC236}">
                  <a16:creationId xmlns:a16="http://schemas.microsoft.com/office/drawing/2014/main" id="{53519CF8-A762-6F7E-34BD-09FD08B65D70}"/>
                </a:ext>
              </a:extLst>
            </p:cNvPr>
            <p:cNvGrpSpPr/>
            <p:nvPr/>
          </p:nvGrpSpPr>
          <p:grpSpPr>
            <a:xfrm>
              <a:off x="4737100" y="2178268"/>
              <a:ext cx="6781800" cy="3194095"/>
              <a:chOff x="4737100" y="2178268"/>
              <a:chExt cx="6781800" cy="3194095"/>
            </a:xfrm>
          </p:grpSpPr>
          <p:cxnSp>
            <p:nvCxnSpPr>
              <p:cNvPr id="6" name="Shape2">
                <a:extLst>
                  <a:ext uri="{FF2B5EF4-FFF2-40B4-BE49-F238E27FC236}">
                    <a16:creationId xmlns:a16="http://schemas.microsoft.com/office/drawing/2014/main" id="{E324154F-9E33-4B0F-F6A1-FF1196E34D61}"/>
                  </a:ext>
                </a:extLst>
              </p:cNvPr>
              <p:cNvCxnSpPr>
                <a:cxnSpLocks/>
              </p:cNvCxnSpPr>
              <p:nvPr/>
            </p:nvCxnSpPr>
            <p:spPr>
              <a:xfrm>
                <a:off x="6887633" y="2950041"/>
                <a:ext cx="3051498" cy="0"/>
              </a:xfrm>
              <a:prstGeom prst="line">
                <a:avLst/>
              </a:prstGeom>
              <a:ln w="1270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24" name="Text2">
                <a:extLst>
                  <a:ext uri="{FF2B5EF4-FFF2-40B4-BE49-F238E27FC236}">
                    <a16:creationId xmlns:a16="http://schemas.microsoft.com/office/drawing/2014/main" id="{FD2380E9-752E-C18C-6D22-9625C90A047C}"/>
                  </a:ext>
                </a:extLst>
              </p:cNvPr>
              <p:cNvSpPr/>
              <p:nvPr/>
            </p:nvSpPr>
            <p:spPr>
              <a:xfrm>
                <a:off x="7521575" y="2980948"/>
                <a:ext cx="3997325" cy="795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chemeClr val="tx1"/>
                    </a:solidFill>
                    <a:cs typeface="+mn-ea"/>
                    <a:sym typeface="+mn-lt"/>
                  </a:rPr>
                  <a:t>单击此处添加文本单击此处添加文本单击此处添加文本单击此处添加文本</a:t>
                </a:r>
                <a:endParaRPr lang="en-US" sz="1200" dirty="0">
                  <a:cs typeface="+mn-ea"/>
                  <a:sym typeface="+mn-lt"/>
                </a:endParaRPr>
              </a:p>
            </p:txBody>
          </p:sp>
          <p:sp>
            <p:nvSpPr>
              <p:cNvPr id="25" name="Bullet2">
                <a:extLst>
                  <a:ext uri="{FF2B5EF4-FFF2-40B4-BE49-F238E27FC236}">
                    <a16:creationId xmlns:a16="http://schemas.microsoft.com/office/drawing/2014/main" id="{134AFCCD-326D-D2C5-0F93-19CEBCFCC681}"/>
                  </a:ext>
                </a:extLst>
              </p:cNvPr>
              <p:cNvSpPr>
                <a:spLocks/>
              </p:cNvSpPr>
              <p:nvPr/>
            </p:nvSpPr>
            <p:spPr>
              <a:xfrm>
                <a:off x="7521575" y="2178268"/>
                <a:ext cx="3997325" cy="7408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a:solidFill>
                      <a:schemeClr val="tx1"/>
                    </a:solidFill>
                    <a:cs typeface="+mn-ea"/>
                    <a:sym typeface="+mn-lt"/>
                  </a:rPr>
                  <a:t>单击添加小标题</a:t>
                </a:r>
                <a:endParaRPr lang="en-US" dirty="0">
                  <a:cs typeface="+mn-ea"/>
                  <a:sym typeface="+mn-lt"/>
                </a:endParaRPr>
              </a:p>
            </p:txBody>
          </p:sp>
          <p:sp>
            <p:nvSpPr>
              <p:cNvPr id="20" name="Number2">
                <a:extLst>
                  <a:ext uri="{FF2B5EF4-FFF2-40B4-BE49-F238E27FC236}">
                    <a16:creationId xmlns:a16="http://schemas.microsoft.com/office/drawing/2014/main" id="{E0313776-C309-0DAF-FE6B-7A6D7AB0129F}"/>
                  </a:ext>
                </a:extLst>
              </p:cNvPr>
              <p:cNvSpPr/>
              <p:nvPr/>
            </p:nvSpPr>
            <p:spPr>
              <a:xfrm>
                <a:off x="4737100" y="2667263"/>
                <a:ext cx="2705100" cy="27051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3200" b="1">
                    <a:solidFill>
                      <a:srgbClr val="FFFFFF"/>
                    </a:solidFill>
                    <a:cs typeface="+mn-ea"/>
                    <a:sym typeface="+mn-lt"/>
                  </a:rPr>
                  <a:t>02</a:t>
                </a:r>
                <a:endParaRPr lang="zh-CN" altLang="en-US" sz="3200" b="1" dirty="0">
                  <a:solidFill>
                    <a:srgbClr val="FFFFFF"/>
                  </a:solidFill>
                  <a:cs typeface="+mn-ea"/>
                  <a:sym typeface="+mn-lt"/>
                </a:endParaRPr>
              </a:p>
            </p:txBody>
          </p:sp>
        </p:grpSp>
        <p:grpSp>
          <p:nvGrpSpPr>
            <p:cNvPr id="36" name="组合 35">
              <a:extLst>
                <a:ext uri="{FF2B5EF4-FFF2-40B4-BE49-F238E27FC236}">
                  <a16:creationId xmlns:a16="http://schemas.microsoft.com/office/drawing/2014/main" id="{42F349D2-84D2-F07D-124F-E3D9CDB31944}"/>
                </a:ext>
              </a:extLst>
            </p:cNvPr>
            <p:cNvGrpSpPr/>
            <p:nvPr/>
          </p:nvGrpSpPr>
          <p:grpSpPr>
            <a:xfrm>
              <a:off x="6747890" y="3937176"/>
              <a:ext cx="4771010" cy="2196924"/>
              <a:chOff x="6747890" y="3937176"/>
              <a:chExt cx="4771010" cy="2196924"/>
            </a:xfrm>
          </p:grpSpPr>
          <p:cxnSp>
            <p:nvCxnSpPr>
              <p:cNvPr id="11" name="Shape3">
                <a:extLst>
                  <a:ext uri="{FF2B5EF4-FFF2-40B4-BE49-F238E27FC236}">
                    <a16:creationId xmlns:a16="http://schemas.microsoft.com/office/drawing/2014/main" id="{34CDDBC1-A3FA-9605-2A59-6DF93F97E383}"/>
                  </a:ext>
                </a:extLst>
              </p:cNvPr>
              <p:cNvCxnSpPr>
                <a:cxnSpLocks/>
              </p:cNvCxnSpPr>
              <p:nvPr/>
            </p:nvCxnSpPr>
            <p:spPr>
              <a:xfrm>
                <a:off x="8925761" y="5035638"/>
                <a:ext cx="2593139" cy="0"/>
              </a:xfrm>
              <a:prstGeom prst="line">
                <a:avLst/>
              </a:prstGeom>
              <a:ln w="12700">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17" name="Number3">
                <a:extLst>
                  <a:ext uri="{FF2B5EF4-FFF2-40B4-BE49-F238E27FC236}">
                    <a16:creationId xmlns:a16="http://schemas.microsoft.com/office/drawing/2014/main" id="{1A7F0B9F-D691-D195-DCCB-D91BDBC9C158}"/>
                  </a:ext>
                </a:extLst>
              </p:cNvPr>
              <p:cNvSpPr/>
              <p:nvPr/>
            </p:nvSpPr>
            <p:spPr>
              <a:xfrm>
                <a:off x="6747890" y="3937176"/>
                <a:ext cx="2196924" cy="2196924"/>
              </a:xfrm>
              <a:prstGeom prst="ellipse">
                <a:avLst/>
              </a:prstGeom>
              <a:solidFill>
                <a:schemeClr val="tx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normAutofit/>
              </a:bodyPr>
              <a:lstStyle/>
              <a:p>
                <a:pPr algn="ctr"/>
                <a:r>
                  <a:rPr lang="en-US" altLang="zh-CN" sz="3200" b="1">
                    <a:solidFill>
                      <a:schemeClr val="accent1"/>
                    </a:solidFill>
                    <a:cs typeface="+mn-ea"/>
                    <a:sym typeface="+mn-lt"/>
                  </a:rPr>
                  <a:t>03</a:t>
                </a:r>
                <a:endParaRPr lang="zh-CN" altLang="en-US" sz="3200" b="1" dirty="0">
                  <a:solidFill>
                    <a:schemeClr val="accent1"/>
                  </a:solidFill>
                  <a:cs typeface="+mn-ea"/>
                  <a:sym typeface="+mn-lt"/>
                </a:endParaRPr>
              </a:p>
            </p:txBody>
          </p:sp>
          <p:sp>
            <p:nvSpPr>
              <p:cNvPr id="18" name="Text3">
                <a:extLst>
                  <a:ext uri="{FF2B5EF4-FFF2-40B4-BE49-F238E27FC236}">
                    <a16:creationId xmlns:a16="http://schemas.microsoft.com/office/drawing/2014/main" id="{9C7B7BD7-D0AC-C84F-2728-763082211BAC}"/>
                  </a:ext>
                </a:extLst>
              </p:cNvPr>
              <p:cNvSpPr/>
              <p:nvPr/>
            </p:nvSpPr>
            <p:spPr>
              <a:xfrm>
                <a:off x="9101667" y="5068662"/>
                <a:ext cx="2417233" cy="10654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pPr>
                <a:r>
                  <a:rPr kumimoji="1" lang="zh-CN" altLang="en-US" sz="1200">
                    <a:solidFill>
                      <a:schemeClr val="tx1"/>
                    </a:solidFill>
                    <a:cs typeface="+mn-ea"/>
                    <a:sym typeface="+mn-lt"/>
                  </a:rPr>
                  <a:t>单击此处添加文本单击此处添加文本单击此处添加文本单击此处添加文本</a:t>
                </a:r>
                <a:endParaRPr lang="en-US" sz="1200" dirty="0">
                  <a:cs typeface="+mn-ea"/>
                  <a:sym typeface="+mn-lt"/>
                </a:endParaRPr>
              </a:p>
            </p:txBody>
          </p:sp>
          <p:sp>
            <p:nvSpPr>
              <p:cNvPr id="19" name="Bullet3">
                <a:extLst>
                  <a:ext uri="{FF2B5EF4-FFF2-40B4-BE49-F238E27FC236}">
                    <a16:creationId xmlns:a16="http://schemas.microsoft.com/office/drawing/2014/main" id="{DB71715E-A7AE-73C3-85AF-DA10F6A04239}"/>
                  </a:ext>
                </a:extLst>
              </p:cNvPr>
              <p:cNvSpPr>
                <a:spLocks/>
              </p:cNvSpPr>
              <p:nvPr/>
            </p:nvSpPr>
            <p:spPr>
              <a:xfrm>
                <a:off x="9101667" y="4238466"/>
                <a:ext cx="2417233" cy="7408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kumimoji="1" lang="zh-CN" altLang="en-US" b="1">
                    <a:solidFill>
                      <a:schemeClr val="tx1"/>
                    </a:solidFill>
                    <a:cs typeface="+mn-ea"/>
                    <a:sym typeface="+mn-lt"/>
                  </a:rPr>
                  <a:t>单击添加小标题</a:t>
                </a:r>
                <a:endParaRPr lang="en-US" dirty="0">
                  <a:cs typeface="+mn-ea"/>
                  <a:sym typeface="+mn-lt"/>
                </a:endParaRPr>
              </a:p>
            </p:txBody>
          </p:sp>
        </p:grpSp>
      </p:grpSp>
    </p:spTree>
    <p:extLst>
      <p:ext uri="{BB962C8B-B14F-4D97-AF65-F5344CB8AC3E}">
        <p14:creationId xmlns:p14="http://schemas.microsoft.com/office/powerpoint/2010/main" val="1161108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400" y="4620217"/>
            <a:ext cx="9962324" cy="1109598"/>
          </a:xfrm>
        </p:spPr>
        <p:txBody>
          <a:bodyPr lIns="91440" tIns="45720" rIns="91440" bIns="45720">
            <a:normAutofit/>
          </a:bodyPr>
          <a:lstStyle/>
          <a:p>
            <a:r>
              <a:rPr lang="zh-CN" altLang="en-US" dirty="0">
                <a:sym typeface="+mn-lt"/>
              </a:rPr>
              <a:t>演示结束 感谢观看 </a:t>
            </a:r>
            <a:endParaRPr lang="en-US" altLang="zh-CN" dirty="0">
              <a:sym typeface="+mn-lt"/>
            </a:endParaRPr>
          </a:p>
        </p:txBody>
      </p:sp>
      <p:sp>
        <p:nvSpPr>
          <p:cNvPr id="4" name="文本占位符 3"/>
          <p:cNvSpPr>
            <a:spLocks noGrp="1"/>
          </p:cNvSpPr>
          <p:nvPr>
            <p:ph type="body" sz="quarter" idx="13" hasCustomPrompt="1"/>
          </p:nvPr>
        </p:nvSpPr>
        <p:spPr>
          <a:xfrm>
            <a:off x="1122271" y="3951397"/>
            <a:ext cx="1327347" cy="320088"/>
          </a:xfrm>
        </p:spPr>
        <p:txBody>
          <a:bodyPr lIns="91440" tIns="45720" rIns="91440" bIns="45720">
            <a:normAutofit/>
          </a:bodyPr>
          <a:lstStyle/>
          <a:p>
            <a:r>
              <a:rPr lang="zh-CN" altLang="en-US" dirty="0">
                <a:sym typeface="+mn-lt"/>
              </a:rPr>
              <a:t>Presenter name</a:t>
            </a:r>
            <a:endParaRPr lang="en-US" dirty="0">
              <a:sym typeface="+mn-lt"/>
            </a:endParaRPr>
          </a:p>
        </p:txBody>
      </p:sp>
      <p:sp>
        <p:nvSpPr>
          <p:cNvPr id="7" name="文本占位符 6"/>
          <p:cNvSpPr>
            <a:spLocks noGrp="1"/>
          </p:cNvSpPr>
          <p:nvPr>
            <p:ph type="body" sz="quarter" idx="14" hasCustomPrompt="1"/>
          </p:nvPr>
        </p:nvSpPr>
        <p:spPr>
          <a:xfrm>
            <a:off x="2612827" y="3951397"/>
            <a:ext cx="1327347" cy="320088"/>
          </a:xfrm>
        </p:spPr>
        <p:txBody>
          <a:bodyPr lIns="91440" tIns="45720" rIns="91440" bIns="45720">
            <a:normAutofit/>
          </a:bodyPr>
          <a:lstStyle/>
          <a:p>
            <a:r>
              <a:rPr lang="zh-CN" altLang="en-US" dirty="0">
                <a:sym typeface="+mn-lt"/>
              </a:rPr>
              <a:t>20XX.XX.XX</a:t>
            </a:r>
            <a:endParaRPr lang="en-US" dirty="0">
              <a:sym typeface="+mn-lt"/>
            </a:endParaRPr>
          </a:p>
        </p:txBody>
      </p:sp>
    </p:spTree>
  </p:cSld>
  <p:clrMapOvr>
    <a:masterClrMapping/>
  </p:clrMapOvr>
</p:sld>
</file>

<file path=ppt/slides/slide12.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8601"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7" name="矩形 189">
            <a:extLst>
              <a:ext uri="{FF2B5EF4-FFF2-40B4-BE49-F238E27FC236}">
                <a16:creationId xmlns:a16="http://schemas.microsoft.com/office/drawing/2014/main" id="{63B72852-A360-4EF8-A2F9-3A064EA5CCA7}"/>
              </a:ext>
            </a:extLst>
          </p:cNvPr>
          <p:cNvSpPr/>
          <p:nvPr/>
        </p:nvSpPr>
        <p:spPr>
          <a:xfrm>
            <a:off x="662896" y="2301813"/>
            <a:ext cx="2890520" cy="375552"/>
          </a:xfrm>
          <a:prstGeom prst="rect">
            <a:avLst/>
          </a:prstGeom>
          <a:noFill/>
          <a:ln>
            <a:noFill/>
          </a:ln>
        </p:spPr>
        <p:txBody>
          <a:bodyPr wrap="square" anchor="ctr">
            <a:spAutoFit/>
          </a:bodyPr>
          <a:lstStyle/>
          <a:p>
            <a:pPr defTabSz="914332">
              <a:lnSpc>
                <a:spcPct val="150000"/>
              </a:lnSpc>
              <a:defRPr/>
            </a:pPr>
            <a:r>
              <a:rPr lang="en-US" altLang="zh-CN" sz="14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4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8" name="矩形 190">
            <a:extLst>
              <a:ext uri="{FF2B5EF4-FFF2-40B4-BE49-F238E27FC236}">
                <a16:creationId xmlns:a16="http://schemas.microsoft.com/office/drawing/2014/main" id="{F754BA71-8184-4828-95E4-4301AEC6A769}"/>
              </a:ext>
            </a:extLst>
          </p:cNvPr>
          <p:cNvSpPr>
            <a:spLocks/>
          </p:cNvSpPr>
          <p:nvPr/>
        </p:nvSpPr>
        <p:spPr>
          <a:xfrm>
            <a:off x="637768" y="1990359"/>
            <a:ext cx="8015025" cy="370375"/>
          </a:xfrm>
          <a:prstGeom prst="rect">
            <a:avLst/>
          </a:prstGeom>
          <a:noFill/>
          <a:ln>
            <a:noFill/>
          </a:ln>
        </p:spPr>
        <p:txBody>
          <a:bodyPr wrap="square" anchor="t">
            <a:no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欢迎关注</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官方渠道，通过</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小红书、微博、抖音等官方渠道了解更多产品资讯及活动信息。</a:t>
            </a:r>
          </a:p>
          <a:p>
            <a:pPr defTabSz="914332">
              <a:lnSpc>
                <a:spcPct val="120000"/>
              </a:lnSpc>
              <a:defRPr/>
            </a:pP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90">
            <a:extLst>
              <a:ext uri="{FF2B5EF4-FFF2-40B4-BE49-F238E27FC236}">
                <a16:creationId xmlns:a16="http://schemas.microsoft.com/office/drawing/2014/main" id="{F6CD38CE-FC32-B793-7C2A-F7EF662A7A51}"/>
              </a:ext>
            </a:extLst>
          </p:cNvPr>
          <p:cNvSpPr/>
          <p:nvPr/>
        </p:nvSpPr>
        <p:spPr>
          <a:xfrm>
            <a:off x="660400" y="5478694"/>
            <a:ext cx="4710695" cy="613373"/>
          </a:xfrm>
          <a:prstGeom prst="rect">
            <a:avLst/>
          </a:prstGeom>
          <a:noFill/>
          <a:ln>
            <a:noFill/>
          </a:ln>
        </p:spPr>
        <p:txBody>
          <a:bodyPr wrap="square" anchor="t">
            <a:spAutoFit/>
          </a:bodyPr>
          <a:lstStyle/>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抖音、视频号每周直播，带你从小白进阶</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高手！</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插件不会用，</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页面不会设计？ </a:t>
            </a: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zh-CN" altLang="en-US" sz="1200" dirty="0">
                <a:latin typeface="Arial" panose="020B0604020202020204" pitchFamily="34" charset="0"/>
                <a:ea typeface="微软雅黑" panose="020B0503020204020204" pitchFamily="34" charset="-122"/>
                <a:sym typeface="Arial" panose="020B0604020202020204" pitchFamily="34" charset="0"/>
              </a:rPr>
              <a:t>那就来</a:t>
            </a:r>
            <a:r>
              <a:rPr lang="en-US" altLang="zh-CN" sz="1200"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dirty="0">
                <a:latin typeface="Arial" panose="020B0604020202020204" pitchFamily="34" charset="0"/>
                <a:ea typeface="微软雅黑" panose="020B0503020204020204" pitchFamily="34" charset="-122"/>
                <a:sym typeface="Arial" panose="020B0604020202020204" pitchFamily="34" charset="0"/>
              </a:rPr>
              <a:t>官方直播间。</a:t>
            </a:r>
          </a:p>
        </p:txBody>
      </p:sp>
      <p:sp>
        <p:nvSpPr>
          <p:cNvPr id="5" name="矩形 190">
            <a:hlinkClick r:id="rId4"/>
            <a:extLst>
              <a:ext uri="{FF2B5EF4-FFF2-40B4-BE49-F238E27FC236}">
                <a16:creationId xmlns:a16="http://schemas.microsoft.com/office/drawing/2014/main" id="{FE57F7A2-24A5-5A1E-982E-795C9546819B}"/>
              </a:ext>
            </a:extLst>
          </p:cNvPr>
          <p:cNvSpPr/>
          <p:nvPr/>
        </p:nvSpPr>
        <p:spPr>
          <a:xfrm>
            <a:off x="2621897"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微博</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190">
            <a:hlinkClick r:id="rId5"/>
            <a:extLst>
              <a:ext uri="{FF2B5EF4-FFF2-40B4-BE49-F238E27FC236}">
                <a16:creationId xmlns:a16="http://schemas.microsoft.com/office/drawing/2014/main" id="{37D005C4-EDE6-B355-1311-5813EB22500E}"/>
              </a:ext>
            </a:extLst>
          </p:cNvPr>
          <p:cNvSpPr/>
          <p:nvPr/>
        </p:nvSpPr>
        <p:spPr>
          <a:xfrm>
            <a:off x="6477894"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今日头条</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hlinkClick r:id="rId6"/>
            <a:extLst>
              <a:ext uri="{FF2B5EF4-FFF2-40B4-BE49-F238E27FC236}">
                <a16:creationId xmlns:a16="http://schemas.microsoft.com/office/drawing/2014/main" id="{3A868ED5-BC74-DD2F-DEC9-29A1627F6A2B}"/>
              </a:ext>
            </a:extLst>
          </p:cNvPr>
          <p:cNvSpPr/>
          <p:nvPr/>
        </p:nvSpPr>
        <p:spPr>
          <a:xfrm>
            <a:off x="4549896"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抖音</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3" name="矩形 190">
            <a:hlinkClick r:id="rId7"/>
            <a:extLst>
              <a:ext uri="{FF2B5EF4-FFF2-40B4-BE49-F238E27FC236}">
                <a16:creationId xmlns:a16="http://schemas.microsoft.com/office/drawing/2014/main" id="{E535A71A-1CC2-0C48-391C-0B15D364B466}"/>
              </a:ext>
            </a:extLst>
          </p:cNvPr>
          <p:cNvSpPr/>
          <p:nvPr/>
        </p:nvSpPr>
        <p:spPr>
          <a:xfrm>
            <a:off x="693898"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小红书</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grpSp>
        <p:nvGrpSpPr>
          <p:cNvPr id="35" name="组合 34">
            <a:extLst>
              <a:ext uri="{FF2B5EF4-FFF2-40B4-BE49-F238E27FC236}">
                <a16:creationId xmlns:a16="http://schemas.microsoft.com/office/drawing/2014/main" id="{B383A3BE-9AE6-DC13-77D6-D4415A95C8D8}"/>
              </a:ext>
            </a:extLst>
          </p:cNvPr>
          <p:cNvGrpSpPr/>
          <p:nvPr/>
        </p:nvGrpSpPr>
        <p:grpSpPr>
          <a:xfrm>
            <a:off x="2567653" y="3254342"/>
            <a:ext cx="1368001" cy="1368000"/>
            <a:chOff x="2739339" y="3229459"/>
            <a:chExt cx="1509223" cy="1509222"/>
          </a:xfrm>
        </p:grpSpPr>
        <p:sp>
          <p:nvSpPr>
            <p:cNvPr id="31" name="矩形: 圆角 30">
              <a:extLst>
                <a:ext uri="{FF2B5EF4-FFF2-40B4-BE49-F238E27FC236}">
                  <a16:creationId xmlns:a16="http://schemas.microsoft.com/office/drawing/2014/main" id="{BD946598-62CE-BC2A-E787-8C4868E8DF45}"/>
                </a:ext>
              </a:extLst>
            </p:cNvPr>
            <p:cNvSpPr/>
            <p:nvPr/>
          </p:nvSpPr>
          <p:spPr>
            <a:xfrm>
              <a:off x="2739339" y="3229459"/>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1CE37304-ACA3-F579-875F-25F9F81CD7B4}"/>
                </a:ext>
              </a:extLst>
            </p:cNvPr>
            <p:cNvGrpSpPr/>
            <p:nvPr/>
          </p:nvGrpSpPr>
          <p:grpSpPr>
            <a:xfrm>
              <a:off x="2802496" y="3294739"/>
              <a:ext cx="1389534" cy="1389535"/>
              <a:chOff x="2878177" y="3312010"/>
              <a:chExt cx="1389534" cy="1389535"/>
            </a:xfrm>
          </p:grpSpPr>
          <p:pic>
            <p:nvPicPr>
              <p:cNvPr id="1028" name="Picture 4">
                <a:extLst>
                  <a:ext uri="{FF2B5EF4-FFF2-40B4-BE49-F238E27FC236}">
                    <a16:creationId xmlns:a16="http://schemas.microsoft.com/office/drawing/2014/main" id="{91044262-320B-75C3-C123-09C6DA2F96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78177" y="3312010"/>
                <a:ext cx="1389534" cy="138953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a:extLst>
                  <a:ext uri="{FF2B5EF4-FFF2-40B4-BE49-F238E27FC236}">
                    <a16:creationId xmlns:a16="http://schemas.microsoft.com/office/drawing/2014/main" id="{E119DACB-B049-0B56-5447-59DCBED0DB21}"/>
                  </a:ext>
                </a:extLst>
              </p:cNvPr>
              <p:cNvGrpSpPr/>
              <p:nvPr/>
            </p:nvGrpSpPr>
            <p:grpSpPr>
              <a:xfrm>
                <a:off x="3425344" y="3859736"/>
                <a:ext cx="295200" cy="294083"/>
                <a:chOff x="3415340" y="3859736"/>
                <a:chExt cx="295200" cy="294083"/>
              </a:xfrm>
            </p:grpSpPr>
            <p:sp>
              <p:nvSpPr>
                <p:cNvPr id="43" name="矩形: 圆角 42">
                  <a:extLst>
                    <a:ext uri="{FF2B5EF4-FFF2-40B4-BE49-F238E27FC236}">
                      <a16:creationId xmlns:a16="http://schemas.microsoft.com/office/drawing/2014/main" id="{31DC748E-87B9-1FFE-1DF6-243607BBEC87}"/>
                    </a:ext>
                  </a:extLst>
                </p:cNvPr>
                <p:cNvSpPr/>
                <p:nvPr/>
              </p:nvSpPr>
              <p:spPr>
                <a:xfrm>
                  <a:off x="3415340" y="3859736"/>
                  <a:ext cx="295200" cy="294083"/>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组合 18">
                  <a:extLst>
                    <a:ext uri="{FF2B5EF4-FFF2-40B4-BE49-F238E27FC236}">
                      <a16:creationId xmlns:a16="http://schemas.microsoft.com/office/drawing/2014/main" id="{FEFCB14B-B9B9-7B0B-207B-13F14530A7AB}"/>
                    </a:ext>
                  </a:extLst>
                </p:cNvPr>
                <p:cNvGrpSpPr/>
                <p:nvPr/>
              </p:nvGrpSpPr>
              <p:grpSpPr>
                <a:xfrm>
                  <a:off x="3427370" y="3896955"/>
                  <a:ext cx="271140" cy="219645"/>
                  <a:chOff x="2062162" y="2200292"/>
                  <a:chExt cx="3033693" cy="2457527"/>
                </a:xfrm>
              </p:grpSpPr>
              <p:sp>
                <p:nvSpPr>
                  <p:cNvPr id="38" name="任意多边形 538">
                    <a:extLst>
                      <a:ext uri="{FF2B5EF4-FFF2-40B4-BE49-F238E27FC236}">
                        <a16:creationId xmlns:a16="http://schemas.microsoft.com/office/drawing/2014/main" id="{60FCD814-95F1-09B3-D634-AB372830E867}"/>
                      </a:ext>
                    </a:extLst>
                  </p:cNvPr>
                  <p:cNvSpPr/>
                  <p:nvPr/>
                </p:nvSpPr>
                <p:spPr>
                  <a:xfrm>
                    <a:off x="2285237" y="3250596"/>
                    <a:ext cx="2054828" cy="1279588"/>
                  </a:xfrm>
                  <a:custGeom>
                    <a:avLst/>
                    <a:gdLst>
                      <a:gd name="connsiteX0" fmla="*/ 0 w 2054828"/>
                      <a:gd name="connsiteY0" fmla="*/ 639794 h 1279588"/>
                      <a:gd name="connsiteX1" fmla="*/ 1027462 w 2054828"/>
                      <a:gd name="connsiteY1" fmla="*/ 1279589 h 1279588"/>
                      <a:gd name="connsiteX2" fmla="*/ 2054828 w 2054828"/>
                      <a:gd name="connsiteY2" fmla="*/ 639794 h 1279588"/>
                      <a:gd name="connsiteX3" fmla="*/ 1027462 w 2054828"/>
                      <a:gd name="connsiteY3" fmla="*/ 0 h 1279588"/>
                      <a:gd name="connsiteX4" fmla="*/ 0 w 2054828"/>
                      <a:gd name="connsiteY4" fmla="*/ 639794 h 127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828" h="1279588">
                        <a:moveTo>
                          <a:pt x="0" y="639794"/>
                        </a:moveTo>
                        <a:cubicBezTo>
                          <a:pt x="0" y="993077"/>
                          <a:pt x="459962" y="1279589"/>
                          <a:pt x="1027462" y="1279589"/>
                        </a:cubicBezTo>
                        <a:cubicBezTo>
                          <a:pt x="1594866" y="1279589"/>
                          <a:pt x="2054828" y="993077"/>
                          <a:pt x="2054828" y="639794"/>
                        </a:cubicBezTo>
                        <a:cubicBezTo>
                          <a:pt x="2054828" y="286417"/>
                          <a:pt x="1594866" y="0"/>
                          <a:pt x="1027462" y="0"/>
                        </a:cubicBezTo>
                        <a:cubicBezTo>
                          <a:pt x="459962" y="0"/>
                          <a:pt x="0" y="286417"/>
                          <a:pt x="0" y="639794"/>
                        </a:cubicBezTo>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39" name="任意多边形 539">
                    <a:extLst>
                      <a:ext uri="{FF2B5EF4-FFF2-40B4-BE49-F238E27FC236}">
                        <a16:creationId xmlns:a16="http://schemas.microsoft.com/office/drawing/2014/main" id="{C211156A-F263-1023-1064-44039BC6F3C7}"/>
                      </a:ext>
                    </a:extLst>
                  </p:cNvPr>
                  <p:cNvSpPr/>
                  <p:nvPr/>
                </p:nvSpPr>
                <p:spPr>
                  <a:xfrm>
                    <a:off x="2062162" y="2547155"/>
                    <a:ext cx="2646616" cy="2110664"/>
                  </a:xfrm>
                  <a:custGeom>
                    <a:avLst/>
                    <a:gdLst>
                      <a:gd name="connsiteX0" fmla="*/ 2278952 w 2646616"/>
                      <a:gd name="connsiteY0" fmla="*/ 836315 h 2110664"/>
                      <a:gd name="connsiteX1" fmla="*/ 2229326 w 2646616"/>
                      <a:gd name="connsiteY1" fmla="*/ 758686 h 2110664"/>
                      <a:gd name="connsiteX2" fmla="*/ 2230279 w 2646616"/>
                      <a:gd name="connsiteY2" fmla="*/ 456648 h 2110664"/>
                      <a:gd name="connsiteX3" fmla="*/ 1553528 w 2646616"/>
                      <a:gd name="connsiteY3" fmla="*/ 452838 h 2110664"/>
                      <a:gd name="connsiteX4" fmla="*/ 1481328 w 2646616"/>
                      <a:gd name="connsiteY4" fmla="*/ 418358 h 2110664"/>
                      <a:gd name="connsiteX5" fmla="*/ 1447800 w 2646616"/>
                      <a:gd name="connsiteY5" fmla="*/ 63837 h 2110664"/>
                      <a:gd name="connsiteX6" fmla="*/ 452533 w 2646616"/>
                      <a:gd name="connsiteY6" fmla="*/ 452171 h 2110664"/>
                      <a:gd name="connsiteX7" fmla="*/ 0 w 2646616"/>
                      <a:gd name="connsiteY7" fmla="*/ 1303992 h 2110664"/>
                      <a:gd name="connsiteX8" fmla="*/ 1272731 w 2646616"/>
                      <a:gd name="connsiteY8" fmla="*/ 2110665 h 2110664"/>
                      <a:gd name="connsiteX9" fmla="*/ 2646616 w 2646616"/>
                      <a:gd name="connsiteY9" fmla="*/ 1250652 h 2110664"/>
                      <a:gd name="connsiteX10" fmla="*/ 2278952 w 2646616"/>
                      <a:gd name="connsiteY10" fmla="*/ 836315 h 2110664"/>
                      <a:gd name="connsiteX11" fmla="*/ 1274445 w 2646616"/>
                      <a:gd name="connsiteY11" fmla="*/ 1930833 h 2110664"/>
                      <a:gd name="connsiteX12" fmla="*/ 306038 w 2646616"/>
                      <a:gd name="connsiteY12" fmla="*/ 1423626 h 2110664"/>
                      <a:gd name="connsiteX13" fmla="*/ 1156430 w 2646616"/>
                      <a:gd name="connsiteY13" fmla="*/ 736778 h 2110664"/>
                      <a:gd name="connsiteX14" fmla="*/ 2124837 w 2646616"/>
                      <a:gd name="connsiteY14" fmla="*/ 1243699 h 2110664"/>
                      <a:gd name="connsiteX15" fmla="*/ 1274445 w 2646616"/>
                      <a:gd name="connsiteY15" fmla="*/ 1930833 h 2110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46616" h="2110664">
                        <a:moveTo>
                          <a:pt x="2278952" y="836315"/>
                        </a:moveTo>
                        <a:cubicBezTo>
                          <a:pt x="2236184" y="823456"/>
                          <a:pt x="2206943" y="814788"/>
                          <a:pt x="2229326" y="758686"/>
                        </a:cubicBezTo>
                        <a:cubicBezTo>
                          <a:pt x="2277809" y="636861"/>
                          <a:pt x="2282762" y="531705"/>
                          <a:pt x="2230279" y="456648"/>
                        </a:cubicBezTo>
                        <a:cubicBezTo>
                          <a:pt x="2131790" y="315964"/>
                          <a:pt x="1862328" y="323584"/>
                          <a:pt x="1553528" y="452838"/>
                        </a:cubicBezTo>
                        <a:cubicBezTo>
                          <a:pt x="1553528" y="452648"/>
                          <a:pt x="1456563" y="495320"/>
                          <a:pt x="1481328" y="418358"/>
                        </a:cubicBezTo>
                        <a:cubicBezTo>
                          <a:pt x="1528858" y="265672"/>
                          <a:pt x="1521714" y="137656"/>
                          <a:pt x="1447800" y="63837"/>
                        </a:cubicBezTo>
                        <a:cubicBezTo>
                          <a:pt x="1280255" y="-103803"/>
                          <a:pt x="834581" y="70124"/>
                          <a:pt x="452533" y="452171"/>
                        </a:cubicBezTo>
                        <a:cubicBezTo>
                          <a:pt x="166211" y="738398"/>
                          <a:pt x="0" y="1041674"/>
                          <a:pt x="0" y="1303992"/>
                        </a:cubicBezTo>
                        <a:cubicBezTo>
                          <a:pt x="0" y="1805674"/>
                          <a:pt x="643319" y="2110665"/>
                          <a:pt x="1272731" y="2110665"/>
                        </a:cubicBezTo>
                        <a:cubicBezTo>
                          <a:pt x="2097786" y="2110665"/>
                          <a:pt x="2646616" y="1631271"/>
                          <a:pt x="2646616" y="1250652"/>
                        </a:cubicBezTo>
                        <a:cubicBezTo>
                          <a:pt x="2646616" y="1020719"/>
                          <a:pt x="2452973" y="890226"/>
                          <a:pt x="2278952" y="836315"/>
                        </a:cubicBezTo>
                        <a:close/>
                        <a:moveTo>
                          <a:pt x="1274445" y="1930833"/>
                        </a:moveTo>
                        <a:cubicBezTo>
                          <a:pt x="772192" y="1980363"/>
                          <a:pt x="338709" y="1753382"/>
                          <a:pt x="306038" y="1423626"/>
                        </a:cubicBezTo>
                        <a:cubicBezTo>
                          <a:pt x="273463" y="1093966"/>
                          <a:pt x="654272" y="786499"/>
                          <a:pt x="1156430" y="736778"/>
                        </a:cubicBezTo>
                        <a:cubicBezTo>
                          <a:pt x="1658684" y="687153"/>
                          <a:pt x="2092262" y="914134"/>
                          <a:pt x="2124837" y="1243699"/>
                        </a:cubicBezTo>
                        <a:cubicBezTo>
                          <a:pt x="2157317" y="1573645"/>
                          <a:pt x="1776698" y="1881112"/>
                          <a:pt x="1274445" y="1930833"/>
                        </a:cubicBezTo>
                        <a:close/>
                      </a:path>
                    </a:pathLst>
                  </a:custGeom>
                  <a:solidFill>
                    <a:srgbClr val="D52B2A"/>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0" name="任意多边形 540">
                    <a:extLst>
                      <a:ext uri="{FF2B5EF4-FFF2-40B4-BE49-F238E27FC236}">
                        <a16:creationId xmlns:a16="http://schemas.microsoft.com/office/drawing/2014/main" id="{2BF6317C-3C4E-D672-8A71-1CAC3C637089}"/>
                      </a:ext>
                    </a:extLst>
                  </p:cNvPr>
                  <p:cNvSpPr/>
                  <p:nvPr/>
                </p:nvSpPr>
                <p:spPr>
                  <a:xfrm>
                    <a:off x="4032574" y="2200292"/>
                    <a:ext cx="1063281" cy="1131222"/>
                  </a:xfrm>
                  <a:custGeom>
                    <a:avLst/>
                    <a:gdLst>
                      <a:gd name="connsiteX0" fmla="*/ 856417 w 1063281"/>
                      <a:gd name="connsiteY0" fmla="*/ 265064 h 1131222"/>
                      <a:gd name="connsiteX1" fmla="*/ 92036 w 1063281"/>
                      <a:gd name="connsiteY1" fmla="*/ 17604 h 1131222"/>
                      <a:gd name="connsiteX2" fmla="*/ 91941 w 1063281"/>
                      <a:gd name="connsiteY2" fmla="*/ 17604 h 1131222"/>
                      <a:gd name="connsiteX3" fmla="*/ 2596 w 1063281"/>
                      <a:gd name="connsiteY3" fmla="*/ 155431 h 1131222"/>
                      <a:gd name="connsiteX4" fmla="*/ 140518 w 1063281"/>
                      <a:gd name="connsiteY4" fmla="*/ 244871 h 1131222"/>
                      <a:gd name="connsiteX5" fmla="*/ 684015 w 1063281"/>
                      <a:gd name="connsiteY5" fmla="*/ 420797 h 1131222"/>
                      <a:gd name="connsiteX6" fmla="*/ 803363 w 1063281"/>
                      <a:gd name="connsiteY6" fmla="*/ 979343 h 1131222"/>
                      <a:gd name="connsiteX7" fmla="*/ 803363 w 1063281"/>
                      <a:gd name="connsiteY7" fmla="*/ 979343 h 1131222"/>
                      <a:gd name="connsiteX8" fmla="*/ 878229 w 1063281"/>
                      <a:gd name="connsiteY8" fmla="*/ 1125552 h 1131222"/>
                      <a:gd name="connsiteX9" fmla="*/ 1024438 w 1063281"/>
                      <a:gd name="connsiteY9" fmla="*/ 1050971 h 1131222"/>
                      <a:gd name="connsiteX10" fmla="*/ 1024438 w 1063281"/>
                      <a:gd name="connsiteY10" fmla="*/ 1050495 h 1131222"/>
                      <a:gd name="connsiteX11" fmla="*/ 856417 w 1063281"/>
                      <a:gd name="connsiteY11" fmla="*/ 265064 h 11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3281" h="1131222">
                        <a:moveTo>
                          <a:pt x="856417" y="265064"/>
                        </a:moveTo>
                        <a:cubicBezTo>
                          <a:pt x="657154" y="44179"/>
                          <a:pt x="363308" y="-40022"/>
                          <a:pt x="92036" y="17604"/>
                        </a:cubicBezTo>
                        <a:lnTo>
                          <a:pt x="91941" y="17604"/>
                        </a:lnTo>
                        <a:cubicBezTo>
                          <a:pt x="29171" y="31034"/>
                          <a:pt x="-10834" y="92756"/>
                          <a:pt x="2596" y="155431"/>
                        </a:cubicBezTo>
                        <a:cubicBezTo>
                          <a:pt x="15931" y="218105"/>
                          <a:pt x="77748" y="258206"/>
                          <a:pt x="140518" y="244871"/>
                        </a:cubicBezTo>
                        <a:cubicBezTo>
                          <a:pt x="333495" y="203913"/>
                          <a:pt x="542378" y="263825"/>
                          <a:pt x="684015" y="420797"/>
                        </a:cubicBezTo>
                        <a:cubicBezTo>
                          <a:pt x="825556" y="577674"/>
                          <a:pt x="863942" y="791701"/>
                          <a:pt x="803363" y="979343"/>
                        </a:cubicBezTo>
                        <a:lnTo>
                          <a:pt x="803363" y="979343"/>
                        </a:lnTo>
                        <a:cubicBezTo>
                          <a:pt x="783646" y="1040494"/>
                          <a:pt x="817079" y="1105835"/>
                          <a:pt x="878229" y="1125552"/>
                        </a:cubicBezTo>
                        <a:cubicBezTo>
                          <a:pt x="939189" y="1145269"/>
                          <a:pt x="1004721" y="1111931"/>
                          <a:pt x="1024438" y="1050971"/>
                        </a:cubicBezTo>
                        <a:cubicBezTo>
                          <a:pt x="1024438" y="1050876"/>
                          <a:pt x="1024438" y="1050590"/>
                          <a:pt x="1024438" y="1050495"/>
                        </a:cubicBezTo>
                        <a:cubicBezTo>
                          <a:pt x="1109401" y="786557"/>
                          <a:pt x="1055680" y="485758"/>
                          <a:pt x="856417" y="26506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1" name="任意多边形 541">
                    <a:extLst>
                      <a:ext uri="{FF2B5EF4-FFF2-40B4-BE49-F238E27FC236}">
                        <a16:creationId xmlns:a16="http://schemas.microsoft.com/office/drawing/2014/main" id="{6A12430C-F657-41EF-B67C-5576494E5733}"/>
                      </a:ext>
                    </a:extLst>
                  </p:cNvPr>
                  <p:cNvSpPr/>
                  <p:nvPr/>
                </p:nvSpPr>
                <p:spPr>
                  <a:xfrm>
                    <a:off x="4131596" y="2612531"/>
                    <a:ext cx="552131" cy="580885"/>
                  </a:xfrm>
                  <a:custGeom>
                    <a:avLst/>
                    <a:gdLst>
                      <a:gd name="connsiteX0" fmla="*/ 451452 w 552131"/>
                      <a:gd name="connsiteY0" fmla="*/ 128954 h 580885"/>
                      <a:gd name="connsiteX1" fmla="*/ 79120 w 552131"/>
                      <a:gd name="connsiteY1" fmla="*/ 8653 h 580885"/>
                      <a:gd name="connsiteX2" fmla="*/ 2253 w 552131"/>
                      <a:gd name="connsiteY2" fmla="*/ 127430 h 580885"/>
                      <a:gd name="connsiteX3" fmla="*/ 120839 w 552131"/>
                      <a:gd name="connsiteY3" fmla="*/ 204106 h 580885"/>
                      <a:gd name="connsiteX4" fmla="*/ 120839 w 552131"/>
                      <a:gd name="connsiteY4" fmla="*/ 204201 h 580885"/>
                      <a:gd name="connsiteX5" fmla="*/ 302958 w 552131"/>
                      <a:gd name="connsiteY5" fmla="*/ 262970 h 580885"/>
                      <a:gd name="connsiteX6" fmla="*/ 342772 w 552131"/>
                      <a:gd name="connsiteY6" fmla="*/ 450137 h 580885"/>
                      <a:gd name="connsiteX7" fmla="*/ 342867 w 552131"/>
                      <a:gd name="connsiteY7" fmla="*/ 450137 h 580885"/>
                      <a:gd name="connsiteX8" fmla="*/ 407161 w 552131"/>
                      <a:gd name="connsiteY8" fmla="*/ 576057 h 580885"/>
                      <a:gd name="connsiteX9" fmla="*/ 533082 w 552131"/>
                      <a:gd name="connsiteY9" fmla="*/ 511573 h 580885"/>
                      <a:gd name="connsiteX10" fmla="*/ 451452 w 552131"/>
                      <a:gd name="connsiteY10" fmla="*/ 128954 h 580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131" h="580885">
                        <a:moveTo>
                          <a:pt x="451452" y="128954"/>
                        </a:moveTo>
                        <a:cubicBezTo>
                          <a:pt x="354488" y="21321"/>
                          <a:pt x="211327" y="-19541"/>
                          <a:pt x="79120" y="8653"/>
                        </a:cubicBezTo>
                        <a:cubicBezTo>
                          <a:pt x="25113" y="20178"/>
                          <a:pt x="-9367" y="73328"/>
                          <a:pt x="2253" y="127430"/>
                        </a:cubicBezTo>
                        <a:cubicBezTo>
                          <a:pt x="13779" y="181246"/>
                          <a:pt x="66928" y="215917"/>
                          <a:pt x="120839" y="204106"/>
                        </a:cubicBezTo>
                        <a:lnTo>
                          <a:pt x="120839" y="204201"/>
                        </a:lnTo>
                        <a:cubicBezTo>
                          <a:pt x="185419" y="190580"/>
                          <a:pt x="255523" y="210487"/>
                          <a:pt x="302958" y="262970"/>
                        </a:cubicBezTo>
                        <a:cubicBezTo>
                          <a:pt x="350392" y="315548"/>
                          <a:pt x="363155" y="387272"/>
                          <a:pt x="342772" y="450137"/>
                        </a:cubicBezTo>
                        <a:lnTo>
                          <a:pt x="342867" y="450137"/>
                        </a:lnTo>
                        <a:cubicBezTo>
                          <a:pt x="325913" y="502619"/>
                          <a:pt x="354678" y="559103"/>
                          <a:pt x="407161" y="576057"/>
                        </a:cubicBezTo>
                        <a:cubicBezTo>
                          <a:pt x="459739" y="592916"/>
                          <a:pt x="516127" y="564246"/>
                          <a:pt x="533082" y="511573"/>
                        </a:cubicBezTo>
                        <a:cubicBezTo>
                          <a:pt x="574610" y="383081"/>
                          <a:pt x="548607" y="236491"/>
                          <a:pt x="451452" y="12895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2" name="任意多边形 542">
                    <a:extLst>
                      <a:ext uri="{FF2B5EF4-FFF2-40B4-BE49-F238E27FC236}">
                        <a16:creationId xmlns:a16="http://schemas.microsoft.com/office/drawing/2014/main" id="{9A7AA684-C16D-0062-B912-DC566C41FAAD}"/>
                      </a:ext>
                    </a:extLst>
                  </p:cNvPr>
                  <p:cNvSpPr/>
                  <p:nvPr/>
                </p:nvSpPr>
                <p:spPr>
                  <a:xfrm>
                    <a:off x="2732248" y="3521291"/>
                    <a:ext cx="961899" cy="839749"/>
                  </a:xfrm>
                  <a:custGeom>
                    <a:avLst/>
                    <a:gdLst>
                      <a:gd name="connsiteX0" fmla="*/ 654460 w 961899"/>
                      <a:gd name="connsiteY0" fmla="*/ 16484 h 839749"/>
                      <a:gd name="connsiteX1" fmla="*/ 41526 w 961899"/>
                      <a:gd name="connsiteY1" fmla="*/ 283946 h 839749"/>
                      <a:gd name="connsiteX2" fmla="*/ 279461 w 961899"/>
                      <a:gd name="connsiteY2" fmla="*/ 815060 h 839749"/>
                      <a:gd name="connsiteX3" fmla="*/ 926875 w 961899"/>
                      <a:gd name="connsiteY3" fmla="*/ 540264 h 839749"/>
                      <a:gd name="connsiteX4" fmla="*/ 654460 w 961899"/>
                      <a:gd name="connsiteY4" fmla="*/ 16484 h 839749"/>
                      <a:gd name="connsiteX5" fmla="*/ 472056 w 961899"/>
                      <a:gd name="connsiteY5" fmla="*/ 564934 h 839749"/>
                      <a:gd name="connsiteX6" fmla="*/ 241075 w 961899"/>
                      <a:gd name="connsiteY6" fmla="*/ 640658 h 839749"/>
                      <a:gd name="connsiteX7" fmla="*/ 189640 w 961899"/>
                      <a:gd name="connsiteY7" fmla="*/ 439871 h 839749"/>
                      <a:gd name="connsiteX8" fmla="*/ 415954 w 961899"/>
                      <a:gd name="connsiteY8" fmla="*/ 363671 h 839749"/>
                      <a:gd name="connsiteX9" fmla="*/ 472056 w 961899"/>
                      <a:gd name="connsiteY9" fmla="*/ 564934 h 839749"/>
                      <a:gd name="connsiteX10" fmla="*/ 632076 w 961899"/>
                      <a:gd name="connsiteY10" fmla="*/ 359575 h 839749"/>
                      <a:gd name="connsiteX11" fmla="*/ 545303 w 961899"/>
                      <a:gd name="connsiteY11" fmla="*/ 391484 h 839749"/>
                      <a:gd name="connsiteX12" fmla="*/ 523015 w 961899"/>
                      <a:gd name="connsiteY12" fmla="*/ 316046 h 839749"/>
                      <a:gd name="connsiteX13" fmla="*/ 607692 w 961899"/>
                      <a:gd name="connsiteY13" fmla="*/ 284232 h 839749"/>
                      <a:gd name="connsiteX14" fmla="*/ 632076 w 961899"/>
                      <a:gd name="connsiteY14" fmla="*/ 359575 h 839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1899" h="839749">
                        <a:moveTo>
                          <a:pt x="654460" y="16484"/>
                        </a:moveTo>
                        <a:cubicBezTo>
                          <a:pt x="415478" y="-45714"/>
                          <a:pt x="145349" y="73444"/>
                          <a:pt x="41526" y="283946"/>
                        </a:cubicBezTo>
                        <a:cubicBezTo>
                          <a:pt x="-64201" y="498735"/>
                          <a:pt x="38002" y="737146"/>
                          <a:pt x="279461" y="815060"/>
                        </a:cubicBezTo>
                        <a:cubicBezTo>
                          <a:pt x="529587" y="895737"/>
                          <a:pt x="824386" y="772103"/>
                          <a:pt x="926875" y="540264"/>
                        </a:cubicBezTo>
                        <a:cubicBezTo>
                          <a:pt x="1028030" y="313664"/>
                          <a:pt x="901824" y="80397"/>
                          <a:pt x="654460" y="16484"/>
                        </a:cubicBezTo>
                        <a:close/>
                        <a:moveTo>
                          <a:pt x="472056" y="564934"/>
                        </a:moveTo>
                        <a:cubicBezTo>
                          <a:pt x="423479" y="642467"/>
                          <a:pt x="319466" y="676376"/>
                          <a:pt x="241075" y="640658"/>
                        </a:cubicBezTo>
                        <a:cubicBezTo>
                          <a:pt x="163827" y="605510"/>
                          <a:pt x="141062" y="515499"/>
                          <a:pt x="189640" y="439871"/>
                        </a:cubicBezTo>
                        <a:cubicBezTo>
                          <a:pt x="237646" y="364623"/>
                          <a:pt x="338135" y="331095"/>
                          <a:pt x="415954" y="363671"/>
                        </a:cubicBezTo>
                        <a:cubicBezTo>
                          <a:pt x="494630" y="397199"/>
                          <a:pt x="519681" y="486638"/>
                          <a:pt x="472056" y="564934"/>
                        </a:cubicBezTo>
                        <a:close/>
                        <a:moveTo>
                          <a:pt x="632076" y="359575"/>
                        </a:moveTo>
                        <a:cubicBezTo>
                          <a:pt x="614550" y="389579"/>
                          <a:pt x="575688" y="404057"/>
                          <a:pt x="545303" y="391484"/>
                        </a:cubicBezTo>
                        <a:cubicBezTo>
                          <a:pt x="515395" y="379196"/>
                          <a:pt x="506060" y="345573"/>
                          <a:pt x="523015" y="316046"/>
                        </a:cubicBezTo>
                        <a:cubicBezTo>
                          <a:pt x="540541" y="286709"/>
                          <a:pt x="577784" y="272326"/>
                          <a:pt x="607692" y="284232"/>
                        </a:cubicBezTo>
                        <a:cubicBezTo>
                          <a:pt x="637886" y="295281"/>
                          <a:pt x="648840" y="329285"/>
                          <a:pt x="632076" y="359575"/>
                        </a:cubicBezTo>
                        <a:close/>
                      </a:path>
                    </a:pathLst>
                  </a:custGeom>
                  <a:solidFill>
                    <a:srgbClr val="040000"/>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grpSp>
      <p:grpSp>
        <p:nvGrpSpPr>
          <p:cNvPr id="2" name="组合 1">
            <a:extLst>
              <a:ext uri="{FF2B5EF4-FFF2-40B4-BE49-F238E27FC236}">
                <a16:creationId xmlns:a16="http://schemas.microsoft.com/office/drawing/2014/main" id="{230BF9C2-4094-4E53-8F06-44C3D6154D74}"/>
              </a:ext>
            </a:extLst>
          </p:cNvPr>
          <p:cNvGrpSpPr/>
          <p:nvPr/>
        </p:nvGrpSpPr>
        <p:grpSpPr>
          <a:xfrm>
            <a:off x="6423649" y="3254342"/>
            <a:ext cx="1368000" cy="1368000"/>
            <a:chOff x="6425148" y="3254342"/>
            <a:chExt cx="1368000" cy="1368000"/>
          </a:xfrm>
        </p:grpSpPr>
        <p:sp>
          <p:nvSpPr>
            <p:cNvPr id="44" name="矩形: 圆角 43">
              <a:extLst>
                <a:ext uri="{FF2B5EF4-FFF2-40B4-BE49-F238E27FC236}">
                  <a16:creationId xmlns:a16="http://schemas.microsoft.com/office/drawing/2014/main" id="{FD6CE19C-3D96-2D88-E2BE-6DB3A16FEFEA}"/>
                </a:ext>
              </a:extLst>
            </p:cNvPr>
            <p:cNvSpPr/>
            <p:nvPr/>
          </p:nvSpPr>
          <p:spPr>
            <a:xfrm>
              <a:off x="6425148" y="3254342"/>
              <a:ext cx="1368000"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a:hlinkClick r:id="rId9"/>
              <a:extLst>
                <a:ext uri="{FF2B5EF4-FFF2-40B4-BE49-F238E27FC236}">
                  <a16:creationId xmlns:a16="http://schemas.microsoft.com/office/drawing/2014/main" id="{A79B0CD7-506F-45B2-4B0F-72D4A514DD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82386" y="3313512"/>
              <a:ext cx="1259513" cy="1259515"/>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组合 24">
              <a:extLst>
                <a:ext uri="{FF2B5EF4-FFF2-40B4-BE49-F238E27FC236}">
                  <a16:creationId xmlns:a16="http://schemas.microsoft.com/office/drawing/2014/main" id="{45275ADB-1441-0456-C0B0-F0DEFAE0548B}"/>
                </a:ext>
              </a:extLst>
            </p:cNvPr>
            <p:cNvGrpSpPr/>
            <p:nvPr/>
          </p:nvGrpSpPr>
          <p:grpSpPr>
            <a:xfrm>
              <a:off x="6978354" y="3809481"/>
              <a:ext cx="267577" cy="267577"/>
              <a:chOff x="7829470" y="3878223"/>
              <a:chExt cx="257036" cy="257015"/>
            </a:xfrm>
          </p:grpSpPr>
          <p:sp>
            <p:nvSpPr>
              <p:cNvPr id="21" name="任意多边形: 形状 20">
                <a:extLst>
                  <a:ext uri="{FF2B5EF4-FFF2-40B4-BE49-F238E27FC236}">
                    <a16:creationId xmlns:a16="http://schemas.microsoft.com/office/drawing/2014/main" id="{9CFFB2E8-8D6B-1C3D-612C-AD8F6DCB2A21}"/>
                  </a:ext>
                </a:extLst>
              </p:cNvPr>
              <p:cNvSpPr/>
              <p:nvPr/>
            </p:nvSpPr>
            <p:spPr>
              <a:xfrm>
                <a:off x="7829470" y="3878223"/>
                <a:ext cx="257036" cy="257015"/>
              </a:xfrm>
              <a:custGeom>
                <a:avLst/>
                <a:gdLst>
                  <a:gd name="connsiteX0" fmla="*/ 51374 w 257036"/>
                  <a:gd name="connsiteY0" fmla="*/ 75 h 257015"/>
                  <a:gd name="connsiteX1" fmla="*/ 205566 w 257036"/>
                  <a:gd name="connsiteY1" fmla="*/ 75 h 257015"/>
                  <a:gd name="connsiteX2" fmla="*/ 256988 w 257036"/>
                  <a:gd name="connsiteY2" fmla="*/ 51476 h 257015"/>
                  <a:gd name="connsiteX3" fmla="*/ 256988 w 257036"/>
                  <a:gd name="connsiteY3" fmla="*/ 205688 h 257015"/>
                  <a:gd name="connsiteX4" fmla="*/ 205566 w 257036"/>
                  <a:gd name="connsiteY4" fmla="*/ 257090 h 257015"/>
                  <a:gd name="connsiteX5" fmla="*/ 51374 w 257036"/>
                  <a:gd name="connsiteY5" fmla="*/ 257090 h 257015"/>
                  <a:gd name="connsiteX6" fmla="*/ -48 w 257036"/>
                  <a:gd name="connsiteY6" fmla="*/ 205688 h 257015"/>
                  <a:gd name="connsiteX7" fmla="*/ -48 w 257036"/>
                  <a:gd name="connsiteY7" fmla="*/ 51476 h 257015"/>
                  <a:gd name="connsiteX8" fmla="*/ 51374 w 257036"/>
                  <a:gd name="connsiteY8" fmla="*/ 75 h 25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036" h="257015">
                    <a:moveTo>
                      <a:pt x="51374" y="75"/>
                    </a:moveTo>
                    <a:lnTo>
                      <a:pt x="205566" y="75"/>
                    </a:lnTo>
                    <a:cubicBezTo>
                      <a:pt x="239847" y="75"/>
                      <a:pt x="256988" y="17209"/>
                      <a:pt x="256988" y="51476"/>
                    </a:cubicBezTo>
                    <a:lnTo>
                      <a:pt x="256988" y="205688"/>
                    </a:lnTo>
                    <a:cubicBezTo>
                      <a:pt x="256988" y="239956"/>
                      <a:pt x="239847" y="257090"/>
                      <a:pt x="205566" y="257090"/>
                    </a:cubicBezTo>
                    <a:lnTo>
                      <a:pt x="51374" y="257090"/>
                    </a:lnTo>
                    <a:cubicBezTo>
                      <a:pt x="17093" y="257090"/>
                      <a:pt x="-48" y="239956"/>
                      <a:pt x="-48" y="205688"/>
                    </a:cubicBezTo>
                    <a:lnTo>
                      <a:pt x="-48" y="51476"/>
                    </a:lnTo>
                    <a:cubicBezTo>
                      <a:pt x="-48" y="17206"/>
                      <a:pt x="17093" y="72"/>
                      <a:pt x="51374" y="75"/>
                    </a:cubicBezTo>
                    <a:close/>
                  </a:path>
                </a:pathLst>
              </a:custGeom>
              <a:solidFill>
                <a:srgbClr val="FFFFFF"/>
              </a:solidFill>
              <a:ln w="12700" cap="flat">
                <a:solidFill>
                  <a:schemeClr val="bg1"/>
                </a:solid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6A4F007D-B4D0-2DFA-D984-3A7E5E5E6758}"/>
                  </a:ext>
                </a:extLst>
              </p:cNvPr>
              <p:cNvSpPr/>
              <p:nvPr/>
            </p:nvSpPr>
            <p:spPr>
              <a:xfrm>
                <a:off x="7829470" y="3925346"/>
                <a:ext cx="257018" cy="169196"/>
              </a:xfrm>
              <a:custGeom>
                <a:avLst/>
                <a:gdLst>
                  <a:gd name="connsiteX0" fmla="*/ 256971 w 257018"/>
                  <a:gd name="connsiteY0" fmla="*/ 154287 h 169196"/>
                  <a:gd name="connsiteX1" fmla="*/ -48 w 257018"/>
                  <a:gd name="connsiteY1" fmla="*/ 169272 h 169196"/>
                  <a:gd name="connsiteX2" fmla="*/ -48 w 257018"/>
                  <a:gd name="connsiteY2" fmla="*/ 15060 h 169196"/>
                  <a:gd name="connsiteX3" fmla="*/ 256971 w 257018"/>
                  <a:gd name="connsiteY3" fmla="*/ 75 h 169196"/>
                </a:gdLst>
                <a:ahLst/>
                <a:cxnLst>
                  <a:cxn ang="0">
                    <a:pos x="connsiteX0" y="connsiteY0"/>
                  </a:cxn>
                  <a:cxn ang="0">
                    <a:pos x="connsiteX1" y="connsiteY1"/>
                  </a:cxn>
                  <a:cxn ang="0">
                    <a:pos x="connsiteX2" y="connsiteY2"/>
                  </a:cxn>
                  <a:cxn ang="0">
                    <a:pos x="connsiteX3" y="connsiteY3"/>
                  </a:cxn>
                </a:cxnLst>
                <a:rect l="l" t="t" r="r" b="b"/>
                <a:pathLst>
                  <a:path w="257018" h="169196">
                    <a:moveTo>
                      <a:pt x="256971" y="154287"/>
                    </a:moveTo>
                    <a:lnTo>
                      <a:pt x="-48" y="169272"/>
                    </a:lnTo>
                    <a:lnTo>
                      <a:pt x="-48" y="15060"/>
                    </a:lnTo>
                    <a:lnTo>
                      <a:pt x="256971" y="75"/>
                    </a:lnTo>
                    <a:close/>
                  </a:path>
                </a:pathLst>
              </a:custGeom>
              <a:solidFill>
                <a:srgbClr val="FF3434"/>
              </a:solidFill>
              <a:ln w="332"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6905C7DD-40CD-CFBE-BECC-D77EFB6CCE2A}"/>
                  </a:ext>
                </a:extLst>
              </p:cNvPr>
              <p:cNvSpPr/>
              <p:nvPr/>
            </p:nvSpPr>
            <p:spPr>
              <a:xfrm>
                <a:off x="7864168" y="3951696"/>
                <a:ext cx="196851" cy="111796"/>
              </a:xfrm>
              <a:custGeom>
                <a:avLst/>
                <a:gdLst>
                  <a:gd name="connsiteX0" fmla="*/ 15796 w 196851"/>
                  <a:gd name="connsiteY0" fmla="*/ 29627 h 111796"/>
                  <a:gd name="connsiteX1" fmla="*/ 1018 w 196851"/>
                  <a:gd name="connsiteY1" fmla="*/ 28343 h 111796"/>
                  <a:gd name="connsiteX2" fmla="*/ 348 w 196851"/>
                  <a:gd name="connsiteY2" fmla="*/ 27377 h 111796"/>
                  <a:gd name="connsiteX3" fmla="*/ 376 w 196851"/>
                  <a:gd name="connsiteY3" fmla="*/ 27263 h 111796"/>
                  <a:gd name="connsiteX4" fmla="*/ 376 w 196851"/>
                  <a:gd name="connsiteY4" fmla="*/ 12702 h 111796"/>
                  <a:gd name="connsiteX5" fmla="*/ 490 w 196851"/>
                  <a:gd name="connsiteY5" fmla="*/ 12485 h 111796"/>
                  <a:gd name="connsiteX6" fmla="*/ 594 w 196851"/>
                  <a:gd name="connsiteY6" fmla="*/ 12278 h 111796"/>
                  <a:gd name="connsiteX7" fmla="*/ 7013 w 196851"/>
                  <a:gd name="connsiteY7" fmla="*/ 12920 h 111796"/>
                  <a:gd name="connsiteX8" fmla="*/ 21532 w 196851"/>
                  <a:gd name="connsiteY8" fmla="*/ 14335 h 111796"/>
                  <a:gd name="connsiteX9" fmla="*/ 22654 w 196851"/>
                  <a:gd name="connsiteY9" fmla="*/ 14411 h 111796"/>
                  <a:gd name="connsiteX10" fmla="*/ 28521 w 196851"/>
                  <a:gd name="connsiteY10" fmla="*/ 14953 h 111796"/>
                  <a:gd name="connsiteX11" fmla="*/ 34405 w 196851"/>
                  <a:gd name="connsiteY11" fmla="*/ 15491 h 111796"/>
                  <a:gd name="connsiteX12" fmla="*/ 35485 w 196851"/>
                  <a:gd name="connsiteY12" fmla="*/ 16340 h 111796"/>
                  <a:gd name="connsiteX13" fmla="*/ 35485 w 196851"/>
                  <a:gd name="connsiteY13" fmla="*/ 30911 h 111796"/>
                  <a:gd name="connsiteX14" fmla="*/ 35268 w 196851"/>
                  <a:gd name="connsiteY14" fmla="*/ 31335 h 111796"/>
                  <a:gd name="connsiteX15" fmla="*/ 28200 w 196851"/>
                  <a:gd name="connsiteY15" fmla="*/ 30693 h 111796"/>
                  <a:gd name="connsiteX16" fmla="*/ 15776 w 196851"/>
                  <a:gd name="connsiteY16" fmla="*/ 29627 h 111796"/>
                  <a:gd name="connsiteX17" fmla="*/ 27158 w 196851"/>
                  <a:gd name="connsiteY17" fmla="*/ 41192 h 111796"/>
                  <a:gd name="connsiteX18" fmla="*/ 34226 w 196851"/>
                  <a:gd name="connsiteY18" fmla="*/ 41834 h 111796"/>
                  <a:gd name="connsiteX19" fmla="*/ 35292 w 196851"/>
                  <a:gd name="connsiteY19" fmla="*/ 42683 h 111796"/>
                  <a:gd name="connsiteX20" fmla="*/ 35292 w 196851"/>
                  <a:gd name="connsiteY20" fmla="*/ 57036 h 111796"/>
                  <a:gd name="connsiteX21" fmla="*/ 35188 w 196851"/>
                  <a:gd name="connsiteY21" fmla="*/ 57357 h 111796"/>
                  <a:gd name="connsiteX22" fmla="*/ 35071 w 196851"/>
                  <a:gd name="connsiteY22" fmla="*/ 57681 h 111796"/>
                  <a:gd name="connsiteX23" fmla="*/ -48 w 196851"/>
                  <a:gd name="connsiteY23" fmla="*/ 54468 h 111796"/>
                  <a:gd name="connsiteX24" fmla="*/ -48 w 196851"/>
                  <a:gd name="connsiteY24" fmla="*/ 38828 h 111796"/>
                  <a:gd name="connsiteX25" fmla="*/ 3586 w 196851"/>
                  <a:gd name="connsiteY25" fmla="*/ 39045 h 111796"/>
                  <a:gd name="connsiteX26" fmla="*/ 15372 w 196851"/>
                  <a:gd name="connsiteY26" fmla="*/ 40115 h 111796"/>
                  <a:gd name="connsiteX27" fmla="*/ 27158 w 196851"/>
                  <a:gd name="connsiteY27" fmla="*/ 41192 h 111796"/>
                  <a:gd name="connsiteX28" fmla="*/ 111973 w 196851"/>
                  <a:gd name="connsiteY28" fmla="*/ 86171 h 111796"/>
                  <a:gd name="connsiteX29" fmla="*/ 113464 w 196851"/>
                  <a:gd name="connsiteY29" fmla="*/ 85091 h 111796"/>
                  <a:gd name="connsiteX30" fmla="*/ 119676 w 196851"/>
                  <a:gd name="connsiteY30" fmla="*/ 84821 h 111796"/>
                  <a:gd name="connsiteX31" fmla="*/ 130803 w 196851"/>
                  <a:gd name="connsiteY31" fmla="*/ 84449 h 111796"/>
                  <a:gd name="connsiteX32" fmla="*/ 131448 w 196851"/>
                  <a:gd name="connsiteY32" fmla="*/ 84449 h 111796"/>
                  <a:gd name="connsiteX33" fmla="*/ 131024 w 196851"/>
                  <a:gd name="connsiteY33" fmla="*/ 85349 h 111796"/>
                  <a:gd name="connsiteX34" fmla="*/ 130803 w 196851"/>
                  <a:gd name="connsiteY34" fmla="*/ 85733 h 111796"/>
                  <a:gd name="connsiteX35" fmla="*/ 123852 w 196851"/>
                  <a:gd name="connsiteY35" fmla="*/ 97297 h 111796"/>
                  <a:gd name="connsiteX36" fmla="*/ 116888 w 196851"/>
                  <a:gd name="connsiteY36" fmla="*/ 108866 h 111796"/>
                  <a:gd name="connsiteX37" fmla="*/ 114959 w 196851"/>
                  <a:gd name="connsiteY37" fmla="*/ 109946 h 111796"/>
                  <a:gd name="connsiteX38" fmla="*/ 106710 w 196851"/>
                  <a:gd name="connsiteY38" fmla="*/ 110370 h 111796"/>
                  <a:gd name="connsiteX39" fmla="*/ 98472 w 196851"/>
                  <a:gd name="connsiteY39" fmla="*/ 110792 h 111796"/>
                  <a:gd name="connsiteX40" fmla="*/ 97192 w 196851"/>
                  <a:gd name="connsiteY40" fmla="*/ 110792 h 111796"/>
                  <a:gd name="connsiteX41" fmla="*/ 97620 w 196851"/>
                  <a:gd name="connsiteY41" fmla="*/ 109894 h 111796"/>
                  <a:gd name="connsiteX42" fmla="*/ 111973 w 196851"/>
                  <a:gd name="connsiteY42" fmla="*/ 86171 h 111796"/>
                  <a:gd name="connsiteX43" fmla="*/ 74062 w 196851"/>
                  <a:gd name="connsiteY43" fmla="*/ 87237 h 111796"/>
                  <a:gd name="connsiteX44" fmla="*/ 75553 w 196851"/>
                  <a:gd name="connsiteY44" fmla="*/ 88097 h 111796"/>
                  <a:gd name="connsiteX45" fmla="*/ 89907 w 196851"/>
                  <a:gd name="connsiteY45" fmla="*/ 109946 h 111796"/>
                  <a:gd name="connsiteX46" fmla="*/ 90166 w 196851"/>
                  <a:gd name="connsiteY46" fmla="*/ 110395 h 111796"/>
                  <a:gd name="connsiteX47" fmla="*/ 90331 w 196851"/>
                  <a:gd name="connsiteY47" fmla="*/ 110792 h 111796"/>
                  <a:gd name="connsiteX48" fmla="*/ 89689 w 196851"/>
                  <a:gd name="connsiteY48" fmla="*/ 110909 h 111796"/>
                  <a:gd name="connsiteX49" fmla="*/ 89047 w 196851"/>
                  <a:gd name="connsiteY49" fmla="*/ 111012 h 111796"/>
                  <a:gd name="connsiteX50" fmla="*/ 72340 w 196851"/>
                  <a:gd name="connsiteY50" fmla="*/ 111872 h 111796"/>
                  <a:gd name="connsiteX51" fmla="*/ 70849 w 196851"/>
                  <a:gd name="connsiteY51" fmla="*/ 111230 h 111796"/>
                  <a:gd name="connsiteX52" fmla="*/ 66635 w 196851"/>
                  <a:gd name="connsiteY52" fmla="*/ 104855 h 111796"/>
                  <a:gd name="connsiteX53" fmla="*/ 56282 w 196851"/>
                  <a:gd name="connsiteY53" fmla="*/ 88946 h 111796"/>
                  <a:gd name="connsiteX54" fmla="*/ 56023 w 196851"/>
                  <a:gd name="connsiteY54" fmla="*/ 88511 h 111796"/>
                  <a:gd name="connsiteX55" fmla="*/ 55857 w 196851"/>
                  <a:gd name="connsiteY55" fmla="*/ 88097 h 111796"/>
                  <a:gd name="connsiteX56" fmla="*/ 62070 w 196851"/>
                  <a:gd name="connsiteY56" fmla="*/ 87662 h 111796"/>
                  <a:gd name="connsiteX57" fmla="*/ 73483 w 196851"/>
                  <a:gd name="connsiteY57" fmla="*/ 87275 h 111796"/>
                  <a:gd name="connsiteX58" fmla="*/ 180724 w 196851"/>
                  <a:gd name="connsiteY58" fmla="*/ 81674 h 111796"/>
                  <a:gd name="connsiteX59" fmla="*/ 181791 w 196851"/>
                  <a:gd name="connsiteY59" fmla="*/ 82316 h 111796"/>
                  <a:gd name="connsiteX60" fmla="*/ 196351 w 196851"/>
                  <a:gd name="connsiteY60" fmla="*/ 104804 h 111796"/>
                  <a:gd name="connsiteX61" fmla="*/ 196568 w 196851"/>
                  <a:gd name="connsiteY61" fmla="*/ 105446 h 111796"/>
                  <a:gd name="connsiteX62" fmla="*/ 188217 w 196851"/>
                  <a:gd name="connsiteY62" fmla="*/ 105870 h 111796"/>
                  <a:gd name="connsiteX63" fmla="*/ 178578 w 196851"/>
                  <a:gd name="connsiteY63" fmla="*/ 106295 h 111796"/>
                  <a:gd name="connsiteX64" fmla="*/ 177076 w 196851"/>
                  <a:gd name="connsiteY64" fmla="*/ 105653 h 111796"/>
                  <a:gd name="connsiteX65" fmla="*/ 169801 w 196851"/>
                  <a:gd name="connsiteY65" fmla="*/ 94409 h 111796"/>
                  <a:gd name="connsiteX66" fmla="*/ 162516 w 196851"/>
                  <a:gd name="connsiteY66" fmla="*/ 83165 h 111796"/>
                  <a:gd name="connsiteX67" fmla="*/ 162516 w 196851"/>
                  <a:gd name="connsiteY67" fmla="*/ 83010 h 111796"/>
                  <a:gd name="connsiteX68" fmla="*/ 162298 w 196851"/>
                  <a:gd name="connsiteY68" fmla="*/ 82520 h 111796"/>
                  <a:gd name="connsiteX69" fmla="*/ 164814 w 196851"/>
                  <a:gd name="connsiteY69" fmla="*/ 82419 h 111796"/>
                  <a:gd name="connsiteX70" fmla="*/ 167013 w 196851"/>
                  <a:gd name="connsiteY70" fmla="*/ 82316 h 111796"/>
                  <a:gd name="connsiteX71" fmla="*/ 97206 w 196851"/>
                  <a:gd name="connsiteY71" fmla="*/ 60470 h 111796"/>
                  <a:gd name="connsiteX72" fmla="*/ 97206 w 196851"/>
                  <a:gd name="connsiteY72" fmla="*/ 57257 h 111796"/>
                  <a:gd name="connsiteX73" fmla="*/ 96567 w 196851"/>
                  <a:gd name="connsiteY73" fmla="*/ 47400 h 111796"/>
                  <a:gd name="connsiteX74" fmla="*/ 98055 w 196851"/>
                  <a:gd name="connsiteY74" fmla="*/ 45692 h 111796"/>
                  <a:gd name="connsiteX75" fmla="*/ 123117 w 196851"/>
                  <a:gd name="connsiteY75" fmla="*/ 39266 h 111796"/>
                  <a:gd name="connsiteX76" fmla="*/ 123669 w 196851"/>
                  <a:gd name="connsiteY76" fmla="*/ 39073 h 111796"/>
                  <a:gd name="connsiteX77" fmla="*/ 124180 w 196851"/>
                  <a:gd name="connsiteY77" fmla="*/ 38828 h 111796"/>
                  <a:gd name="connsiteX78" fmla="*/ 111549 w 196851"/>
                  <a:gd name="connsiteY78" fmla="*/ 31553 h 111796"/>
                  <a:gd name="connsiteX79" fmla="*/ 103363 w 196851"/>
                  <a:gd name="connsiteY79" fmla="*/ 26031 h 111796"/>
                  <a:gd name="connsiteX80" fmla="*/ 99342 w 196851"/>
                  <a:gd name="connsiteY80" fmla="*/ 23204 h 111796"/>
                  <a:gd name="connsiteX81" fmla="*/ 99984 w 196851"/>
                  <a:gd name="connsiteY81" fmla="*/ 22124 h 111796"/>
                  <a:gd name="connsiteX82" fmla="*/ 106731 w 196851"/>
                  <a:gd name="connsiteY82" fmla="*/ 11639 h 111796"/>
                  <a:gd name="connsiteX83" fmla="*/ 113478 w 196851"/>
                  <a:gd name="connsiteY83" fmla="*/ 1141 h 111796"/>
                  <a:gd name="connsiteX84" fmla="*/ 115842 w 196851"/>
                  <a:gd name="connsiteY84" fmla="*/ 278 h 111796"/>
                  <a:gd name="connsiteX85" fmla="*/ 122151 w 196851"/>
                  <a:gd name="connsiteY85" fmla="*/ 2849 h 111796"/>
                  <a:gd name="connsiteX86" fmla="*/ 128473 w 196851"/>
                  <a:gd name="connsiteY86" fmla="*/ 5420 h 111796"/>
                  <a:gd name="connsiteX87" fmla="*/ 130403 w 196851"/>
                  <a:gd name="connsiteY87" fmla="*/ 5855 h 111796"/>
                  <a:gd name="connsiteX88" fmla="*/ 145719 w 196851"/>
                  <a:gd name="connsiteY88" fmla="*/ 4996 h 111796"/>
                  <a:gd name="connsiteX89" fmla="*/ 161025 w 196851"/>
                  <a:gd name="connsiteY89" fmla="*/ 4133 h 111796"/>
                  <a:gd name="connsiteX90" fmla="*/ 169932 w 196851"/>
                  <a:gd name="connsiteY90" fmla="*/ 3698 h 111796"/>
                  <a:gd name="connsiteX91" fmla="*/ 178157 w 196851"/>
                  <a:gd name="connsiteY91" fmla="*/ 3284 h 111796"/>
                  <a:gd name="connsiteX92" fmla="*/ 189514 w 196851"/>
                  <a:gd name="connsiteY92" fmla="*/ 2642 h 111796"/>
                  <a:gd name="connsiteX93" fmla="*/ 191019 w 196851"/>
                  <a:gd name="connsiteY93" fmla="*/ 3930 h 111796"/>
                  <a:gd name="connsiteX94" fmla="*/ 191019 w 196851"/>
                  <a:gd name="connsiteY94" fmla="*/ 17617 h 111796"/>
                  <a:gd name="connsiteX95" fmla="*/ 190160 w 196851"/>
                  <a:gd name="connsiteY95" fmla="*/ 19763 h 111796"/>
                  <a:gd name="connsiteX96" fmla="*/ 169598 w 196851"/>
                  <a:gd name="connsiteY96" fmla="*/ 35183 h 111796"/>
                  <a:gd name="connsiteX97" fmla="*/ 168093 w 196851"/>
                  <a:gd name="connsiteY97" fmla="*/ 36046 h 111796"/>
                  <a:gd name="connsiteX98" fmla="*/ 173004 w 196851"/>
                  <a:gd name="connsiteY98" fmla="*/ 36919 h 111796"/>
                  <a:gd name="connsiteX99" fmla="*/ 176241 w 196851"/>
                  <a:gd name="connsiteY99" fmla="*/ 37537 h 111796"/>
                  <a:gd name="connsiteX100" fmla="*/ 178270 w 196851"/>
                  <a:gd name="connsiteY100" fmla="*/ 37806 h 111796"/>
                  <a:gd name="connsiteX101" fmla="*/ 195723 w 196851"/>
                  <a:gd name="connsiteY101" fmla="*/ 40326 h 111796"/>
                  <a:gd name="connsiteX102" fmla="*/ 196803 w 196851"/>
                  <a:gd name="connsiteY102" fmla="*/ 41185 h 111796"/>
                  <a:gd name="connsiteX103" fmla="*/ 196803 w 196851"/>
                  <a:gd name="connsiteY103" fmla="*/ 55103 h 111796"/>
                  <a:gd name="connsiteX104" fmla="*/ 196582 w 196851"/>
                  <a:gd name="connsiteY104" fmla="*/ 55321 h 111796"/>
                  <a:gd name="connsiteX105" fmla="*/ 193590 w 196851"/>
                  <a:gd name="connsiteY105" fmla="*/ 55103 h 111796"/>
                  <a:gd name="connsiteX106" fmla="*/ 158250 w 196851"/>
                  <a:gd name="connsiteY106" fmla="*/ 49102 h 111796"/>
                  <a:gd name="connsiteX107" fmla="*/ 152891 w 196851"/>
                  <a:gd name="connsiteY107" fmla="*/ 47721 h 111796"/>
                  <a:gd name="connsiteX108" fmla="*/ 147531 w 196851"/>
                  <a:gd name="connsiteY108" fmla="*/ 46341 h 111796"/>
                  <a:gd name="connsiteX109" fmla="*/ 145605 w 196851"/>
                  <a:gd name="connsiteY109" fmla="*/ 46548 h 111796"/>
                  <a:gd name="connsiteX110" fmla="*/ 98493 w 196851"/>
                  <a:gd name="connsiteY110" fmla="*/ 60260 h 111796"/>
                  <a:gd name="connsiteX111" fmla="*/ 97206 w 196851"/>
                  <a:gd name="connsiteY111" fmla="*/ 60480 h 111796"/>
                  <a:gd name="connsiteX112" fmla="*/ 123500 w 196851"/>
                  <a:gd name="connsiteY112" fmla="*/ 20412 h 111796"/>
                  <a:gd name="connsiteX113" fmla="*/ 123756 w 196851"/>
                  <a:gd name="connsiteY113" fmla="*/ 20619 h 111796"/>
                  <a:gd name="connsiteX114" fmla="*/ 146668 w 196851"/>
                  <a:gd name="connsiteY114" fmla="*/ 30462 h 111796"/>
                  <a:gd name="connsiteX115" fmla="*/ 148159 w 196851"/>
                  <a:gd name="connsiteY115" fmla="*/ 30255 h 111796"/>
                  <a:gd name="connsiteX116" fmla="*/ 151707 w 196851"/>
                  <a:gd name="connsiteY116" fmla="*/ 28495 h 111796"/>
                  <a:gd name="connsiteX117" fmla="*/ 162516 w 196851"/>
                  <a:gd name="connsiteY117" fmla="*/ 22973 h 111796"/>
                  <a:gd name="connsiteX118" fmla="*/ 170226 w 196851"/>
                  <a:gd name="connsiteY118" fmla="*/ 18259 h 111796"/>
                  <a:gd name="connsiteX119" fmla="*/ 170032 w 196851"/>
                  <a:gd name="connsiteY119" fmla="*/ 18024 h 111796"/>
                  <a:gd name="connsiteX120" fmla="*/ 170005 w 196851"/>
                  <a:gd name="connsiteY120" fmla="*/ 17834 h 111796"/>
                  <a:gd name="connsiteX121" fmla="*/ 125633 w 196851"/>
                  <a:gd name="connsiteY121" fmla="*/ 20057 h 111796"/>
                  <a:gd name="connsiteX122" fmla="*/ 123321 w 196851"/>
                  <a:gd name="connsiteY122" fmla="*/ 20185 h 111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96851" h="111796">
                    <a:moveTo>
                      <a:pt x="15796" y="29627"/>
                    </a:moveTo>
                    <a:lnTo>
                      <a:pt x="1018" y="28343"/>
                    </a:lnTo>
                    <a:cubicBezTo>
                      <a:pt x="566" y="28262"/>
                      <a:pt x="266" y="27829"/>
                      <a:pt x="348" y="27377"/>
                    </a:cubicBezTo>
                    <a:cubicBezTo>
                      <a:pt x="354" y="27338"/>
                      <a:pt x="364" y="27300"/>
                      <a:pt x="376" y="27263"/>
                    </a:cubicBezTo>
                    <a:lnTo>
                      <a:pt x="376" y="12702"/>
                    </a:lnTo>
                    <a:cubicBezTo>
                      <a:pt x="382" y="12617"/>
                      <a:pt x="423" y="12538"/>
                      <a:pt x="490" y="12485"/>
                    </a:cubicBezTo>
                    <a:cubicBezTo>
                      <a:pt x="554" y="12435"/>
                      <a:pt x="593" y="12359"/>
                      <a:pt x="594" y="12278"/>
                    </a:cubicBezTo>
                    <a:lnTo>
                      <a:pt x="7013" y="12920"/>
                    </a:lnTo>
                    <a:cubicBezTo>
                      <a:pt x="11793" y="13510"/>
                      <a:pt x="16742" y="13921"/>
                      <a:pt x="21532" y="14335"/>
                    </a:cubicBezTo>
                    <a:lnTo>
                      <a:pt x="22654" y="14411"/>
                    </a:lnTo>
                    <a:cubicBezTo>
                      <a:pt x="24580" y="14632"/>
                      <a:pt x="26561" y="14797"/>
                      <a:pt x="28521" y="14953"/>
                    </a:cubicBezTo>
                    <a:cubicBezTo>
                      <a:pt x="30481" y="15108"/>
                      <a:pt x="32479" y="15270"/>
                      <a:pt x="34405" y="15491"/>
                    </a:cubicBezTo>
                    <a:cubicBezTo>
                      <a:pt x="35047" y="15491"/>
                      <a:pt x="35485" y="15491"/>
                      <a:pt x="35485" y="16340"/>
                    </a:cubicBezTo>
                    <a:lnTo>
                      <a:pt x="35485" y="30911"/>
                    </a:lnTo>
                    <a:cubicBezTo>
                      <a:pt x="35367" y="31023"/>
                      <a:pt x="35290" y="31173"/>
                      <a:pt x="35268" y="31335"/>
                    </a:cubicBezTo>
                    <a:lnTo>
                      <a:pt x="28200" y="30693"/>
                    </a:lnTo>
                    <a:cubicBezTo>
                      <a:pt x="24124" y="30476"/>
                      <a:pt x="19845" y="30051"/>
                      <a:pt x="15776" y="29627"/>
                    </a:cubicBezTo>
                    <a:close/>
                    <a:moveTo>
                      <a:pt x="27158" y="41192"/>
                    </a:moveTo>
                    <a:lnTo>
                      <a:pt x="34226" y="41834"/>
                    </a:lnTo>
                    <a:cubicBezTo>
                      <a:pt x="34867" y="41834"/>
                      <a:pt x="35509" y="42041"/>
                      <a:pt x="35292" y="42683"/>
                    </a:cubicBezTo>
                    <a:lnTo>
                      <a:pt x="35292" y="57036"/>
                    </a:lnTo>
                    <a:cubicBezTo>
                      <a:pt x="35282" y="57150"/>
                      <a:pt x="35247" y="57259"/>
                      <a:pt x="35188" y="57357"/>
                    </a:cubicBezTo>
                    <a:cubicBezTo>
                      <a:pt x="35128" y="57456"/>
                      <a:pt x="35088" y="57567"/>
                      <a:pt x="35071" y="57681"/>
                    </a:cubicBezTo>
                    <a:cubicBezTo>
                      <a:pt x="23365" y="56619"/>
                      <a:pt x="11658" y="55548"/>
                      <a:pt x="-48" y="54468"/>
                    </a:cubicBezTo>
                    <a:lnTo>
                      <a:pt x="-48" y="38828"/>
                    </a:lnTo>
                    <a:cubicBezTo>
                      <a:pt x="1168" y="38792"/>
                      <a:pt x="2384" y="38865"/>
                      <a:pt x="3586" y="39045"/>
                    </a:cubicBezTo>
                    <a:cubicBezTo>
                      <a:pt x="7558" y="39370"/>
                      <a:pt x="11465" y="39735"/>
                      <a:pt x="15372" y="40115"/>
                    </a:cubicBezTo>
                    <a:cubicBezTo>
                      <a:pt x="19279" y="40495"/>
                      <a:pt x="23185" y="40871"/>
                      <a:pt x="27158" y="41192"/>
                    </a:cubicBezTo>
                    <a:close/>
                    <a:moveTo>
                      <a:pt x="111973" y="86171"/>
                    </a:moveTo>
                    <a:cubicBezTo>
                      <a:pt x="112177" y="85733"/>
                      <a:pt x="113040" y="85091"/>
                      <a:pt x="113464" y="85091"/>
                    </a:cubicBezTo>
                    <a:cubicBezTo>
                      <a:pt x="115570" y="85029"/>
                      <a:pt x="117640" y="84925"/>
                      <a:pt x="119676" y="84821"/>
                    </a:cubicBezTo>
                    <a:cubicBezTo>
                      <a:pt x="123473" y="84628"/>
                      <a:pt x="127193" y="84449"/>
                      <a:pt x="130803" y="84449"/>
                    </a:cubicBezTo>
                    <a:lnTo>
                      <a:pt x="131448" y="84449"/>
                    </a:lnTo>
                    <a:cubicBezTo>
                      <a:pt x="131353" y="84769"/>
                      <a:pt x="131210" y="85072"/>
                      <a:pt x="131024" y="85349"/>
                    </a:cubicBezTo>
                    <a:lnTo>
                      <a:pt x="130803" y="85733"/>
                    </a:lnTo>
                    <a:cubicBezTo>
                      <a:pt x="128453" y="89588"/>
                      <a:pt x="126154" y="93446"/>
                      <a:pt x="123852" y="97297"/>
                    </a:cubicBezTo>
                    <a:cubicBezTo>
                      <a:pt x="121550" y="101149"/>
                      <a:pt x="119238" y="105011"/>
                      <a:pt x="116888" y="108866"/>
                    </a:cubicBezTo>
                    <a:cubicBezTo>
                      <a:pt x="116478" y="109538"/>
                      <a:pt x="115746" y="109948"/>
                      <a:pt x="114959" y="109946"/>
                    </a:cubicBezTo>
                    <a:cubicBezTo>
                      <a:pt x="112170" y="110049"/>
                      <a:pt x="109437" y="110201"/>
                      <a:pt x="106710" y="110370"/>
                    </a:cubicBezTo>
                    <a:cubicBezTo>
                      <a:pt x="103984" y="110540"/>
                      <a:pt x="101247" y="110691"/>
                      <a:pt x="98472" y="110792"/>
                    </a:cubicBezTo>
                    <a:lnTo>
                      <a:pt x="97192" y="110792"/>
                    </a:lnTo>
                    <a:cubicBezTo>
                      <a:pt x="97291" y="110473"/>
                      <a:pt x="97435" y="110171"/>
                      <a:pt x="97620" y="109894"/>
                    </a:cubicBezTo>
                    <a:cubicBezTo>
                      <a:pt x="102353" y="101957"/>
                      <a:pt x="107137" y="94049"/>
                      <a:pt x="111973" y="86171"/>
                    </a:cubicBezTo>
                    <a:close/>
                    <a:moveTo>
                      <a:pt x="74062" y="87237"/>
                    </a:moveTo>
                    <a:cubicBezTo>
                      <a:pt x="74487" y="87237"/>
                      <a:pt x="75129" y="87662"/>
                      <a:pt x="75553" y="88097"/>
                    </a:cubicBezTo>
                    <a:cubicBezTo>
                      <a:pt x="80271" y="95372"/>
                      <a:pt x="84985" y="102657"/>
                      <a:pt x="89907" y="109946"/>
                    </a:cubicBezTo>
                    <a:cubicBezTo>
                      <a:pt x="90026" y="110074"/>
                      <a:pt x="90114" y="110228"/>
                      <a:pt x="90166" y="110395"/>
                    </a:cubicBezTo>
                    <a:lnTo>
                      <a:pt x="90331" y="110792"/>
                    </a:lnTo>
                    <a:cubicBezTo>
                      <a:pt x="90113" y="110806"/>
                      <a:pt x="89898" y="110846"/>
                      <a:pt x="89689" y="110909"/>
                    </a:cubicBezTo>
                    <a:cubicBezTo>
                      <a:pt x="89480" y="110969"/>
                      <a:pt x="89265" y="111004"/>
                      <a:pt x="89047" y="111012"/>
                    </a:cubicBezTo>
                    <a:cubicBezTo>
                      <a:pt x="83481" y="111437"/>
                      <a:pt x="77917" y="111654"/>
                      <a:pt x="72340" y="111872"/>
                    </a:cubicBezTo>
                    <a:cubicBezTo>
                      <a:pt x="71916" y="111872"/>
                      <a:pt x="71056" y="111654"/>
                      <a:pt x="70849" y="111230"/>
                    </a:cubicBezTo>
                    <a:lnTo>
                      <a:pt x="66635" y="104855"/>
                    </a:lnTo>
                    <a:cubicBezTo>
                      <a:pt x="63126" y="99561"/>
                      <a:pt x="59657" y="94319"/>
                      <a:pt x="56282" y="88946"/>
                    </a:cubicBezTo>
                    <a:cubicBezTo>
                      <a:pt x="56165" y="88821"/>
                      <a:pt x="56077" y="88673"/>
                      <a:pt x="56023" y="88511"/>
                    </a:cubicBezTo>
                    <a:cubicBezTo>
                      <a:pt x="55980" y="88368"/>
                      <a:pt x="55925" y="88229"/>
                      <a:pt x="55857" y="88097"/>
                    </a:cubicBezTo>
                    <a:cubicBezTo>
                      <a:pt x="58001" y="87879"/>
                      <a:pt x="60137" y="87662"/>
                      <a:pt x="62070" y="87662"/>
                    </a:cubicBezTo>
                    <a:cubicBezTo>
                      <a:pt x="65952" y="87662"/>
                      <a:pt x="69628" y="87469"/>
                      <a:pt x="73483" y="87275"/>
                    </a:cubicBezTo>
                    <a:close/>
                    <a:moveTo>
                      <a:pt x="180724" y="81674"/>
                    </a:moveTo>
                    <a:cubicBezTo>
                      <a:pt x="181149" y="81674"/>
                      <a:pt x="181573" y="82095"/>
                      <a:pt x="181791" y="82316"/>
                    </a:cubicBezTo>
                    <a:cubicBezTo>
                      <a:pt x="186712" y="89808"/>
                      <a:pt x="191647" y="97297"/>
                      <a:pt x="196351" y="104804"/>
                    </a:cubicBezTo>
                    <a:cubicBezTo>
                      <a:pt x="196323" y="105039"/>
                      <a:pt x="196403" y="105276"/>
                      <a:pt x="196568" y="105446"/>
                    </a:cubicBezTo>
                    <a:cubicBezTo>
                      <a:pt x="193782" y="105480"/>
                      <a:pt x="190998" y="105622"/>
                      <a:pt x="188217" y="105870"/>
                    </a:cubicBezTo>
                    <a:cubicBezTo>
                      <a:pt x="185004" y="106091"/>
                      <a:pt x="181791" y="106295"/>
                      <a:pt x="178578" y="106295"/>
                    </a:cubicBezTo>
                    <a:cubicBezTo>
                      <a:pt x="178157" y="106295"/>
                      <a:pt x="177294" y="106091"/>
                      <a:pt x="177076" y="105653"/>
                    </a:cubicBezTo>
                    <a:cubicBezTo>
                      <a:pt x="174624" y="101912"/>
                      <a:pt x="172199" y="98164"/>
                      <a:pt x="169801" y="94409"/>
                    </a:cubicBezTo>
                    <a:cubicBezTo>
                      <a:pt x="167385" y="90668"/>
                      <a:pt x="164970" y="86916"/>
                      <a:pt x="162516" y="83165"/>
                    </a:cubicBezTo>
                    <a:lnTo>
                      <a:pt x="162516" y="83010"/>
                    </a:lnTo>
                    <a:cubicBezTo>
                      <a:pt x="162464" y="82838"/>
                      <a:pt x="162391" y="82673"/>
                      <a:pt x="162298" y="82520"/>
                    </a:cubicBezTo>
                    <a:cubicBezTo>
                      <a:pt x="163196" y="82520"/>
                      <a:pt x="164024" y="82471"/>
                      <a:pt x="164814" y="82419"/>
                    </a:cubicBezTo>
                    <a:cubicBezTo>
                      <a:pt x="165560" y="82354"/>
                      <a:pt x="166295" y="82316"/>
                      <a:pt x="167013" y="82316"/>
                    </a:cubicBezTo>
                    <a:close/>
                    <a:moveTo>
                      <a:pt x="97206" y="60470"/>
                    </a:moveTo>
                    <a:lnTo>
                      <a:pt x="97206" y="57257"/>
                    </a:lnTo>
                    <a:cubicBezTo>
                      <a:pt x="97206" y="53827"/>
                      <a:pt x="97206" y="50393"/>
                      <a:pt x="96567" y="47400"/>
                    </a:cubicBezTo>
                    <a:cubicBezTo>
                      <a:pt x="96567" y="46331"/>
                      <a:pt x="96988" y="45896"/>
                      <a:pt x="98055" y="45692"/>
                    </a:cubicBezTo>
                    <a:lnTo>
                      <a:pt x="123117" y="39266"/>
                    </a:lnTo>
                    <a:cubicBezTo>
                      <a:pt x="123294" y="39183"/>
                      <a:pt x="123479" y="39118"/>
                      <a:pt x="123669" y="39073"/>
                    </a:cubicBezTo>
                    <a:cubicBezTo>
                      <a:pt x="123857" y="39032"/>
                      <a:pt x="124031" y="38949"/>
                      <a:pt x="124180" y="38828"/>
                    </a:cubicBezTo>
                    <a:cubicBezTo>
                      <a:pt x="119904" y="36478"/>
                      <a:pt x="115621" y="34124"/>
                      <a:pt x="111549" y="31553"/>
                    </a:cubicBezTo>
                    <a:cubicBezTo>
                      <a:pt x="108747" y="29825"/>
                      <a:pt x="106018" y="27984"/>
                      <a:pt x="103363" y="26031"/>
                    </a:cubicBezTo>
                    <a:cubicBezTo>
                      <a:pt x="102038" y="25082"/>
                      <a:pt x="100702" y="24129"/>
                      <a:pt x="99342" y="23204"/>
                    </a:cubicBezTo>
                    <a:cubicBezTo>
                      <a:pt x="99512" y="22820"/>
                      <a:pt x="99727" y="22457"/>
                      <a:pt x="99984" y="22124"/>
                    </a:cubicBezTo>
                    <a:cubicBezTo>
                      <a:pt x="102231" y="18590"/>
                      <a:pt x="104471" y="15122"/>
                      <a:pt x="106731" y="11639"/>
                    </a:cubicBezTo>
                    <a:cubicBezTo>
                      <a:pt x="108992" y="8157"/>
                      <a:pt x="111218" y="4675"/>
                      <a:pt x="113478" y="1141"/>
                    </a:cubicBezTo>
                    <a:cubicBezTo>
                      <a:pt x="114120" y="71"/>
                      <a:pt x="114555" y="-146"/>
                      <a:pt x="115842" y="278"/>
                    </a:cubicBezTo>
                    <a:lnTo>
                      <a:pt x="122151" y="2849"/>
                    </a:lnTo>
                    <a:cubicBezTo>
                      <a:pt x="124246" y="3709"/>
                      <a:pt x="126327" y="4575"/>
                      <a:pt x="128473" y="5420"/>
                    </a:cubicBezTo>
                    <a:cubicBezTo>
                      <a:pt x="129089" y="5668"/>
                      <a:pt x="129740" y="5815"/>
                      <a:pt x="130403" y="5855"/>
                    </a:cubicBezTo>
                    <a:cubicBezTo>
                      <a:pt x="135541" y="5534"/>
                      <a:pt x="140632" y="5265"/>
                      <a:pt x="145719" y="4996"/>
                    </a:cubicBezTo>
                    <a:cubicBezTo>
                      <a:pt x="150806" y="4727"/>
                      <a:pt x="155886" y="4454"/>
                      <a:pt x="161025" y="4133"/>
                    </a:cubicBezTo>
                    <a:cubicBezTo>
                      <a:pt x="164007" y="4030"/>
                      <a:pt x="166975" y="3864"/>
                      <a:pt x="169932" y="3698"/>
                    </a:cubicBezTo>
                    <a:cubicBezTo>
                      <a:pt x="172693" y="3543"/>
                      <a:pt x="175454" y="3388"/>
                      <a:pt x="178157" y="3284"/>
                    </a:cubicBezTo>
                    <a:lnTo>
                      <a:pt x="189514" y="2642"/>
                    </a:lnTo>
                    <a:cubicBezTo>
                      <a:pt x="190802" y="2425"/>
                      <a:pt x="191019" y="2849"/>
                      <a:pt x="191019" y="3930"/>
                    </a:cubicBezTo>
                    <a:lnTo>
                      <a:pt x="191019" y="17617"/>
                    </a:lnTo>
                    <a:cubicBezTo>
                      <a:pt x="191060" y="18424"/>
                      <a:pt x="190746" y="19208"/>
                      <a:pt x="190160" y="19763"/>
                    </a:cubicBezTo>
                    <a:cubicBezTo>
                      <a:pt x="183975" y="25740"/>
                      <a:pt x="177067" y="30920"/>
                      <a:pt x="169598" y="35183"/>
                    </a:cubicBezTo>
                    <a:cubicBezTo>
                      <a:pt x="169076" y="35435"/>
                      <a:pt x="168574" y="35723"/>
                      <a:pt x="168093" y="36046"/>
                    </a:cubicBezTo>
                    <a:cubicBezTo>
                      <a:pt x="169853" y="36301"/>
                      <a:pt x="171447" y="36612"/>
                      <a:pt x="173004" y="36919"/>
                    </a:cubicBezTo>
                    <a:cubicBezTo>
                      <a:pt x="174094" y="37150"/>
                      <a:pt x="175161" y="37358"/>
                      <a:pt x="176241" y="37537"/>
                    </a:cubicBezTo>
                    <a:lnTo>
                      <a:pt x="178270" y="37806"/>
                    </a:lnTo>
                    <a:cubicBezTo>
                      <a:pt x="184055" y="38576"/>
                      <a:pt x="189966" y="39363"/>
                      <a:pt x="195723" y="40326"/>
                    </a:cubicBezTo>
                    <a:cubicBezTo>
                      <a:pt x="196161" y="40326"/>
                      <a:pt x="196803" y="40967"/>
                      <a:pt x="196803" y="41185"/>
                    </a:cubicBezTo>
                    <a:lnTo>
                      <a:pt x="196803" y="55103"/>
                    </a:lnTo>
                    <a:lnTo>
                      <a:pt x="196582" y="55321"/>
                    </a:lnTo>
                    <a:cubicBezTo>
                      <a:pt x="195580" y="55357"/>
                      <a:pt x="194577" y="55284"/>
                      <a:pt x="193590" y="55103"/>
                    </a:cubicBezTo>
                    <a:cubicBezTo>
                      <a:pt x="181587" y="53599"/>
                      <a:pt x="169815" y="51890"/>
                      <a:pt x="158250" y="49102"/>
                    </a:cubicBezTo>
                    <a:cubicBezTo>
                      <a:pt x="156425" y="48677"/>
                      <a:pt x="154651" y="48201"/>
                      <a:pt x="152891" y="47721"/>
                    </a:cubicBezTo>
                    <a:cubicBezTo>
                      <a:pt x="151130" y="47242"/>
                      <a:pt x="149325" y="46762"/>
                      <a:pt x="147531" y="46341"/>
                    </a:cubicBezTo>
                    <a:cubicBezTo>
                      <a:pt x="146882" y="46307"/>
                      <a:pt x="146232" y="46377"/>
                      <a:pt x="145605" y="46548"/>
                    </a:cubicBezTo>
                    <a:cubicBezTo>
                      <a:pt x="130420" y="52332"/>
                      <a:pt x="114545" y="56622"/>
                      <a:pt x="98493" y="60260"/>
                    </a:cubicBezTo>
                    <a:cubicBezTo>
                      <a:pt x="98089" y="60439"/>
                      <a:pt x="97647" y="60515"/>
                      <a:pt x="97206" y="60480"/>
                    </a:cubicBezTo>
                    <a:close/>
                    <a:moveTo>
                      <a:pt x="123500" y="20412"/>
                    </a:moveTo>
                    <a:cubicBezTo>
                      <a:pt x="123562" y="20540"/>
                      <a:pt x="123614" y="20619"/>
                      <a:pt x="123756" y="20619"/>
                    </a:cubicBezTo>
                    <a:cubicBezTo>
                      <a:pt x="131036" y="24676"/>
                      <a:pt x="138714" y="27973"/>
                      <a:pt x="146668" y="30462"/>
                    </a:cubicBezTo>
                    <a:cubicBezTo>
                      <a:pt x="147096" y="30680"/>
                      <a:pt x="147738" y="30462"/>
                      <a:pt x="148159" y="30255"/>
                    </a:cubicBezTo>
                    <a:lnTo>
                      <a:pt x="151707" y="28495"/>
                    </a:lnTo>
                    <a:cubicBezTo>
                      <a:pt x="155306" y="26711"/>
                      <a:pt x="158982" y="24899"/>
                      <a:pt x="162516" y="22973"/>
                    </a:cubicBezTo>
                    <a:cubicBezTo>
                      <a:pt x="165087" y="21689"/>
                      <a:pt x="167655" y="19977"/>
                      <a:pt x="170226" y="18259"/>
                    </a:cubicBezTo>
                    <a:cubicBezTo>
                      <a:pt x="170098" y="18128"/>
                      <a:pt x="170046" y="18090"/>
                      <a:pt x="170032" y="18024"/>
                    </a:cubicBezTo>
                    <a:cubicBezTo>
                      <a:pt x="170007" y="17964"/>
                      <a:pt x="169997" y="17899"/>
                      <a:pt x="170005" y="17834"/>
                    </a:cubicBezTo>
                    <a:cubicBezTo>
                      <a:pt x="155165" y="18449"/>
                      <a:pt x="140477" y="19246"/>
                      <a:pt x="125633" y="20057"/>
                    </a:cubicBezTo>
                    <a:lnTo>
                      <a:pt x="123321" y="20185"/>
                    </a:lnTo>
                    <a:close/>
                  </a:path>
                </a:pathLst>
              </a:custGeom>
              <a:solidFill>
                <a:srgbClr val="FFFFFF"/>
              </a:solidFill>
              <a:ln w="332"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7CAC22E5-71FB-3BEF-9C6F-661E13EBE44C}"/>
                  </a:ext>
                </a:extLst>
              </p:cNvPr>
              <p:cNvSpPr/>
              <p:nvPr/>
            </p:nvSpPr>
            <p:spPr>
              <a:xfrm>
                <a:off x="7855415" y="3957473"/>
                <a:ext cx="205589" cy="110102"/>
              </a:xfrm>
              <a:custGeom>
                <a:avLst/>
                <a:gdLst>
                  <a:gd name="connsiteX0" fmla="*/ 95025 w 205589"/>
                  <a:gd name="connsiteY0" fmla="*/ 73961 h 110102"/>
                  <a:gd name="connsiteX1" fmla="*/ 91166 w 205589"/>
                  <a:gd name="connsiteY1" fmla="*/ 74168 h 110102"/>
                  <a:gd name="connsiteX2" fmla="*/ 69745 w 205589"/>
                  <a:gd name="connsiteY2" fmla="*/ 75245 h 110102"/>
                  <a:gd name="connsiteX3" fmla="*/ 61521 w 205589"/>
                  <a:gd name="connsiteY3" fmla="*/ 75631 h 110102"/>
                  <a:gd name="connsiteX4" fmla="*/ 60976 w 205589"/>
                  <a:gd name="connsiteY4" fmla="*/ 75686 h 110102"/>
                  <a:gd name="connsiteX5" fmla="*/ 59895 w 205589"/>
                  <a:gd name="connsiteY5" fmla="*/ 76328 h 110102"/>
                  <a:gd name="connsiteX6" fmla="*/ 35696 w 205589"/>
                  <a:gd name="connsiteY6" fmla="*/ 102902 h 110102"/>
                  <a:gd name="connsiteX7" fmla="*/ 29694 w 205589"/>
                  <a:gd name="connsiteY7" fmla="*/ 108248 h 110102"/>
                  <a:gd name="connsiteX8" fmla="*/ 29349 w 205589"/>
                  <a:gd name="connsiteY8" fmla="*/ 108428 h 110102"/>
                  <a:gd name="connsiteX9" fmla="*/ 28193 w 205589"/>
                  <a:gd name="connsiteY9" fmla="*/ 108890 h 110102"/>
                  <a:gd name="connsiteX10" fmla="*/ 5702 w 205589"/>
                  <a:gd name="connsiteY10" fmla="*/ 110177 h 110102"/>
                  <a:gd name="connsiteX11" fmla="*/ 3776 w 205589"/>
                  <a:gd name="connsiteY11" fmla="*/ 110177 h 110102"/>
                  <a:gd name="connsiteX12" fmla="*/ 13929 w 205589"/>
                  <a:gd name="connsiteY12" fmla="*/ 101284 h 110102"/>
                  <a:gd name="connsiteX13" fmla="*/ 39758 w 205589"/>
                  <a:gd name="connsiteY13" fmla="*/ 77201 h 110102"/>
                  <a:gd name="connsiteX14" fmla="*/ 36127 w 205589"/>
                  <a:gd name="connsiteY14" fmla="*/ 77201 h 110102"/>
                  <a:gd name="connsiteX15" fmla="*/ 5412 w 205589"/>
                  <a:gd name="connsiteY15" fmla="*/ 78910 h 110102"/>
                  <a:gd name="connsiteX16" fmla="*/ 798 w 205589"/>
                  <a:gd name="connsiteY16" fmla="*/ 79131 h 110102"/>
                  <a:gd name="connsiteX17" fmla="*/ -48 w 205589"/>
                  <a:gd name="connsiteY17" fmla="*/ 78268 h 110102"/>
                  <a:gd name="connsiteX18" fmla="*/ -48 w 205589"/>
                  <a:gd name="connsiteY18" fmla="*/ 65398 h 110102"/>
                  <a:gd name="connsiteX19" fmla="*/ 156 w 205589"/>
                  <a:gd name="connsiteY19" fmla="*/ 64970 h 110102"/>
                  <a:gd name="connsiteX20" fmla="*/ 3486 w 205589"/>
                  <a:gd name="connsiteY20" fmla="*/ 64753 h 110102"/>
                  <a:gd name="connsiteX21" fmla="*/ 6799 w 205589"/>
                  <a:gd name="connsiteY21" fmla="*/ 64536 h 110102"/>
                  <a:gd name="connsiteX22" fmla="*/ 17722 w 205589"/>
                  <a:gd name="connsiteY22" fmla="*/ 64008 h 110102"/>
                  <a:gd name="connsiteX23" fmla="*/ 28645 w 205589"/>
                  <a:gd name="connsiteY23" fmla="*/ 63469 h 110102"/>
                  <a:gd name="connsiteX24" fmla="*/ 48141 w 205589"/>
                  <a:gd name="connsiteY24" fmla="*/ 62403 h 110102"/>
                  <a:gd name="connsiteX25" fmla="*/ 50070 w 205589"/>
                  <a:gd name="connsiteY25" fmla="*/ 61116 h 110102"/>
                  <a:gd name="connsiteX26" fmla="*/ 53707 w 205589"/>
                  <a:gd name="connsiteY26" fmla="*/ 45903 h 110102"/>
                  <a:gd name="connsiteX27" fmla="*/ 55416 w 205589"/>
                  <a:gd name="connsiteY27" fmla="*/ 17206 h 110102"/>
                  <a:gd name="connsiteX28" fmla="*/ 55530 w 205589"/>
                  <a:gd name="connsiteY28" fmla="*/ 9714 h 110102"/>
                  <a:gd name="connsiteX29" fmla="*/ 55633 w 205589"/>
                  <a:gd name="connsiteY29" fmla="*/ 2208 h 110102"/>
                  <a:gd name="connsiteX30" fmla="*/ 57138 w 205589"/>
                  <a:gd name="connsiteY30" fmla="*/ 720 h 110102"/>
                  <a:gd name="connsiteX31" fmla="*/ 63664 w 205589"/>
                  <a:gd name="connsiteY31" fmla="*/ 396 h 110102"/>
                  <a:gd name="connsiteX32" fmla="*/ 70194 w 205589"/>
                  <a:gd name="connsiteY32" fmla="*/ 75 h 110102"/>
                  <a:gd name="connsiteX33" fmla="*/ 71505 w 205589"/>
                  <a:gd name="connsiteY33" fmla="*/ 254 h 110102"/>
                  <a:gd name="connsiteX34" fmla="*/ 71698 w 205589"/>
                  <a:gd name="connsiteY34" fmla="*/ 1566 h 110102"/>
                  <a:gd name="connsiteX35" fmla="*/ 70836 w 205589"/>
                  <a:gd name="connsiteY35" fmla="*/ 30276 h 110102"/>
                  <a:gd name="connsiteX36" fmla="*/ 67623 w 205589"/>
                  <a:gd name="connsiteY36" fmla="*/ 56619 h 110102"/>
                  <a:gd name="connsiteX37" fmla="*/ 66339 w 205589"/>
                  <a:gd name="connsiteY37" fmla="*/ 61323 h 110102"/>
                  <a:gd name="connsiteX38" fmla="*/ 82597 w 205589"/>
                  <a:gd name="connsiteY38" fmla="*/ 60474 h 110102"/>
                  <a:gd name="connsiteX39" fmla="*/ 98876 w 205589"/>
                  <a:gd name="connsiteY39" fmla="*/ 59614 h 110102"/>
                  <a:gd name="connsiteX40" fmla="*/ 98876 w 205589"/>
                  <a:gd name="connsiteY40" fmla="*/ 73764 h 110102"/>
                  <a:gd name="connsiteX41" fmla="*/ 95025 w 205589"/>
                  <a:gd name="connsiteY41" fmla="*/ 73981 h 110102"/>
                  <a:gd name="connsiteX42" fmla="*/ 205542 w 205589"/>
                  <a:gd name="connsiteY42" fmla="*/ 67100 h 110102"/>
                  <a:gd name="connsiteX43" fmla="*/ 204254 w 205589"/>
                  <a:gd name="connsiteY43" fmla="*/ 68384 h 110102"/>
                  <a:gd name="connsiteX44" fmla="*/ 188513 w 205589"/>
                  <a:gd name="connsiteY44" fmla="*/ 69143 h 110102"/>
                  <a:gd name="connsiteX45" fmla="*/ 172769 w 205589"/>
                  <a:gd name="connsiteY45" fmla="*/ 69888 h 110102"/>
                  <a:gd name="connsiteX46" fmla="*/ 168918 w 205589"/>
                  <a:gd name="connsiteY46" fmla="*/ 69988 h 110102"/>
                  <a:gd name="connsiteX47" fmla="*/ 165059 w 205589"/>
                  <a:gd name="connsiteY47" fmla="*/ 70106 h 110102"/>
                  <a:gd name="connsiteX48" fmla="*/ 163558 w 205589"/>
                  <a:gd name="connsiteY48" fmla="*/ 71597 h 110102"/>
                  <a:gd name="connsiteX49" fmla="*/ 163558 w 205589"/>
                  <a:gd name="connsiteY49" fmla="*/ 100086 h 110102"/>
                  <a:gd name="connsiteX50" fmla="*/ 163337 w 205589"/>
                  <a:gd name="connsiteY50" fmla="*/ 101591 h 110102"/>
                  <a:gd name="connsiteX51" fmla="*/ 161846 w 205589"/>
                  <a:gd name="connsiteY51" fmla="*/ 101794 h 110102"/>
                  <a:gd name="connsiteX52" fmla="*/ 150281 w 205589"/>
                  <a:gd name="connsiteY52" fmla="*/ 102440 h 110102"/>
                  <a:gd name="connsiteX53" fmla="*/ 147275 w 205589"/>
                  <a:gd name="connsiteY53" fmla="*/ 102440 h 110102"/>
                  <a:gd name="connsiteX54" fmla="*/ 147275 w 205589"/>
                  <a:gd name="connsiteY54" fmla="*/ 71172 h 110102"/>
                  <a:gd name="connsiteX55" fmla="*/ 125982 w 205589"/>
                  <a:gd name="connsiteY55" fmla="*/ 72277 h 110102"/>
                  <a:gd name="connsiteX56" fmla="*/ 105934 w 205589"/>
                  <a:gd name="connsiteY56" fmla="*/ 73312 h 110102"/>
                  <a:gd name="connsiteX57" fmla="*/ 105727 w 205589"/>
                  <a:gd name="connsiteY57" fmla="*/ 72246 h 110102"/>
                  <a:gd name="connsiteX58" fmla="*/ 105727 w 205589"/>
                  <a:gd name="connsiteY58" fmla="*/ 60256 h 110102"/>
                  <a:gd name="connsiteX59" fmla="*/ 107011 w 205589"/>
                  <a:gd name="connsiteY59" fmla="*/ 58969 h 110102"/>
                  <a:gd name="connsiteX60" fmla="*/ 115262 w 205589"/>
                  <a:gd name="connsiteY60" fmla="*/ 58548 h 110102"/>
                  <a:gd name="connsiteX61" fmla="*/ 123500 w 205589"/>
                  <a:gd name="connsiteY61" fmla="*/ 58110 h 110102"/>
                  <a:gd name="connsiteX62" fmla="*/ 131393 w 205589"/>
                  <a:gd name="connsiteY62" fmla="*/ 57685 h 110102"/>
                  <a:gd name="connsiteX63" fmla="*/ 147269 w 205589"/>
                  <a:gd name="connsiteY63" fmla="*/ 56826 h 110102"/>
                  <a:gd name="connsiteX64" fmla="*/ 147269 w 205589"/>
                  <a:gd name="connsiteY64" fmla="*/ 50838 h 110102"/>
                  <a:gd name="connsiteX65" fmla="*/ 147344 w 205589"/>
                  <a:gd name="connsiteY65" fmla="*/ 49247 h 110102"/>
                  <a:gd name="connsiteX66" fmla="*/ 149194 w 205589"/>
                  <a:gd name="connsiteY66" fmla="*/ 48902 h 110102"/>
                  <a:gd name="connsiteX67" fmla="*/ 162046 w 205589"/>
                  <a:gd name="connsiteY67" fmla="*/ 48260 h 110102"/>
                  <a:gd name="connsiteX68" fmla="*/ 163551 w 205589"/>
                  <a:gd name="connsiteY68" fmla="*/ 48284 h 110102"/>
                  <a:gd name="connsiteX69" fmla="*/ 163769 w 205589"/>
                  <a:gd name="connsiteY69" fmla="*/ 49751 h 110102"/>
                  <a:gd name="connsiteX70" fmla="*/ 163769 w 205589"/>
                  <a:gd name="connsiteY70" fmla="*/ 55117 h 110102"/>
                  <a:gd name="connsiteX71" fmla="*/ 164835 w 205589"/>
                  <a:gd name="connsiteY71" fmla="*/ 56184 h 110102"/>
                  <a:gd name="connsiteX72" fmla="*/ 174088 w 205589"/>
                  <a:gd name="connsiteY72" fmla="*/ 55670 h 110102"/>
                  <a:gd name="connsiteX73" fmla="*/ 183689 w 205589"/>
                  <a:gd name="connsiteY73" fmla="*/ 55117 h 110102"/>
                  <a:gd name="connsiteX74" fmla="*/ 193324 w 205589"/>
                  <a:gd name="connsiteY74" fmla="*/ 54693 h 110102"/>
                  <a:gd name="connsiteX75" fmla="*/ 204247 w 205589"/>
                  <a:gd name="connsiteY75" fmla="*/ 54051 h 110102"/>
                  <a:gd name="connsiteX76" fmla="*/ 205535 w 205589"/>
                  <a:gd name="connsiteY76" fmla="*/ 55335 h 110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05589" h="110102">
                    <a:moveTo>
                      <a:pt x="95025" y="73961"/>
                    </a:moveTo>
                    <a:cubicBezTo>
                      <a:pt x="93737" y="74013"/>
                      <a:pt x="92454" y="74064"/>
                      <a:pt x="91166" y="74168"/>
                    </a:cubicBezTo>
                    <a:cubicBezTo>
                      <a:pt x="83881" y="74603"/>
                      <a:pt x="76596" y="75027"/>
                      <a:pt x="69745" y="75245"/>
                    </a:cubicBezTo>
                    <a:cubicBezTo>
                      <a:pt x="66932" y="75245"/>
                      <a:pt x="64309" y="75428"/>
                      <a:pt x="61521" y="75631"/>
                    </a:cubicBezTo>
                    <a:lnTo>
                      <a:pt x="60976" y="75686"/>
                    </a:lnTo>
                    <a:cubicBezTo>
                      <a:pt x="60537" y="75686"/>
                      <a:pt x="60113" y="76111"/>
                      <a:pt x="59895" y="76328"/>
                    </a:cubicBezTo>
                    <a:cubicBezTo>
                      <a:pt x="53266" y="86609"/>
                      <a:pt x="44476" y="94744"/>
                      <a:pt x="35696" y="102902"/>
                    </a:cubicBezTo>
                    <a:cubicBezTo>
                      <a:pt x="33690" y="104679"/>
                      <a:pt x="31689" y="106460"/>
                      <a:pt x="29694" y="108248"/>
                    </a:cubicBezTo>
                    <a:lnTo>
                      <a:pt x="29349" y="108428"/>
                    </a:lnTo>
                    <a:cubicBezTo>
                      <a:pt x="29002" y="108664"/>
                      <a:pt x="28607" y="108822"/>
                      <a:pt x="28193" y="108890"/>
                    </a:cubicBezTo>
                    <a:lnTo>
                      <a:pt x="5702" y="110177"/>
                    </a:lnTo>
                    <a:lnTo>
                      <a:pt x="3776" y="110177"/>
                    </a:lnTo>
                    <a:cubicBezTo>
                      <a:pt x="7141" y="107171"/>
                      <a:pt x="10533" y="104228"/>
                      <a:pt x="13929" y="101284"/>
                    </a:cubicBezTo>
                    <a:cubicBezTo>
                      <a:pt x="22833" y="93574"/>
                      <a:pt x="31685" y="85888"/>
                      <a:pt x="39758" y="77201"/>
                    </a:cubicBezTo>
                    <a:lnTo>
                      <a:pt x="36127" y="77201"/>
                    </a:lnTo>
                    <a:cubicBezTo>
                      <a:pt x="25895" y="77919"/>
                      <a:pt x="15657" y="78489"/>
                      <a:pt x="5412" y="78910"/>
                    </a:cubicBezTo>
                    <a:cubicBezTo>
                      <a:pt x="3859" y="78962"/>
                      <a:pt x="2306" y="79013"/>
                      <a:pt x="798" y="79131"/>
                    </a:cubicBezTo>
                    <a:cubicBezTo>
                      <a:pt x="156" y="79131"/>
                      <a:pt x="-48" y="78910"/>
                      <a:pt x="-48" y="78268"/>
                    </a:cubicBezTo>
                    <a:lnTo>
                      <a:pt x="-48" y="65398"/>
                    </a:lnTo>
                    <a:cubicBezTo>
                      <a:pt x="62" y="65280"/>
                      <a:pt x="133" y="65131"/>
                      <a:pt x="156" y="64970"/>
                    </a:cubicBezTo>
                    <a:cubicBezTo>
                      <a:pt x="1236" y="64857"/>
                      <a:pt x="2354" y="64805"/>
                      <a:pt x="3486" y="64753"/>
                    </a:cubicBezTo>
                    <a:cubicBezTo>
                      <a:pt x="4618" y="64701"/>
                      <a:pt x="5733" y="64653"/>
                      <a:pt x="6799" y="64536"/>
                    </a:cubicBezTo>
                    <a:cubicBezTo>
                      <a:pt x="10437" y="64332"/>
                      <a:pt x="14088" y="64163"/>
                      <a:pt x="17722" y="64008"/>
                    </a:cubicBezTo>
                    <a:cubicBezTo>
                      <a:pt x="21356" y="63852"/>
                      <a:pt x="25007" y="63687"/>
                      <a:pt x="28645" y="63469"/>
                    </a:cubicBezTo>
                    <a:cubicBezTo>
                      <a:pt x="35071" y="63045"/>
                      <a:pt x="41715" y="62606"/>
                      <a:pt x="48141" y="62403"/>
                    </a:cubicBezTo>
                    <a:cubicBezTo>
                      <a:pt x="49207" y="62403"/>
                      <a:pt x="49632" y="61965"/>
                      <a:pt x="50070" y="61116"/>
                    </a:cubicBezTo>
                    <a:cubicBezTo>
                      <a:pt x="51805" y="56184"/>
                      <a:pt x="53024" y="51086"/>
                      <a:pt x="53707" y="45903"/>
                    </a:cubicBezTo>
                    <a:cubicBezTo>
                      <a:pt x="54991" y="36481"/>
                      <a:pt x="55209" y="26842"/>
                      <a:pt x="55416" y="17206"/>
                    </a:cubicBezTo>
                    <a:cubicBezTo>
                      <a:pt x="55416" y="14739"/>
                      <a:pt x="55478" y="12233"/>
                      <a:pt x="55530" y="9714"/>
                    </a:cubicBezTo>
                    <a:cubicBezTo>
                      <a:pt x="55581" y="7194"/>
                      <a:pt x="55633" y="4675"/>
                      <a:pt x="55633" y="2208"/>
                    </a:cubicBezTo>
                    <a:cubicBezTo>
                      <a:pt x="55633" y="1141"/>
                      <a:pt x="56058" y="720"/>
                      <a:pt x="57138" y="720"/>
                    </a:cubicBezTo>
                    <a:lnTo>
                      <a:pt x="63664" y="396"/>
                    </a:lnTo>
                    <a:lnTo>
                      <a:pt x="70194" y="75"/>
                    </a:lnTo>
                    <a:cubicBezTo>
                      <a:pt x="70953" y="75"/>
                      <a:pt x="71326" y="75"/>
                      <a:pt x="71505" y="254"/>
                    </a:cubicBezTo>
                    <a:cubicBezTo>
                      <a:pt x="71685" y="434"/>
                      <a:pt x="71698" y="820"/>
                      <a:pt x="71698" y="1566"/>
                    </a:cubicBezTo>
                    <a:cubicBezTo>
                      <a:pt x="71477" y="11205"/>
                      <a:pt x="71274" y="20637"/>
                      <a:pt x="70836" y="30276"/>
                    </a:cubicBezTo>
                    <a:cubicBezTo>
                      <a:pt x="70411" y="39052"/>
                      <a:pt x="69769" y="47829"/>
                      <a:pt x="67623" y="56619"/>
                    </a:cubicBezTo>
                    <a:cubicBezTo>
                      <a:pt x="67198" y="58110"/>
                      <a:pt x="66774" y="59614"/>
                      <a:pt x="66339" y="61323"/>
                    </a:cubicBezTo>
                    <a:cubicBezTo>
                      <a:pt x="71736" y="61005"/>
                      <a:pt x="77156" y="60722"/>
                      <a:pt x="82597" y="60474"/>
                    </a:cubicBezTo>
                    <a:cubicBezTo>
                      <a:pt x="87995" y="60204"/>
                      <a:pt x="93417" y="59935"/>
                      <a:pt x="98876" y="59614"/>
                    </a:cubicBezTo>
                    <a:lnTo>
                      <a:pt x="98876" y="73764"/>
                    </a:lnTo>
                    <a:cubicBezTo>
                      <a:pt x="97592" y="73868"/>
                      <a:pt x="96309" y="73916"/>
                      <a:pt x="95025" y="73981"/>
                    </a:cubicBezTo>
                    <a:close/>
                    <a:moveTo>
                      <a:pt x="205542" y="67100"/>
                    </a:moveTo>
                    <a:cubicBezTo>
                      <a:pt x="205542" y="68177"/>
                      <a:pt x="205103" y="68384"/>
                      <a:pt x="204254" y="68384"/>
                    </a:cubicBezTo>
                    <a:cubicBezTo>
                      <a:pt x="198998" y="68601"/>
                      <a:pt x="193756" y="68874"/>
                      <a:pt x="188513" y="69143"/>
                    </a:cubicBezTo>
                    <a:cubicBezTo>
                      <a:pt x="183271" y="69412"/>
                      <a:pt x="178015" y="69668"/>
                      <a:pt x="172769" y="69888"/>
                    </a:cubicBezTo>
                    <a:cubicBezTo>
                      <a:pt x="171485" y="69888"/>
                      <a:pt x="170202" y="69940"/>
                      <a:pt x="168918" y="69988"/>
                    </a:cubicBezTo>
                    <a:cubicBezTo>
                      <a:pt x="167634" y="70037"/>
                      <a:pt x="166347" y="70106"/>
                      <a:pt x="165059" y="70106"/>
                    </a:cubicBezTo>
                    <a:cubicBezTo>
                      <a:pt x="163983" y="70106"/>
                      <a:pt x="163558" y="70530"/>
                      <a:pt x="163558" y="71597"/>
                    </a:cubicBezTo>
                    <a:lnTo>
                      <a:pt x="163558" y="100086"/>
                    </a:lnTo>
                    <a:cubicBezTo>
                      <a:pt x="163558" y="100949"/>
                      <a:pt x="163558" y="101373"/>
                      <a:pt x="163337" y="101591"/>
                    </a:cubicBezTo>
                    <a:cubicBezTo>
                      <a:pt x="163116" y="101808"/>
                      <a:pt x="162695" y="101794"/>
                      <a:pt x="161846" y="101794"/>
                    </a:cubicBezTo>
                    <a:lnTo>
                      <a:pt x="150281" y="102440"/>
                    </a:lnTo>
                    <a:lnTo>
                      <a:pt x="147275" y="102440"/>
                    </a:lnTo>
                    <a:lnTo>
                      <a:pt x="147275" y="71172"/>
                    </a:lnTo>
                    <a:cubicBezTo>
                      <a:pt x="140128" y="71517"/>
                      <a:pt x="133050" y="71894"/>
                      <a:pt x="125982" y="72277"/>
                    </a:cubicBezTo>
                    <a:cubicBezTo>
                      <a:pt x="119286" y="72639"/>
                      <a:pt x="112615" y="72998"/>
                      <a:pt x="105934" y="73312"/>
                    </a:cubicBezTo>
                    <a:cubicBezTo>
                      <a:pt x="105783" y="72978"/>
                      <a:pt x="105712" y="72612"/>
                      <a:pt x="105727" y="72246"/>
                    </a:cubicBezTo>
                    <a:lnTo>
                      <a:pt x="105727" y="60256"/>
                    </a:lnTo>
                    <a:cubicBezTo>
                      <a:pt x="105727" y="59393"/>
                      <a:pt x="106151" y="58969"/>
                      <a:pt x="107011" y="58969"/>
                    </a:cubicBezTo>
                    <a:cubicBezTo>
                      <a:pt x="109803" y="58869"/>
                      <a:pt x="112533" y="58714"/>
                      <a:pt x="115262" y="58548"/>
                    </a:cubicBezTo>
                    <a:cubicBezTo>
                      <a:pt x="117992" y="58382"/>
                      <a:pt x="120726" y="58227"/>
                      <a:pt x="123500" y="58110"/>
                    </a:cubicBezTo>
                    <a:cubicBezTo>
                      <a:pt x="126147" y="57982"/>
                      <a:pt x="128770" y="57827"/>
                      <a:pt x="131393" y="57685"/>
                    </a:cubicBezTo>
                    <a:lnTo>
                      <a:pt x="147269" y="56826"/>
                    </a:lnTo>
                    <a:lnTo>
                      <a:pt x="147269" y="50838"/>
                    </a:lnTo>
                    <a:cubicBezTo>
                      <a:pt x="147269" y="49889"/>
                      <a:pt x="147165" y="49457"/>
                      <a:pt x="147344" y="49247"/>
                    </a:cubicBezTo>
                    <a:cubicBezTo>
                      <a:pt x="147524" y="49036"/>
                      <a:pt x="147986" y="49016"/>
                      <a:pt x="149194" y="48902"/>
                    </a:cubicBezTo>
                    <a:lnTo>
                      <a:pt x="162046" y="48260"/>
                    </a:lnTo>
                    <a:cubicBezTo>
                      <a:pt x="162909" y="48143"/>
                      <a:pt x="163330" y="48091"/>
                      <a:pt x="163551" y="48284"/>
                    </a:cubicBezTo>
                    <a:cubicBezTo>
                      <a:pt x="163772" y="48477"/>
                      <a:pt x="163769" y="48902"/>
                      <a:pt x="163769" y="49751"/>
                    </a:cubicBezTo>
                    <a:lnTo>
                      <a:pt x="163769" y="55117"/>
                    </a:lnTo>
                    <a:cubicBezTo>
                      <a:pt x="163769" y="55977"/>
                      <a:pt x="163976" y="56184"/>
                      <a:pt x="164835" y="56184"/>
                    </a:cubicBezTo>
                    <a:cubicBezTo>
                      <a:pt x="167941" y="55977"/>
                      <a:pt x="171047" y="55821"/>
                      <a:pt x="174088" y="55670"/>
                    </a:cubicBezTo>
                    <a:cubicBezTo>
                      <a:pt x="177301" y="55500"/>
                      <a:pt x="180500" y="55324"/>
                      <a:pt x="183689" y="55117"/>
                    </a:cubicBezTo>
                    <a:cubicBezTo>
                      <a:pt x="186902" y="55117"/>
                      <a:pt x="190111" y="54897"/>
                      <a:pt x="193324" y="54693"/>
                    </a:cubicBezTo>
                    <a:lnTo>
                      <a:pt x="204247" y="54051"/>
                    </a:lnTo>
                    <a:cubicBezTo>
                      <a:pt x="205314" y="54051"/>
                      <a:pt x="205535" y="54472"/>
                      <a:pt x="205535" y="55335"/>
                    </a:cubicBezTo>
                    <a:close/>
                  </a:path>
                </a:pathLst>
              </a:custGeom>
              <a:solidFill>
                <a:srgbClr val="FFFFFF"/>
              </a:solidFill>
              <a:ln w="332" cap="flat">
                <a:noFill/>
                <a:prstDash val="solid"/>
                <a:miter/>
              </a:ln>
            </p:spPr>
            <p:txBody>
              <a:bodyPr rtlCol="0" anchor="ctr"/>
              <a:lstStyle/>
              <a:p>
                <a:endParaRPr lang="zh-CN" altLang="en-US"/>
              </a:p>
            </p:txBody>
          </p:sp>
        </p:grpSp>
      </p:grpSp>
      <p:grpSp>
        <p:nvGrpSpPr>
          <p:cNvPr id="37" name="组合 36">
            <a:extLst>
              <a:ext uri="{FF2B5EF4-FFF2-40B4-BE49-F238E27FC236}">
                <a16:creationId xmlns:a16="http://schemas.microsoft.com/office/drawing/2014/main" id="{90549284-4DD9-6296-179A-00214DB79B27}"/>
              </a:ext>
            </a:extLst>
          </p:cNvPr>
          <p:cNvGrpSpPr/>
          <p:nvPr/>
        </p:nvGrpSpPr>
        <p:grpSpPr>
          <a:xfrm>
            <a:off x="4495651" y="3254342"/>
            <a:ext cx="1368000" cy="1368000"/>
            <a:chOff x="5050952" y="3219662"/>
            <a:chExt cx="1509223" cy="1509222"/>
          </a:xfrm>
        </p:grpSpPr>
        <p:sp>
          <p:nvSpPr>
            <p:cNvPr id="34" name="矩形: 圆角 33">
              <a:extLst>
                <a:ext uri="{FF2B5EF4-FFF2-40B4-BE49-F238E27FC236}">
                  <a16:creationId xmlns:a16="http://schemas.microsoft.com/office/drawing/2014/main" id="{A9B35EC6-336E-6B9A-DD1B-7D97CC384B60}"/>
                </a:ext>
              </a:extLst>
            </p:cNvPr>
            <p:cNvSpPr/>
            <p:nvPr/>
          </p:nvSpPr>
          <p:spPr>
            <a:xfrm>
              <a:off x="5050952" y="3219662"/>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39D250B7-DD83-E1D2-4E5C-811B7244EDED}"/>
                </a:ext>
              </a:extLst>
            </p:cNvPr>
            <p:cNvGrpSpPr/>
            <p:nvPr/>
          </p:nvGrpSpPr>
          <p:grpSpPr>
            <a:xfrm>
              <a:off x="5114101" y="3284941"/>
              <a:ext cx="1389535" cy="1389536"/>
              <a:chOff x="5070027" y="3312010"/>
              <a:chExt cx="1389535" cy="1389536"/>
            </a:xfrm>
          </p:grpSpPr>
          <p:pic>
            <p:nvPicPr>
              <p:cNvPr id="1030" name="Picture 6">
                <a:extLst>
                  <a:ext uri="{FF2B5EF4-FFF2-40B4-BE49-F238E27FC236}">
                    <a16:creationId xmlns:a16="http://schemas.microsoft.com/office/drawing/2014/main" id="{C630B8D8-6416-B311-6D39-6261D48D7C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70027" y="3312010"/>
                <a:ext cx="1389535" cy="1389536"/>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组合 12">
                <a:extLst>
                  <a:ext uri="{FF2B5EF4-FFF2-40B4-BE49-F238E27FC236}">
                    <a16:creationId xmlns:a16="http://schemas.microsoft.com/office/drawing/2014/main" id="{1BD4347D-9C84-AB27-CAC2-E70960D955FD}"/>
                  </a:ext>
                </a:extLst>
              </p:cNvPr>
              <p:cNvGrpSpPr/>
              <p:nvPr/>
            </p:nvGrpSpPr>
            <p:grpSpPr>
              <a:xfrm>
                <a:off x="5617194" y="3859178"/>
                <a:ext cx="295200" cy="295200"/>
                <a:chOff x="5638852" y="3880835"/>
                <a:chExt cx="295200" cy="295200"/>
              </a:xfrm>
            </p:grpSpPr>
            <p:sp>
              <p:nvSpPr>
                <p:cNvPr id="53" name="任意多边形: 形状 52">
                  <a:extLst>
                    <a:ext uri="{FF2B5EF4-FFF2-40B4-BE49-F238E27FC236}">
                      <a16:creationId xmlns:a16="http://schemas.microsoft.com/office/drawing/2014/main" id="{C73A9DAE-4636-3402-9D80-82A247E0BB6F}"/>
                    </a:ext>
                  </a:extLst>
                </p:cNvPr>
                <p:cNvSpPr/>
                <p:nvPr/>
              </p:nvSpPr>
              <p:spPr>
                <a:xfrm>
                  <a:off x="5638852" y="3880835"/>
                  <a:ext cx="295200" cy="295200"/>
                </a:xfrm>
                <a:custGeom>
                  <a:avLst/>
                  <a:gdLst>
                    <a:gd name="connsiteX0" fmla="*/ 292103 w 1622810"/>
                    <a:gd name="connsiteY0" fmla="*/ 111 h 1622810"/>
                    <a:gd name="connsiteX1" fmla="*/ 1330686 w 1622810"/>
                    <a:gd name="connsiteY1" fmla="*/ 111 h 1622810"/>
                    <a:gd name="connsiteX2" fmla="*/ 1622799 w 1622810"/>
                    <a:gd name="connsiteY2" fmla="*/ 292205 h 1622810"/>
                    <a:gd name="connsiteX3" fmla="*/ 1622799 w 1622810"/>
                    <a:gd name="connsiteY3" fmla="*/ 1330808 h 1622810"/>
                    <a:gd name="connsiteX4" fmla="*/ 1330686 w 1622810"/>
                    <a:gd name="connsiteY4" fmla="*/ 1622921 h 1622810"/>
                    <a:gd name="connsiteX5" fmla="*/ 292103 w 1622810"/>
                    <a:gd name="connsiteY5" fmla="*/ 1622921 h 1622810"/>
                    <a:gd name="connsiteX6" fmla="*/ -11 w 1622810"/>
                    <a:gd name="connsiteY6" fmla="*/ 1330808 h 1622810"/>
                    <a:gd name="connsiteX7" fmla="*/ -11 w 1622810"/>
                    <a:gd name="connsiteY7" fmla="*/ 292205 h 1622810"/>
                    <a:gd name="connsiteX8" fmla="*/ 292103 w 1622810"/>
                    <a:gd name="connsiteY8" fmla="*/ 111 h 162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2810" h="1622810">
                      <a:moveTo>
                        <a:pt x="292103" y="111"/>
                      </a:moveTo>
                      <a:lnTo>
                        <a:pt x="1330686" y="111"/>
                      </a:lnTo>
                      <a:cubicBezTo>
                        <a:pt x="1525429" y="111"/>
                        <a:pt x="1622799" y="97476"/>
                        <a:pt x="1622799" y="292205"/>
                      </a:cubicBezTo>
                      <a:lnTo>
                        <a:pt x="1622799" y="1330808"/>
                      </a:lnTo>
                      <a:cubicBezTo>
                        <a:pt x="1622799" y="1525551"/>
                        <a:pt x="1525429" y="1622921"/>
                        <a:pt x="1330686" y="1622921"/>
                      </a:cubicBezTo>
                      <a:lnTo>
                        <a:pt x="292103" y="1622921"/>
                      </a:lnTo>
                      <a:cubicBezTo>
                        <a:pt x="97360" y="1622921"/>
                        <a:pt x="-11" y="1525551"/>
                        <a:pt x="-11" y="1330808"/>
                      </a:cubicBezTo>
                      <a:lnTo>
                        <a:pt x="-11" y="292205"/>
                      </a:lnTo>
                      <a:cubicBezTo>
                        <a:pt x="-11" y="97476"/>
                        <a:pt x="97360" y="111"/>
                        <a:pt x="292103" y="111"/>
                      </a:cubicBezTo>
                      <a:close/>
                    </a:path>
                  </a:pathLst>
                </a:custGeom>
                <a:solidFill>
                  <a:srgbClr val="111111"/>
                </a:solidFill>
                <a:ln w="12700" cap="flat">
                  <a:solidFill>
                    <a:srgbClr val="FFFFFF"/>
                  </a:solidFill>
                  <a:prstDash val="solid"/>
                  <a:miter/>
                </a:ln>
              </p:spPr>
              <p:txBody>
                <a:bodyPr rtlCol="0" anchor="ctr"/>
                <a:lstStyle/>
                <a:p>
                  <a:endParaRPr lang="zh-CN" altLang="en-US"/>
                </a:p>
              </p:txBody>
            </p:sp>
            <p:grpSp>
              <p:nvGrpSpPr>
                <p:cNvPr id="10" name="组合 9">
                  <a:extLst>
                    <a:ext uri="{FF2B5EF4-FFF2-40B4-BE49-F238E27FC236}">
                      <a16:creationId xmlns:a16="http://schemas.microsoft.com/office/drawing/2014/main" id="{E57A8968-DFBE-04AC-7EE6-E7B454498D74}"/>
                    </a:ext>
                  </a:extLst>
                </p:cNvPr>
                <p:cNvGrpSpPr/>
                <p:nvPr/>
              </p:nvGrpSpPr>
              <p:grpSpPr>
                <a:xfrm>
                  <a:off x="5705964" y="3927149"/>
                  <a:ext cx="160977" cy="202573"/>
                  <a:chOff x="5679421" y="3904200"/>
                  <a:chExt cx="160977" cy="202573"/>
                </a:xfrm>
              </p:grpSpPr>
              <p:sp>
                <p:nvSpPr>
                  <p:cNvPr id="54" name="任意多边形: 形状 53">
                    <a:extLst>
                      <a:ext uri="{FF2B5EF4-FFF2-40B4-BE49-F238E27FC236}">
                        <a16:creationId xmlns:a16="http://schemas.microsoft.com/office/drawing/2014/main" id="{2041520E-72A6-C128-C242-267D2AC8F1D0}"/>
                      </a:ext>
                    </a:extLst>
                  </p:cNvPr>
                  <p:cNvSpPr/>
                  <p:nvPr/>
                </p:nvSpPr>
                <p:spPr>
                  <a:xfrm>
                    <a:off x="5689100" y="3913883"/>
                    <a:ext cx="151298" cy="192890"/>
                  </a:xfrm>
                  <a:custGeom>
                    <a:avLst/>
                    <a:gdLst>
                      <a:gd name="connsiteX0" fmla="*/ -11 w 974755"/>
                      <a:gd name="connsiteY0" fmla="*/ 849927 h 1242721"/>
                      <a:gd name="connsiteX1" fmla="*/ 389804 w 974755"/>
                      <a:gd name="connsiteY1" fmla="*/ 460112 h 1242721"/>
                      <a:gd name="connsiteX2" fmla="*/ 389804 w 974755"/>
                      <a:gd name="connsiteY2" fmla="*/ 694005 h 1242721"/>
                      <a:gd name="connsiteX3" fmla="*/ 233882 w 974755"/>
                      <a:gd name="connsiteY3" fmla="*/ 849908 h 1242721"/>
                      <a:gd name="connsiteX4" fmla="*/ 366290 w 974755"/>
                      <a:gd name="connsiteY4" fmla="*/ 1008960 h 1242721"/>
                      <a:gd name="connsiteX5" fmla="*/ 514566 w 974755"/>
                      <a:gd name="connsiteY5" fmla="*/ 886615 h 1242721"/>
                      <a:gd name="connsiteX6" fmla="*/ 514566 w 974755"/>
                      <a:gd name="connsiteY6" fmla="*/ 111 h 1242721"/>
                      <a:gd name="connsiteX7" fmla="*/ 763792 w 974755"/>
                      <a:gd name="connsiteY7" fmla="*/ 111 h 1242721"/>
                      <a:gd name="connsiteX8" fmla="*/ 974745 w 974755"/>
                      <a:gd name="connsiteY8" fmla="*/ 210886 h 1242721"/>
                      <a:gd name="connsiteX9" fmla="*/ 974547 w 974755"/>
                      <a:gd name="connsiteY9" fmla="*/ 444344 h 1242721"/>
                      <a:gd name="connsiteX10" fmla="*/ 748518 w 974755"/>
                      <a:gd name="connsiteY10" fmla="*/ 382676 h 1242721"/>
                      <a:gd name="connsiteX11" fmla="*/ 748518 w 974755"/>
                      <a:gd name="connsiteY11" fmla="*/ 886615 h 1242721"/>
                      <a:gd name="connsiteX12" fmla="*/ 366369 w 974755"/>
                      <a:gd name="connsiteY12" fmla="*/ 1242833 h 1242721"/>
                      <a:gd name="connsiteX13" fmla="*/ 88 w 974755"/>
                      <a:gd name="connsiteY13" fmla="*/ 849927 h 124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721">
                        <a:moveTo>
                          <a:pt x="-11" y="849927"/>
                        </a:moveTo>
                        <a:cubicBezTo>
                          <a:pt x="227" y="634754"/>
                          <a:pt x="174612" y="460370"/>
                          <a:pt x="389804" y="460112"/>
                        </a:cubicBezTo>
                        <a:lnTo>
                          <a:pt x="389804" y="694005"/>
                        </a:lnTo>
                        <a:cubicBezTo>
                          <a:pt x="303735" y="694092"/>
                          <a:pt x="233981" y="763838"/>
                          <a:pt x="233882" y="849908"/>
                        </a:cubicBezTo>
                        <a:cubicBezTo>
                          <a:pt x="233882" y="926531"/>
                          <a:pt x="275324" y="1008960"/>
                          <a:pt x="366290" y="1008960"/>
                        </a:cubicBezTo>
                        <a:cubicBezTo>
                          <a:pt x="372352" y="1008960"/>
                          <a:pt x="514566" y="1007553"/>
                          <a:pt x="514566" y="886615"/>
                        </a:cubicBezTo>
                        <a:lnTo>
                          <a:pt x="514566" y="111"/>
                        </a:lnTo>
                        <a:lnTo>
                          <a:pt x="763792" y="111"/>
                        </a:lnTo>
                        <a:cubicBezTo>
                          <a:pt x="764053" y="116480"/>
                          <a:pt x="858377" y="210724"/>
                          <a:pt x="974745" y="210886"/>
                        </a:cubicBezTo>
                        <a:lnTo>
                          <a:pt x="974547" y="444344"/>
                        </a:lnTo>
                        <a:cubicBezTo>
                          <a:pt x="894967" y="444958"/>
                          <a:pt x="816759" y="423621"/>
                          <a:pt x="748518" y="382676"/>
                        </a:cubicBezTo>
                        <a:lnTo>
                          <a:pt x="748518" y="886615"/>
                        </a:lnTo>
                        <a:cubicBezTo>
                          <a:pt x="748518" y="1117992"/>
                          <a:pt x="551630" y="1242833"/>
                          <a:pt x="366369" y="1242833"/>
                        </a:cubicBezTo>
                        <a:cubicBezTo>
                          <a:pt x="157575" y="1242833"/>
                          <a:pt x="88" y="1073935"/>
                          <a:pt x="88" y="849927"/>
                        </a:cubicBezTo>
                        <a:close/>
                      </a:path>
                    </a:pathLst>
                  </a:custGeom>
                  <a:solidFill>
                    <a:srgbClr val="FF4040"/>
                  </a:solidFill>
                  <a:ln w="1977"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D276CF54-134A-E352-E39D-84B736282288}"/>
                      </a:ext>
                    </a:extLst>
                  </p:cNvPr>
                  <p:cNvSpPr/>
                  <p:nvPr/>
                </p:nvSpPr>
                <p:spPr>
                  <a:xfrm>
                    <a:off x="5679421" y="3904200"/>
                    <a:ext cx="151298" cy="192878"/>
                  </a:xfrm>
                  <a:custGeom>
                    <a:avLst/>
                    <a:gdLst>
                      <a:gd name="connsiteX0" fmla="*/ -11 w 974755"/>
                      <a:gd name="connsiteY0" fmla="*/ 849927 h 1242642"/>
                      <a:gd name="connsiteX1" fmla="*/ 389804 w 974755"/>
                      <a:gd name="connsiteY1" fmla="*/ 460112 h 1242642"/>
                      <a:gd name="connsiteX2" fmla="*/ 389804 w 974755"/>
                      <a:gd name="connsiteY2" fmla="*/ 694005 h 1242642"/>
                      <a:gd name="connsiteX3" fmla="*/ 233882 w 974755"/>
                      <a:gd name="connsiteY3" fmla="*/ 849927 h 1242642"/>
                      <a:gd name="connsiteX4" fmla="*/ 366290 w 974755"/>
                      <a:gd name="connsiteY4" fmla="*/ 1008960 h 1242642"/>
                      <a:gd name="connsiteX5" fmla="*/ 514546 w 974755"/>
                      <a:gd name="connsiteY5" fmla="*/ 886615 h 1242642"/>
                      <a:gd name="connsiteX6" fmla="*/ 514546 w 974755"/>
                      <a:gd name="connsiteY6" fmla="*/ 111 h 1242642"/>
                      <a:gd name="connsiteX7" fmla="*/ 763772 w 974755"/>
                      <a:gd name="connsiteY7" fmla="*/ 111 h 1242642"/>
                      <a:gd name="connsiteX8" fmla="*/ 974745 w 974755"/>
                      <a:gd name="connsiteY8" fmla="*/ 210886 h 1242642"/>
                      <a:gd name="connsiteX9" fmla="*/ 974547 w 974755"/>
                      <a:gd name="connsiteY9" fmla="*/ 444264 h 1242642"/>
                      <a:gd name="connsiteX10" fmla="*/ 748518 w 974755"/>
                      <a:gd name="connsiteY10" fmla="*/ 382597 h 1242642"/>
                      <a:gd name="connsiteX11" fmla="*/ 748518 w 974755"/>
                      <a:gd name="connsiteY11" fmla="*/ 886536 h 1242642"/>
                      <a:gd name="connsiteX12" fmla="*/ 366350 w 974755"/>
                      <a:gd name="connsiteY12" fmla="*/ 1242754 h 1242642"/>
                      <a:gd name="connsiteX13" fmla="*/ 88 w 974755"/>
                      <a:gd name="connsiteY13" fmla="*/ 849848 h 1242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642">
                        <a:moveTo>
                          <a:pt x="-11" y="849927"/>
                        </a:moveTo>
                        <a:cubicBezTo>
                          <a:pt x="227" y="634735"/>
                          <a:pt x="174671" y="460350"/>
                          <a:pt x="389804" y="460112"/>
                        </a:cubicBezTo>
                        <a:lnTo>
                          <a:pt x="389804" y="694005"/>
                        </a:lnTo>
                        <a:cubicBezTo>
                          <a:pt x="303731" y="694104"/>
                          <a:pt x="233981" y="763854"/>
                          <a:pt x="233882" y="849927"/>
                        </a:cubicBezTo>
                        <a:cubicBezTo>
                          <a:pt x="233882" y="926531"/>
                          <a:pt x="275324" y="1008960"/>
                          <a:pt x="366290" y="1008960"/>
                        </a:cubicBezTo>
                        <a:cubicBezTo>
                          <a:pt x="372352" y="1008960"/>
                          <a:pt x="514546" y="1007553"/>
                          <a:pt x="514546" y="886615"/>
                        </a:cubicBezTo>
                        <a:lnTo>
                          <a:pt x="514546" y="111"/>
                        </a:lnTo>
                        <a:lnTo>
                          <a:pt x="763772" y="111"/>
                        </a:lnTo>
                        <a:cubicBezTo>
                          <a:pt x="764067" y="116474"/>
                          <a:pt x="858381" y="210701"/>
                          <a:pt x="974745" y="210886"/>
                        </a:cubicBezTo>
                        <a:lnTo>
                          <a:pt x="974547" y="444264"/>
                        </a:lnTo>
                        <a:cubicBezTo>
                          <a:pt x="894967" y="444880"/>
                          <a:pt x="816759" y="423543"/>
                          <a:pt x="748518" y="382597"/>
                        </a:cubicBezTo>
                        <a:lnTo>
                          <a:pt x="748518" y="886536"/>
                        </a:lnTo>
                        <a:cubicBezTo>
                          <a:pt x="748518" y="1117913"/>
                          <a:pt x="551630" y="1242754"/>
                          <a:pt x="366350" y="1242754"/>
                        </a:cubicBezTo>
                        <a:cubicBezTo>
                          <a:pt x="157555" y="1242754"/>
                          <a:pt x="88" y="1073876"/>
                          <a:pt x="88" y="849848"/>
                        </a:cubicBezTo>
                        <a:close/>
                      </a:path>
                    </a:pathLst>
                  </a:custGeom>
                  <a:solidFill>
                    <a:srgbClr val="00F5FF"/>
                  </a:solidFill>
                  <a:ln w="1977"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3C463A80-E8A3-BD9B-AE33-8B53F77616D2}"/>
                      </a:ext>
                    </a:extLst>
                  </p:cNvPr>
                  <p:cNvSpPr/>
                  <p:nvPr/>
                </p:nvSpPr>
                <p:spPr>
                  <a:xfrm>
                    <a:off x="5688676" y="3913797"/>
                    <a:ext cx="142094" cy="183326"/>
                  </a:xfrm>
                  <a:custGeom>
                    <a:avLst/>
                    <a:gdLst>
                      <a:gd name="connsiteX0" fmla="*/ 330195 w 915463"/>
                      <a:gd name="connsiteY0" fmla="*/ 465362 h 1181103"/>
                      <a:gd name="connsiteX1" fmla="*/ 85961 w 915463"/>
                      <a:gd name="connsiteY1" fmla="*/ 1107196 h 1181103"/>
                      <a:gd name="connsiteX2" fmla="*/ 689285 w 915463"/>
                      <a:gd name="connsiteY2" fmla="*/ 834852 h 1181103"/>
                      <a:gd name="connsiteX3" fmla="*/ 689008 w 915463"/>
                      <a:gd name="connsiteY3" fmla="*/ 321147 h 1181103"/>
                      <a:gd name="connsiteX4" fmla="*/ 915453 w 915463"/>
                      <a:gd name="connsiteY4" fmla="*/ 382438 h 1181103"/>
                      <a:gd name="connsiteX5" fmla="*/ 915453 w 915463"/>
                      <a:gd name="connsiteY5" fmla="*/ 201714 h 1181103"/>
                      <a:gd name="connsiteX6" fmla="*/ 800081 w 915463"/>
                      <a:gd name="connsiteY6" fmla="*/ 114829 h 1181103"/>
                      <a:gd name="connsiteX7" fmla="*/ 713394 w 915463"/>
                      <a:gd name="connsiteY7" fmla="*/ 111 h 1181103"/>
                      <a:gd name="connsiteX8" fmla="*/ 517396 w 915463"/>
                      <a:gd name="connsiteY8" fmla="*/ 111 h 1181103"/>
                      <a:gd name="connsiteX9" fmla="*/ 517179 w 915463"/>
                      <a:gd name="connsiteY9" fmla="*/ 889725 h 1181103"/>
                      <a:gd name="connsiteX10" fmla="*/ 256998 w 915463"/>
                      <a:gd name="connsiteY10" fmla="*/ 937684 h 1181103"/>
                      <a:gd name="connsiteX11" fmla="*/ 330393 w 915463"/>
                      <a:gd name="connsiteY11" fmla="*/ 632496 h 118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5463" h="1181103">
                        <a:moveTo>
                          <a:pt x="330195" y="465362"/>
                        </a:moveTo>
                        <a:cubicBezTo>
                          <a:pt x="78493" y="497335"/>
                          <a:pt x="-120595" y="818252"/>
                          <a:pt x="85961" y="1107196"/>
                        </a:cubicBezTo>
                        <a:cubicBezTo>
                          <a:pt x="276768" y="1263257"/>
                          <a:pt x="678271" y="1172568"/>
                          <a:pt x="689285" y="834852"/>
                        </a:cubicBezTo>
                        <a:lnTo>
                          <a:pt x="689008" y="321147"/>
                        </a:lnTo>
                        <a:cubicBezTo>
                          <a:pt x="757649" y="361464"/>
                          <a:pt x="835847" y="382630"/>
                          <a:pt x="915453" y="382438"/>
                        </a:cubicBezTo>
                        <a:lnTo>
                          <a:pt x="915453" y="201714"/>
                        </a:lnTo>
                        <a:cubicBezTo>
                          <a:pt x="868656" y="185905"/>
                          <a:pt x="828201" y="155438"/>
                          <a:pt x="800081" y="114829"/>
                        </a:cubicBezTo>
                        <a:cubicBezTo>
                          <a:pt x="758837" y="87713"/>
                          <a:pt x="728217" y="47192"/>
                          <a:pt x="713394" y="111"/>
                        </a:cubicBezTo>
                        <a:lnTo>
                          <a:pt x="517396" y="111"/>
                        </a:lnTo>
                        <a:lnTo>
                          <a:pt x="517179" y="889725"/>
                        </a:lnTo>
                        <a:cubicBezTo>
                          <a:pt x="517000" y="1014090"/>
                          <a:pt x="309632" y="1058365"/>
                          <a:pt x="256998" y="937684"/>
                        </a:cubicBezTo>
                        <a:cubicBezTo>
                          <a:pt x="125145" y="874650"/>
                          <a:pt x="154958" y="635111"/>
                          <a:pt x="330393" y="632496"/>
                        </a:cubicBezTo>
                        <a:close/>
                      </a:path>
                    </a:pathLst>
                  </a:custGeom>
                  <a:solidFill>
                    <a:srgbClr val="FFFFFF"/>
                  </a:solidFill>
                  <a:ln w="1977" cap="flat">
                    <a:noFill/>
                    <a:prstDash val="solid"/>
                    <a:miter/>
                  </a:ln>
                </p:spPr>
                <p:txBody>
                  <a:bodyPr rtlCol="0" anchor="ctr"/>
                  <a:lstStyle/>
                  <a:p>
                    <a:endParaRPr lang="zh-CN" altLang="en-US"/>
                  </a:p>
                </p:txBody>
              </p:sp>
            </p:grpSp>
          </p:grpSp>
        </p:grpSp>
      </p:grpSp>
      <p:grpSp>
        <p:nvGrpSpPr>
          <p:cNvPr id="20" name="组合 19">
            <a:extLst>
              <a:ext uri="{FF2B5EF4-FFF2-40B4-BE49-F238E27FC236}">
                <a16:creationId xmlns:a16="http://schemas.microsoft.com/office/drawing/2014/main" id="{DD9EA821-F984-4669-EA0C-BE1806415DE3}"/>
              </a:ext>
            </a:extLst>
          </p:cNvPr>
          <p:cNvGrpSpPr/>
          <p:nvPr/>
        </p:nvGrpSpPr>
        <p:grpSpPr>
          <a:xfrm>
            <a:off x="639654" y="3254342"/>
            <a:ext cx="1368001" cy="1368000"/>
            <a:chOff x="645646" y="3254342"/>
            <a:chExt cx="1368001" cy="1368000"/>
          </a:xfrm>
        </p:grpSpPr>
        <p:sp>
          <p:nvSpPr>
            <p:cNvPr id="26" name="矩形: 圆角 25">
              <a:extLst>
                <a:ext uri="{FF2B5EF4-FFF2-40B4-BE49-F238E27FC236}">
                  <a16:creationId xmlns:a16="http://schemas.microsoft.com/office/drawing/2014/main" id="{E3A05637-B374-1042-609C-6B6857B12A76}"/>
                </a:ext>
              </a:extLst>
            </p:cNvPr>
            <p:cNvSpPr/>
            <p:nvPr/>
          </p:nvSpPr>
          <p:spPr>
            <a:xfrm>
              <a:off x="645646" y="3254342"/>
              <a:ext cx="1368001"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a:extLst>
                <a:ext uri="{FF2B5EF4-FFF2-40B4-BE49-F238E27FC236}">
                  <a16:creationId xmlns:a16="http://schemas.microsoft.com/office/drawing/2014/main" id="{E4162175-CEA8-54AC-1BF5-DCC85F38B8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2894" y="3313513"/>
              <a:ext cx="1259512" cy="1259512"/>
            </a:xfrm>
            <a:prstGeom prst="rect">
              <a:avLst/>
            </a:prstGeom>
            <a:noFill/>
            <a:extLst>
              <a:ext uri="{909E8E84-426E-40DD-AFC4-6F175D3DCCD1}">
                <a14:hiddenFill xmlns:a14="http://schemas.microsoft.com/office/drawing/2010/main">
                  <a:solidFill>
                    <a:srgbClr val="FFFFFF"/>
                  </a:solidFill>
                </a14:hiddenFill>
              </a:ext>
            </a:extLst>
          </p:spPr>
        </p:pic>
        <p:pic>
          <p:nvPicPr>
            <p:cNvPr id="63" name="图片 62" descr="图形用户界面, 应用程序&#10;&#10;描述已自动生成">
              <a:extLst>
                <a:ext uri="{FF2B5EF4-FFF2-40B4-BE49-F238E27FC236}">
                  <a16:creationId xmlns:a16="http://schemas.microsoft.com/office/drawing/2014/main" id="{949BD465-CFA4-24C1-D1DF-B9F42E85D6AA}"/>
                </a:ext>
              </a:extLst>
            </p:cNvPr>
            <p:cNvPicPr>
              <a:picLocks noChangeAspect="1"/>
            </p:cNvPicPr>
            <p:nvPr/>
          </p:nvPicPr>
          <p:blipFill rotWithShape="1">
            <a:blip r:embed="rId13">
              <a:extLst>
                <a:ext uri="{28A0092B-C50C-407E-A947-70E740481C1C}">
                  <a14:useLocalDpi xmlns:a14="http://schemas.microsoft.com/office/drawing/2010/main" val="0"/>
                </a:ext>
              </a:extLst>
            </a:blip>
            <a:srcRect l="32153" t="31600" r="31817" b="31457"/>
            <a:stretch/>
          </p:blipFill>
          <p:spPr>
            <a:xfrm>
              <a:off x="1198861" y="3806090"/>
              <a:ext cx="267577" cy="274357"/>
            </a:xfrm>
            <a:prstGeom prst="rect">
              <a:avLst/>
            </a:prstGeom>
            <a:solidFill>
              <a:srgbClr val="FFFFFF"/>
            </a:solidFill>
            <a:ln>
              <a:solidFill>
                <a:srgbClr val="FFFFFF"/>
              </a:solidFill>
            </a:ln>
          </p:spPr>
        </p:pic>
      </p:grpSp>
      <p:grpSp>
        <p:nvGrpSpPr>
          <p:cNvPr id="1027" name="组合 1026">
            <a:extLst>
              <a:ext uri="{FF2B5EF4-FFF2-40B4-BE49-F238E27FC236}">
                <a16:creationId xmlns:a16="http://schemas.microsoft.com/office/drawing/2014/main" id="{57655527-BA24-D53F-DE51-917C7CA056F9}"/>
              </a:ext>
            </a:extLst>
          </p:cNvPr>
          <p:cNvGrpSpPr/>
          <p:nvPr/>
        </p:nvGrpSpPr>
        <p:grpSpPr>
          <a:xfrm>
            <a:off x="8351646" y="3254342"/>
            <a:ext cx="1368001" cy="1368000"/>
            <a:chOff x="9361300" y="3213004"/>
            <a:chExt cx="1509223" cy="1509222"/>
          </a:xfrm>
        </p:grpSpPr>
        <p:sp>
          <p:nvSpPr>
            <p:cNvPr id="58" name="矩形: 圆角 57">
              <a:extLst>
                <a:ext uri="{FF2B5EF4-FFF2-40B4-BE49-F238E27FC236}">
                  <a16:creationId xmlns:a16="http://schemas.microsoft.com/office/drawing/2014/main" id="{73FE04D0-A350-450C-509C-104CBD24D54C}"/>
                </a:ext>
              </a:extLst>
            </p:cNvPr>
            <p:cNvSpPr/>
            <p:nvPr/>
          </p:nvSpPr>
          <p:spPr>
            <a:xfrm>
              <a:off x="9361300" y="3213004"/>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5" name="组合 1024">
              <a:extLst>
                <a:ext uri="{FF2B5EF4-FFF2-40B4-BE49-F238E27FC236}">
                  <a16:creationId xmlns:a16="http://schemas.microsoft.com/office/drawing/2014/main" id="{ABAAB98A-71B9-93DF-CF2A-9596C011D744}"/>
                </a:ext>
              </a:extLst>
            </p:cNvPr>
            <p:cNvGrpSpPr/>
            <p:nvPr/>
          </p:nvGrpSpPr>
          <p:grpSpPr>
            <a:xfrm>
              <a:off x="9450123" y="3310337"/>
              <a:ext cx="1331575" cy="1314557"/>
              <a:chOff x="9454554" y="3310337"/>
              <a:chExt cx="1331575" cy="1314557"/>
            </a:xfrm>
          </p:grpSpPr>
          <p:pic>
            <p:nvPicPr>
              <p:cNvPr id="135" name="图片 134" descr="QR 代码&#10;&#10;描述已自动生成">
                <a:extLst>
                  <a:ext uri="{FF2B5EF4-FFF2-40B4-BE49-F238E27FC236}">
                    <a16:creationId xmlns:a16="http://schemas.microsoft.com/office/drawing/2014/main" id="{36C3624D-62BD-8533-DE90-A3FC9D1E4D5D}"/>
                  </a:ext>
                </a:extLst>
              </p:cNvPr>
              <p:cNvPicPr>
                <a:picLocks noChangeAspect="1"/>
              </p:cNvPicPr>
              <p:nvPr/>
            </p:nvPicPr>
            <p:blipFill rotWithShape="1">
              <a:blip r:embed="rId14">
                <a:extLst>
                  <a:ext uri="{28A0092B-C50C-407E-A947-70E740481C1C}">
                    <a14:useLocalDpi xmlns:a14="http://schemas.microsoft.com/office/drawing/2010/main" val="0"/>
                  </a:ext>
                </a:extLst>
              </a:blip>
              <a:srcRect l="15848" t="26200" r="15159" b="19595"/>
              <a:stretch/>
            </p:blipFill>
            <p:spPr>
              <a:xfrm>
                <a:off x="9454554" y="3310337"/>
                <a:ext cx="1331575" cy="1314557"/>
              </a:xfrm>
              <a:prstGeom prst="rect">
                <a:avLst/>
              </a:prstGeom>
            </p:spPr>
          </p:pic>
          <p:grpSp>
            <p:nvGrpSpPr>
              <p:cNvPr id="143" name="组合 142">
                <a:extLst>
                  <a:ext uri="{FF2B5EF4-FFF2-40B4-BE49-F238E27FC236}">
                    <a16:creationId xmlns:a16="http://schemas.microsoft.com/office/drawing/2014/main" id="{ED82649F-D61F-61F9-8FA0-367AC89C1099}"/>
                  </a:ext>
                </a:extLst>
              </p:cNvPr>
              <p:cNvGrpSpPr/>
              <p:nvPr/>
            </p:nvGrpSpPr>
            <p:grpSpPr>
              <a:xfrm>
                <a:off x="9959600" y="3820016"/>
                <a:ext cx="321483" cy="295200"/>
                <a:chOff x="9736169" y="3796703"/>
                <a:chExt cx="319521" cy="273735"/>
              </a:xfrm>
            </p:grpSpPr>
            <p:sp>
              <p:nvSpPr>
                <p:cNvPr id="137" name="矩形: 圆角 136">
                  <a:extLst>
                    <a:ext uri="{FF2B5EF4-FFF2-40B4-BE49-F238E27FC236}">
                      <a16:creationId xmlns:a16="http://schemas.microsoft.com/office/drawing/2014/main" id="{2C785318-74EA-0CAC-83B4-B040FD311C3B}"/>
                    </a:ext>
                  </a:extLst>
                </p:cNvPr>
                <p:cNvSpPr/>
                <p:nvPr/>
              </p:nvSpPr>
              <p:spPr>
                <a:xfrm>
                  <a:off x="9736169" y="3796703"/>
                  <a:ext cx="319521" cy="273735"/>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图形 45">
                  <a:extLst>
                    <a:ext uri="{FF2B5EF4-FFF2-40B4-BE49-F238E27FC236}">
                      <a16:creationId xmlns:a16="http://schemas.microsoft.com/office/drawing/2014/main" id="{C27A176A-8F8D-527D-1B2F-0EAF88C2A520}"/>
                    </a:ext>
                  </a:extLst>
                </p:cNvPr>
                <p:cNvSpPr/>
                <p:nvPr/>
              </p:nvSpPr>
              <p:spPr>
                <a:xfrm>
                  <a:off x="9794219" y="3844061"/>
                  <a:ext cx="203420" cy="179017"/>
                </a:xfrm>
                <a:custGeom>
                  <a:avLst/>
                  <a:gdLst>
                    <a:gd name="connsiteX0" fmla="*/ 41698 w 348174"/>
                    <a:gd name="connsiteY0" fmla="*/ 7060 h 306405"/>
                    <a:gd name="connsiteX1" fmla="*/ 119653 w 348174"/>
                    <a:gd name="connsiteY1" fmla="*/ 85014 h 306405"/>
                    <a:gd name="connsiteX2" fmla="*/ 181448 w 348174"/>
                    <a:gd name="connsiteY2" fmla="*/ 188894 h 306405"/>
                    <a:gd name="connsiteX3" fmla="*/ 231169 w 348174"/>
                    <a:gd name="connsiteY3" fmla="*/ 265428 h 306405"/>
                    <a:gd name="connsiteX4" fmla="*/ 274496 w 348174"/>
                    <a:gd name="connsiteY4" fmla="*/ 305915 h 306405"/>
                    <a:gd name="connsiteX5" fmla="*/ 340731 w 348174"/>
                    <a:gd name="connsiteY5" fmla="*/ 154090 h 306405"/>
                    <a:gd name="connsiteX6" fmla="*/ 344993 w 348174"/>
                    <a:gd name="connsiteY6" fmla="*/ 124968 h 306405"/>
                    <a:gd name="connsiteX7" fmla="*/ 328123 w 348174"/>
                    <a:gd name="connsiteY7" fmla="*/ 667 h 306405"/>
                    <a:gd name="connsiteX8" fmla="*/ 292609 w 348174"/>
                    <a:gd name="connsiteY8" fmla="*/ 14696 h 306405"/>
                    <a:gd name="connsiteX9" fmla="*/ 148597 w 348174"/>
                    <a:gd name="connsiteY9" fmla="*/ 220680 h 306405"/>
                    <a:gd name="connsiteX10" fmla="*/ 69400 w 348174"/>
                    <a:gd name="connsiteY10" fmla="*/ 302896 h 306405"/>
                    <a:gd name="connsiteX11" fmla="*/ 21278 w 348174"/>
                    <a:gd name="connsiteY11" fmla="*/ 221213 h 306405"/>
                    <a:gd name="connsiteX12" fmla="*/ 857 w 348174"/>
                    <a:gd name="connsiteY12" fmla="*/ 56248 h 306405"/>
                    <a:gd name="connsiteX13" fmla="*/ 18614 w 348174"/>
                    <a:gd name="connsiteY13" fmla="*/ -43 h 306405"/>
                    <a:gd name="connsiteX14" fmla="*/ 41698 w 348174"/>
                    <a:gd name="connsiteY14" fmla="*/ 7060 h 306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8174" h="306405">
                      <a:moveTo>
                        <a:pt x="41698" y="7060"/>
                      </a:moveTo>
                      <a:cubicBezTo>
                        <a:pt x="71184" y="29292"/>
                        <a:pt x="97423" y="55520"/>
                        <a:pt x="119653" y="85014"/>
                      </a:cubicBezTo>
                      <a:cubicBezTo>
                        <a:pt x="142562" y="118220"/>
                        <a:pt x="163206" y="152918"/>
                        <a:pt x="181448" y="188894"/>
                      </a:cubicBezTo>
                      <a:cubicBezTo>
                        <a:pt x="195759" y="215814"/>
                        <a:pt x="212396" y="241420"/>
                        <a:pt x="231169" y="265428"/>
                      </a:cubicBezTo>
                      <a:cubicBezTo>
                        <a:pt x="252833" y="292774"/>
                        <a:pt x="263842" y="306447"/>
                        <a:pt x="274496" y="305915"/>
                      </a:cubicBezTo>
                      <a:cubicBezTo>
                        <a:pt x="313385" y="303606"/>
                        <a:pt x="337357" y="172025"/>
                        <a:pt x="340731" y="154090"/>
                      </a:cubicBezTo>
                      <a:cubicBezTo>
                        <a:pt x="343217" y="139884"/>
                        <a:pt x="344460" y="129940"/>
                        <a:pt x="344993" y="124968"/>
                      </a:cubicBezTo>
                      <a:cubicBezTo>
                        <a:pt x="346413" y="111473"/>
                        <a:pt x="357245" y="12209"/>
                        <a:pt x="328123" y="667"/>
                      </a:cubicBezTo>
                      <a:cubicBezTo>
                        <a:pt x="317469" y="-3594"/>
                        <a:pt x="304329" y="5284"/>
                        <a:pt x="292609" y="14696"/>
                      </a:cubicBezTo>
                      <a:cubicBezTo>
                        <a:pt x="227440" y="66369"/>
                        <a:pt x="205598" y="132249"/>
                        <a:pt x="148597" y="220680"/>
                      </a:cubicBezTo>
                      <a:cubicBezTo>
                        <a:pt x="96568" y="301120"/>
                        <a:pt x="78634" y="304317"/>
                        <a:pt x="69400" y="302896"/>
                      </a:cubicBezTo>
                      <a:cubicBezTo>
                        <a:pt x="48624" y="299877"/>
                        <a:pt x="38147" y="269512"/>
                        <a:pt x="21278" y="221213"/>
                      </a:cubicBezTo>
                      <a:cubicBezTo>
                        <a:pt x="4239" y="167976"/>
                        <a:pt x="-2686" y="112023"/>
                        <a:pt x="857" y="56248"/>
                      </a:cubicBezTo>
                      <a:cubicBezTo>
                        <a:pt x="2810" y="23396"/>
                        <a:pt x="7604" y="2976"/>
                        <a:pt x="18614" y="-43"/>
                      </a:cubicBezTo>
                      <a:cubicBezTo>
                        <a:pt x="27008" y="-1588"/>
                        <a:pt x="35627" y="1058"/>
                        <a:pt x="41698" y="7060"/>
                      </a:cubicBezTo>
                      <a:close/>
                    </a:path>
                  </a:pathLst>
                </a:custGeom>
                <a:noFill/>
                <a:ln w="15875" cap="flat">
                  <a:solidFill>
                    <a:srgbClr val="F4A470"/>
                  </a:solidFill>
                  <a:prstDash val="solid"/>
                  <a:miter/>
                </a:ln>
              </p:spPr>
              <p:txBody>
                <a:bodyPr rtlCol="0" anchor="ctr"/>
                <a:lstStyle/>
                <a:p>
                  <a:endParaRPr lang="zh-CN" altLang="en-US" dirty="0"/>
                </a:p>
              </p:txBody>
            </p:sp>
          </p:grpSp>
        </p:grpSp>
      </p:grpSp>
      <p:sp>
        <p:nvSpPr>
          <p:cNvPr id="142" name="矩形 190">
            <a:extLst>
              <a:ext uri="{FF2B5EF4-FFF2-40B4-BE49-F238E27FC236}">
                <a16:creationId xmlns:a16="http://schemas.microsoft.com/office/drawing/2014/main" id="{2E6569E9-320F-390C-3205-EF77B9DBC45D}"/>
              </a:ext>
            </a:extLst>
          </p:cNvPr>
          <p:cNvSpPr/>
          <p:nvPr/>
        </p:nvSpPr>
        <p:spPr>
          <a:xfrm>
            <a:off x="8405890"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微信视频号</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287316794"/>
      </p:ext>
    </p:extLst>
  </p:cSld>
  <p:clrMapOvr>
    <a:masterClrMapping/>
  </p:clrMapOvr>
</p:sld>
</file>

<file path=ppt/slides/slide13.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BE95CA9-458F-B3CC-8303-14563A213154}"/>
              </a:ext>
            </a:extLst>
          </p:cNvPr>
          <p:cNvGrpSpPr/>
          <p:nvPr/>
        </p:nvGrpSpPr>
        <p:grpSpPr>
          <a:xfrm>
            <a:off x="5252647" y="0"/>
            <a:ext cx="6939359" cy="6858000"/>
            <a:chOff x="5252643" y="0"/>
            <a:chExt cx="6939358" cy="6858000"/>
          </a:xfrm>
          <a:solidFill>
            <a:schemeClr val="tx2">
              <a:alpha val="20000"/>
            </a:schemeClr>
          </a:solidFill>
        </p:grpSpPr>
        <p:sp>
          <p:nvSpPr>
            <p:cNvPr id="11" name="任意多边形: 形状 10">
              <a:extLst>
                <a:ext uri="{FF2B5EF4-FFF2-40B4-BE49-F238E27FC236}">
                  <a16:creationId xmlns:a16="http://schemas.microsoft.com/office/drawing/2014/main" id="{30DFF5BB-C0F5-38FE-12DA-6B156C73D714}"/>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2" name="任意多边形: 形状 11">
              <a:extLst>
                <a:ext uri="{FF2B5EF4-FFF2-40B4-BE49-F238E27FC236}">
                  <a16:creationId xmlns:a16="http://schemas.microsoft.com/office/drawing/2014/main" id="{C36B23CC-44CF-5A26-16A4-B517D7647186}"/>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3" name="任意多边形: 形状 12">
              <a:extLst>
                <a:ext uri="{FF2B5EF4-FFF2-40B4-BE49-F238E27FC236}">
                  <a16:creationId xmlns:a16="http://schemas.microsoft.com/office/drawing/2014/main" id="{D6312AB6-0552-36C2-2C80-B5E3E6F86949}"/>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2" name="矩形 189">
            <a:extLst>
              <a:ext uri="{FF2B5EF4-FFF2-40B4-BE49-F238E27FC236}">
                <a16:creationId xmlns:a16="http://schemas.microsoft.com/office/drawing/2014/main" id="{1DF5F10D-FA28-EF46-5024-681143D90CB4}"/>
              </a:ext>
            </a:extLst>
          </p:cNvPr>
          <p:cNvSpPr/>
          <p:nvPr/>
        </p:nvSpPr>
        <p:spPr>
          <a:xfrm>
            <a:off x="660400" y="4310626"/>
            <a:ext cx="2620128" cy="335156"/>
          </a:xfrm>
          <a:prstGeom prst="rect">
            <a:avLst/>
          </a:prstGeom>
          <a:noFill/>
          <a:ln>
            <a:noFill/>
          </a:ln>
        </p:spPr>
        <p:txBody>
          <a:bodyPr wrap="square" anchor="ctr">
            <a:spAutoFit/>
          </a:bodyPr>
          <a:lstStyle/>
          <a:p>
            <a:pPr defTabSz="914332">
              <a:lnSpc>
                <a:spcPct val="150000"/>
              </a:lnSpc>
              <a:defRPr/>
            </a:pPr>
            <a:r>
              <a:rPr lang="en-US" altLang="zh-CN" sz="12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2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 name="组合 3">
            <a:extLst>
              <a:ext uri="{FF2B5EF4-FFF2-40B4-BE49-F238E27FC236}">
                <a16:creationId xmlns:a16="http://schemas.microsoft.com/office/drawing/2014/main" id="{589332AF-9241-F3C4-8C4F-05F9BE664A9B}"/>
              </a:ext>
            </a:extLst>
          </p:cNvPr>
          <p:cNvGrpSpPr/>
          <p:nvPr/>
        </p:nvGrpSpPr>
        <p:grpSpPr>
          <a:xfrm>
            <a:off x="3550920" y="1208291"/>
            <a:ext cx="7967981" cy="5027408"/>
            <a:chOff x="3898800" y="2171140"/>
            <a:chExt cx="7619676" cy="4778460"/>
          </a:xfrm>
        </p:grpSpPr>
        <p:sp>
          <p:nvSpPr>
            <p:cNvPr id="5" name="矩形 4">
              <a:extLst>
                <a:ext uri="{FF2B5EF4-FFF2-40B4-BE49-F238E27FC236}">
                  <a16:creationId xmlns:a16="http://schemas.microsoft.com/office/drawing/2014/main" id="{D13BBE83-7819-57D2-1F1E-8270C438199B}"/>
                </a:ext>
              </a:extLst>
            </p:cNvPr>
            <p:cNvSpPr/>
            <p:nvPr/>
          </p:nvSpPr>
          <p:spPr>
            <a:xfrm>
              <a:off x="3898800" y="2482990"/>
              <a:ext cx="7619676" cy="2025830"/>
            </a:xfrm>
            <a:prstGeom prst="rect">
              <a:avLst/>
            </a:prstGeom>
            <a:ln w="3175">
              <a:noFill/>
            </a:ln>
          </p:spPr>
          <p:txBody>
            <a:bodyPr wrap="square">
              <a:noAutofit/>
            </a:bodyPr>
            <a:lstStyle/>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文件由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提供</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尊重知识产权并注重保护用户及原始权利人享有的各项合法权利。</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郑重提醒您：</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文件中提供的任何信息内容（包括但不限于设计、版式、图形、图标、字体等元素）的所有权、知识产权或其他合法权利归其原始权利人或权利受让人所有，您免费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付费获得的是信息内容的使用权，您应用于非商业用途。您的使用行为应当遵循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官方网站（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zh-CN" altLang="en-US" sz="700" dirty="0">
                  <a:latin typeface="Arial" panose="020B0604020202020204" pitchFamily="34" charset="0"/>
                  <a:ea typeface="微软雅黑" panose="020B0503020204020204" pitchFamily="34" charset="-122"/>
                  <a:sym typeface="Arial" panose="020B0604020202020204" pitchFamily="34" charset="0"/>
                </a:rPr>
                <a:t>）的“版权声明”、“用户协议”“会员协议”等条款的约束。</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a:t>
              </a:r>
              <a:r>
                <a:rPr lang="zh-CN" altLang="en-US" sz="800" b="1" dirty="0">
                  <a:latin typeface="Arial" panose="020B0604020202020204" pitchFamily="34" charset="0"/>
                  <a:ea typeface="微软雅黑" panose="020B0503020204020204" pitchFamily="34" charset="-122"/>
                  <a:sym typeface="Arial" panose="020B0604020202020204" pitchFamily="34" charset="0"/>
                </a:rPr>
                <a:t>郑重提醒您：</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您不可对免费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付费获得而使用的</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文件主张所有权或知识产权。</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您不可将信息内容的全部或部分用于出售、出租、出借、发布等方式供他人使用。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您对</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文件自行添加或修改的原创内容，其相关权利归您所有，但您不得主张关于本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文件本身的权利，亦不得将创作的衍生文件进行出售、出租、出借、发布等方式供他人使用。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您不可在接入互联网或移动互联网的任何网站、平台、应用或程序上以任何方式为他人提供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工具 </a:t>
              </a:r>
              <a:r>
                <a:rPr lang="en-US" altLang="zh-CN" sz="700" dirty="0">
                  <a:latin typeface="Arial" panose="020B0604020202020204" pitchFamily="34" charset="0"/>
                  <a:ea typeface="微软雅黑" panose="020B0503020204020204" pitchFamily="34" charset="-122"/>
                  <a:sym typeface="Arial" panose="020B0604020202020204" pitchFamily="34" charset="0"/>
                </a:rPr>
                <a:t>/ </a:t>
              </a:r>
              <a:r>
                <a:rPr lang="zh-CN" altLang="en-US" sz="700" dirty="0">
                  <a:latin typeface="Arial" panose="020B0604020202020204" pitchFamily="34" charset="0"/>
                  <a:ea typeface="微软雅黑" panose="020B0503020204020204" pitchFamily="34" charset="-122"/>
                  <a:sym typeface="Arial" panose="020B0604020202020204" pitchFamily="34" charset="0"/>
                </a:rPr>
                <a:t>平台中的资源内容下载。</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您违反本提示或相关协议或违反相关法律法规所引发的任何纠纷、索赔、损失或法律责任，均由您自行承担。如因此给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或任何原始权利人、权利受让人造成损失的，您应承担相应赔偿责任。</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p:txBody>
        </p:sp>
        <p:sp>
          <p:nvSpPr>
            <p:cNvPr id="6" name="矩形 5">
              <a:extLst>
                <a:ext uri="{FF2B5EF4-FFF2-40B4-BE49-F238E27FC236}">
                  <a16:creationId xmlns:a16="http://schemas.microsoft.com/office/drawing/2014/main" id="{53F3BAB7-D034-9082-BA74-8DBA71D54D3C}"/>
                </a:ext>
              </a:extLst>
            </p:cNvPr>
            <p:cNvSpPr/>
            <p:nvPr/>
          </p:nvSpPr>
          <p:spPr>
            <a:xfrm>
              <a:off x="3898800" y="2171140"/>
              <a:ext cx="7619676" cy="292536"/>
            </a:xfrm>
            <a:prstGeom prst="rect">
              <a:avLst/>
            </a:prstGeom>
          </p:spPr>
          <p:txBody>
            <a:bodyPr wrap="none">
              <a:spAutoFit/>
            </a:bodyPr>
            <a:lstStyle/>
            <a:p>
              <a:r>
                <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重要提示 </a:t>
              </a:r>
              <a:r>
                <a:rPr lang="en-US" altLang="zh-CN"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IMPORTANT NOTE:</a:t>
              </a:r>
              <a:endPar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矩形 18">
              <a:extLst>
                <a:ext uri="{FF2B5EF4-FFF2-40B4-BE49-F238E27FC236}">
                  <a16:creationId xmlns:a16="http://schemas.microsoft.com/office/drawing/2014/main" id="{69A3C81C-6B0E-8F93-0B84-1AC3A5076E59}"/>
                </a:ext>
              </a:extLst>
            </p:cNvPr>
            <p:cNvSpPr/>
            <p:nvPr/>
          </p:nvSpPr>
          <p:spPr>
            <a:xfrm>
              <a:off x="3898800" y="4581837"/>
              <a:ext cx="7619676" cy="2367763"/>
            </a:xfrm>
            <a:prstGeom prst="rect">
              <a:avLst/>
            </a:prstGeom>
            <a:ln w="3175">
              <a:noFill/>
            </a:ln>
          </p:spPr>
          <p:txBody>
            <a:bodyPr wrap="square">
              <a:noAutofit/>
            </a:bodyPr>
            <a:lstStyle/>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IMPORTANT NOTE</a:t>
              </a:r>
              <a:r>
                <a:rPr lang="zh-CN" altLang="en-US" sz="800" b="1" dirty="0">
                  <a:latin typeface="Arial" panose="020B0604020202020204" pitchFamily="34" charset="0"/>
                  <a:ea typeface="微软雅黑" panose="020B0503020204020204" pitchFamily="34" charset="-122"/>
                  <a:sym typeface="Arial" panose="020B0604020202020204" pitchFamily="34" charset="0"/>
                </a:rPr>
                <a:t>：</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700" dirty="0">
                  <a:latin typeface="Arial" panose="020B0604020202020204" pitchFamily="34" charset="0"/>
                  <a:ea typeface="微软雅黑" panose="020B0503020204020204" pitchFamily="34" charset="-122"/>
                  <a:sym typeface="Arial" panose="020B0604020202020204" pitchFamily="34" charset="0"/>
                </a:rPr>
                <a:t>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is provided by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iSlide.iSlide</a:t>
              </a:r>
              <a:r>
                <a:rPr lang="en-US" altLang="zh-CN" sz="700" dirty="0">
                  <a:latin typeface="Arial" panose="020B0604020202020204" pitchFamily="34" charset="0"/>
                  <a:ea typeface="微软雅黑" panose="020B0503020204020204" pitchFamily="34" charset="-122"/>
                  <a:sym typeface="Arial" panose="020B0604020202020204" pitchFamily="34" charset="0"/>
                </a:rPr>
                <a:t> respects intellectual property rights and is committed to protecting the lawful rights and interests of users and original rights </a:t>
              </a:r>
              <a:r>
                <a:rPr lang="en-US" altLang="zh-CN" sz="700" dirty="0" err="1">
                  <a:latin typeface="Arial" panose="020B0604020202020204" pitchFamily="34" charset="0"/>
                  <a:ea typeface="微软雅黑" panose="020B0503020204020204" pitchFamily="34" charset="-122"/>
                  <a:sym typeface="Arial" panose="020B0604020202020204" pitchFamily="34" charset="0"/>
                </a:rPr>
                <a:t>holders.All</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contained 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 including but not limited to design, layout, graphics, icons, fonts, and other elements — is the property of the original rights holders or their assignees. By obtaining this file (whether for free or via purchase), you are granted the right to use the content, solely for non-commercial purposes. Your use of this file is subject to the terms outlined 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official website statements, including the Copyright Notice, User Agreement, and Membership Agreement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en-US" altLang="zh-CN" sz="700" dirty="0">
                  <a:latin typeface="Arial" panose="020B0604020202020204" pitchFamily="34" charset="0"/>
                  <a:ea typeface="微软雅黑" panose="020B0503020204020204" pitchFamily="34" charset="-122"/>
                  <a:sym typeface="Arial" panose="020B0604020202020204" pitchFamily="34" charset="0"/>
                </a:rPr>
                <a:t>).</a:t>
              </a: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hereby reminds you:</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claim ownership or intellectual property rights over any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acquired (free or paid) from iSlide.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sell, rent, lend, or distribute this file, in whole or in part, to any third party.</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original content you add or modify within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belongs to you. However, you may not claim rights over the base file itself or commercially distribute any derivative works created from it.</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provide access to download or obtain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resources on any internet or mobile platform, application, or website.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disputes, claims, losses, or legal liabilities arising from violation of this notice, relevant agreements, or applicable laws and regulations shall be solely borne by you. If your actions result in losses to iSlide or any original rights holder or assignee, you shall be held liable for corresponding compensation.</a:t>
              </a:r>
            </a:p>
          </p:txBody>
        </p:sp>
      </p:grpSp>
      <p:pic>
        <p:nvPicPr>
          <p:cNvPr id="7" name="图片 6">
            <a:extLst>
              <a:ext uri="{FF2B5EF4-FFF2-40B4-BE49-F238E27FC236}">
                <a16:creationId xmlns:a16="http://schemas.microsoft.com/office/drawing/2014/main" id="{42107D6E-414B-6410-6F6E-BC9A105C44C9}"/>
              </a:ext>
            </a:extLst>
          </p:cNvPr>
          <p:cNvPicPr>
            <a:picLocks/>
          </p:cNvPicPr>
          <p:nvPr/>
        </p:nvPicPr>
        <p:blipFill>
          <a:blip r:embed="rId5">
            <a:extLst>
              <a:ext uri="{28A0092B-C50C-407E-A947-70E740481C1C}">
                <a14:useLocalDpi xmlns:a14="http://schemas.microsoft.com/office/drawing/2010/main" val="0"/>
              </a:ext>
            </a:extLst>
          </a:blip>
          <a:srcRect/>
          <a:stretch/>
        </p:blipFill>
        <p:spPr>
          <a:xfrm>
            <a:off x="660400" y="5031395"/>
            <a:ext cx="1048192" cy="1048192"/>
          </a:xfrm>
          <a:prstGeom prst="rect">
            <a:avLst/>
          </a:prstGeom>
        </p:spPr>
      </p:pic>
      <p:grpSp>
        <p:nvGrpSpPr>
          <p:cNvPr id="20" name="组合 19">
            <a:extLst>
              <a:ext uri="{FF2B5EF4-FFF2-40B4-BE49-F238E27FC236}">
                <a16:creationId xmlns:a16="http://schemas.microsoft.com/office/drawing/2014/main" id="{1D5D3C75-2090-058E-6C6D-78603FF65CFD}"/>
              </a:ext>
            </a:extLst>
          </p:cNvPr>
          <p:cNvGrpSpPr/>
          <p:nvPr/>
        </p:nvGrpSpPr>
        <p:grpSpPr>
          <a:xfrm>
            <a:off x="660400" y="2513431"/>
            <a:ext cx="2620129" cy="1615994"/>
            <a:chOff x="660400" y="2513431"/>
            <a:chExt cx="2620129" cy="1615994"/>
          </a:xfrm>
        </p:grpSpPr>
        <p:sp>
          <p:nvSpPr>
            <p:cNvPr id="3" name="矩形 190">
              <a:extLst>
                <a:ext uri="{FF2B5EF4-FFF2-40B4-BE49-F238E27FC236}">
                  <a16:creationId xmlns:a16="http://schemas.microsoft.com/office/drawing/2014/main" id="{8BD58EB1-E9DD-1914-42DA-A386E06FC943}"/>
                </a:ext>
              </a:extLst>
            </p:cNvPr>
            <p:cNvSpPr>
              <a:spLocks/>
            </p:cNvSpPr>
            <p:nvPr/>
          </p:nvSpPr>
          <p:spPr>
            <a:xfrm>
              <a:off x="660400" y="2513431"/>
              <a:ext cx="2620129" cy="244169"/>
            </a:xfrm>
            <a:prstGeom prst="rect">
              <a:avLst/>
            </a:prstGeom>
            <a:noFill/>
            <a:ln>
              <a:noFill/>
            </a:ln>
          </p:spPr>
          <p:txBody>
            <a:bodyPr wrap="square" anchor="t">
              <a:normAutofit/>
            </a:bodyPr>
            <a:lstStyle/>
            <a:p>
              <a:pPr defTabSz="914332">
                <a:lnSpc>
                  <a:spcPct val="120000"/>
                </a:lnSpc>
                <a:defRPr/>
              </a:pPr>
              <a:r>
                <a:rPr lang="zh-CN" altLang="en-US" sz="900" dirty="0">
                  <a:latin typeface="Arial" panose="020B0604020202020204" pitchFamily="34" charset="0"/>
                  <a:ea typeface="微软雅黑" panose="020B0503020204020204" pitchFamily="34" charset="-122"/>
                  <a:sym typeface="Arial" panose="020B0604020202020204" pitchFamily="34" charset="0"/>
                </a:rPr>
                <a:t>海量</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r>
                <a:rPr lang="zh-CN" altLang="en-US" sz="900" dirty="0">
                  <a:latin typeface="Arial" panose="020B0604020202020204" pitchFamily="34" charset="0"/>
                  <a:ea typeface="微软雅黑" panose="020B0503020204020204" pitchFamily="34" charset="-122"/>
                  <a:sym typeface="Arial" panose="020B0604020202020204" pitchFamily="34" charset="0"/>
                </a:rPr>
                <a:t>资源 </a:t>
              </a:r>
              <a:r>
                <a:rPr lang="en-US" altLang="zh-CN" sz="900" dirty="0">
                  <a:latin typeface="Arial" panose="020B0604020202020204" pitchFamily="34" charset="0"/>
                  <a:ea typeface="微软雅黑" panose="020B0503020204020204" pitchFamily="34" charset="-122"/>
                  <a:sym typeface="Arial" panose="020B0604020202020204" pitchFamily="34" charset="0"/>
                </a:rPr>
                <a:t>+ </a:t>
              </a:r>
              <a:r>
                <a:rPr lang="zh-CN" altLang="en-US" sz="900" dirty="0">
                  <a:latin typeface="Arial" panose="020B0604020202020204" pitchFamily="34" charset="0"/>
                  <a:ea typeface="微软雅黑" panose="020B0503020204020204" pitchFamily="34" charset="-122"/>
                  <a:sym typeface="Arial" panose="020B0604020202020204" pitchFamily="34" charset="0"/>
                </a:rPr>
                <a:t>一键优化排版 </a:t>
              </a:r>
              <a:r>
                <a:rPr lang="en-US" altLang="zh-CN" sz="900" dirty="0">
                  <a:latin typeface="Arial" panose="020B0604020202020204" pitchFamily="34" charset="0"/>
                  <a:ea typeface="微软雅黑" panose="020B0503020204020204" pitchFamily="34" charset="-122"/>
                  <a:sym typeface="Arial" panose="020B0604020202020204" pitchFamily="34" charset="0"/>
                </a:rPr>
                <a:t>+ AI</a:t>
              </a:r>
              <a:r>
                <a:rPr lang="zh-CN" altLang="en-US" sz="900" dirty="0">
                  <a:latin typeface="Arial" panose="020B0604020202020204" pitchFamily="34" charset="0"/>
                  <a:ea typeface="微软雅黑" panose="020B0503020204020204" pitchFamily="34" charset="-122"/>
                  <a:sym typeface="Arial" panose="020B0604020202020204" pitchFamily="34" charset="0"/>
                </a:rPr>
                <a:t>智能生成</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p>
          </p:txBody>
        </p:sp>
        <p:sp>
          <p:nvSpPr>
            <p:cNvPr id="8" name="矩形 190">
              <a:extLst>
                <a:ext uri="{FF2B5EF4-FFF2-40B4-BE49-F238E27FC236}">
                  <a16:creationId xmlns:a16="http://schemas.microsoft.com/office/drawing/2014/main" id="{6307B696-98F5-3DE8-A9C9-EB3731B4DF01}"/>
                </a:ext>
              </a:extLst>
            </p:cNvPr>
            <p:cNvSpPr>
              <a:spLocks/>
            </p:cNvSpPr>
            <p:nvPr/>
          </p:nvSpPr>
          <p:spPr>
            <a:xfrm>
              <a:off x="660400" y="2807122"/>
              <a:ext cx="2620129" cy="294824"/>
            </a:xfrm>
            <a:prstGeom prst="rect">
              <a:avLst/>
            </a:prstGeom>
            <a:noFill/>
            <a:ln>
              <a:noFill/>
            </a:ln>
          </p:spPr>
          <p:txBody>
            <a:bodyPr wrap="square" anchor="t">
              <a:spAutoFit/>
            </a:bodyPr>
            <a:lstStyle/>
            <a:p>
              <a:pPr defTabSz="914332">
                <a:lnSpc>
                  <a:spcPct val="120000"/>
                </a:lnSpc>
                <a:defRPr/>
              </a:pPr>
              <a:r>
                <a:rPr lang="en-US" altLang="zh-CN" sz="1200" b="1"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b="1" dirty="0">
                  <a:latin typeface="Arial" panose="020B0604020202020204" pitchFamily="34" charset="0"/>
                  <a:ea typeface="微软雅黑" panose="020B0503020204020204" pitchFamily="34" charset="-122"/>
                  <a:sym typeface="Arial" panose="020B0604020202020204" pitchFamily="34" charset="0"/>
                </a:rPr>
                <a:t>，让 </a:t>
              </a:r>
              <a:r>
                <a:rPr lang="en-US" altLang="zh-CN" sz="1200" b="1" dirty="0">
                  <a:latin typeface="Arial" panose="020B0604020202020204" pitchFamily="34" charset="0"/>
                  <a:ea typeface="微软雅黑" panose="020B0503020204020204" pitchFamily="34" charset="-122"/>
                  <a:sym typeface="Arial" panose="020B0604020202020204" pitchFamily="34" charset="0"/>
                </a:rPr>
                <a:t>PPT </a:t>
              </a:r>
              <a:r>
                <a:rPr lang="zh-CN" altLang="en-US" sz="1200" b="1" dirty="0">
                  <a:latin typeface="Arial" panose="020B0604020202020204" pitchFamily="34" charset="0"/>
                  <a:ea typeface="微软雅黑" panose="020B0503020204020204" pitchFamily="34" charset="-122"/>
                  <a:sym typeface="Arial" panose="020B0604020202020204" pitchFamily="34" charset="0"/>
                </a:rPr>
                <a:t>设计简单起来！</a:t>
              </a:r>
              <a:endParaRPr lang="en-US" altLang="zh-CN" sz="900" b="1"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extLst>
                <a:ext uri="{FF2B5EF4-FFF2-40B4-BE49-F238E27FC236}">
                  <a16:creationId xmlns:a16="http://schemas.microsoft.com/office/drawing/2014/main" id="{20B32F7E-7C3A-5D94-853E-297AB8D2E0F4}"/>
                </a:ext>
              </a:extLst>
            </p:cNvPr>
            <p:cNvSpPr>
              <a:spLocks/>
            </p:cNvSpPr>
            <p:nvPr/>
          </p:nvSpPr>
          <p:spPr>
            <a:xfrm>
              <a:off x="660400" y="3206095"/>
              <a:ext cx="2620128" cy="923330"/>
            </a:xfrm>
            <a:prstGeom prst="rect">
              <a:avLst/>
            </a:prstGeom>
            <a:noFill/>
            <a:ln>
              <a:noFill/>
            </a:ln>
          </p:spPr>
          <p:txBody>
            <a:bodyPr wrap="square" anchor="t">
              <a:spAutoFit/>
            </a:bodyPr>
            <a:lstStyle/>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Access thousands of presentation resources + one-click layout optimization + AI-powered slide generation.</a:t>
              </a:r>
            </a:p>
            <a:p>
              <a:pPr defTabSz="914332">
                <a:defRPr/>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With iSlide, creating beautiful presentations has never been easier!</a:t>
              </a:r>
              <a:endParaRPr lang="zh-CN" altLang="en-US" sz="9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4" name="组合 13">
            <a:extLst>
              <a:ext uri="{FF2B5EF4-FFF2-40B4-BE49-F238E27FC236}">
                <a16:creationId xmlns:a16="http://schemas.microsoft.com/office/drawing/2014/main" id="{EC05B91A-374B-5337-A07A-D0D5911BB8C7}"/>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E85D6916-7357-35DA-25B5-DC99E38927E3}"/>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F1744EC7-D7E5-E176-9BA3-B1BB466AD93D}"/>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BC56B6A7-94F1-DAD9-EA03-62CFD3334A1C}"/>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2CD737D-FE38-2624-8EED-6C59EF9C7EF5}"/>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39079551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thm15="http://schemas.microsoft.com/office/thememl/2012/main" xmlns:a="http://schemas.openxmlformats.org/drawingml/2006/main" name="Designed by iSlide">
  <a:themeElements>
    <a:clrScheme name="自定义 26">
      <a:dk1>
        <a:srgbClr val="111111"/>
      </a:dk1>
      <a:lt1>
        <a:srgbClr val="FFFFFF"/>
      </a:lt1>
      <a:dk2>
        <a:srgbClr val="778495"/>
      </a:dk2>
      <a:lt2>
        <a:srgbClr val="F0F0F0"/>
      </a:lt2>
      <a:accent1>
        <a:srgbClr val="1A3397"/>
      </a:accent1>
      <a:accent2>
        <a:srgbClr val="00BF4A"/>
      </a:accent2>
      <a:accent3>
        <a:srgbClr val="61C3A1"/>
      </a:accent3>
      <a:accent4>
        <a:srgbClr val="794BD7"/>
      </a:accent4>
      <a:accent5>
        <a:srgbClr val="9F6161"/>
      </a:accent5>
      <a:accent6>
        <a:srgbClr val="846969"/>
      </a:accent6>
      <a:hlink>
        <a:srgbClr val="F84D4D"/>
      </a:hlink>
      <a:folHlink>
        <a:srgbClr val="979797"/>
      </a:folHlink>
    </a:clrScheme>
    <a:fontScheme name="510a32e5-0693-4b40-8b73-49a1068828b6">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id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510</TotalTime>
  <Words>638</Words>
  <Application>Microsoft Office PowerPoint</Application>
  <PresentationFormat>宽屏</PresentationFormat>
  <Paragraphs>97</Paragraphs>
  <Slides>11</Slides>
  <Notes>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11</vt:i4>
      </vt:variant>
    </vt:vector>
  </HeadingPairs>
  <TitlesOfParts>
    <vt:vector size="14" baseType="lpstr">
      <vt:lpstr>等线</vt:lpstr>
      <vt:lpstr>Arial</vt:lpstr>
      <vt:lpstr>Designed by iSlide</vt:lpstr>
      <vt:lpstr>行业未来发展趋势研究报告</vt:lpstr>
      <vt:lpstr>目录</vt:lpstr>
      <vt:lpstr>通用行业企业案例分析</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演示结束 感谢观看 </vt:lpstr>
    </vt:vector>
  </TitlesOfParts>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iSlide PowerPoint Template</dc:title>
  <dc:creator>iSlide</dc:creator>
  <cp:lastModifiedBy>hemiaomiao-mc</cp:lastModifiedBy>
  <cp:revision>212</cp:revision>
  <dcterms:created xsi:type="dcterms:W3CDTF">2023-06-05T05:58:43Z</dcterms:created>
  <dcterms:modified xsi:type="dcterms:W3CDTF">2026-06-29T08:27:01Z</dcterms:modified>
</cp:coreProperties>
</file>