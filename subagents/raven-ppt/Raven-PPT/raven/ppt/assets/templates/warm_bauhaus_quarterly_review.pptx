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ppt/slides/slide19.xml" ContentType="application/vnd.openxmlformats-officedocument.presentationml.slide+xml"/>
  <Override PartName="/ppt/slides/slide2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78" r:id="rId3"/>
    <p:sldId id="258" r:id="rId4"/>
    <p:sldId id="281" r:id="rId5"/>
    <p:sldId id="286" r:id="rId6"/>
    <p:sldId id="288" r:id="rId7"/>
    <p:sldId id="264" r:id="rId8"/>
    <p:sldId id="292" r:id="rId9"/>
    <p:sldId id="293" r:id="rId10"/>
    <p:sldId id="311" r:id="rId11"/>
    <p:sldId id="321" r:id="rId12"/>
    <p:sldId id="323" r:id="rId13"/>
    <p:sldId id="270" r:id="rId14"/>
    <p:sldId id="328" r:id="rId15"/>
    <p:sldId id="332" r:id="rId16"/>
    <p:sldId id="335" r:id="rId17"/>
    <p:sldId id="338" r:id="rId18"/>
    <p:sldId id="276" r:id="rId19"/>
    <p:sldId id="339" r:id="Rb563e78cd38b4611"/>
    <p:sldId id="340" r:id="R5dfbcb2e428a4fd2"/>
  </p:sldIdLst>
  <p:sldSz cx="12192000" cy="6858000"/>
  <p:notesSz cx="6858000" cy="9144000"/>
  <p:custDataLst>
    <p:tags r:id="rId2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7256" userDrawn="1">
          <p15:clr>
            <a:srgbClr val="A4A3A4"/>
          </p15:clr>
        </p15:guide>
        <p15:guide id="5" orient="horz" pos="39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7" autoAdjust="0"/>
    <p:restoredTop sz="86483" autoAdjust="0"/>
  </p:normalViewPr>
  <p:slideViewPr>
    <p:cSldViewPr snapToGrid="0" showGuides="1">
      <p:cViewPr>
        <p:scale>
          <a:sx n="75" d="100"/>
          <a:sy n="75" d="100"/>
        </p:scale>
        <p:origin x="498" y="768"/>
      </p:cViewPr>
      <p:guideLst>
        <p:guide pos="7256"/>
        <p:guide orient="horz" pos="3928"/>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7.xml" Id="rId8" /><Relationship Type="http://schemas.openxmlformats.org/officeDocument/2006/relationships/slide" Target="slides/slide12.xml" Id="rId13" /><Relationship Type="http://schemas.openxmlformats.org/officeDocument/2006/relationships/slide" Target="slides/slide17.xml" Id="rId18" /><Relationship Type="http://schemas.openxmlformats.org/officeDocument/2006/relationships/slide" Target="slides/slide2.xml" Id="rId3" /><Relationship Type="http://schemas.openxmlformats.org/officeDocument/2006/relationships/tags" Target="tags/tag1.xml" Id="rId21" /><Relationship Type="http://schemas.openxmlformats.org/officeDocument/2006/relationships/slide" Target="slides/slide6.xml" Id="rId7" /><Relationship Type="http://schemas.openxmlformats.org/officeDocument/2006/relationships/slide" Target="slides/slide11.xml" Id="rId12" /><Relationship Type="http://schemas.openxmlformats.org/officeDocument/2006/relationships/slide" Target="slides/slide16.xml" Id="rId17" /><Relationship Type="http://schemas.openxmlformats.org/officeDocument/2006/relationships/tableStyles" Target="tableStyles.xml" Id="rId25" /><Relationship Type="http://schemas.openxmlformats.org/officeDocument/2006/relationships/slide" Target="slides/slide1.xml" Id="rId2" /><Relationship Type="http://schemas.openxmlformats.org/officeDocument/2006/relationships/slide" Target="slides/slide15.xml" Id="rId16" /><Relationship Type="http://schemas.openxmlformats.org/officeDocument/2006/relationships/notesMaster" Target="notesMasters/notesMaster1.xml" Id="rId20" /><Relationship Type="http://schemas.openxmlformats.org/officeDocument/2006/relationships/slideMaster" Target="slideMasters/slideMaster1.xml" Id="rId1" /><Relationship Type="http://schemas.openxmlformats.org/officeDocument/2006/relationships/slide" Target="slides/slide5.xml" Id="rId6" /><Relationship Type="http://schemas.openxmlformats.org/officeDocument/2006/relationships/slide" Target="slides/slide10.xml" Id="rId11" /><Relationship Type="http://schemas.openxmlformats.org/officeDocument/2006/relationships/theme" Target="theme/theme1.xml" Id="rId24" /><Relationship Type="http://schemas.openxmlformats.org/officeDocument/2006/relationships/slide" Target="slides/slide4.xml" Id="rId5" /><Relationship Type="http://schemas.openxmlformats.org/officeDocument/2006/relationships/slide" Target="slides/slide14.xml" Id="rId15" /><Relationship Type="http://schemas.openxmlformats.org/officeDocument/2006/relationships/viewProps" Target="viewProps.xml" Id="rId23" /><Relationship Type="http://schemas.openxmlformats.org/officeDocument/2006/relationships/slide" Target="slides/slide9.xml" Id="rId10" /><Relationship Type="http://schemas.openxmlformats.org/officeDocument/2006/relationships/slide" Target="slides/slide18.xml" Id="rId19" /><Relationship Type="http://schemas.openxmlformats.org/officeDocument/2006/relationships/slide" Target="slides/slide3.xml" Id="rId4" /><Relationship Type="http://schemas.openxmlformats.org/officeDocument/2006/relationships/slide" Target="slides/slide8.xml" Id="rId9" /><Relationship Type="http://schemas.openxmlformats.org/officeDocument/2006/relationships/slide" Target="slides/slide13.xml" Id="rId14" /><Relationship Type="http://schemas.openxmlformats.org/officeDocument/2006/relationships/presProps" Target="presProps.xml" Id="rId22" /><Relationship Type="http://schemas.openxmlformats.org/officeDocument/2006/relationships/slide" Target="/ppt/slides/slide19.xml" Id="Rb563e78cd38b4611" /><Relationship Type="http://schemas.openxmlformats.org/officeDocument/2006/relationships/slide" Target="/ppt/slides/slide20.xml" Id="R5dfbcb2e428a4fd2"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4418F2-C6E6-4B33-AEF9-2DEADA9812DE}" type="datetimeFigureOut">
              <a:rPr lang="zh-CN" altLang="en-US" smtClean="0"/>
              <a:t>2025/7/7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FDD04B-FDE4-4865-8264-61B8BD221F0A}" type="slidenum">
              <a:rPr lang="zh-CN" altLang="en-US" smtClean="0"/>
              <a:t>‹#›</a:t>
            </a:fld>
            <a:endParaRPr lang="zh-CN" altLang="en-US"/>
          </a:p>
        </p:txBody>
      </p:sp>
    </p:spTree>
    <p:extLst>
      <p:ext uri="{BB962C8B-B14F-4D97-AF65-F5344CB8AC3E}">
        <p14:creationId xmlns:p14="http://schemas.microsoft.com/office/powerpoint/2010/main" val="27213395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16="http://schemas.microsoft.com/office/drawing/2014/main" xmlns:a="http://schemas.openxmlformats.org/drawingml/2006/main" xmlns:r="http://schemas.openxmlformats.org/officeDocument/2006/relationships" xmlns:p="http://schemas.openxmlformats.org/presentationml/2006/main" showMasterSp="0" matchingName="Title Slide" type="title" preserve="1">
  <p:cSld name="Title Slide">
    <p:bg>
      <p:bgPr>
        <a:solidFill>
          <a:schemeClr val="accent1">
            <a:lumMod val="20000"/>
            <a:lumOff val="80000"/>
          </a:schemeClr>
        </a:solidFill>
        <a:effectLst/>
      </p:bgPr>
    </p:bg>
    <p:spTree>
      <p:nvGrpSpPr>
        <p:cNvPr id="1" name=""/>
        <p:cNvGrpSpPr/>
        <p:nvPr/>
      </p:nvGrpSpPr>
      <p:grpSpPr>
        <a:xfrm>
          <a:off x="0" y="0"/>
          <a:ext cx="0" cy="0"/>
          <a:chOff x="0" y="0"/>
          <a:chExt cx="0" cy="0"/>
        </a:xfrm>
      </p:grpSpPr>
      <p:grpSp>
        <p:nvGrpSpPr>
          <p:cNvPr id="124" name="组合 123">
            <a:extLst>
              <a:ext uri="{FF2B5EF4-FFF2-40B4-BE49-F238E27FC236}">
                <a16:creationId xmlns:a16="http://schemas.microsoft.com/office/drawing/2014/main" id="{E133EB0D-26A2-5567-6391-3DD9862B191E}"/>
              </a:ext>
            </a:extLst>
          </p:cNvPr>
          <p:cNvGrpSpPr/>
          <p:nvPr userDrawn="1"/>
        </p:nvGrpSpPr>
        <p:grpSpPr>
          <a:xfrm>
            <a:off x="1" y="453428"/>
            <a:ext cx="12191988" cy="6404572"/>
            <a:chOff x="1" y="453428"/>
            <a:chExt cx="12191988" cy="6404572"/>
          </a:xfrm>
        </p:grpSpPr>
        <p:sp>
          <p:nvSpPr>
            <p:cNvPr id="123" name="矩形 122">
              <a:extLst>
                <a:ext uri="{FF2B5EF4-FFF2-40B4-BE49-F238E27FC236}">
                  <a16:creationId xmlns:a16="http://schemas.microsoft.com/office/drawing/2014/main" id="{264E5C11-1418-5626-7603-4692DCD020EF}"/>
                </a:ext>
              </a:extLst>
            </p:cNvPr>
            <p:cNvSpPr/>
            <p:nvPr userDrawn="1"/>
          </p:nvSpPr>
          <p:spPr>
            <a:xfrm>
              <a:off x="1" y="5507875"/>
              <a:ext cx="12191988" cy="13501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图形 8">
              <a:extLst>
                <a:ext uri="{FF2B5EF4-FFF2-40B4-BE49-F238E27FC236}">
                  <a16:creationId xmlns:a16="http://schemas.microsoft.com/office/drawing/2014/main" id="{53559D52-EF0B-FA8F-9CC3-468EC9C12D70}"/>
                </a:ext>
              </a:extLst>
            </p:cNvPr>
            <p:cNvGrpSpPr/>
            <p:nvPr userDrawn="1"/>
          </p:nvGrpSpPr>
          <p:grpSpPr>
            <a:xfrm>
              <a:off x="6944779" y="453428"/>
              <a:ext cx="4813928" cy="6009017"/>
              <a:chOff x="6944779" y="453428"/>
              <a:chExt cx="4813928" cy="6009017"/>
            </a:xfrm>
          </p:grpSpPr>
          <p:sp>
            <p:nvSpPr>
              <p:cNvPr id="10" name="任意多边形: 形状 9">
                <a:extLst>
                  <a:ext uri="{FF2B5EF4-FFF2-40B4-BE49-F238E27FC236}">
                    <a16:creationId xmlns:a16="http://schemas.microsoft.com/office/drawing/2014/main" id="{98706D93-7F07-FAA8-9162-E9278E974BBE}"/>
                  </a:ext>
                </a:extLst>
              </p:cNvPr>
              <p:cNvSpPr/>
              <p:nvPr/>
            </p:nvSpPr>
            <p:spPr>
              <a:xfrm rot="-5400000">
                <a:off x="8161471" y="2860456"/>
                <a:ext cx="1195870" cy="1195876"/>
              </a:xfrm>
              <a:custGeom>
                <a:avLst/>
                <a:gdLst>
                  <a:gd name="connsiteX0" fmla="*/ 0 w 1195870"/>
                  <a:gd name="connsiteY0" fmla="*/ 0 h 1195876"/>
                  <a:gd name="connsiteX1" fmla="*/ 1195871 w 1195870"/>
                  <a:gd name="connsiteY1" fmla="*/ 0 h 1195876"/>
                  <a:gd name="connsiteX2" fmla="*/ 1195871 w 1195870"/>
                  <a:gd name="connsiteY2" fmla="*/ 1195877 h 1195876"/>
                  <a:gd name="connsiteX3" fmla="*/ 0 w 1195870"/>
                  <a:gd name="connsiteY3" fmla="*/ 1195877 h 1195876"/>
                </a:gdLst>
                <a:ahLst/>
                <a:cxnLst>
                  <a:cxn ang="0">
                    <a:pos x="connsiteX0" y="connsiteY0"/>
                  </a:cxn>
                  <a:cxn ang="0">
                    <a:pos x="connsiteX1" y="connsiteY1"/>
                  </a:cxn>
                  <a:cxn ang="0">
                    <a:pos x="connsiteX2" y="connsiteY2"/>
                  </a:cxn>
                  <a:cxn ang="0">
                    <a:pos x="connsiteX3" y="connsiteY3"/>
                  </a:cxn>
                </a:cxnLst>
                <a:rect l="l" t="t" r="r" b="b"/>
                <a:pathLst>
                  <a:path w="1195870" h="1195876">
                    <a:moveTo>
                      <a:pt x="0" y="0"/>
                    </a:moveTo>
                    <a:lnTo>
                      <a:pt x="1195871" y="0"/>
                    </a:lnTo>
                    <a:lnTo>
                      <a:pt x="1195871" y="1195877"/>
                    </a:lnTo>
                    <a:lnTo>
                      <a:pt x="0" y="1195877"/>
                    </a:lnTo>
                    <a:close/>
                  </a:path>
                </a:pathLst>
              </a:custGeom>
              <a:solidFill>
                <a:srgbClr val="DC4245"/>
              </a:solidFill>
              <a:ln w="6350" cap="flat">
                <a:noFill/>
                <a:prstDash val="solid"/>
                <a:miter/>
              </a:ln>
            </p:spPr>
            <p:txBody>
              <a:bodyPr rtlCol="0" anchor="ctr"/>
              <a:lstStyle/>
              <a:p>
                <a:endParaRPr lang="zh-CN" altLang="en-US"/>
              </a:p>
            </p:txBody>
          </p:sp>
          <p:sp>
            <p:nvSpPr>
              <p:cNvPr id="11" name="任意多边形: 形状 10">
                <a:extLst>
                  <a:ext uri="{FF2B5EF4-FFF2-40B4-BE49-F238E27FC236}">
                    <a16:creationId xmlns:a16="http://schemas.microsoft.com/office/drawing/2014/main" id="{B0FBE556-7834-2696-AD6A-8DAAC0DEF0CE}"/>
                  </a:ext>
                </a:extLst>
              </p:cNvPr>
              <p:cNvSpPr/>
              <p:nvPr/>
            </p:nvSpPr>
            <p:spPr>
              <a:xfrm rot="-5400000">
                <a:off x="8161465" y="4056325"/>
                <a:ext cx="1195876" cy="1195876"/>
              </a:xfrm>
              <a:custGeom>
                <a:avLst/>
                <a:gdLst>
                  <a:gd name="connsiteX0" fmla="*/ 0 w 1195876"/>
                  <a:gd name="connsiteY0" fmla="*/ 0 h 1195876"/>
                  <a:gd name="connsiteX1" fmla="*/ 1195877 w 1195876"/>
                  <a:gd name="connsiteY1" fmla="*/ 0 h 1195876"/>
                  <a:gd name="connsiteX2" fmla="*/ 1195877 w 1195876"/>
                  <a:gd name="connsiteY2" fmla="*/ 1195877 h 1195876"/>
                  <a:gd name="connsiteX3" fmla="*/ 0 w 1195876"/>
                  <a:gd name="connsiteY3" fmla="*/ 1195877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7"/>
                    </a:lnTo>
                    <a:lnTo>
                      <a:pt x="0" y="1195877"/>
                    </a:lnTo>
                    <a:close/>
                  </a:path>
                </a:pathLst>
              </a:custGeom>
              <a:solidFill>
                <a:srgbClr val="FBF5E2"/>
              </a:solidFill>
              <a:ln w="6350" cap="flat">
                <a:noFill/>
                <a:prstDash val="solid"/>
                <a:miter/>
              </a:ln>
            </p:spPr>
            <p:txBody>
              <a:bodyPr rtlCol="0" anchor="ctr"/>
              <a:lstStyle/>
              <a:p>
                <a:endParaRPr lang="zh-CN" altLang="en-US"/>
              </a:p>
            </p:txBody>
          </p:sp>
          <p:sp>
            <p:nvSpPr>
              <p:cNvPr id="12" name="任意多边形: 形状 11">
                <a:extLst>
                  <a:ext uri="{FF2B5EF4-FFF2-40B4-BE49-F238E27FC236}">
                    <a16:creationId xmlns:a16="http://schemas.microsoft.com/office/drawing/2014/main" id="{35356A75-D42C-7B21-D167-A9117CFFE754}"/>
                  </a:ext>
                </a:extLst>
              </p:cNvPr>
              <p:cNvSpPr/>
              <p:nvPr/>
            </p:nvSpPr>
            <p:spPr>
              <a:xfrm>
                <a:off x="6962343" y="463797"/>
                <a:ext cx="1195876" cy="1195870"/>
              </a:xfrm>
              <a:custGeom>
                <a:avLst/>
                <a:gdLst>
                  <a:gd name="connsiteX0" fmla="*/ 0 w 1195876"/>
                  <a:gd name="connsiteY0" fmla="*/ 1195870 h 1195870"/>
                  <a:gd name="connsiteX1" fmla="*/ 0 w 1195876"/>
                  <a:gd name="connsiteY1" fmla="*/ 0 h 1195870"/>
                  <a:gd name="connsiteX2" fmla="*/ 1195877 w 1195876"/>
                  <a:gd name="connsiteY2" fmla="*/ 0 h 1195870"/>
                  <a:gd name="connsiteX3" fmla="*/ 1195877 w 1195876"/>
                  <a:gd name="connsiteY3" fmla="*/ 521799 h 1195870"/>
                  <a:gd name="connsiteX4" fmla="*/ 521805 w 1195876"/>
                  <a:gd name="connsiteY4" fmla="*/ 1195870 h 1195870"/>
                  <a:gd name="connsiteX5" fmla="*/ 0 w 1195876"/>
                  <a:gd name="connsiteY5" fmla="*/ 1195870 h 1195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5876" h="1195870">
                    <a:moveTo>
                      <a:pt x="0" y="1195870"/>
                    </a:moveTo>
                    <a:lnTo>
                      <a:pt x="0" y="0"/>
                    </a:lnTo>
                    <a:lnTo>
                      <a:pt x="1195877" y="0"/>
                    </a:lnTo>
                    <a:lnTo>
                      <a:pt x="1195877" y="521799"/>
                    </a:lnTo>
                    <a:cubicBezTo>
                      <a:pt x="1195877" y="894080"/>
                      <a:pt x="894087" y="1195870"/>
                      <a:pt x="521805" y="1195870"/>
                    </a:cubicBezTo>
                    <a:lnTo>
                      <a:pt x="0" y="1195870"/>
                    </a:lnTo>
                    <a:close/>
                  </a:path>
                </a:pathLst>
              </a:custGeom>
              <a:solidFill>
                <a:srgbClr val="EFC590">
                  <a:alpha val="70000"/>
                </a:srgbClr>
              </a:solidFill>
              <a:ln w="6350" cap="flat">
                <a:noFill/>
                <a:prstDash val="solid"/>
                <a:miter/>
              </a:ln>
            </p:spPr>
            <p:txBody>
              <a:bodyPr rtlCol="0" anchor="ctr"/>
              <a:lstStyle/>
              <a:p>
                <a:endParaRPr lang="zh-CN" altLang="en-US"/>
              </a:p>
            </p:txBody>
          </p:sp>
          <p:sp>
            <p:nvSpPr>
              <p:cNvPr id="13" name="任意多边形: 形状 12">
                <a:extLst>
                  <a:ext uri="{FF2B5EF4-FFF2-40B4-BE49-F238E27FC236}">
                    <a16:creationId xmlns:a16="http://schemas.microsoft.com/office/drawing/2014/main" id="{163FAF78-24C0-37D2-BDB8-E14E08825641}"/>
                  </a:ext>
                </a:extLst>
              </p:cNvPr>
              <p:cNvSpPr/>
              <p:nvPr/>
            </p:nvSpPr>
            <p:spPr>
              <a:xfrm rot="-5400000">
                <a:off x="6965583" y="2860458"/>
                <a:ext cx="1195870" cy="1195870"/>
              </a:xfrm>
              <a:custGeom>
                <a:avLst/>
                <a:gdLst>
                  <a:gd name="connsiteX0" fmla="*/ 0 w 1195870"/>
                  <a:gd name="connsiteY0" fmla="*/ 0 h 1195870"/>
                  <a:gd name="connsiteX1" fmla="*/ 1195871 w 1195870"/>
                  <a:gd name="connsiteY1" fmla="*/ 0 h 1195870"/>
                  <a:gd name="connsiteX2" fmla="*/ 1195871 w 1195870"/>
                  <a:gd name="connsiteY2" fmla="*/ 1195870 h 1195870"/>
                  <a:gd name="connsiteX3" fmla="*/ 0 w 1195870"/>
                  <a:gd name="connsiteY3" fmla="*/ 1195870 h 1195870"/>
                </a:gdLst>
                <a:ahLst/>
                <a:cxnLst>
                  <a:cxn ang="0">
                    <a:pos x="connsiteX0" y="connsiteY0"/>
                  </a:cxn>
                  <a:cxn ang="0">
                    <a:pos x="connsiteX1" y="connsiteY1"/>
                  </a:cxn>
                  <a:cxn ang="0">
                    <a:pos x="connsiteX2" y="connsiteY2"/>
                  </a:cxn>
                  <a:cxn ang="0">
                    <a:pos x="connsiteX3" y="connsiteY3"/>
                  </a:cxn>
                </a:cxnLst>
                <a:rect l="l" t="t" r="r" b="b"/>
                <a:pathLst>
                  <a:path w="1195870" h="1195870">
                    <a:moveTo>
                      <a:pt x="0" y="0"/>
                    </a:moveTo>
                    <a:lnTo>
                      <a:pt x="1195871" y="0"/>
                    </a:lnTo>
                    <a:lnTo>
                      <a:pt x="1195871" y="1195870"/>
                    </a:lnTo>
                    <a:lnTo>
                      <a:pt x="0" y="1195870"/>
                    </a:lnTo>
                    <a:close/>
                  </a:path>
                </a:pathLst>
              </a:custGeom>
              <a:solidFill>
                <a:srgbClr val="E9A650"/>
              </a:solidFill>
              <a:ln w="6350" cap="flat">
                <a:noFill/>
                <a:prstDash val="solid"/>
                <a:miter/>
              </a:ln>
            </p:spPr>
            <p:txBody>
              <a:bodyPr rtlCol="0" anchor="ctr"/>
              <a:lstStyle/>
              <a:p>
                <a:endParaRPr lang="zh-CN" altLang="en-US"/>
              </a:p>
            </p:txBody>
          </p:sp>
          <p:sp>
            <p:nvSpPr>
              <p:cNvPr id="14" name="任意多边形: 形状 13">
                <a:extLst>
                  <a:ext uri="{FF2B5EF4-FFF2-40B4-BE49-F238E27FC236}">
                    <a16:creationId xmlns:a16="http://schemas.microsoft.com/office/drawing/2014/main" id="{41FB2C1F-D931-8E2D-C6A9-0E1B16456060}"/>
                  </a:ext>
                </a:extLst>
              </p:cNvPr>
              <p:cNvSpPr/>
              <p:nvPr/>
            </p:nvSpPr>
            <p:spPr>
              <a:xfrm rot="-5400000">
                <a:off x="6965577" y="4056327"/>
                <a:ext cx="1195876" cy="1195870"/>
              </a:xfrm>
              <a:custGeom>
                <a:avLst/>
                <a:gdLst>
                  <a:gd name="connsiteX0" fmla="*/ 0 w 1195876"/>
                  <a:gd name="connsiteY0" fmla="*/ 0 h 1195870"/>
                  <a:gd name="connsiteX1" fmla="*/ 1195877 w 1195876"/>
                  <a:gd name="connsiteY1" fmla="*/ 0 h 1195870"/>
                  <a:gd name="connsiteX2" fmla="*/ 1195877 w 1195876"/>
                  <a:gd name="connsiteY2" fmla="*/ 1195870 h 1195870"/>
                  <a:gd name="connsiteX3" fmla="*/ 0 w 1195876"/>
                  <a:gd name="connsiteY3" fmla="*/ 1195870 h 1195870"/>
                </a:gdLst>
                <a:ahLst/>
                <a:cxnLst>
                  <a:cxn ang="0">
                    <a:pos x="connsiteX0" y="connsiteY0"/>
                  </a:cxn>
                  <a:cxn ang="0">
                    <a:pos x="connsiteX1" y="connsiteY1"/>
                  </a:cxn>
                  <a:cxn ang="0">
                    <a:pos x="connsiteX2" y="connsiteY2"/>
                  </a:cxn>
                  <a:cxn ang="0">
                    <a:pos x="connsiteX3" y="connsiteY3"/>
                  </a:cxn>
                </a:cxnLst>
                <a:rect l="l" t="t" r="r" b="b"/>
                <a:pathLst>
                  <a:path w="1195876" h="1195870">
                    <a:moveTo>
                      <a:pt x="0" y="0"/>
                    </a:moveTo>
                    <a:lnTo>
                      <a:pt x="1195877" y="0"/>
                    </a:lnTo>
                    <a:lnTo>
                      <a:pt x="1195877" y="1195870"/>
                    </a:lnTo>
                    <a:lnTo>
                      <a:pt x="0" y="1195870"/>
                    </a:lnTo>
                    <a:close/>
                  </a:path>
                </a:pathLst>
              </a:custGeom>
              <a:solidFill>
                <a:srgbClr val="DC4245"/>
              </a:solidFill>
              <a:ln w="6350" cap="flat">
                <a:noFill/>
                <a:prstDash val="solid"/>
                <a:miter/>
              </a:ln>
            </p:spPr>
            <p:txBody>
              <a:bodyPr rtlCol="0" anchor="ctr"/>
              <a:lstStyle/>
              <a:p>
                <a:endParaRPr lang="zh-CN" altLang="en-US"/>
              </a:p>
            </p:txBody>
          </p:sp>
          <p:sp>
            <p:nvSpPr>
              <p:cNvPr id="15" name="任意多边形: 形状 14">
                <a:extLst>
                  <a:ext uri="{FF2B5EF4-FFF2-40B4-BE49-F238E27FC236}">
                    <a16:creationId xmlns:a16="http://schemas.microsoft.com/office/drawing/2014/main" id="{E8F919E7-0CDD-F94A-C7B8-023DDEE5C3A9}"/>
                  </a:ext>
                </a:extLst>
              </p:cNvPr>
              <p:cNvSpPr/>
              <p:nvPr/>
            </p:nvSpPr>
            <p:spPr>
              <a:xfrm rot="5400000">
                <a:off x="8158222" y="1659665"/>
                <a:ext cx="1195876" cy="1195876"/>
              </a:xfrm>
              <a:custGeom>
                <a:avLst/>
                <a:gdLst>
                  <a:gd name="connsiteX0" fmla="*/ 0 w 1195876"/>
                  <a:gd name="connsiteY0" fmla="*/ 0 h 1195876"/>
                  <a:gd name="connsiteX1" fmla="*/ 1195877 w 1195876"/>
                  <a:gd name="connsiteY1" fmla="*/ 0 h 1195876"/>
                  <a:gd name="connsiteX2" fmla="*/ 1195877 w 1195876"/>
                  <a:gd name="connsiteY2" fmla="*/ 1195876 h 1195876"/>
                  <a:gd name="connsiteX3" fmla="*/ 0 w 1195876"/>
                  <a:gd name="connsiteY3" fmla="*/ 1195876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6"/>
                    </a:lnTo>
                    <a:lnTo>
                      <a:pt x="0" y="1195876"/>
                    </a:lnTo>
                    <a:close/>
                  </a:path>
                </a:pathLst>
              </a:custGeom>
              <a:solidFill>
                <a:srgbClr val="EFC590">
                  <a:alpha val="70000"/>
                </a:srgbClr>
              </a:solidFill>
              <a:ln w="6350" cap="flat">
                <a:noFill/>
                <a:prstDash val="solid"/>
                <a:miter/>
              </a:ln>
            </p:spPr>
            <p:txBody>
              <a:bodyPr rtlCol="0" anchor="ctr"/>
              <a:lstStyle/>
              <a:p>
                <a:endParaRPr lang="zh-CN" altLang="en-US"/>
              </a:p>
            </p:txBody>
          </p:sp>
          <p:sp>
            <p:nvSpPr>
              <p:cNvPr id="16" name="任意多边形: 形状 15">
                <a:extLst>
                  <a:ext uri="{FF2B5EF4-FFF2-40B4-BE49-F238E27FC236}">
                    <a16:creationId xmlns:a16="http://schemas.microsoft.com/office/drawing/2014/main" id="{B82DDF11-AA05-1AE6-2D3B-055C97A651B0}"/>
                  </a:ext>
                </a:extLst>
              </p:cNvPr>
              <p:cNvSpPr/>
              <p:nvPr/>
            </p:nvSpPr>
            <p:spPr>
              <a:xfrm>
                <a:off x="8158226" y="463797"/>
                <a:ext cx="1195876" cy="1195870"/>
              </a:xfrm>
              <a:custGeom>
                <a:avLst/>
                <a:gdLst>
                  <a:gd name="connsiteX0" fmla="*/ 1195877 w 1195876"/>
                  <a:gd name="connsiteY0" fmla="*/ 0 h 1195870"/>
                  <a:gd name="connsiteX1" fmla="*/ 1195877 w 1195876"/>
                  <a:gd name="connsiteY1" fmla="*/ 1195870 h 1195870"/>
                  <a:gd name="connsiteX2" fmla="*/ 0 w 1195876"/>
                  <a:gd name="connsiteY2" fmla="*/ 1195870 h 1195870"/>
                  <a:gd name="connsiteX3" fmla="*/ 0 w 1195876"/>
                  <a:gd name="connsiteY3" fmla="*/ 597935 h 1195870"/>
                  <a:gd name="connsiteX4" fmla="*/ 597935 w 1195876"/>
                  <a:gd name="connsiteY4" fmla="*/ 0 h 1195870"/>
                  <a:gd name="connsiteX5" fmla="*/ 1195877 w 1195876"/>
                  <a:gd name="connsiteY5" fmla="*/ 0 h 1195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5876" h="1195870">
                    <a:moveTo>
                      <a:pt x="1195877" y="0"/>
                    </a:moveTo>
                    <a:lnTo>
                      <a:pt x="1195877" y="1195870"/>
                    </a:lnTo>
                    <a:lnTo>
                      <a:pt x="0" y="1195870"/>
                    </a:lnTo>
                    <a:lnTo>
                      <a:pt x="0" y="597935"/>
                    </a:lnTo>
                    <a:cubicBezTo>
                      <a:pt x="0" y="267703"/>
                      <a:pt x="267703" y="0"/>
                      <a:pt x="597935" y="0"/>
                    </a:cubicBezTo>
                    <a:lnTo>
                      <a:pt x="1195877" y="0"/>
                    </a:lnTo>
                    <a:close/>
                  </a:path>
                </a:pathLst>
              </a:custGeom>
              <a:solidFill>
                <a:srgbClr val="1C1C61"/>
              </a:solidFill>
              <a:ln w="6350" cap="flat">
                <a:noFill/>
                <a:prstDash val="solid"/>
                <a:miter/>
              </a:ln>
            </p:spPr>
            <p:txBody>
              <a:bodyPr rtlCol="0" anchor="ctr"/>
              <a:lstStyle/>
              <a:p>
                <a:endParaRPr lang="zh-CN" altLang="en-US"/>
              </a:p>
            </p:txBody>
          </p:sp>
          <p:sp>
            <p:nvSpPr>
              <p:cNvPr id="17" name="任意多边形: 形状 16">
                <a:extLst>
                  <a:ext uri="{FF2B5EF4-FFF2-40B4-BE49-F238E27FC236}">
                    <a16:creationId xmlns:a16="http://schemas.microsoft.com/office/drawing/2014/main" id="{398EDA28-EB60-6EF7-38B4-E03C7D97B099}"/>
                  </a:ext>
                </a:extLst>
              </p:cNvPr>
              <p:cNvSpPr/>
              <p:nvPr/>
            </p:nvSpPr>
            <p:spPr>
              <a:xfrm rot="5400000">
                <a:off x="9354092" y="4051258"/>
                <a:ext cx="1195876" cy="1195876"/>
              </a:xfrm>
              <a:custGeom>
                <a:avLst/>
                <a:gdLst>
                  <a:gd name="connsiteX0" fmla="*/ 0 w 1195876"/>
                  <a:gd name="connsiteY0" fmla="*/ 0 h 1195876"/>
                  <a:gd name="connsiteX1" fmla="*/ 1195877 w 1195876"/>
                  <a:gd name="connsiteY1" fmla="*/ 0 h 1195876"/>
                  <a:gd name="connsiteX2" fmla="*/ 1195877 w 1195876"/>
                  <a:gd name="connsiteY2" fmla="*/ 1195877 h 1195876"/>
                  <a:gd name="connsiteX3" fmla="*/ 0 w 1195876"/>
                  <a:gd name="connsiteY3" fmla="*/ 1195877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7"/>
                    </a:lnTo>
                    <a:lnTo>
                      <a:pt x="0" y="1195877"/>
                    </a:lnTo>
                    <a:close/>
                  </a:path>
                </a:pathLst>
              </a:custGeom>
              <a:solidFill>
                <a:srgbClr val="DC4245"/>
              </a:solidFill>
              <a:ln w="6350" cap="flat">
                <a:noFill/>
                <a:prstDash val="solid"/>
                <a:miter/>
              </a:ln>
            </p:spPr>
            <p:txBody>
              <a:bodyPr rtlCol="0" anchor="ctr"/>
              <a:lstStyle/>
              <a:p>
                <a:endParaRPr lang="zh-CN" altLang="en-US"/>
              </a:p>
            </p:txBody>
          </p:sp>
          <p:sp>
            <p:nvSpPr>
              <p:cNvPr id="18" name="任意多边形: 形状 17">
                <a:extLst>
                  <a:ext uri="{FF2B5EF4-FFF2-40B4-BE49-F238E27FC236}">
                    <a16:creationId xmlns:a16="http://schemas.microsoft.com/office/drawing/2014/main" id="{A796C797-9AFC-F9C5-1949-BE60672FB46F}"/>
                  </a:ext>
                </a:extLst>
              </p:cNvPr>
              <p:cNvSpPr/>
              <p:nvPr/>
            </p:nvSpPr>
            <p:spPr>
              <a:xfrm rot="5400000">
                <a:off x="9354090" y="1659668"/>
                <a:ext cx="1195876" cy="1195876"/>
              </a:xfrm>
              <a:custGeom>
                <a:avLst/>
                <a:gdLst>
                  <a:gd name="connsiteX0" fmla="*/ 0 w 1195876"/>
                  <a:gd name="connsiteY0" fmla="*/ 0 h 1195876"/>
                  <a:gd name="connsiteX1" fmla="*/ 1195877 w 1195876"/>
                  <a:gd name="connsiteY1" fmla="*/ 0 h 1195876"/>
                  <a:gd name="connsiteX2" fmla="*/ 1195877 w 1195876"/>
                  <a:gd name="connsiteY2" fmla="*/ 1195876 h 1195876"/>
                  <a:gd name="connsiteX3" fmla="*/ 0 w 1195876"/>
                  <a:gd name="connsiteY3" fmla="*/ 1195876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6"/>
                    </a:lnTo>
                    <a:lnTo>
                      <a:pt x="0" y="1195876"/>
                    </a:lnTo>
                    <a:close/>
                  </a:path>
                </a:pathLst>
              </a:custGeom>
              <a:solidFill>
                <a:srgbClr val="FBF5E2"/>
              </a:solidFill>
              <a:ln w="6350" cap="flat">
                <a:noFill/>
                <a:prstDash val="solid"/>
                <a:miter/>
              </a:ln>
            </p:spPr>
            <p:txBody>
              <a:bodyPr rtlCol="0" anchor="ctr"/>
              <a:lstStyle/>
              <a:p>
                <a:endParaRPr lang="zh-CN" altLang="en-US"/>
              </a:p>
            </p:txBody>
          </p:sp>
          <p:sp>
            <p:nvSpPr>
              <p:cNvPr id="19" name="任意多边形: 形状 18">
                <a:extLst>
                  <a:ext uri="{FF2B5EF4-FFF2-40B4-BE49-F238E27FC236}">
                    <a16:creationId xmlns:a16="http://schemas.microsoft.com/office/drawing/2014/main" id="{A7223CA1-0CC1-8795-BA86-2E1BCB4753C3}"/>
                  </a:ext>
                </a:extLst>
              </p:cNvPr>
              <p:cNvSpPr/>
              <p:nvPr/>
            </p:nvSpPr>
            <p:spPr>
              <a:xfrm rot="5400000">
                <a:off x="9354098" y="463791"/>
                <a:ext cx="1195870" cy="1195876"/>
              </a:xfrm>
              <a:custGeom>
                <a:avLst/>
                <a:gdLst>
                  <a:gd name="connsiteX0" fmla="*/ 0 w 1195870"/>
                  <a:gd name="connsiteY0" fmla="*/ 0 h 1195876"/>
                  <a:gd name="connsiteX1" fmla="*/ 1195871 w 1195870"/>
                  <a:gd name="connsiteY1" fmla="*/ 0 h 1195876"/>
                  <a:gd name="connsiteX2" fmla="*/ 1195871 w 1195870"/>
                  <a:gd name="connsiteY2" fmla="*/ 1195876 h 1195876"/>
                  <a:gd name="connsiteX3" fmla="*/ 0 w 1195870"/>
                  <a:gd name="connsiteY3" fmla="*/ 1195876 h 1195876"/>
                </a:gdLst>
                <a:ahLst/>
                <a:cxnLst>
                  <a:cxn ang="0">
                    <a:pos x="connsiteX0" y="connsiteY0"/>
                  </a:cxn>
                  <a:cxn ang="0">
                    <a:pos x="connsiteX1" y="connsiteY1"/>
                  </a:cxn>
                  <a:cxn ang="0">
                    <a:pos x="connsiteX2" y="connsiteY2"/>
                  </a:cxn>
                  <a:cxn ang="0">
                    <a:pos x="connsiteX3" y="connsiteY3"/>
                  </a:cxn>
                </a:cxnLst>
                <a:rect l="l" t="t" r="r" b="b"/>
                <a:pathLst>
                  <a:path w="1195870" h="1195876">
                    <a:moveTo>
                      <a:pt x="0" y="0"/>
                    </a:moveTo>
                    <a:lnTo>
                      <a:pt x="1195871" y="0"/>
                    </a:lnTo>
                    <a:lnTo>
                      <a:pt x="1195871" y="1195876"/>
                    </a:lnTo>
                    <a:lnTo>
                      <a:pt x="0" y="1195876"/>
                    </a:lnTo>
                    <a:close/>
                  </a:path>
                </a:pathLst>
              </a:custGeom>
              <a:solidFill>
                <a:srgbClr val="EFC590">
                  <a:alpha val="70000"/>
                </a:srgbClr>
              </a:solidFill>
              <a:ln w="6350" cap="flat">
                <a:noFill/>
                <a:prstDash val="solid"/>
                <a:miter/>
              </a:ln>
            </p:spPr>
            <p:txBody>
              <a:bodyPr rtlCol="0" anchor="ctr"/>
              <a:lstStyle/>
              <a:p>
                <a:endParaRPr lang="zh-CN" altLang="en-US"/>
              </a:p>
            </p:txBody>
          </p:sp>
          <p:sp>
            <p:nvSpPr>
              <p:cNvPr id="20" name="任意多边形: 形状 19">
                <a:extLst>
                  <a:ext uri="{FF2B5EF4-FFF2-40B4-BE49-F238E27FC236}">
                    <a16:creationId xmlns:a16="http://schemas.microsoft.com/office/drawing/2014/main" id="{F87796AC-C6B5-485A-F1BC-70AE79D2E8AD}"/>
                  </a:ext>
                </a:extLst>
              </p:cNvPr>
              <p:cNvSpPr/>
              <p:nvPr/>
            </p:nvSpPr>
            <p:spPr>
              <a:xfrm rot="5400000">
                <a:off x="10546592" y="4051258"/>
                <a:ext cx="1195876" cy="1195876"/>
              </a:xfrm>
              <a:custGeom>
                <a:avLst/>
                <a:gdLst>
                  <a:gd name="connsiteX0" fmla="*/ 0 w 1195876"/>
                  <a:gd name="connsiteY0" fmla="*/ 0 h 1195876"/>
                  <a:gd name="connsiteX1" fmla="*/ 1195877 w 1195876"/>
                  <a:gd name="connsiteY1" fmla="*/ 0 h 1195876"/>
                  <a:gd name="connsiteX2" fmla="*/ 1195877 w 1195876"/>
                  <a:gd name="connsiteY2" fmla="*/ 1195877 h 1195876"/>
                  <a:gd name="connsiteX3" fmla="*/ 0 w 1195876"/>
                  <a:gd name="connsiteY3" fmla="*/ 1195877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7"/>
                    </a:lnTo>
                    <a:lnTo>
                      <a:pt x="0" y="1195877"/>
                    </a:lnTo>
                    <a:close/>
                  </a:path>
                </a:pathLst>
              </a:custGeom>
              <a:solidFill>
                <a:srgbClr val="F9ECA4"/>
              </a:solidFill>
              <a:ln w="6350" cap="flat">
                <a:noFill/>
                <a:prstDash val="solid"/>
                <a:miter/>
              </a:ln>
            </p:spPr>
            <p:txBody>
              <a:bodyPr rtlCol="0" anchor="ctr"/>
              <a:lstStyle/>
              <a:p>
                <a:endParaRPr lang="zh-CN" altLang="en-US"/>
              </a:p>
            </p:txBody>
          </p:sp>
          <p:sp>
            <p:nvSpPr>
              <p:cNvPr id="22" name="任意多边形: 形状 21">
                <a:extLst>
                  <a:ext uri="{FF2B5EF4-FFF2-40B4-BE49-F238E27FC236}">
                    <a16:creationId xmlns:a16="http://schemas.microsoft.com/office/drawing/2014/main" id="{7D9C71EE-6EC4-91D4-1C03-D5117BCE93B0}"/>
                  </a:ext>
                </a:extLst>
              </p:cNvPr>
              <p:cNvSpPr/>
              <p:nvPr/>
            </p:nvSpPr>
            <p:spPr>
              <a:xfrm>
                <a:off x="10546594" y="2855379"/>
                <a:ext cx="1195876" cy="1195876"/>
              </a:xfrm>
              <a:custGeom>
                <a:avLst/>
                <a:gdLst>
                  <a:gd name="connsiteX0" fmla="*/ 0 w 1195876"/>
                  <a:gd name="connsiteY0" fmla="*/ 1195876 h 1195876"/>
                  <a:gd name="connsiteX1" fmla="*/ 0 w 1195876"/>
                  <a:gd name="connsiteY1" fmla="*/ 1193940 h 1195876"/>
                  <a:gd name="connsiteX2" fmla="*/ 1193940 w 1195876"/>
                  <a:gd name="connsiteY2" fmla="*/ 0 h 1195876"/>
                  <a:gd name="connsiteX3" fmla="*/ 1195877 w 1195876"/>
                  <a:gd name="connsiteY3" fmla="*/ 0 h 1195876"/>
                  <a:gd name="connsiteX4" fmla="*/ 1195877 w 1195876"/>
                  <a:gd name="connsiteY4" fmla="*/ 1937 h 1195876"/>
                  <a:gd name="connsiteX5" fmla="*/ 1937 w 1195876"/>
                  <a:gd name="connsiteY5" fmla="*/ 1195876 h 1195876"/>
                  <a:gd name="connsiteX6" fmla="*/ 0 w 1195876"/>
                  <a:gd name="connsiteY6" fmla="*/ 1195876 h 1195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5876" h="1195876">
                    <a:moveTo>
                      <a:pt x="0" y="1195876"/>
                    </a:moveTo>
                    <a:lnTo>
                      <a:pt x="0" y="1193940"/>
                    </a:lnTo>
                    <a:cubicBezTo>
                      <a:pt x="0" y="534549"/>
                      <a:pt x="534543" y="0"/>
                      <a:pt x="1193940" y="0"/>
                    </a:cubicBezTo>
                    <a:lnTo>
                      <a:pt x="1195877" y="0"/>
                    </a:lnTo>
                    <a:lnTo>
                      <a:pt x="1195877" y="1937"/>
                    </a:lnTo>
                    <a:cubicBezTo>
                      <a:pt x="1195877" y="661327"/>
                      <a:pt x="661333" y="1195876"/>
                      <a:pt x="1937" y="1195876"/>
                    </a:cubicBezTo>
                    <a:lnTo>
                      <a:pt x="0" y="1195876"/>
                    </a:lnTo>
                    <a:close/>
                  </a:path>
                </a:pathLst>
              </a:custGeom>
              <a:solidFill>
                <a:srgbClr val="1C1C61"/>
              </a:solidFill>
              <a:ln w="6350" cap="flat">
                <a:noFill/>
                <a:prstDash val="solid"/>
                <a:miter/>
              </a:ln>
            </p:spPr>
            <p:txBody>
              <a:bodyPr rtlCol="0" anchor="ctr"/>
              <a:lstStyle/>
              <a:p>
                <a:endParaRPr lang="zh-CN" altLang="en-US"/>
              </a:p>
            </p:txBody>
          </p:sp>
          <p:sp>
            <p:nvSpPr>
              <p:cNvPr id="24" name="任意多边形: 形状 23">
                <a:extLst>
                  <a:ext uri="{FF2B5EF4-FFF2-40B4-BE49-F238E27FC236}">
                    <a16:creationId xmlns:a16="http://schemas.microsoft.com/office/drawing/2014/main" id="{ABF786CB-C313-88FF-2FAA-2965EE26B51D}"/>
                  </a:ext>
                </a:extLst>
              </p:cNvPr>
              <p:cNvSpPr/>
              <p:nvPr/>
            </p:nvSpPr>
            <p:spPr>
              <a:xfrm rot="5400000">
                <a:off x="10546589" y="1659667"/>
                <a:ext cx="1195876" cy="1195876"/>
              </a:xfrm>
              <a:custGeom>
                <a:avLst/>
                <a:gdLst>
                  <a:gd name="connsiteX0" fmla="*/ 0 w 1195876"/>
                  <a:gd name="connsiteY0" fmla="*/ 0 h 1195876"/>
                  <a:gd name="connsiteX1" fmla="*/ 1195877 w 1195876"/>
                  <a:gd name="connsiteY1" fmla="*/ 0 h 1195876"/>
                  <a:gd name="connsiteX2" fmla="*/ 1195877 w 1195876"/>
                  <a:gd name="connsiteY2" fmla="*/ 1195876 h 1195876"/>
                  <a:gd name="connsiteX3" fmla="*/ 0 w 1195876"/>
                  <a:gd name="connsiteY3" fmla="*/ 1195876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6"/>
                    </a:lnTo>
                    <a:lnTo>
                      <a:pt x="0" y="1195876"/>
                    </a:lnTo>
                    <a:close/>
                  </a:path>
                </a:pathLst>
              </a:custGeom>
              <a:solidFill>
                <a:srgbClr val="EFC590">
                  <a:alpha val="70000"/>
                </a:srgbClr>
              </a:solidFill>
              <a:ln w="6350" cap="flat">
                <a:noFill/>
                <a:prstDash val="solid"/>
                <a:miter/>
              </a:ln>
            </p:spPr>
            <p:txBody>
              <a:bodyPr rtlCol="0" anchor="ctr"/>
              <a:lstStyle/>
              <a:p>
                <a:endParaRPr lang="zh-CN" altLang="en-US"/>
              </a:p>
            </p:txBody>
          </p:sp>
          <p:sp>
            <p:nvSpPr>
              <p:cNvPr id="26" name="任意多边形: 形状 25">
                <a:extLst>
                  <a:ext uri="{FF2B5EF4-FFF2-40B4-BE49-F238E27FC236}">
                    <a16:creationId xmlns:a16="http://schemas.microsoft.com/office/drawing/2014/main" id="{1A14F84E-994A-83C0-2824-9F46FA4C65AA}"/>
                  </a:ext>
                </a:extLst>
              </p:cNvPr>
              <p:cNvSpPr/>
              <p:nvPr/>
            </p:nvSpPr>
            <p:spPr>
              <a:xfrm rot="5400000">
                <a:off x="10546596" y="463791"/>
                <a:ext cx="1195870" cy="1195876"/>
              </a:xfrm>
              <a:custGeom>
                <a:avLst/>
                <a:gdLst>
                  <a:gd name="connsiteX0" fmla="*/ 0 w 1195870"/>
                  <a:gd name="connsiteY0" fmla="*/ 0 h 1195876"/>
                  <a:gd name="connsiteX1" fmla="*/ 1195870 w 1195870"/>
                  <a:gd name="connsiteY1" fmla="*/ 0 h 1195876"/>
                  <a:gd name="connsiteX2" fmla="*/ 1195870 w 1195870"/>
                  <a:gd name="connsiteY2" fmla="*/ 1195876 h 1195876"/>
                  <a:gd name="connsiteX3" fmla="*/ 0 w 1195870"/>
                  <a:gd name="connsiteY3" fmla="*/ 1195876 h 1195876"/>
                </a:gdLst>
                <a:ahLst/>
                <a:cxnLst>
                  <a:cxn ang="0">
                    <a:pos x="connsiteX0" y="connsiteY0"/>
                  </a:cxn>
                  <a:cxn ang="0">
                    <a:pos x="connsiteX1" y="connsiteY1"/>
                  </a:cxn>
                  <a:cxn ang="0">
                    <a:pos x="connsiteX2" y="connsiteY2"/>
                  </a:cxn>
                  <a:cxn ang="0">
                    <a:pos x="connsiteX3" y="connsiteY3"/>
                  </a:cxn>
                </a:cxnLst>
                <a:rect l="l" t="t" r="r" b="b"/>
                <a:pathLst>
                  <a:path w="1195870" h="1195876">
                    <a:moveTo>
                      <a:pt x="0" y="0"/>
                    </a:moveTo>
                    <a:lnTo>
                      <a:pt x="1195870" y="0"/>
                    </a:lnTo>
                    <a:lnTo>
                      <a:pt x="1195870" y="1195876"/>
                    </a:lnTo>
                    <a:lnTo>
                      <a:pt x="0" y="1195876"/>
                    </a:lnTo>
                    <a:close/>
                  </a:path>
                </a:pathLst>
              </a:custGeom>
              <a:solidFill>
                <a:srgbClr val="DC4245"/>
              </a:solidFill>
              <a:ln w="6350" cap="flat">
                <a:noFill/>
                <a:prstDash val="solid"/>
                <a:miter/>
              </a:ln>
            </p:spPr>
            <p:txBody>
              <a:bodyPr rtlCol="0" anchor="ctr"/>
              <a:lstStyle/>
              <a:p>
                <a:endParaRPr lang="zh-CN" altLang="en-US"/>
              </a:p>
            </p:txBody>
          </p:sp>
          <p:sp>
            <p:nvSpPr>
              <p:cNvPr id="27" name="任意多边形: 形状 26">
                <a:extLst>
                  <a:ext uri="{FF2B5EF4-FFF2-40B4-BE49-F238E27FC236}">
                    <a16:creationId xmlns:a16="http://schemas.microsoft.com/office/drawing/2014/main" id="{A25D3172-952C-C052-2305-68B0C44B5314}"/>
                  </a:ext>
                </a:extLst>
              </p:cNvPr>
              <p:cNvSpPr/>
              <p:nvPr/>
            </p:nvSpPr>
            <p:spPr>
              <a:xfrm>
                <a:off x="6962343" y="5247360"/>
                <a:ext cx="1195870" cy="1195870"/>
              </a:xfrm>
              <a:custGeom>
                <a:avLst/>
                <a:gdLst>
                  <a:gd name="connsiteX0" fmla="*/ 0 w 1195870"/>
                  <a:gd name="connsiteY0" fmla="*/ 0 h 1195870"/>
                  <a:gd name="connsiteX1" fmla="*/ 597935 w 1195870"/>
                  <a:gd name="connsiteY1" fmla="*/ 0 h 1195870"/>
                  <a:gd name="connsiteX2" fmla="*/ 1195870 w 1195870"/>
                  <a:gd name="connsiteY2" fmla="*/ 597935 h 1195870"/>
                  <a:gd name="connsiteX3" fmla="*/ 1195870 w 1195870"/>
                  <a:gd name="connsiteY3" fmla="*/ 597935 h 1195870"/>
                  <a:gd name="connsiteX4" fmla="*/ 597935 w 1195870"/>
                  <a:gd name="connsiteY4" fmla="*/ 1195870 h 1195870"/>
                  <a:gd name="connsiteX5" fmla="*/ 0 w 1195870"/>
                  <a:gd name="connsiteY5" fmla="*/ 1195870 h 1195870"/>
                  <a:gd name="connsiteX6" fmla="*/ 0 w 1195870"/>
                  <a:gd name="connsiteY6" fmla="*/ 0 h 1195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5870" h="1195870">
                    <a:moveTo>
                      <a:pt x="0" y="0"/>
                    </a:moveTo>
                    <a:lnTo>
                      <a:pt x="597935" y="0"/>
                    </a:lnTo>
                    <a:cubicBezTo>
                      <a:pt x="928167" y="0"/>
                      <a:pt x="1195870" y="267703"/>
                      <a:pt x="1195870" y="597935"/>
                    </a:cubicBezTo>
                    <a:lnTo>
                      <a:pt x="1195870" y="597935"/>
                    </a:lnTo>
                    <a:cubicBezTo>
                      <a:pt x="1195870" y="928167"/>
                      <a:pt x="928167" y="1195870"/>
                      <a:pt x="597935" y="1195870"/>
                    </a:cubicBezTo>
                    <a:lnTo>
                      <a:pt x="0" y="1195870"/>
                    </a:lnTo>
                    <a:lnTo>
                      <a:pt x="0" y="0"/>
                    </a:lnTo>
                    <a:close/>
                  </a:path>
                </a:pathLst>
              </a:custGeom>
              <a:solidFill>
                <a:srgbClr val="E9A650"/>
              </a:solidFill>
              <a:ln w="6350" cap="flat">
                <a:noFill/>
                <a:prstDash val="solid"/>
                <a:miter/>
              </a:ln>
            </p:spPr>
            <p:txBody>
              <a:bodyPr rtlCol="0" anchor="ctr"/>
              <a:lstStyle/>
              <a:p>
                <a:endParaRPr lang="zh-CN" altLang="en-US"/>
              </a:p>
            </p:txBody>
          </p:sp>
          <p:sp>
            <p:nvSpPr>
              <p:cNvPr id="28" name="任意多边形: 形状 27">
                <a:extLst>
                  <a:ext uri="{FF2B5EF4-FFF2-40B4-BE49-F238E27FC236}">
                    <a16:creationId xmlns:a16="http://schemas.microsoft.com/office/drawing/2014/main" id="{E7DC336A-3765-FC0D-DF14-1650FF79FED3}"/>
                  </a:ext>
                </a:extLst>
              </p:cNvPr>
              <p:cNvSpPr/>
              <p:nvPr/>
            </p:nvSpPr>
            <p:spPr>
              <a:xfrm rot="5400000">
                <a:off x="8158225" y="5247360"/>
                <a:ext cx="1195876" cy="1195876"/>
              </a:xfrm>
              <a:custGeom>
                <a:avLst/>
                <a:gdLst>
                  <a:gd name="connsiteX0" fmla="*/ 0 w 1195876"/>
                  <a:gd name="connsiteY0" fmla="*/ 0 h 1195876"/>
                  <a:gd name="connsiteX1" fmla="*/ 1195877 w 1195876"/>
                  <a:gd name="connsiteY1" fmla="*/ 0 h 1195876"/>
                  <a:gd name="connsiteX2" fmla="*/ 1195877 w 1195876"/>
                  <a:gd name="connsiteY2" fmla="*/ 1195877 h 1195876"/>
                  <a:gd name="connsiteX3" fmla="*/ 0 w 1195876"/>
                  <a:gd name="connsiteY3" fmla="*/ 1195877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7"/>
                    </a:lnTo>
                    <a:lnTo>
                      <a:pt x="0" y="1195877"/>
                    </a:lnTo>
                    <a:close/>
                  </a:path>
                </a:pathLst>
              </a:custGeom>
              <a:solidFill>
                <a:srgbClr val="EFC590">
                  <a:alpha val="70000"/>
                </a:srgbClr>
              </a:solidFill>
              <a:ln w="6350" cap="flat">
                <a:noFill/>
                <a:prstDash val="solid"/>
                <a:miter/>
              </a:ln>
            </p:spPr>
            <p:txBody>
              <a:bodyPr rtlCol="0" anchor="ctr"/>
              <a:lstStyle/>
              <a:p>
                <a:endParaRPr lang="zh-CN" altLang="en-US"/>
              </a:p>
            </p:txBody>
          </p:sp>
          <p:sp>
            <p:nvSpPr>
              <p:cNvPr id="32" name="任意多边形: 形状 31">
                <a:extLst>
                  <a:ext uri="{FF2B5EF4-FFF2-40B4-BE49-F238E27FC236}">
                    <a16:creationId xmlns:a16="http://schemas.microsoft.com/office/drawing/2014/main" id="{F0DCA069-FA7B-1D64-70BC-4B3087C127F5}"/>
                  </a:ext>
                </a:extLst>
              </p:cNvPr>
              <p:cNvSpPr/>
              <p:nvPr/>
            </p:nvSpPr>
            <p:spPr>
              <a:xfrm rot="5400000">
                <a:off x="9354093" y="5247363"/>
                <a:ext cx="1195876" cy="1195876"/>
              </a:xfrm>
              <a:custGeom>
                <a:avLst/>
                <a:gdLst>
                  <a:gd name="connsiteX0" fmla="*/ 0 w 1195876"/>
                  <a:gd name="connsiteY0" fmla="*/ 0 h 1195876"/>
                  <a:gd name="connsiteX1" fmla="*/ 1195877 w 1195876"/>
                  <a:gd name="connsiteY1" fmla="*/ 0 h 1195876"/>
                  <a:gd name="connsiteX2" fmla="*/ 1195877 w 1195876"/>
                  <a:gd name="connsiteY2" fmla="*/ 1195877 h 1195876"/>
                  <a:gd name="connsiteX3" fmla="*/ 0 w 1195876"/>
                  <a:gd name="connsiteY3" fmla="*/ 1195877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7"/>
                    </a:lnTo>
                    <a:lnTo>
                      <a:pt x="0" y="1195877"/>
                    </a:lnTo>
                    <a:close/>
                  </a:path>
                </a:pathLst>
              </a:custGeom>
              <a:solidFill>
                <a:srgbClr val="FBF5E2"/>
              </a:solidFill>
              <a:ln w="6350" cap="flat">
                <a:noFill/>
                <a:prstDash val="solid"/>
                <a:miter/>
              </a:ln>
            </p:spPr>
            <p:txBody>
              <a:bodyPr rtlCol="0" anchor="ctr"/>
              <a:lstStyle/>
              <a:p>
                <a:endParaRPr lang="zh-CN" altLang="en-US"/>
              </a:p>
            </p:txBody>
          </p:sp>
          <p:sp>
            <p:nvSpPr>
              <p:cNvPr id="34" name="任意多边形: 形状 33">
                <a:extLst>
                  <a:ext uri="{FF2B5EF4-FFF2-40B4-BE49-F238E27FC236}">
                    <a16:creationId xmlns:a16="http://schemas.microsoft.com/office/drawing/2014/main" id="{1EEE0734-3D2F-F351-9039-66B167EF746D}"/>
                  </a:ext>
                </a:extLst>
              </p:cNvPr>
              <p:cNvSpPr/>
              <p:nvPr/>
            </p:nvSpPr>
            <p:spPr>
              <a:xfrm rot="5400000">
                <a:off x="10546592" y="5247362"/>
                <a:ext cx="1195876" cy="1195876"/>
              </a:xfrm>
              <a:custGeom>
                <a:avLst/>
                <a:gdLst>
                  <a:gd name="connsiteX0" fmla="*/ 0 w 1195876"/>
                  <a:gd name="connsiteY0" fmla="*/ 0 h 1195876"/>
                  <a:gd name="connsiteX1" fmla="*/ 1195877 w 1195876"/>
                  <a:gd name="connsiteY1" fmla="*/ 0 h 1195876"/>
                  <a:gd name="connsiteX2" fmla="*/ 1195877 w 1195876"/>
                  <a:gd name="connsiteY2" fmla="*/ 1195877 h 1195876"/>
                  <a:gd name="connsiteX3" fmla="*/ 0 w 1195876"/>
                  <a:gd name="connsiteY3" fmla="*/ 1195877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7"/>
                    </a:lnTo>
                    <a:lnTo>
                      <a:pt x="0" y="1195877"/>
                    </a:lnTo>
                    <a:close/>
                  </a:path>
                </a:pathLst>
              </a:custGeom>
              <a:solidFill>
                <a:srgbClr val="1C1C61"/>
              </a:solidFill>
              <a:ln w="6350" cap="flat">
                <a:noFill/>
                <a:prstDash val="solid"/>
                <a:miter/>
              </a:ln>
            </p:spPr>
            <p:txBody>
              <a:bodyPr rtlCol="0" anchor="ctr"/>
              <a:lstStyle/>
              <a:p>
                <a:endParaRPr lang="zh-CN" altLang="en-US"/>
              </a:p>
            </p:txBody>
          </p:sp>
          <p:sp>
            <p:nvSpPr>
              <p:cNvPr id="35" name="任意多边形: 形状 34">
                <a:extLst>
                  <a:ext uri="{FF2B5EF4-FFF2-40B4-BE49-F238E27FC236}">
                    <a16:creationId xmlns:a16="http://schemas.microsoft.com/office/drawing/2014/main" id="{BE432325-19D2-D7DD-358F-C32E4A4E3A2B}"/>
                  </a:ext>
                </a:extLst>
              </p:cNvPr>
              <p:cNvSpPr/>
              <p:nvPr/>
            </p:nvSpPr>
            <p:spPr>
              <a:xfrm>
                <a:off x="9794297" y="2200854"/>
                <a:ext cx="754423" cy="662911"/>
              </a:xfrm>
              <a:custGeom>
                <a:avLst/>
                <a:gdLst>
                  <a:gd name="connsiteX0" fmla="*/ 0 w 754423"/>
                  <a:gd name="connsiteY0" fmla="*/ 976 h 662911"/>
                  <a:gd name="connsiteX1" fmla="*/ 754424 w 754423"/>
                  <a:gd name="connsiteY1" fmla="*/ 661935 h 662911"/>
                  <a:gd name="connsiteX2" fmla="*/ 754424 w 754423"/>
                  <a:gd name="connsiteY2" fmla="*/ 661935 h 662911"/>
                  <a:gd name="connsiteX3" fmla="*/ 754424 w 754423"/>
                  <a:gd name="connsiteY3" fmla="*/ 661935 h 662911"/>
                  <a:gd name="connsiteX4" fmla="*/ 0 w 754423"/>
                  <a:gd name="connsiteY4" fmla="*/ 976 h 662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4423" h="662911">
                    <a:moveTo>
                      <a:pt x="0" y="976"/>
                    </a:moveTo>
                    <a:cubicBezTo>
                      <a:pt x="351320" y="-20334"/>
                      <a:pt x="733113" y="310615"/>
                      <a:pt x="754424" y="661935"/>
                    </a:cubicBezTo>
                    <a:lnTo>
                      <a:pt x="754424" y="661935"/>
                    </a:lnTo>
                    <a:lnTo>
                      <a:pt x="754424" y="661935"/>
                    </a:lnTo>
                    <a:cubicBezTo>
                      <a:pt x="403110" y="683246"/>
                      <a:pt x="21310" y="352297"/>
                      <a:pt x="0" y="976"/>
                    </a:cubicBezTo>
                    <a:close/>
                  </a:path>
                </a:pathLst>
              </a:custGeom>
              <a:solidFill>
                <a:srgbClr val="3F6FD5"/>
              </a:solidFill>
              <a:ln w="6350" cap="flat">
                <a:noFill/>
                <a:prstDash val="solid"/>
                <a:miter/>
              </a:ln>
            </p:spPr>
            <p:txBody>
              <a:bodyPr rtlCol="0" anchor="ctr"/>
              <a:lstStyle/>
              <a:p>
                <a:endParaRPr lang="zh-CN" altLang="en-US"/>
              </a:p>
            </p:txBody>
          </p:sp>
          <p:sp>
            <p:nvSpPr>
              <p:cNvPr id="36" name="任意多边形: 形状 35">
                <a:extLst>
                  <a:ext uri="{FF2B5EF4-FFF2-40B4-BE49-F238E27FC236}">
                    <a16:creationId xmlns:a16="http://schemas.microsoft.com/office/drawing/2014/main" id="{35DF1FFE-B24D-9390-67DF-44EA8F62BC93}"/>
                  </a:ext>
                </a:extLst>
              </p:cNvPr>
              <p:cNvSpPr/>
              <p:nvPr/>
            </p:nvSpPr>
            <p:spPr>
              <a:xfrm>
                <a:off x="10549280" y="2200854"/>
                <a:ext cx="754424" cy="662911"/>
              </a:xfrm>
              <a:custGeom>
                <a:avLst/>
                <a:gdLst>
                  <a:gd name="connsiteX0" fmla="*/ 754425 w 754424"/>
                  <a:gd name="connsiteY0" fmla="*/ 976 h 662911"/>
                  <a:gd name="connsiteX1" fmla="*/ 0 w 754424"/>
                  <a:gd name="connsiteY1" fmla="*/ 661935 h 662911"/>
                  <a:gd name="connsiteX2" fmla="*/ 0 w 754424"/>
                  <a:gd name="connsiteY2" fmla="*/ 661935 h 662911"/>
                  <a:gd name="connsiteX3" fmla="*/ 0 w 754424"/>
                  <a:gd name="connsiteY3" fmla="*/ 661935 h 662911"/>
                  <a:gd name="connsiteX4" fmla="*/ 754425 w 754424"/>
                  <a:gd name="connsiteY4" fmla="*/ 976 h 662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4424" h="662911">
                    <a:moveTo>
                      <a:pt x="754425" y="976"/>
                    </a:moveTo>
                    <a:cubicBezTo>
                      <a:pt x="403105" y="-20334"/>
                      <a:pt x="21311" y="310615"/>
                      <a:pt x="0" y="661935"/>
                    </a:cubicBezTo>
                    <a:lnTo>
                      <a:pt x="0" y="661935"/>
                    </a:lnTo>
                    <a:lnTo>
                      <a:pt x="0" y="661935"/>
                    </a:lnTo>
                    <a:cubicBezTo>
                      <a:pt x="351314" y="683246"/>
                      <a:pt x="733114" y="352297"/>
                      <a:pt x="754425" y="976"/>
                    </a:cubicBezTo>
                    <a:close/>
                  </a:path>
                </a:pathLst>
              </a:custGeom>
              <a:solidFill>
                <a:srgbClr val="FBF5E2"/>
              </a:solidFill>
              <a:ln w="6350" cap="flat">
                <a:noFill/>
                <a:prstDash val="solid"/>
                <a:miter/>
              </a:ln>
            </p:spPr>
            <p:txBody>
              <a:bodyPr rtlCol="0" anchor="ctr"/>
              <a:lstStyle/>
              <a:p>
                <a:endParaRPr lang="zh-CN" altLang="en-US"/>
              </a:p>
            </p:txBody>
          </p:sp>
          <p:sp>
            <p:nvSpPr>
              <p:cNvPr id="37" name="任意多边形: 形状 36">
                <a:extLst>
                  <a:ext uri="{FF2B5EF4-FFF2-40B4-BE49-F238E27FC236}">
                    <a16:creationId xmlns:a16="http://schemas.microsoft.com/office/drawing/2014/main" id="{FEFF0047-3A38-3688-6EB1-673529E51F37}"/>
                  </a:ext>
                </a:extLst>
              </p:cNvPr>
              <p:cNvSpPr/>
              <p:nvPr/>
            </p:nvSpPr>
            <p:spPr>
              <a:xfrm>
                <a:off x="9794297" y="1672737"/>
                <a:ext cx="754423" cy="662910"/>
              </a:xfrm>
              <a:custGeom>
                <a:avLst/>
                <a:gdLst>
                  <a:gd name="connsiteX0" fmla="*/ 0 w 754423"/>
                  <a:gd name="connsiteY0" fmla="*/ 976 h 662910"/>
                  <a:gd name="connsiteX1" fmla="*/ 754424 w 754423"/>
                  <a:gd name="connsiteY1" fmla="*/ 661935 h 662910"/>
                  <a:gd name="connsiteX2" fmla="*/ 754424 w 754423"/>
                  <a:gd name="connsiteY2" fmla="*/ 661935 h 662910"/>
                  <a:gd name="connsiteX3" fmla="*/ 754424 w 754423"/>
                  <a:gd name="connsiteY3" fmla="*/ 661935 h 662910"/>
                  <a:gd name="connsiteX4" fmla="*/ 0 w 754423"/>
                  <a:gd name="connsiteY4" fmla="*/ 976 h 662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4423" h="662910">
                    <a:moveTo>
                      <a:pt x="0" y="976"/>
                    </a:moveTo>
                    <a:cubicBezTo>
                      <a:pt x="351320" y="-20334"/>
                      <a:pt x="733113" y="310615"/>
                      <a:pt x="754424" y="661935"/>
                    </a:cubicBezTo>
                    <a:lnTo>
                      <a:pt x="754424" y="661935"/>
                    </a:lnTo>
                    <a:lnTo>
                      <a:pt x="754424" y="661935"/>
                    </a:lnTo>
                    <a:cubicBezTo>
                      <a:pt x="403110" y="683239"/>
                      <a:pt x="21310" y="352290"/>
                      <a:pt x="0" y="976"/>
                    </a:cubicBezTo>
                    <a:close/>
                  </a:path>
                </a:pathLst>
              </a:custGeom>
              <a:solidFill>
                <a:srgbClr val="3F6FD5"/>
              </a:solidFill>
              <a:ln w="6350" cap="flat">
                <a:noFill/>
                <a:prstDash val="solid"/>
                <a:miter/>
              </a:ln>
            </p:spPr>
            <p:txBody>
              <a:bodyPr rtlCol="0" anchor="ctr"/>
              <a:lstStyle/>
              <a:p>
                <a:endParaRPr lang="zh-CN" altLang="en-US"/>
              </a:p>
            </p:txBody>
          </p:sp>
          <p:sp>
            <p:nvSpPr>
              <p:cNvPr id="38" name="任意多边形: 形状 37">
                <a:extLst>
                  <a:ext uri="{FF2B5EF4-FFF2-40B4-BE49-F238E27FC236}">
                    <a16:creationId xmlns:a16="http://schemas.microsoft.com/office/drawing/2014/main" id="{9A8927EB-A656-7DBD-1A65-E60E63CB0F57}"/>
                  </a:ext>
                </a:extLst>
              </p:cNvPr>
              <p:cNvSpPr/>
              <p:nvPr/>
            </p:nvSpPr>
            <p:spPr>
              <a:xfrm>
                <a:off x="10549280" y="1672737"/>
                <a:ext cx="754424" cy="662910"/>
              </a:xfrm>
              <a:custGeom>
                <a:avLst/>
                <a:gdLst>
                  <a:gd name="connsiteX0" fmla="*/ 754425 w 754424"/>
                  <a:gd name="connsiteY0" fmla="*/ 976 h 662910"/>
                  <a:gd name="connsiteX1" fmla="*/ 0 w 754424"/>
                  <a:gd name="connsiteY1" fmla="*/ 661935 h 662910"/>
                  <a:gd name="connsiteX2" fmla="*/ 0 w 754424"/>
                  <a:gd name="connsiteY2" fmla="*/ 661935 h 662910"/>
                  <a:gd name="connsiteX3" fmla="*/ 0 w 754424"/>
                  <a:gd name="connsiteY3" fmla="*/ 661935 h 662910"/>
                  <a:gd name="connsiteX4" fmla="*/ 754425 w 754424"/>
                  <a:gd name="connsiteY4" fmla="*/ 976 h 662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4424" h="662910">
                    <a:moveTo>
                      <a:pt x="754425" y="976"/>
                    </a:moveTo>
                    <a:cubicBezTo>
                      <a:pt x="403105" y="-20334"/>
                      <a:pt x="21311" y="310615"/>
                      <a:pt x="0" y="661935"/>
                    </a:cubicBezTo>
                    <a:lnTo>
                      <a:pt x="0" y="661935"/>
                    </a:lnTo>
                    <a:lnTo>
                      <a:pt x="0" y="661935"/>
                    </a:lnTo>
                    <a:cubicBezTo>
                      <a:pt x="351314" y="683239"/>
                      <a:pt x="733114" y="352290"/>
                      <a:pt x="754425" y="976"/>
                    </a:cubicBezTo>
                    <a:close/>
                  </a:path>
                </a:pathLst>
              </a:custGeom>
              <a:solidFill>
                <a:srgbClr val="FBF5E2"/>
              </a:solidFill>
              <a:ln w="6350" cap="flat">
                <a:noFill/>
                <a:prstDash val="solid"/>
                <a:miter/>
              </a:ln>
            </p:spPr>
            <p:txBody>
              <a:bodyPr rtlCol="0" anchor="ctr"/>
              <a:lstStyle/>
              <a:p>
                <a:endParaRPr lang="zh-CN" altLang="en-US"/>
              </a:p>
            </p:txBody>
          </p:sp>
          <p:sp>
            <p:nvSpPr>
              <p:cNvPr id="39" name="任意多边形: 形状 38">
                <a:extLst>
                  <a:ext uri="{FF2B5EF4-FFF2-40B4-BE49-F238E27FC236}">
                    <a16:creationId xmlns:a16="http://schemas.microsoft.com/office/drawing/2014/main" id="{73F79DA1-F4D6-6F9A-080D-44547A94D237}"/>
                  </a:ext>
                </a:extLst>
              </p:cNvPr>
              <p:cNvSpPr/>
              <p:nvPr/>
            </p:nvSpPr>
            <p:spPr>
              <a:xfrm>
                <a:off x="8143754" y="5255977"/>
                <a:ext cx="300412" cy="301491"/>
              </a:xfrm>
              <a:custGeom>
                <a:avLst/>
                <a:gdLst>
                  <a:gd name="connsiteX0" fmla="*/ 0 w 300412"/>
                  <a:gd name="connsiteY0" fmla="*/ 0 h 301491"/>
                  <a:gd name="connsiteX1" fmla="*/ 300412 w 300412"/>
                  <a:gd name="connsiteY1" fmla="*/ 0 h 301491"/>
                  <a:gd name="connsiteX2" fmla="*/ 300412 w 300412"/>
                  <a:gd name="connsiteY2" fmla="*/ 301492 h 301491"/>
                  <a:gd name="connsiteX3" fmla="*/ 0 w 300412"/>
                  <a:gd name="connsiteY3" fmla="*/ 301492 h 301491"/>
                </a:gdLst>
                <a:ahLst/>
                <a:cxnLst>
                  <a:cxn ang="0">
                    <a:pos x="connsiteX0" y="connsiteY0"/>
                  </a:cxn>
                  <a:cxn ang="0">
                    <a:pos x="connsiteX1" y="connsiteY1"/>
                  </a:cxn>
                  <a:cxn ang="0">
                    <a:pos x="connsiteX2" y="connsiteY2"/>
                  </a:cxn>
                  <a:cxn ang="0">
                    <a:pos x="connsiteX3" y="connsiteY3"/>
                  </a:cxn>
                </a:cxnLst>
                <a:rect l="l" t="t" r="r" b="b"/>
                <a:pathLst>
                  <a:path w="300412" h="301491">
                    <a:moveTo>
                      <a:pt x="0" y="0"/>
                    </a:moveTo>
                    <a:lnTo>
                      <a:pt x="300412" y="0"/>
                    </a:lnTo>
                    <a:lnTo>
                      <a:pt x="300412" y="301492"/>
                    </a:lnTo>
                    <a:lnTo>
                      <a:pt x="0" y="301492"/>
                    </a:lnTo>
                    <a:close/>
                  </a:path>
                </a:pathLst>
              </a:custGeom>
              <a:solidFill>
                <a:srgbClr val="FBF5E2"/>
              </a:solidFill>
              <a:ln w="6350" cap="flat">
                <a:noFill/>
                <a:prstDash val="solid"/>
                <a:miter/>
              </a:ln>
            </p:spPr>
            <p:txBody>
              <a:bodyPr rtlCol="0" anchor="ctr"/>
              <a:lstStyle/>
              <a:p>
                <a:endParaRPr lang="zh-CN" altLang="en-US"/>
              </a:p>
            </p:txBody>
          </p:sp>
          <p:sp>
            <p:nvSpPr>
              <p:cNvPr id="40" name="任意多边形: 形状 39">
                <a:extLst>
                  <a:ext uri="{FF2B5EF4-FFF2-40B4-BE49-F238E27FC236}">
                    <a16:creationId xmlns:a16="http://schemas.microsoft.com/office/drawing/2014/main" id="{B105ABDD-017A-62AE-9746-CC1A0E148B7E}"/>
                  </a:ext>
                </a:extLst>
              </p:cNvPr>
              <p:cNvSpPr/>
              <p:nvPr/>
            </p:nvSpPr>
            <p:spPr>
              <a:xfrm>
                <a:off x="8444318" y="5553805"/>
                <a:ext cx="300412" cy="301491"/>
              </a:xfrm>
              <a:custGeom>
                <a:avLst/>
                <a:gdLst>
                  <a:gd name="connsiteX0" fmla="*/ 0 w 300412"/>
                  <a:gd name="connsiteY0" fmla="*/ 0 h 301491"/>
                  <a:gd name="connsiteX1" fmla="*/ 300412 w 300412"/>
                  <a:gd name="connsiteY1" fmla="*/ 0 h 301491"/>
                  <a:gd name="connsiteX2" fmla="*/ 300412 w 300412"/>
                  <a:gd name="connsiteY2" fmla="*/ 301492 h 301491"/>
                  <a:gd name="connsiteX3" fmla="*/ 0 w 300412"/>
                  <a:gd name="connsiteY3" fmla="*/ 301492 h 301491"/>
                </a:gdLst>
                <a:ahLst/>
                <a:cxnLst>
                  <a:cxn ang="0">
                    <a:pos x="connsiteX0" y="connsiteY0"/>
                  </a:cxn>
                  <a:cxn ang="0">
                    <a:pos x="connsiteX1" y="connsiteY1"/>
                  </a:cxn>
                  <a:cxn ang="0">
                    <a:pos x="connsiteX2" y="connsiteY2"/>
                  </a:cxn>
                  <a:cxn ang="0">
                    <a:pos x="connsiteX3" y="connsiteY3"/>
                  </a:cxn>
                </a:cxnLst>
                <a:rect l="l" t="t" r="r" b="b"/>
                <a:pathLst>
                  <a:path w="300412" h="301491">
                    <a:moveTo>
                      <a:pt x="0" y="0"/>
                    </a:moveTo>
                    <a:lnTo>
                      <a:pt x="300412" y="0"/>
                    </a:lnTo>
                    <a:lnTo>
                      <a:pt x="300412" y="301492"/>
                    </a:lnTo>
                    <a:lnTo>
                      <a:pt x="0" y="301492"/>
                    </a:lnTo>
                    <a:close/>
                  </a:path>
                </a:pathLst>
              </a:custGeom>
              <a:solidFill>
                <a:srgbClr val="FBF5E2"/>
              </a:solidFill>
              <a:ln w="6350" cap="flat">
                <a:noFill/>
                <a:prstDash val="solid"/>
                <a:miter/>
              </a:ln>
            </p:spPr>
            <p:txBody>
              <a:bodyPr rtlCol="0" anchor="ctr"/>
              <a:lstStyle/>
              <a:p>
                <a:endParaRPr lang="zh-CN" altLang="en-US"/>
              </a:p>
            </p:txBody>
          </p:sp>
          <p:sp>
            <p:nvSpPr>
              <p:cNvPr id="41" name="任意多边形: 形状 40">
                <a:extLst>
                  <a:ext uri="{FF2B5EF4-FFF2-40B4-BE49-F238E27FC236}">
                    <a16:creationId xmlns:a16="http://schemas.microsoft.com/office/drawing/2014/main" id="{E2A9F960-1AEA-F50D-925A-536D4AC85844}"/>
                  </a:ext>
                </a:extLst>
              </p:cNvPr>
              <p:cNvSpPr/>
              <p:nvPr/>
            </p:nvSpPr>
            <p:spPr>
              <a:xfrm>
                <a:off x="8744889" y="5853544"/>
                <a:ext cx="300412" cy="301491"/>
              </a:xfrm>
              <a:custGeom>
                <a:avLst/>
                <a:gdLst>
                  <a:gd name="connsiteX0" fmla="*/ 0 w 300412"/>
                  <a:gd name="connsiteY0" fmla="*/ 0 h 301491"/>
                  <a:gd name="connsiteX1" fmla="*/ 300412 w 300412"/>
                  <a:gd name="connsiteY1" fmla="*/ 0 h 301491"/>
                  <a:gd name="connsiteX2" fmla="*/ 300412 w 300412"/>
                  <a:gd name="connsiteY2" fmla="*/ 301492 h 301491"/>
                  <a:gd name="connsiteX3" fmla="*/ 0 w 300412"/>
                  <a:gd name="connsiteY3" fmla="*/ 301492 h 301491"/>
                </a:gdLst>
                <a:ahLst/>
                <a:cxnLst>
                  <a:cxn ang="0">
                    <a:pos x="connsiteX0" y="connsiteY0"/>
                  </a:cxn>
                  <a:cxn ang="0">
                    <a:pos x="connsiteX1" y="connsiteY1"/>
                  </a:cxn>
                  <a:cxn ang="0">
                    <a:pos x="connsiteX2" y="connsiteY2"/>
                  </a:cxn>
                  <a:cxn ang="0">
                    <a:pos x="connsiteX3" y="connsiteY3"/>
                  </a:cxn>
                </a:cxnLst>
                <a:rect l="l" t="t" r="r" b="b"/>
                <a:pathLst>
                  <a:path w="300412" h="301491">
                    <a:moveTo>
                      <a:pt x="0" y="0"/>
                    </a:moveTo>
                    <a:lnTo>
                      <a:pt x="300412" y="0"/>
                    </a:lnTo>
                    <a:lnTo>
                      <a:pt x="300412" y="301492"/>
                    </a:lnTo>
                    <a:lnTo>
                      <a:pt x="0" y="301492"/>
                    </a:lnTo>
                    <a:close/>
                  </a:path>
                </a:pathLst>
              </a:custGeom>
              <a:solidFill>
                <a:srgbClr val="FBF5E2"/>
              </a:solidFill>
              <a:ln w="6350" cap="flat">
                <a:noFill/>
                <a:prstDash val="solid"/>
                <a:miter/>
              </a:ln>
            </p:spPr>
            <p:txBody>
              <a:bodyPr rtlCol="0" anchor="ctr"/>
              <a:lstStyle/>
              <a:p>
                <a:endParaRPr lang="zh-CN" altLang="en-US"/>
              </a:p>
            </p:txBody>
          </p:sp>
          <p:sp>
            <p:nvSpPr>
              <p:cNvPr id="42" name="任意多边形: 形状 41">
                <a:extLst>
                  <a:ext uri="{FF2B5EF4-FFF2-40B4-BE49-F238E27FC236}">
                    <a16:creationId xmlns:a16="http://schemas.microsoft.com/office/drawing/2014/main" id="{BF480260-25DF-6189-99F0-E683A4D308FE}"/>
                  </a:ext>
                </a:extLst>
              </p:cNvPr>
              <p:cNvSpPr/>
              <p:nvPr/>
            </p:nvSpPr>
            <p:spPr>
              <a:xfrm>
                <a:off x="9045454" y="6151378"/>
                <a:ext cx="303612" cy="301491"/>
              </a:xfrm>
              <a:custGeom>
                <a:avLst/>
                <a:gdLst>
                  <a:gd name="connsiteX0" fmla="*/ 0 w 303612"/>
                  <a:gd name="connsiteY0" fmla="*/ 0 h 301491"/>
                  <a:gd name="connsiteX1" fmla="*/ 303612 w 303612"/>
                  <a:gd name="connsiteY1" fmla="*/ 0 h 301491"/>
                  <a:gd name="connsiteX2" fmla="*/ 303612 w 303612"/>
                  <a:gd name="connsiteY2" fmla="*/ 301492 h 301491"/>
                  <a:gd name="connsiteX3" fmla="*/ 0 w 303612"/>
                  <a:gd name="connsiteY3" fmla="*/ 301492 h 301491"/>
                </a:gdLst>
                <a:ahLst/>
                <a:cxnLst>
                  <a:cxn ang="0">
                    <a:pos x="connsiteX0" y="connsiteY0"/>
                  </a:cxn>
                  <a:cxn ang="0">
                    <a:pos x="connsiteX1" y="connsiteY1"/>
                  </a:cxn>
                  <a:cxn ang="0">
                    <a:pos x="connsiteX2" y="connsiteY2"/>
                  </a:cxn>
                  <a:cxn ang="0">
                    <a:pos x="connsiteX3" y="connsiteY3"/>
                  </a:cxn>
                </a:cxnLst>
                <a:rect l="l" t="t" r="r" b="b"/>
                <a:pathLst>
                  <a:path w="303612" h="301491">
                    <a:moveTo>
                      <a:pt x="0" y="0"/>
                    </a:moveTo>
                    <a:lnTo>
                      <a:pt x="303612" y="0"/>
                    </a:lnTo>
                    <a:lnTo>
                      <a:pt x="303612" y="301492"/>
                    </a:lnTo>
                    <a:lnTo>
                      <a:pt x="0" y="301492"/>
                    </a:lnTo>
                    <a:close/>
                  </a:path>
                </a:pathLst>
              </a:custGeom>
              <a:solidFill>
                <a:srgbClr val="FBF5E2"/>
              </a:solidFill>
              <a:ln w="6350" cap="flat">
                <a:noFill/>
                <a:prstDash val="solid"/>
                <a:miter/>
              </a:ln>
            </p:spPr>
            <p:txBody>
              <a:bodyPr rtlCol="0" anchor="ctr"/>
              <a:lstStyle/>
              <a:p>
                <a:endParaRPr lang="zh-CN" altLang="en-US"/>
              </a:p>
            </p:txBody>
          </p:sp>
          <p:sp>
            <p:nvSpPr>
              <p:cNvPr id="43" name="任意多边形: 形状 42">
                <a:extLst>
                  <a:ext uri="{FF2B5EF4-FFF2-40B4-BE49-F238E27FC236}">
                    <a16:creationId xmlns:a16="http://schemas.microsoft.com/office/drawing/2014/main" id="{08014B8B-9214-10E6-0E8C-FE5A0887FB1C}"/>
                  </a:ext>
                </a:extLst>
              </p:cNvPr>
              <p:cNvSpPr/>
              <p:nvPr/>
            </p:nvSpPr>
            <p:spPr>
              <a:xfrm>
                <a:off x="10892370" y="4051998"/>
                <a:ext cx="569417" cy="444055"/>
              </a:xfrm>
              <a:custGeom>
                <a:avLst/>
                <a:gdLst>
                  <a:gd name="connsiteX0" fmla="*/ 569417 w 569417"/>
                  <a:gd name="connsiteY0" fmla="*/ 0 h 444055"/>
                  <a:gd name="connsiteX1" fmla="*/ 293154 w 569417"/>
                  <a:gd name="connsiteY1" fmla="*/ 444055 h 444055"/>
                  <a:gd name="connsiteX2" fmla="*/ 0 w 569417"/>
                  <a:gd name="connsiteY2" fmla="*/ 0 h 444055"/>
                </a:gdLst>
                <a:ahLst/>
                <a:cxnLst>
                  <a:cxn ang="0">
                    <a:pos x="connsiteX0" y="connsiteY0"/>
                  </a:cxn>
                  <a:cxn ang="0">
                    <a:pos x="connsiteX1" y="connsiteY1"/>
                  </a:cxn>
                  <a:cxn ang="0">
                    <a:pos x="connsiteX2" y="connsiteY2"/>
                  </a:cxn>
                </a:cxnLst>
                <a:rect l="l" t="t" r="r" b="b"/>
                <a:pathLst>
                  <a:path w="569417" h="444055">
                    <a:moveTo>
                      <a:pt x="569417" y="0"/>
                    </a:moveTo>
                    <a:lnTo>
                      <a:pt x="293154" y="444055"/>
                    </a:lnTo>
                    <a:lnTo>
                      <a:pt x="0" y="0"/>
                    </a:lnTo>
                    <a:close/>
                  </a:path>
                </a:pathLst>
              </a:custGeom>
              <a:solidFill>
                <a:srgbClr val="3F6FD5"/>
              </a:solidFill>
              <a:ln w="6350" cap="flat">
                <a:noFill/>
                <a:prstDash val="solid"/>
                <a:miter/>
              </a:ln>
            </p:spPr>
            <p:txBody>
              <a:bodyPr rtlCol="0" anchor="ctr"/>
              <a:lstStyle/>
              <a:p>
                <a:endParaRPr lang="zh-CN" altLang="en-US"/>
              </a:p>
            </p:txBody>
          </p:sp>
          <p:sp>
            <p:nvSpPr>
              <p:cNvPr id="44" name="任意多边形: 形状 43">
                <a:extLst>
                  <a:ext uri="{FF2B5EF4-FFF2-40B4-BE49-F238E27FC236}">
                    <a16:creationId xmlns:a16="http://schemas.microsoft.com/office/drawing/2014/main" id="{511E8969-EBFC-C355-E54F-3BE169B93CF3}"/>
                  </a:ext>
                </a:extLst>
              </p:cNvPr>
              <p:cNvSpPr/>
              <p:nvPr/>
            </p:nvSpPr>
            <p:spPr>
              <a:xfrm>
                <a:off x="10892370" y="4424083"/>
                <a:ext cx="569417" cy="444055"/>
              </a:xfrm>
              <a:custGeom>
                <a:avLst/>
                <a:gdLst>
                  <a:gd name="connsiteX0" fmla="*/ 569417 w 569417"/>
                  <a:gd name="connsiteY0" fmla="*/ 0 h 444055"/>
                  <a:gd name="connsiteX1" fmla="*/ 293154 w 569417"/>
                  <a:gd name="connsiteY1" fmla="*/ 444055 h 444055"/>
                  <a:gd name="connsiteX2" fmla="*/ 0 w 569417"/>
                  <a:gd name="connsiteY2" fmla="*/ 0 h 444055"/>
                </a:gdLst>
                <a:ahLst/>
                <a:cxnLst>
                  <a:cxn ang="0">
                    <a:pos x="connsiteX0" y="connsiteY0"/>
                  </a:cxn>
                  <a:cxn ang="0">
                    <a:pos x="connsiteX1" y="connsiteY1"/>
                  </a:cxn>
                  <a:cxn ang="0">
                    <a:pos x="connsiteX2" y="connsiteY2"/>
                  </a:cxn>
                </a:cxnLst>
                <a:rect l="l" t="t" r="r" b="b"/>
                <a:pathLst>
                  <a:path w="569417" h="444055">
                    <a:moveTo>
                      <a:pt x="569417" y="0"/>
                    </a:moveTo>
                    <a:lnTo>
                      <a:pt x="293154" y="444055"/>
                    </a:lnTo>
                    <a:lnTo>
                      <a:pt x="0" y="0"/>
                    </a:lnTo>
                    <a:close/>
                  </a:path>
                </a:pathLst>
              </a:custGeom>
              <a:solidFill>
                <a:srgbClr val="3F6FD5"/>
              </a:solidFill>
              <a:ln w="6350" cap="flat">
                <a:noFill/>
                <a:prstDash val="solid"/>
                <a:miter/>
              </a:ln>
            </p:spPr>
            <p:txBody>
              <a:bodyPr rtlCol="0" anchor="ctr"/>
              <a:lstStyle/>
              <a:p>
                <a:endParaRPr lang="zh-CN" altLang="en-US"/>
              </a:p>
            </p:txBody>
          </p:sp>
          <p:sp>
            <p:nvSpPr>
              <p:cNvPr id="45" name="任意多边形: 形状 44">
                <a:extLst>
                  <a:ext uri="{FF2B5EF4-FFF2-40B4-BE49-F238E27FC236}">
                    <a16:creationId xmlns:a16="http://schemas.microsoft.com/office/drawing/2014/main" id="{634AD93C-BF6E-87BF-309A-A2B729389877}"/>
                  </a:ext>
                </a:extLst>
              </p:cNvPr>
              <p:cNvSpPr/>
              <p:nvPr/>
            </p:nvSpPr>
            <p:spPr>
              <a:xfrm>
                <a:off x="10892370" y="4807203"/>
                <a:ext cx="569417" cy="444062"/>
              </a:xfrm>
              <a:custGeom>
                <a:avLst/>
                <a:gdLst>
                  <a:gd name="connsiteX0" fmla="*/ 569417 w 569417"/>
                  <a:gd name="connsiteY0" fmla="*/ 0 h 444062"/>
                  <a:gd name="connsiteX1" fmla="*/ 293154 w 569417"/>
                  <a:gd name="connsiteY1" fmla="*/ 444062 h 444062"/>
                  <a:gd name="connsiteX2" fmla="*/ 0 w 569417"/>
                  <a:gd name="connsiteY2" fmla="*/ 0 h 444062"/>
                </a:gdLst>
                <a:ahLst/>
                <a:cxnLst>
                  <a:cxn ang="0">
                    <a:pos x="connsiteX0" y="connsiteY0"/>
                  </a:cxn>
                  <a:cxn ang="0">
                    <a:pos x="connsiteX1" y="connsiteY1"/>
                  </a:cxn>
                  <a:cxn ang="0">
                    <a:pos x="connsiteX2" y="connsiteY2"/>
                  </a:cxn>
                </a:cxnLst>
                <a:rect l="l" t="t" r="r" b="b"/>
                <a:pathLst>
                  <a:path w="569417" h="444062">
                    <a:moveTo>
                      <a:pt x="569417" y="0"/>
                    </a:moveTo>
                    <a:lnTo>
                      <a:pt x="293154" y="444062"/>
                    </a:lnTo>
                    <a:lnTo>
                      <a:pt x="0" y="0"/>
                    </a:lnTo>
                    <a:close/>
                  </a:path>
                </a:pathLst>
              </a:custGeom>
              <a:solidFill>
                <a:srgbClr val="3F6FD5"/>
              </a:solidFill>
              <a:ln w="6350" cap="flat">
                <a:noFill/>
                <a:prstDash val="solid"/>
                <a:miter/>
              </a:ln>
            </p:spPr>
            <p:txBody>
              <a:bodyPr rtlCol="0" anchor="ctr"/>
              <a:lstStyle/>
              <a:p>
                <a:endParaRPr lang="zh-CN" altLang="en-US"/>
              </a:p>
            </p:txBody>
          </p:sp>
          <p:sp>
            <p:nvSpPr>
              <p:cNvPr id="46" name="任意多边形: 形状 45">
                <a:extLst>
                  <a:ext uri="{FF2B5EF4-FFF2-40B4-BE49-F238E27FC236}">
                    <a16:creationId xmlns:a16="http://schemas.microsoft.com/office/drawing/2014/main" id="{F9A4DAF4-19F3-28E6-53CB-DB8EC23BDA26}"/>
                  </a:ext>
                </a:extLst>
              </p:cNvPr>
              <p:cNvSpPr/>
              <p:nvPr/>
            </p:nvSpPr>
            <p:spPr>
              <a:xfrm>
                <a:off x="6962343" y="4055078"/>
                <a:ext cx="1197120" cy="1197121"/>
              </a:xfrm>
              <a:custGeom>
                <a:avLst/>
                <a:gdLst>
                  <a:gd name="connsiteX0" fmla="*/ 0 w 1197120"/>
                  <a:gd name="connsiteY0" fmla="*/ 0 h 1197121"/>
                  <a:gd name="connsiteX1" fmla="*/ 1197121 w 1197120"/>
                  <a:gd name="connsiteY1" fmla="*/ 0 h 1197121"/>
                  <a:gd name="connsiteX2" fmla="*/ 1197121 w 1197120"/>
                  <a:gd name="connsiteY2" fmla="*/ 1197121 h 1197121"/>
                  <a:gd name="connsiteX3" fmla="*/ 1195184 w 1197120"/>
                  <a:gd name="connsiteY3" fmla="*/ 1197121 h 1197121"/>
                  <a:gd name="connsiteX4" fmla="*/ 0 w 1197120"/>
                  <a:gd name="connsiteY4" fmla="*/ 1937 h 1197121"/>
                  <a:gd name="connsiteX5" fmla="*/ 0 w 1197120"/>
                  <a:gd name="connsiteY5" fmla="*/ 0 h 119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120" h="1197121">
                    <a:moveTo>
                      <a:pt x="0" y="0"/>
                    </a:moveTo>
                    <a:lnTo>
                      <a:pt x="1197121" y="0"/>
                    </a:lnTo>
                    <a:lnTo>
                      <a:pt x="1197121" y="1197121"/>
                    </a:lnTo>
                    <a:lnTo>
                      <a:pt x="1195184" y="1197121"/>
                    </a:lnTo>
                    <a:cubicBezTo>
                      <a:pt x="535101" y="1197121"/>
                      <a:pt x="0" y="662019"/>
                      <a:pt x="0" y="1937"/>
                    </a:cubicBezTo>
                    <a:lnTo>
                      <a:pt x="0" y="0"/>
                    </a:lnTo>
                    <a:close/>
                  </a:path>
                </a:pathLst>
              </a:custGeom>
              <a:solidFill>
                <a:srgbClr val="FBF5E2"/>
              </a:solidFill>
              <a:ln w="6350" cap="flat">
                <a:noFill/>
                <a:prstDash val="solid"/>
                <a:miter/>
              </a:ln>
            </p:spPr>
            <p:txBody>
              <a:bodyPr rtlCol="0" anchor="ctr"/>
              <a:lstStyle/>
              <a:p>
                <a:endParaRPr lang="zh-CN" altLang="en-US"/>
              </a:p>
            </p:txBody>
          </p:sp>
          <p:sp>
            <p:nvSpPr>
              <p:cNvPr id="47" name="任意多边形: 形状 46">
                <a:extLst>
                  <a:ext uri="{FF2B5EF4-FFF2-40B4-BE49-F238E27FC236}">
                    <a16:creationId xmlns:a16="http://schemas.microsoft.com/office/drawing/2014/main" id="{0B44FB26-FD61-0C58-61E9-74D29978E7DB}"/>
                  </a:ext>
                </a:extLst>
              </p:cNvPr>
              <p:cNvSpPr/>
              <p:nvPr/>
            </p:nvSpPr>
            <p:spPr>
              <a:xfrm>
                <a:off x="8159495" y="4055078"/>
                <a:ext cx="1197121" cy="1197121"/>
              </a:xfrm>
              <a:custGeom>
                <a:avLst/>
                <a:gdLst>
                  <a:gd name="connsiteX0" fmla="*/ 0 w 1197121"/>
                  <a:gd name="connsiteY0" fmla="*/ 0 h 1197121"/>
                  <a:gd name="connsiteX1" fmla="*/ 1197122 w 1197121"/>
                  <a:gd name="connsiteY1" fmla="*/ 0 h 1197121"/>
                  <a:gd name="connsiteX2" fmla="*/ 1197122 w 1197121"/>
                  <a:gd name="connsiteY2" fmla="*/ 1937 h 1197121"/>
                  <a:gd name="connsiteX3" fmla="*/ 1937 w 1197121"/>
                  <a:gd name="connsiteY3" fmla="*/ 1197121 h 1197121"/>
                  <a:gd name="connsiteX4" fmla="*/ 0 w 1197121"/>
                  <a:gd name="connsiteY4" fmla="*/ 1197121 h 1197121"/>
                  <a:gd name="connsiteX5" fmla="*/ 0 w 1197121"/>
                  <a:gd name="connsiteY5" fmla="*/ 0 h 119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121" h="1197121">
                    <a:moveTo>
                      <a:pt x="0" y="0"/>
                    </a:moveTo>
                    <a:lnTo>
                      <a:pt x="1197122" y="0"/>
                    </a:lnTo>
                    <a:lnTo>
                      <a:pt x="1197122" y="1937"/>
                    </a:lnTo>
                    <a:cubicBezTo>
                      <a:pt x="1197122" y="662019"/>
                      <a:pt x="662019" y="1197121"/>
                      <a:pt x="1937" y="1197121"/>
                    </a:cubicBezTo>
                    <a:lnTo>
                      <a:pt x="0" y="1197121"/>
                    </a:lnTo>
                    <a:lnTo>
                      <a:pt x="0" y="0"/>
                    </a:lnTo>
                    <a:close/>
                  </a:path>
                </a:pathLst>
              </a:custGeom>
              <a:solidFill>
                <a:srgbClr val="1C1C61"/>
              </a:solidFill>
              <a:ln w="6350" cap="flat">
                <a:noFill/>
                <a:prstDash val="solid"/>
                <a:miter/>
              </a:ln>
            </p:spPr>
            <p:txBody>
              <a:bodyPr rtlCol="0" anchor="ctr"/>
              <a:lstStyle/>
              <a:p>
                <a:endParaRPr lang="zh-CN" altLang="en-US"/>
              </a:p>
            </p:txBody>
          </p:sp>
          <p:sp>
            <p:nvSpPr>
              <p:cNvPr id="48" name="任意多边形: 形状 47">
                <a:extLst>
                  <a:ext uri="{FF2B5EF4-FFF2-40B4-BE49-F238E27FC236}">
                    <a16:creationId xmlns:a16="http://schemas.microsoft.com/office/drawing/2014/main" id="{E88174A9-FDF5-10A9-232D-6260AE57D40A}"/>
                  </a:ext>
                </a:extLst>
              </p:cNvPr>
              <p:cNvSpPr/>
              <p:nvPr/>
            </p:nvSpPr>
            <p:spPr>
              <a:xfrm>
                <a:off x="7411649" y="4055078"/>
                <a:ext cx="747821" cy="747820"/>
              </a:xfrm>
              <a:custGeom>
                <a:avLst/>
                <a:gdLst>
                  <a:gd name="connsiteX0" fmla="*/ 0 w 747821"/>
                  <a:gd name="connsiteY0" fmla="*/ 0 h 747820"/>
                  <a:gd name="connsiteX1" fmla="*/ 747821 w 747821"/>
                  <a:gd name="connsiteY1" fmla="*/ 0 h 747820"/>
                  <a:gd name="connsiteX2" fmla="*/ 747821 w 747821"/>
                  <a:gd name="connsiteY2" fmla="*/ 747821 h 747820"/>
                  <a:gd name="connsiteX3" fmla="*/ 746608 w 747821"/>
                  <a:gd name="connsiteY3" fmla="*/ 747821 h 747820"/>
                  <a:gd name="connsiteX4" fmla="*/ 0 w 747821"/>
                  <a:gd name="connsiteY4" fmla="*/ 1213 h 747820"/>
                  <a:gd name="connsiteX5" fmla="*/ 0 w 747821"/>
                  <a:gd name="connsiteY5" fmla="*/ 0 h 747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7821" h="747820">
                    <a:moveTo>
                      <a:pt x="0" y="0"/>
                    </a:moveTo>
                    <a:lnTo>
                      <a:pt x="747821" y="0"/>
                    </a:lnTo>
                    <a:lnTo>
                      <a:pt x="747821" y="747821"/>
                    </a:lnTo>
                    <a:lnTo>
                      <a:pt x="746608" y="747821"/>
                    </a:lnTo>
                    <a:cubicBezTo>
                      <a:pt x="334270" y="747821"/>
                      <a:pt x="0" y="413550"/>
                      <a:pt x="0" y="1213"/>
                    </a:cubicBezTo>
                    <a:lnTo>
                      <a:pt x="0" y="0"/>
                    </a:lnTo>
                    <a:close/>
                  </a:path>
                </a:pathLst>
              </a:custGeom>
              <a:solidFill>
                <a:srgbClr val="DC4245"/>
              </a:solidFill>
              <a:ln w="6350" cap="flat">
                <a:noFill/>
                <a:prstDash val="solid"/>
                <a:miter/>
              </a:ln>
            </p:spPr>
            <p:txBody>
              <a:bodyPr rtlCol="0" anchor="ctr"/>
              <a:lstStyle/>
              <a:p>
                <a:endParaRPr lang="zh-CN" altLang="en-US"/>
              </a:p>
            </p:txBody>
          </p:sp>
          <p:sp>
            <p:nvSpPr>
              <p:cNvPr id="49" name="任意多边形: 形状 48">
                <a:extLst>
                  <a:ext uri="{FF2B5EF4-FFF2-40B4-BE49-F238E27FC236}">
                    <a16:creationId xmlns:a16="http://schemas.microsoft.com/office/drawing/2014/main" id="{618DB4C1-DBD3-0B7C-FC82-76E093CB50E5}"/>
                  </a:ext>
                </a:extLst>
              </p:cNvPr>
              <p:cNvSpPr/>
              <p:nvPr/>
            </p:nvSpPr>
            <p:spPr>
              <a:xfrm>
                <a:off x="8159489" y="4055078"/>
                <a:ext cx="747820" cy="747820"/>
              </a:xfrm>
              <a:custGeom>
                <a:avLst/>
                <a:gdLst>
                  <a:gd name="connsiteX0" fmla="*/ 0 w 747820"/>
                  <a:gd name="connsiteY0" fmla="*/ 0 h 747820"/>
                  <a:gd name="connsiteX1" fmla="*/ 747820 w 747820"/>
                  <a:gd name="connsiteY1" fmla="*/ 0 h 747820"/>
                  <a:gd name="connsiteX2" fmla="*/ 747820 w 747820"/>
                  <a:gd name="connsiteY2" fmla="*/ 1213 h 747820"/>
                  <a:gd name="connsiteX3" fmla="*/ 1213 w 747820"/>
                  <a:gd name="connsiteY3" fmla="*/ 747821 h 747820"/>
                  <a:gd name="connsiteX4" fmla="*/ 0 w 747820"/>
                  <a:gd name="connsiteY4" fmla="*/ 747821 h 747820"/>
                  <a:gd name="connsiteX5" fmla="*/ 0 w 747820"/>
                  <a:gd name="connsiteY5" fmla="*/ 0 h 747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7820" h="747820">
                    <a:moveTo>
                      <a:pt x="0" y="0"/>
                    </a:moveTo>
                    <a:lnTo>
                      <a:pt x="747820" y="0"/>
                    </a:lnTo>
                    <a:lnTo>
                      <a:pt x="747820" y="1213"/>
                    </a:lnTo>
                    <a:cubicBezTo>
                      <a:pt x="747820" y="413550"/>
                      <a:pt x="413550" y="747821"/>
                      <a:pt x="1213" y="747821"/>
                    </a:cubicBezTo>
                    <a:lnTo>
                      <a:pt x="0" y="747821"/>
                    </a:lnTo>
                    <a:lnTo>
                      <a:pt x="0" y="0"/>
                    </a:lnTo>
                    <a:close/>
                  </a:path>
                </a:pathLst>
              </a:custGeom>
              <a:solidFill>
                <a:srgbClr val="FBF5E2"/>
              </a:solidFill>
              <a:ln w="6350" cap="flat">
                <a:noFill/>
                <a:prstDash val="solid"/>
                <a:miter/>
              </a:ln>
            </p:spPr>
            <p:txBody>
              <a:bodyPr rtlCol="0" anchor="ctr"/>
              <a:lstStyle/>
              <a:p>
                <a:endParaRPr lang="zh-CN" altLang="en-US"/>
              </a:p>
            </p:txBody>
          </p:sp>
          <p:sp>
            <p:nvSpPr>
              <p:cNvPr id="50" name="任意多边形: 形状 49">
                <a:extLst>
                  <a:ext uri="{FF2B5EF4-FFF2-40B4-BE49-F238E27FC236}">
                    <a16:creationId xmlns:a16="http://schemas.microsoft.com/office/drawing/2014/main" id="{DE1F63FB-7346-F7B2-24A9-B0F50C58EA63}"/>
                  </a:ext>
                </a:extLst>
              </p:cNvPr>
              <p:cNvSpPr/>
              <p:nvPr/>
            </p:nvSpPr>
            <p:spPr>
              <a:xfrm>
                <a:off x="8159495" y="2855385"/>
                <a:ext cx="1197121" cy="1197121"/>
              </a:xfrm>
              <a:custGeom>
                <a:avLst/>
                <a:gdLst>
                  <a:gd name="connsiteX0" fmla="*/ 1197122 w 1197121"/>
                  <a:gd name="connsiteY0" fmla="*/ 1197121 h 1197121"/>
                  <a:gd name="connsiteX1" fmla="*/ 0 w 1197121"/>
                  <a:gd name="connsiteY1" fmla="*/ 1197121 h 1197121"/>
                  <a:gd name="connsiteX2" fmla="*/ 0 w 1197121"/>
                  <a:gd name="connsiteY2" fmla="*/ 0 h 1197121"/>
                  <a:gd name="connsiteX3" fmla="*/ 1937 w 1197121"/>
                  <a:gd name="connsiteY3" fmla="*/ 0 h 1197121"/>
                  <a:gd name="connsiteX4" fmla="*/ 1197122 w 1197121"/>
                  <a:gd name="connsiteY4" fmla="*/ 1195184 h 1197121"/>
                  <a:gd name="connsiteX5" fmla="*/ 1197122 w 1197121"/>
                  <a:gd name="connsiteY5" fmla="*/ 1197121 h 119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121" h="1197121">
                    <a:moveTo>
                      <a:pt x="1197122" y="1197121"/>
                    </a:moveTo>
                    <a:lnTo>
                      <a:pt x="0" y="1197121"/>
                    </a:lnTo>
                    <a:lnTo>
                      <a:pt x="0" y="0"/>
                    </a:lnTo>
                    <a:lnTo>
                      <a:pt x="1937" y="0"/>
                    </a:lnTo>
                    <a:cubicBezTo>
                      <a:pt x="662019" y="0"/>
                      <a:pt x="1197122" y="535102"/>
                      <a:pt x="1197122" y="1195184"/>
                    </a:cubicBezTo>
                    <a:lnTo>
                      <a:pt x="1197122" y="1197121"/>
                    </a:lnTo>
                    <a:close/>
                  </a:path>
                </a:pathLst>
              </a:custGeom>
              <a:solidFill>
                <a:srgbClr val="FBF5E2"/>
              </a:solidFill>
              <a:ln w="6350" cap="flat">
                <a:noFill/>
                <a:prstDash val="solid"/>
                <a:miter/>
              </a:ln>
            </p:spPr>
            <p:txBody>
              <a:bodyPr rtlCol="0" anchor="ctr"/>
              <a:lstStyle/>
              <a:p>
                <a:endParaRPr lang="zh-CN" altLang="en-US"/>
              </a:p>
            </p:txBody>
          </p:sp>
          <p:sp>
            <p:nvSpPr>
              <p:cNvPr id="51" name="任意多边形: 形状 50">
                <a:extLst>
                  <a:ext uri="{FF2B5EF4-FFF2-40B4-BE49-F238E27FC236}">
                    <a16:creationId xmlns:a16="http://schemas.microsoft.com/office/drawing/2014/main" id="{9EECE9DF-AC80-292D-8035-DBF72961AFD9}"/>
                  </a:ext>
                </a:extLst>
              </p:cNvPr>
              <p:cNvSpPr/>
              <p:nvPr/>
            </p:nvSpPr>
            <p:spPr>
              <a:xfrm>
                <a:off x="6962343" y="2855385"/>
                <a:ext cx="1197120" cy="1197121"/>
              </a:xfrm>
              <a:custGeom>
                <a:avLst/>
                <a:gdLst>
                  <a:gd name="connsiteX0" fmla="*/ 1197121 w 1197120"/>
                  <a:gd name="connsiteY0" fmla="*/ 1197121 h 1197121"/>
                  <a:gd name="connsiteX1" fmla="*/ 0 w 1197120"/>
                  <a:gd name="connsiteY1" fmla="*/ 1197121 h 1197121"/>
                  <a:gd name="connsiteX2" fmla="*/ 0 w 1197120"/>
                  <a:gd name="connsiteY2" fmla="*/ 1195184 h 1197121"/>
                  <a:gd name="connsiteX3" fmla="*/ 1195184 w 1197120"/>
                  <a:gd name="connsiteY3" fmla="*/ 0 h 1197121"/>
                  <a:gd name="connsiteX4" fmla="*/ 1197121 w 1197120"/>
                  <a:gd name="connsiteY4" fmla="*/ 0 h 1197121"/>
                  <a:gd name="connsiteX5" fmla="*/ 1197121 w 1197120"/>
                  <a:gd name="connsiteY5" fmla="*/ 1197121 h 119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120" h="1197121">
                    <a:moveTo>
                      <a:pt x="1197121" y="1197121"/>
                    </a:moveTo>
                    <a:lnTo>
                      <a:pt x="0" y="1197121"/>
                    </a:lnTo>
                    <a:lnTo>
                      <a:pt x="0" y="1195184"/>
                    </a:lnTo>
                    <a:cubicBezTo>
                      <a:pt x="0" y="535102"/>
                      <a:pt x="535101" y="0"/>
                      <a:pt x="1195184" y="0"/>
                    </a:cubicBezTo>
                    <a:lnTo>
                      <a:pt x="1197121" y="0"/>
                    </a:lnTo>
                    <a:lnTo>
                      <a:pt x="1197121" y="1197121"/>
                    </a:lnTo>
                    <a:close/>
                  </a:path>
                </a:pathLst>
              </a:custGeom>
              <a:solidFill>
                <a:srgbClr val="1C1C61"/>
              </a:solidFill>
              <a:ln w="6350" cap="flat">
                <a:noFill/>
                <a:prstDash val="solid"/>
                <a:miter/>
              </a:ln>
            </p:spPr>
            <p:txBody>
              <a:bodyPr rtlCol="0" anchor="ctr"/>
              <a:lstStyle/>
              <a:p>
                <a:endParaRPr lang="zh-CN" altLang="en-US"/>
              </a:p>
            </p:txBody>
          </p:sp>
          <p:sp>
            <p:nvSpPr>
              <p:cNvPr id="52" name="任意多边形: 形状 51">
                <a:extLst>
                  <a:ext uri="{FF2B5EF4-FFF2-40B4-BE49-F238E27FC236}">
                    <a16:creationId xmlns:a16="http://schemas.microsoft.com/office/drawing/2014/main" id="{D96A8215-D2F8-7DBF-78C9-84509FD6FCBB}"/>
                  </a:ext>
                </a:extLst>
              </p:cNvPr>
              <p:cNvSpPr/>
              <p:nvPr/>
            </p:nvSpPr>
            <p:spPr>
              <a:xfrm>
                <a:off x="8159483" y="3304692"/>
                <a:ext cx="747820" cy="747814"/>
              </a:xfrm>
              <a:custGeom>
                <a:avLst/>
                <a:gdLst>
                  <a:gd name="connsiteX0" fmla="*/ 747820 w 747820"/>
                  <a:gd name="connsiteY0" fmla="*/ 747814 h 747814"/>
                  <a:gd name="connsiteX1" fmla="*/ 0 w 747820"/>
                  <a:gd name="connsiteY1" fmla="*/ 747814 h 747814"/>
                  <a:gd name="connsiteX2" fmla="*/ 0 w 747820"/>
                  <a:gd name="connsiteY2" fmla="*/ 0 h 747814"/>
                  <a:gd name="connsiteX3" fmla="*/ 1213 w 747820"/>
                  <a:gd name="connsiteY3" fmla="*/ 0 h 747814"/>
                  <a:gd name="connsiteX4" fmla="*/ 747820 w 747820"/>
                  <a:gd name="connsiteY4" fmla="*/ 746608 h 747814"/>
                  <a:gd name="connsiteX5" fmla="*/ 747820 w 747820"/>
                  <a:gd name="connsiteY5" fmla="*/ 747814 h 7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7820" h="747814">
                    <a:moveTo>
                      <a:pt x="747820" y="747814"/>
                    </a:moveTo>
                    <a:lnTo>
                      <a:pt x="0" y="747814"/>
                    </a:lnTo>
                    <a:lnTo>
                      <a:pt x="0" y="0"/>
                    </a:lnTo>
                    <a:lnTo>
                      <a:pt x="1213" y="0"/>
                    </a:lnTo>
                    <a:cubicBezTo>
                      <a:pt x="413556" y="0"/>
                      <a:pt x="747820" y="334270"/>
                      <a:pt x="747820" y="746608"/>
                    </a:cubicBezTo>
                    <a:lnTo>
                      <a:pt x="747820" y="747814"/>
                    </a:lnTo>
                    <a:close/>
                  </a:path>
                </a:pathLst>
              </a:custGeom>
              <a:solidFill>
                <a:srgbClr val="E9A650"/>
              </a:solidFill>
              <a:ln w="6350" cap="flat">
                <a:noFill/>
                <a:prstDash val="solid"/>
                <a:miter/>
              </a:ln>
            </p:spPr>
            <p:txBody>
              <a:bodyPr rtlCol="0" anchor="ctr"/>
              <a:lstStyle/>
              <a:p>
                <a:endParaRPr lang="zh-CN" altLang="en-US"/>
              </a:p>
            </p:txBody>
          </p:sp>
          <p:sp>
            <p:nvSpPr>
              <p:cNvPr id="53" name="任意多边形: 形状 52">
                <a:extLst>
                  <a:ext uri="{FF2B5EF4-FFF2-40B4-BE49-F238E27FC236}">
                    <a16:creationId xmlns:a16="http://schemas.microsoft.com/office/drawing/2014/main" id="{47895953-5C23-C330-7F68-A6BCAD15B4F2}"/>
                  </a:ext>
                </a:extLst>
              </p:cNvPr>
              <p:cNvSpPr/>
              <p:nvPr/>
            </p:nvSpPr>
            <p:spPr>
              <a:xfrm>
                <a:off x="7411649" y="3304692"/>
                <a:ext cx="747821" cy="747814"/>
              </a:xfrm>
              <a:custGeom>
                <a:avLst/>
                <a:gdLst>
                  <a:gd name="connsiteX0" fmla="*/ 747821 w 747821"/>
                  <a:gd name="connsiteY0" fmla="*/ 747814 h 747814"/>
                  <a:gd name="connsiteX1" fmla="*/ 0 w 747821"/>
                  <a:gd name="connsiteY1" fmla="*/ 747814 h 747814"/>
                  <a:gd name="connsiteX2" fmla="*/ 0 w 747821"/>
                  <a:gd name="connsiteY2" fmla="*/ 746608 h 747814"/>
                  <a:gd name="connsiteX3" fmla="*/ 746608 w 747821"/>
                  <a:gd name="connsiteY3" fmla="*/ 0 h 747814"/>
                  <a:gd name="connsiteX4" fmla="*/ 747821 w 747821"/>
                  <a:gd name="connsiteY4" fmla="*/ 0 h 747814"/>
                  <a:gd name="connsiteX5" fmla="*/ 747821 w 747821"/>
                  <a:gd name="connsiteY5" fmla="*/ 747814 h 7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7821" h="747814">
                    <a:moveTo>
                      <a:pt x="747821" y="747814"/>
                    </a:moveTo>
                    <a:lnTo>
                      <a:pt x="0" y="747814"/>
                    </a:lnTo>
                    <a:lnTo>
                      <a:pt x="0" y="746608"/>
                    </a:lnTo>
                    <a:cubicBezTo>
                      <a:pt x="0" y="334270"/>
                      <a:pt x="334270" y="0"/>
                      <a:pt x="746608" y="0"/>
                    </a:cubicBezTo>
                    <a:lnTo>
                      <a:pt x="747821" y="0"/>
                    </a:lnTo>
                    <a:lnTo>
                      <a:pt x="747821" y="747814"/>
                    </a:lnTo>
                    <a:close/>
                  </a:path>
                </a:pathLst>
              </a:custGeom>
              <a:solidFill>
                <a:srgbClr val="FBF5E2"/>
              </a:solidFill>
              <a:ln w="6350" cap="flat">
                <a:noFill/>
                <a:prstDash val="solid"/>
                <a:miter/>
              </a:ln>
            </p:spPr>
            <p:txBody>
              <a:bodyPr rtlCol="0" anchor="ctr"/>
              <a:lstStyle/>
              <a:p>
                <a:endParaRPr lang="zh-CN" altLang="en-US"/>
              </a:p>
            </p:txBody>
          </p:sp>
          <p:sp>
            <p:nvSpPr>
              <p:cNvPr id="54" name="任意多边形: 形状 53">
                <a:extLst>
                  <a:ext uri="{FF2B5EF4-FFF2-40B4-BE49-F238E27FC236}">
                    <a16:creationId xmlns:a16="http://schemas.microsoft.com/office/drawing/2014/main" id="{6DEEF5ED-7592-5DAB-1262-0A60F0F9F21A}"/>
                  </a:ext>
                </a:extLst>
              </p:cNvPr>
              <p:cNvSpPr/>
              <p:nvPr/>
            </p:nvSpPr>
            <p:spPr>
              <a:xfrm>
                <a:off x="10546607" y="5249919"/>
                <a:ext cx="1197120" cy="1197121"/>
              </a:xfrm>
              <a:custGeom>
                <a:avLst/>
                <a:gdLst>
                  <a:gd name="connsiteX0" fmla="*/ 1197121 w 1197120"/>
                  <a:gd name="connsiteY0" fmla="*/ 1197121 h 1197121"/>
                  <a:gd name="connsiteX1" fmla="*/ 0 w 1197120"/>
                  <a:gd name="connsiteY1" fmla="*/ 1197121 h 1197121"/>
                  <a:gd name="connsiteX2" fmla="*/ 0 w 1197120"/>
                  <a:gd name="connsiteY2" fmla="*/ 0 h 1197121"/>
                  <a:gd name="connsiteX3" fmla="*/ 1936 w 1197120"/>
                  <a:gd name="connsiteY3" fmla="*/ 0 h 1197121"/>
                  <a:gd name="connsiteX4" fmla="*/ 1197121 w 1197120"/>
                  <a:gd name="connsiteY4" fmla="*/ 1195184 h 1197121"/>
                  <a:gd name="connsiteX5" fmla="*/ 1197121 w 1197120"/>
                  <a:gd name="connsiteY5" fmla="*/ 1197121 h 119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120" h="1197121">
                    <a:moveTo>
                      <a:pt x="1197121" y="1197121"/>
                    </a:moveTo>
                    <a:lnTo>
                      <a:pt x="0" y="1197121"/>
                    </a:lnTo>
                    <a:lnTo>
                      <a:pt x="0" y="0"/>
                    </a:lnTo>
                    <a:lnTo>
                      <a:pt x="1936" y="0"/>
                    </a:lnTo>
                    <a:cubicBezTo>
                      <a:pt x="662019" y="0"/>
                      <a:pt x="1197121" y="535102"/>
                      <a:pt x="1197121" y="1195184"/>
                    </a:cubicBezTo>
                    <a:lnTo>
                      <a:pt x="1197121" y="1197121"/>
                    </a:lnTo>
                    <a:close/>
                  </a:path>
                </a:pathLst>
              </a:custGeom>
              <a:solidFill>
                <a:srgbClr val="DC4245"/>
              </a:solidFill>
              <a:ln w="6350" cap="flat">
                <a:noFill/>
                <a:prstDash val="solid"/>
                <a:miter/>
              </a:ln>
            </p:spPr>
            <p:txBody>
              <a:bodyPr rtlCol="0" anchor="ctr"/>
              <a:lstStyle/>
              <a:p>
                <a:endParaRPr lang="zh-CN" altLang="en-US"/>
              </a:p>
            </p:txBody>
          </p:sp>
          <p:sp>
            <p:nvSpPr>
              <p:cNvPr id="55" name="任意多边形: 形状 54">
                <a:extLst>
                  <a:ext uri="{FF2B5EF4-FFF2-40B4-BE49-F238E27FC236}">
                    <a16:creationId xmlns:a16="http://schemas.microsoft.com/office/drawing/2014/main" id="{97E4043E-C873-1763-9B0E-FE266FB23205}"/>
                  </a:ext>
                </a:extLst>
              </p:cNvPr>
              <p:cNvSpPr/>
              <p:nvPr/>
            </p:nvSpPr>
            <p:spPr>
              <a:xfrm>
                <a:off x="9349454" y="5249919"/>
                <a:ext cx="1197121" cy="1197121"/>
              </a:xfrm>
              <a:custGeom>
                <a:avLst/>
                <a:gdLst>
                  <a:gd name="connsiteX0" fmla="*/ 1197122 w 1197121"/>
                  <a:gd name="connsiteY0" fmla="*/ 1197121 h 1197121"/>
                  <a:gd name="connsiteX1" fmla="*/ 0 w 1197121"/>
                  <a:gd name="connsiteY1" fmla="*/ 1197121 h 1197121"/>
                  <a:gd name="connsiteX2" fmla="*/ 0 w 1197121"/>
                  <a:gd name="connsiteY2" fmla="*/ 1195184 h 1197121"/>
                  <a:gd name="connsiteX3" fmla="*/ 1195184 w 1197121"/>
                  <a:gd name="connsiteY3" fmla="*/ 0 h 1197121"/>
                  <a:gd name="connsiteX4" fmla="*/ 1197122 w 1197121"/>
                  <a:gd name="connsiteY4" fmla="*/ 0 h 1197121"/>
                  <a:gd name="connsiteX5" fmla="*/ 1197122 w 1197121"/>
                  <a:gd name="connsiteY5" fmla="*/ 1197121 h 119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121" h="1197121">
                    <a:moveTo>
                      <a:pt x="1197122" y="1197121"/>
                    </a:moveTo>
                    <a:lnTo>
                      <a:pt x="0" y="1197121"/>
                    </a:lnTo>
                    <a:lnTo>
                      <a:pt x="0" y="1195184"/>
                    </a:lnTo>
                    <a:cubicBezTo>
                      <a:pt x="0" y="535102"/>
                      <a:pt x="535102" y="0"/>
                      <a:pt x="1195184" y="0"/>
                    </a:cubicBezTo>
                    <a:lnTo>
                      <a:pt x="1197122" y="0"/>
                    </a:lnTo>
                    <a:lnTo>
                      <a:pt x="1197122" y="1197121"/>
                    </a:lnTo>
                    <a:close/>
                  </a:path>
                </a:pathLst>
              </a:custGeom>
              <a:solidFill>
                <a:srgbClr val="3F6FD5"/>
              </a:solidFill>
              <a:ln w="6350" cap="flat">
                <a:noFill/>
                <a:prstDash val="solid"/>
                <a:miter/>
              </a:ln>
            </p:spPr>
            <p:txBody>
              <a:bodyPr rtlCol="0" anchor="ctr"/>
              <a:lstStyle/>
              <a:p>
                <a:endParaRPr lang="zh-CN" altLang="en-US"/>
              </a:p>
            </p:txBody>
          </p:sp>
          <p:sp>
            <p:nvSpPr>
              <p:cNvPr id="56" name="任意多边形: 形状 55">
                <a:extLst>
                  <a:ext uri="{FF2B5EF4-FFF2-40B4-BE49-F238E27FC236}">
                    <a16:creationId xmlns:a16="http://schemas.microsoft.com/office/drawing/2014/main" id="{8D5F0B09-FDDD-A772-0189-9147CF32EBE5}"/>
                  </a:ext>
                </a:extLst>
              </p:cNvPr>
              <p:cNvSpPr/>
              <p:nvPr/>
            </p:nvSpPr>
            <p:spPr>
              <a:xfrm>
                <a:off x="10546600" y="5699226"/>
                <a:ext cx="747821" cy="747814"/>
              </a:xfrm>
              <a:custGeom>
                <a:avLst/>
                <a:gdLst>
                  <a:gd name="connsiteX0" fmla="*/ 747821 w 747821"/>
                  <a:gd name="connsiteY0" fmla="*/ 747814 h 747814"/>
                  <a:gd name="connsiteX1" fmla="*/ 0 w 747821"/>
                  <a:gd name="connsiteY1" fmla="*/ 747814 h 747814"/>
                  <a:gd name="connsiteX2" fmla="*/ 0 w 747821"/>
                  <a:gd name="connsiteY2" fmla="*/ 0 h 747814"/>
                  <a:gd name="connsiteX3" fmla="*/ 1213 w 747821"/>
                  <a:gd name="connsiteY3" fmla="*/ 0 h 747814"/>
                  <a:gd name="connsiteX4" fmla="*/ 747821 w 747821"/>
                  <a:gd name="connsiteY4" fmla="*/ 746608 h 747814"/>
                  <a:gd name="connsiteX5" fmla="*/ 747821 w 747821"/>
                  <a:gd name="connsiteY5" fmla="*/ 747814 h 7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7821" h="747814">
                    <a:moveTo>
                      <a:pt x="747821" y="747814"/>
                    </a:moveTo>
                    <a:lnTo>
                      <a:pt x="0" y="747814"/>
                    </a:lnTo>
                    <a:lnTo>
                      <a:pt x="0" y="0"/>
                    </a:lnTo>
                    <a:lnTo>
                      <a:pt x="1213" y="0"/>
                    </a:lnTo>
                    <a:cubicBezTo>
                      <a:pt x="413551" y="0"/>
                      <a:pt x="747821" y="334270"/>
                      <a:pt x="747821" y="746608"/>
                    </a:cubicBezTo>
                    <a:lnTo>
                      <a:pt x="747821" y="747814"/>
                    </a:lnTo>
                    <a:close/>
                  </a:path>
                </a:pathLst>
              </a:custGeom>
              <a:solidFill>
                <a:srgbClr val="1C1C61"/>
              </a:solidFill>
              <a:ln w="6350" cap="flat">
                <a:noFill/>
                <a:prstDash val="solid"/>
                <a:miter/>
              </a:ln>
            </p:spPr>
            <p:txBody>
              <a:bodyPr rtlCol="0" anchor="ctr"/>
              <a:lstStyle/>
              <a:p>
                <a:endParaRPr lang="zh-CN" altLang="en-US"/>
              </a:p>
            </p:txBody>
          </p:sp>
          <p:sp>
            <p:nvSpPr>
              <p:cNvPr id="57" name="任意多边形: 形状 56">
                <a:extLst>
                  <a:ext uri="{FF2B5EF4-FFF2-40B4-BE49-F238E27FC236}">
                    <a16:creationId xmlns:a16="http://schemas.microsoft.com/office/drawing/2014/main" id="{74DFB2D0-2D61-317E-F596-A208DF6A9953}"/>
                  </a:ext>
                </a:extLst>
              </p:cNvPr>
              <p:cNvSpPr/>
              <p:nvPr/>
            </p:nvSpPr>
            <p:spPr>
              <a:xfrm>
                <a:off x="9798761" y="5699226"/>
                <a:ext cx="747820" cy="748182"/>
              </a:xfrm>
              <a:custGeom>
                <a:avLst/>
                <a:gdLst>
                  <a:gd name="connsiteX0" fmla="*/ 747820 w 747820"/>
                  <a:gd name="connsiteY0" fmla="*/ 748183 h 748182"/>
                  <a:gd name="connsiteX1" fmla="*/ 0 w 747820"/>
                  <a:gd name="connsiteY1" fmla="*/ 748183 h 748182"/>
                  <a:gd name="connsiteX2" fmla="*/ 0 w 747820"/>
                  <a:gd name="connsiteY2" fmla="*/ 746608 h 748182"/>
                  <a:gd name="connsiteX3" fmla="*/ 746607 w 747820"/>
                  <a:gd name="connsiteY3" fmla="*/ 0 h 748182"/>
                  <a:gd name="connsiteX4" fmla="*/ 747820 w 747820"/>
                  <a:gd name="connsiteY4" fmla="*/ 0 h 748182"/>
                  <a:gd name="connsiteX5" fmla="*/ 747820 w 747820"/>
                  <a:gd name="connsiteY5" fmla="*/ 748183 h 748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7820" h="748182">
                    <a:moveTo>
                      <a:pt x="747820" y="748183"/>
                    </a:moveTo>
                    <a:lnTo>
                      <a:pt x="0" y="748183"/>
                    </a:lnTo>
                    <a:lnTo>
                      <a:pt x="0" y="746608"/>
                    </a:lnTo>
                    <a:cubicBezTo>
                      <a:pt x="0" y="334270"/>
                      <a:pt x="334270" y="0"/>
                      <a:pt x="746607" y="0"/>
                    </a:cubicBezTo>
                    <a:lnTo>
                      <a:pt x="747820" y="0"/>
                    </a:lnTo>
                    <a:lnTo>
                      <a:pt x="747820" y="748183"/>
                    </a:lnTo>
                    <a:close/>
                  </a:path>
                </a:pathLst>
              </a:custGeom>
              <a:solidFill>
                <a:srgbClr val="FBF5E2"/>
              </a:solidFill>
              <a:ln w="6350" cap="flat">
                <a:noFill/>
                <a:prstDash val="solid"/>
                <a:miter/>
              </a:ln>
            </p:spPr>
            <p:txBody>
              <a:bodyPr rtlCol="0" anchor="ctr"/>
              <a:lstStyle/>
              <a:p>
                <a:endParaRPr lang="zh-CN" altLang="en-US"/>
              </a:p>
            </p:txBody>
          </p:sp>
          <p:grpSp>
            <p:nvGrpSpPr>
              <p:cNvPr id="58" name="图形 8">
                <a:extLst>
                  <a:ext uri="{FF2B5EF4-FFF2-40B4-BE49-F238E27FC236}">
                    <a16:creationId xmlns:a16="http://schemas.microsoft.com/office/drawing/2014/main" id="{21B12634-3924-A7FC-740E-78C0055D6D42}"/>
                  </a:ext>
                </a:extLst>
              </p:cNvPr>
              <p:cNvGrpSpPr/>
              <p:nvPr/>
            </p:nvGrpSpPr>
            <p:grpSpPr>
              <a:xfrm>
                <a:off x="8315073" y="1830558"/>
                <a:ext cx="875669" cy="880090"/>
                <a:chOff x="8315073" y="1830558"/>
                <a:chExt cx="875669" cy="880090"/>
              </a:xfrm>
              <a:solidFill>
                <a:srgbClr val="FBF5E2"/>
              </a:solidFill>
            </p:grpSpPr>
            <p:sp>
              <p:nvSpPr>
                <p:cNvPr id="106" name="任意多边形: 形状 105">
                  <a:extLst>
                    <a:ext uri="{FF2B5EF4-FFF2-40B4-BE49-F238E27FC236}">
                      <a16:creationId xmlns:a16="http://schemas.microsoft.com/office/drawing/2014/main" id="{56C82058-F30B-31BF-65F5-3E8C2DD246F9}"/>
                    </a:ext>
                  </a:extLst>
                </p:cNvPr>
                <p:cNvSpPr/>
                <p:nvPr/>
              </p:nvSpPr>
              <p:spPr>
                <a:xfrm>
                  <a:off x="8810644" y="1830558"/>
                  <a:ext cx="122364" cy="122364"/>
                </a:xfrm>
                <a:custGeom>
                  <a:avLst/>
                  <a:gdLst>
                    <a:gd name="connsiteX0" fmla="*/ 122364 w 122364"/>
                    <a:gd name="connsiteY0" fmla="*/ 61182 h 122364"/>
                    <a:gd name="connsiteX1" fmla="*/ 61182 w 122364"/>
                    <a:gd name="connsiteY1" fmla="*/ 122364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4"/>
                        <a:pt x="61182" y="122364"/>
                      </a:cubicBezTo>
                      <a:cubicBezTo>
                        <a:pt x="27392" y="122364"/>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07" name="任意多边形: 形状 106">
                  <a:extLst>
                    <a:ext uri="{FF2B5EF4-FFF2-40B4-BE49-F238E27FC236}">
                      <a16:creationId xmlns:a16="http://schemas.microsoft.com/office/drawing/2014/main" id="{B67C77BC-0E02-DC2B-8D91-5B67887BFF14}"/>
                    </a:ext>
                  </a:extLst>
                </p:cNvPr>
                <p:cNvSpPr/>
                <p:nvPr/>
              </p:nvSpPr>
              <p:spPr>
                <a:xfrm>
                  <a:off x="8810644" y="2091410"/>
                  <a:ext cx="122364" cy="122364"/>
                </a:xfrm>
                <a:custGeom>
                  <a:avLst/>
                  <a:gdLst>
                    <a:gd name="connsiteX0" fmla="*/ 122364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5"/>
                        <a:pt x="61182" y="122365"/>
                      </a:cubicBezTo>
                      <a:cubicBezTo>
                        <a:pt x="27392" y="122365"/>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08" name="任意多边形: 形状 107">
                  <a:extLst>
                    <a:ext uri="{FF2B5EF4-FFF2-40B4-BE49-F238E27FC236}">
                      <a16:creationId xmlns:a16="http://schemas.microsoft.com/office/drawing/2014/main" id="{D3B69E79-6DFC-2E63-B554-9F0F23119622}"/>
                    </a:ext>
                  </a:extLst>
                </p:cNvPr>
                <p:cNvSpPr/>
                <p:nvPr/>
              </p:nvSpPr>
              <p:spPr>
                <a:xfrm>
                  <a:off x="9059176" y="1830558"/>
                  <a:ext cx="122364" cy="122364"/>
                </a:xfrm>
                <a:custGeom>
                  <a:avLst/>
                  <a:gdLst>
                    <a:gd name="connsiteX0" fmla="*/ 122364 w 122364"/>
                    <a:gd name="connsiteY0" fmla="*/ 61182 h 122364"/>
                    <a:gd name="connsiteX1" fmla="*/ 61182 w 122364"/>
                    <a:gd name="connsiteY1" fmla="*/ 122364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4"/>
                        <a:pt x="61182" y="122364"/>
                      </a:cubicBezTo>
                      <a:cubicBezTo>
                        <a:pt x="27392" y="122364"/>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09" name="任意多边形: 形状 108">
                  <a:extLst>
                    <a:ext uri="{FF2B5EF4-FFF2-40B4-BE49-F238E27FC236}">
                      <a16:creationId xmlns:a16="http://schemas.microsoft.com/office/drawing/2014/main" id="{E2085883-DF49-14AA-4DA2-7EB0F84555D8}"/>
                    </a:ext>
                  </a:extLst>
                </p:cNvPr>
                <p:cNvSpPr/>
                <p:nvPr/>
              </p:nvSpPr>
              <p:spPr>
                <a:xfrm>
                  <a:off x="9059176" y="2091410"/>
                  <a:ext cx="122364" cy="122364"/>
                </a:xfrm>
                <a:custGeom>
                  <a:avLst/>
                  <a:gdLst>
                    <a:gd name="connsiteX0" fmla="*/ 122364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5"/>
                        <a:pt x="61182" y="122365"/>
                      </a:cubicBezTo>
                      <a:cubicBezTo>
                        <a:pt x="27392" y="122365"/>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10" name="任意多边形: 形状 109">
                  <a:extLst>
                    <a:ext uri="{FF2B5EF4-FFF2-40B4-BE49-F238E27FC236}">
                      <a16:creationId xmlns:a16="http://schemas.microsoft.com/office/drawing/2014/main" id="{EE2A5685-BF37-36C7-ADBD-DB2B3BE0B139}"/>
                    </a:ext>
                  </a:extLst>
                </p:cNvPr>
                <p:cNvSpPr/>
                <p:nvPr/>
              </p:nvSpPr>
              <p:spPr>
                <a:xfrm>
                  <a:off x="8810644" y="2347804"/>
                  <a:ext cx="122364" cy="122364"/>
                </a:xfrm>
                <a:custGeom>
                  <a:avLst/>
                  <a:gdLst>
                    <a:gd name="connsiteX0" fmla="*/ 122364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5"/>
                        <a:pt x="61182" y="122365"/>
                      </a:cubicBezTo>
                      <a:cubicBezTo>
                        <a:pt x="27392" y="122365"/>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11" name="任意多边形: 形状 110">
                  <a:extLst>
                    <a:ext uri="{FF2B5EF4-FFF2-40B4-BE49-F238E27FC236}">
                      <a16:creationId xmlns:a16="http://schemas.microsoft.com/office/drawing/2014/main" id="{5ACC823F-A4BC-43F1-E644-45853BD3CD85}"/>
                    </a:ext>
                  </a:extLst>
                </p:cNvPr>
                <p:cNvSpPr/>
                <p:nvPr/>
              </p:nvSpPr>
              <p:spPr>
                <a:xfrm>
                  <a:off x="9059176" y="2347804"/>
                  <a:ext cx="122364" cy="122364"/>
                </a:xfrm>
                <a:custGeom>
                  <a:avLst/>
                  <a:gdLst>
                    <a:gd name="connsiteX0" fmla="*/ 122364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5"/>
                        <a:pt x="61182" y="122365"/>
                      </a:cubicBezTo>
                      <a:cubicBezTo>
                        <a:pt x="27392" y="122365"/>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12" name="任意多边形: 形状 111">
                  <a:extLst>
                    <a:ext uri="{FF2B5EF4-FFF2-40B4-BE49-F238E27FC236}">
                      <a16:creationId xmlns:a16="http://schemas.microsoft.com/office/drawing/2014/main" id="{E07F2AE4-8D35-533C-0F40-7F36D381B184}"/>
                    </a:ext>
                  </a:extLst>
                </p:cNvPr>
                <p:cNvSpPr/>
                <p:nvPr/>
              </p:nvSpPr>
              <p:spPr>
                <a:xfrm>
                  <a:off x="8322640" y="1830558"/>
                  <a:ext cx="122364" cy="122364"/>
                </a:xfrm>
                <a:custGeom>
                  <a:avLst/>
                  <a:gdLst>
                    <a:gd name="connsiteX0" fmla="*/ 122364 w 122364"/>
                    <a:gd name="connsiteY0" fmla="*/ 61182 h 122364"/>
                    <a:gd name="connsiteX1" fmla="*/ 61182 w 122364"/>
                    <a:gd name="connsiteY1" fmla="*/ 122364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4"/>
                        <a:pt x="61182" y="122364"/>
                      </a:cubicBezTo>
                      <a:cubicBezTo>
                        <a:pt x="27392" y="122364"/>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13" name="任意多边形: 形状 112">
                  <a:extLst>
                    <a:ext uri="{FF2B5EF4-FFF2-40B4-BE49-F238E27FC236}">
                      <a16:creationId xmlns:a16="http://schemas.microsoft.com/office/drawing/2014/main" id="{983A796C-EB3E-B9C0-11BE-02DE07CD49C2}"/>
                    </a:ext>
                  </a:extLst>
                </p:cNvPr>
                <p:cNvSpPr/>
                <p:nvPr/>
              </p:nvSpPr>
              <p:spPr>
                <a:xfrm>
                  <a:off x="8322640" y="2091410"/>
                  <a:ext cx="122364" cy="122364"/>
                </a:xfrm>
                <a:custGeom>
                  <a:avLst/>
                  <a:gdLst>
                    <a:gd name="connsiteX0" fmla="*/ 122364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5"/>
                        <a:pt x="61182" y="122365"/>
                      </a:cubicBezTo>
                      <a:cubicBezTo>
                        <a:pt x="27392" y="122365"/>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14" name="任意多边形: 形状 113">
                  <a:extLst>
                    <a:ext uri="{FF2B5EF4-FFF2-40B4-BE49-F238E27FC236}">
                      <a16:creationId xmlns:a16="http://schemas.microsoft.com/office/drawing/2014/main" id="{B7985DDA-FE92-20BF-27A1-AF952748E4D5}"/>
                    </a:ext>
                  </a:extLst>
                </p:cNvPr>
                <p:cNvSpPr/>
                <p:nvPr/>
              </p:nvSpPr>
              <p:spPr>
                <a:xfrm>
                  <a:off x="8571172" y="1830558"/>
                  <a:ext cx="122364" cy="122364"/>
                </a:xfrm>
                <a:custGeom>
                  <a:avLst/>
                  <a:gdLst>
                    <a:gd name="connsiteX0" fmla="*/ 122365 w 122364"/>
                    <a:gd name="connsiteY0" fmla="*/ 61182 h 122364"/>
                    <a:gd name="connsiteX1" fmla="*/ 61182 w 122364"/>
                    <a:gd name="connsiteY1" fmla="*/ 122364 h 122364"/>
                    <a:gd name="connsiteX2" fmla="*/ 0 w 122364"/>
                    <a:gd name="connsiteY2" fmla="*/ 61182 h 122364"/>
                    <a:gd name="connsiteX3" fmla="*/ 61182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2"/>
                        <a:pt x="94973" y="122364"/>
                        <a:pt x="61182" y="122364"/>
                      </a:cubicBezTo>
                      <a:cubicBezTo>
                        <a:pt x="27392" y="122364"/>
                        <a:pt x="0" y="94972"/>
                        <a:pt x="0" y="61182"/>
                      </a:cubicBezTo>
                      <a:cubicBezTo>
                        <a:pt x="0" y="27392"/>
                        <a:pt x="27392" y="0"/>
                        <a:pt x="61182" y="0"/>
                      </a:cubicBezTo>
                      <a:cubicBezTo>
                        <a:pt x="94973"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115" name="任意多边形: 形状 114">
                  <a:extLst>
                    <a:ext uri="{FF2B5EF4-FFF2-40B4-BE49-F238E27FC236}">
                      <a16:creationId xmlns:a16="http://schemas.microsoft.com/office/drawing/2014/main" id="{1F67BF36-51F1-BCAD-9F25-DBAEC9ED051C}"/>
                    </a:ext>
                  </a:extLst>
                </p:cNvPr>
                <p:cNvSpPr/>
                <p:nvPr/>
              </p:nvSpPr>
              <p:spPr>
                <a:xfrm>
                  <a:off x="8571172" y="2091410"/>
                  <a:ext cx="122364" cy="122364"/>
                </a:xfrm>
                <a:custGeom>
                  <a:avLst/>
                  <a:gdLst>
                    <a:gd name="connsiteX0" fmla="*/ 122365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2"/>
                        <a:pt x="94973" y="122365"/>
                        <a:pt x="61182" y="122365"/>
                      </a:cubicBezTo>
                      <a:cubicBezTo>
                        <a:pt x="27392" y="122365"/>
                        <a:pt x="0" y="94972"/>
                        <a:pt x="0" y="61182"/>
                      </a:cubicBezTo>
                      <a:cubicBezTo>
                        <a:pt x="0" y="27392"/>
                        <a:pt x="27392" y="0"/>
                        <a:pt x="61182" y="0"/>
                      </a:cubicBezTo>
                      <a:cubicBezTo>
                        <a:pt x="94973"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116" name="任意多边形: 形状 115">
                  <a:extLst>
                    <a:ext uri="{FF2B5EF4-FFF2-40B4-BE49-F238E27FC236}">
                      <a16:creationId xmlns:a16="http://schemas.microsoft.com/office/drawing/2014/main" id="{3D4BA348-13C7-E8E6-9EF2-608D096E1AC4}"/>
                    </a:ext>
                  </a:extLst>
                </p:cNvPr>
                <p:cNvSpPr/>
                <p:nvPr/>
              </p:nvSpPr>
              <p:spPr>
                <a:xfrm>
                  <a:off x="8322640" y="2347804"/>
                  <a:ext cx="122364" cy="122364"/>
                </a:xfrm>
                <a:custGeom>
                  <a:avLst/>
                  <a:gdLst>
                    <a:gd name="connsiteX0" fmla="*/ 122364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5"/>
                        <a:pt x="61182" y="122365"/>
                      </a:cubicBezTo>
                      <a:cubicBezTo>
                        <a:pt x="27392" y="122365"/>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17" name="任意多边形: 形状 116">
                  <a:extLst>
                    <a:ext uri="{FF2B5EF4-FFF2-40B4-BE49-F238E27FC236}">
                      <a16:creationId xmlns:a16="http://schemas.microsoft.com/office/drawing/2014/main" id="{BF5C8491-74C8-DD89-132A-152448AFB03A}"/>
                    </a:ext>
                  </a:extLst>
                </p:cNvPr>
                <p:cNvSpPr/>
                <p:nvPr/>
              </p:nvSpPr>
              <p:spPr>
                <a:xfrm>
                  <a:off x="8571172" y="2347804"/>
                  <a:ext cx="122364" cy="122364"/>
                </a:xfrm>
                <a:custGeom>
                  <a:avLst/>
                  <a:gdLst>
                    <a:gd name="connsiteX0" fmla="*/ 122365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2"/>
                        <a:pt x="94973" y="122365"/>
                        <a:pt x="61182" y="122365"/>
                      </a:cubicBezTo>
                      <a:cubicBezTo>
                        <a:pt x="27392" y="122365"/>
                        <a:pt x="0" y="94972"/>
                        <a:pt x="0" y="61182"/>
                      </a:cubicBezTo>
                      <a:cubicBezTo>
                        <a:pt x="0" y="27392"/>
                        <a:pt x="27392" y="0"/>
                        <a:pt x="61182" y="0"/>
                      </a:cubicBezTo>
                      <a:cubicBezTo>
                        <a:pt x="94973"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118" name="任意多边形: 形状 117">
                  <a:extLst>
                    <a:ext uri="{FF2B5EF4-FFF2-40B4-BE49-F238E27FC236}">
                      <a16:creationId xmlns:a16="http://schemas.microsoft.com/office/drawing/2014/main" id="{2155498A-8EE5-8B03-8928-7A1F64DE8504}"/>
                    </a:ext>
                  </a:extLst>
                </p:cNvPr>
                <p:cNvSpPr/>
                <p:nvPr/>
              </p:nvSpPr>
              <p:spPr>
                <a:xfrm rot="-4846898">
                  <a:off x="8810826" y="2579266"/>
                  <a:ext cx="122366" cy="122366"/>
                </a:xfrm>
                <a:custGeom>
                  <a:avLst/>
                  <a:gdLst>
                    <a:gd name="connsiteX0" fmla="*/ 122366 w 122366"/>
                    <a:gd name="connsiteY0" fmla="*/ 61183 h 122366"/>
                    <a:gd name="connsiteX1" fmla="*/ 61183 w 122366"/>
                    <a:gd name="connsiteY1" fmla="*/ 122366 h 122366"/>
                    <a:gd name="connsiteX2" fmla="*/ 0 w 122366"/>
                    <a:gd name="connsiteY2" fmla="*/ 61183 h 122366"/>
                    <a:gd name="connsiteX3" fmla="*/ 61183 w 122366"/>
                    <a:gd name="connsiteY3" fmla="*/ 0 h 122366"/>
                    <a:gd name="connsiteX4" fmla="*/ 122366 w 122366"/>
                    <a:gd name="connsiteY4" fmla="*/ 61183 h 122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6" h="122366">
                      <a:moveTo>
                        <a:pt x="122366" y="61183"/>
                      </a:moveTo>
                      <a:cubicBezTo>
                        <a:pt x="122366" y="94974"/>
                        <a:pt x="94974" y="122366"/>
                        <a:pt x="61183" y="122366"/>
                      </a:cubicBezTo>
                      <a:cubicBezTo>
                        <a:pt x="27392" y="122366"/>
                        <a:pt x="0" y="94974"/>
                        <a:pt x="0" y="61183"/>
                      </a:cubicBezTo>
                      <a:cubicBezTo>
                        <a:pt x="0" y="27393"/>
                        <a:pt x="27392" y="0"/>
                        <a:pt x="61183" y="0"/>
                      </a:cubicBezTo>
                      <a:cubicBezTo>
                        <a:pt x="94974" y="0"/>
                        <a:pt x="122366" y="27393"/>
                        <a:pt x="122366" y="61183"/>
                      </a:cubicBezTo>
                      <a:close/>
                    </a:path>
                  </a:pathLst>
                </a:custGeom>
                <a:solidFill>
                  <a:srgbClr val="FBF5E2"/>
                </a:solidFill>
                <a:ln w="6350" cap="flat">
                  <a:noFill/>
                  <a:prstDash val="solid"/>
                  <a:miter/>
                </a:ln>
              </p:spPr>
              <p:txBody>
                <a:bodyPr rtlCol="0" anchor="ctr"/>
                <a:lstStyle/>
                <a:p>
                  <a:endParaRPr lang="zh-CN" altLang="en-US"/>
                </a:p>
              </p:txBody>
            </p:sp>
            <p:sp>
              <p:nvSpPr>
                <p:cNvPr id="119" name="任意多边形: 形状 118">
                  <a:extLst>
                    <a:ext uri="{FF2B5EF4-FFF2-40B4-BE49-F238E27FC236}">
                      <a16:creationId xmlns:a16="http://schemas.microsoft.com/office/drawing/2014/main" id="{CB417F5B-5F38-41A7-6A2D-788297ABAABF}"/>
                    </a:ext>
                  </a:extLst>
                </p:cNvPr>
                <p:cNvSpPr/>
                <p:nvPr/>
              </p:nvSpPr>
              <p:spPr>
                <a:xfrm rot="-4846898">
                  <a:off x="9059365" y="2579265"/>
                  <a:ext cx="122366" cy="122366"/>
                </a:xfrm>
                <a:custGeom>
                  <a:avLst/>
                  <a:gdLst>
                    <a:gd name="connsiteX0" fmla="*/ 122366 w 122366"/>
                    <a:gd name="connsiteY0" fmla="*/ 61183 h 122366"/>
                    <a:gd name="connsiteX1" fmla="*/ 61183 w 122366"/>
                    <a:gd name="connsiteY1" fmla="*/ 122366 h 122366"/>
                    <a:gd name="connsiteX2" fmla="*/ 0 w 122366"/>
                    <a:gd name="connsiteY2" fmla="*/ 61183 h 122366"/>
                    <a:gd name="connsiteX3" fmla="*/ 61183 w 122366"/>
                    <a:gd name="connsiteY3" fmla="*/ 0 h 122366"/>
                    <a:gd name="connsiteX4" fmla="*/ 122366 w 122366"/>
                    <a:gd name="connsiteY4" fmla="*/ 61183 h 122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6" h="122366">
                      <a:moveTo>
                        <a:pt x="122366" y="61183"/>
                      </a:moveTo>
                      <a:cubicBezTo>
                        <a:pt x="122366" y="94974"/>
                        <a:pt x="94974" y="122366"/>
                        <a:pt x="61183" y="122366"/>
                      </a:cubicBezTo>
                      <a:cubicBezTo>
                        <a:pt x="27392" y="122366"/>
                        <a:pt x="0" y="94974"/>
                        <a:pt x="0" y="61183"/>
                      </a:cubicBezTo>
                      <a:cubicBezTo>
                        <a:pt x="0" y="27393"/>
                        <a:pt x="27392" y="0"/>
                        <a:pt x="61183" y="0"/>
                      </a:cubicBezTo>
                      <a:cubicBezTo>
                        <a:pt x="94974" y="0"/>
                        <a:pt x="122366" y="27393"/>
                        <a:pt x="122366" y="61183"/>
                      </a:cubicBezTo>
                      <a:close/>
                    </a:path>
                  </a:pathLst>
                </a:custGeom>
                <a:solidFill>
                  <a:srgbClr val="FBF5E2"/>
                </a:solidFill>
                <a:ln w="6350" cap="flat">
                  <a:noFill/>
                  <a:prstDash val="solid"/>
                  <a:miter/>
                </a:ln>
              </p:spPr>
              <p:txBody>
                <a:bodyPr rtlCol="0" anchor="ctr"/>
                <a:lstStyle/>
                <a:p>
                  <a:endParaRPr lang="zh-CN" altLang="en-US"/>
                </a:p>
              </p:txBody>
            </p:sp>
            <p:sp>
              <p:nvSpPr>
                <p:cNvPr id="120" name="任意多边形: 形状 119">
                  <a:extLst>
                    <a:ext uri="{FF2B5EF4-FFF2-40B4-BE49-F238E27FC236}">
                      <a16:creationId xmlns:a16="http://schemas.microsoft.com/office/drawing/2014/main" id="{58EC31E1-E3B0-94AA-F91C-997F52BC7E53}"/>
                    </a:ext>
                  </a:extLst>
                </p:cNvPr>
                <p:cNvSpPr/>
                <p:nvPr/>
              </p:nvSpPr>
              <p:spPr>
                <a:xfrm rot="-4952159">
                  <a:off x="8322502" y="2579532"/>
                  <a:ext cx="122361" cy="122361"/>
                </a:xfrm>
                <a:custGeom>
                  <a:avLst/>
                  <a:gdLst>
                    <a:gd name="connsiteX0" fmla="*/ 122361 w 122361"/>
                    <a:gd name="connsiteY0" fmla="*/ 61181 h 122361"/>
                    <a:gd name="connsiteX1" fmla="*/ 61181 w 122361"/>
                    <a:gd name="connsiteY1" fmla="*/ 122361 h 122361"/>
                    <a:gd name="connsiteX2" fmla="*/ 0 w 122361"/>
                    <a:gd name="connsiteY2" fmla="*/ 61181 h 122361"/>
                    <a:gd name="connsiteX3" fmla="*/ 61181 w 122361"/>
                    <a:gd name="connsiteY3" fmla="*/ 0 h 122361"/>
                    <a:gd name="connsiteX4" fmla="*/ 122361 w 122361"/>
                    <a:gd name="connsiteY4" fmla="*/ 61181 h 122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1" h="122361">
                      <a:moveTo>
                        <a:pt x="122361" y="61181"/>
                      </a:moveTo>
                      <a:cubicBezTo>
                        <a:pt x="122361" y="94970"/>
                        <a:pt x="94970" y="122361"/>
                        <a:pt x="61181" y="122361"/>
                      </a:cubicBezTo>
                      <a:cubicBezTo>
                        <a:pt x="27391" y="122361"/>
                        <a:pt x="0" y="94970"/>
                        <a:pt x="0" y="61181"/>
                      </a:cubicBezTo>
                      <a:cubicBezTo>
                        <a:pt x="0" y="27392"/>
                        <a:pt x="27391" y="0"/>
                        <a:pt x="61181" y="0"/>
                      </a:cubicBezTo>
                      <a:cubicBezTo>
                        <a:pt x="94970" y="0"/>
                        <a:pt x="122361" y="27392"/>
                        <a:pt x="122361" y="61181"/>
                      </a:cubicBezTo>
                      <a:close/>
                    </a:path>
                  </a:pathLst>
                </a:custGeom>
                <a:solidFill>
                  <a:srgbClr val="FBF5E2"/>
                </a:solidFill>
                <a:ln w="6350" cap="flat">
                  <a:noFill/>
                  <a:prstDash val="solid"/>
                  <a:miter/>
                </a:ln>
              </p:spPr>
              <p:txBody>
                <a:bodyPr rtlCol="0" anchor="ctr"/>
                <a:lstStyle/>
                <a:p>
                  <a:endParaRPr lang="zh-CN" altLang="en-US"/>
                </a:p>
              </p:txBody>
            </p:sp>
            <p:sp>
              <p:nvSpPr>
                <p:cNvPr id="121" name="任意多边形: 形状 120">
                  <a:extLst>
                    <a:ext uri="{FF2B5EF4-FFF2-40B4-BE49-F238E27FC236}">
                      <a16:creationId xmlns:a16="http://schemas.microsoft.com/office/drawing/2014/main" id="{08905965-45FB-3282-BD8C-987939D9ABC7}"/>
                    </a:ext>
                  </a:extLst>
                </p:cNvPr>
                <p:cNvSpPr/>
                <p:nvPr/>
              </p:nvSpPr>
              <p:spPr>
                <a:xfrm rot="-4846898">
                  <a:off x="8571353" y="2579271"/>
                  <a:ext cx="122366" cy="122366"/>
                </a:xfrm>
                <a:custGeom>
                  <a:avLst/>
                  <a:gdLst>
                    <a:gd name="connsiteX0" fmla="*/ 122367 w 122366"/>
                    <a:gd name="connsiteY0" fmla="*/ 61183 h 122366"/>
                    <a:gd name="connsiteX1" fmla="*/ 61183 w 122366"/>
                    <a:gd name="connsiteY1" fmla="*/ 122366 h 122366"/>
                    <a:gd name="connsiteX2" fmla="*/ 0 w 122366"/>
                    <a:gd name="connsiteY2" fmla="*/ 61183 h 122366"/>
                    <a:gd name="connsiteX3" fmla="*/ 61183 w 122366"/>
                    <a:gd name="connsiteY3" fmla="*/ 0 h 122366"/>
                    <a:gd name="connsiteX4" fmla="*/ 122367 w 122366"/>
                    <a:gd name="connsiteY4" fmla="*/ 61183 h 122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6" h="122366">
                      <a:moveTo>
                        <a:pt x="122367" y="61183"/>
                      </a:moveTo>
                      <a:cubicBezTo>
                        <a:pt x="122367" y="94974"/>
                        <a:pt x="94974" y="122366"/>
                        <a:pt x="61183" y="122366"/>
                      </a:cubicBezTo>
                      <a:cubicBezTo>
                        <a:pt x="27393" y="122366"/>
                        <a:pt x="0" y="94974"/>
                        <a:pt x="0" y="61183"/>
                      </a:cubicBezTo>
                      <a:cubicBezTo>
                        <a:pt x="0" y="27393"/>
                        <a:pt x="27393" y="0"/>
                        <a:pt x="61183" y="0"/>
                      </a:cubicBezTo>
                      <a:cubicBezTo>
                        <a:pt x="94974" y="0"/>
                        <a:pt x="122367" y="27393"/>
                        <a:pt x="122367" y="61183"/>
                      </a:cubicBezTo>
                      <a:close/>
                    </a:path>
                  </a:pathLst>
                </a:custGeom>
                <a:solidFill>
                  <a:srgbClr val="FBF5E2"/>
                </a:solidFill>
                <a:ln w="6350" cap="flat">
                  <a:noFill/>
                  <a:prstDash val="solid"/>
                  <a:miter/>
                </a:ln>
              </p:spPr>
              <p:txBody>
                <a:bodyPr rtlCol="0" anchor="ctr"/>
                <a:lstStyle/>
                <a:p>
                  <a:endParaRPr lang="zh-CN" altLang="en-US"/>
                </a:p>
              </p:txBody>
            </p:sp>
          </p:grpSp>
          <p:grpSp>
            <p:nvGrpSpPr>
              <p:cNvPr id="59" name="图形 8">
                <a:extLst>
                  <a:ext uri="{FF2B5EF4-FFF2-40B4-BE49-F238E27FC236}">
                    <a16:creationId xmlns:a16="http://schemas.microsoft.com/office/drawing/2014/main" id="{8F758DBF-CB22-6293-DD14-878EA9B4B89B}"/>
                  </a:ext>
                </a:extLst>
              </p:cNvPr>
              <p:cNvGrpSpPr/>
              <p:nvPr/>
            </p:nvGrpSpPr>
            <p:grpSpPr>
              <a:xfrm>
                <a:off x="9537026" y="4200779"/>
                <a:ext cx="858901" cy="871143"/>
                <a:chOff x="9537026" y="4200779"/>
                <a:chExt cx="858901" cy="871143"/>
              </a:xfrm>
              <a:solidFill>
                <a:srgbClr val="FBF5E2"/>
              </a:solidFill>
            </p:grpSpPr>
            <p:sp>
              <p:nvSpPr>
                <p:cNvPr id="90" name="任意多边形: 形状 89">
                  <a:extLst>
                    <a:ext uri="{FF2B5EF4-FFF2-40B4-BE49-F238E27FC236}">
                      <a16:creationId xmlns:a16="http://schemas.microsoft.com/office/drawing/2014/main" id="{6873899A-5CEF-35B3-55DB-107EDCBC55AD}"/>
                    </a:ext>
                  </a:extLst>
                </p:cNvPr>
                <p:cNvSpPr/>
                <p:nvPr/>
              </p:nvSpPr>
              <p:spPr>
                <a:xfrm>
                  <a:off x="10025030" y="4200779"/>
                  <a:ext cx="122364" cy="122364"/>
                </a:xfrm>
                <a:custGeom>
                  <a:avLst/>
                  <a:gdLst>
                    <a:gd name="connsiteX0" fmla="*/ 122365 w 122364"/>
                    <a:gd name="connsiteY0" fmla="*/ 61182 h 122364"/>
                    <a:gd name="connsiteX1" fmla="*/ 61182 w 122364"/>
                    <a:gd name="connsiteY1" fmla="*/ 122364 h 122364"/>
                    <a:gd name="connsiteX2" fmla="*/ 0 w 122364"/>
                    <a:gd name="connsiteY2" fmla="*/ 61182 h 122364"/>
                    <a:gd name="connsiteX3" fmla="*/ 61182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2"/>
                        <a:pt x="94972" y="122364"/>
                        <a:pt x="61182" y="122364"/>
                      </a:cubicBezTo>
                      <a:cubicBezTo>
                        <a:pt x="27392" y="122364"/>
                        <a:pt x="0" y="94972"/>
                        <a:pt x="0" y="61182"/>
                      </a:cubicBezTo>
                      <a:cubicBezTo>
                        <a:pt x="0" y="27392"/>
                        <a:pt x="27392" y="0"/>
                        <a:pt x="61182" y="0"/>
                      </a:cubicBezTo>
                      <a:cubicBezTo>
                        <a:pt x="94972"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91" name="任意多边形: 形状 90">
                  <a:extLst>
                    <a:ext uri="{FF2B5EF4-FFF2-40B4-BE49-F238E27FC236}">
                      <a16:creationId xmlns:a16="http://schemas.microsoft.com/office/drawing/2014/main" id="{FB3EEDF8-32AC-BFB6-5437-CDFEA9A94E96}"/>
                    </a:ext>
                  </a:extLst>
                </p:cNvPr>
                <p:cNvSpPr/>
                <p:nvPr/>
              </p:nvSpPr>
              <p:spPr>
                <a:xfrm>
                  <a:off x="10025030" y="4461630"/>
                  <a:ext cx="122364" cy="122364"/>
                </a:xfrm>
                <a:custGeom>
                  <a:avLst/>
                  <a:gdLst>
                    <a:gd name="connsiteX0" fmla="*/ 122365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3"/>
                        <a:pt x="94972" y="122365"/>
                        <a:pt x="61182" y="122365"/>
                      </a:cubicBezTo>
                      <a:cubicBezTo>
                        <a:pt x="27392" y="122365"/>
                        <a:pt x="0" y="94973"/>
                        <a:pt x="0" y="61182"/>
                      </a:cubicBezTo>
                      <a:cubicBezTo>
                        <a:pt x="0" y="27392"/>
                        <a:pt x="27392" y="0"/>
                        <a:pt x="61182" y="0"/>
                      </a:cubicBezTo>
                      <a:cubicBezTo>
                        <a:pt x="94972"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92" name="任意多边形: 形状 91">
                  <a:extLst>
                    <a:ext uri="{FF2B5EF4-FFF2-40B4-BE49-F238E27FC236}">
                      <a16:creationId xmlns:a16="http://schemas.microsoft.com/office/drawing/2014/main" id="{6B96A828-F418-6440-4021-693182488176}"/>
                    </a:ext>
                  </a:extLst>
                </p:cNvPr>
                <p:cNvSpPr/>
                <p:nvPr/>
              </p:nvSpPr>
              <p:spPr>
                <a:xfrm>
                  <a:off x="10273563" y="4200779"/>
                  <a:ext cx="122364" cy="122364"/>
                </a:xfrm>
                <a:custGeom>
                  <a:avLst/>
                  <a:gdLst>
                    <a:gd name="connsiteX0" fmla="*/ 122365 w 122364"/>
                    <a:gd name="connsiteY0" fmla="*/ 61182 h 122364"/>
                    <a:gd name="connsiteX1" fmla="*/ 61183 w 122364"/>
                    <a:gd name="connsiteY1" fmla="*/ 122364 h 122364"/>
                    <a:gd name="connsiteX2" fmla="*/ 0 w 122364"/>
                    <a:gd name="connsiteY2" fmla="*/ 61182 h 122364"/>
                    <a:gd name="connsiteX3" fmla="*/ 61183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2"/>
                        <a:pt x="94973" y="122364"/>
                        <a:pt x="61183" y="122364"/>
                      </a:cubicBezTo>
                      <a:cubicBezTo>
                        <a:pt x="27392" y="122364"/>
                        <a:pt x="0" y="94972"/>
                        <a:pt x="0" y="61182"/>
                      </a:cubicBezTo>
                      <a:cubicBezTo>
                        <a:pt x="0" y="27392"/>
                        <a:pt x="27392" y="0"/>
                        <a:pt x="61183" y="0"/>
                      </a:cubicBezTo>
                      <a:cubicBezTo>
                        <a:pt x="94973"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93" name="任意多边形: 形状 92">
                  <a:extLst>
                    <a:ext uri="{FF2B5EF4-FFF2-40B4-BE49-F238E27FC236}">
                      <a16:creationId xmlns:a16="http://schemas.microsoft.com/office/drawing/2014/main" id="{6BD22665-4D4D-4387-38DE-69383620A229}"/>
                    </a:ext>
                  </a:extLst>
                </p:cNvPr>
                <p:cNvSpPr/>
                <p:nvPr/>
              </p:nvSpPr>
              <p:spPr>
                <a:xfrm>
                  <a:off x="10273563" y="4461630"/>
                  <a:ext cx="122364" cy="122364"/>
                </a:xfrm>
                <a:custGeom>
                  <a:avLst/>
                  <a:gdLst>
                    <a:gd name="connsiteX0" fmla="*/ 122365 w 122364"/>
                    <a:gd name="connsiteY0" fmla="*/ 61182 h 122364"/>
                    <a:gd name="connsiteX1" fmla="*/ 61183 w 122364"/>
                    <a:gd name="connsiteY1" fmla="*/ 122365 h 122364"/>
                    <a:gd name="connsiteX2" fmla="*/ 0 w 122364"/>
                    <a:gd name="connsiteY2" fmla="*/ 61182 h 122364"/>
                    <a:gd name="connsiteX3" fmla="*/ 61183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3"/>
                        <a:pt x="94973" y="122365"/>
                        <a:pt x="61183" y="122365"/>
                      </a:cubicBezTo>
                      <a:cubicBezTo>
                        <a:pt x="27392" y="122365"/>
                        <a:pt x="0" y="94973"/>
                        <a:pt x="0" y="61182"/>
                      </a:cubicBezTo>
                      <a:cubicBezTo>
                        <a:pt x="0" y="27392"/>
                        <a:pt x="27392" y="0"/>
                        <a:pt x="61183" y="0"/>
                      </a:cubicBezTo>
                      <a:cubicBezTo>
                        <a:pt x="94973"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94" name="任意多边形: 形状 93">
                  <a:extLst>
                    <a:ext uri="{FF2B5EF4-FFF2-40B4-BE49-F238E27FC236}">
                      <a16:creationId xmlns:a16="http://schemas.microsoft.com/office/drawing/2014/main" id="{18C62DC5-1D4C-10F5-A616-0325571A626D}"/>
                    </a:ext>
                  </a:extLst>
                </p:cNvPr>
                <p:cNvSpPr/>
                <p:nvPr/>
              </p:nvSpPr>
              <p:spPr>
                <a:xfrm>
                  <a:off x="10025030" y="4718024"/>
                  <a:ext cx="122364" cy="122364"/>
                </a:xfrm>
                <a:custGeom>
                  <a:avLst/>
                  <a:gdLst>
                    <a:gd name="connsiteX0" fmla="*/ 122365 w 122364"/>
                    <a:gd name="connsiteY0" fmla="*/ 61182 h 122364"/>
                    <a:gd name="connsiteX1" fmla="*/ 61182 w 122364"/>
                    <a:gd name="connsiteY1" fmla="*/ 122364 h 122364"/>
                    <a:gd name="connsiteX2" fmla="*/ 0 w 122364"/>
                    <a:gd name="connsiteY2" fmla="*/ 61182 h 122364"/>
                    <a:gd name="connsiteX3" fmla="*/ 61182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2"/>
                        <a:pt x="94972" y="122364"/>
                        <a:pt x="61182" y="122364"/>
                      </a:cubicBezTo>
                      <a:cubicBezTo>
                        <a:pt x="27392" y="122364"/>
                        <a:pt x="0" y="94972"/>
                        <a:pt x="0" y="61182"/>
                      </a:cubicBezTo>
                      <a:cubicBezTo>
                        <a:pt x="0" y="27392"/>
                        <a:pt x="27392" y="0"/>
                        <a:pt x="61182" y="0"/>
                      </a:cubicBezTo>
                      <a:cubicBezTo>
                        <a:pt x="94972"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95" name="任意多边形: 形状 94">
                  <a:extLst>
                    <a:ext uri="{FF2B5EF4-FFF2-40B4-BE49-F238E27FC236}">
                      <a16:creationId xmlns:a16="http://schemas.microsoft.com/office/drawing/2014/main" id="{4A3966E7-FFB7-9196-DE97-FDD4C6A402AB}"/>
                    </a:ext>
                  </a:extLst>
                </p:cNvPr>
                <p:cNvSpPr/>
                <p:nvPr/>
              </p:nvSpPr>
              <p:spPr>
                <a:xfrm>
                  <a:off x="10273563" y="4718024"/>
                  <a:ext cx="122364" cy="122364"/>
                </a:xfrm>
                <a:custGeom>
                  <a:avLst/>
                  <a:gdLst>
                    <a:gd name="connsiteX0" fmla="*/ 122365 w 122364"/>
                    <a:gd name="connsiteY0" fmla="*/ 61182 h 122364"/>
                    <a:gd name="connsiteX1" fmla="*/ 61183 w 122364"/>
                    <a:gd name="connsiteY1" fmla="*/ 122364 h 122364"/>
                    <a:gd name="connsiteX2" fmla="*/ 0 w 122364"/>
                    <a:gd name="connsiteY2" fmla="*/ 61182 h 122364"/>
                    <a:gd name="connsiteX3" fmla="*/ 61183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2"/>
                        <a:pt x="94973" y="122364"/>
                        <a:pt x="61183" y="122364"/>
                      </a:cubicBezTo>
                      <a:cubicBezTo>
                        <a:pt x="27392" y="122364"/>
                        <a:pt x="0" y="94972"/>
                        <a:pt x="0" y="61182"/>
                      </a:cubicBezTo>
                      <a:cubicBezTo>
                        <a:pt x="0" y="27392"/>
                        <a:pt x="27392" y="0"/>
                        <a:pt x="61183" y="0"/>
                      </a:cubicBezTo>
                      <a:cubicBezTo>
                        <a:pt x="94973"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96" name="任意多边形: 形状 95">
                  <a:extLst>
                    <a:ext uri="{FF2B5EF4-FFF2-40B4-BE49-F238E27FC236}">
                      <a16:creationId xmlns:a16="http://schemas.microsoft.com/office/drawing/2014/main" id="{E8469DF7-88F1-AC71-2B8A-EC713AB37380}"/>
                    </a:ext>
                  </a:extLst>
                </p:cNvPr>
                <p:cNvSpPr/>
                <p:nvPr/>
              </p:nvSpPr>
              <p:spPr>
                <a:xfrm>
                  <a:off x="9537026" y="4200779"/>
                  <a:ext cx="122364" cy="122364"/>
                </a:xfrm>
                <a:custGeom>
                  <a:avLst/>
                  <a:gdLst>
                    <a:gd name="connsiteX0" fmla="*/ 122364 w 122364"/>
                    <a:gd name="connsiteY0" fmla="*/ 61182 h 122364"/>
                    <a:gd name="connsiteX1" fmla="*/ 61182 w 122364"/>
                    <a:gd name="connsiteY1" fmla="*/ 122364 h 122364"/>
                    <a:gd name="connsiteX2" fmla="*/ -1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4"/>
                        <a:pt x="61182" y="122364"/>
                      </a:cubicBezTo>
                      <a:cubicBezTo>
                        <a:pt x="27392" y="122364"/>
                        <a:pt x="-1" y="94972"/>
                        <a:pt x="-1" y="61182"/>
                      </a:cubicBezTo>
                      <a:cubicBezTo>
                        <a:pt x="-1"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97" name="任意多边形: 形状 96">
                  <a:extLst>
                    <a:ext uri="{FF2B5EF4-FFF2-40B4-BE49-F238E27FC236}">
                      <a16:creationId xmlns:a16="http://schemas.microsoft.com/office/drawing/2014/main" id="{C2C26E03-B9E3-6AEE-51FB-C3C481B757DF}"/>
                    </a:ext>
                  </a:extLst>
                </p:cNvPr>
                <p:cNvSpPr/>
                <p:nvPr/>
              </p:nvSpPr>
              <p:spPr>
                <a:xfrm>
                  <a:off x="9537026" y="4461630"/>
                  <a:ext cx="122364" cy="122364"/>
                </a:xfrm>
                <a:custGeom>
                  <a:avLst/>
                  <a:gdLst>
                    <a:gd name="connsiteX0" fmla="*/ 122364 w 122364"/>
                    <a:gd name="connsiteY0" fmla="*/ 61182 h 122364"/>
                    <a:gd name="connsiteX1" fmla="*/ 61182 w 122364"/>
                    <a:gd name="connsiteY1" fmla="*/ 122365 h 122364"/>
                    <a:gd name="connsiteX2" fmla="*/ -1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3"/>
                        <a:pt x="94972" y="122365"/>
                        <a:pt x="61182" y="122365"/>
                      </a:cubicBezTo>
                      <a:cubicBezTo>
                        <a:pt x="27392" y="122365"/>
                        <a:pt x="-1" y="94973"/>
                        <a:pt x="-1" y="61182"/>
                      </a:cubicBezTo>
                      <a:cubicBezTo>
                        <a:pt x="-1"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98" name="任意多边形: 形状 97">
                  <a:extLst>
                    <a:ext uri="{FF2B5EF4-FFF2-40B4-BE49-F238E27FC236}">
                      <a16:creationId xmlns:a16="http://schemas.microsoft.com/office/drawing/2014/main" id="{B3D375E9-DE72-E731-6C72-40426E64B52B}"/>
                    </a:ext>
                  </a:extLst>
                </p:cNvPr>
                <p:cNvSpPr/>
                <p:nvPr/>
              </p:nvSpPr>
              <p:spPr>
                <a:xfrm>
                  <a:off x="9785559" y="4200779"/>
                  <a:ext cx="122364" cy="122364"/>
                </a:xfrm>
                <a:custGeom>
                  <a:avLst/>
                  <a:gdLst>
                    <a:gd name="connsiteX0" fmla="*/ 122364 w 122364"/>
                    <a:gd name="connsiteY0" fmla="*/ 61182 h 122364"/>
                    <a:gd name="connsiteX1" fmla="*/ 61182 w 122364"/>
                    <a:gd name="connsiteY1" fmla="*/ 122364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4"/>
                        <a:pt x="61182" y="122364"/>
                      </a:cubicBezTo>
                      <a:cubicBezTo>
                        <a:pt x="27392" y="122364"/>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99" name="任意多边形: 形状 98">
                  <a:extLst>
                    <a:ext uri="{FF2B5EF4-FFF2-40B4-BE49-F238E27FC236}">
                      <a16:creationId xmlns:a16="http://schemas.microsoft.com/office/drawing/2014/main" id="{4C4B4CBC-28FE-5D8A-EECB-2C661C6641F4}"/>
                    </a:ext>
                  </a:extLst>
                </p:cNvPr>
                <p:cNvSpPr/>
                <p:nvPr/>
              </p:nvSpPr>
              <p:spPr>
                <a:xfrm>
                  <a:off x="9785559" y="4461630"/>
                  <a:ext cx="122364" cy="122364"/>
                </a:xfrm>
                <a:custGeom>
                  <a:avLst/>
                  <a:gdLst>
                    <a:gd name="connsiteX0" fmla="*/ 122364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3"/>
                        <a:pt x="94972" y="122365"/>
                        <a:pt x="61182" y="122365"/>
                      </a:cubicBezTo>
                      <a:cubicBezTo>
                        <a:pt x="27392" y="122365"/>
                        <a:pt x="0" y="94973"/>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00" name="任意多边形: 形状 99">
                  <a:extLst>
                    <a:ext uri="{FF2B5EF4-FFF2-40B4-BE49-F238E27FC236}">
                      <a16:creationId xmlns:a16="http://schemas.microsoft.com/office/drawing/2014/main" id="{E4C6DAEB-582E-0A39-3CAC-A276BE9BD2AB}"/>
                    </a:ext>
                  </a:extLst>
                </p:cNvPr>
                <p:cNvSpPr/>
                <p:nvPr/>
              </p:nvSpPr>
              <p:spPr>
                <a:xfrm>
                  <a:off x="9537026" y="4718024"/>
                  <a:ext cx="122364" cy="122364"/>
                </a:xfrm>
                <a:custGeom>
                  <a:avLst/>
                  <a:gdLst>
                    <a:gd name="connsiteX0" fmla="*/ 122364 w 122364"/>
                    <a:gd name="connsiteY0" fmla="*/ 61182 h 122364"/>
                    <a:gd name="connsiteX1" fmla="*/ 61182 w 122364"/>
                    <a:gd name="connsiteY1" fmla="*/ 122364 h 122364"/>
                    <a:gd name="connsiteX2" fmla="*/ -1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4"/>
                        <a:pt x="61182" y="122364"/>
                      </a:cubicBezTo>
                      <a:cubicBezTo>
                        <a:pt x="27392" y="122364"/>
                        <a:pt x="-1" y="94972"/>
                        <a:pt x="-1" y="61182"/>
                      </a:cubicBezTo>
                      <a:cubicBezTo>
                        <a:pt x="-1"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01" name="任意多边形: 形状 100">
                  <a:extLst>
                    <a:ext uri="{FF2B5EF4-FFF2-40B4-BE49-F238E27FC236}">
                      <a16:creationId xmlns:a16="http://schemas.microsoft.com/office/drawing/2014/main" id="{DC696881-92C5-FE52-18E3-C81A0DCECD05}"/>
                    </a:ext>
                  </a:extLst>
                </p:cNvPr>
                <p:cNvSpPr/>
                <p:nvPr/>
              </p:nvSpPr>
              <p:spPr>
                <a:xfrm>
                  <a:off x="9785559" y="4718024"/>
                  <a:ext cx="122364" cy="122364"/>
                </a:xfrm>
                <a:custGeom>
                  <a:avLst/>
                  <a:gdLst>
                    <a:gd name="connsiteX0" fmla="*/ 122364 w 122364"/>
                    <a:gd name="connsiteY0" fmla="*/ 61182 h 122364"/>
                    <a:gd name="connsiteX1" fmla="*/ 61182 w 122364"/>
                    <a:gd name="connsiteY1" fmla="*/ 122364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4"/>
                        <a:pt x="61182" y="122364"/>
                      </a:cubicBezTo>
                      <a:cubicBezTo>
                        <a:pt x="27392" y="122364"/>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02" name="任意多边形: 形状 101">
                  <a:extLst>
                    <a:ext uri="{FF2B5EF4-FFF2-40B4-BE49-F238E27FC236}">
                      <a16:creationId xmlns:a16="http://schemas.microsoft.com/office/drawing/2014/main" id="{6A045904-8E27-2863-235C-BE07C1A6FC7E}"/>
                    </a:ext>
                  </a:extLst>
                </p:cNvPr>
                <p:cNvSpPr/>
                <p:nvPr/>
              </p:nvSpPr>
              <p:spPr>
                <a:xfrm>
                  <a:off x="10025030" y="4949558"/>
                  <a:ext cx="122364" cy="122364"/>
                </a:xfrm>
                <a:custGeom>
                  <a:avLst/>
                  <a:gdLst>
                    <a:gd name="connsiteX0" fmla="*/ 122365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3"/>
                        <a:pt x="94972" y="122365"/>
                        <a:pt x="61182" y="122365"/>
                      </a:cubicBezTo>
                      <a:cubicBezTo>
                        <a:pt x="27392" y="122365"/>
                        <a:pt x="0" y="94973"/>
                        <a:pt x="0" y="61182"/>
                      </a:cubicBezTo>
                      <a:cubicBezTo>
                        <a:pt x="0" y="27392"/>
                        <a:pt x="27392" y="0"/>
                        <a:pt x="61182" y="0"/>
                      </a:cubicBezTo>
                      <a:cubicBezTo>
                        <a:pt x="94972"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103" name="任意多边形: 形状 102">
                  <a:extLst>
                    <a:ext uri="{FF2B5EF4-FFF2-40B4-BE49-F238E27FC236}">
                      <a16:creationId xmlns:a16="http://schemas.microsoft.com/office/drawing/2014/main" id="{68B1881F-4AA1-D3B0-D658-FEA0562010A5}"/>
                    </a:ext>
                  </a:extLst>
                </p:cNvPr>
                <p:cNvSpPr/>
                <p:nvPr/>
              </p:nvSpPr>
              <p:spPr>
                <a:xfrm>
                  <a:off x="10273563" y="4949558"/>
                  <a:ext cx="122364" cy="122364"/>
                </a:xfrm>
                <a:custGeom>
                  <a:avLst/>
                  <a:gdLst>
                    <a:gd name="connsiteX0" fmla="*/ 122365 w 122364"/>
                    <a:gd name="connsiteY0" fmla="*/ 61182 h 122364"/>
                    <a:gd name="connsiteX1" fmla="*/ 61183 w 122364"/>
                    <a:gd name="connsiteY1" fmla="*/ 122365 h 122364"/>
                    <a:gd name="connsiteX2" fmla="*/ 0 w 122364"/>
                    <a:gd name="connsiteY2" fmla="*/ 61182 h 122364"/>
                    <a:gd name="connsiteX3" fmla="*/ 61183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3"/>
                        <a:pt x="94973" y="122365"/>
                        <a:pt x="61183" y="122365"/>
                      </a:cubicBezTo>
                      <a:cubicBezTo>
                        <a:pt x="27392" y="122365"/>
                        <a:pt x="0" y="94973"/>
                        <a:pt x="0" y="61182"/>
                      </a:cubicBezTo>
                      <a:cubicBezTo>
                        <a:pt x="0" y="27392"/>
                        <a:pt x="27392" y="0"/>
                        <a:pt x="61183" y="0"/>
                      </a:cubicBezTo>
                      <a:cubicBezTo>
                        <a:pt x="94973"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104" name="任意多边形: 形状 103">
                  <a:extLst>
                    <a:ext uri="{FF2B5EF4-FFF2-40B4-BE49-F238E27FC236}">
                      <a16:creationId xmlns:a16="http://schemas.microsoft.com/office/drawing/2014/main" id="{7F5198D4-CC0A-A2A8-A9C0-22358F8C5E0C}"/>
                    </a:ext>
                  </a:extLst>
                </p:cNvPr>
                <p:cNvSpPr/>
                <p:nvPr/>
              </p:nvSpPr>
              <p:spPr>
                <a:xfrm>
                  <a:off x="9537026" y="4949558"/>
                  <a:ext cx="122364" cy="122364"/>
                </a:xfrm>
                <a:custGeom>
                  <a:avLst/>
                  <a:gdLst>
                    <a:gd name="connsiteX0" fmla="*/ 122364 w 122364"/>
                    <a:gd name="connsiteY0" fmla="*/ 61182 h 122364"/>
                    <a:gd name="connsiteX1" fmla="*/ 61182 w 122364"/>
                    <a:gd name="connsiteY1" fmla="*/ 122365 h 122364"/>
                    <a:gd name="connsiteX2" fmla="*/ -1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3"/>
                        <a:pt x="94972" y="122365"/>
                        <a:pt x="61182" y="122365"/>
                      </a:cubicBezTo>
                      <a:cubicBezTo>
                        <a:pt x="27392" y="122365"/>
                        <a:pt x="-1" y="94973"/>
                        <a:pt x="-1" y="61182"/>
                      </a:cubicBezTo>
                      <a:cubicBezTo>
                        <a:pt x="-1"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05" name="任意多边形: 形状 104">
                  <a:extLst>
                    <a:ext uri="{FF2B5EF4-FFF2-40B4-BE49-F238E27FC236}">
                      <a16:creationId xmlns:a16="http://schemas.microsoft.com/office/drawing/2014/main" id="{44252E70-9B68-2049-AFBE-F540C7DCAFB3}"/>
                    </a:ext>
                  </a:extLst>
                </p:cNvPr>
                <p:cNvSpPr/>
                <p:nvPr/>
              </p:nvSpPr>
              <p:spPr>
                <a:xfrm>
                  <a:off x="9785559" y="4949558"/>
                  <a:ext cx="122364" cy="122364"/>
                </a:xfrm>
                <a:custGeom>
                  <a:avLst/>
                  <a:gdLst>
                    <a:gd name="connsiteX0" fmla="*/ 122364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3"/>
                        <a:pt x="94972" y="122365"/>
                        <a:pt x="61182" y="122365"/>
                      </a:cubicBezTo>
                      <a:cubicBezTo>
                        <a:pt x="27392" y="122365"/>
                        <a:pt x="0" y="94973"/>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grpSp>
          <p:sp>
            <p:nvSpPr>
              <p:cNvPr id="60" name="任意多边形: 形状 59">
                <a:extLst>
                  <a:ext uri="{FF2B5EF4-FFF2-40B4-BE49-F238E27FC236}">
                    <a16:creationId xmlns:a16="http://schemas.microsoft.com/office/drawing/2014/main" id="{207C459B-CDFB-B199-F175-A3C0D94A707E}"/>
                  </a:ext>
                </a:extLst>
              </p:cNvPr>
              <p:cNvSpPr/>
              <p:nvPr/>
            </p:nvSpPr>
            <p:spPr>
              <a:xfrm>
                <a:off x="6962343" y="463797"/>
                <a:ext cx="865555" cy="865555"/>
              </a:xfrm>
              <a:custGeom>
                <a:avLst/>
                <a:gdLst>
                  <a:gd name="connsiteX0" fmla="*/ 0 w 865555"/>
                  <a:gd name="connsiteY0" fmla="*/ 865549 h 865555"/>
                  <a:gd name="connsiteX1" fmla="*/ 0 w 865555"/>
                  <a:gd name="connsiteY1" fmla="*/ 0 h 865555"/>
                  <a:gd name="connsiteX2" fmla="*/ 865556 w 865555"/>
                  <a:gd name="connsiteY2" fmla="*/ 0 h 865555"/>
                  <a:gd name="connsiteX3" fmla="*/ 865556 w 865555"/>
                  <a:gd name="connsiteY3" fmla="*/ 377673 h 865555"/>
                  <a:gd name="connsiteX4" fmla="*/ 377672 w 865555"/>
                  <a:gd name="connsiteY4" fmla="*/ 865556 h 865555"/>
                  <a:gd name="connsiteX5" fmla="*/ 0 w 865555"/>
                  <a:gd name="connsiteY5" fmla="*/ 865556 h 86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5555" h="865555">
                    <a:moveTo>
                      <a:pt x="0" y="865549"/>
                    </a:moveTo>
                    <a:lnTo>
                      <a:pt x="0" y="0"/>
                    </a:lnTo>
                    <a:lnTo>
                      <a:pt x="865556" y="0"/>
                    </a:lnTo>
                    <a:lnTo>
                      <a:pt x="865556" y="377673"/>
                    </a:lnTo>
                    <a:cubicBezTo>
                      <a:pt x="865556" y="647122"/>
                      <a:pt x="647122" y="865556"/>
                      <a:pt x="377672" y="865556"/>
                    </a:cubicBezTo>
                    <a:lnTo>
                      <a:pt x="0" y="865556"/>
                    </a:lnTo>
                    <a:close/>
                  </a:path>
                </a:pathLst>
              </a:custGeom>
              <a:solidFill>
                <a:srgbClr val="3F6FD5"/>
              </a:solidFill>
              <a:ln w="6350" cap="flat">
                <a:noFill/>
                <a:prstDash val="solid"/>
                <a:miter/>
              </a:ln>
            </p:spPr>
            <p:txBody>
              <a:bodyPr rtlCol="0" anchor="ctr"/>
              <a:lstStyle/>
              <a:p>
                <a:endParaRPr lang="zh-CN" altLang="en-US"/>
              </a:p>
            </p:txBody>
          </p:sp>
          <p:sp>
            <p:nvSpPr>
              <p:cNvPr id="61" name="任意多边形: 形状 60">
                <a:extLst>
                  <a:ext uri="{FF2B5EF4-FFF2-40B4-BE49-F238E27FC236}">
                    <a16:creationId xmlns:a16="http://schemas.microsoft.com/office/drawing/2014/main" id="{C702BDED-F7F3-B118-97CA-C93C675CC5CA}"/>
                  </a:ext>
                </a:extLst>
              </p:cNvPr>
              <p:cNvSpPr/>
              <p:nvPr/>
            </p:nvSpPr>
            <p:spPr>
              <a:xfrm>
                <a:off x="9952316" y="473538"/>
                <a:ext cx="593890" cy="1179334"/>
              </a:xfrm>
              <a:custGeom>
                <a:avLst/>
                <a:gdLst>
                  <a:gd name="connsiteX0" fmla="*/ 0 w 593890"/>
                  <a:gd name="connsiteY0" fmla="*/ 589667 h 1179334"/>
                  <a:gd name="connsiteX1" fmla="*/ 593890 w 593890"/>
                  <a:gd name="connsiteY1" fmla="*/ 0 h 1179334"/>
                  <a:gd name="connsiteX2" fmla="*/ 593890 w 593890"/>
                  <a:gd name="connsiteY2" fmla="*/ 1179335 h 1179334"/>
                  <a:gd name="connsiteX3" fmla="*/ 0 w 593890"/>
                  <a:gd name="connsiteY3" fmla="*/ 589667 h 1179334"/>
                </a:gdLst>
                <a:ahLst/>
                <a:cxnLst>
                  <a:cxn ang="0">
                    <a:pos x="connsiteX0" y="connsiteY0"/>
                  </a:cxn>
                  <a:cxn ang="0">
                    <a:pos x="connsiteX1" y="connsiteY1"/>
                  </a:cxn>
                  <a:cxn ang="0">
                    <a:pos x="connsiteX2" y="connsiteY2"/>
                  </a:cxn>
                  <a:cxn ang="0">
                    <a:pos x="connsiteX3" y="connsiteY3"/>
                  </a:cxn>
                </a:cxnLst>
                <a:rect l="l" t="t" r="r" b="b"/>
                <a:pathLst>
                  <a:path w="593890" h="1179334">
                    <a:moveTo>
                      <a:pt x="0" y="589667"/>
                    </a:moveTo>
                    <a:cubicBezTo>
                      <a:pt x="0" y="264001"/>
                      <a:pt x="265894" y="0"/>
                      <a:pt x="593890" y="0"/>
                    </a:cubicBezTo>
                    <a:lnTo>
                      <a:pt x="593890" y="1179335"/>
                    </a:lnTo>
                    <a:cubicBezTo>
                      <a:pt x="265894" y="1179341"/>
                      <a:pt x="0" y="915334"/>
                      <a:pt x="0" y="589667"/>
                    </a:cubicBezTo>
                    <a:close/>
                  </a:path>
                </a:pathLst>
              </a:custGeom>
              <a:solidFill>
                <a:srgbClr val="E9A650"/>
              </a:solidFill>
              <a:ln w="6350" cap="flat">
                <a:noFill/>
                <a:prstDash val="solid"/>
                <a:miter/>
              </a:ln>
            </p:spPr>
            <p:txBody>
              <a:bodyPr rtlCol="0" anchor="ctr"/>
              <a:lstStyle/>
              <a:p>
                <a:endParaRPr lang="zh-CN" altLang="en-US"/>
              </a:p>
            </p:txBody>
          </p:sp>
          <p:sp>
            <p:nvSpPr>
              <p:cNvPr id="62" name="任意多边形: 形状 61">
                <a:extLst>
                  <a:ext uri="{FF2B5EF4-FFF2-40B4-BE49-F238E27FC236}">
                    <a16:creationId xmlns:a16="http://schemas.microsoft.com/office/drawing/2014/main" id="{C27656C0-ABF9-8D5D-B8A5-1AC3D14A67D0}"/>
                  </a:ext>
                </a:extLst>
              </p:cNvPr>
              <p:cNvSpPr/>
              <p:nvPr/>
            </p:nvSpPr>
            <p:spPr>
              <a:xfrm>
                <a:off x="9351181" y="464210"/>
                <a:ext cx="589667" cy="1194498"/>
              </a:xfrm>
              <a:custGeom>
                <a:avLst/>
                <a:gdLst>
                  <a:gd name="connsiteX0" fmla="*/ 589668 w 589667"/>
                  <a:gd name="connsiteY0" fmla="*/ 597249 h 1194498"/>
                  <a:gd name="connsiteX1" fmla="*/ 0 w 589667"/>
                  <a:gd name="connsiteY1" fmla="*/ 1194499 h 1194498"/>
                  <a:gd name="connsiteX2" fmla="*/ 0 w 589667"/>
                  <a:gd name="connsiteY2" fmla="*/ 0 h 1194498"/>
                  <a:gd name="connsiteX3" fmla="*/ 589668 w 589667"/>
                  <a:gd name="connsiteY3" fmla="*/ 597249 h 1194498"/>
                </a:gdLst>
                <a:ahLst/>
                <a:cxnLst>
                  <a:cxn ang="0">
                    <a:pos x="connsiteX0" y="connsiteY0"/>
                  </a:cxn>
                  <a:cxn ang="0">
                    <a:pos x="connsiteX1" y="connsiteY1"/>
                  </a:cxn>
                  <a:cxn ang="0">
                    <a:pos x="connsiteX2" y="connsiteY2"/>
                  </a:cxn>
                  <a:cxn ang="0">
                    <a:pos x="connsiteX3" y="connsiteY3"/>
                  </a:cxn>
                </a:cxnLst>
                <a:rect l="l" t="t" r="r" b="b"/>
                <a:pathLst>
                  <a:path w="589667" h="1194498">
                    <a:moveTo>
                      <a:pt x="589668" y="597249"/>
                    </a:moveTo>
                    <a:cubicBezTo>
                      <a:pt x="589668" y="927100"/>
                      <a:pt x="325666" y="1194499"/>
                      <a:pt x="0" y="1194499"/>
                    </a:cubicBezTo>
                    <a:lnTo>
                      <a:pt x="0" y="0"/>
                    </a:lnTo>
                    <a:cubicBezTo>
                      <a:pt x="325666" y="0"/>
                      <a:pt x="589668" y="267399"/>
                      <a:pt x="589668" y="597249"/>
                    </a:cubicBezTo>
                    <a:close/>
                  </a:path>
                </a:pathLst>
              </a:custGeom>
              <a:solidFill>
                <a:srgbClr val="1C1C61"/>
              </a:solidFill>
              <a:ln w="6350" cap="flat">
                <a:noFill/>
                <a:prstDash val="solid"/>
                <a:miter/>
              </a:ln>
            </p:spPr>
            <p:txBody>
              <a:bodyPr rtlCol="0" anchor="ctr"/>
              <a:lstStyle/>
              <a:p>
                <a:endParaRPr lang="zh-CN" altLang="en-US"/>
              </a:p>
            </p:txBody>
          </p:sp>
          <p:grpSp>
            <p:nvGrpSpPr>
              <p:cNvPr id="63" name="图形 8">
                <a:extLst>
                  <a:ext uri="{FF2B5EF4-FFF2-40B4-BE49-F238E27FC236}">
                    <a16:creationId xmlns:a16="http://schemas.microsoft.com/office/drawing/2014/main" id="{2CA4B911-439E-90C0-B57C-56E2EEE1F993}"/>
                  </a:ext>
                </a:extLst>
              </p:cNvPr>
              <p:cNvGrpSpPr/>
              <p:nvPr/>
            </p:nvGrpSpPr>
            <p:grpSpPr>
              <a:xfrm>
                <a:off x="10660303" y="453428"/>
                <a:ext cx="1098403" cy="1208735"/>
                <a:chOff x="10660303" y="453428"/>
                <a:chExt cx="1098403" cy="1208735"/>
              </a:xfrm>
            </p:grpSpPr>
            <p:sp>
              <p:nvSpPr>
                <p:cNvPr id="81" name="任意多边形: 形状 80">
                  <a:extLst>
                    <a:ext uri="{FF2B5EF4-FFF2-40B4-BE49-F238E27FC236}">
                      <a16:creationId xmlns:a16="http://schemas.microsoft.com/office/drawing/2014/main" id="{D7C684D9-312F-697D-EC28-BF13D4629C20}"/>
                    </a:ext>
                  </a:extLst>
                </p:cNvPr>
                <p:cNvSpPr/>
                <p:nvPr/>
              </p:nvSpPr>
              <p:spPr>
                <a:xfrm>
                  <a:off x="11209642" y="453434"/>
                  <a:ext cx="6" cy="1208728"/>
                </a:xfrm>
                <a:custGeom>
                  <a:avLst/>
                  <a:gdLst>
                    <a:gd name="connsiteX0" fmla="*/ 6 w 6"/>
                    <a:gd name="connsiteY0" fmla="*/ 0 h 1208728"/>
                    <a:gd name="connsiteX1" fmla="*/ 0 w 6"/>
                    <a:gd name="connsiteY1" fmla="*/ 1208729 h 1208728"/>
                  </a:gdLst>
                  <a:ahLst/>
                  <a:cxnLst>
                    <a:cxn ang="0">
                      <a:pos x="connsiteX0" y="connsiteY0"/>
                    </a:cxn>
                    <a:cxn ang="0">
                      <a:pos x="connsiteX1" y="connsiteY1"/>
                    </a:cxn>
                  </a:cxnLst>
                  <a:rect l="l" t="t" r="r" b="b"/>
                  <a:pathLst>
                    <a:path w="6" h="1208728">
                      <a:moveTo>
                        <a:pt x="6" y="0"/>
                      </a:moveTo>
                      <a:lnTo>
                        <a:pt x="0" y="1208729"/>
                      </a:lnTo>
                    </a:path>
                  </a:pathLst>
                </a:custGeom>
                <a:ln w="18063" cap="flat">
                  <a:solidFill>
                    <a:srgbClr val="FFFFFF"/>
                  </a:solidFill>
                  <a:prstDash val="solid"/>
                  <a:miter/>
                </a:ln>
              </p:spPr>
              <p:txBody>
                <a:bodyPr rtlCol="0" anchor="ctr"/>
                <a:lstStyle/>
                <a:p>
                  <a:endParaRPr lang="zh-CN" altLang="en-US"/>
                </a:p>
              </p:txBody>
            </p:sp>
            <p:sp>
              <p:nvSpPr>
                <p:cNvPr id="82" name="任意多边形: 形状 81">
                  <a:extLst>
                    <a:ext uri="{FF2B5EF4-FFF2-40B4-BE49-F238E27FC236}">
                      <a16:creationId xmlns:a16="http://schemas.microsoft.com/office/drawing/2014/main" id="{64009F74-84AF-E4B4-EF60-0CFDC32834EC}"/>
                    </a:ext>
                  </a:extLst>
                </p:cNvPr>
                <p:cNvSpPr/>
                <p:nvPr/>
              </p:nvSpPr>
              <p:spPr>
                <a:xfrm>
                  <a:off x="11072361" y="453434"/>
                  <a:ext cx="6" cy="1208728"/>
                </a:xfrm>
                <a:custGeom>
                  <a:avLst/>
                  <a:gdLst>
                    <a:gd name="connsiteX0" fmla="*/ 7 w 6"/>
                    <a:gd name="connsiteY0" fmla="*/ 0 h 1208728"/>
                    <a:gd name="connsiteX1" fmla="*/ 0 w 6"/>
                    <a:gd name="connsiteY1" fmla="*/ 1208729 h 1208728"/>
                  </a:gdLst>
                  <a:ahLst/>
                  <a:cxnLst>
                    <a:cxn ang="0">
                      <a:pos x="connsiteX0" y="connsiteY0"/>
                    </a:cxn>
                    <a:cxn ang="0">
                      <a:pos x="connsiteX1" y="connsiteY1"/>
                    </a:cxn>
                  </a:cxnLst>
                  <a:rect l="l" t="t" r="r" b="b"/>
                  <a:pathLst>
                    <a:path w="6" h="1208728">
                      <a:moveTo>
                        <a:pt x="7" y="0"/>
                      </a:moveTo>
                      <a:lnTo>
                        <a:pt x="0" y="1208729"/>
                      </a:lnTo>
                    </a:path>
                  </a:pathLst>
                </a:custGeom>
                <a:ln w="18063" cap="flat">
                  <a:solidFill>
                    <a:srgbClr val="FFFFFF"/>
                  </a:solidFill>
                  <a:prstDash val="solid"/>
                  <a:miter/>
                </a:ln>
              </p:spPr>
              <p:txBody>
                <a:bodyPr rtlCol="0" anchor="ctr"/>
                <a:lstStyle/>
                <a:p>
                  <a:endParaRPr lang="zh-CN" altLang="en-US"/>
                </a:p>
              </p:txBody>
            </p:sp>
            <p:sp>
              <p:nvSpPr>
                <p:cNvPr id="83" name="任意多边形: 形状 82">
                  <a:extLst>
                    <a:ext uri="{FF2B5EF4-FFF2-40B4-BE49-F238E27FC236}">
                      <a16:creationId xmlns:a16="http://schemas.microsoft.com/office/drawing/2014/main" id="{134FBF0C-2F04-E927-66AE-2C9CD47A2050}"/>
                    </a:ext>
                  </a:extLst>
                </p:cNvPr>
                <p:cNvSpPr/>
                <p:nvPr/>
              </p:nvSpPr>
              <p:spPr>
                <a:xfrm>
                  <a:off x="10935169" y="453434"/>
                  <a:ext cx="6" cy="1208728"/>
                </a:xfrm>
                <a:custGeom>
                  <a:avLst/>
                  <a:gdLst>
                    <a:gd name="connsiteX0" fmla="*/ 6 w 6"/>
                    <a:gd name="connsiteY0" fmla="*/ 0 h 1208728"/>
                    <a:gd name="connsiteX1" fmla="*/ 0 w 6"/>
                    <a:gd name="connsiteY1" fmla="*/ 1208729 h 1208728"/>
                  </a:gdLst>
                  <a:ahLst/>
                  <a:cxnLst>
                    <a:cxn ang="0">
                      <a:pos x="connsiteX0" y="connsiteY0"/>
                    </a:cxn>
                    <a:cxn ang="0">
                      <a:pos x="connsiteX1" y="connsiteY1"/>
                    </a:cxn>
                  </a:cxnLst>
                  <a:rect l="l" t="t" r="r" b="b"/>
                  <a:pathLst>
                    <a:path w="6" h="1208728">
                      <a:moveTo>
                        <a:pt x="6" y="0"/>
                      </a:moveTo>
                      <a:lnTo>
                        <a:pt x="0" y="1208729"/>
                      </a:lnTo>
                    </a:path>
                  </a:pathLst>
                </a:custGeom>
                <a:ln w="18063" cap="flat">
                  <a:solidFill>
                    <a:srgbClr val="FFFFFF"/>
                  </a:solidFill>
                  <a:prstDash val="solid"/>
                  <a:miter/>
                </a:ln>
              </p:spPr>
              <p:txBody>
                <a:bodyPr rtlCol="0" anchor="ctr"/>
                <a:lstStyle/>
                <a:p>
                  <a:endParaRPr lang="zh-CN" altLang="en-US"/>
                </a:p>
              </p:txBody>
            </p:sp>
            <p:sp>
              <p:nvSpPr>
                <p:cNvPr id="84" name="任意多边形: 形状 83">
                  <a:extLst>
                    <a:ext uri="{FF2B5EF4-FFF2-40B4-BE49-F238E27FC236}">
                      <a16:creationId xmlns:a16="http://schemas.microsoft.com/office/drawing/2014/main" id="{06F3BCBA-D5D1-70B8-5999-7E4C9BBC764F}"/>
                    </a:ext>
                  </a:extLst>
                </p:cNvPr>
                <p:cNvSpPr/>
                <p:nvPr/>
              </p:nvSpPr>
              <p:spPr>
                <a:xfrm>
                  <a:off x="10797781" y="453434"/>
                  <a:ext cx="6" cy="1208728"/>
                </a:xfrm>
                <a:custGeom>
                  <a:avLst/>
                  <a:gdLst>
                    <a:gd name="connsiteX0" fmla="*/ 6 w 6"/>
                    <a:gd name="connsiteY0" fmla="*/ 0 h 1208728"/>
                    <a:gd name="connsiteX1" fmla="*/ 0 w 6"/>
                    <a:gd name="connsiteY1" fmla="*/ 1208729 h 1208728"/>
                  </a:gdLst>
                  <a:ahLst/>
                  <a:cxnLst>
                    <a:cxn ang="0">
                      <a:pos x="connsiteX0" y="connsiteY0"/>
                    </a:cxn>
                    <a:cxn ang="0">
                      <a:pos x="connsiteX1" y="connsiteY1"/>
                    </a:cxn>
                  </a:cxnLst>
                  <a:rect l="l" t="t" r="r" b="b"/>
                  <a:pathLst>
                    <a:path w="6" h="1208728">
                      <a:moveTo>
                        <a:pt x="6" y="0"/>
                      </a:moveTo>
                      <a:lnTo>
                        <a:pt x="0" y="1208729"/>
                      </a:lnTo>
                    </a:path>
                  </a:pathLst>
                </a:custGeom>
                <a:ln w="18063" cap="flat">
                  <a:solidFill>
                    <a:srgbClr val="FFFFFF"/>
                  </a:solidFill>
                  <a:prstDash val="solid"/>
                  <a:miter/>
                </a:ln>
              </p:spPr>
              <p:txBody>
                <a:bodyPr rtlCol="0" anchor="ctr"/>
                <a:lstStyle/>
                <a:p>
                  <a:endParaRPr lang="zh-CN" altLang="en-US"/>
                </a:p>
              </p:txBody>
            </p:sp>
            <p:sp>
              <p:nvSpPr>
                <p:cNvPr id="85" name="任意多边形: 形状 84">
                  <a:extLst>
                    <a:ext uri="{FF2B5EF4-FFF2-40B4-BE49-F238E27FC236}">
                      <a16:creationId xmlns:a16="http://schemas.microsoft.com/office/drawing/2014/main" id="{43EFAF3E-E30D-E1BC-7CBD-1D1574B7B72F}"/>
                    </a:ext>
                  </a:extLst>
                </p:cNvPr>
                <p:cNvSpPr/>
                <p:nvPr/>
              </p:nvSpPr>
              <p:spPr>
                <a:xfrm>
                  <a:off x="10660303" y="453428"/>
                  <a:ext cx="6" cy="1208735"/>
                </a:xfrm>
                <a:custGeom>
                  <a:avLst/>
                  <a:gdLst>
                    <a:gd name="connsiteX0" fmla="*/ 6 w 6"/>
                    <a:gd name="connsiteY0" fmla="*/ 0 h 1208735"/>
                    <a:gd name="connsiteX1" fmla="*/ 0 w 6"/>
                    <a:gd name="connsiteY1" fmla="*/ 1208735 h 1208735"/>
                  </a:gdLst>
                  <a:ahLst/>
                  <a:cxnLst>
                    <a:cxn ang="0">
                      <a:pos x="connsiteX0" y="connsiteY0"/>
                    </a:cxn>
                    <a:cxn ang="0">
                      <a:pos x="connsiteX1" y="connsiteY1"/>
                    </a:cxn>
                  </a:cxnLst>
                  <a:rect l="l" t="t" r="r" b="b"/>
                  <a:pathLst>
                    <a:path w="6" h="1208735">
                      <a:moveTo>
                        <a:pt x="6" y="0"/>
                      </a:moveTo>
                      <a:lnTo>
                        <a:pt x="0" y="1208735"/>
                      </a:lnTo>
                    </a:path>
                  </a:pathLst>
                </a:custGeom>
                <a:ln w="18063" cap="flat">
                  <a:solidFill>
                    <a:srgbClr val="FFFFFF"/>
                  </a:solidFill>
                  <a:prstDash val="solid"/>
                  <a:miter/>
                </a:ln>
              </p:spPr>
              <p:txBody>
                <a:bodyPr rtlCol="0" anchor="ctr"/>
                <a:lstStyle/>
                <a:p>
                  <a:endParaRPr lang="zh-CN" altLang="en-US"/>
                </a:p>
              </p:txBody>
            </p:sp>
            <p:sp>
              <p:nvSpPr>
                <p:cNvPr id="86" name="任意多边形: 形状 85">
                  <a:extLst>
                    <a:ext uri="{FF2B5EF4-FFF2-40B4-BE49-F238E27FC236}">
                      <a16:creationId xmlns:a16="http://schemas.microsoft.com/office/drawing/2014/main" id="{FC2F34F8-E219-5C13-4317-A08484A71664}"/>
                    </a:ext>
                  </a:extLst>
                </p:cNvPr>
                <p:cNvSpPr/>
                <p:nvPr/>
              </p:nvSpPr>
              <p:spPr>
                <a:xfrm>
                  <a:off x="11758701" y="453434"/>
                  <a:ext cx="6" cy="1208728"/>
                </a:xfrm>
                <a:custGeom>
                  <a:avLst/>
                  <a:gdLst>
                    <a:gd name="connsiteX0" fmla="*/ 6 w 6"/>
                    <a:gd name="connsiteY0" fmla="*/ 0 h 1208728"/>
                    <a:gd name="connsiteX1" fmla="*/ 0 w 6"/>
                    <a:gd name="connsiteY1" fmla="*/ 1208729 h 1208728"/>
                  </a:gdLst>
                  <a:ahLst/>
                  <a:cxnLst>
                    <a:cxn ang="0">
                      <a:pos x="connsiteX0" y="connsiteY0"/>
                    </a:cxn>
                    <a:cxn ang="0">
                      <a:pos x="connsiteX1" y="connsiteY1"/>
                    </a:cxn>
                  </a:cxnLst>
                  <a:rect l="l" t="t" r="r" b="b"/>
                  <a:pathLst>
                    <a:path w="6" h="1208728">
                      <a:moveTo>
                        <a:pt x="6" y="0"/>
                      </a:moveTo>
                      <a:lnTo>
                        <a:pt x="0" y="1208729"/>
                      </a:lnTo>
                    </a:path>
                  </a:pathLst>
                </a:custGeom>
                <a:ln w="18063" cap="flat">
                  <a:solidFill>
                    <a:srgbClr val="FFFFFF"/>
                  </a:solidFill>
                  <a:prstDash val="solid"/>
                  <a:miter/>
                </a:ln>
              </p:spPr>
              <p:txBody>
                <a:bodyPr rtlCol="0" anchor="ctr"/>
                <a:lstStyle/>
                <a:p>
                  <a:endParaRPr lang="zh-CN" altLang="en-US"/>
                </a:p>
              </p:txBody>
            </p:sp>
            <p:sp>
              <p:nvSpPr>
                <p:cNvPr id="87" name="任意多边形: 形状 86">
                  <a:extLst>
                    <a:ext uri="{FF2B5EF4-FFF2-40B4-BE49-F238E27FC236}">
                      <a16:creationId xmlns:a16="http://schemas.microsoft.com/office/drawing/2014/main" id="{34B89FA6-423B-BA69-EE33-3FF6257F91DC}"/>
                    </a:ext>
                  </a:extLst>
                </p:cNvPr>
                <p:cNvSpPr/>
                <p:nvPr/>
              </p:nvSpPr>
              <p:spPr>
                <a:xfrm>
                  <a:off x="11621420" y="453434"/>
                  <a:ext cx="6" cy="1208728"/>
                </a:xfrm>
                <a:custGeom>
                  <a:avLst/>
                  <a:gdLst>
                    <a:gd name="connsiteX0" fmla="*/ 6 w 6"/>
                    <a:gd name="connsiteY0" fmla="*/ 0 h 1208728"/>
                    <a:gd name="connsiteX1" fmla="*/ 0 w 6"/>
                    <a:gd name="connsiteY1" fmla="*/ 1208729 h 1208728"/>
                  </a:gdLst>
                  <a:ahLst/>
                  <a:cxnLst>
                    <a:cxn ang="0">
                      <a:pos x="connsiteX0" y="connsiteY0"/>
                    </a:cxn>
                    <a:cxn ang="0">
                      <a:pos x="connsiteX1" y="connsiteY1"/>
                    </a:cxn>
                  </a:cxnLst>
                  <a:rect l="l" t="t" r="r" b="b"/>
                  <a:pathLst>
                    <a:path w="6" h="1208728">
                      <a:moveTo>
                        <a:pt x="6" y="0"/>
                      </a:moveTo>
                      <a:lnTo>
                        <a:pt x="0" y="1208729"/>
                      </a:lnTo>
                    </a:path>
                  </a:pathLst>
                </a:custGeom>
                <a:ln w="18063" cap="flat">
                  <a:solidFill>
                    <a:srgbClr val="FFFFFF"/>
                  </a:solidFill>
                  <a:prstDash val="solid"/>
                  <a:miter/>
                </a:ln>
              </p:spPr>
              <p:txBody>
                <a:bodyPr rtlCol="0" anchor="ctr"/>
                <a:lstStyle/>
                <a:p>
                  <a:endParaRPr lang="zh-CN" altLang="en-US"/>
                </a:p>
              </p:txBody>
            </p:sp>
            <p:sp>
              <p:nvSpPr>
                <p:cNvPr id="88" name="任意多边形: 形状 87">
                  <a:extLst>
                    <a:ext uri="{FF2B5EF4-FFF2-40B4-BE49-F238E27FC236}">
                      <a16:creationId xmlns:a16="http://schemas.microsoft.com/office/drawing/2014/main" id="{FF1C94EA-E549-E02E-6134-632B7933CEA6}"/>
                    </a:ext>
                  </a:extLst>
                </p:cNvPr>
                <p:cNvSpPr/>
                <p:nvPr/>
              </p:nvSpPr>
              <p:spPr>
                <a:xfrm>
                  <a:off x="11484229" y="453434"/>
                  <a:ext cx="6350" cy="1208728"/>
                </a:xfrm>
                <a:custGeom>
                  <a:avLst/>
                  <a:gdLst>
                    <a:gd name="connsiteX0" fmla="*/ 0 w 6350"/>
                    <a:gd name="connsiteY0" fmla="*/ 0 h 1208728"/>
                    <a:gd name="connsiteX1" fmla="*/ 0 w 6350"/>
                    <a:gd name="connsiteY1" fmla="*/ 1208729 h 1208728"/>
                  </a:gdLst>
                  <a:ahLst/>
                  <a:cxnLst>
                    <a:cxn ang="0">
                      <a:pos x="connsiteX0" y="connsiteY0"/>
                    </a:cxn>
                    <a:cxn ang="0">
                      <a:pos x="connsiteX1" y="connsiteY1"/>
                    </a:cxn>
                  </a:cxnLst>
                  <a:rect l="l" t="t" r="r" b="b"/>
                  <a:pathLst>
                    <a:path w="6350" h="1208728">
                      <a:moveTo>
                        <a:pt x="0" y="0"/>
                      </a:moveTo>
                      <a:lnTo>
                        <a:pt x="0" y="1208729"/>
                      </a:lnTo>
                    </a:path>
                  </a:pathLst>
                </a:custGeom>
                <a:ln w="18063" cap="flat">
                  <a:solidFill>
                    <a:srgbClr val="FFFFFF"/>
                  </a:solidFill>
                  <a:prstDash val="solid"/>
                  <a:miter/>
                </a:ln>
              </p:spPr>
              <p:txBody>
                <a:bodyPr rtlCol="0" anchor="ctr"/>
                <a:lstStyle/>
                <a:p>
                  <a:endParaRPr lang="zh-CN" altLang="en-US"/>
                </a:p>
              </p:txBody>
            </p:sp>
            <p:sp>
              <p:nvSpPr>
                <p:cNvPr id="89" name="任意多边形: 形状 88">
                  <a:extLst>
                    <a:ext uri="{FF2B5EF4-FFF2-40B4-BE49-F238E27FC236}">
                      <a16:creationId xmlns:a16="http://schemas.microsoft.com/office/drawing/2014/main" id="{218256C5-6504-C3BC-C898-A1F49D33222D}"/>
                    </a:ext>
                  </a:extLst>
                </p:cNvPr>
                <p:cNvSpPr/>
                <p:nvPr/>
              </p:nvSpPr>
              <p:spPr>
                <a:xfrm>
                  <a:off x="11346840" y="453434"/>
                  <a:ext cx="6" cy="1208728"/>
                </a:xfrm>
                <a:custGeom>
                  <a:avLst/>
                  <a:gdLst>
                    <a:gd name="connsiteX0" fmla="*/ 7 w 6"/>
                    <a:gd name="connsiteY0" fmla="*/ 0 h 1208728"/>
                    <a:gd name="connsiteX1" fmla="*/ 0 w 6"/>
                    <a:gd name="connsiteY1" fmla="*/ 1208729 h 1208728"/>
                  </a:gdLst>
                  <a:ahLst/>
                  <a:cxnLst>
                    <a:cxn ang="0">
                      <a:pos x="connsiteX0" y="connsiteY0"/>
                    </a:cxn>
                    <a:cxn ang="0">
                      <a:pos x="connsiteX1" y="connsiteY1"/>
                    </a:cxn>
                  </a:cxnLst>
                  <a:rect l="l" t="t" r="r" b="b"/>
                  <a:pathLst>
                    <a:path w="6" h="1208728">
                      <a:moveTo>
                        <a:pt x="7" y="0"/>
                      </a:moveTo>
                      <a:lnTo>
                        <a:pt x="0" y="1208729"/>
                      </a:lnTo>
                    </a:path>
                  </a:pathLst>
                </a:custGeom>
                <a:ln w="18063" cap="flat">
                  <a:solidFill>
                    <a:srgbClr val="FFFFFF"/>
                  </a:solidFill>
                  <a:prstDash val="solid"/>
                  <a:miter/>
                </a:ln>
              </p:spPr>
              <p:txBody>
                <a:bodyPr rtlCol="0" anchor="ctr"/>
                <a:lstStyle/>
                <a:p>
                  <a:endParaRPr lang="zh-CN" altLang="en-US"/>
                </a:p>
              </p:txBody>
            </p:sp>
          </p:grpSp>
          <p:sp>
            <p:nvSpPr>
              <p:cNvPr id="64" name="任意多边形: 形状 63">
                <a:extLst>
                  <a:ext uri="{FF2B5EF4-FFF2-40B4-BE49-F238E27FC236}">
                    <a16:creationId xmlns:a16="http://schemas.microsoft.com/office/drawing/2014/main" id="{CD90967C-7C3B-9E70-0A52-6C67963060BD}"/>
                  </a:ext>
                </a:extLst>
              </p:cNvPr>
              <p:cNvSpPr/>
              <p:nvPr/>
            </p:nvSpPr>
            <p:spPr>
              <a:xfrm>
                <a:off x="8559495" y="807167"/>
                <a:ext cx="376428" cy="482695"/>
              </a:xfrm>
              <a:custGeom>
                <a:avLst/>
                <a:gdLst>
                  <a:gd name="connsiteX0" fmla="*/ 0 w 376428"/>
                  <a:gd name="connsiteY0" fmla="*/ 0 h 482695"/>
                  <a:gd name="connsiteX1" fmla="*/ 376428 w 376428"/>
                  <a:gd name="connsiteY1" fmla="*/ 234188 h 482695"/>
                  <a:gd name="connsiteX2" fmla="*/ 0 w 376428"/>
                  <a:gd name="connsiteY2" fmla="*/ 482695 h 482695"/>
                </a:gdLst>
                <a:ahLst/>
                <a:cxnLst>
                  <a:cxn ang="0">
                    <a:pos x="connsiteX0" y="connsiteY0"/>
                  </a:cxn>
                  <a:cxn ang="0">
                    <a:pos x="connsiteX1" y="connsiteY1"/>
                  </a:cxn>
                  <a:cxn ang="0">
                    <a:pos x="connsiteX2" y="connsiteY2"/>
                  </a:cxn>
                </a:cxnLst>
                <a:rect l="l" t="t" r="r" b="b"/>
                <a:pathLst>
                  <a:path w="376428" h="482695">
                    <a:moveTo>
                      <a:pt x="0" y="0"/>
                    </a:moveTo>
                    <a:lnTo>
                      <a:pt x="376428" y="234188"/>
                    </a:lnTo>
                    <a:lnTo>
                      <a:pt x="0" y="482695"/>
                    </a:lnTo>
                    <a:close/>
                  </a:path>
                </a:pathLst>
              </a:custGeom>
              <a:solidFill>
                <a:srgbClr val="FBF5E2"/>
              </a:solidFill>
              <a:ln w="6350" cap="flat">
                <a:noFill/>
                <a:prstDash val="solid"/>
                <a:miter/>
              </a:ln>
            </p:spPr>
            <p:txBody>
              <a:bodyPr rtlCol="0" anchor="ctr"/>
              <a:lstStyle/>
              <a:p>
                <a:endParaRPr lang="zh-CN" altLang="en-US"/>
              </a:p>
            </p:txBody>
          </p:sp>
          <p:sp>
            <p:nvSpPr>
              <p:cNvPr id="65" name="任意多边形: 形状 64">
                <a:extLst>
                  <a:ext uri="{FF2B5EF4-FFF2-40B4-BE49-F238E27FC236}">
                    <a16:creationId xmlns:a16="http://schemas.microsoft.com/office/drawing/2014/main" id="{54A624D1-7744-7CAE-E7DA-7797C5DDEF9A}"/>
                  </a:ext>
                </a:extLst>
              </p:cNvPr>
              <p:cNvSpPr/>
              <p:nvPr/>
            </p:nvSpPr>
            <p:spPr>
              <a:xfrm>
                <a:off x="8874912" y="807167"/>
                <a:ext cx="376428" cy="482695"/>
              </a:xfrm>
              <a:custGeom>
                <a:avLst/>
                <a:gdLst>
                  <a:gd name="connsiteX0" fmla="*/ 0 w 376428"/>
                  <a:gd name="connsiteY0" fmla="*/ 0 h 482695"/>
                  <a:gd name="connsiteX1" fmla="*/ 376428 w 376428"/>
                  <a:gd name="connsiteY1" fmla="*/ 234188 h 482695"/>
                  <a:gd name="connsiteX2" fmla="*/ 0 w 376428"/>
                  <a:gd name="connsiteY2" fmla="*/ 482695 h 482695"/>
                </a:gdLst>
                <a:ahLst/>
                <a:cxnLst>
                  <a:cxn ang="0">
                    <a:pos x="connsiteX0" y="connsiteY0"/>
                  </a:cxn>
                  <a:cxn ang="0">
                    <a:pos x="connsiteX1" y="connsiteY1"/>
                  </a:cxn>
                  <a:cxn ang="0">
                    <a:pos x="connsiteX2" y="connsiteY2"/>
                  </a:cxn>
                </a:cxnLst>
                <a:rect l="l" t="t" r="r" b="b"/>
                <a:pathLst>
                  <a:path w="376428" h="482695">
                    <a:moveTo>
                      <a:pt x="0" y="0"/>
                    </a:moveTo>
                    <a:lnTo>
                      <a:pt x="376428" y="234188"/>
                    </a:lnTo>
                    <a:lnTo>
                      <a:pt x="0" y="482695"/>
                    </a:lnTo>
                    <a:close/>
                  </a:path>
                </a:pathLst>
              </a:custGeom>
              <a:solidFill>
                <a:srgbClr val="FBF5E2"/>
              </a:solidFill>
              <a:ln w="6350" cap="flat">
                <a:noFill/>
                <a:prstDash val="solid"/>
                <a:miter/>
              </a:ln>
            </p:spPr>
            <p:txBody>
              <a:bodyPr rtlCol="0" anchor="ctr"/>
              <a:lstStyle/>
              <a:p>
                <a:endParaRPr lang="zh-CN" altLang="en-US"/>
              </a:p>
            </p:txBody>
          </p:sp>
          <p:sp>
            <p:nvSpPr>
              <p:cNvPr id="66" name="任意多边形: 形状 65">
                <a:extLst>
                  <a:ext uri="{FF2B5EF4-FFF2-40B4-BE49-F238E27FC236}">
                    <a16:creationId xmlns:a16="http://schemas.microsoft.com/office/drawing/2014/main" id="{B71C85CB-AF1C-0E26-0961-D86AC254054B}"/>
                  </a:ext>
                </a:extLst>
              </p:cNvPr>
              <p:cNvSpPr/>
              <p:nvPr/>
            </p:nvSpPr>
            <p:spPr>
              <a:xfrm>
                <a:off x="9199689" y="807167"/>
                <a:ext cx="376428" cy="482695"/>
              </a:xfrm>
              <a:custGeom>
                <a:avLst/>
                <a:gdLst>
                  <a:gd name="connsiteX0" fmla="*/ 0 w 376428"/>
                  <a:gd name="connsiteY0" fmla="*/ 0 h 482695"/>
                  <a:gd name="connsiteX1" fmla="*/ 376428 w 376428"/>
                  <a:gd name="connsiteY1" fmla="*/ 234188 h 482695"/>
                  <a:gd name="connsiteX2" fmla="*/ 0 w 376428"/>
                  <a:gd name="connsiteY2" fmla="*/ 482695 h 482695"/>
                </a:gdLst>
                <a:ahLst/>
                <a:cxnLst>
                  <a:cxn ang="0">
                    <a:pos x="connsiteX0" y="connsiteY0"/>
                  </a:cxn>
                  <a:cxn ang="0">
                    <a:pos x="connsiteX1" y="connsiteY1"/>
                  </a:cxn>
                  <a:cxn ang="0">
                    <a:pos x="connsiteX2" y="connsiteY2"/>
                  </a:cxn>
                </a:cxnLst>
                <a:rect l="l" t="t" r="r" b="b"/>
                <a:pathLst>
                  <a:path w="376428" h="482695">
                    <a:moveTo>
                      <a:pt x="0" y="0"/>
                    </a:moveTo>
                    <a:lnTo>
                      <a:pt x="376428" y="234188"/>
                    </a:lnTo>
                    <a:lnTo>
                      <a:pt x="0" y="482695"/>
                    </a:lnTo>
                    <a:close/>
                  </a:path>
                </a:pathLst>
              </a:custGeom>
              <a:solidFill>
                <a:srgbClr val="FBF5E2"/>
              </a:solidFill>
              <a:ln w="6350" cap="flat">
                <a:noFill/>
                <a:prstDash val="solid"/>
                <a:miter/>
              </a:ln>
            </p:spPr>
            <p:txBody>
              <a:bodyPr rtlCol="0" anchor="ctr"/>
              <a:lstStyle/>
              <a:p>
                <a:endParaRPr lang="zh-CN" altLang="en-US"/>
              </a:p>
            </p:txBody>
          </p:sp>
          <p:grpSp>
            <p:nvGrpSpPr>
              <p:cNvPr id="67" name="图形 8">
                <a:extLst>
                  <a:ext uri="{FF2B5EF4-FFF2-40B4-BE49-F238E27FC236}">
                    <a16:creationId xmlns:a16="http://schemas.microsoft.com/office/drawing/2014/main" id="{808CEA4D-8EBD-60C6-D96C-20944823AD20}"/>
                  </a:ext>
                </a:extLst>
              </p:cNvPr>
              <p:cNvGrpSpPr/>
              <p:nvPr/>
            </p:nvGrpSpPr>
            <p:grpSpPr>
              <a:xfrm>
                <a:off x="6944779" y="5364041"/>
                <a:ext cx="1208735" cy="1098403"/>
                <a:chOff x="6944779" y="5364041"/>
                <a:chExt cx="1208735" cy="1098403"/>
              </a:xfrm>
            </p:grpSpPr>
            <p:sp>
              <p:nvSpPr>
                <p:cNvPr id="72" name="任意多边形: 形状 71">
                  <a:extLst>
                    <a:ext uri="{FF2B5EF4-FFF2-40B4-BE49-F238E27FC236}">
                      <a16:creationId xmlns:a16="http://schemas.microsoft.com/office/drawing/2014/main" id="{BAA40DC4-F317-F3FE-9C8E-78851D60A804}"/>
                    </a:ext>
                  </a:extLst>
                </p:cNvPr>
                <p:cNvSpPr/>
                <p:nvPr/>
              </p:nvSpPr>
              <p:spPr>
                <a:xfrm>
                  <a:off x="6944785" y="5913386"/>
                  <a:ext cx="1208728" cy="6350"/>
                </a:xfrm>
                <a:custGeom>
                  <a:avLst/>
                  <a:gdLst>
                    <a:gd name="connsiteX0" fmla="*/ 1208729 w 1208728"/>
                    <a:gd name="connsiteY0" fmla="*/ 0 h 6350"/>
                    <a:gd name="connsiteX1" fmla="*/ 0 w 1208728"/>
                    <a:gd name="connsiteY1" fmla="*/ 0 h 6350"/>
                  </a:gdLst>
                  <a:ahLst/>
                  <a:cxnLst>
                    <a:cxn ang="0">
                      <a:pos x="connsiteX0" y="connsiteY0"/>
                    </a:cxn>
                    <a:cxn ang="0">
                      <a:pos x="connsiteX1" y="connsiteY1"/>
                    </a:cxn>
                  </a:cxnLst>
                  <a:rect l="l" t="t" r="r" b="b"/>
                  <a:pathLst>
                    <a:path w="1208728" h="6350">
                      <a:moveTo>
                        <a:pt x="1208729" y="0"/>
                      </a:moveTo>
                      <a:lnTo>
                        <a:pt x="0" y="0"/>
                      </a:lnTo>
                    </a:path>
                  </a:pathLst>
                </a:custGeom>
                <a:ln w="18063" cap="flat">
                  <a:solidFill>
                    <a:srgbClr val="FFFFFF"/>
                  </a:solidFill>
                  <a:prstDash val="solid"/>
                  <a:miter/>
                </a:ln>
              </p:spPr>
              <p:txBody>
                <a:bodyPr rtlCol="0" anchor="ctr"/>
                <a:lstStyle/>
                <a:p>
                  <a:endParaRPr lang="zh-CN" altLang="en-US"/>
                </a:p>
              </p:txBody>
            </p:sp>
            <p:sp>
              <p:nvSpPr>
                <p:cNvPr id="73" name="任意多边形: 形状 72">
                  <a:extLst>
                    <a:ext uri="{FF2B5EF4-FFF2-40B4-BE49-F238E27FC236}">
                      <a16:creationId xmlns:a16="http://schemas.microsoft.com/office/drawing/2014/main" id="{0A90B2AE-39E0-C6BB-6986-BBE84D11B3B1}"/>
                    </a:ext>
                  </a:extLst>
                </p:cNvPr>
                <p:cNvSpPr/>
                <p:nvPr/>
              </p:nvSpPr>
              <p:spPr>
                <a:xfrm>
                  <a:off x="6944785" y="5776106"/>
                  <a:ext cx="1208728" cy="6350"/>
                </a:xfrm>
                <a:custGeom>
                  <a:avLst/>
                  <a:gdLst>
                    <a:gd name="connsiteX0" fmla="*/ 1208729 w 1208728"/>
                    <a:gd name="connsiteY0" fmla="*/ 0 h 6350"/>
                    <a:gd name="connsiteX1" fmla="*/ 0 w 1208728"/>
                    <a:gd name="connsiteY1" fmla="*/ 0 h 6350"/>
                  </a:gdLst>
                  <a:ahLst/>
                  <a:cxnLst>
                    <a:cxn ang="0">
                      <a:pos x="connsiteX0" y="connsiteY0"/>
                    </a:cxn>
                    <a:cxn ang="0">
                      <a:pos x="connsiteX1" y="connsiteY1"/>
                    </a:cxn>
                  </a:cxnLst>
                  <a:rect l="l" t="t" r="r" b="b"/>
                  <a:pathLst>
                    <a:path w="1208728" h="6350">
                      <a:moveTo>
                        <a:pt x="1208729" y="0"/>
                      </a:moveTo>
                      <a:lnTo>
                        <a:pt x="0" y="0"/>
                      </a:lnTo>
                    </a:path>
                  </a:pathLst>
                </a:custGeom>
                <a:ln w="18063" cap="flat">
                  <a:solidFill>
                    <a:srgbClr val="FFFFFF"/>
                  </a:solidFill>
                  <a:prstDash val="solid"/>
                  <a:miter/>
                </a:ln>
              </p:spPr>
              <p:txBody>
                <a:bodyPr rtlCol="0" anchor="ctr"/>
                <a:lstStyle/>
                <a:p>
                  <a:endParaRPr lang="zh-CN" altLang="en-US"/>
                </a:p>
              </p:txBody>
            </p:sp>
            <p:sp>
              <p:nvSpPr>
                <p:cNvPr id="74" name="任意多边形: 形状 73">
                  <a:extLst>
                    <a:ext uri="{FF2B5EF4-FFF2-40B4-BE49-F238E27FC236}">
                      <a16:creationId xmlns:a16="http://schemas.microsoft.com/office/drawing/2014/main" id="{8A117730-4194-4FEC-B563-B797BB3309A5}"/>
                    </a:ext>
                  </a:extLst>
                </p:cNvPr>
                <p:cNvSpPr/>
                <p:nvPr/>
              </p:nvSpPr>
              <p:spPr>
                <a:xfrm>
                  <a:off x="6944785" y="5638907"/>
                  <a:ext cx="1208728" cy="6"/>
                </a:xfrm>
                <a:custGeom>
                  <a:avLst/>
                  <a:gdLst>
                    <a:gd name="connsiteX0" fmla="*/ 1208729 w 1208728"/>
                    <a:gd name="connsiteY0" fmla="*/ 6 h 6"/>
                    <a:gd name="connsiteX1" fmla="*/ 0 w 1208728"/>
                    <a:gd name="connsiteY1" fmla="*/ 0 h 6"/>
                  </a:gdLst>
                  <a:ahLst/>
                  <a:cxnLst>
                    <a:cxn ang="0">
                      <a:pos x="connsiteX0" y="connsiteY0"/>
                    </a:cxn>
                    <a:cxn ang="0">
                      <a:pos x="connsiteX1" y="connsiteY1"/>
                    </a:cxn>
                  </a:cxnLst>
                  <a:rect l="l" t="t" r="r" b="b"/>
                  <a:pathLst>
                    <a:path w="1208728" h="6">
                      <a:moveTo>
                        <a:pt x="1208729" y="6"/>
                      </a:moveTo>
                      <a:lnTo>
                        <a:pt x="0" y="0"/>
                      </a:lnTo>
                    </a:path>
                  </a:pathLst>
                </a:custGeom>
                <a:ln w="18063" cap="flat">
                  <a:solidFill>
                    <a:srgbClr val="FFFFFF"/>
                  </a:solidFill>
                  <a:prstDash val="solid"/>
                  <a:miter/>
                </a:ln>
              </p:spPr>
              <p:txBody>
                <a:bodyPr rtlCol="0" anchor="ctr"/>
                <a:lstStyle/>
                <a:p>
                  <a:endParaRPr lang="zh-CN" altLang="en-US"/>
                </a:p>
              </p:txBody>
            </p:sp>
            <p:sp>
              <p:nvSpPr>
                <p:cNvPr id="75" name="任意多边形: 形状 74">
                  <a:extLst>
                    <a:ext uri="{FF2B5EF4-FFF2-40B4-BE49-F238E27FC236}">
                      <a16:creationId xmlns:a16="http://schemas.microsoft.com/office/drawing/2014/main" id="{082E9F32-A89B-ACDD-AEF2-E533085C746B}"/>
                    </a:ext>
                  </a:extLst>
                </p:cNvPr>
                <p:cNvSpPr/>
                <p:nvPr/>
              </p:nvSpPr>
              <p:spPr>
                <a:xfrm>
                  <a:off x="6944785" y="5501525"/>
                  <a:ext cx="1208728" cy="6350"/>
                </a:xfrm>
                <a:custGeom>
                  <a:avLst/>
                  <a:gdLst>
                    <a:gd name="connsiteX0" fmla="*/ 1208729 w 1208728"/>
                    <a:gd name="connsiteY0" fmla="*/ 0 h 6350"/>
                    <a:gd name="connsiteX1" fmla="*/ 0 w 1208728"/>
                    <a:gd name="connsiteY1" fmla="*/ 0 h 6350"/>
                  </a:gdLst>
                  <a:ahLst/>
                  <a:cxnLst>
                    <a:cxn ang="0">
                      <a:pos x="connsiteX0" y="connsiteY0"/>
                    </a:cxn>
                    <a:cxn ang="0">
                      <a:pos x="connsiteX1" y="connsiteY1"/>
                    </a:cxn>
                  </a:cxnLst>
                  <a:rect l="l" t="t" r="r" b="b"/>
                  <a:pathLst>
                    <a:path w="1208728" h="6350">
                      <a:moveTo>
                        <a:pt x="1208729" y="0"/>
                      </a:moveTo>
                      <a:lnTo>
                        <a:pt x="0" y="0"/>
                      </a:lnTo>
                    </a:path>
                  </a:pathLst>
                </a:custGeom>
                <a:ln w="18063" cap="flat">
                  <a:solidFill>
                    <a:srgbClr val="FFFFFF"/>
                  </a:solidFill>
                  <a:prstDash val="solid"/>
                  <a:miter/>
                </a:ln>
              </p:spPr>
              <p:txBody>
                <a:bodyPr rtlCol="0" anchor="ctr"/>
                <a:lstStyle/>
                <a:p>
                  <a:endParaRPr lang="zh-CN" altLang="en-US"/>
                </a:p>
              </p:txBody>
            </p:sp>
            <p:sp>
              <p:nvSpPr>
                <p:cNvPr id="76" name="任意多边形: 形状 75">
                  <a:extLst>
                    <a:ext uri="{FF2B5EF4-FFF2-40B4-BE49-F238E27FC236}">
                      <a16:creationId xmlns:a16="http://schemas.microsoft.com/office/drawing/2014/main" id="{F5463762-2535-88AE-2E83-3CF9C0225969}"/>
                    </a:ext>
                  </a:extLst>
                </p:cNvPr>
                <p:cNvSpPr/>
                <p:nvPr/>
              </p:nvSpPr>
              <p:spPr>
                <a:xfrm>
                  <a:off x="6944785" y="5364041"/>
                  <a:ext cx="1208728" cy="6"/>
                </a:xfrm>
                <a:custGeom>
                  <a:avLst/>
                  <a:gdLst>
                    <a:gd name="connsiteX0" fmla="*/ 1208729 w 1208728"/>
                    <a:gd name="connsiteY0" fmla="*/ 6 h 6"/>
                    <a:gd name="connsiteX1" fmla="*/ 0 w 1208728"/>
                    <a:gd name="connsiteY1" fmla="*/ 0 h 6"/>
                  </a:gdLst>
                  <a:ahLst/>
                  <a:cxnLst>
                    <a:cxn ang="0">
                      <a:pos x="connsiteX0" y="connsiteY0"/>
                    </a:cxn>
                    <a:cxn ang="0">
                      <a:pos x="connsiteX1" y="connsiteY1"/>
                    </a:cxn>
                  </a:cxnLst>
                  <a:rect l="l" t="t" r="r" b="b"/>
                  <a:pathLst>
                    <a:path w="1208728" h="6">
                      <a:moveTo>
                        <a:pt x="1208729" y="6"/>
                      </a:moveTo>
                      <a:lnTo>
                        <a:pt x="0" y="0"/>
                      </a:lnTo>
                    </a:path>
                  </a:pathLst>
                </a:custGeom>
                <a:ln w="18063" cap="flat">
                  <a:solidFill>
                    <a:srgbClr val="FFFFFF"/>
                  </a:solidFill>
                  <a:prstDash val="solid"/>
                  <a:miter/>
                </a:ln>
              </p:spPr>
              <p:txBody>
                <a:bodyPr rtlCol="0" anchor="ctr"/>
                <a:lstStyle/>
                <a:p>
                  <a:endParaRPr lang="zh-CN" altLang="en-US"/>
                </a:p>
              </p:txBody>
            </p:sp>
            <p:sp>
              <p:nvSpPr>
                <p:cNvPr id="77" name="任意多边形: 形状 76">
                  <a:extLst>
                    <a:ext uri="{FF2B5EF4-FFF2-40B4-BE49-F238E27FC236}">
                      <a16:creationId xmlns:a16="http://schemas.microsoft.com/office/drawing/2014/main" id="{17D51BAC-4F42-C18D-A2B1-DE387BEEF72B}"/>
                    </a:ext>
                  </a:extLst>
                </p:cNvPr>
                <p:cNvSpPr/>
                <p:nvPr/>
              </p:nvSpPr>
              <p:spPr>
                <a:xfrm>
                  <a:off x="6944779" y="6462445"/>
                  <a:ext cx="1208728" cy="6350"/>
                </a:xfrm>
                <a:custGeom>
                  <a:avLst/>
                  <a:gdLst>
                    <a:gd name="connsiteX0" fmla="*/ 1208729 w 1208728"/>
                    <a:gd name="connsiteY0" fmla="*/ 0 h 6350"/>
                    <a:gd name="connsiteX1" fmla="*/ 0 w 1208728"/>
                    <a:gd name="connsiteY1" fmla="*/ 0 h 6350"/>
                  </a:gdLst>
                  <a:ahLst/>
                  <a:cxnLst>
                    <a:cxn ang="0">
                      <a:pos x="connsiteX0" y="connsiteY0"/>
                    </a:cxn>
                    <a:cxn ang="0">
                      <a:pos x="connsiteX1" y="connsiteY1"/>
                    </a:cxn>
                  </a:cxnLst>
                  <a:rect l="l" t="t" r="r" b="b"/>
                  <a:pathLst>
                    <a:path w="1208728" h="6350">
                      <a:moveTo>
                        <a:pt x="1208729" y="0"/>
                      </a:moveTo>
                      <a:lnTo>
                        <a:pt x="0" y="0"/>
                      </a:lnTo>
                    </a:path>
                  </a:pathLst>
                </a:custGeom>
                <a:ln w="18063" cap="flat">
                  <a:solidFill>
                    <a:srgbClr val="FFFFFF"/>
                  </a:solidFill>
                  <a:prstDash val="solid"/>
                  <a:miter/>
                </a:ln>
              </p:spPr>
              <p:txBody>
                <a:bodyPr rtlCol="0" anchor="ctr"/>
                <a:lstStyle/>
                <a:p>
                  <a:endParaRPr lang="zh-CN" altLang="en-US"/>
                </a:p>
              </p:txBody>
            </p:sp>
            <p:sp>
              <p:nvSpPr>
                <p:cNvPr id="78" name="任意多边形: 形状 77">
                  <a:extLst>
                    <a:ext uri="{FF2B5EF4-FFF2-40B4-BE49-F238E27FC236}">
                      <a16:creationId xmlns:a16="http://schemas.microsoft.com/office/drawing/2014/main" id="{6B6416A1-4CA4-3269-F85B-177AE35A1A4D}"/>
                    </a:ext>
                  </a:extLst>
                </p:cNvPr>
                <p:cNvSpPr/>
                <p:nvPr/>
              </p:nvSpPr>
              <p:spPr>
                <a:xfrm>
                  <a:off x="6944785" y="6325165"/>
                  <a:ext cx="1208722" cy="6350"/>
                </a:xfrm>
                <a:custGeom>
                  <a:avLst/>
                  <a:gdLst>
                    <a:gd name="connsiteX0" fmla="*/ 1208722 w 1208722"/>
                    <a:gd name="connsiteY0" fmla="*/ 0 h 6350"/>
                    <a:gd name="connsiteX1" fmla="*/ 0 w 1208722"/>
                    <a:gd name="connsiteY1" fmla="*/ 0 h 6350"/>
                  </a:gdLst>
                  <a:ahLst/>
                  <a:cxnLst>
                    <a:cxn ang="0">
                      <a:pos x="connsiteX0" y="connsiteY0"/>
                    </a:cxn>
                    <a:cxn ang="0">
                      <a:pos x="connsiteX1" y="connsiteY1"/>
                    </a:cxn>
                  </a:cxnLst>
                  <a:rect l="l" t="t" r="r" b="b"/>
                  <a:pathLst>
                    <a:path w="1208722" h="6350">
                      <a:moveTo>
                        <a:pt x="1208722" y="0"/>
                      </a:moveTo>
                      <a:lnTo>
                        <a:pt x="0" y="0"/>
                      </a:lnTo>
                    </a:path>
                  </a:pathLst>
                </a:custGeom>
                <a:ln w="18063" cap="flat">
                  <a:solidFill>
                    <a:srgbClr val="FFFFFF"/>
                  </a:solidFill>
                  <a:prstDash val="solid"/>
                  <a:miter/>
                </a:ln>
              </p:spPr>
              <p:txBody>
                <a:bodyPr rtlCol="0" anchor="ctr"/>
                <a:lstStyle/>
                <a:p>
                  <a:endParaRPr lang="zh-CN" altLang="en-US"/>
                </a:p>
              </p:txBody>
            </p:sp>
            <p:sp>
              <p:nvSpPr>
                <p:cNvPr id="79" name="任意多边形: 形状 78">
                  <a:extLst>
                    <a:ext uri="{FF2B5EF4-FFF2-40B4-BE49-F238E27FC236}">
                      <a16:creationId xmlns:a16="http://schemas.microsoft.com/office/drawing/2014/main" id="{45162391-42F5-F8CA-603B-EDD44661D160}"/>
                    </a:ext>
                  </a:extLst>
                </p:cNvPr>
                <p:cNvSpPr/>
                <p:nvPr/>
              </p:nvSpPr>
              <p:spPr>
                <a:xfrm>
                  <a:off x="6944785" y="6187967"/>
                  <a:ext cx="1208722" cy="6"/>
                </a:xfrm>
                <a:custGeom>
                  <a:avLst/>
                  <a:gdLst>
                    <a:gd name="connsiteX0" fmla="*/ 1208722 w 1208722"/>
                    <a:gd name="connsiteY0" fmla="*/ 6 h 6"/>
                    <a:gd name="connsiteX1" fmla="*/ 0 w 1208722"/>
                    <a:gd name="connsiteY1" fmla="*/ 0 h 6"/>
                  </a:gdLst>
                  <a:ahLst/>
                  <a:cxnLst>
                    <a:cxn ang="0">
                      <a:pos x="connsiteX0" y="connsiteY0"/>
                    </a:cxn>
                    <a:cxn ang="0">
                      <a:pos x="connsiteX1" y="connsiteY1"/>
                    </a:cxn>
                  </a:cxnLst>
                  <a:rect l="l" t="t" r="r" b="b"/>
                  <a:pathLst>
                    <a:path w="1208722" h="6">
                      <a:moveTo>
                        <a:pt x="1208722" y="6"/>
                      </a:moveTo>
                      <a:lnTo>
                        <a:pt x="0" y="0"/>
                      </a:lnTo>
                    </a:path>
                  </a:pathLst>
                </a:custGeom>
                <a:ln w="18063" cap="flat">
                  <a:solidFill>
                    <a:srgbClr val="FFFFFF"/>
                  </a:solidFill>
                  <a:prstDash val="solid"/>
                  <a:miter/>
                </a:ln>
              </p:spPr>
              <p:txBody>
                <a:bodyPr rtlCol="0" anchor="ctr"/>
                <a:lstStyle/>
                <a:p>
                  <a:endParaRPr lang="zh-CN" altLang="en-US"/>
                </a:p>
              </p:txBody>
            </p:sp>
            <p:sp>
              <p:nvSpPr>
                <p:cNvPr id="80" name="任意多边形: 形状 79">
                  <a:extLst>
                    <a:ext uri="{FF2B5EF4-FFF2-40B4-BE49-F238E27FC236}">
                      <a16:creationId xmlns:a16="http://schemas.microsoft.com/office/drawing/2014/main" id="{DB6BF229-38A8-23CA-16D0-AF43267FA3BF}"/>
                    </a:ext>
                  </a:extLst>
                </p:cNvPr>
                <p:cNvSpPr/>
                <p:nvPr/>
              </p:nvSpPr>
              <p:spPr>
                <a:xfrm>
                  <a:off x="6944785" y="6050578"/>
                  <a:ext cx="1208722" cy="6"/>
                </a:xfrm>
                <a:custGeom>
                  <a:avLst/>
                  <a:gdLst>
                    <a:gd name="connsiteX0" fmla="*/ 1208722 w 1208722"/>
                    <a:gd name="connsiteY0" fmla="*/ 6 h 6"/>
                    <a:gd name="connsiteX1" fmla="*/ 0 w 1208722"/>
                    <a:gd name="connsiteY1" fmla="*/ 0 h 6"/>
                  </a:gdLst>
                  <a:ahLst/>
                  <a:cxnLst>
                    <a:cxn ang="0">
                      <a:pos x="connsiteX0" y="connsiteY0"/>
                    </a:cxn>
                    <a:cxn ang="0">
                      <a:pos x="connsiteX1" y="connsiteY1"/>
                    </a:cxn>
                  </a:cxnLst>
                  <a:rect l="l" t="t" r="r" b="b"/>
                  <a:pathLst>
                    <a:path w="1208722" h="6">
                      <a:moveTo>
                        <a:pt x="1208722" y="6"/>
                      </a:moveTo>
                      <a:lnTo>
                        <a:pt x="0" y="0"/>
                      </a:lnTo>
                    </a:path>
                  </a:pathLst>
                </a:custGeom>
                <a:ln w="18063" cap="flat">
                  <a:solidFill>
                    <a:srgbClr val="FFFFFF"/>
                  </a:solidFill>
                  <a:prstDash val="solid"/>
                  <a:miter/>
                </a:ln>
              </p:spPr>
              <p:txBody>
                <a:bodyPr rtlCol="0" anchor="ctr"/>
                <a:lstStyle/>
                <a:p>
                  <a:endParaRPr lang="zh-CN" altLang="en-US"/>
                </a:p>
              </p:txBody>
            </p:sp>
          </p:grpSp>
          <p:sp>
            <p:nvSpPr>
              <p:cNvPr id="68" name="任意多边形: 形状 67">
                <a:extLst>
                  <a:ext uri="{FF2B5EF4-FFF2-40B4-BE49-F238E27FC236}">
                    <a16:creationId xmlns:a16="http://schemas.microsoft.com/office/drawing/2014/main" id="{42649F06-37A8-59E4-0223-9862C6E1D547}"/>
                  </a:ext>
                </a:extLst>
              </p:cNvPr>
              <p:cNvSpPr/>
              <p:nvPr/>
            </p:nvSpPr>
            <p:spPr>
              <a:xfrm>
                <a:off x="9362961" y="2855385"/>
                <a:ext cx="1195875" cy="1195876"/>
              </a:xfrm>
              <a:custGeom>
                <a:avLst/>
                <a:gdLst>
                  <a:gd name="connsiteX0" fmla="*/ 0 w 1195875"/>
                  <a:gd name="connsiteY0" fmla="*/ 0 h 1195876"/>
                  <a:gd name="connsiteX1" fmla="*/ 0 w 1195875"/>
                  <a:gd name="connsiteY1" fmla="*/ 1937 h 1195876"/>
                  <a:gd name="connsiteX2" fmla="*/ 1193940 w 1195875"/>
                  <a:gd name="connsiteY2" fmla="*/ 1195877 h 1195876"/>
                  <a:gd name="connsiteX3" fmla="*/ 1195876 w 1195875"/>
                  <a:gd name="connsiteY3" fmla="*/ 1195877 h 1195876"/>
                  <a:gd name="connsiteX4" fmla="*/ 1195876 w 1195875"/>
                  <a:gd name="connsiteY4" fmla="*/ 1193940 h 1195876"/>
                  <a:gd name="connsiteX5" fmla="*/ 1936 w 1195875"/>
                  <a:gd name="connsiteY5" fmla="*/ 0 h 1195876"/>
                  <a:gd name="connsiteX6" fmla="*/ 0 w 1195875"/>
                  <a:gd name="connsiteY6" fmla="*/ 0 h 1195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5875" h="1195876">
                    <a:moveTo>
                      <a:pt x="0" y="0"/>
                    </a:moveTo>
                    <a:lnTo>
                      <a:pt x="0" y="1937"/>
                    </a:lnTo>
                    <a:cubicBezTo>
                      <a:pt x="0" y="661327"/>
                      <a:pt x="534543" y="1195877"/>
                      <a:pt x="1193940" y="1195877"/>
                    </a:cubicBezTo>
                    <a:lnTo>
                      <a:pt x="1195876" y="1195877"/>
                    </a:lnTo>
                    <a:lnTo>
                      <a:pt x="1195876" y="1193940"/>
                    </a:lnTo>
                    <a:cubicBezTo>
                      <a:pt x="1195876" y="534550"/>
                      <a:pt x="661333" y="0"/>
                      <a:pt x="1936" y="0"/>
                    </a:cubicBezTo>
                    <a:lnTo>
                      <a:pt x="0" y="0"/>
                    </a:lnTo>
                    <a:close/>
                  </a:path>
                </a:pathLst>
              </a:custGeom>
              <a:solidFill>
                <a:srgbClr val="E9A650"/>
              </a:solidFill>
              <a:ln w="6350" cap="flat">
                <a:noFill/>
                <a:prstDash val="solid"/>
                <a:miter/>
              </a:ln>
            </p:spPr>
            <p:txBody>
              <a:bodyPr rtlCol="0" anchor="ctr"/>
              <a:lstStyle/>
              <a:p>
                <a:endParaRPr lang="zh-CN" altLang="en-US"/>
              </a:p>
            </p:txBody>
          </p:sp>
          <p:sp>
            <p:nvSpPr>
              <p:cNvPr id="69" name="任意多边形: 形状 68">
                <a:extLst>
                  <a:ext uri="{FF2B5EF4-FFF2-40B4-BE49-F238E27FC236}">
                    <a16:creationId xmlns:a16="http://schemas.microsoft.com/office/drawing/2014/main" id="{CAB96E37-71EC-FA65-4DA2-7AC1881B635C}"/>
                  </a:ext>
                </a:extLst>
              </p:cNvPr>
              <p:cNvSpPr/>
              <p:nvPr/>
            </p:nvSpPr>
            <p:spPr>
              <a:xfrm>
                <a:off x="7186383" y="2199855"/>
                <a:ext cx="970114" cy="141401"/>
              </a:xfrm>
              <a:custGeom>
                <a:avLst/>
                <a:gdLst>
                  <a:gd name="connsiteX0" fmla="*/ 0 w 970114"/>
                  <a:gd name="connsiteY0" fmla="*/ 0 h 141401"/>
                  <a:gd name="connsiteX1" fmla="*/ 970115 w 970114"/>
                  <a:gd name="connsiteY1" fmla="*/ 0 h 141401"/>
                  <a:gd name="connsiteX2" fmla="*/ 970115 w 970114"/>
                  <a:gd name="connsiteY2" fmla="*/ 141402 h 141401"/>
                  <a:gd name="connsiteX3" fmla="*/ 0 w 970114"/>
                  <a:gd name="connsiteY3" fmla="*/ 141402 h 141401"/>
                </a:gdLst>
                <a:ahLst/>
                <a:cxnLst>
                  <a:cxn ang="0">
                    <a:pos x="connsiteX0" y="connsiteY0"/>
                  </a:cxn>
                  <a:cxn ang="0">
                    <a:pos x="connsiteX1" y="connsiteY1"/>
                  </a:cxn>
                  <a:cxn ang="0">
                    <a:pos x="connsiteX2" y="connsiteY2"/>
                  </a:cxn>
                  <a:cxn ang="0">
                    <a:pos x="connsiteX3" y="connsiteY3"/>
                  </a:cxn>
                </a:cxnLst>
                <a:rect l="l" t="t" r="r" b="b"/>
                <a:pathLst>
                  <a:path w="970114" h="141401">
                    <a:moveTo>
                      <a:pt x="0" y="0"/>
                    </a:moveTo>
                    <a:lnTo>
                      <a:pt x="970115" y="0"/>
                    </a:lnTo>
                    <a:lnTo>
                      <a:pt x="970115" y="141402"/>
                    </a:lnTo>
                    <a:lnTo>
                      <a:pt x="0" y="141402"/>
                    </a:lnTo>
                    <a:close/>
                  </a:path>
                </a:pathLst>
              </a:custGeom>
              <a:solidFill>
                <a:srgbClr val="3F6FD5"/>
              </a:solidFill>
              <a:ln w="6350" cap="flat">
                <a:noFill/>
                <a:prstDash val="solid"/>
                <a:miter/>
              </a:ln>
            </p:spPr>
            <p:txBody>
              <a:bodyPr rtlCol="0" anchor="ctr"/>
              <a:lstStyle/>
              <a:p>
                <a:endParaRPr lang="zh-CN" altLang="en-US"/>
              </a:p>
            </p:txBody>
          </p:sp>
          <p:sp>
            <p:nvSpPr>
              <p:cNvPr id="70" name="任意多边形: 形状 69">
                <a:extLst>
                  <a:ext uri="{FF2B5EF4-FFF2-40B4-BE49-F238E27FC236}">
                    <a16:creationId xmlns:a16="http://schemas.microsoft.com/office/drawing/2014/main" id="{B4E4673A-F771-04E6-B26D-51867B144925}"/>
                  </a:ext>
                </a:extLst>
              </p:cNvPr>
              <p:cNvSpPr/>
              <p:nvPr/>
            </p:nvSpPr>
            <p:spPr>
              <a:xfrm>
                <a:off x="6969486" y="2523763"/>
                <a:ext cx="1187011" cy="141401"/>
              </a:xfrm>
              <a:custGeom>
                <a:avLst/>
                <a:gdLst>
                  <a:gd name="connsiteX0" fmla="*/ 0 w 1187011"/>
                  <a:gd name="connsiteY0" fmla="*/ 0 h 141401"/>
                  <a:gd name="connsiteX1" fmla="*/ 1187012 w 1187011"/>
                  <a:gd name="connsiteY1" fmla="*/ 0 h 141401"/>
                  <a:gd name="connsiteX2" fmla="*/ 1187012 w 1187011"/>
                  <a:gd name="connsiteY2" fmla="*/ 141402 h 141401"/>
                  <a:gd name="connsiteX3" fmla="*/ 0 w 1187011"/>
                  <a:gd name="connsiteY3" fmla="*/ 141402 h 141401"/>
                </a:gdLst>
                <a:ahLst/>
                <a:cxnLst>
                  <a:cxn ang="0">
                    <a:pos x="connsiteX0" y="connsiteY0"/>
                  </a:cxn>
                  <a:cxn ang="0">
                    <a:pos x="connsiteX1" y="connsiteY1"/>
                  </a:cxn>
                  <a:cxn ang="0">
                    <a:pos x="connsiteX2" y="connsiteY2"/>
                  </a:cxn>
                  <a:cxn ang="0">
                    <a:pos x="connsiteX3" y="connsiteY3"/>
                  </a:cxn>
                </a:cxnLst>
                <a:rect l="l" t="t" r="r" b="b"/>
                <a:pathLst>
                  <a:path w="1187011" h="141401">
                    <a:moveTo>
                      <a:pt x="0" y="0"/>
                    </a:moveTo>
                    <a:lnTo>
                      <a:pt x="1187012" y="0"/>
                    </a:lnTo>
                    <a:lnTo>
                      <a:pt x="1187012" y="141402"/>
                    </a:lnTo>
                    <a:lnTo>
                      <a:pt x="0" y="141402"/>
                    </a:lnTo>
                    <a:close/>
                  </a:path>
                </a:pathLst>
              </a:custGeom>
              <a:solidFill>
                <a:srgbClr val="3F6FD5"/>
              </a:solidFill>
              <a:ln w="6350" cap="flat">
                <a:noFill/>
                <a:prstDash val="solid"/>
                <a:miter/>
              </a:ln>
            </p:spPr>
            <p:txBody>
              <a:bodyPr rtlCol="0" anchor="ctr"/>
              <a:lstStyle/>
              <a:p>
                <a:endParaRPr lang="zh-CN" altLang="en-US"/>
              </a:p>
            </p:txBody>
          </p:sp>
          <p:sp>
            <p:nvSpPr>
              <p:cNvPr id="71" name="任意多边形: 形状 70">
                <a:extLst>
                  <a:ext uri="{FF2B5EF4-FFF2-40B4-BE49-F238E27FC236}">
                    <a16:creationId xmlns:a16="http://schemas.microsoft.com/office/drawing/2014/main" id="{94D4918D-6483-AAAB-B04F-E00D6DF81918}"/>
                  </a:ext>
                </a:extLst>
              </p:cNvPr>
              <p:cNvSpPr/>
              <p:nvPr/>
            </p:nvSpPr>
            <p:spPr>
              <a:xfrm>
                <a:off x="7421130" y="1869700"/>
                <a:ext cx="735368" cy="141401"/>
              </a:xfrm>
              <a:custGeom>
                <a:avLst/>
                <a:gdLst>
                  <a:gd name="connsiteX0" fmla="*/ 0 w 735368"/>
                  <a:gd name="connsiteY0" fmla="*/ 0 h 141401"/>
                  <a:gd name="connsiteX1" fmla="*/ 735368 w 735368"/>
                  <a:gd name="connsiteY1" fmla="*/ 0 h 141401"/>
                  <a:gd name="connsiteX2" fmla="*/ 735368 w 735368"/>
                  <a:gd name="connsiteY2" fmla="*/ 141402 h 141401"/>
                  <a:gd name="connsiteX3" fmla="*/ 0 w 735368"/>
                  <a:gd name="connsiteY3" fmla="*/ 141402 h 141401"/>
                </a:gdLst>
                <a:ahLst/>
                <a:cxnLst>
                  <a:cxn ang="0">
                    <a:pos x="connsiteX0" y="connsiteY0"/>
                  </a:cxn>
                  <a:cxn ang="0">
                    <a:pos x="connsiteX1" y="connsiteY1"/>
                  </a:cxn>
                  <a:cxn ang="0">
                    <a:pos x="connsiteX2" y="connsiteY2"/>
                  </a:cxn>
                  <a:cxn ang="0">
                    <a:pos x="connsiteX3" y="connsiteY3"/>
                  </a:cxn>
                </a:cxnLst>
                <a:rect l="l" t="t" r="r" b="b"/>
                <a:pathLst>
                  <a:path w="735368" h="141401">
                    <a:moveTo>
                      <a:pt x="0" y="0"/>
                    </a:moveTo>
                    <a:lnTo>
                      <a:pt x="735368" y="0"/>
                    </a:lnTo>
                    <a:lnTo>
                      <a:pt x="735368" y="141402"/>
                    </a:lnTo>
                    <a:lnTo>
                      <a:pt x="0" y="141402"/>
                    </a:lnTo>
                    <a:close/>
                  </a:path>
                </a:pathLst>
              </a:custGeom>
              <a:solidFill>
                <a:srgbClr val="3F6FD5"/>
              </a:solidFill>
              <a:ln w="6350" cap="flat">
                <a:noFill/>
                <a:prstDash val="solid"/>
                <a:miter/>
              </a:ln>
            </p:spPr>
            <p:txBody>
              <a:bodyPr rtlCol="0" anchor="ctr"/>
              <a:lstStyle/>
              <a:p>
                <a:endParaRPr lang="zh-CN" altLang="en-US"/>
              </a:p>
            </p:txBody>
          </p:sp>
        </p:grpSp>
        <p:sp>
          <p:nvSpPr>
            <p:cNvPr id="122" name="任意多边形: 形状 121">
              <a:extLst>
                <a:ext uri="{FF2B5EF4-FFF2-40B4-BE49-F238E27FC236}">
                  <a16:creationId xmlns:a16="http://schemas.microsoft.com/office/drawing/2014/main" id="{A1585F43-2306-A4C5-E425-318F71B91688}"/>
                </a:ext>
              </a:extLst>
            </p:cNvPr>
            <p:cNvSpPr/>
            <p:nvPr userDrawn="1"/>
          </p:nvSpPr>
          <p:spPr>
            <a:xfrm>
              <a:off x="247650" y="3712002"/>
              <a:ext cx="599452" cy="599447"/>
            </a:xfrm>
            <a:custGeom>
              <a:avLst/>
              <a:gdLst>
                <a:gd name="connsiteX0" fmla="*/ 747821 w 747821"/>
                <a:gd name="connsiteY0" fmla="*/ 747814 h 747814"/>
                <a:gd name="connsiteX1" fmla="*/ 0 w 747821"/>
                <a:gd name="connsiteY1" fmla="*/ 747814 h 747814"/>
                <a:gd name="connsiteX2" fmla="*/ 0 w 747821"/>
                <a:gd name="connsiteY2" fmla="*/ 746608 h 747814"/>
                <a:gd name="connsiteX3" fmla="*/ 746608 w 747821"/>
                <a:gd name="connsiteY3" fmla="*/ 0 h 747814"/>
                <a:gd name="connsiteX4" fmla="*/ 747821 w 747821"/>
                <a:gd name="connsiteY4" fmla="*/ 0 h 747814"/>
                <a:gd name="connsiteX5" fmla="*/ 747821 w 747821"/>
                <a:gd name="connsiteY5" fmla="*/ 747814 h 7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7821" h="747814">
                  <a:moveTo>
                    <a:pt x="747821" y="747814"/>
                  </a:moveTo>
                  <a:lnTo>
                    <a:pt x="0" y="747814"/>
                  </a:lnTo>
                  <a:lnTo>
                    <a:pt x="0" y="746608"/>
                  </a:lnTo>
                  <a:cubicBezTo>
                    <a:pt x="0" y="334270"/>
                    <a:pt x="334270" y="0"/>
                    <a:pt x="746608" y="0"/>
                  </a:cubicBezTo>
                  <a:lnTo>
                    <a:pt x="747821" y="0"/>
                  </a:lnTo>
                  <a:lnTo>
                    <a:pt x="747821" y="747814"/>
                  </a:lnTo>
                  <a:close/>
                </a:path>
              </a:pathLst>
            </a:custGeom>
            <a:solidFill>
              <a:schemeClr val="accent2"/>
            </a:solidFill>
            <a:ln w="6350" cap="flat">
              <a:noFill/>
              <a:prstDash val="solid"/>
              <a:miter/>
            </a:ln>
          </p:spPr>
          <p:txBody>
            <a:bodyPr rtlCol="0" anchor="ctr"/>
            <a:lstStyle/>
            <a:p>
              <a:endParaRPr lang="zh-CN" altLang="en-US"/>
            </a:p>
          </p:txBody>
        </p:sp>
      </p:grpSp>
      <p:sp>
        <p:nvSpPr>
          <p:cNvPr id="5" name="016aed74-051e-4c15-b8e4-51c826cbacbf"/>
          <p:cNvSpPr>
            <a:spLocks noGrp="1"/>
          </p:cNvSpPr>
          <p:nvPr>
            <p:ph type="ctrTitle" hasCustomPrompt="1"/>
          </p:nvPr>
        </p:nvSpPr>
        <p:spPr>
          <a:xfrm>
            <a:off x="845155" y="1130300"/>
            <a:ext cx="6036910" cy="2339975"/>
          </a:xfrm>
          <a:prstGeom prst="rect">
            <a:avLst/>
          </a:prstGeom>
        </p:spPr>
        <p:txBody>
          <a:bodyPr wrap="square" anchor="b">
            <a:normAutofit/>
          </a:bodyPr>
          <a:lstStyle>
            <a:lvl1pPr>
              <a:lnSpc>
                <a:spcPct val="100000"/>
              </a:lnSpc>
              <a:defRPr sz="6600">
                <a:ln w="19050">
                  <a:noFill/>
                </a:ln>
                <a:solidFill>
                  <a:schemeClr val="tx1"/>
                </a:solidFill>
              </a:defRPr>
            </a:lvl1pPr>
          </a:lstStyle>
          <a:p>
            <a:pPr lvl="0"/>
            <a:r>
              <a:rPr lang="zh-CN" altLang="en-US" dirty="0"/>
              <a:t>Click to add title</a:t>
            </a:r>
            <a:endParaRPr lang="en-US" dirty="0"/>
          </a:p>
        </p:txBody>
      </p:sp>
      <p:sp>
        <p:nvSpPr>
          <p:cNvPr id="9" name="副标题 8"/>
          <p:cNvSpPr>
            <a:spLocks noGrp="1"/>
          </p:cNvSpPr>
          <p:nvPr>
            <p:ph type="subTitle" sz="quarter" idx="1" hasCustomPrompt="1"/>
          </p:nvPr>
        </p:nvSpPr>
        <p:spPr>
          <a:xfrm>
            <a:off x="847103" y="3719874"/>
            <a:ext cx="6034962" cy="547791"/>
          </a:xfrm>
          <a:prstGeom prst="roundRect">
            <a:avLst>
              <a:gd name="adj" fmla="val 0"/>
            </a:avLst>
          </a:prstGeom>
          <a:noFill/>
          <a:ln>
            <a:noFill/>
          </a:ln>
        </p:spPr>
        <p:txBody>
          <a:bodyPr vert="horz" wrap="square" lIns="91440" tIns="45720" rIns="91440" bIns="45720" rtlCol="0" anchor="ctr" anchorCtr="0">
            <a:normAutofit/>
          </a:bodyPr>
          <a:lstStyle>
            <a:lvl1pPr marL="0" indent="0" algn="l">
              <a:lnSpc>
                <a:spcPct val="100000"/>
              </a:lnSpc>
              <a:buNone/>
              <a:defRPr lang="en-US" sz="2000" dirty="0">
                <a:solidFill>
                  <a:schemeClr val="tx1"/>
                </a:solidFill>
                <a:latin typeface="+mj-lt"/>
              </a:defRPr>
            </a:lvl1pPr>
          </a:lstStyle>
          <a:p>
            <a:pPr lvl="0"/>
            <a:r>
              <a:rPr lang="zh-CN" altLang="en-US" dirty="0"/>
              <a:t>Click to add subtitle</a:t>
            </a:r>
            <a:endParaRPr lang="en-US" dirty="0"/>
          </a:p>
        </p:txBody>
      </p:sp>
      <p:sp>
        <p:nvSpPr>
          <p:cNvPr id="4" name="文本占位符 3"/>
          <p:cNvSpPr>
            <a:spLocks noGrp="1"/>
          </p:cNvSpPr>
          <p:nvPr>
            <p:ph type="body" sz="quarter" idx="13" hasCustomPrompt="1"/>
          </p:nvPr>
        </p:nvSpPr>
        <p:spPr>
          <a:xfrm>
            <a:off x="847103" y="5580102"/>
            <a:ext cx="5771593" cy="276999"/>
          </a:xfrm>
          <a:prstGeom prst="rect">
            <a:avLst/>
          </a:prstGeom>
        </p:spPr>
        <p:txBody>
          <a:bodyPr wrap="square" lIns="90000">
            <a:normAutofit/>
          </a:bodyPr>
          <a:lstStyle>
            <a:lvl1pPr marL="0" indent="0" algn="l">
              <a:lnSpc>
                <a:spcPct val="100000"/>
              </a:lnSpc>
              <a:buNone/>
              <a:defRPr sz="1200">
                <a:solidFill>
                  <a:srgbClr val="000000"/>
                </a:solidFill>
              </a:defRPr>
            </a:lvl1pPr>
          </a:lstStyle>
          <a:p>
            <a:pPr lvl="0"/>
            <a:r>
              <a:rPr lang="zh-CN" altLang="en-US" dirty="0"/>
              <a:t>Presenter name</a:t>
            </a:r>
            <a:endParaRPr lang="en-US" dirty="0"/>
          </a:p>
        </p:txBody>
      </p:sp>
      <p:sp>
        <p:nvSpPr>
          <p:cNvPr id="7" name="文本占位符 6"/>
          <p:cNvSpPr>
            <a:spLocks noGrp="1"/>
          </p:cNvSpPr>
          <p:nvPr>
            <p:ph type="body" sz="quarter" idx="14" hasCustomPrompt="1"/>
          </p:nvPr>
        </p:nvSpPr>
        <p:spPr>
          <a:xfrm>
            <a:off x="847103" y="5857101"/>
            <a:ext cx="5771593" cy="276999"/>
          </a:xfrm>
          <a:prstGeom prst="rect">
            <a:avLst/>
          </a:prstGeom>
        </p:spPr>
        <p:txBody>
          <a:bodyPr wrap="none">
            <a:normAutofit/>
          </a:bodyPr>
          <a:lstStyle>
            <a:lvl1pPr marL="0" indent="0" algn="l">
              <a:lnSpc>
                <a:spcPct val="100000"/>
              </a:lnSpc>
              <a:buNone/>
              <a:defRPr sz="1200">
                <a:solidFill>
                  <a:srgbClr val="000000"/>
                </a:solidFill>
              </a:defRPr>
            </a:lvl1pPr>
          </a:lstStyle>
          <a:p>
            <a:pPr lvl="0"/>
            <a:r>
              <a:rPr lang="zh-CN" altLang="en-US" dirty="0"/>
              <a:t>20XX.XX.XX</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a:t>Click to add title</a:t>
            </a:r>
          </a:p>
        </p:txBody>
      </p:sp>
      <p:sp>
        <p:nvSpPr>
          <p:cNvPr id="3" name="Content Placeholder 2"/>
          <p:cNvSpPr>
            <a:spLocks noGrp="1"/>
          </p:cNvSpPr>
          <p:nvPr>
            <p:ph idx="1" hasCustomPrompt="1"/>
          </p:nvPr>
        </p:nvSpPr>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3.xml><?xml version="1.0" encoding="utf-8"?>
<p:sldLayout xmlns:a16="http://schemas.microsoft.com/office/drawing/2014/main" xmlns:a="http://schemas.openxmlformats.org/drawingml/2006/main" xmlns:r="http://schemas.openxmlformats.org/officeDocument/2006/relationships" xmlns:p="http://schemas.openxmlformats.org/presentationml/2006/main" showMasterSp="0" matchingName="Agenda" preserve="1">
  <p:cSld name="Agenda">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E22972B4-C97A-6E08-FFC6-5878C0345506}"/>
              </a:ext>
            </a:extLst>
          </p:cNvPr>
          <p:cNvGrpSpPr/>
          <p:nvPr userDrawn="1"/>
        </p:nvGrpSpPr>
        <p:grpSpPr>
          <a:xfrm>
            <a:off x="0" y="0"/>
            <a:ext cx="12192000" cy="6872514"/>
            <a:chOff x="0" y="0"/>
            <a:chExt cx="12192000" cy="6872514"/>
          </a:xfrm>
        </p:grpSpPr>
        <p:grpSp>
          <p:nvGrpSpPr>
            <p:cNvPr id="22" name="组合 21">
              <a:extLst>
                <a:ext uri="{FF2B5EF4-FFF2-40B4-BE49-F238E27FC236}">
                  <a16:creationId xmlns:a16="http://schemas.microsoft.com/office/drawing/2014/main" id="{E05C8CFD-BC99-395D-6938-AE37B366CA1E}"/>
                </a:ext>
              </a:extLst>
            </p:cNvPr>
            <p:cNvGrpSpPr/>
            <p:nvPr userDrawn="1"/>
          </p:nvGrpSpPr>
          <p:grpSpPr>
            <a:xfrm>
              <a:off x="10587929" y="0"/>
              <a:ext cx="1604071" cy="1605285"/>
              <a:chOff x="6962343" y="2782398"/>
              <a:chExt cx="2395001" cy="2396814"/>
            </a:xfrm>
          </p:grpSpPr>
          <p:sp>
            <p:nvSpPr>
              <p:cNvPr id="8" name="任意多边形: 形状 7">
                <a:extLst>
                  <a:ext uri="{FF2B5EF4-FFF2-40B4-BE49-F238E27FC236}">
                    <a16:creationId xmlns:a16="http://schemas.microsoft.com/office/drawing/2014/main" id="{572C3C4A-36BF-1552-2238-3AB62427661B}"/>
                  </a:ext>
                </a:extLst>
              </p:cNvPr>
              <p:cNvSpPr/>
              <p:nvPr userDrawn="1"/>
            </p:nvSpPr>
            <p:spPr>
              <a:xfrm rot="16200000">
                <a:off x="8161471" y="2787469"/>
                <a:ext cx="1195870" cy="1195876"/>
              </a:xfrm>
              <a:custGeom>
                <a:avLst/>
                <a:gdLst>
                  <a:gd name="connsiteX0" fmla="*/ 0 w 1195870"/>
                  <a:gd name="connsiteY0" fmla="*/ 0 h 1195876"/>
                  <a:gd name="connsiteX1" fmla="*/ 1195871 w 1195870"/>
                  <a:gd name="connsiteY1" fmla="*/ 0 h 1195876"/>
                  <a:gd name="connsiteX2" fmla="*/ 1195871 w 1195870"/>
                  <a:gd name="connsiteY2" fmla="*/ 1195877 h 1195876"/>
                  <a:gd name="connsiteX3" fmla="*/ 0 w 1195870"/>
                  <a:gd name="connsiteY3" fmla="*/ 1195877 h 1195876"/>
                </a:gdLst>
                <a:ahLst/>
                <a:cxnLst>
                  <a:cxn ang="0">
                    <a:pos x="connsiteX0" y="connsiteY0"/>
                  </a:cxn>
                  <a:cxn ang="0">
                    <a:pos x="connsiteX1" y="connsiteY1"/>
                  </a:cxn>
                  <a:cxn ang="0">
                    <a:pos x="connsiteX2" y="connsiteY2"/>
                  </a:cxn>
                  <a:cxn ang="0">
                    <a:pos x="connsiteX3" y="connsiteY3"/>
                  </a:cxn>
                </a:cxnLst>
                <a:rect l="l" t="t" r="r" b="b"/>
                <a:pathLst>
                  <a:path w="1195870" h="1195876">
                    <a:moveTo>
                      <a:pt x="0" y="0"/>
                    </a:moveTo>
                    <a:lnTo>
                      <a:pt x="1195871" y="0"/>
                    </a:lnTo>
                    <a:lnTo>
                      <a:pt x="1195871" y="1195877"/>
                    </a:lnTo>
                    <a:lnTo>
                      <a:pt x="0" y="1195877"/>
                    </a:lnTo>
                    <a:close/>
                  </a:path>
                </a:pathLst>
              </a:custGeom>
              <a:solidFill>
                <a:srgbClr val="DC4245"/>
              </a:solidFill>
              <a:ln w="6350" cap="flat">
                <a:noFill/>
                <a:prstDash val="solid"/>
                <a:miter/>
              </a:ln>
            </p:spPr>
            <p:txBody>
              <a:bodyPr rtlCol="0" anchor="ctr"/>
              <a:lstStyle/>
              <a:p>
                <a:endParaRPr lang="zh-CN" altLang="en-US"/>
              </a:p>
            </p:txBody>
          </p:sp>
          <p:sp>
            <p:nvSpPr>
              <p:cNvPr id="9" name="任意多边形: 形状 8">
                <a:extLst>
                  <a:ext uri="{FF2B5EF4-FFF2-40B4-BE49-F238E27FC236}">
                    <a16:creationId xmlns:a16="http://schemas.microsoft.com/office/drawing/2014/main" id="{04257B8E-BD45-D50C-8935-39A51BF7471F}"/>
                  </a:ext>
                </a:extLst>
              </p:cNvPr>
              <p:cNvSpPr/>
              <p:nvPr userDrawn="1"/>
            </p:nvSpPr>
            <p:spPr>
              <a:xfrm rot="16200000">
                <a:off x="6965583" y="2787471"/>
                <a:ext cx="1195870" cy="1195870"/>
              </a:xfrm>
              <a:custGeom>
                <a:avLst/>
                <a:gdLst>
                  <a:gd name="connsiteX0" fmla="*/ 0 w 1195870"/>
                  <a:gd name="connsiteY0" fmla="*/ 0 h 1195870"/>
                  <a:gd name="connsiteX1" fmla="*/ 1195871 w 1195870"/>
                  <a:gd name="connsiteY1" fmla="*/ 0 h 1195870"/>
                  <a:gd name="connsiteX2" fmla="*/ 1195871 w 1195870"/>
                  <a:gd name="connsiteY2" fmla="*/ 1195870 h 1195870"/>
                  <a:gd name="connsiteX3" fmla="*/ 0 w 1195870"/>
                  <a:gd name="connsiteY3" fmla="*/ 1195870 h 1195870"/>
                </a:gdLst>
                <a:ahLst/>
                <a:cxnLst>
                  <a:cxn ang="0">
                    <a:pos x="connsiteX0" y="connsiteY0"/>
                  </a:cxn>
                  <a:cxn ang="0">
                    <a:pos x="connsiteX1" y="connsiteY1"/>
                  </a:cxn>
                  <a:cxn ang="0">
                    <a:pos x="connsiteX2" y="connsiteY2"/>
                  </a:cxn>
                  <a:cxn ang="0">
                    <a:pos x="connsiteX3" y="connsiteY3"/>
                  </a:cxn>
                </a:cxnLst>
                <a:rect l="l" t="t" r="r" b="b"/>
                <a:pathLst>
                  <a:path w="1195870" h="1195870">
                    <a:moveTo>
                      <a:pt x="0" y="0"/>
                    </a:moveTo>
                    <a:lnTo>
                      <a:pt x="1195871" y="0"/>
                    </a:lnTo>
                    <a:lnTo>
                      <a:pt x="1195871" y="1195870"/>
                    </a:lnTo>
                    <a:lnTo>
                      <a:pt x="0" y="1195870"/>
                    </a:lnTo>
                    <a:close/>
                  </a:path>
                </a:pathLst>
              </a:custGeom>
              <a:solidFill>
                <a:srgbClr val="E9A650"/>
              </a:solidFill>
              <a:ln w="6350" cap="flat">
                <a:noFill/>
                <a:prstDash val="solid"/>
                <a:miter/>
              </a:ln>
            </p:spPr>
            <p:txBody>
              <a:bodyPr rtlCol="0" anchor="ctr"/>
              <a:lstStyle/>
              <a:p>
                <a:endParaRPr lang="zh-CN" altLang="en-US"/>
              </a:p>
            </p:txBody>
          </p:sp>
          <p:sp>
            <p:nvSpPr>
              <p:cNvPr id="15" name="任意多边形: 形状 14">
                <a:extLst>
                  <a:ext uri="{FF2B5EF4-FFF2-40B4-BE49-F238E27FC236}">
                    <a16:creationId xmlns:a16="http://schemas.microsoft.com/office/drawing/2014/main" id="{866D634E-2986-7666-F79B-A1395BA7170A}"/>
                  </a:ext>
                </a:extLst>
              </p:cNvPr>
              <p:cNvSpPr/>
              <p:nvPr userDrawn="1"/>
            </p:nvSpPr>
            <p:spPr>
              <a:xfrm>
                <a:off x="6962343" y="3982091"/>
                <a:ext cx="1197120" cy="1197121"/>
              </a:xfrm>
              <a:custGeom>
                <a:avLst/>
                <a:gdLst>
                  <a:gd name="connsiteX0" fmla="*/ 0 w 1197120"/>
                  <a:gd name="connsiteY0" fmla="*/ 0 h 1197121"/>
                  <a:gd name="connsiteX1" fmla="*/ 1197121 w 1197120"/>
                  <a:gd name="connsiteY1" fmla="*/ 0 h 1197121"/>
                  <a:gd name="connsiteX2" fmla="*/ 1197121 w 1197120"/>
                  <a:gd name="connsiteY2" fmla="*/ 1197121 h 1197121"/>
                  <a:gd name="connsiteX3" fmla="*/ 1195184 w 1197120"/>
                  <a:gd name="connsiteY3" fmla="*/ 1197121 h 1197121"/>
                  <a:gd name="connsiteX4" fmla="*/ 0 w 1197120"/>
                  <a:gd name="connsiteY4" fmla="*/ 1937 h 1197121"/>
                  <a:gd name="connsiteX5" fmla="*/ 0 w 1197120"/>
                  <a:gd name="connsiteY5" fmla="*/ 0 h 119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120" h="1197121">
                    <a:moveTo>
                      <a:pt x="0" y="0"/>
                    </a:moveTo>
                    <a:lnTo>
                      <a:pt x="1197121" y="0"/>
                    </a:lnTo>
                    <a:lnTo>
                      <a:pt x="1197121" y="1197121"/>
                    </a:lnTo>
                    <a:lnTo>
                      <a:pt x="1195184" y="1197121"/>
                    </a:lnTo>
                    <a:cubicBezTo>
                      <a:pt x="535101" y="1197121"/>
                      <a:pt x="0" y="662019"/>
                      <a:pt x="0" y="1937"/>
                    </a:cubicBezTo>
                    <a:lnTo>
                      <a:pt x="0" y="0"/>
                    </a:lnTo>
                    <a:close/>
                  </a:path>
                </a:pathLst>
              </a:custGeom>
              <a:solidFill>
                <a:srgbClr val="FBF5E2"/>
              </a:solidFill>
              <a:ln w="6350" cap="flat">
                <a:noFill/>
                <a:prstDash val="solid"/>
                <a:miter/>
              </a:ln>
            </p:spPr>
            <p:txBody>
              <a:bodyPr rtlCol="0" anchor="ctr"/>
              <a:lstStyle/>
              <a:p>
                <a:endParaRPr lang="zh-CN" altLang="en-US"/>
              </a:p>
            </p:txBody>
          </p:sp>
          <p:sp>
            <p:nvSpPr>
              <p:cNvPr id="17" name="任意多边形: 形状 16">
                <a:extLst>
                  <a:ext uri="{FF2B5EF4-FFF2-40B4-BE49-F238E27FC236}">
                    <a16:creationId xmlns:a16="http://schemas.microsoft.com/office/drawing/2014/main" id="{0C4CAADB-725C-8267-D621-EAC8CE529332}"/>
                  </a:ext>
                </a:extLst>
              </p:cNvPr>
              <p:cNvSpPr/>
              <p:nvPr userDrawn="1"/>
            </p:nvSpPr>
            <p:spPr>
              <a:xfrm>
                <a:off x="8159495" y="3982091"/>
                <a:ext cx="1197121" cy="1197121"/>
              </a:xfrm>
              <a:custGeom>
                <a:avLst/>
                <a:gdLst>
                  <a:gd name="connsiteX0" fmla="*/ 0 w 1197121"/>
                  <a:gd name="connsiteY0" fmla="*/ 0 h 1197121"/>
                  <a:gd name="connsiteX1" fmla="*/ 1197122 w 1197121"/>
                  <a:gd name="connsiteY1" fmla="*/ 0 h 1197121"/>
                  <a:gd name="connsiteX2" fmla="*/ 1197122 w 1197121"/>
                  <a:gd name="connsiteY2" fmla="*/ 1937 h 1197121"/>
                  <a:gd name="connsiteX3" fmla="*/ 1937 w 1197121"/>
                  <a:gd name="connsiteY3" fmla="*/ 1197121 h 1197121"/>
                  <a:gd name="connsiteX4" fmla="*/ 0 w 1197121"/>
                  <a:gd name="connsiteY4" fmla="*/ 1197121 h 1197121"/>
                  <a:gd name="connsiteX5" fmla="*/ 0 w 1197121"/>
                  <a:gd name="connsiteY5" fmla="*/ 0 h 119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121" h="1197121">
                    <a:moveTo>
                      <a:pt x="0" y="0"/>
                    </a:moveTo>
                    <a:lnTo>
                      <a:pt x="1197122" y="0"/>
                    </a:lnTo>
                    <a:lnTo>
                      <a:pt x="1197122" y="1937"/>
                    </a:lnTo>
                    <a:cubicBezTo>
                      <a:pt x="1197122" y="662019"/>
                      <a:pt x="662019" y="1197121"/>
                      <a:pt x="1937" y="1197121"/>
                    </a:cubicBezTo>
                    <a:lnTo>
                      <a:pt x="0" y="1197121"/>
                    </a:lnTo>
                    <a:lnTo>
                      <a:pt x="0" y="0"/>
                    </a:lnTo>
                    <a:close/>
                  </a:path>
                </a:pathLst>
              </a:custGeom>
              <a:solidFill>
                <a:srgbClr val="1C1C61"/>
              </a:solidFill>
              <a:ln w="6350" cap="flat">
                <a:noFill/>
                <a:prstDash val="solid"/>
                <a:miter/>
              </a:ln>
            </p:spPr>
            <p:txBody>
              <a:bodyPr rtlCol="0" anchor="ctr"/>
              <a:lstStyle/>
              <a:p>
                <a:endParaRPr lang="zh-CN" altLang="en-US"/>
              </a:p>
            </p:txBody>
          </p:sp>
          <p:sp>
            <p:nvSpPr>
              <p:cNvPr id="18" name="任意多边形: 形状 17">
                <a:extLst>
                  <a:ext uri="{FF2B5EF4-FFF2-40B4-BE49-F238E27FC236}">
                    <a16:creationId xmlns:a16="http://schemas.microsoft.com/office/drawing/2014/main" id="{9E34524D-B1BF-8BA9-9865-CB3A0C9F4442}"/>
                  </a:ext>
                </a:extLst>
              </p:cNvPr>
              <p:cNvSpPr/>
              <p:nvPr userDrawn="1"/>
            </p:nvSpPr>
            <p:spPr>
              <a:xfrm>
                <a:off x="7411649" y="3982091"/>
                <a:ext cx="747821" cy="747820"/>
              </a:xfrm>
              <a:custGeom>
                <a:avLst/>
                <a:gdLst>
                  <a:gd name="connsiteX0" fmla="*/ 0 w 747821"/>
                  <a:gd name="connsiteY0" fmla="*/ 0 h 747820"/>
                  <a:gd name="connsiteX1" fmla="*/ 747821 w 747821"/>
                  <a:gd name="connsiteY1" fmla="*/ 0 h 747820"/>
                  <a:gd name="connsiteX2" fmla="*/ 747821 w 747821"/>
                  <a:gd name="connsiteY2" fmla="*/ 747821 h 747820"/>
                  <a:gd name="connsiteX3" fmla="*/ 746608 w 747821"/>
                  <a:gd name="connsiteY3" fmla="*/ 747821 h 747820"/>
                  <a:gd name="connsiteX4" fmla="*/ 0 w 747821"/>
                  <a:gd name="connsiteY4" fmla="*/ 1213 h 747820"/>
                  <a:gd name="connsiteX5" fmla="*/ 0 w 747821"/>
                  <a:gd name="connsiteY5" fmla="*/ 0 h 747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7821" h="747820">
                    <a:moveTo>
                      <a:pt x="0" y="0"/>
                    </a:moveTo>
                    <a:lnTo>
                      <a:pt x="747821" y="0"/>
                    </a:lnTo>
                    <a:lnTo>
                      <a:pt x="747821" y="747821"/>
                    </a:lnTo>
                    <a:lnTo>
                      <a:pt x="746608" y="747821"/>
                    </a:lnTo>
                    <a:cubicBezTo>
                      <a:pt x="334270" y="747821"/>
                      <a:pt x="0" y="413550"/>
                      <a:pt x="0" y="1213"/>
                    </a:cubicBezTo>
                    <a:lnTo>
                      <a:pt x="0" y="0"/>
                    </a:lnTo>
                    <a:close/>
                  </a:path>
                </a:pathLst>
              </a:custGeom>
              <a:solidFill>
                <a:srgbClr val="DC4245"/>
              </a:solidFill>
              <a:ln w="6350" cap="flat">
                <a:noFill/>
                <a:prstDash val="solid"/>
                <a:miter/>
              </a:ln>
            </p:spPr>
            <p:txBody>
              <a:bodyPr rtlCol="0" anchor="ctr"/>
              <a:lstStyle/>
              <a:p>
                <a:endParaRPr lang="zh-CN" altLang="en-US"/>
              </a:p>
            </p:txBody>
          </p:sp>
          <p:sp>
            <p:nvSpPr>
              <p:cNvPr id="19" name="任意多边形: 形状 18">
                <a:extLst>
                  <a:ext uri="{FF2B5EF4-FFF2-40B4-BE49-F238E27FC236}">
                    <a16:creationId xmlns:a16="http://schemas.microsoft.com/office/drawing/2014/main" id="{859C8275-9A9E-1B8D-BB82-4FCD64FCF249}"/>
                  </a:ext>
                </a:extLst>
              </p:cNvPr>
              <p:cNvSpPr/>
              <p:nvPr userDrawn="1"/>
            </p:nvSpPr>
            <p:spPr>
              <a:xfrm>
                <a:off x="8159495" y="2782398"/>
                <a:ext cx="1197121" cy="1197121"/>
              </a:xfrm>
              <a:custGeom>
                <a:avLst/>
                <a:gdLst>
                  <a:gd name="connsiteX0" fmla="*/ 1197122 w 1197121"/>
                  <a:gd name="connsiteY0" fmla="*/ 1197121 h 1197121"/>
                  <a:gd name="connsiteX1" fmla="*/ 0 w 1197121"/>
                  <a:gd name="connsiteY1" fmla="*/ 1197121 h 1197121"/>
                  <a:gd name="connsiteX2" fmla="*/ 0 w 1197121"/>
                  <a:gd name="connsiteY2" fmla="*/ 0 h 1197121"/>
                  <a:gd name="connsiteX3" fmla="*/ 1937 w 1197121"/>
                  <a:gd name="connsiteY3" fmla="*/ 0 h 1197121"/>
                  <a:gd name="connsiteX4" fmla="*/ 1197122 w 1197121"/>
                  <a:gd name="connsiteY4" fmla="*/ 1195184 h 1197121"/>
                  <a:gd name="connsiteX5" fmla="*/ 1197122 w 1197121"/>
                  <a:gd name="connsiteY5" fmla="*/ 1197121 h 119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121" h="1197121">
                    <a:moveTo>
                      <a:pt x="1197122" y="1197121"/>
                    </a:moveTo>
                    <a:lnTo>
                      <a:pt x="0" y="1197121"/>
                    </a:lnTo>
                    <a:lnTo>
                      <a:pt x="0" y="0"/>
                    </a:lnTo>
                    <a:lnTo>
                      <a:pt x="1937" y="0"/>
                    </a:lnTo>
                    <a:cubicBezTo>
                      <a:pt x="662019" y="0"/>
                      <a:pt x="1197122" y="535102"/>
                      <a:pt x="1197122" y="1195184"/>
                    </a:cubicBezTo>
                    <a:lnTo>
                      <a:pt x="1197122" y="1197121"/>
                    </a:lnTo>
                    <a:close/>
                  </a:path>
                </a:pathLst>
              </a:custGeom>
              <a:solidFill>
                <a:srgbClr val="FBF5E2"/>
              </a:solidFill>
              <a:ln w="6350" cap="flat">
                <a:noFill/>
                <a:prstDash val="solid"/>
                <a:miter/>
              </a:ln>
            </p:spPr>
            <p:txBody>
              <a:bodyPr rtlCol="0" anchor="ctr"/>
              <a:lstStyle/>
              <a:p>
                <a:endParaRPr lang="zh-CN" altLang="en-US"/>
              </a:p>
            </p:txBody>
          </p:sp>
          <p:sp>
            <p:nvSpPr>
              <p:cNvPr id="20" name="任意多边形: 形状 19">
                <a:extLst>
                  <a:ext uri="{FF2B5EF4-FFF2-40B4-BE49-F238E27FC236}">
                    <a16:creationId xmlns:a16="http://schemas.microsoft.com/office/drawing/2014/main" id="{3CDDB9DF-7516-351F-01A2-6AADDFB999D9}"/>
                  </a:ext>
                </a:extLst>
              </p:cNvPr>
              <p:cNvSpPr/>
              <p:nvPr userDrawn="1"/>
            </p:nvSpPr>
            <p:spPr>
              <a:xfrm>
                <a:off x="6962343" y="2782398"/>
                <a:ext cx="1197120" cy="1197121"/>
              </a:xfrm>
              <a:custGeom>
                <a:avLst/>
                <a:gdLst>
                  <a:gd name="connsiteX0" fmla="*/ 1197121 w 1197120"/>
                  <a:gd name="connsiteY0" fmla="*/ 1197121 h 1197121"/>
                  <a:gd name="connsiteX1" fmla="*/ 0 w 1197120"/>
                  <a:gd name="connsiteY1" fmla="*/ 1197121 h 1197121"/>
                  <a:gd name="connsiteX2" fmla="*/ 0 w 1197120"/>
                  <a:gd name="connsiteY2" fmla="*/ 1195184 h 1197121"/>
                  <a:gd name="connsiteX3" fmla="*/ 1195184 w 1197120"/>
                  <a:gd name="connsiteY3" fmla="*/ 0 h 1197121"/>
                  <a:gd name="connsiteX4" fmla="*/ 1197121 w 1197120"/>
                  <a:gd name="connsiteY4" fmla="*/ 0 h 1197121"/>
                  <a:gd name="connsiteX5" fmla="*/ 1197121 w 1197120"/>
                  <a:gd name="connsiteY5" fmla="*/ 1197121 h 119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120" h="1197121">
                    <a:moveTo>
                      <a:pt x="1197121" y="1197121"/>
                    </a:moveTo>
                    <a:lnTo>
                      <a:pt x="0" y="1197121"/>
                    </a:lnTo>
                    <a:lnTo>
                      <a:pt x="0" y="1195184"/>
                    </a:lnTo>
                    <a:cubicBezTo>
                      <a:pt x="0" y="535102"/>
                      <a:pt x="535101" y="0"/>
                      <a:pt x="1195184" y="0"/>
                    </a:cubicBezTo>
                    <a:lnTo>
                      <a:pt x="1197121" y="0"/>
                    </a:lnTo>
                    <a:lnTo>
                      <a:pt x="1197121" y="1197121"/>
                    </a:lnTo>
                    <a:close/>
                  </a:path>
                </a:pathLst>
              </a:custGeom>
              <a:solidFill>
                <a:srgbClr val="1C1C61"/>
              </a:solidFill>
              <a:ln w="6350" cap="flat">
                <a:noFill/>
                <a:prstDash val="solid"/>
                <a:miter/>
              </a:ln>
            </p:spPr>
            <p:txBody>
              <a:bodyPr rtlCol="0" anchor="ctr"/>
              <a:lstStyle/>
              <a:p>
                <a:endParaRPr lang="zh-CN" altLang="en-US"/>
              </a:p>
            </p:txBody>
          </p:sp>
          <p:sp>
            <p:nvSpPr>
              <p:cNvPr id="21" name="任意多边形: 形状 20">
                <a:extLst>
                  <a:ext uri="{FF2B5EF4-FFF2-40B4-BE49-F238E27FC236}">
                    <a16:creationId xmlns:a16="http://schemas.microsoft.com/office/drawing/2014/main" id="{141E0E4F-3432-6F21-2E78-3E5BFD8662C2}"/>
                  </a:ext>
                </a:extLst>
              </p:cNvPr>
              <p:cNvSpPr/>
              <p:nvPr userDrawn="1"/>
            </p:nvSpPr>
            <p:spPr>
              <a:xfrm>
                <a:off x="8159483" y="3231705"/>
                <a:ext cx="747820" cy="747814"/>
              </a:xfrm>
              <a:custGeom>
                <a:avLst/>
                <a:gdLst>
                  <a:gd name="connsiteX0" fmla="*/ 747820 w 747820"/>
                  <a:gd name="connsiteY0" fmla="*/ 747814 h 747814"/>
                  <a:gd name="connsiteX1" fmla="*/ 0 w 747820"/>
                  <a:gd name="connsiteY1" fmla="*/ 747814 h 747814"/>
                  <a:gd name="connsiteX2" fmla="*/ 0 w 747820"/>
                  <a:gd name="connsiteY2" fmla="*/ 0 h 747814"/>
                  <a:gd name="connsiteX3" fmla="*/ 1213 w 747820"/>
                  <a:gd name="connsiteY3" fmla="*/ 0 h 747814"/>
                  <a:gd name="connsiteX4" fmla="*/ 747820 w 747820"/>
                  <a:gd name="connsiteY4" fmla="*/ 746608 h 747814"/>
                  <a:gd name="connsiteX5" fmla="*/ 747820 w 747820"/>
                  <a:gd name="connsiteY5" fmla="*/ 747814 h 7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7820" h="747814">
                    <a:moveTo>
                      <a:pt x="747820" y="747814"/>
                    </a:moveTo>
                    <a:lnTo>
                      <a:pt x="0" y="747814"/>
                    </a:lnTo>
                    <a:lnTo>
                      <a:pt x="0" y="0"/>
                    </a:lnTo>
                    <a:lnTo>
                      <a:pt x="1213" y="0"/>
                    </a:lnTo>
                    <a:cubicBezTo>
                      <a:pt x="413556" y="0"/>
                      <a:pt x="747820" y="334270"/>
                      <a:pt x="747820" y="746608"/>
                    </a:cubicBezTo>
                    <a:lnTo>
                      <a:pt x="747820" y="747814"/>
                    </a:lnTo>
                    <a:close/>
                  </a:path>
                </a:pathLst>
              </a:custGeom>
              <a:solidFill>
                <a:srgbClr val="E9A650"/>
              </a:solidFill>
              <a:ln w="6350" cap="flat">
                <a:noFill/>
                <a:prstDash val="solid"/>
                <a:miter/>
              </a:ln>
            </p:spPr>
            <p:txBody>
              <a:bodyPr rtlCol="0" anchor="ctr"/>
              <a:lstStyle/>
              <a:p>
                <a:endParaRPr lang="zh-CN" altLang="en-US"/>
              </a:p>
            </p:txBody>
          </p:sp>
        </p:grpSp>
        <p:grpSp>
          <p:nvGrpSpPr>
            <p:cNvPr id="30" name="组合 29">
              <a:extLst>
                <a:ext uri="{FF2B5EF4-FFF2-40B4-BE49-F238E27FC236}">
                  <a16:creationId xmlns:a16="http://schemas.microsoft.com/office/drawing/2014/main" id="{132E92D7-41ED-E43B-C7F2-A70EE3C5F6D7}"/>
                </a:ext>
              </a:extLst>
            </p:cNvPr>
            <p:cNvGrpSpPr/>
            <p:nvPr userDrawn="1"/>
          </p:nvGrpSpPr>
          <p:grpSpPr>
            <a:xfrm flipH="1">
              <a:off x="0" y="5672468"/>
              <a:ext cx="2394273" cy="1200046"/>
              <a:chOff x="8762466" y="5247362"/>
              <a:chExt cx="2394273" cy="1200046"/>
            </a:xfrm>
          </p:grpSpPr>
          <p:sp>
            <p:nvSpPr>
              <p:cNvPr id="24" name="任意多边形: 形状 23">
                <a:extLst>
                  <a:ext uri="{FF2B5EF4-FFF2-40B4-BE49-F238E27FC236}">
                    <a16:creationId xmlns:a16="http://schemas.microsoft.com/office/drawing/2014/main" id="{835C13E7-681B-999D-5F73-2B64954DDBBF}"/>
                  </a:ext>
                </a:extLst>
              </p:cNvPr>
              <p:cNvSpPr/>
              <p:nvPr userDrawn="1"/>
            </p:nvSpPr>
            <p:spPr>
              <a:xfrm rot="5400000">
                <a:off x="8767105" y="5247363"/>
                <a:ext cx="1195876" cy="1195876"/>
              </a:xfrm>
              <a:custGeom>
                <a:avLst/>
                <a:gdLst>
                  <a:gd name="connsiteX0" fmla="*/ 0 w 1195876"/>
                  <a:gd name="connsiteY0" fmla="*/ 0 h 1195876"/>
                  <a:gd name="connsiteX1" fmla="*/ 1195877 w 1195876"/>
                  <a:gd name="connsiteY1" fmla="*/ 0 h 1195876"/>
                  <a:gd name="connsiteX2" fmla="*/ 1195877 w 1195876"/>
                  <a:gd name="connsiteY2" fmla="*/ 1195877 h 1195876"/>
                  <a:gd name="connsiteX3" fmla="*/ 0 w 1195876"/>
                  <a:gd name="connsiteY3" fmla="*/ 1195877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7"/>
                    </a:lnTo>
                    <a:lnTo>
                      <a:pt x="0" y="1195877"/>
                    </a:lnTo>
                    <a:close/>
                  </a:path>
                </a:pathLst>
              </a:custGeom>
              <a:solidFill>
                <a:srgbClr val="FBF5E2"/>
              </a:solidFill>
              <a:ln w="6350" cap="flat">
                <a:noFill/>
                <a:prstDash val="solid"/>
                <a:miter/>
              </a:ln>
            </p:spPr>
            <p:txBody>
              <a:bodyPr rtlCol="0" anchor="ctr"/>
              <a:lstStyle/>
              <a:p>
                <a:endParaRPr lang="zh-CN" altLang="en-US"/>
              </a:p>
            </p:txBody>
          </p:sp>
          <p:sp>
            <p:nvSpPr>
              <p:cNvPr id="25" name="任意多边形: 形状 24">
                <a:extLst>
                  <a:ext uri="{FF2B5EF4-FFF2-40B4-BE49-F238E27FC236}">
                    <a16:creationId xmlns:a16="http://schemas.microsoft.com/office/drawing/2014/main" id="{E2D816A4-8DC6-51AB-7A20-1F1D98377E86}"/>
                  </a:ext>
                </a:extLst>
              </p:cNvPr>
              <p:cNvSpPr/>
              <p:nvPr userDrawn="1"/>
            </p:nvSpPr>
            <p:spPr>
              <a:xfrm rot="5400000">
                <a:off x="9959604" y="5247362"/>
                <a:ext cx="1195876" cy="1195876"/>
              </a:xfrm>
              <a:custGeom>
                <a:avLst/>
                <a:gdLst>
                  <a:gd name="connsiteX0" fmla="*/ 0 w 1195876"/>
                  <a:gd name="connsiteY0" fmla="*/ 0 h 1195876"/>
                  <a:gd name="connsiteX1" fmla="*/ 1195877 w 1195876"/>
                  <a:gd name="connsiteY1" fmla="*/ 0 h 1195876"/>
                  <a:gd name="connsiteX2" fmla="*/ 1195877 w 1195876"/>
                  <a:gd name="connsiteY2" fmla="*/ 1195877 h 1195876"/>
                  <a:gd name="connsiteX3" fmla="*/ 0 w 1195876"/>
                  <a:gd name="connsiteY3" fmla="*/ 1195877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7"/>
                    </a:lnTo>
                    <a:lnTo>
                      <a:pt x="0" y="1195877"/>
                    </a:lnTo>
                    <a:close/>
                  </a:path>
                </a:pathLst>
              </a:custGeom>
              <a:solidFill>
                <a:srgbClr val="1C1C61"/>
              </a:solidFill>
              <a:ln w="6350" cap="flat">
                <a:noFill/>
                <a:prstDash val="solid"/>
                <a:miter/>
              </a:ln>
            </p:spPr>
            <p:txBody>
              <a:bodyPr rtlCol="0" anchor="ctr"/>
              <a:lstStyle/>
              <a:p>
                <a:endParaRPr lang="zh-CN" altLang="en-US"/>
              </a:p>
            </p:txBody>
          </p:sp>
          <p:sp>
            <p:nvSpPr>
              <p:cNvPr id="26" name="任意多边形: 形状 25">
                <a:extLst>
                  <a:ext uri="{FF2B5EF4-FFF2-40B4-BE49-F238E27FC236}">
                    <a16:creationId xmlns:a16="http://schemas.microsoft.com/office/drawing/2014/main" id="{208D4287-CF69-B637-7981-5278CB9126CF}"/>
                  </a:ext>
                </a:extLst>
              </p:cNvPr>
              <p:cNvSpPr/>
              <p:nvPr userDrawn="1"/>
            </p:nvSpPr>
            <p:spPr>
              <a:xfrm>
                <a:off x="9959619" y="5249919"/>
                <a:ext cx="1197120" cy="1197121"/>
              </a:xfrm>
              <a:custGeom>
                <a:avLst/>
                <a:gdLst>
                  <a:gd name="connsiteX0" fmla="*/ 1197121 w 1197120"/>
                  <a:gd name="connsiteY0" fmla="*/ 1197121 h 1197121"/>
                  <a:gd name="connsiteX1" fmla="*/ 0 w 1197120"/>
                  <a:gd name="connsiteY1" fmla="*/ 1197121 h 1197121"/>
                  <a:gd name="connsiteX2" fmla="*/ 0 w 1197120"/>
                  <a:gd name="connsiteY2" fmla="*/ 0 h 1197121"/>
                  <a:gd name="connsiteX3" fmla="*/ 1936 w 1197120"/>
                  <a:gd name="connsiteY3" fmla="*/ 0 h 1197121"/>
                  <a:gd name="connsiteX4" fmla="*/ 1197121 w 1197120"/>
                  <a:gd name="connsiteY4" fmla="*/ 1195184 h 1197121"/>
                  <a:gd name="connsiteX5" fmla="*/ 1197121 w 1197120"/>
                  <a:gd name="connsiteY5" fmla="*/ 1197121 h 119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120" h="1197121">
                    <a:moveTo>
                      <a:pt x="1197121" y="1197121"/>
                    </a:moveTo>
                    <a:lnTo>
                      <a:pt x="0" y="1197121"/>
                    </a:lnTo>
                    <a:lnTo>
                      <a:pt x="0" y="0"/>
                    </a:lnTo>
                    <a:lnTo>
                      <a:pt x="1936" y="0"/>
                    </a:lnTo>
                    <a:cubicBezTo>
                      <a:pt x="662019" y="0"/>
                      <a:pt x="1197121" y="535102"/>
                      <a:pt x="1197121" y="1195184"/>
                    </a:cubicBezTo>
                    <a:lnTo>
                      <a:pt x="1197121" y="1197121"/>
                    </a:lnTo>
                    <a:close/>
                  </a:path>
                </a:pathLst>
              </a:custGeom>
              <a:solidFill>
                <a:srgbClr val="DC4245"/>
              </a:solidFill>
              <a:ln w="6350" cap="flat">
                <a:noFill/>
                <a:prstDash val="solid"/>
                <a:miter/>
              </a:ln>
            </p:spPr>
            <p:txBody>
              <a:bodyPr rtlCol="0" anchor="ctr"/>
              <a:lstStyle/>
              <a:p>
                <a:endParaRPr lang="zh-CN" altLang="en-US"/>
              </a:p>
            </p:txBody>
          </p:sp>
          <p:sp>
            <p:nvSpPr>
              <p:cNvPr id="27" name="任意多边形: 形状 26">
                <a:extLst>
                  <a:ext uri="{FF2B5EF4-FFF2-40B4-BE49-F238E27FC236}">
                    <a16:creationId xmlns:a16="http://schemas.microsoft.com/office/drawing/2014/main" id="{F206541C-1C11-583C-D4AD-4320E18F7F4F}"/>
                  </a:ext>
                </a:extLst>
              </p:cNvPr>
              <p:cNvSpPr/>
              <p:nvPr userDrawn="1"/>
            </p:nvSpPr>
            <p:spPr>
              <a:xfrm>
                <a:off x="8762466" y="5249919"/>
                <a:ext cx="1197121" cy="1197121"/>
              </a:xfrm>
              <a:custGeom>
                <a:avLst/>
                <a:gdLst>
                  <a:gd name="connsiteX0" fmla="*/ 1197122 w 1197121"/>
                  <a:gd name="connsiteY0" fmla="*/ 1197121 h 1197121"/>
                  <a:gd name="connsiteX1" fmla="*/ 0 w 1197121"/>
                  <a:gd name="connsiteY1" fmla="*/ 1197121 h 1197121"/>
                  <a:gd name="connsiteX2" fmla="*/ 0 w 1197121"/>
                  <a:gd name="connsiteY2" fmla="*/ 1195184 h 1197121"/>
                  <a:gd name="connsiteX3" fmla="*/ 1195184 w 1197121"/>
                  <a:gd name="connsiteY3" fmla="*/ 0 h 1197121"/>
                  <a:gd name="connsiteX4" fmla="*/ 1197122 w 1197121"/>
                  <a:gd name="connsiteY4" fmla="*/ 0 h 1197121"/>
                  <a:gd name="connsiteX5" fmla="*/ 1197122 w 1197121"/>
                  <a:gd name="connsiteY5" fmla="*/ 1197121 h 119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121" h="1197121">
                    <a:moveTo>
                      <a:pt x="1197122" y="1197121"/>
                    </a:moveTo>
                    <a:lnTo>
                      <a:pt x="0" y="1197121"/>
                    </a:lnTo>
                    <a:lnTo>
                      <a:pt x="0" y="1195184"/>
                    </a:lnTo>
                    <a:cubicBezTo>
                      <a:pt x="0" y="535102"/>
                      <a:pt x="535102" y="0"/>
                      <a:pt x="1195184" y="0"/>
                    </a:cubicBezTo>
                    <a:lnTo>
                      <a:pt x="1197122" y="0"/>
                    </a:lnTo>
                    <a:lnTo>
                      <a:pt x="1197122" y="1197121"/>
                    </a:lnTo>
                    <a:close/>
                  </a:path>
                </a:pathLst>
              </a:custGeom>
              <a:solidFill>
                <a:srgbClr val="3F6FD5"/>
              </a:solidFill>
              <a:ln w="6350" cap="flat">
                <a:noFill/>
                <a:prstDash val="solid"/>
                <a:miter/>
              </a:ln>
            </p:spPr>
            <p:txBody>
              <a:bodyPr rtlCol="0" anchor="ctr"/>
              <a:lstStyle/>
              <a:p>
                <a:endParaRPr lang="zh-CN" altLang="en-US"/>
              </a:p>
            </p:txBody>
          </p:sp>
          <p:sp>
            <p:nvSpPr>
              <p:cNvPr id="28" name="任意多边形: 形状 27">
                <a:extLst>
                  <a:ext uri="{FF2B5EF4-FFF2-40B4-BE49-F238E27FC236}">
                    <a16:creationId xmlns:a16="http://schemas.microsoft.com/office/drawing/2014/main" id="{4BFD03D7-B107-2415-5D21-47E595D35360}"/>
                  </a:ext>
                </a:extLst>
              </p:cNvPr>
              <p:cNvSpPr/>
              <p:nvPr userDrawn="1"/>
            </p:nvSpPr>
            <p:spPr>
              <a:xfrm>
                <a:off x="9959612" y="5699226"/>
                <a:ext cx="747821" cy="747814"/>
              </a:xfrm>
              <a:custGeom>
                <a:avLst/>
                <a:gdLst>
                  <a:gd name="connsiteX0" fmla="*/ 747821 w 747821"/>
                  <a:gd name="connsiteY0" fmla="*/ 747814 h 747814"/>
                  <a:gd name="connsiteX1" fmla="*/ 0 w 747821"/>
                  <a:gd name="connsiteY1" fmla="*/ 747814 h 747814"/>
                  <a:gd name="connsiteX2" fmla="*/ 0 w 747821"/>
                  <a:gd name="connsiteY2" fmla="*/ 0 h 747814"/>
                  <a:gd name="connsiteX3" fmla="*/ 1213 w 747821"/>
                  <a:gd name="connsiteY3" fmla="*/ 0 h 747814"/>
                  <a:gd name="connsiteX4" fmla="*/ 747821 w 747821"/>
                  <a:gd name="connsiteY4" fmla="*/ 746608 h 747814"/>
                  <a:gd name="connsiteX5" fmla="*/ 747821 w 747821"/>
                  <a:gd name="connsiteY5" fmla="*/ 747814 h 7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7821" h="747814">
                    <a:moveTo>
                      <a:pt x="747821" y="747814"/>
                    </a:moveTo>
                    <a:lnTo>
                      <a:pt x="0" y="747814"/>
                    </a:lnTo>
                    <a:lnTo>
                      <a:pt x="0" y="0"/>
                    </a:lnTo>
                    <a:lnTo>
                      <a:pt x="1213" y="0"/>
                    </a:lnTo>
                    <a:cubicBezTo>
                      <a:pt x="413551" y="0"/>
                      <a:pt x="747821" y="334270"/>
                      <a:pt x="747821" y="746608"/>
                    </a:cubicBezTo>
                    <a:lnTo>
                      <a:pt x="747821" y="747814"/>
                    </a:lnTo>
                    <a:close/>
                  </a:path>
                </a:pathLst>
              </a:custGeom>
              <a:solidFill>
                <a:srgbClr val="1C1C61"/>
              </a:solidFill>
              <a:ln w="6350" cap="flat">
                <a:noFill/>
                <a:prstDash val="solid"/>
                <a:miter/>
              </a:ln>
            </p:spPr>
            <p:txBody>
              <a:bodyPr rtlCol="0" anchor="ctr"/>
              <a:lstStyle/>
              <a:p>
                <a:endParaRPr lang="zh-CN" altLang="en-US"/>
              </a:p>
            </p:txBody>
          </p:sp>
          <p:sp>
            <p:nvSpPr>
              <p:cNvPr id="29" name="任意多边形: 形状 28">
                <a:extLst>
                  <a:ext uri="{FF2B5EF4-FFF2-40B4-BE49-F238E27FC236}">
                    <a16:creationId xmlns:a16="http://schemas.microsoft.com/office/drawing/2014/main" id="{EBA65C1F-30EF-3401-6C3A-DCAC8ADD0EF9}"/>
                  </a:ext>
                </a:extLst>
              </p:cNvPr>
              <p:cNvSpPr/>
              <p:nvPr userDrawn="1"/>
            </p:nvSpPr>
            <p:spPr>
              <a:xfrm>
                <a:off x="9211773" y="5699226"/>
                <a:ext cx="747820" cy="748182"/>
              </a:xfrm>
              <a:custGeom>
                <a:avLst/>
                <a:gdLst>
                  <a:gd name="connsiteX0" fmla="*/ 747820 w 747820"/>
                  <a:gd name="connsiteY0" fmla="*/ 748183 h 748182"/>
                  <a:gd name="connsiteX1" fmla="*/ 0 w 747820"/>
                  <a:gd name="connsiteY1" fmla="*/ 748183 h 748182"/>
                  <a:gd name="connsiteX2" fmla="*/ 0 w 747820"/>
                  <a:gd name="connsiteY2" fmla="*/ 746608 h 748182"/>
                  <a:gd name="connsiteX3" fmla="*/ 746607 w 747820"/>
                  <a:gd name="connsiteY3" fmla="*/ 0 h 748182"/>
                  <a:gd name="connsiteX4" fmla="*/ 747820 w 747820"/>
                  <a:gd name="connsiteY4" fmla="*/ 0 h 748182"/>
                  <a:gd name="connsiteX5" fmla="*/ 747820 w 747820"/>
                  <a:gd name="connsiteY5" fmla="*/ 748183 h 748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7820" h="748182">
                    <a:moveTo>
                      <a:pt x="747820" y="748183"/>
                    </a:moveTo>
                    <a:lnTo>
                      <a:pt x="0" y="748183"/>
                    </a:lnTo>
                    <a:lnTo>
                      <a:pt x="0" y="746608"/>
                    </a:lnTo>
                    <a:cubicBezTo>
                      <a:pt x="0" y="334270"/>
                      <a:pt x="334270" y="0"/>
                      <a:pt x="746607" y="0"/>
                    </a:cubicBezTo>
                    <a:lnTo>
                      <a:pt x="747820" y="0"/>
                    </a:lnTo>
                    <a:lnTo>
                      <a:pt x="747820" y="748183"/>
                    </a:lnTo>
                    <a:close/>
                  </a:path>
                </a:pathLst>
              </a:custGeom>
              <a:solidFill>
                <a:srgbClr val="FBF5E2"/>
              </a:solidFill>
              <a:ln w="6350" cap="flat">
                <a:noFill/>
                <a:prstDash val="solid"/>
                <a:miter/>
              </a:ln>
            </p:spPr>
            <p:txBody>
              <a:bodyPr rtlCol="0" anchor="ctr"/>
              <a:lstStyle/>
              <a:p>
                <a:endParaRPr lang="zh-CN" altLang="en-US"/>
              </a:p>
            </p:txBody>
          </p:sp>
        </p:grpSp>
      </p:grpSp>
      <p:sp>
        <p:nvSpPr>
          <p:cNvPr id="2" name="fc36129a-1320-4ffa-95d8-089f818003e2"/>
          <p:cNvSpPr>
            <a:spLocks noGrp="1"/>
          </p:cNvSpPr>
          <p:nvPr userDrawn="1">
            <p:ph type="title" hasCustomPrompt="1"/>
          </p:nvPr>
        </p:nvSpPr>
        <p:spPr>
          <a:xfrm>
            <a:off x="800100" y="1605286"/>
            <a:ext cx="1922161" cy="864515"/>
          </a:xfrm>
          <a:prstGeom prst="rect">
            <a:avLst/>
          </a:prstGeom>
          <a:noFill/>
        </p:spPr>
        <p:txBody>
          <a:bodyPr anchor="t" anchorCtr="0">
            <a:normAutofit/>
          </a:bodyPr>
          <a:lstStyle>
            <a:lvl1pPr algn="r">
              <a:defRPr sz="2800">
                <a:solidFill>
                  <a:schemeClr val="tx1"/>
                </a:solidFill>
              </a:defRPr>
            </a:lvl1pPr>
          </a:lstStyle>
          <a:p>
            <a:pPr lvl="0"/>
            <a:r>
              <a:rPr lang="zh-CN" altLang="en-US" dirty="0"/>
              <a:t>Agenda</a:t>
            </a:r>
            <a:endParaRPr lang="en-US" dirty="0"/>
          </a:p>
        </p:txBody>
      </p:sp>
      <p:sp>
        <p:nvSpPr>
          <p:cNvPr id="3" name="内容占位符 2"/>
          <p:cNvSpPr>
            <a:spLocks noGrp="1"/>
          </p:cNvSpPr>
          <p:nvPr userDrawn="1">
            <p:ph sz="quarter" idx="1" hasCustomPrompt="1"/>
          </p:nvPr>
        </p:nvSpPr>
        <p:spPr>
          <a:xfrm>
            <a:off x="2970377" y="1605286"/>
            <a:ext cx="8231021" cy="4071936"/>
          </a:xfrm>
        </p:spPr>
        <p:txBody>
          <a:bodyPr numCol="1"/>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4" name="日期占位符 3"/>
          <p:cNvSpPr>
            <a:spLocks noGrp="1"/>
          </p:cNvSpPr>
          <p:nvPr userDrawn="1">
            <p:ph type="dt" sz="half" idx="10"/>
          </p:nvPr>
        </p:nvSpPr>
        <p:spPr/>
        <p:txBody>
          <a:bodyPr/>
          <a:lstStyle>
            <a:lvl1pPr>
              <a:defRPr>
                <a:solidFill>
                  <a:srgbClr val="8E8E8E"/>
                </a:solidFill>
              </a:defRPr>
            </a:lvl1pPr>
          </a:lstStyle>
          <a:p>
            <a:endParaRPr lang="en-US" dirty="0"/>
          </a:p>
        </p:txBody>
      </p:sp>
      <p:sp>
        <p:nvSpPr>
          <p:cNvPr id="5" name="页脚占位符 4"/>
          <p:cNvSpPr>
            <a:spLocks noGrp="1"/>
          </p:cNvSpPr>
          <p:nvPr userDrawn="1">
            <p:ph type="ftr" sz="quarter" idx="11"/>
          </p:nvPr>
        </p:nvSpPr>
        <p:spPr/>
        <p:txBody>
          <a:bodyPr/>
          <a:lstStyle>
            <a:lvl1pPr>
              <a:defRPr>
                <a:solidFill>
                  <a:srgbClr val="8E8E8E"/>
                </a:solidFill>
              </a:defRPr>
            </a:lvl1pPr>
          </a:lstStyle>
          <a:p>
            <a:endParaRPr lang="en-US" dirty="0"/>
          </a:p>
        </p:txBody>
      </p:sp>
      <p:sp>
        <p:nvSpPr>
          <p:cNvPr id="6" name="灯片编号占位符 5"/>
          <p:cNvSpPr>
            <a:spLocks noGrp="1"/>
          </p:cNvSpPr>
          <p:nvPr userDrawn="1">
            <p:ph type="sldNum" sz="quarter" idx="12"/>
          </p:nvPr>
        </p:nvSpPr>
        <p:spPr/>
        <p:txBody>
          <a:bodyPr/>
          <a:lstStyle>
            <a:lvl1pPr>
              <a:defRPr>
                <a:solidFill>
                  <a:srgbClr val="8E8E8E"/>
                </a:solidFill>
              </a:defRPr>
            </a:lvl1pPr>
          </a:lstStyle>
          <a:p>
            <a:fld id="{C8BB1146-E542-4D4E-B8E9-6919A11DDD48}" type="slidenum">
              <a:rPr lang="en-US" smtClean="0"/>
              <a:pPr/>
              <a:t>‹#›</a:t>
            </a:fld>
            <a:endParaRPr lang="en-US" dirty="0"/>
          </a:p>
        </p:txBody>
      </p:sp>
      <p:cxnSp>
        <p:nvCxnSpPr>
          <p:cNvPr id="10" name="直接连接符 9"/>
          <p:cNvCxnSpPr>
            <a:cxnSpLocks/>
          </p:cNvCxnSpPr>
          <p:nvPr userDrawn="1"/>
        </p:nvCxnSpPr>
        <p:spPr>
          <a:xfrm>
            <a:off x="2846319" y="1605285"/>
            <a:ext cx="0" cy="4071937"/>
          </a:xfrm>
          <a:prstGeom prst="line">
            <a:avLst/>
          </a:prstGeom>
          <a:solidFill>
            <a:srgbClr val="FFCC00"/>
          </a:solidFill>
          <a:ln w="3175" cap="flat" cmpd="sng" algn="ctr">
            <a:solidFill>
              <a:schemeClr val="accent1">
                <a:alpha val="30000"/>
              </a:schemeClr>
            </a:solidFill>
            <a:prstDash val="solid"/>
            <a:round/>
            <a:headEnd type="none" w="med" len="med"/>
            <a:tailEnd type="none" w="med" len="med"/>
          </a:ln>
          <a:effectLst/>
        </p:spPr>
      </p:cxnSp>
      <p:sp>
        <p:nvSpPr>
          <p:cNvPr id="13" name="任意多边形: 形状 12"/>
          <p:cNvSpPr>
            <a:spLocks noChangeAspect="1"/>
          </p:cNvSpPr>
          <p:nvPr userDrawn="1"/>
        </p:nvSpPr>
        <p:spPr bwMode="auto">
          <a:xfrm>
            <a:off x="1851756" y="4761555"/>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chemeClr val="accent1">
              <a:alpha val="15000"/>
            </a:schemeClr>
          </a:solidFill>
          <a:ln>
            <a:noFill/>
          </a:ln>
        </p:spPr>
        <p:txBody>
          <a:bodyPr/>
          <a:lstStyle/>
          <a:p>
            <a:endParaRPr lang="zh-CN" altLang="en-US">
              <a:cs typeface="+mn-ea"/>
              <a:sym typeface="+mn-l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reserve="1">
  <p:cSld name="Section Header">
    <p:bg>
      <p:bgPr>
        <a:solidFill>
          <a:schemeClr val="accent1">
            <a:lumMod val="20000"/>
            <a:lumOff val="80000"/>
          </a:schemeClr>
        </a:solidFill>
        <a:effectLst/>
      </p:bgPr>
    </p:bg>
    <p:spTree>
      <p:nvGrpSpPr>
        <p:cNvPr id="1" name=""/>
        <p:cNvGrpSpPr/>
        <p:nvPr/>
      </p:nvGrpSpPr>
      <p:grpSpPr>
        <a:xfrm>
          <a:off x="0" y="0"/>
          <a:ext cx="0" cy="0"/>
          <a:chOff x="0" y="0"/>
          <a:chExt cx="0" cy="0"/>
        </a:xfrm>
      </p:grpSpPr>
      <p:grpSp>
        <p:nvGrpSpPr>
          <p:cNvPr id="127" name="组合 126">
            <a:extLst>
              <a:ext uri="{FF2B5EF4-FFF2-40B4-BE49-F238E27FC236}">
                <a16:creationId xmlns:a16="http://schemas.microsoft.com/office/drawing/2014/main" id="{54518350-38AC-CDE7-E733-D8396FCBC005}"/>
              </a:ext>
            </a:extLst>
          </p:cNvPr>
          <p:cNvGrpSpPr/>
          <p:nvPr userDrawn="1"/>
        </p:nvGrpSpPr>
        <p:grpSpPr>
          <a:xfrm>
            <a:off x="-6344" y="4419843"/>
            <a:ext cx="12191988" cy="2452671"/>
            <a:chOff x="93337" y="2305027"/>
            <a:chExt cx="11992627" cy="2412565"/>
          </a:xfrm>
        </p:grpSpPr>
        <p:grpSp>
          <p:nvGrpSpPr>
            <p:cNvPr id="125" name="组合 124">
              <a:extLst>
                <a:ext uri="{FF2B5EF4-FFF2-40B4-BE49-F238E27FC236}">
                  <a16:creationId xmlns:a16="http://schemas.microsoft.com/office/drawing/2014/main" id="{CD8D2CA1-623C-1289-2D2F-5526D794E368}"/>
                </a:ext>
              </a:extLst>
            </p:cNvPr>
            <p:cNvGrpSpPr/>
            <p:nvPr userDrawn="1"/>
          </p:nvGrpSpPr>
          <p:grpSpPr>
            <a:xfrm>
              <a:off x="6091984" y="2308340"/>
              <a:ext cx="5993980" cy="2409252"/>
              <a:chOff x="6303692" y="-2406964"/>
              <a:chExt cx="5993980" cy="2409252"/>
            </a:xfrm>
          </p:grpSpPr>
          <p:sp>
            <p:nvSpPr>
              <p:cNvPr id="27" name="任意多边形: 形状 26">
                <a:extLst>
                  <a:ext uri="{FF2B5EF4-FFF2-40B4-BE49-F238E27FC236}">
                    <a16:creationId xmlns:a16="http://schemas.microsoft.com/office/drawing/2014/main" id="{F98C1450-B5B1-4C88-93D1-7F0DB1AD6A28}"/>
                  </a:ext>
                </a:extLst>
              </p:cNvPr>
              <p:cNvSpPr/>
              <p:nvPr/>
            </p:nvSpPr>
            <p:spPr>
              <a:xfrm>
                <a:off x="9901522" y="-1198226"/>
                <a:ext cx="1195876" cy="1195876"/>
              </a:xfrm>
              <a:custGeom>
                <a:avLst/>
                <a:gdLst>
                  <a:gd name="connsiteX0" fmla="*/ 0 w 1195876"/>
                  <a:gd name="connsiteY0" fmla="*/ 0 h 1195876"/>
                  <a:gd name="connsiteX1" fmla="*/ 1195877 w 1195876"/>
                  <a:gd name="connsiteY1" fmla="*/ 0 h 1195876"/>
                  <a:gd name="connsiteX2" fmla="*/ 1195877 w 1195876"/>
                  <a:gd name="connsiteY2" fmla="*/ 1195877 h 1195876"/>
                  <a:gd name="connsiteX3" fmla="*/ 0 w 1195876"/>
                  <a:gd name="connsiteY3" fmla="*/ 1195877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7"/>
                    </a:lnTo>
                    <a:lnTo>
                      <a:pt x="0" y="1195877"/>
                    </a:lnTo>
                    <a:close/>
                  </a:path>
                </a:pathLst>
              </a:custGeom>
              <a:solidFill>
                <a:srgbClr val="DC4245"/>
              </a:solidFill>
              <a:ln w="6350" cap="flat">
                <a:noFill/>
                <a:prstDash val="solid"/>
                <a:miter/>
              </a:ln>
            </p:spPr>
            <p:txBody>
              <a:bodyPr rtlCol="0" anchor="ctr"/>
              <a:lstStyle/>
              <a:p>
                <a:endParaRPr lang="zh-CN" altLang="en-US"/>
              </a:p>
            </p:txBody>
          </p:sp>
          <p:sp>
            <p:nvSpPr>
              <p:cNvPr id="28" name="任意多边形: 形状 27">
                <a:extLst>
                  <a:ext uri="{FF2B5EF4-FFF2-40B4-BE49-F238E27FC236}">
                    <a16:creationId xmlns:a16="http://schemas.microsoft.com/office/drawing/2014/main" id="{3A5D00F6-B2F5-FEAE-EEB3-E80C1A509E46}"/>
                  </a:ext>
                </a:extLst>
              </p:cNvPr>
              <p:cNvSpPr/>
              <p:nvPr/>
            </p:nvSpPr>
            <p:spPr>
              <a:xfrm>
                <a:off x="7509932" y="-1198224"/>
                <a:ext cx="1195876" cy="1195876"/>
              </a:xfrm>
              <a:custGeom>
                <a:avLst/>
                <a:gdLst>
                  <a:gd name="connsiteX0" fmla="*/ 0 w 1195876"/>
                  <a:gd name="connsiteY0" fmla="*/ 0 h 1195876"/>
                  <a:gd name="connsiteX1" fmla="*/ 1195877 w 1195876"/>
                  <a:gd name="connsiteY1" fmla="*/ 0 h 1195876"/>
                  <a:gd name="connsiteX2" fmla="*/ 1195877 w 1195876"/>
                  <a:gd name="connsiteY2" fmla="*/ 1195876 h 1195876"/>
                  <a:gd name="connsiteX3" fmla="*/ 0 w 1195876"/>
                  <a:gd name="connsiteY3" fmla="*/ 1195876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6"/>
                    </a:lnTo>
                    <a:lnTo>
                      <a:pt x="0" y="1195876"/>
                    </a:lnTo>
                    <a:close/>
                  </a:path>
                </a:pathLst>
              </a:custGeom>
              <a:solidFill>
                <a:srgbClr val="FBF5E2"/>
              </a:solidFill>
              <a:ln w="6350" cap="flat">
                <a:noFill/>
                <a:prstDash val="solid"/>
                <a:miter/>
              </a:ln>
            </p:spPr>
            <p:txBody>
              <a:bodyPr rtlCol="0" anchor="ctr"/>
              <a:lstStyle/>
              <a:p>
                <a:endParaRPr lang="zh-CN" altLang="en-US"/>
              </a:p>
            </p:txBody>
          </p:sp>
          <p:sp>
            <p:nvSpPr>
              <p:cNvPr id="29" name="任意多边形: 形状 28">
                <a:extLst>
                  <a:ext uri="{FF2B5EF4-FFF2-40B4-BE49-F238E27FC236}">
                    <a16:creationId xmlns:a16="http://schemas.microsoft.com/office/drawing/2014/main" id="{2CB3A05A-D3A7-C66B-6B10-0CBBC008A90E}"/>
                  </a:ext>
                </a:extLst>
              </p:cNvPr>
              <p:cNvSpPr/>
              <p:nvPr/>
            </p:nvSpPr>
            <p:spPr>
              <a:xfrm>
                <a:off x="6314058" y="-1198229"/>
                <a:ext cx="1195870" cy="1195876"/>
              </a:xfrm>
              <a:custGeom>
                <a:avLst/>
                <a:gdLst>
                  <a:gd name="connsiteX0" fmla="*/ 0 w 1195870"/>
                  <a:gd name="connsiteY0" fmla="*/ 0 h 1195876"/>
                  <a:gd name="connsiteX1" fmla="*/ 1195871 w 1195870"/>
                  <a:gd name="connsiteY1" fmla="*/ 0 h 1195876"/>
                  <a:gd name="connsiteX2" fmla="*/ 1195871 w 1195870"/>
                  <a:gd name="connsiteY2" fmla="*/ 1195876 h 1195876"/>
                  <a:gd name="connsiteX3" fmla="*/ 0 w 1195870"/>
                  <a:gd name="connsiteY3" fmla="*/ 1195876 h 1195876"/>
                </a:gdLst>
                <a:ahLst/>
                <a:cxnLst>
                  <a:cxn ang="0">
                    <a:pos x="connsiteX0" y="connsiteY0"/>
                  </a:cxn>
                  <a:cxn ang="0">
                    <a:pos x="connsiteX1" y="connsiteY1"/>
                  </a:cxn>
                  <a:cxn ang="0">
                    <a:pos x="connsiteX2" y="connsiteY2"/>
                  </a:cxn>
                  <a:cxn ang="0">
                    <a:pos x="connsiteX3" y="connsiteY3"/>
                  </a:cxn>
                </a:cxnLst>
                <a:rect l="l" t="t" r="r" b="b"/>
                <a:pathLst>
                  <a:path w="1195870" h="1195876">
                    <a:moveTo>
                      <a:pt x="0" y="0"/>
                    </a:moveTo>
                    <a:lnTo>
                      <a:pt x="1195871" y="0"/>
                    </a:lnTo>
                    <a:lnTo>
                      <a:pt x="1195871" y="1195876"/>
                    </a:lnTo>
                    <a:lnTo>
                      <a:pt x="0" y="1195876"/>
                    </a:lnTo>
                    <a:close/>
                  </a:path>
                </a:pathLst>
              </a:custGeom>
              <a:solidFill>
                <a:srgbClr val="EFC590">
                  <a:alpha val="70000"/>
                </a:srgbClr>
              </a:solidFill>
              <a:ln w="6350" cap="flat">
                <a:noFill/>
                <a:prstDash val="solid"/>
                <a:miter/>
              </a:ln>
            </p:spPr>
            <p:txBody>
              <a:bodyPr rtlCol="0" anchor="ctr"/>
              <a:lstStyle/>
              <a:p>
                <a:endParaRPr lang="zh-CN" altLang="en-US"/>
              </a:p>
            </p:txBody>
          </p:sp>
          <p:sp>
            <p:nvSpPr>
              <p:cNvPr id="30" name="任意多边形: 形状 29">
                <a:extLst>
                  <a:ext uri="{FF2B5EF4-FFF2-40B4-BE49-F238E27FC236}">
                    <a16:creationId xmlns:a16="http://schemas.microsoft.com/office/drawing/2014/main" id="{4B05A131-785C-A94D-818E-1EC558C27D64}"/>
                  </a:ext>
                </a:extLst>
              </p:cNvPr>
              <p:cNvSpPr/>
              <p:nvPr/>
            </p:nvSpPr>
            <p:spPr>
              <a:xfrm>
                <a:off x="9901522" y="-2390726"/>
                <a:ext cx="1195876" cy="1195876"/>
              </a:xfrm>
              <a:custGeom>
                <a:avLst/>
                <a:gdLst>
                  <a:gd name="connsiteX0" fmla="*/ 0 w 1195876"/>
                  <a:gd name="connsiteY0" fmla="*/ 0 h 1195876"/>
                  <a:gd name="connsiteX1" fmla="*/ 1195877 w 1195876"/>
                  <a:gd name="connsiteY1" fmla="*/ 0 h 1195876"/>
                  <a:gd name="connsiteX2" fmla="*/ 1195877 w 1195876"/>
                  <a:gd name="connsiteY2" fmla="*/ 1195877 h 1195876"/>
                  <a:gd name="connsiteX3" fmla="*/ 0 w 1195876"/>
                  <a:gd name="connsiteY3" fmla="*/ 1195877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7"/>
                    </a:lnTo>
                    <a:lnTo>
                      <a:pt x="0" y="1195877"/>
                    </a:lnTo>
                    <a:close/>
                  </a:path>
                </a:pathLst>
              </a:custGeom>
              <a:solidFill>
                <a:srgbClr val="F9ECA4"/>
              </a:solidFill>
              <a:ln w="6350" cap="flat">
                <a:noFill/>
                <a:prstDash val="solid"/>
                <a:miter/>
              </a:ln>
            </p:spPr>
            <p:txBody>
              <a:bodyPr rtlCol="0" anchor="ctr"/>
              <a:lstStyle/>
              <a:p>
                <a:endParaRPr lang="zh-CN" altLang="en-US"/>
              </a:p>
            </p:txBody>
          </p:sp>
          <p:sp>
            <p:nvSpPr>
              <p:cNvPr id="31" name="任意多边形: 形状 30">
                <a:extLst>
                  <a:ext uri="{FF2B5EF4-FFF2-40B4-BE49-F238E27FC236}">
                    <a16:creationId xmlns:a16="http://schemas.microsoft.com/office/drawing/2014/main" id="{9757D529-5BFA-D2C7-22FD-3E11FF089D73}"/>
                  </a:ext>
                </a:extLst>
              </p:cNvPr>
              <p:cNvSpPr/>
              <p:nvPr/>
            </p:nvSpPr>
            <p:spPr>
              <a:xfrm rot="16200000">
                <a:off x="8705643" y="-2390728"/>
                <a:ext cx="1195876" cy="1195876"/>
              </a:xfrm>
              <a:custGeom>
                <a:avLst/>
                <a:gdLst>
                  <a:gd name="connsiteX0" fmla="*/ 0 w 1195876"/>
                  <a:gd name="connsiteY0" fmla="*/ 1195876 h 1195876"/>
                  <a:gd name="connsiteX1" fmla="*/ 0 w 1195876"/>
                  <a:gd name="connsiteY1" fmla="*/ 1193940 h 1195876"/>
                  <a:gd name="connsiteX2" fmla="*/ 1193940 w 1195876"/>
                  <a:gd name="connsiteY2" fmla="*/ 0 h 1195876"/>
                  <a:gd name="connsiteX3" fmla="*/ 1195877 w 1195876"/>
                  <a:gd name="connsiteY3" fmla="*/ 0 h 1195876"/>
                  <a:gd name="connsiteX4" fmla="*/ 1195877 w 1195876"/>
                  <a:gd name="connsiteY4" fmla="*/ 1937 h 1195876"/>
                  <a:gd name="connsiteX5" fmla="*/ 1937 w 1195876"/>
                  <a:gd name="connsiteY5" fmla="*/ 1195876 h 1195876"/>
                  <a:gd name="connsiteX6" fmla="*/ 0 w 1195876"/>
                  <a:gd name="connsiteY6" fmla="*/ 1195876 h 1195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5876" h="1195876">
                    <a:moveTo>
                      <a:pt x="0" y="1195876"/>
                    </a:moveTo>
                    <a:lnTo>
                      <a:pt x="0" y="1193940"/>
                    </a:lnTo>
                    <a:cubicBezTo>
                      <a:pt x="0" y="534549"/>
                      <a:pt x="534543" y="0"/>
                      <a:pt x="1193940" y="0"/>
                    </a:cubicBezTo>
                    <a:lnTo>
                      <a:pt x="1195877" y="0"/>
                    </a:lnTo>
                    <a:lnTo>
                      <a:pt x="1195877" y="1937"/>
                    </a:lnTo>
                    <a:cubicBezTo>
                      <a:pt x="1195877" y="661327"/>
                      <a:pt x="661333" y="1195876"/>
                      <a:pt x="1937" y="1195876"/>
                    </a:cubicBezTo>
                    <a:lnTo>
                      <a:pt x="0" y="1195876"/>
                    </a:lnTo>
                    <a:close/>
                  </a:path>
                </a:pathLst>
              </a:custGeom>
              <a:solidFill>
                <a:srgbClr val="1C1C61"/>
              </a:solidFill>
              <a:ln w="6350" cap="flat">
                <a:noFill/>
                <a:prstDash val="solid"/>
                <a:miter/>
              </a:ln>
            </p:spPr>
            <p:txBody>
              <a:bodyPr rtlCol="0" anchor="ctr"/>
              <a:lstStyle/>
              <a:p>
                <a:endParaRPr lang="zh-CN" altLang="en-US"/>
              </a:p>
            </p:txBody>
          </p:sp>
          <p:sp>
            <p:nvSpPr>
              <p:cNvPr id="32" name="任意多边形: 形状 31">
                <a:extLst>
                  <a:ext uri="{FF2B5EF4-FFF2-40B4-BE49-F238E27FC236}">
                    <a16:creationId xmlns:a16="http://schemas.microsoft.com/office/drawing/2014/main" id="{C9DF73A1-02C5-8E30-A264-5ECFBFE71B7C}"/>
                  </a:ext>
                </a:extLst>
              </p:cNvPr>
              <p:cNvSpPr/>
              <p:nvPr/>
            </p:nvSpPr>
            <p:spPr>
              <a:xfrm>
                <a:off x="7509931" y="-2390723"/>
                <a:ext cx="1195876" cy="1195876"/>
              </a:xfrm>
              <a:custGeom>
                <a:avLst/>
                <a:gdLst>
                  <a:gd name="connsiteX0" fmla="*/ 0 w 1195876"/>
                  <a:gd name="connsiteY0" fmla="*/ 0 h 1195876"/>
                  <a:gd name="connsiteX1" fmla="*/ 1195877 w 1195876"/>
                  <a:gd name="connsiteY1" fmla="*/ 0 h 1195876"/>
                  <a:gd name="connsiteX2" fmla="*/ 1195877 w 1195876"/>
                  <a:gd name="connsiteY2" fmla="*/ 1195876 h 1195876"/>
                  <a:gd name="connsiteX3" fmla="*/ 0 w 1195876"/>
                  <a:gd name="connsiteY3" fmla="*/ 1195876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6"/>
                    </a:lnTo>
                    <a:lnTo>
                      <a:pt x="0" y="1195876"/>
                    </a:lnTo>
                    <a:close/>
                  </a:path>
                </a:pathLst>
              </a:custGeom>
              <a:solidFill>
                <a:srgbClr val="EFC590">
                  <a:alpha val="70000"/>
                </a:srgbClr>
              </a:solidFill>
              <a:ln w="6350" cap="flat">
                <a:noFill/>
                <a:prstDash val="solid"/>
                <a:miter/>
              </a:ln>
            </p:spPr>
            <p:txBody>
              <a:bodyPr rtlCol="0" anchor="ctr"/>
              <a:lstStyle/>
              <a:p>
                <a:endParaRPr lang="zh-CN" altLang="en-US"/>
              </a:p>
            </p:txBody>
          </p:sp>
          <p:sp>
            <p:nvSpPr>
              <p:cNvPr id="33" name="任意多边形: 形状 32">
                <a:extLst>
                  <a:ext uri="{FF2B5EF4-FFF2-40B4-BE49-F238E27FC236}">
                    <a16:creationId xmlns:a16="http://schemas.microsoft.com/office/drawing/2014/main" id="{285BA095-5910-7972-A778-EB502493242A}"/>
                  </a:ext>
                </a:extLst>
              </p:cNvPr>
              <p:cNvSpPr/>
              <p:nvPr/>
            </p:nvSpPr>
            <p:spPr>
              <a:xfrm>
                <a:off x="6314058" y="-2390727"/>
                <a:ext cx="1195870" cy="1195876"/>
              </a:xfrm>
              <a:custGeom>
                <a:avLst/>
                <a:gdLst>
                  <a:gd name="connsiteX0" fmla="*/ 0 w 1195870"/>
                  <a:gd name="connsiteY0" fmla="*/ 0 h 1195876"/>
                  <a:gd name="connsiteX1" fmla="*/ 1195870 w 1195870"/>
                  <a:gd name="connsiteY1" fmla="*/ 0 h 1195876"/>
                  <a:gd name="connsiteX2" fmla="*/ 1195870 w 1195870"/>
                  <a:gd name="connsiteY2" fmla="*/ 1195876 h 1195876"/>
                  <a:gd name="connsiteX3" fmla="*/ 0 w 1195870"/>
                  <a:gd name="connsiteY3" fmla="*/ 1195876 h 1195876"/>
                </a:gdLst>
                <a:ahLst/>
                <a:cxnLst>
                  <a:cxn ang="0">
                    <a:pos x="connsiteX0" y="connsiteY0"/>
                  </a:cxn>
                  <a:cxn ang="0">
                    <a:pos x="connsiteX1" y="connsiteY1"/>
                  </a:cxn>
                  <a:cxn ang="0">
                    <a:pos x="connsiteX2" y="connsiteY2"/>
                  </a:cxn>
                  <a:cxn ang="0">
                    <a:pos x="connsiteX3" y="connsiteY3"/>
                  </a:cxn>
                </a:cxnLst>
                <a:rect l="l" t="t" r="r" b="b"/>
                <a:pathLst>
                  <a:path w="1195870" h="1195876">
                    <a:moveTo>
                      <a:pt x="0" y="0"/>
                    </a:moveTo>
                    <a:lnTo>
                      <a:pt x="1195870" y="0"/>
                    </a:lnTo>
                    <a:lnTo>
                      <a:pt x="1195870" y="1195876"/>
                    </a:lnTo>
                    <a:lnTo>
                      <a:pt x="0" y="1195876"/>
                    </a:lnTo>
                    <a:close/>
                  </a:path>
                </a:pathLst>
              </a:custGeom>
              <a:solidFill>
                <a:srgbClr val="DC4245"/>
              </a:solidFill>
              <a:ln w="6350" cap="flat">
                <a:noFill/>
                <a:prstDash val="solid"/>
                <a:miter/>
              </a:ln>
            </p:spPr>
            <p:txBody>
              <a:bodyPr rtlCol="0" anchor="ctr"/>
              <a:lstStyle/>
              <a:p>
                <a:endParaRPr lang="zh-CN" altLang="en-US"/>
              </a:p>
            </p:txBody>
          </p:sp>
          <p:sp>
            <p:nvSpPr>
              <p:cNvPr id="36" name="任意多边形: 形状 35">
                <a:extLst>
                  <a:ext uri="{FF2B5EF4-FFF2-40B4-BE49-F238E27FC236}">
                    <a16:creationId xmlns:a16="http://schemas.microsoft.com/office/drawing/2014/main" id="{282CA05A-6947-B12A-8FA7-E4A9F4358392}"/>
                  </a:ext>
                </a:extLst>
              </p:cNvPr>
              <p:cNvSpPr/>
              <p:nvPr/>
            </p:nvSpPr>
            <p:spPr>
              <a:xfrm>
                <a:off x="11097627" y="-1198227"/>
                <a:ext cx="1195876" cy="1195876"/>
              </a:xfrm>
              <a:custGeom>
                <a:avLst/>
                <a:gdLst>
                  <a:gd name="connsiteX0" fmla="*/ 0 w 1195876"/>
                  <a:gd name="connsiteY0" fmla="*/ 0 h 1195876"/>
                  <a:gd name="connsiteX1" fmla="*/ 1195877 w 1195876"/>
                  <a:gd name="connsiteY1" fmla="*/ 0 h 1195876"/>
                  <a:gd name="connsiteX2" fmla="*/ 1195877 w 1195876"/>
                  <a:gd name="connsiteY2" fmla="*/ 1195877 h 1195876"/>
                  <a:gd name="connsiteX3" fmla="*/ 0 w 1195876"/>
                  <a:gd name="connsiteY3" fmla="*/ 1195877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7"/>
                    </a:lnTo>
                    <a:lnTo>
                      <a:pt x="0" y="1195877"/>
                    </a:lnTo>
                    <a:close/>
                  </a:path>
                </a:pathLst>
              </a:custGeom>
              <a:solidFill>
                <a:srgbClr val="FBF5E2"/>
              </a:solidFill>
              <a:ln w="6350" cap="flat">
                <a:noFill/>
                <a:prstDash val="solid"/>
                <a:miter/>
              </a:ln>
            </p:spPr>
            <p:txBody>
              <a:bodyPr rtlCol="0" anchor="ctr"/>
              <a:lstStyle/>
              <a:p>
                <a:endParaRPr lang="zh-CN" altLang="en-US"/>
              </a:p>
            </p:txBody>
          </p:sp>
          <p:sp>
            <p:nvSpPr>
              <p:cNvPr id="37" name="任意多边形: 形状 36">
                <a:extLst>
                  <a:ext uri="{FF2B5EF4-FFF2-40B4-BE49-F238E27FC236}">
                    <a16:creationId xmlns:a16="http://schemas.microsoft.com/office/drawing/2014/main" id="{15201352-7544-B01C-40D6-49F6F169101B}"/>
                  </a:ext>
                </a:extLst>
              </p:cNvPr>
              <p:cNvSpPr/>
              <p:nvPr/>
            </p:nvSpPr>
            <p:spPr>
              <a:xfrm>
                <a:off x="11097626" y="-2390726"/>
                <a:ext cx="1195876" cy="1195876"/>
              </a:xfrm>
              <a:custGeom>
                <a:avLst/>
                <a:gdLst>
                  <a:gd name="connsiteX0" fmla="*/ 0 w 1195876"/>
                  <a:gd name="connsiteY0" fmla="*/ 0 h 1195876"/>
                  <a:gd name="connsiteX1" fmla="*/ 1195877 w 1195876"/>
                  <a:gd name="connsiteY1" fmla="*/ 0 h 1195876"/>
                  <a:gd name="connsiteX2" fmla="*/ 1195877 w 1195876"/>
                  <a:gd name="connsiteY2" fmla="*/ 1195877 h 1195876"/>
                  <a:gd name="connsiteX3" fmla="*/ 0 w 1195876"/>
                  <a:gd name="connsiteY3" fmla="*/ 1195877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7"/>
                    </a:lnTo>
                    <a:lnTo>
                      <a:pt x="0" y="1195877"/>
                    </a:lnTo>
                    <a:close/>
                  </a:path>
                </a:pathLst>
              </a:custGeom>
              <a:solidFill>
                <a:srgbClr val="1C1C61"/>
              </a:solidFill>
              <a:ln w="6350" cap="flat">
                <a:noFill/>
                <a:prstDash val="solid"/>
                <a:miter/>
              </a:ln>
            </p:spPr>
            <p:txBody>
              <a:bodyPr rtlCol="0" anchor="ctr"/>
              <a:lstStyle/>
              <a:p>
                <a:endParaRPr lang="zh-CN" altLang="en-US"/>
              </a:p>
            </p:txBody>
          </p:sp>
          <p:sp>
            <p:nvSpPr>
              <p:cNvPr id="38" name="任意多边形: 形状 37">
                <a:extLst>
                  <a:ext uri="{FF2B5EF4-FFF2-40B4-BE49-F238E27FC236}">
                    <a16:creationId xmlns:a16="http://schemas.microsoft.com/office/drawing/2014/main" id="{2F0B7CFB-B6A4-EE71-CE11-93C8369D3C0A}"/>
                  </a:ext>
                </a:extLst>
              </p:cNvPr>
              <p:cNvSpPr/>
              <p:nvPr/>
            </p:nvSpPr>
            <p:spPr>
              <a:xfrm rot="16200000">
                <a:off x="8005362" y="-1151222"/>
                <a:ext cx="754423" cy="662911"/>
              </a:xfrm>
              <a:custGeom>
                <a:avLst/>
                <a:gdLst>
                  <a:gd name="connsiteX0" fmla="*/ 0 w 754423"/>
                  <a:gd name="connsiteY0" fmla="*/ 976 h 662911"/>
                  <a:gd name="connsiteX1" fmla="*/ 754424 w 754423"/>
                  <a:gd name="connsiteY1" fmla="*/ 661935 h 662911"/>
                  <a:gd name="connsiteX2" fmla="*/ 754424 w 754423"/>
                  <a:gd name="connsiteY2" fmla="*/ 661935 h 662911"/>
                  <a:gd name="connsiteX3" fmla="*/ 754424 w 754423"/>
                  <a:gd name="connsiteY3" fmla="*/ 661935 h 662911"/>
                  <a:gd name="connsiteX4" fmla="*/ 0 w 754423"/>
                  <a:gd name="connsiteY4" fmla="*/ 976 h 662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4423" h="662911">
                    <a:moveTo>
                      <a:pt x="0" y="976"/>
                    </a:moveTo>
                    <a:cubicBezTo>
                      <a:pt x="351320" y="-20334"/>
                      <a:pt x="733113" y="310615"/>
                      <a:pt x="754424" y="661935"/>
                    </a:cubicBezTo>
                    <a:lnTo>
                      <a:pt x="754424" y="661935"/>
                    </a:lnTo>
                    <a:lnTo>
                      <a:pt x="754424" y="661935"/>
                    </a:lnTo>
                    <a:cubicBezTo>
                      <a:pt x="403110" y="683246"/>
                      <a:pt x="21310" y="352297"/>
                      <a:pt x="0" y="976"/>
                    </a:cubicBezTo>
                    <a:close/>
                  </a:path>
                </a:pathLst>
              </a:custGeom>
              <a:solidFill>
                <a:srgbClr val="3F6FD5"/>
              </a:solidFill>
              <a:ln w="6350" cap="flat">
                <a:noFill/>
                <a:prstDash val="solid"/>
                <a:miter/>
              </a:ln>
            </p:spPr>
            <p:txBody>
              <a:bodyPr rtlCol="0" anchor="ctr"/>
              <a:lstStyle/>
              <a:p>
                <a:endParaRPr lang="zh-CN" altLang="en-US"/>
              </a:p>
            </p:txBody>
          </p:sp>
          <p:sp>
            <p:nvSpPr>
              <p:cNvPr id="39" name="任意多边形: 形状 38">
                <a:extLst>
                  <a:ext uri="{FF2B5EF4-FFF2-40B4-BE49-F238E27FC236}">
                    <a16:creationId xmlns:a16="http://schemas.microsoft.com/office/drawing/2014/main" id="{879E80D5-2DC5-F4EA-D21C-2F466A7ACEDC}"/>
                  </a:ext>
                </a:extLst>
              </p:cNvPr>
              <p:cNvSpPr/>
              <p:nvPr/>
            </p:nvSpPr>
            <p:spPr>
              <a:xfrm rot="16200000">
                <a:off x="8005361" y="-1906205"/>
                <a:ext cx="754424" cy="662911"/>
              </a:xfrm>
              <a:custGeom>
                <a:avLst/>
                <a:gdLst>
                  <a:gd name="connsiteX0" fmla="*/ 754425 w 754424"/>
                  <a:gd name="connsiteY0" fmla="*/ 976 h 662911"/>
                  <a:gd name="connsiteX1" fmla="*/ 0 w 754424"/>
                  <a:gd name="connsiteY1" fmla="*/ 661935 h 662911"/>
                  <a:gd name="connsiteX2" fmla="*/ 0 w 754424"/>
                  <a:gd name="connsiteY2" fmla="*/ 661935 h 662911"/>
                  <a:gd name="connsiteX3" fmla="*/ 0 w 754424"/>
                  <a:gd name="connsiteY3" fmla="*/ 661935 h 662911"/>
                  <a:gd name="connsiteX4" fmla="*/ 754425 w 754424"/>
                  <a:gd name="connsiteY4" fmla="*/ 976 h 662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4424" h="662911">
                    <a:moveTo>
                      <a:pt x="754425" y="976"/>
                    </a:moveTo>
                    <a:cubicBezTo>
                      <a:pt x="403105" y="-20334"/>
                      <a:pt x="21311" y="310615"/>
                      <a:pt x="0" y="661935"/>
                    </a:cubicBezTo>
                    <a:lnTo>
                      <a:pt x="0" y="661935"/>
                    </a:lnTo>
                    <a:lnTo>
                      <a:pt x="0" y="661935"/>
                    </a:lnTo>
                    <a:cubicBezTo>
                      <a:pt x="351314" y="683246"/>
                      <a:pt x="733114" y="352297"/>
                      <a:pt x="754425" y="976"/>
                    </a:cubicBezTo>
                    <a:close/>
                  </a:path>
                </a:pathLst>
              </a:custGeom>
              <a:solidFill>
                <a:srgbClr val="FBF5E2"/>
              </a:solidFill>
              <a:ln w="6350" cap="flat">
                <a:noFill/>
                <a:prstDash val="solid"/>
                <a:miter/>
              </a:ln>
            </p:spPr>
            <p:txBody>
              <a:bodyPr rtlCol="0" anchor="ctr"/>
              <a:lstStyle/>
              <a:p>
                <a:endParaRPr lang="zh-CN" altLang="en-US"/>
              </a:p>
            </p:txBody>
          </p:sp>
          <p:sp>
            <p:nvSpPr>
              <p:cNvPr id="40" name="任意多边形: 形状 39">
                <a:extLst>
                  <a:ext uri="{FF2B5EF4-FFF2-40B4-BE49-F238E27FC236}">
                    <a16:creationId xmlns:a16="http://schemas.microsoft.com/office/drawing/2014/main" id="{B7991091-CF52-1ADE-634C-839E70C823D6}"/>
                  </a:ext>
                </a:extLst>
              </p:cNvPr>
              <p:cNvSpPr/>
              <p:nvPr/>
            </p:nvSpPr>
            <p:spPr>
              <a:xfrm rot="16200000">
                <a:off x="7477244" y="-1151221"/>
                <a:ext cx="754423" cy="662910"/>
              </a:xfrm>
              <a:custGeom>
                <a:avLst/>
                <a:gdLst>
                  <a:gd name="connsiteX0" fmla="*/ 0 w 754423"/>
                  <a:gd name="connsiteY0" fmla="*/ 976 h 662910"/>
                  <a:gd name="connsiteX1" fmla="*/ 754424 w 754423"/>
                  <a:gd name="connsiteY1" fmla="*/ 661935 h 662910"/>
                  <a:gd name="connsiteX2" fmla="*/ 754424 w 754423"/>
                  <a:gd name="connsiteY2" fmla="*/ 661935 h 662910"/>
                  <a:gd name="connsiteX3" fmla="*/ 754424 w 754423"/>
                  <a:gd name="connsiteY3" fmla="*/ 661935 h 662910"/>
                  <a:gd name="connsiteX4" fmla="*/ 0 w 754423"/>
                  <a:gd name="connsiteY4" fmla="*/ 976 h 662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4423" h="662910">
                    <a:moveTo>
                      <a:pt x="0" y="976"/>
                    </a:moveTo>
                    <a:cubicBezTo>
                      <a:pt x="351320" y="-20334"/>
                      <a:pt x="733113" y="310615"/>
                      <a:pt x="754424" y="661935"/>
                    </a:cubicBezTo>
                    <a:lnTo>
                      <a:pt x="754424" y="661935"/>
                    </a:lnTo>
                    <a:lnTo>
                      <a:pt x="754424" y="661935"/>
                    </a:lnTo>
                    <a:cubicBezTo>
                      <a:pt x="403110" y="683239"/>
                      <a:pt x="21310" y="352290"/>
                      <a:pt x="0" y="976"/>
                    </a:cubicBezTo>
                    <a:close/>
                  </a:path>
                </a:pathLst>
              </a:custGeom>
              <a:solidFill>
                <a:srgbClr val="3F6FD5"/>
              </a:solidFill>
              <a:ln w="6350" cap="flat">
                <a:noFill/>
                <a:prstDash val="solid"/>
                <a:miter/>
              </a:ln>
            </p:spPr>
            <p:txBody>
              <a:bodyPr rtlCol="0" anchor="ctr"/>
              <a:lstStyle/>
              <a:p>
                <a:endParaRPr lang="zh-CN" altLang="en-US"/>
              </a:p>
            </p:txBody>
          </p:sp>
          <p:sp>
            <p:nvSpPr>
              <p:cNvPr id="41" name="任意多边形: 形状 40">
                <a:extLst>
                  <a:ext uri="{FF2B5EF4-FFF2-40B4-BE49-F238E27FC236}">
                    <a16:creationId xmlns:a16="http://schemas.microsoft.com/office/drawing/2014/main" id="{E3840C10-309E-2DFD-2A38-C99AA18BF322}"/>
                  </a:ext>
                </a:extLst>
              </p:cNvPr>
              <p:cNvSpPr/>
              <p:nvPr/>
            </p:nvSpPr>
            <p:spPr>
              <a:xfrm rot="16200000">
                <a:off x="7477244" y="-1906205"/>
                <a:ext cx="754424" cy="662910"/>
              </a:xfrm>
              <a:custGeom>
                <a:avLst/>
                <a:gdLst>
                  <a:gd name="connsiteX0" fmla="*/ 754425 w 754424"/>
                  <a:gd name="connsiteY0" fmla="*/ 976 h 662910"/>
                  <a:gd name="connsiteX1" fmla="*/ 0 w 754424"/>
                  <a:gd name="connsiteY1" fmla="*/ 661935 h 662910"/>
                  <a:gd name="connsiteX2" fmla="*/ 0 w 754424"/>
                  <a:gd name="connsiteY2" fmla="*/ 661935 h 662910"/>
                  <a:gd name="connsiteX3" fmla="*/ 0 w 754424"/>
                  <a:gd name="connsiteY3" fmla="*/ 661935 h 662910"/>
                  <a:gd name="connsiteX4" fmla="*/ 754425 w 754424"/>
                  <a:gd name="connsiteY4" fmla="*/ 976 h 662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4424" h="662910">
                    <a:moveTo>
                      <a:pt x="754425" y="976"/>
                    </a:moveTo>
                    <a:cubicBezTo>
                      <a:pt x="403105" y="-20334"/>
                      <a:pt x="21311" y="310615"/>
                      <a:pt x="0" y="661935"/>
                    </a:cubicBezTo>
                    <a:lnTo>
                      <a:pt x="0" y="661935"/>
                    </a:lnTo>
                    <a:lnTo>
                      <a:pt x="0" y="661935"/>
                    </a:lnTo>
                    <a:cubicBezTo>
                      <a:pt x="351314" y="683239"/>
                      <a:pt x="733114" y="352290"/>
                      <a:pt x="754425" y="976"/>
                    </a:cubicBezTo>
                    <a:close/>
                  </a:path>
                </a:pathLst>
              </a:custGeom>
              <a:solidFill>
                <a:srgbClr val="FBF5E2"/>
              </a:solidFill>
              <a:ln w="6350" cap="flat">
                <a:noFill/>
                <a:prstDash val="solid"/>
                <a:miter/>
              </a:ln>
            </p:spPr>
            <p:txBody>
              <a:bodyPr rtlCol="0" anchor="ctr"/>
              <a:lstStyle/>
              <a:p>
                <a:endParaRPr lang="zh-CN" altLang="en-US"/>
              </a:p>
            </p:txBody>
          </p:sp>
          <p:sp>
            <p:nvSpPr>
              <p:cNvPr id="46" name="任意多边形: 形状 45">
                <a:extLst>
                  <a:ext uri="{FF2B5EF4-FFF2-40B4-BE49-F238E27FC236}">
                    <a16:creationId xmlns:a16="http://schemas.microsoft.com/office/drawing/2014/main" id="{6573B895-2F3A-6D08-4F57-D5D110E81010}"/>
                  </a:ext>
                </a:extLst>
              </p:cNvPr>
              <p:cNvSpPr/>
              <p:nvPr/>
            </p:nvSpPr>
            <p:spPr>
              <a:xfrm rot="16200000">
                <a:off x="9839581" y="-2047364"/>
                <a:ext cx="569417" cy="444055"/>
              </a:xfrm>
              <a:custGeom>
                <a:avLst/>
                <a:gdLst>
                  <a:gd name="connsiteX0" fmla="*/ 569417 w 569417"/>
                  <a:gd name="connsiteY0" fmla="*/ 0 h 444055"/>
                  <a:gd name="connsiteX1" fmla="*/ 293154 w 569417"/>
                  <a:gd name="connsiteY1" fmla="*/ 444055 h 444055"/>
                  <a:gd name="connsiteX2" fmla="*/ 0 w 569417"/>
                  <a:gd name="connsiteY2" fmla="*/ 0 h 444055"/>
                </a:gdLst>
                <a:ahLst/>
                <a:cxnLst>
                  <a:cxn ang="0">
                    <a:pos x="connsiteX0" y="connsiteY0"/>
                  </a:cxn>
                  <a:cxn ang="0">
                    <a:pos x="connsiteX1" y="connsiteY1"/>
                  </a:cxn>
                  <a:cxn ang="0">
                    <a:pos x="connsiteX2" y="connsiteY2"/>
                  </a:cxn>
                </a:cxnLst>
                <a:rect l="l" t="t" r="r" b="b"/>
                <a:pathLst>
                  <a:path w="569417" h="444055">
                    <a:moveTo>
                      <a:pt x="569417" y="0"/>
                    </a:moveTo>
                    <a:lnTo>
                      <a:pt x="293154" y="444055"/>
                    </a:lnTo>
                    <a:lnTo>
                      <a:pt x="0" y="0"/>
                    </a:lnTo>
                    <a:close/>
                  </a:path>
                </a:pathLst>
              </a:custGeom>
              <a:solidFill>
                <a:srgbClr val="3F6FD5"/>
              </a:solidFill>
              <a:ln w="6350" cap="flat">
                <a:noFill/>
                <a:prstDash val="solid"/>
                <a:miter/>
              </a:ln>
            </p:spPr>
            <p:txBody>
              <a:bodyPr rtlCol="0" anchor="ctr"/>
              <a:lstStyle/>
              <a:p>
                <a:endParaRPr lang="zh-CN" altLang="en-US"/>
              </a:p>
            </p:txBody>
          </p:sp>
          <p:sp>
            <p:nvSpPr>
              <p:cNvPr id="47" name="任意多边形: 形状 46">
                <a:extLst>
                  <a:ext uri="{FF2B5EF4-FFF2-40B4-BE49-F238E27FC236}">
                    <a16:creationId xmlns:a16="http://schemas.microsoft.com/office/drawing/2014/main" id="{3AA21789-732F-D68C-23BE-4D84686338AD}"/>
                  </a:ext>
                </a:extLst>
              </p:cNvPr>
              <p:cNvSpPr/>
              <p:nvPr/>
            </p:nvSpPr>
            <p:spPr>
              <a:xfrm rot="16200000">
                <a:off x="10211666" y="-2047364"/>
                <a:ext cx="569417" cy="444055"/>
              </a:xfrm>
              <a:custGeom>
                <a:avLst/>
                <a:gdLst>
                  <a:gd name="connsiteX0" fmla="*/ 569417 w 569417"/>
                  <a:gd name="connsiteY0" fmla="*/ 0 h 444055"/>
                  <a:gd name="connsiteX1" fmla="*/ 293154 w 569417"/>
                  <a:gd name="connsiteY1" fmla="*/ 444055 h 444055"/>
                  <a:gd name="connsiteX2" fmla="*/ 0 w 569417"/>
                  <a:gd name="connsiteY2" fmla="*/ 0 h 444055"/>
                </a:gdLst>
                <a:ahLst/>
                <a:cxnLst>
                  <a:cxn ang="0">
                    <a:pos x="connsiteX0" y="connsiteY0"/>
                  </a:cxn>
                  <a:cxn ang="0">
                    <a:pos x="connsiteX1" y="connsiteY1"/>
                  </a:cxn>
                  <a:cxn ang="0">
                    <a:pos x="connsiteX2" y="connsiteY2"/>
                  </a:cxn>
                </a:cxnLst>
                <a:rect l="l" t="t" r="r" b="b"/>
                <a:pathLst>
                  <a:path w="569417" h="444055">
                    <a:moveTo>
                      <a:pt x="569417" y="0"/>
                    </a:moveTo>
                    <a:lnTo>
                      <a:pt x="293154" y="444055"/>
                    </a:lnTo>
                    <a:lnTo>
                      <a:pt x="0" y="0"/>
                    </a:lnTo>
                    <a:close/>
                  </a:path>
                </a:pathLst>
              </a:custGeom>
              <a:solidFill>
                <a:srgbClr val="3F6FD5"/>
              </a:solidFill>
              <a:ln w="6350" cap="flat">
                <a:noFill/>
                <a:prstDash val="solid"/>
                <a:miter/>
              </a:ln>
            </p:spPr>
            <p:txBody>
              <a:bodyPr rtlCol="0" anchor="ctr"/>
              <a:lstStyle/>
              <a:p>
                <a:endParaRPr lang="zh-CN" altLang="en-US"/>
              </a:p>
            </p:txBody>
          </p:sp>
          <p:sp>
            <p:nvSpPr>
              <p:cNvPr id="48" name="任意多边形: 形状 47">
                <a:extLst>
                  <a:ext uri="{FF2B5EF4-FFF2-40B4-BE49-F238E27FC236}">
                    <a16:creationId xmlns:a16="http://schemas.microsoft.com/office/drawing/2014/main" id="{8D060D84-955D-C03F-9680-E3879A93C54B}"/>
                  </a:ext>
                </a:extLst>
              </p:cNvPr>
              <p:cNvSpPr/>
              <p:nvPr/>
            </p:nvSpPr>
            <p:spPr>
              <a:xfrm rot="16200000">
                <a:off x="10594789" y="-2047367"/>
                <a:ext cx="569417" cy="444062"/>
              </a:xfrm>
              <a:custGeom>
                <a:avLst/>
                <a:gdLst>
                  <a:gd name="connsiteX0" fmla="*/ 569417 w 569417"/>
                  <a:gd name="connsiteY0" fmla="*/ 0 h 444062"/>
                  <a:gd name="connsiteX1" fmla="*/ 293154 w 569417"/>
                  <a:gd name="connsiteY1" fmla="*/ 444062 h 444062"/>
                  <a:gd name="connsiteX2" fmla="*/ 0 w 569417"/>
                  <a:gd name="connsiteY2" fmla="*/ 0 h 444062"/>
                </a:gdLst>
                <a:ahLst/>
                <a:cxnLst>
                  <a:cxn ang="0">
                    <a:pos x="connsiteX0" y="connsiteY0"/>
                  </a:cxn>
                  <a:cxn ang="0">
                    <a:pos x="connsiteX1" y="connsiteY1"/>
                  </a:cxn>
                  <a:cxn ang="0">
                    <a:pos x="connsiteX2" y="connsiteY2"/>
                  </a:cxn>
                </a:cxnLst>
                <a:rect l="l" t="t" r="r" b="b"/>
                <a:pathLst>
                  <a:path w="569417" h="444062">
                    <a:moveTo>
                      <a:pt x="569417" y="0"/>
                    </a:moveTo>
                    <a:lnTo>
                      <a:pt x="293154" y="444062"/>
                    </a:lnTo>
                    <a:lnTo>
                      <a:pt x="0" y="0"/>
                    </a:lnTo>
                    <a:close/>
                  </a:path>
                </a:pathLst>
              </a:custGeom>
              <a:solidFill>
                <a:srgbClr val="3F6FD5"/>
              </a:solidFill>
              <a:ln w="6350" cap="flat">
                <a:noFill/>
                <a:prstDash val="solid"/>
                <a:miter/>
              </a:ln>
            </p:spPr>
            <p:txBody>
              <a:bodyPr rtlCol="0" anchor="ctr"/>
              <a:lstStyle/>
              <a:p>
                <a:endParaRPr lang="zh-CN" altLang="en-US"/>
              </a:p>
            </p:txBody>
          </p:sp>
          <p:sp>
            <p:nvSpPr>
              <p:cNvPr id="57" name="任意多边形: 形状 56">
                <a:extLst>
                  <a:ext uri="{FF2B5EF4-FFF2-40B4-BE49-F238E27FC236}">
                    <a16:creationId xmlns:a16="http://schemas.microsoft.com/office/drawing/2014/main" id="{575A756F-FE53-4FA6-1724-6DFC5BC52D1F}"/>
                  </a:ext>
                </a:extLst>
              </p:cNvPr>
              <p:cNvSpPr/>
              <p:nvPr/>
            </p:nvSpPr>
            <p:spPr>
              <a:xfrm rot="16200000">
                <a:off x="11100183" y="-2391985"/>
                <a:ext cx="1197120" cy="1197121"/>
              </a:xfrm>
              <a:custGeom>
                <a:avLst/>
                <a:gdLst>
                  <a:gd name="connsiteX0" fmla="*/ 1197121 w 1197120"/>
                  <a:gd name="connsiteY0" fmla="*/ 1197121 h 1197121"/>
                  <a:gd name="connsiteX1" fmla="*/ 0 w 1197120"/>
                  <a:gd name="connsiteY1" fmla="*/ 1197121 h 1197121"/>
                  <a:gd name="connsiteX2" fmla="*/ 0 w 1197120"/>
                  <a:gd name="connsiteY2" fmla="*/ 0 h 1197121"/>
                  <a:gd name="connsiteX3" fmla="*/ 1936 w 1197120"/>
                  <a:gd name="connsiteY3" fmla="*/ 0 h 1197121"/>
                  <a:gd name="connsiteX4" fmla="*/ 1197121 w 1197120"/>
                  <a:gd name="connsiteY4" fmla="*/ 1195184 h 1197121"/>
                  <a:gd name="connsiteX5" fmla="*/ 1197121 w 1197120"/>
                  <a:gd name="connsiteY5" fmla="*/ 1197121 h 119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120" h="1197121">
                    <a:moveTo>
                      <a:pt x="1197121" y="1197121"/>
                    </a:moveTo>
                    <a:lnTo>
                      <a:pt x="0" y="1197121"/>
                    </a:lnTo>
                    <a:lnTo>
                      <a:pt x="0" y="0"/>
                    </a:lnTo>
                    <a:lnTo>
                      <a:pt x="1936" y="0"/>
                    </a:lnTo>
                    <a:cubicBezTo>
                      <a:pt x="662019" y="0"/>
                      <a:pt x="1197121" y="535102"/>
                      <a:pt x="1197121" y="1195184"/>
                    </a:cubicBezTo>
                    <a:lnTo>
                      <a:pt x="1197121" y="1197121"/>
                    </a:lnTo>
                    <a:close/>
                  </a:path>
                </a:pathLst>
              </a:custGeom>
              <a:solidFill>
                <a:srgbClr val="DC4245"/>
              </a:solidFill>
              <a:ln w="6350" cap="flat">
                <a:noFill/>
                <a:prstDash val="solid"/>
                <a:miter/>
              </a:ln>
            </p:spPr>
            <p:txBody>
              <a:bodyPr rtlCol="0" anchor="ctr"/>
              <a:lstStyle/>
              <a:p>
                <a:endParaRPr lang="zh-CN" altLang="en-US"/>
              </a:p>
            </p:txBody>
          </p:sp>
          <p:sp>
            <p:nvSpPr>
              <p:cNvPr id="58" name="任意多边形: 形状 57">
                <a:extLst>
                  <a:ext uri="{FF2B5EF4-FFF2-40B4-BE49-F238E27FC236}">
                    <a16:creationId xmlns:a16="http://schemas.microsoft.com/office/drawing/2014/main" id="{19E27B38-8BAC-EE0D-3299-982FC1E877A3}"/>
                  </a:ext>
                </a:extLst>
              </p:cNvPr>
              <p:cNvSpPr/>
              <p:nvPr/>
            </p:nvSpPr>
            <p:spPr>
              <a:xfrm rot="16200000">
                <a:off x="11100183" y="-1194833"/>
                <a:ext cx="1197121" cy="1197121"/>
              </a:xfrm>
              <a:custGeom>
                <a:avLst/>
                <a:gdLst>
                  <a:gd name="connsiteX0" fmla="*/ 1197122 w 1197121"/>
                  <a:gd name="connsiteY0" fmla="*/ 1197121 h 1197121"/>
                  <a:gd name="connsiteX1" fmla="*/ 0 w 1197121"/>
                  <a:gd name="connsiteY1" fmla="*/ 1197121 h 1197121"/>
                  <a:gd name="connsiteX2" fmla="*/ 0 w 1197121"/>
                  <a:gd name="connsiteY2" fmla="*/ 1195184 h 1197121"/>
                  <a:gd name="connsiteX3" fmla="*/ 1195184 w 1197121"/>
                  <a:gd name="connsiteY3" fmla="*/ 0 h 1197121"/>
                  <a:gd name="connsiteX4" fmla="*/ 1197122 w 1197121"/>
                  <a:gd name="connsiteY4" fmla="*/ 0 h 1197121"/>
                  <a:gd name="connsiteX5" fmla="*/ 1197122 w 1197121"/>
                  <a:gd name="connsiteY5" fmla="*/ 1197121 h 119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121" h="1197121">
                    <a:moveTo>
                      <a:pt x="1197122" y="1197121"/>
                    </a:moveTo>
                    <a:lnTo>
                      <a:pt x="0" y="1197121"/>
                    </a:lnTo>
                    <a:lnTo>
                      <a:pt x="0" y="1195184"/>
                    </a:lnTo>
                    <a:cubicBezTo>
                      <a:pt x="0" y="535102"/>
                      <a:pt x="535102" y="0"/>
                      <a:pt x="1195184" y="0"/>
                    </a:cubicBezTo>
                    <a:lnTo>
                      <a:pt x="1197122" y="0"/>
                    </a:lnTo>
                    <a:lnTo>
                      <a:pt x="1197122" y="1197121"/>
                    </a:lnTo>
                    <a:close/>
                  </a:path>
                </a:pathLst>
              </a:custGeom>
              <a:solidFill>
                <a:srgbClr val="3F6FD5"/>
              </a:solidFill>
              <a:ln w="6350" cap="flat">
                <a:noFill/>
                <a:prstDash val="solid"/>
                <a:miter/>
              </a:ln>
            </p:spPr>
            <p:txBody>
              <a:bodyPr rtlCol="0" anchor="ctr"/>
              <a:lstStyle/>
              <a:p>
                <a:endParaRPr lang="zh-CN" altLang="en-US"/>
              </a:p>
            </p:txBody>
          </p:sp>
          <p:sp>
            <p:nvSpPr>
              <p:cNvPr id="59" name="任意多边形: 形状 58">
                <a:extLst>
                  <a:ext uri="{FF2B5EF4-FFF2-40B4-BE49-F238E27FC236}">
                    <a16:creationId xmlns:a16="http://schemas.microsoft.com/office/drawing/2014/main" id="{60532745-473D-CE6C-B762-7DCFEDBF313B}"/>
                  </a:ext>
                </a:extLst>
              </p:cNvPr>
              <p:cNvSpPr/>
              <p:nvPr/>
            </p:nvSpPr>
            <p:spPr>
              <a:xfrm rot="16200000">
                <a:off x="11549486" y="-1942675"/>
                <a:ext cx="747821" cy="747814"/>
              </a:xfrm>
              <a:custGeom>
                <a:avLst/>
                <a:gdLst>
                  <a:gd name="connsiteX0" fmla="*/ 747821 w 747821"/>
                  <a:gd name="connsiteY0" fmla="*/ 747814 h 747814"/>
                  <a:gd name="connsiteX1" fmla="*/ 0 w 747821"/>
                  <a:gd name="connsiteY1" fmla="*/ 747814 h 747814"/>
                  <a:gd name="connsiteX2" fmla="*/ 0 w 747821"/>
                  <a:gd name="connsiteY2" fmla="*/ 0 h 747814"/>
                  <a:gd name="connsiteX3" fmla="*/ 1213 w 747821"/>
                  <a:gd name="connsiteY3" fmla="*/ 0 h 747814"/>
                  <a:gd name="connsiteX4" fmla="*/ 747821 w 747821"/>
                  <a:gd name="connsiteY4" fmla="*/ 746608 h 747814"/>
                  <a:gd name="connsiteX5" fmla="*/ 747821 w 747821"/>
                  <a:gd name="connsiteY5" fmla="*/ 747814 h 7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7821" h="747814">
                    <a:moveTo>
                      <a:pt x="747821" y="747814"/>
                    </a:moveTo>
                    <a:lnTo>
                      <a:pt x="0" y="747814"/>
                    </a:lnTo>
                    <a:lnTo>
                      <a:pt x="0" y="0"/>
                    </a:lnTo>
                    <a:lnTo>
                      <a:pt x="1213" y="0"/>
                    </a:lnTo>
                    <a:cubicBezTo>
                      <a:pt x="413551" y="0"/>
                      <a:pt x="747821" y="334270"/>
                      <a:pt x="747821" y="746608"/>
                    </a:cubicBezTo>
                    <a:lnTo>
                      <a:pt x="747821" y="747814"/>
                    </a:lnTo>
                    <a:close/>
                  </a:path>
                </a:pathLst>
              </a:custGeom>
              <a:solidFill>
                <a:srgbClr val="1C1C61"/>
              </a:solidFill>
              <a:ln w="6350" cap="flat">
                <a:noFill/>
                <a:prstDash val="solid"/>
                <a:miter/>
              </a:ln>
            </p:spPr>
            <p:txBody>
              <a:bodyPr rtlCol="0" anchor="ctr"/>
              <a:lstStyle/>
              <a:p>
                <a:endParaRPr lang="zh-CN" altLang="en-US"/>
              </a:p>
            </p:txBody>
          </p:sp>
          <p:sp>
            <p:nvSpPr>
              <p:cNvPr id="60" name="任意多边形: 形状 59">
                <a:extLst>
                  <a:ext uri="{FF2B5EF4-FFF2-40B4-BE49-F238E27FC236}">
                    <a16:creationId xmlns:a16="http://schemas.microsoft.com/office/drawing/2014/main" id="{624B8075-0F64-09E2-8F0D-C8CA9B8D6FAB}"/>
                  </a:ext>
                </a:extLst>
              </p:cNvPr>
              <p:cNvSpPr/>
              <p:nvPr/>
            </p:nvSpPr>
            <p:spPr>
              <a:xfrm rot="16200000">
                <a:off x="11549671" y="-1195020"/>
                <a:ext cx="747820" cy="748182"/>
              </a:xfrm>
              <a:custGeom>
                <a:avLst/>
                <a:gdLst>
                  <a:gd name="connsiteX0" fmla="*/ 747820 w 747820"/>
                  <a:gd name="connsiteY0" fmla="*/ 748183 h 748182"/>
                  <a:gd name="connsiteX1" fmla="*/ 0 w 747820"/>
                  <a:gd name="connsiteY1" fmla="*/ 748183 h 748182"/>
                  <a:gd name="connsiteX2" fmla="*/ 0 w 747820"/>
                  <a:gd name="connsiteY2" fmla="*/ 746608 h 748182"/>
                  <a:gd name="connsiteX3" fmla="*/ 746607 w 747820"/>
                  <a:gd name="connsiteY3" fmla="*/ 0 h 748182"/>
                  <a:gd name="connsiteX4" fmla="*/ 747820 w 747820"/>
                  <a:gd name="connsiteY4" fmla="*/ 0 h 748182"/>
                  <a:gd name="connsiteX5" fmla="*/ 747820 w 747820"/>
                  <a:gd name="connsiteY5" fmla="*/ 748183 h 748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7820" h="748182">
                    <a:moveTo>
                      <a:pt x="747820" y="748183"/>
                    </a:moveTo>
                    <a:lnTo>
                      <a:pt x="0" y="748183"/>
                    </a:lnTo>
                    <a:lnTo>
                      <a:pt x="0" y="746608"/>
                    </a:lnTo>
                    <a:cubicBezTo>
                      <a:pt x="0" y="334270"/>
                      <a:pt x="334270" y="0"/>
                      <a:pt x="746607" y="0"/>
                    </a:cubicBezTo>
                    <a:lnTo>
                      <a:pt x="747820" y="0"/>
                    </a:lnTo>
                    <a:lnTo>
                      <a:pt x="747820" y="748183"/>
                    </a:lnTo>
                    <a:close/>
                  </a:path>
                </a:pathLst>
              </a:custGeom>
              <a:solidFill>
                <a:srgbClr val="FBF5E2"/>
              </a:solidFill>
              <a:ln w="6350" cap="flat">
                <a:noFill/>
                <a:prstDash val="solid"/>
                <a:miter/>
              </a:ln>
            </p:spPr>
            <p:txBody>
              <a:bodyPr rtlCol="0" anchor="ctr"/>
              <a:lstStyle/>
              <a:p>
                <a:endParaRPr lang="zh-CN" altLang="en-US"/>
              </a:p>
            </p:txBody>
          </p:sp>
          <p:grpSp>
            <p:nvGrpSpPr>
              <p:cNvPr id="62" name="图形 8">
                <a:extLst>
                  <a:ext uri="{FF2B5EF4-FFF2-40B4-BE49-F238E27FC236}">
                    <a16:creationId xmlns:a16="http://schemas.microsoft.com/office/drawing/2014/main" id="{15631B25-F7AC-1EB1-57D9-36CE2F1DFBCC}"/>
                  </a:ext>
                </a:extLst>
              </p:cNvPr>
              <p:cNvGrpSpPr/>
              <p:nvPr/>
            </p:nvGrpSpPr>
            <p:grpSpPr>
              <a:xfrm rot="16200000">
                <a:off x="10057164" y="-1050306"/>
                <a:ext cx="858901" cy="871143"/>
                <a:chOff x="9537026" y="4200779"/>
                <a:chExt cx="858901" cy="871143"/>
              </a:xfrm>
              <a:solidFill>
                <a:srgbClr val="FBF5E2"/>
              </a:solidFill>
            </p:grpSpPr>
            <p:sp>
              <p:nvSpPr>
                <p:cNvPr id="93" name="任意多边形: 形状 92">
                  <a:extLst>
                    <a:ext uri="{FF2B5EF4-FFF2-40B4-BE49-F238E27FC236}">
                      <a16:creationId xmlns:a16="http://schemas.microsoft.com/office/drawing/2014/main" id="{4ECF6317-4A0E-6B95-A190-357FE627F936}"/>
                    </a:ext>
                  </a:extLst>
                </p:cNvPr>
                <p:cNvSpPr/>
                <p:nvPr/>
              </p:nvSpPr>
              <p:spPr>
                <a:xfrm>
                  <a:off x="10025030" y="4200779"/>
                  <a:ext cx="122364" cy="122364"/>
                </a:xfrm>
                <a:custGeom>
                  <a:avLst/>
                  <a:gdLst>
                    <a:gd name="connsiteX0" fmla="*/ 122365 w 122364"/>
                    <a:gd name="connsiteY0" fmla="*/ 61182 h 122364"/>
                    <a:gd name="connsiteX1" fmla="*/ 61182 w 122364"/>
                    <a:gd name="connsiteY1" fmla="*/ 122364 h 122364"/>
                    <a:gd name="connsiteX2" fmla="*/ 0 w 122364"/>
                    <a:gd name="connsiteY2" fmla="*/ 61182 h 122364"/>
                    <a:gd name="connsiteX3" fmla="*/ 61182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2"/>
                        <a:pt x="94972" y="122364"/>
                        <a:pt x="61182" y="122364"/>
                      </a:cubicBezTo>
                      <a:cubicBezTo>
                        <a:pt x="27392" y="122364"/>
                        <a:pt x="0" y="94972"/>
                        <a:pt x="0" y="61182"/>
                      </a:cubicBezTo>
                      <a:cubicBezTo>
                        <a:pt x="0" y="27392"/>
                        <a:pt x="27392" y="0"/>
                        <a:pt x="61182" y="0"/>
                      </a:cubicBezTo>
                      <a:cubicBezTo>
                        <a:pt x="94972"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94" name="任意多边形: 形状 93">
                  <a:extLst>
                    <a:ext uri="{FF2B5EF4-FFF2-40B4-BE49-F238E27FC236}">
                      <a16:creationId xmlns:a16="http://schemas.microsoft.com/office/drawing/2014/main" id="{8C330F9A-3C3B-A561-7844-F62F70AC892D}"/>
                    </a:ext>
                  </a:extLst>
                </p:cNvPr>
                <p:cNvSpPr/>
                <p:nvPr/>
              </p:nvSpPr>
              <p:spPr>
                <a:xfrm>
                  <a:off x="10025030" y="4461630"/>
                  <a:ext cx="122364" cy="122364"/>
                </a:xfrm>
                <a:custGeom>
                  <a:avLst/>
                  <a:gdLst>
                    <a:gd name="connsiteX0" fmla="*/ 122365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3"/>
                        <a:pt x="94972" y="122365"/>
                        <a:pt x="61182" y="122365"/>
                      </a:cubicBezTo>
                      <a:cubicBezTo>
                        <a:pt x="27392" y="122365"/>
                        <a:pt x="0" y="94973"/>
                        <a:pt x="0" y="61182"/>
                      </a:cubicBezTo>
                      <a:cubicBezTo>
                        <a:pt x="0" y="27392"/>
                        <a:pt x="27392" y="0"/>
                        <a:pt x="61182" y="0"/>
                      </a:cubicBezTo>
                      <a:cubicBezTo>
                        <a:pt x="94972"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95" name="任意多边形: 形状 94">
                  <a:extLst>
                    <a:ext uri="{FF2B5EF4-FFF2-40B4-BE49-F238E27FC236}">
                      <a16:creationId xmlns:a16="http://schemas.microsoft.com/office/drawing/2014/main" id="{9B28E5F3-D48D-05DE-9279-7C68AC621DAD}"/>
                    </a:ext>
                  </a:extLst>
                </p:cNvPr>
                <p:cNvSpPr/>
                <p:nvPr/>
              </p:nvSpPr>
              <p:spPr>
                <a:xfrm>
                  <a:off x="10273563" y="4200779"/>
                  <a:ext cx="122364" cy="122364"/>
                </a:xfrm>
                <a:custGeom>
                  <a:avLst/>
                  <a:gdLst>
                    <a:gd name="connsiteX0" fmla="*/ 122365 w 122364"/>
                    <a:gd name="connsiteY0" fmla="*/ 61182 h 122364"/>
                    <a:gd name="connsiteX1" fmla="*/ 61183 w 122364"/>
                    <a:gd name="connsiteY1" fmla="*/ 122364 h 122364"/>
                    <a:gd name="connsiteX2" fmla="*/ 0 w 122364"/>
                    <a:gd name="connsiteY2" fmla="*/ 61182 h 122364"/>
                    <a:gd name="connsiteX3" fmla="*/ 61183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2"/>
                        <a:pt x="94973" y="122364"/>
                        <a:pt x="61183" y="122364"/>
                      </a:cubicBezTo>
                      <a:cubicBezTo>
                        <a:pt x="27392" y="122364"/>
                        <a:pt x="0" y="94972"/>
                        <a:pt x="0" y="61182"/>
                      </a:cubicBezTo>
                      <a:cubicBezTo>
                        <a:pt x="0" y="27392"/>
                        <a:pt x="27392" y="0"/>
                        <a:pt x="61183" y="0"/>
                      </a:cubicBezTo>
                      <a:cubicBezTo>
                        <a:pt x="94973"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96" name="任意多边形: 形状 95">
                  <a:extLst>
                    <a:ext uri="{FF2B5EF4-FFF2-40B4-BE49-F238E27FC236}">
                      <a16:creationId xmlns:a16="http://schemas.microsoft.com/office/drawing/2014/main" id="{78552A88-68C9-5F09-34F8-1E319B418B24}"/>
                    </a:ext>
                  </a:extLst>
                </p:cNvPr>
                <p:cNvSpPr/>
                <p:nvPr/>
              </p:nvSpPr>
              <p:spPr>
                <a:xfrm>
                  <a:off x="10273563" y="4461630"/>
                  <a:ext cx="122364" cy="122364"/>
                </a:xfrm>
                <a:custGeom>
                  <a:avLst/>
                  <a:gdLst>
                    <a:gd name="connsiteX0" fmla="*/ 122365 w 122364"/>
                    <a:gd name="connsiteY0" fmla="*/ 61182 h 122364"/>
                    <a:gd name="connsiteX1" fmla="*/ 61183 w 122364"/>
                    <a:gd name="connsiteY1" fmla="*/ 122365 h 122364"/>
                    <a:gd name="connsiteX2" fmla="*/ 0 w 122364"/>
                    <a:gd name="connsiteY2" fmla="*/ 61182 h 122364"/>
                    <a:gd name="connsiteX3" fmla="*/ 61183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3"/>
                        <a:pt x="94973" y="122365"/>
                        <a:pt x="61183" y="122365"/>
                      </a:cubicBezTo>
                      <a:cubicBezTo>
                        <a:pt x="27392" y="122365"/>
                        <a:pt x="0" y="94973"/>
                        <a:pt x="0" y="61182"/>
                      </a:cubicBezTo>
                      <a:cubicBezTo>
                        <a:pt x="0" y="27392"/>
                        <a:pt x="27392" y="0"/>
                        <a:pt x="61183" y="0"/>
                      </a:cubicBezTo>
                      <a:cubicBezTo>
                        <a:pt x="94973"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97" name="任意多边形: 形状 96">
                  <a:extLst>
                    <a:ext uri="{FF2B5EF4-FFF2-40B4-BE49-F238E27FC236}">
                      <a16:creationId xmlns:a16="http://schemas.microsoft.com/office/drawing/2014/main" id="{F029109C-CA1C-3284-93CE-1968B2378F41}"/>
                    </a:ext>
                  </a:extLst>
                </p:cNvPr>
                <p:cNvSpPr/>
                <p:nvPr/>
              </p:nvSpPr>
              <p:spPr>
                <a:xfrm>
                  <a:off x="10025030" y="4718024"/>
                  <a:ext cx="122364" cy="122364"/>
                </a:xfrm>
                <a:custGeom>
                  <a:avLst/>
                  <a:gdLst>
                    <a:gd name="connsiteX0" fmla="*/ 122365 w 122364"/>
                    <a:gd name="connsiteY0" fmla="*/ 61182 h 122364"/>
                    <a:gd name="connsiteX1" fmla="*/ 61182 w 122364"/>
                    <a:gd name="connsiteY1" fmla="*/ 122364 h 122364"/>
                    <a:gd name="connsiteX2" fmla="*/ 0 w 122364"/>
                    <a:gd name="connsiteY2" fmla="*/ 61182 h 122364"/>
                    <a:gd name="connsiteX3" fmla="*/ 61182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2"/>
                        <a:pt x="94972" y="122364"/>
                        <a:pt x="61182" y="122364"/>
                      </a:cubicBezTo>
                      <a:cubicBezTo>
                        <a:pt x="27392" y="122364"/>
                        <a:pt x="0" y="94972"/>
                        <a:pt x="0" y="61182"/>
                      </a:cubicBezTo>
                      <a:cubicBezTo>
                        <a:pt x="0" y="27392"/>
                        <a:pt x="27392" y="0"/>
                        <a:pt x="61182" y="0"/>
                      </a:cubicBezTo>
                      <a:cubicBezTo>
                        <a:pt x="94972"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98" name="任意多边形: 形状 97">
                  <a:extLst>
                    <a:ext uri="{FF2B5EF4-FFF2-40B4-BE49-F238E27FC236}">
                      <a16:creationId xmlns:a16="http://schemas.microsoft.com/office/drawing/2014/main" id="{FD26FACF-0A75-ABB1-87E9-18EC3608ACC1}"/>
                    </a:ext>
                  </a:extLst>
                </p:cNvPr>
                <p:cNvSpPr/>
                <p:nvPr/>
              </p:nvSpPr>
              <p:spPr>
                <a:xfrm>
                  <a:off x="10273563" y="4718024"/>
                  <a:ext cx="122364" cy="122364"/>
                </a:xfrm>
                <a:custGeom>
                  <a:avLst/>
                  <a:gdLst>
                    <a:gd name="connsiteX0" fmla="*/ 122365 w 122364"/>
                    <a:gd name="connsiteY0" fmla="*/ 61182 h 122364"/>
                    <a:gd name="connsiteX1" fmla="*/ 61183 w 122364"/>
                    <a:gd name="connsiteY1" fmla="*/ 122364 h 122364"/>
                    <a:gd name="connsiteX2" fmla="*/ 0 w 122364"/>
                    <a:gd name="connsiteY2" fmla="*/ 61182 h 122364"/>
                    <a:gd name="connsiteX3" fmla="*/ 61183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2"/>
                        <a:pt x="94973" y="122364"/>
                        <a:pt x="61183" y="122364"/>
                      </a:cubicBezTo>
                      <a:cubicBezTo>
                        <a:pt x="27392" y="122364"/>
                        <a:pt x="0" y="94972"/>
                        <a:pt x="0" y="61182"/>
                      </a:cubicBezTo>
                      <a:cubicBezTo>
                        <a:pt x="0" y="27392"/>
                        <a:pt x="27392" y="0"/>
                        <a:pt x="61183" y="0"/>
                      </a:cubicBezTo>
                      <a:cubicBezTo>
                        <a:pt x="94973"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99" name="任意多边形: 形状 98">
                  <a:extLst>
                    <a:ext uri="{FF2B5EF4-FFF2-40B4-BE49-F238E27FC236}">
                      <a16:creationId xmlns:a16="http://schemas.microsoft.com/office/drawing/2014/main" id="{1C20569D-8051-1BA9-836A-B963DB3D4C8E}"/>
                    </a:ext>
                  </a:extLst>
                </p:cNvPr>
                <p:cNvSpPr/>
                <p:nvPr/>
              </p:nvSpPr>
              <p:spPr>
                <a:xfrm>
                  <a:off x="9537026" y="4200779"/>
                  <a:ext cx="122364" cy="122364"/>
                </a:xfrm>
                <a:custGeom>
                  <a:avLst/>
                  <a:gdLst>
                    <a:gd name="connsiteX0" fmla="*/ 122364 w 122364"/>
                    <a:gd name="connsiteY0" fmla="*/ 61182 h 122364"/>
                    <a:gd name="connsiteX1" fmla="*/ 61182 w 122364"/>
                    <a:gd name="connsiteY1" fmla="*/ 122364 h 122364"/>
                    <a:gd name="connsiteX2" fmla="*/ -1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4"/>
                        <a:pt x="61182" y="122364"/>
                      </a:cubicBezTo>
                      <a:cubicBezTo>
                        <a:pt x="27392" y="122364"/>
                        <a:pt x="-1" y="94972"/>
                        <a:pt x="-1" y="61182"/>
                      </a:cubicBezTo>
                      <a:cubicBezTo>
                        <a:pt x="-1"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00" name="任意多边形: 形状 99">
                  <a:extLst>
                    <a:ext uri="{FF2B5EF4-FFF2-40B4-BE49-F238E27FC236}">
                      <a16:creationId xmlns:a16="http://schemas.microsoft.com/office/drawing/2014/main" id="{D494CC56-568B-4B4A-465E-9AE7E864E858}"/>
                    </a:ext>
                  </a:extLst>
                </p:cNvPr>
                <p:cNvSpPr/>
                <p:nvPr/>
              </p:nvSpPr>
              <p:spPr>
                <a:xfrm>
                  <a:off x="9537026" y="4461630"/>
                  <a:ext cx="122364" cy="122364"/>
                </a:xfrm>
                <a:custGeom>
                  <a:avLst/>
                  <a:gdLst>
                    <a:gd name="connsiteX0" fmla="*/ 122364 w 122364"/>
                    <a:gd name="connsiteY0" fmla="*/ 61182 h 122364"/>
                    <a:gd name="connsiteX1" fmla="*/ 61182 w 122364"/>
                    <a:gd name="connsiteY1" fmla="*/ 122365 h 122364"/>
                    <a:gd name="connsiteX2" fmla="*/ -1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3"/>
                        <a:pt x="94972" y="122365"/>
                        <a:pt x="61182" y="122365"/>
                      </a:cubicBezTo>
                      <a:cubicBezTo>
                        <a:pt x="27392" y="122365"/>
                        <a:pt x="-1" y="94973"/>
                        <a:pt x="-1" y="61182"/>
                      </a:cubicBezTo>
                      <a:cubicBezTo>
                        <a:pt x="-1"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01" name="任意多边形: 形状 100">
                  <a:extLst>
                    <a:ext uri="{FF2B5EF4-FFF2-40B4-BE49-F238E27FC236}">
                      <a16:creationId xmlns:a16="http://schemas.microsoft.com/office/drawing/2014/main" id="{C458B23F-7C87-7769-B894-7DDB4D299A52}"/>
                    </a:ext>
                  </a:extLst>
                </p:cNvPr>
                <p:cNvSpPr/>
                <p:nvPr/>
              </p:nvSpPr>
              <p:spPr>
                <a:xfrm>
                  <a:off x="9785559" y="4200779"/>
                  <a:ext cx="122364" cy="122364"/>
                </a:xfrm>
                <a:custGeom>
                  <a:avLst/>
                  <a:gdLst>
                    <a:gd name="connsiteX0" fmla="*/ 122364 w 122364"/>
                    <a:gd name="connsiteY0" fmla="*/ 61182 h 122364"/>
                    <a:gd name="connsiteX1" fmla="*/ 61182 w 122364"/>
                    <a:gd name="connsiteY1" fmla="*/ 122364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4"/>
                        <a:pt x="61182" y="122364"/>
                      </a:cubicBezTo>
                      <a:cubicBezTo>
                        <a:pt x="27392" y="122364"/>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02" name="任意多边形: 形状 101">
                  <a:extLst>
                    <a:ext uri="{FF2B5EF4-FFF2-40B4-BE49-F238E27FC236}">
                      <a16:creationId xmlns:a16="http://schemas.microsoft.com/office/drawing/2014/main" id="{E4A0A36C-DD11-645E-028D-288D7CC69B1E}"/>
                    </a:ext>
                  </a:extLst>
                </p:cNvPr>
                <p:cNvSpPr/>
                <p:nvPr/>
              </p:nvSpPr>
              <p:spPr>
                <a:xfrm>
                  <a:off x="9785559" y="4461630"/>
                  <a:ext cx="122364" cy="122364"/>
                </a:xfrm>
                <a:custGeom>
                  <a:avLst/>
                  <a:gdLst>
                    <a:gd name="connsiteX0" fmla="*/ 122364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3"/>
                        <a:pt x="94972" y="122365"/>
                        <a:pt x="61182" y="122365"/>
                      </a:cubicBezTo>
                      <a:cubicBezTo>
                        <a:pt x="27392" y="122365"/>
                        <a:pt x="0" y="94973"/>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03" name="任意多边形: 形状 102">
                  <a:extLst>
                    <a:ext uri="{FF2B5EF4-FFF2-40B4-BE49-F238E27FC236}">
                      <a16:creationId xmlns:a16="http://schemas.microsoft.com/office/drawing/2014/main" id="{C3E4AFEE-21B3-A5C9-5523-1F61568B8ACF}"/>
                    </a:ext>
                  </a:extLst>
                </p:cNvPr>
                <p:cNvSpPr/>
                <p:nvPr/>
              </p:nvSpPr>
              <p:spPr>
                <a:xfrm>
                  <a:off x="9537026" y="4718024"/>
                  <a:ext cx="122364" cy="122364"/>
                </a:xfrm>
                <a:custGeom>
                  <a:avLst/>
                  <a:gdLst>
                    <a:gd name="connsiteX0" fmla="*/ 122364 w 122364"/>
                    <a:gd name="connsiteY0" fmla="*/ 61182 h 122364"/>
                    <a:gd name="connsiteX1" fmla="*/ 61182 w 122364"/>
                    <a:gd name="connsiteY1" fmla="*/ 122364 h 122364"/>
                    <a:gd name="connsiteX2" fmla="*/ -1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4"/>
                        <a:pt x="61182" y="122364"/>
                      </a:cubicBezTo>
                      <a:cubicBezTo>
                        <a:pt x="27392" y="122364"/>
                        <a:pt x="-1" y="94972"/>
                        <a:pt x="-1" y="61182"/>
                      </a:cubicBezTo>
                      <a:cubicBezTo>
                        <a:pt x="-1"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04" name="任意多边形: 形状 103">
                  <a:extLst>
                    <a:ext uri="{FF2B5EF4-FFF2-40B4-BE49-F238E27FC236}">
                      <a16:creationId xmlns:a16="http://schemas.microsoft.com/office/drawing/2014/main" id="{1587E5B6-A51A-E39C-4671-24922C8E20E0}"/>
                    </a:ext>
                  </a:extLst>
                </p:cNvPr>
                <p:cNvSpPr/>
                <p:nvPr/>
              </p:nvSpPr>
              <p:spPr>
                <a:xfrm>
                  <a:off x="9785559" y="4718024"/>
                  <a:ext cx="122364" cy="122364"/>
                </a:xfrm>
                <a:custGeom>
                  <a:avLst/>
                  <a:gdLst>
                    <a:gd name="connsiteX0" fmla="*/ 122364 w 122364"/>
                    <a:gd name="connsiteY0" fmla="*/ 61182 h 122364"/>
                    <a:gd name="connsiteX1" fmla="*/ 61182 w 122364"/>
                    <a:gd name="connsiteY1" fmla="*/ 122364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4"/>
                        <a:pt x="61182" y="122364"/>
                      </a:cubicBezTo>
                      <a:cubicBezTo>
                        <a:pt x="27392" y="122364"/>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05" name="任意多边形: 形状 104">
                  <a:extLst>
                    <a:ext uri="{FF2B5EF4-FFF2-40B4-BE49-F238E27FC236}">
                      <a16:creationId xmlns:a16="http://schemas.microsoft.com/office/drawing/2014/main" id="{76E70614-C4A9-4EDA-041B-D43C6EFFED75}"/>
                    </a:ext>
                  </a:extLst>
                </p:cNvPr>
                <p:cNvSpPr/>
                <p:nvPr/>
              </p:nvSpPr>
              <p:spPr>
                <a:xfrm>
                  <a:off x="10025030" y="4949558"/>
                  <a:ext cx="122364" cy="122364"/>
                </a:xfrm>
                <a:custGeom>
                  <a:avLst/>
                  <a:gdLst>
                    <a:gd name="connsiteX0" fmla="*/ 122365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3"/>
                        <a:pt x="94972" y="122365"/>
                        <a:pt x="61182" y="122365"/>
                      </a:cubicBezTo>
                      <a:cubicBezTo>
                        <a:pt x="27392" y="122365"/>
                        <a:pt x="0" y="94973"/>
                        <a:pt x="0" y="61182"/>
                      </a:cubicBezTo>
                      <a:cubicBezTo>
                        <a:pt x="0" y="27392"/>
                        <a:pt x="27392" y="0"/>
                        <a:pt x="61182" y="0"/>
                      </a:cubicBezTo>
                      <a:cubicBezTo>
                        <a:pt x="94972"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106" name="任意多边形: 形状 105">
                  <a:extLst>
                    <a:ext uri="{FF2B5EF4-FFF2-40B4-BE49-F238E27FC236}">
                      <a16:creationId xmlns:a16="http://schemas.microsoft.com/office/drawing/2014/main" id="{030351CC-E7BA-D0A1-6E37-66F567EC7382}"/>
                    </a:ext>
                  </a:extLst>
                </p:cNvPr>
                <p:cNvSpPr/>
                <p:nvPr/>
              </p:nvSpPr>
              <p:spPr>
                <a:xfrm>
                  <a:off x="10273563" y="4949558"/>
                  <a:ext cx="122364" cy="122364"/>
                </a:xfrm>
                <a:custGeom>
                  <a:avLst/>
                  <a:gdLst>
                    <a:gd name="connsiteX0" fmla="*/ 122365 w 122364"/>
                    <a:gd name="connsiteY0" fmla="*/ 61182 h 122364"/>
                    <a:gd name="connsiteX1" fmla="*/ 61183 w 122364"/>
                    <a:gd name="connsiteY1" fmla="*/ 122365 h 122364"/>
                    <a:gd name="connsiteX2" fmla="*/ 0 w 122364"/>
                    <a:gd name="connsiteY2" fmla="*/ 61182 h 122364"/>
                    <a:gd name="connsiteX3" fmla="*/ 61183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3"/>
                        <a:pt x="94973" y="122365"/>
                        <a:pt x="61183" y="122365"/>
                      </a:cubicBezTo>
                      <a:cubicBezTo>
                        <a:pt x="27392" y="122365"/>
                        <a:pt x="0" y="94973"/>
                        <a:pt x="0" y="61182"/>
                      </a:cubicBezTo>
                      <a:cubicBezTo>
                        <a:pt x="0" y="27392"/>
                        <a:pt x="27392" y="0"/>
                        <a:pt x="61183" y="0"/>
                      </a:cubicBezTo>
                      <a:cubicBezTo>
                        <a:pt x="94973"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107" name="任意多边形: 形状 106">
                  <a:extLst>
                    <a:ext uri="{FF2B5EF4-FFF2-40B4-BE49-F238E27FC236}">
                      <a16:creationId xmlns:a16="http://schemas.microsoft.com/office/drawing/2014/main" id="{30F66941-5EC0-F8A8-5B93-F4E7CCEA6240}"/>
                    </a:ext>
                  </a:extLst>
                </p:cNvPr>
                <p:cNvSpPr/>
                <p:nvPr/>
              </p:nvSpPr>
              <p:spPr>
                <a:xfrm>
                  <a:off x="9537026" y="4949558"/>
                  <a:ext cx="122364" cy="122364"/>
                </a:xfrm>
                <a:custGeom>
                  <a:avLst/>
                  <a:gdLst>
                    <a:gd name="connsiteX0" fmla="*/ 122364 w 122364"/>
                    <a:gd name="connsiteY0" fmla="*/ 61182 h 122364"/>
                    <a:gd name="connsiteX1" fmla="*/ 61182 w 122364"/>
                    <a:gd name="connsiteY1" fmla="*/ 122365 h 122364"/>
                    <a:gd name="connsiteX2" fmla="*/ -1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3"/>
                        <a:pt x="94972" y="122365"/>
                        <a:pt x="61182" y="122365"/>
                      </a:cubicBezTo>
                      <a:cubicBezTo>
                        <a:pt x="27392" y="122365"/>
                        <a:pt x="-1" y="94973"/>
                        <a:pt x="-1" y="61182"/>
                      </a:cubicBezTo>
                      <a:cubicBezTo>
                        <a:pt x="-1"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08" name="任意多边形: 形状 107">
                  <a:extLst>
                    <a:ext uri="{FF2B5EF4-FFF2-40B4-BE49-F238E27FC236}">
                      <a16:creationId xmlns:a16="http://schemas.microsoft.com/office/drawing/2014/main" id="{11DE30B5-6931-2DC9-B2A6-E19B2F6215CD}"/>
                    </a:ext>
                  </a:extLst>
                </p:cNvPr>
                <p:cNvSpPr/>
                <p:nvPr/>
              </p:nvSpPr>
              <p:spPr>
                <a:xfrm>
                  <a:off x="9785559" y="4949558"/>
                  <a:ext cx="122364" cy="122364"/>
                </a:xfrm>
                <a:custGeom>
                  <a:avLst/>
                  <a:gdLst>
                    <a:gd name="connsiteX0" fmla="*/ 122364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3"/>
                        <a:pt x="94972" y="122365"/>
                        <a:pt x="61182" y="122365"/>
                      </a:cubicBezTo>
                      <a:cubicBezTo>
                        <a:pt x="27392" y="122365"/>
                        <a:pt x="0" y="94973"/>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grpSp>
          <p:sp>
            <p:nvSpPr>
              <p:cNvPr id="64" name="任意多边形: 形状 63">
                <a:extLst>
                  <a:ext uri="{FF2B5EF4-FFF2-40B4-BE49-F238E27FC236}">
                    <a16:creationId xmlns:a16="http://schemas.microsoft.com/office/drawing/2014/main" id="{8D444C3E-2FD4-4FF6-B6EC-AD9B80693ADD}"/>
                  </a:ext>
                </a:extLst>
              </p:cNvPr>
              <p:cNvSpPr/>
              <p:nvPr/>
            </p:nvSpPr>
            <p:spPr>
              <a:xfrm rot="16200000">
                <a:off x="6616524" y="-1487186"/>
                <a:ext cx="593890" cy="1179334"/>
              </a:xfrm>
              <a:custGeom>
                <a:avLst/>
                <a:gdLst>
                  <a:gd name="connsiteX0" fmla="*/ 0 w 593890"/>
                  <a:gd name="connsiteY0" fmla="*/ 589667 h 1179334"/>
                  <a:gd name="connsiteX1" fmla="*/ 593890 w 593890"/>
                  <a:gd name="connsiteY1" fmla="*/ 0 h 1179334"/>
                  <a:gd name="connsiteX2" fmla="*/ 593890 w 593890"/>
                  <a:gd name="connsiteY2" fmla="*/ 1179335 h 1179334"/>
                  <a:gd name="connsiteX3" fmla="*/ 0 w 593890"/>
                  <a:gd name="connsiteY3" fmla="*/ 589667 h 1179334"/>
                </a:gdLst>
                <a:ahLst/>
                <a:cxnLst>
                  <a:cxn ang="0">
                    <a:pos x="connsiteX0" y="connsiteY0"/>
                  </a:cxn>
                  <a:cxn ang="0">
                    <a:pos x="connsiteX1" y="connsiteY1"/>
                  </a:cxn>
                  <a:cxn ang="0">
                    <a:pos x="connsiteX2" y="connsiteY2"/>
                  </a:cxn>
                  <a:cxn ang="0">
                    <a:pos x="connsiteX3" y="connsiteY3"/>
                  </a:cxn>
                </a:cxnLst>
                <a:rect l="l" t="t" r="r" b="b"/>
                <a:pathLst>
                  <a:path w="593890" h="1179334">
                    <a:moveTo>
                      <a:pt x="0" y="589667"/>
                    </a:moveTo>
                    <a:cubicBezTo>
                      <a:pt x="0" y="264001"/>
                      <a:pt x="265894" y="0"/>
                      <a:pt x="593890" y="0"/>
                    </a:cubicBezTo>
                    <a:lnTo>
                      <a:pt x="593890" y="1179335"/>
                    </a:lnTo>
                    <a:cubicBezTo>
                      <a:pt x="265894" y="1179341"/>
                      <a:pt x="0" y="915334"/>
                      <a:pt x="0" y="589667"/>
                    </a:cubicBezTo>
                    <a:close/>
                  </a:path>
                </a:pathLst>
              </a:custGeom>
              <a:solidFill>
                <a:srgbClr val="E9A650"/>
              </a:solidFill>
              <a:ln w="6350" cap="flat">
                <a:noFill/>
                <a:prstDash val="solid"/>
                <a:miter/>
              </a:ln>
            </p:spPr>
            <p:txBody>
              <a:bodyPr rtlCol="0" anchor="ctr"/>
              <a:lstStyle/>
              <a:p>
                <a:endParaRPr lang="zh-CN" altLang="en-US"/>
              </a:p>
            </p:txBody>
          </p:sp>
          <p:sp>
            <p:nvSpPr>
              <p:cNvPr id="65" name="任意多边形: 形状 64">
                <a:extLst>
                  <a:ext uri="{FF2B5EF4-FFF2-40B4-BE49-F238E27FC236}">
                    <a16:creationId xmlns:a16="http://schemas.microsoft.com/office/drawing/2014/main" id="{6ED3AD65-C7AB-B37B-6425-E3D399B284B8}"/>
                  </a:ext>
                </a:extLst>
              </p:cNvPr>
              <p:cNvSpPr/>
              <p:nvPr/>
            </p:nvSpPr>
            <p:spPr>
              <a:xfrm rot="16200000">
                <a:off x="6616889" y="-891521"/>
                <a:ext cx="589667" cy="1194498"/>
              </a:xfrm>
              <a:custGeom>
                <a:avLst/>
                <a:gdLst>
                  <a:gd name="connsiteX0" fmla="*/ 589668 w 589667"/>
                  <a:gd name="connsiteY0" fmla="*/ 597249 h 1194498"/>
                  <a:gd name="connsiteX1" fmla="*/ 0 w 589667"/>
                  <a:gd name="connsiteY1" fmla="*/ 1194499 h 1194498"/>
                  <a:gd name="connsiteX2" fmla="*/ 0 w 589667"/>
                  <a:gd name="connsiteY2" fmla="*/ 0 h 1194498"/>
                  <a:gd name="connsiteX3" fmla="*/ 589668 w 589667"/>
                  <a:gd name="connsiteY3" fmla="*/ 597249 h 1194498"/>
                </a:gdLst>
                <a:ahLst/>
                <a:cxnLst>
                  <a:cxn ang="0">
                    <a:pos x="connsiteX0" y="connsiteY0"/>
                  </a:cxn>
                  <a:cxn ang="0">
                    <a:pos x="connsiteX1" y="connsiteY1"/>
                  </a:cxn>
                  <a:cxn ang="0">
                    <a:pos x="connsiteX2" y="connsiteY2"/>
                  </a:cxn>
                  <a:cxn ang="0">
                    <a:pos x="connsiteX3" y="connsiteY3"/>
                  </a:cxn>
                </a:cxnLst>
                <a:rect l="l" t="t" r="r" b="b"/>
                <a:pathLst>
                  <a:path w="589667" h="1194498">
                    <a:moveTo>
                      <a:pt x="589668" y="597249"/>
                    </a:moveTo>
                    <a:cubicBezTo>
                      <a:pt x="589668" y="927100"/>
                      <a:pt x="325666" y="1194499"/>
                      <a:pt x="0" y="1194499"/>
                    </a:cubicBezTo>
                    <a:lnTo>
                      <a:pt x="0" y="0"/>
                    </a:lnTo>
                    <a:cubicBezTo>
                      <a:pt x="325666" y="0"/>
                      <a:pt x="589668" y="267399"/>
                      <a:pt x="589668" y="597249"/>
                    </a:cubicBezTo>
                    <a:close/>
                  </a:path>
                </a:pathLst>
              </a:custGeom>
              <a:solidFill>
                <a:srgbClr val="1C1C61"/>
              </a:solidFill>
              <a:ln w="6350" cap="flat">
                <a:noFill/>
                <a:prstDash val="solid"/>
                <a:miter/>
              </a:ln>
            </p:spPr>
            <p:txBody>
              <a:bodyPr rtlCol="0" anchor="ctr"/>
              <a:lstStyle/>
              <a:p>
                <a:endParaRPr lang="zh-CN" altLang="en-US"/>
              </a:p>
            </p:txBody>
          </p:sp>
          <p:grpSp>
            <p:nvGrpSpPr>
              <p:cNvPr id="66" name="图形 8">
                <a:extLst>
                  <a:ext uri="{FF2B5EF4-FFF2-40B4-BE49-F238E27FC236}">
                    <a16:creationId xmlns:a16="http://schemas.microsoft.com/office/drawing/2014/main" id="{DC04826C-2A0D-2ADF-7E0B-7369770FF9A3}"/>
                  </a:ext>
                </a:extLst>
              </p:cNvPr>
              <p:cNvGrpSpPr/>
              <p:nvPr/>
            </p:nvGrpSpPr>
            <p:grpSpPr>
              <a:xfrm rot="16200000">
                <a:off x="6358858" y="-2462130"/>
                <a:ext cx="1098403" cy="1208735"/>
                <a:chOff x="10660303" y="453428"/>
                <a:chExt cx="1098403" cy="1208735"/>
              </a:xfrm>
            </p:grpSpPr>
            <p:sp>
              <p:nvSpPr>
                <p:cNvPr id="84" name="任意多边形: 形状 83">
                  <a:extLst>
                    <a:ext uri="{FF2B5EF4-FFF2-40B4-BE49-F238E27FC236}">
                      <a16:creationId xmlns:a16="http://schemas.microsoft.com/office/drawing/2014/main" id="{D94CC3EB-7C7D-297B-C2C3-2C2C362B3257}"/>
                    </a:ext>
                  </a:extLst>
                </p:cNvPr>
                <p:cNvSpPr/>
                <p:nvPr/>
              </p:nvSpPr>
              <p:spPr>
                <a:xfrm>
                  <a:off x="11209642" y="453434"/>
                  <a:ext cx="6" cy="1208728"/>
                </a:xfrm>
                <a:custGeom>
                  <a:avLst/>
                  <a:gdLst>
                    <a:gd name="connsiteX0" fmla="*/ 6 w 6"/>
                    <a:gd name="connsiteY0" fmla="*/ 0 h 1208728"/>
                    <a:gd name="connsiteX1" fmla="*/ 0 w 6"/>
                    <a:gd name="connsiteY1" fmla="*/ 1208729 h 1208728"/>
                  </a:gdLst>
                  <a:ahLst/>
                  <a:cxnLst>
                    <a:cxn ang="0">
                      <a:pos x="connsiteX0" y="connsiteY0"/>
                    </a:cxn>
                    <a:cxn ang="0">
                      <a:pos x="connsiteX1" y="connsiteY1"/>
                    </a:cxn>
                  </a:cxnLst>
                  <a:rect l="l" t="t" r="r" b="b"/>
                  <a:pathLst>
                    <a:path w="6" h="1208728">
                      <a:moveTo>
                        <a:pt x="6" y="0"/>
                      </a:moveTo>
                      <a:lnTo>
                        <a:pt x="0" y="1208729"/>
                      </a:lnTo>
                    </a:path>
                  </a:pathLst>
                </a:custGeom>
                <a:ln w="18063" cap="flat">
                  <a:solidFill>
                    <a:srgbClr val="FFFFFF"/>
                  </a:solidFill>
                  <a:prstDash val="solid"/>
                  <a:miter/>
                </a:ln>
              </p:spPr>
              <p:txBody>
                <a:bodyPr rtlCol="0" anchor="ctr"/>
                <a:lstStyle/>
                <a:p>
                  <a:endParaRPr lang="zh-CN" altLang="en-US"/>
                </a:p>
              </p:txBody>
            </p:sp>
            <p:sp>
              <p:nvSpPr>
                <p:cNvPr id="85" name="任意多边形: 形状 84">
                  <a:extLst>
                    <a:ext uri="{FF2B5EF4-FFF2-40B4-BE49-F238E27FC236}">
                      <a16:creationId xmlns:a16="http://schemas.microsoft.com/office/drawing/2014/main" id="{785A91CD-BF0A-916A-F638-C7B1471B67DB}"/>
                    </a:ext>
                  </a:extLst>
                </p:cNvPr>
                <p:cNvSpPr/>
                <p:nvPr/>
              </p:nvSpPr>
              <p:spPr>
                <a:xfrm>
                  <a:off x="11072361" y="453434"/>
                  <a:ext cx="6" cy="1208728"/>
                </a:xfrm>
                <a:custGeom>
                  <a:avLst/>
                  <a:gdLst>
                    <a:gd name="connsiteX0" fmla="*/ 7 w 6"/>
                    <a:gd name="connsiteY0" fmla="*/ 0 h 1208728"/>
                    <a:gd name="connsiteX1" fmla="*/ 0 w 6"/>
                    <a:gd name="connsiteY1" fmla="*/ 1208729 h 1208728"/>
                  </a:gdLst>
                  <a:ahLst/>
                  <a:cxnLst>
                    <a:cxn ang="0">
                      <a:pos x="connsiteX0" y="connsiteY0"/>
                    </a:cxn>
                    <a:cxn ang="0">
                      <a:pos x="connsiteX1" y="connsiteY1"/>
                    </a:cxn>
                  </a:cxnLst>
                  <a:rect l="l" t="t" r="r" b="b"/>
                  <a:pathLst>
                    <a:path w="6" h="1208728">
                      <a:moveTo>
                        <a:pt x="7" y="0"/>
                      </a:moveTo>
                      <a:lnTo>
                        <a:pt x="0" y="1208729"/>
                      </a:lnTo>
                    </a:path>
                  </a:pathLst>
                </a:custGeom>
                <a:ln w="18063" cap="flat">
                  <a:solidFill>
                    <a:srgbClr val="FFFFFF"/>
                  </a:solidFill>
                  <a:prstDash val="solid"/>
                  <a:miter/>
                </a:ln>
              </p:spPr>
              <p:txBody>
                <a:bodyPr rtlCol="0" anchor="ctr"/>
                <a:lstStyle/>
                <a:p>
                  <a:endParaRPr lang="zh-CN" altLang="en-US"/>
                </a:p>
              </p:txBody>
            </p:sp>
            <p:sp>
              <p:nvSpPr>
                <p:cNvPr id="86" name="任意多边形: 形状 85">
                  <a:extLst>
                    <a:ext uri="{FF2B5EF4-FFF2-40B4-BE49-F238E27FC236}">
                      <a16:creationId xmlns:a16="http://schemas.microsoft.com/office/drawing/2014/main" id="{B2B982DE-ADB4-D1A3-A224-571EBDF32952}"/>
                    </a:ext>
                  </a:extLst>
                </p:cNvPr>
                <p:cNvSpPr/>
                <p:nvPr/>
              </p:nvSpPr>
              <p:spPr>
                <a:xfrm>
                  <a:off x="10935169" y="453434"/>
                  <a:ext cx="6" cy="1208728"/>
                </a:xfrm>
                <a:custGeom>
                  <a:avLst/>
                  <a:gdLst>
                    <a:gd name="connsiteX0" fmla="*/ 6 w 6"/>
                    <a:gd name="connsiteY0" fmla="*/ 0 h 1208728"/>
                    <a:gd name="connsiteX1" fmla="*/ 0 w 6"/>
                    <a:gd name="connsiteY1" fmla="*/ 1208729 h 1208728"/>
                  </a:gdLst>
                  <a:ahLst/>
                  <a:cxnLst>
                    <a:cxn ang="0">
                      <a:pos x="connsiteX0" y="connsiteY0"/>
                    </a:cxn>
                    <a:cxn ang="0">
                      <a:pos x="connsiteX1" y="connsiteY1"/>
                    </a:cxn>
                  </a:cxnLst>
                  <a:rect l="l" t="t" r="r" b="b"/>
                  <a:pathLst>
                    <a:path w="6" h="1208728">
                      <a:moveTo>
                        <a:pt x="6" y="0"/>
                      </a:moveTo>
                      <a:lnTo>
                        <a:pt x="0" y="1208729"/>
                      </a:lnTo>
                    </a:path>
                  </a:pathLst>
                </a:custGeom>
                <a:ln w="18063" cap="flat">
                  <a:solidFill>
                    <a:srgbClr val="FFFFFF"/>
                  </a:solidFill>
                  <a:prstDash val="solid"/>
                  <a:miter/>
                </a:ln>
              </p:spPr>
              <p:txBody>
                <a:bodyPr rtlCol="0" anchor="ctr"/>
                <a:lstStyle/>
                <a:p>
                  <a:endParaRPr lang="zh-CN" altLang="en-US"/>
                </a:p>
              </p:txBody>
            </p:sp>
            <p:sp>
              <p:nvSpPr>
                <p:cNvPr id="87" name="任意多边形: 形状 86">
                  <a:extLst>
                    <a:ext uri="{FF2B5EF4-FFF2-40B4-BE49-F238E27FC236}">
                      <a16:creationId xmlns:a16="http://schemas.microsoft.com/office/drawing/2014/main" id="{AFBE8160-AA2E-2397-C46B-817ACA4CC76E}"/>
                    </a:ext>
                  </a:extLst>
                </p:cNvPr>
                <p:cNvSpPr/>
                <p:nvPr/>
              </p:nvSpPr>
              <p:spPr>
                <a:xfrm>
                  <a:off x="10797781" y="453434"/>
                  <a:ext cx="6" cy="1208728"/>
                </a:xfrm>
                <a:custGeom>
                  <a:avLst/>
                  <a:gdLst>
                    <a:gd name="connsiteX0" fmla="*/ 6 w 6"/>
                    <a:gd name="connsiteY0" fmla="*/ 0 h 1208728"/>
                    <a:gd name="connsiteX1" fmla="*/ 0 w 6"/>
                    <a:gd name="connsiteY1" fmla="*/ 1208729 h 1208728"/>
                  </a:gdLst>
                  <a:ahLst/>
                  <a:cxnLst>
                    <a:cxn ang="0">
                      <a:pos x="connsiteX0" y="connsiteY0"/>
                    </a:cxn>
                    <a:cxn ang="0">
                      <a:pos x="connsiteX1" y="connsiteY1"/>
                    </a:cxn>
                  </a:cxnLst>
                  <a:rect l="l" t="t" r="r" b="b"/>
                  <a:pathLst>
                    <a:path w="6" h="1208728">
                      <a:moveTo>
                        <a:pt x="6" y="0"/>
                      </a:moveTo>
                      <a:lnTo>
                        <a:pt x="0" y="1208729"/>
                      </a:lnTo>
                    </a:path>
                  </a:pathLst>
                </a:custGeom>
                <a:ln w="18063" cap="flat">
                  <a:solidFill>
                    <a:srgbClr val="FFFFFF"/>
                  </a:solidFill>
                  <a:prstDash val="solid"/>
                  <a:miter/>
                </a:ln>
              </p:spPr>
              <p:txBody>
                <a:bodyPr rtlCol="0" anchor="ctr"/>
                <a:lstStyle/>
                <a:p>
                  <a:endParaRPr lang="zh-CN" altLang="en-US"/>
                </a:p>
              </p:txBody>
            </p:sp>
            <p:sp>
              <p:nvSpPr>
                <p:cNvPr id="88" name="任意多边形: 形状 87">
                  <a:extLst>
                    <a:ext uri="{FF2B5EF4-FFF2-40B4-BE49-F238E27FC236}">
                      <a16:creationId xmlns:a16="http://schemas.microsoft.com/office/drawing/2014/main" id="{D57F7022-512D-BCDC-3245-54E66F180D1C}"/>
                    </a:ext>
                  </a:extLst>
                </p:cNvPr>
                <p:cNvSpPr/>
                <p:nvPr/>
              </p:nvSpPr>
              <p:spPr>
                <a:xfrm>
                  <a:off x="10660303" y="453428"/>
                  <a:ext cx="6" cy="1208735"/>
                </a:xfrm>
                <a:custGeom>
                  <a:avLst/>
                  <a:gdLst>
                    <a:gd name="connsiteX0" fmla="*/ 6 w 6"/>
                    <a:gd name="connsiteY0" fmla="*/ 0 h 1208735"/>
                    <a:gd name="connsiteX1" fmla="*/ 0 w 6"/>
                    <a:gd name="connsiteY1" fmla="*/ 1208735 h 1208735"/>
                  </a:gdLst>
                  <a:ahLst/>
                  <a:cxnLst>
                    <a:cxn ang="0">
                      <a:pos x="connsiteX0" y="connsiteY0"/>
                    </a:cxn>
                    <a:cxn ang="0">
                      <a:pos x="connsiteX1" y="connsiteY1"/>
                    </a:cxn>
                  </a:cxnLst>
                  <a:rect l="l" t="t" r="r" b="b"/>
                  <a:pathLst>
                    <a:path w="6" h="1208735">
                      <a:moveTo>
                        <a:pt x="6" y="0"/>
                      </a:moveTo>
                      <a:lnTo>
                        <a:pt x="0" y="1208735"/>
                      </a:lnTo>
                    </a:path>
                  </a:pathLst>
                </a:custGeom>
                <a:ln w="18063" cap="flat">
                  <a:solidFill>
                    <a:srgbClr val="FFFFFF"/>
                  </a:solidFill>
                  <a:prstDash val="solid"/>
                  <a:miter/>
                </a:ln>
              </p:spPr>
              <p:txBody>
                <a:bodyPr rtlCol="0" anchor="ctr"/>
                <a:lstStyle/>
                <a:p>
                  <a:endParaRPr lang="zh-CN" altLang="en-US"/>
                </a:p>
              </p:txBody>
            </p:sp>
            <p:sp>
              <p:nvSpPr>
                <p:cNvPr id="89" name="任意多边形: 形状 88">
                  <a:extLst>
                    <a:ext uri="{FF2B5EF4-FFF2-40B4-BE49-F238E27FC236}">
                      <a16:creationId xmlns:a16="http://schemas.microsoft.com/office/drawing/2014/main" id="{AB5DA191-C0AF-09AF-4562-D1C7D4ADF27A}"/>
                    </a:ext>
                  </a:extLst>
                </p:cNvPr>
                <p:cNvSpPr/>
                <p:nvPr/>
              </p:nvSpPr>
              <p:spPr>
                <a:xfrm>
                  <a:off x="11758701" y="453434"/>
                  <a:ext cx="6" cy="1208728"/>
                </a:xfrm>
                <a:custGeom>
                  <a:avLst/>
                  <a:gdLst>
                    <a:gd name="connsiteX0" fmla="*/ 6 w 6"/>
                    <a:gd name="connsiteY0" fmla="*/ 0 h 1208728"/>
                    <a:gd name="connsiteX1" fmla="*/ 0 w 6"/>
                    <a:gd name="connsiteY1" fmla="*/ 1208729 h 1208728"/>
                  </a:gdLst>
                  <a:ahLst/>
                  <a:cxnLst>
                    <a:cxn ang="0">
                      <a:pos x="connsiteX0" y="connsiteY0"/>
                    </a:cxn>
                    <a:cxn ang="0">
                      <a:pos x="connsiteX1" y="connsiteY1"/>
                    </a:cxn>
                  </a:cxnLst>
                  <a:rect l="l" t="t" r="r" b="b"/>
                  <a:pathLst>
                    <a:path w="6" h="1208728">
                      <a:moveTo>
                        <a:pt x="6" y="0"/>
                      </a:moveTo>
                      <a:lnTo>
                        <a:pt x="0" y="1208729"/>
                      </a:lnTo>
                    </a:path>
                  </a:pathLst>
                </a:custGeom>
                <a:ln w="18063" cap="flat">
                  <a:solidFill>
                    <a:srgbClr val="FFFFFF"/>
                  </a:solidFill>
                  <a:prstDash val="solid"/>
                  <a:miter/>
                </a:ln>
              </p:spPr>
              <p:txBody>
                <a:bodyPr rtlCol="0" anchor="ctr"/>
                <a:lstStyle/>
                <a:p>
                  <a:endParaRPr lang="zh-CN" altLang="en-US"/>
                </a:p>
              </p:txBody>
            </p:sp>
            <p:sp>
              <p:nvSpPr>
                <p:cNvPr id="90" name="任意多边形: 形状 89">
                  <a:extLst>
                    <a:ext uri="{FF2B5EF4-FFF2-40B4-BE49-F238E27FC236}">
                      <a16:creationId xmlns:a16="http://schemas.microsoft.com/office/drawing/2014/main" id="{CF107DA3-7F8C-D73A-CB9E-10A0E92EC736}"/>
                    </a:ext>
                  </a:extLst>
                </p:cNvPr>
                <p:cNvSpPr/>
                <p:nvPr/>
              </p:nvSpPr>
              <p:spPr>
                <a:xfrm>
                  <a:off x="11621420" y="453434"/>
                  <a:ext cx="6" cy="1208728"/>
                </a:xfrm>
                <a:custGeom>
                  <a:avLst/>
                  <a:gdLst>
                    <a:gd name="connsiteX0" fmla="*/ 6 w 6"/>
                    <a:gd name="connsiteY0" fmla="*/ 0 h 1208728"/>
                    <a:gd name="connsiteX1" fmla="*/ 0 w 6"/>
                    <a:gd name="connsiteY1" fmla="*/ 1208729 h 1208728"/>
                  </a:gdLst>
                  <a:ahLst/>
                  <a:cxnLst>
                    <a:cxn ang="0">
                      <a:pos x="connsiteX0" y="connsiteY0"/>
                    </a:cxn>
                    <a:cxn ang="0">
                      <a:pos x="connsiteX1" y="connsiteY1"/>
                    </a:cxn>
                  </a:cxnLst>
                  <a:rect l="l" t="t" r="r" b="b"/>
                  <a:pathLst>
                    <a:path w="6" h="1208728">
                      <a:moveTo>
                        <a:pt x="6" y="0"/>
                      </a:moveTo>
                      <a:lnTo>
                        <a:pt x="0" y="1208729"/>
                      </a:lnTo>
                    </a:path>
                  </a:pathLst>
                </a:custGeom>
                <a:ln w="18063" cap="flat">
                  <a:solidFill>
                    <a:srgbClr val="FFFFFF"/>
                  </a:solidFill>
                  <a:prstDash val="solid"/>
                  <a:miter/>
                </a:ln>
              </p:spPr>
              <p:txBody>
                <a:bodyPr rtlCol="0" anchor="ctr"/>
                <a:lstStyle/>
                <a:p>
                  <a:endParaRPr lang="zh-CN" altLang="en-US"/>
                </a:p>
              </p:txBody>
            </p:sp>
            <p:sp>
              <p:nvSpPr>
                <p:cNvPr id="91" name="任意多边形: 形状 90">
                  <a:extLst>
                    <a:ext uri="{FF2B5EF4-FFF2-40B4-BE49-F238E27FC236}">
                      <a16:creationId xmlns:a16="http://schemas.microsoft.com/office/drawing/2014/main" id="{A5AA0153-CC8C-3269-F3A5-F31341783735}"/>
                    </a:ext>
                  </a:extLst>
                </p:cNvPr>
                <p:cNvSpPr/>
                <p:nvPr/>
              </p:nvSpPr>
              <p:spPr>
                <a:xfrm>
                  <a:off x="11484229" y="453434"/>
                  <a:ext cx="6350" cy="1208728"/>
                </a:xfrm>
                <a:custGeom>
                  <a:avLst/>
                  <a:gdLst>
                    <a:gd name="connsiteX0" fmla="*/ 0 w 6350"/>
                    <a:gd name="connsiteY0" fmla="*/ 0 h 1208728"/>
                    <a:gd name="connsiteX1" fmla="*/ 0 w 6350"/>
                    <a:gd name="connsiteY1" fmla="*/ 1208729 h 1208728"/>
                  </a:gdLst>
                  <a:ahLst/>
                  <a:cxnLst>
                    <a:cxn ang="0">
                      <a:pos x="connsiteX0" y="connsiteY0"/>
                    </a:cxn>
                    <a:cxn ang="0">
                      <a:pos x="connsiteX1" y="connsiteY1"/>
                    </a:cxn>
                  </a:cxnLst>
                  <a:rect l="l" t="t" r="r" b="b"/>
                  <a:pathLst>
                    <a:path w="6350" h="1208728">
                      <a:moveTo>
                        <a:pt x="0" y="0"/>
                      </a:moveTo>
                      <a:lnTo>
                        <a:pt x="0" y="1208729"/>
                      </a:lnTo>
                    </a:path>
                  </a:pathLst>
                </a:custGeom>
                <a:ln w="18063" cap="flat">
                  <a:solidFill>
                    <a:srgbClr val="FFFFFF"/>
                  </a:solidFill>
                  <a:prstDash val="solid"/>
                  <a:miter/>
                </a:ln>
              </p:spPr>
              <p:txBody>
                <a:bodyPr rtlCol="0" anchor="ctr"/>
                <a:lstStyle/>
                <a:p>
                  <a:endParaRPr lang="zh-CN" altLang="en-US"/>
                </a:p>
              </p:txBody>
            </p:sp>
            <p:sp>
              <p:nvSpPr>
                <p:cNvPr id="92" name="任意多边形: 形状 91">
                  <a:extLst>
                    <a:ext uri="{FF2B5EF4-FFF2-40B4-BE49-F238E27FC236}">
                      <a16:creationId xmlns:a16="http://schemas.microsoft.com/office/drawing/2014/main" id="{073012D4-A6EF-1E75-9C56-FA7185D9D21B}"/>
                    </a:ext>
                  </a:extLst>
                </p:cNvPr>
                <p:cNvSpPr/>
                <p:nvPr/>
              </p:nvSpPr>
              <p:spPr>
                <a:xfrm>
                  <a:off x="11346840" y="453434"/>
                  <a:ext cx="6" cy="1208728"/>
                </a:xfrm>
                <a:custGeom>
                  <a:avLst/>
                  <a:gdLst>
                    <a:gd name="connsiteX0" fmla="*/ 7 w 6"/>
                    <a:gd name="connsiteY0" fmla="*/ 0 h 1208728"/>
                    <a:gd name="connsiteX1" fmla="*/ 0 w 6"/>
                    <a:gd name="connsiteY1" fmla="*/ 1208729 h 1208728"/>
                  </a:gdLst>
                  <a:ahLst/>
                  <a:cxnLst>
                    <a:cxn ang="0">
                      <a:pos x="connsiteX0" y="connsiteY0"/>
                    </a:cxn>
                    <a:cxn ang="0">
                      <a:pos x="connsiteX1" y="connsiteY1"/>
                    </a:cxn>
                  </a:cxnLst>
                  <a:rect l="l" t="t" r="r" b="b"/>
                  <a:pathLst>
                    <a:path w="6" h="1208728">
                      <a:moveTo>
                        <a:pt x="7" y="0"/>
                      </a:moveTo>
                      <a:lnTo>
                        <a:pt x="0" y="1208729"/>
                      </a:lnTo>
                    </a:path>
                  </a:pathLst>
                </a:custGeom>
                <a:ln w="18063" cap="flat">
                  <a:solidFill>
                    <a:srgbClr val="FFFFFF"/>
                  </a:solidFill>
                  <a:prstDash val="solid"/>
                  <a:miter/>
                </a:ln>
              </p:spPr>
              <p:txBody>
                <a:bodyPr rtlCol="0" anchor="ctr"/>
                <a:lstStyle/>
                <a:p>
                  <a:endParaRPr lang="zh-CN" altLang="en-US"/>
                </a:p>
              </p:txBody>
            </p:sp>
          </p:grpSp>
          <p:sp>
            <p:nvSpPr>
              <p:cNvPr id="71" name="任意多边形: 形状 70">
                <a:extLst>
                  <a:ext uri="{FF2B5EF4-FFF2-40B4-BE49-F238E27FC236}">
                    <a16:creationId xmlns:a16="http://schemas.microsoft.com/office/drawing/2014/main" id="{32188641-218E-3B6A-90AF-BC141C5C9478}"/>
                  </a:ext>
                </a:extLst>
              </p:cNvPr>
              <p:cNvSpPr/>
              <p:nvPr/>
            </p:nvSpPr>
            <p:spPr>
              <a:xfrm rot="16200000">
                <a:off x="8705649" y="-1207094"/>
                <a:ext cx="1195875" cy="1195876"/>
              </a:xfrm>
              <a:custGeom>
                <a:avLst/>
                <a:gdLst>
                  <a:gd name="connsiteX0" fmla="*/ 0 w 1195875"/>
                  <a:gd name="connsiteY0" fmla="*/ 0 h 1195876"/>
                  <a:gd name="connsiteX1" fmla="*/ 0 w 1195875"/>
                  <a:gd name="connsiteY1" fmla="*/ 1937 h 1195876"/>
                  <a:gd name="connsiteX2" fmla="*/ 1193940 w 1195875"/>
                  <a:gd name="connsiteY2" fmla="*/ 1195877 h 1195876"/>
                  <a:gd name="connsiteX3" fmla="*/ 1195876 w 1195875"/>
                  <a:gd name="connsiteY3" fmla="*/ 1195877 h 1195876"/>
                  <a:gd name="connsiteX4" fmla="*/ 1195876 w 1195875"/>
                  <a:gd name="connsiteY4" fmla="*/ 1193940 h 1195876"/>
                  <a:gd name="connsiteX5" fmla="*/ 1936 w 1195875"/>
                  <a:gd name="connsiteY5" fmla="*/ 0 h 1195876"/>
                  <a:gd name="connsiteX6" fmla="*/ 0 w 1195875"/>
                  <a:gd name="connsiteY6" fmla="*/ 0 h 1195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5875" h="1195876">
                    <a:moveTo>
                      <a:pt x="0" y="0"/>
                    </a:moveTo>
                    <a:lnTo>
                      <a:pt x="0" y="1937"/>
                    </a:lnTo>
                    <a:cubicBezTo>
                      <a:pt x="0" y="661327"/>
                      <a:pt x="534543" y="1195877"/>
                      <a:pt x="1193940" y="1195877"/>
                    </a:cubicBezTo>
                    <a:lnTo>
                      <a:pt x="1195876" y="1195877"/>
                    </a:lnTo>
                    <a:lnTo>
                      <a:pt x="1195876" y="1193940"/>
                    </a:lnTo>
                    <a:cubicBezTo>
                      <a:pt x="1195876" y="534550"/>
                      <a:pt x="661333" y="0"/>
                      <a:pt x="1936" y="0"/>
                    </a:cubicBezTo>
                    <a:lnTo>
                      <a:pt x="0" y="0"/>
                    </a:lnTo>
                    <a:close/>
                  </a:path>
                </a:pathLst>
              </a:custGeom>
              <a:solidFill>
                <a:srgbClr val="E9A650"/>
              </a:solidFill>
              <a:ln w="6350" cap="flat">
                <a:noFill/>
                <a:prstDash val="solid"/>
                <a:miter/>
              </a:ln>
            </p:spPr>
            <p:txBody>
              <a:bodyPr rtlCol="0" anchor="ctr"/>
              <a:lstStyle/>
              <a:p>
                <a:endParaRPr lang="zh-CN" altLang="en-US"/>
              </a:p>
            </p:txBody>
          </p:sp>
        </p:grpSp>
        <p:grpSp>
          <p:nvGrpSpPr>
            <p:cNvPr id="126" name="组合 125">
              <a:extLst>
                <a:ext uri="{FF2B5EF4-FFF2-40B4-BE49-F238E27FC236}">
                  <a16:creationId xmlns:a16="http://schemas.microsoft.com/office/drawing/2014/main" id="{767A7DA0-7144-F303-1328-A1620BC7ED31}"/>
                </a:ext>
              </a:extLst>
            </p:cNvPr>
            <p:cNvGrpSpPr/>
            <p:nvPr userDrawn="1"/>
          </p:nvGrpSpPr>
          <p:grpSpPr>
            <a:xfrm>
              <a:off x="93337" y="2305027"/>
              <a:ext cx="5998647" cy="2412565"/>
              <a:chOff x="6314061" y="-5602"/>
              <a:chExt cx="5998647" cy="2412565"/>
            </a:xfrm>
          </p:grpSpPr>
          <p:sp>
            <p:nvSpPr>
              <p:cNvPr id="19" name="任意多边形: 形状 18">
                <a:extLst>
                  <a:ext uri="{FF2B5EF4-FFF2-40B4-BE49-F238E27FC236}">
                    <a16:creationId xmlns:a16="http://schemas.microsoft.com/office/drawing/2014/main" id="{7C095DCD-C869-E0C9-CD0D-5F358BDE76B5}"/>
                  </a:ext>
                </a:extLst>
              </p:cNvPr>
              <p:cNvSpPr/>
              <p:nvPr/>
            </p:nvSpPr>
            <p:spPr>
              <a:xfrm rot="10800000">
                <a:off x="8710723" y="-5602"/>
                <a:ext cx="1195870" cy="1195876"/>
              </a:xfrm>
              <a:custGeom>
                <a:avLst/>
                <a:gdLst>
                  <a:gd name="connsiteX0" fmla="*/ 0 w 1195870"/>
                  <a:gd name="connsiteY0" fmla="*/ 0 h 1195876"/>
                  <a:gd name="connsiteX1" fmla="*/ 1195871 w 1195870"/>
                  <a:gd name="connsiteY1" fmla="*/ 0 h 1195876"/>
                  <a:gd name="connsiteX2" fmla="*/ 1195871 w 1195870"/>
                  <a:gd name="connsiteY2" fmla="*/ 1195877 h 1195876"/>
                  <a:gd name="connsiteX3" fmla="*/ 0 w 1195870"/>
                  <a:gd name="connsiteY3" fmla="*/ 1195877 h 1195876"/>
                </a:gdLst>
                <a:ahLst/>
                <a:cxnLst>
                  <a:cxn ang="0">
                    <a:pos x="connsiteX0" y="connsiteY0"/>
                  </a:cxn>
                  <a:cxn ang="0">
                    <a:pos x="connsiteX1" y="connsiteY1"/>
                  </a:cxn>
                  <a:cxn ang="0">
                    <a:pos x="connsiteX2" y="connsiteY2"/>
                  </a:cxn>
                  <a:cxn ang="0">
                    <a:pos x="connsiteX3" y="connsiteY3"/>
                  </a:cxn>
                </a:cxnLst>
                <a:rect l="l" t="t" r="r" b="b"/>
                <a:pathLst>
                  <a:path w="1195870" h="1195876">
                    <a:moveTo>
                      <a:pt x="0" y="0"/>
                    </a:moveTo>
                    <a:lnTo>
                      <a:pt x="1195871" y="0"/>
                    </a:lnTo>
                    <a:lnTo>
                      <a:pt x="1195871" y="1195877"/>
                    </a:lnTo>
                    <a:lnTo>
                      <a:pt x="0" y="1195877"/>
                    </a:lnTo>
                    <a:close/>
                  </a:path>
                </a:pathLst>
              </a:custGeom>
              <a:solidFill>
                <a:srgbClr val="DC4245"/>
              </a:solidFill>
              <a:ln w="6350" cap="flat">
                <a:noFill/>
                <a:prstDash val="solid"/>
                <a:miter/>
              </a:ln>
            </p:spPr>
            <p:txBody>
              <a:bodyPr rtlCol="0" anchor="ctr"/>
              <a:lstStyle/>
              <a:p>
                <a:endParaRPr lang="zh-CN" altLang="en-US"/>
              </a:p>
            </p:txBody>
          </p:sp>
          <p:sp>
            <p:nvSpPr>
              <p:cNvPr id="20" name="任意多边形: 形状 19">
                <a:extLst>
                  <a:ext uri="{FF2B5EF4-FFF2-40B4-BE49-F238E27FC236}">
                    <a16:creationId xmlns:a16="http://schemas.microsoft.com/office/drawing/2014/main" id="{FA614459-8D74-497B-75BF-9C25C289FF13}"/>
                  </a:ext>
                </a:extLst>
              </p:cNvPr>
              <p:cNvSpPr/>
              <p:nvPr/>
            </p:nvSpPr>
            <p:spPr>
              <a:xfrm rot="10800000">
                <a:off x="9906589" y="-5599"/>
                <a:ext cx="1195876" cy="1195876"/>
              </a:xfrm>
              <a:custGeom>
                <a:avLst/>
                <a:gdLst>
                  <a:gd name="connsiteX0" fmla="*/ 0 w 1195876"/>
                  <a:gd name="connsiteY0" fmla="*/ 0 h 1195876"/>
                  <a:gd name="connsiteX1" fmla="*/ 1195877 w 1195876"/>
                  <a:gd name="connsiteY1" fmla="*/ 0 h 1195876"/>
                  <a:gd name="connsiteX2" fmla="*/ 1195877 w 1195876"/>
                  <a:gd name="connsiteY2" fmla="*/ 1195877 h 1195876"/>
                  <a:gd name="connsiteX3" fmla="*/ 0 w 1195876"/>
                  <a:gd name="connsiteY3" fmla="*/ 1195877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7"/>
                    </a:lnTo>
                    <a:lnTo>
                      <a:pt x="0" y="1195877"/>
                    </a:lnTo>
                    <a:close/>
                  </a:path>
                </a:pathLst>
              </a:custGeom>
              <a:solidFill>
                <a:srgbClr val="FBF5E2"/>
              </a:solidFill>
              <a:ln w="6350" cap="flat">
                <a:noFill/>
                <a:prstDash val="solid"/>
                <a:miter/>
              </a:ln>
            </p:spPr>
            <p:txBody>
              <a:bodyPr rtlCol="0" anchor="ctr"/>
              <a:lstStyle/>
              <a:p>
                <a:endParaRPr lang="zh-CN" altLang="en-US"/>
              </a:p>
            </p:txBody>
          </p:sp>
          <p:sp>
            <p:nvSpPr>
              <p:cNvPr id="21" name="任意多边形: 形状 20">
                <a:extLst>
                  <a:ext uri="{FF2B5EF4-FFF2-40B4-BE49-F238E27FC236}">
                    <a16:creationId xmlns:a16="http://schemas.microsoft.com/office/drawing/2014/main" id="{751004F8-2B46-96E3-2B80-1659E6D53C17}"/>
                  </a:ext>
                </a:extLst>
              </p:cNvPr>
              <p:cNvSpPr/>
              <p:nvPr/>
            </p:nvSpPr>
            <p:spPr>
              <a:xfrm rot="16200000">
                <a:off x="6314058" y="1193527"/>
                <a:ext cx="1195876" cy="1195870"/>
              </a:xfrm>
              <a:custGeom>
                <a:avLst/>
                <a:gdLst>
                  <a:gd name="connsiteX0" fmla="*/ 0 w 1195876"/>
                  <a:gd name="connsiteY0" fmla="*/ 1195870 h 1195870"/>
                  <a:gd name="connsiteX1" fmla="*/ 0 w 1195876"/>
                  <a:gd name="connsiteY1" fmla="*/ 0 h 1195870"/>
                  <a:gd name="connsiteX2" fmla="*/ 1195877 w 1195876"/>
                  <a:gd name="connsiteY2" fmla="*/ 0 h 1195870"/>
                  <a:gd name="connsiteX3" fmla="*/ 1195877 w 1195876"/>
                  <a:gd name="connsiteY3" fmla="*/ 521799 h 1195870"/>
                  <a:gd name="connsiteX4" fmla="*/ 521805 w 1195876"/>
                  <a:gd name="connsiteY4" fmla="*/ 1195870 h 1195870"/>
                  <a:gd name="connsiteX5" fmla="*/ 0 w 1195876"/>
                  <a:gd name="connsiteY5" fmla="*/ 1195870 h 1195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5876" h="1195870">
                    <a:moveTo>
                      <a:pt x="0" y="1195870"/>
                    </a:moveTo>
                    <a:lnTo>
                      <a:pt x="0" y="0"/>
                    </a:lnTo>
                    <a:lnTo>
                      <a:pt x="1195877" y="0"/>
                    </a:lnTo>
                    <a:lnTo>
                      <a:pt x="1195877" y="521799"/>
                    </a:lnTo>
                    <a:cubicBezTo>
                      <a:pt x="1195877" y="894080"/>
                      <a:pt x="894087" y="1195870"/>
                      <a:pt x="521805" y="1195870"/>
                    </a:cubicBezTo>
                    <a:lnTo>
                      <a:pt x="0" y="1195870"/>
                    </a:lnTo>
                    <a:close/>
                  </a:path>
                </a:pathLst>
              </a:custGeom>
              <a:solidFill>
                <a:srgbClr val="EFC590">
                  <a:alpha val="70000"/>
                </a:srgbClr>
              </a:solidFill>
              <a:ln w="6350" cap="flat">
                <a:noFill/>
                <a:prstDash val="solid"/>
                <a:miter/>
              </a:ln>
            </p:spPr>
            <p:txBody>
              <a:bodyPr rtlCol="0" anchor="ctr"/>
              <a:lstStyle/>
              <a:p>
                <a:endParaRPr lang="zh-CN" altLang="en-US"/>
              </a:p>
            </p:txBody>
          </p:sp>
          <p:sp>
            <p:nvSpPr>
              <p:cNvPr id="22" name="任意多边形: 形状 21">
                <a:extLst>
                  <a:ext uri="{FF2B5EF4-FFF2-40B4-BE49-F238E27FC236}">
                    <a16:creationId xmlns:a16="http://schemas.microsoft.com/office/drawing/2014/main" id="{1F472D45-CD4C-74B9-79D8-0E634C6C953E}"/>
                  </a:ext>
                </a:extLst>
              </p:cNvPr>
              <p:cNvSpPr/>
              <p:nvPr/>
            </p:nvSpPr>
            <p:spPr>
              <a:xfrm rot="10800000">
                <a:off x="8710722" y="1190289"/>
                <a:ext cx="1195870" cy="1195870"/>
              </a:xfrm>
              <a:custGeom>
                <a:avLst/>
                <a:gdLst>
                  <a:gd name="connsiteX0" fmla="*/ 0 w 1195870"/>
                  <a:gd name="connsiteY0" fmla="*/ 0 h 1195870"/>
                  <a:gd name="connsiteX1" fmla="*/ 1195871 w 1195870"/>
                  <a:gd name="connsiteY1" fmla="*/ 0 h 1195870"/>
                  <a:gd name="connsiteX2" fmla="*/ 1195871 w 1195870"/>
                  <a:gd name="connsiteY2" fmla="*/ 1195870 h 1195870"/>
                  <a:gd name="connsiteX3" fmla="*/ 0 w 1195870"/>
                  <a:gd name="connsiteY3" fmla="*/ 1195870 h 1195870"/>
                </a:gdLst>
                <a:ahLst/>
                <a:cxnLst>
                  <a:cxn ang="0">
                    <a:pos x="connsiteX0" y="connsiteY0"/>
                  </a:cxn>
                  <a:cxn ang="0">
                    <a:pos x="connsiteX1" y="connsiteY1"/>
                  </a:cxn>
                  <a:cxn ang="0">
                    <a:pos x="connsiteX2" y="connsiteY2"/>
                  </a:cxn>
                  <a:cxn ang="0">
                    <a:pos x="connsiteX3" y="connsiteY3"/>
                  </a:cxn>
                </a:cxnLst>
                <a:rect l="l" t="t" r="r" b="b"/>
                <a:pathLst>
                  <a:path w="1195870" h="1195870">
                    <a:moveTo>
                      <a:pt x="0" y="0"/>
                    </a:moveTo>
                    <a:lnTo>
                      <a:pt x="1195871" y="0"/>
                    </a:lnTo>
                    <a:lnTo>
                      <a:pt x="1195871" y="1195870"/>
                    </a:lnTo>
                    <a:lnTo>
                      <a:pt x="0" y="1195870"/>
                    </a:lnTo>
                    <a:close/>
                  </a:path>
                </a:pathLst>
              </a:custGeom>
              <a:solidFill>
                <a:srgbClr val="E9A650"/>
              </a:solidFill>
              <a:ln w="6350" cap="flat">
                <a:noFill/>
                <a:prstDash val="solid"/>
                <a:miter/>
              </a:ln>
            </p:spPr>
            <p:txBody>
              <a:bodyPr rtlCol="0" anchor="ctr"/>
              <a:lstStyle/>
              <a:p>
                <a:endParaRPr lang="zh-CN" altLang="en-US"/>
              </a:p>
            </p:txBody>
          </p:sp>
          <p:sp>
            <p:nvSpPr>
              <p:cNvPr id="23" name="任意多边形: 形状 22">
                <a:extLst>
                  <a:ext uri="{FF2B5EF4-FFF2-40B4-BE49-F238E27FC236}">
                    <a16:creationId xmlns:a16="http://schemas.microsoft.com/office/drawing/2014/main" id="{A7DE3EBF-03C1-8033-A739-AFB89AEC6070}"/>
                  </a:ext>
                </a:extLst>
              </p:cNvPr>
              <p:cNvSpPr/>
              <p:nvPr/>
            </p:nvSpPr>
            <p:spPr>
              <a:xfrm rot="10800000">
                <a:off x="9906588" y="1190292"/>
                <a:ext cx="1195876" cy="1195870"/>
              </a:xfrm>
              <a:custGeom>
                <a:avLst/>
                <a:gdLst>
                  <a:gd name="connsiteX0" fmla="*/ 0 w 1195876"/>
                  <a:gd name="connsiteY0" fmla="*/ 0 h 1195870"/>
                  <a:gd name="connsiteX1" fmla="*/ 1195877 w 1195876"/>
                  <a:gd name="connsiteY1" fmla="*/ 0 h 1195870"/>
                  <a:gd name="connsiteX2" fmla="*/ 1195877 w 1195876"/>
                  <a:gd name="connsiteY2" fmla="*/ 1195870 h 1195870"/>
                  <a:gd name="connsiteX3" fmla="*/ 0 w 1195876"/>
                  <a:gd name="connsiteY3" fmla="*/ 1195870 h 1195870"/>
                </a:gdLst>
                <a:ahLst/>
                <a:cxnLst>
                  <a:cxn ang="0">
                    <a:pos x="connsiteX0" y="connsiteY0"/>
                  </a:cxn>
                  <a:cxn ang="0">
                    <a:pos x="connsiteX1" y="connsiteY1"/>
                  </a:cxn>
                  <a:cxn ang="0">
                    <a:pos x="connsiteX2" y="connsiteY2"/>
                  </a:cxn>
                  <a:cxn ang="0">
                    <a:pos x="connsiteX3" y="connsiteY3"/>
                  </a:cxn>
                </a:cxnLst>
                <a:rect l="l" t="t" r="r" b="b"/>
                <a:pathLst>
                  <a:path w="1195876" h="1195870">
                    <a:moveTo>
                      <a:pt x="0" y="0"/>
                    </a:moveTo>
                    <a:lnTo>
                      <a:pt x="1195877" y="0"/>
                    </a:lnTo>
                    <a:lnTo>
                      <a:pt x="1195877" y="1195870"/>
                    </a:lnTo>
                    <a:lnTo>
                      <a:pt x="0" y="1195870"/>
                    </a:lnTo>
                    <a:close/>
                  </a:path>
                </a:pathLst>
              </a:custGeom>
              <a:solidFill>
                <a:srgbClr val="DC4245"/>
              </a:solidFill>
              <a:ln w="6350" cap="flat">
                <a:noFill/>
                <a:prstDash val="solid"/>
                <a:miter/>
              </a:ln>
            </p:spPr>
            <p:txBody>
              <a:bodyPr rtlCol="0" anchor="ctr"/>
              <a:lstStyle/>
              <a:p>
                <a:endParaRPr lang="zh-CN" altLang="en-US"/>
              </a:p>
            </p:txBody>
          </p:sp>
          <p:sp>
            <p:nvSpPr>
              <p:cNvPr id="24" name="任意多边形: 形状 23">
                <a:extLst>
                  <a:ext uri="{FF2B5EF4-FFF2-40B4-BE49-F238E27FC236}">
                    <a16:creationId xmlns:a16="http://schemas.microsoft.com/office/drawing/2014/main" id="{5A91ABE6-D22F-B10A-C50F-532EEE7464CB}"/>
                  </a:ext>
                </a:extLst>
              </p:cNvPr>
              <p:cNvSpPr/>
              <p:nvPr/>
            </p:nvSpPr>
            <p:spPr>
              <a:xfrm>
                <a:off x="7509929" y="-2356"/>
                <a:ext cx="1195876" cy="1195876"/>
              </a:xfrm>
              <a:custGeom>
                <a:avLst/>
                <a:gdLst>
                  <a:gd name="connsiteX0" fmla="*/ 0 w 1195876"/>
                  <a:gd name="connsiteY0" fmla="*/ 0 h 1195876"/>
                  <a:gd name="connsiteX1" fmla="*/ 1195877 w 1195876"/>
                  <a:gd name="connsiteY1" fmla="*/ 0 h 1195876"/>
                  <a:gd name="connsiteX2" fmla="*/ 1195877 w 1195876"/>
                  <a:gd name="connsiteY2" fmla="*/ 1195876 h 1195876"/>
                  <a:gd name="connsiteX3" fmla="*/ 0 w 1195876"/>
                  <a:gd name="connsiteY3" fmla="*/ 1195876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6"/>
                    </a:lnTo>
                    <a:lnTo>
                      <a:pt x="0" y="1195876"/>
                    </a:lnTo>
                    <a:close/>
                  </a:path>
                </a:pathLst>
              </a:custGeom>
              <a:solidFill>
                <a:srgbClr val="EFC590">
                  <a:alpha val="70000"/>
                </a:srgbClr>
              </a:solidFill>
              <a:ln w="6350" cap="flat">
                <a:noFill/>
                <a:prstDash val="solid"/>
                <a:miter/>
              </a:ln>
            </p:spPr>
            <p:txBody>
              <a:bodyPr rtlCol="0" anchor="ctr"/>
              <a:lstStyle/>
              <a:p>
                <a:endParaRPr lang="zh-CN" altLang="en-US"/>
              </a:p>
            </p:txBody>
          </p:sp>
          <p:sp>
            <p:nvSpPr>
              <p:cNvPr id="26" name="任意多边形: 形状 25">
                <a:extLst>
                  <a:ext uri="{FF2B5EF4-FFF2-40B4-BE49-F238E27FC236}">
                    <a16:creationId xmlns:a16="http://schemas.microsoft.com/office/drawing/2014/main" id="{D1A9AB49-B0F7-1736-8290-D86E19320DE5}"/>
                  </a:ext>
                </a:extLst>
              </p:cNvPr>
              <p:cNvSpPr/>
              <p:nvPr/>
            </p:nvSpPr>
            <p:spPr>
              <a:xfrm rot="16200000">
                <a:off x="6314058" y="-2357"/>
                <a:ext cx="1195876" cy="1195870"/>
              </a:xfrm>
              <a:custGeom>
                <a:avLst/>
                <a:gdLst>
                  <a:gd name="connsiteX0" fmla="*/ 1195877 w 1195876"/>
                  <a:gd name="connsiteY0" fmla="*/ 0 h 1195870"/>
                  <a:gd name="connsiteX1" fmla="*/ 1195877 w 1195876"/>
                  <a:gd name="connsiteY1" fmla="*/ 1195870 h 1195870"/>
                  <a:gd name="connsiteX2" fmla="*/ 0 w 1195876"/>
                  <a:gd name="connsiteY2" fmla="*/ 1195870 h 1195870"/>
                  <a:gd name="connsiteX3" fmla="*/ 0 w 1195876"/>
                  <a:gd name="connsiteY3" fmla="*/ 597935 h 1195870"/>
                  <a:gd name="connsiteX4" fmla="*/ 597935 w 1195876"/>
                  <a:gd name="connsiteY4" fmla="*/ 0 h 1195870"/>
                  <a:gd name="connsiteX5" fmla="*/ 1195877 w 1195876"/>
                  <a:gd name="connsiteY5" fmla="*/ 0 h 1195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5876" h="1195870">
                    <a:moveTo>
                      <a:pt x="1195877" y="0"/>
                    </a:moveTo>
                    <a:lnTo>
                      <a:pt x="1195877" y="1195870"/>
                    </a:lnTo>
                    <a:lnTo>
                      <a:pt x="0" y="1195870"/>
                    </a:lnTo>
                    <a:lnTo>
                      <a:pt x="0" y="597935"/>
                    </a:lnTo>
                    <a:cubicBezTo>
                      <a:pt x="0" y="267703"/>
                      <a:pt x="267703" y="0"/>
                      <a:pt x="597935" y="0"/>
                    </a:cubicBezTo>
                    <a:lnTo>
                      <a:pt x="1195877" y="0"/>
                    </a:lnTo>
                    <a:close/>
                  </a:path>
                </a:pathLst>
              </a:custGeom>
              <a:solidFill>
                <a:srgbClr val="1C1C61"/>
              </a:solidFill>
              <a:ln w="6350" cap="flat">
                <a:noFill/>
                <a:prstDash val="solid"/>
                <a:miter/>
              </a:ln>
            </p:spPr>
            <p:txBody>
              <a:bodyPr rtlCol="0" anchor="ctr"/>
              <a:lstStyle/>
              <a:p>
                <a:endParaRPr lang="zh-CN" altLang="en-US"/>
              </a:p>
            </p:txBody>
          </p:sp>
          <p:sp>
            <p:nvSpPr>
              <p:cNvPr id="34" name="任意多边形: 形状 33">
                <a:extLst>
                  <a:ext uri="{FF2B5EF4-FFF2-40B4-BE49-F238E27FC236}">
                    <a16:creationId xmlns:a16="http://schemas.microsoft.com/office/drawing/2014/main" id="{B317C674-C6BF-EC8A-60A4-E1B61366A80F}"/>
                  </a:ext>
                </a:extLst>
              </p:cNvPr>
              <p:cNvSpPr/>
              <p:nvPr/>
            </p:nvSpPr>
            <p:spPr>
              <a:xfrm rot="16200000">
                <a:off x="11097624" y="1193529"/>
                <a:ext cx="1195870" cy="1195870"/>
              </a:xfrm>
              <a:custGeom>
                <a:avLst/>
                <a:gdLst>
                  <a:gd name="connsiteX0" fmla="*/ 0 w 1195870"/>
                  <a:gd name="connsiteY0" fmla="*/ 0 h 1195870"/>
                  <a:gd name="connsiteX1" fmla="*/ 597935 w 1195870"/>
                  <a:gd name="connsiteY1" fmla="*/ 0 h 1195870"/>
                  <a:gd name="connsiteX2" fmla="*/ 1195870 w 1195870"/>
                  <a:gd name="connsiteY2" fmla="*/ 597935 h 1195870"/>
                  <a:gd name="connsiteX3" fmla="*/ 1195870 w 1195870"/>
                  <a:gd name="connsiteY3" fmla="*/ 597935 h 1195870"/>
                  <a:gd name="connsiteX4" fmla="*/ 597935 w 1195870"/>
                  <a:gd name="connsiteY4" fmla="*/ 1195870 h 1195870"/>
                  <a:gd name="connsiteX5" fmla="*/ 0 w 1195870"/>
                  <a:gd name="connsiteY5" fmla="*/ 1195870 h 1195870"/>
                  <a:gd name="connsiteX6" fmla="*/ 0 w 1195870"/>
                  <a:gd name="connsiteY6" fmla="*/ 0 h 1195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5870" h="1195870">
                    <a:moveTo>
                      <a:pt x="0" y="0"/>
                    </a:moveTo>
                    <a:lnTo>
                      <a:pt x="597935" y="0"/>
                    </a:lnTo>
                    <a:cubicBezTo>
                      <a:pt x="928167" y="0"/>
                      <a:pt x="1195870" y="267703"/>
                      <a:pt x="1195870" y="597935"/>
                    </a:cubicBezTo>
                    <a:lnTo>
                      <a:pt x="1195870" y="597935"/>
                    </a:lnTo>
                    <a:cubicBezTo>
                      <a:pt x="1195870" y="928167"/>
                      <a:pt x="928167" y="1195870"/>
                      <a:pt x="597935" y="1195870"/>
                    </a:cubicBezTo>
                    <a:lnTo>
                      <a:pt x="0" y="1195870"/>
                    </a:lnTo>
                    <a:lnTo>
                      <a:pt x="0" y="0"/>
                    </a:lnTo>
                    <a:close/>
                  </a:path>
                </a:pathLst>
              </a:custGeom>
              <a:solidFill>
                <a:srgbClr val="E9A650"/>
              </a:solidFill>
              <a:ln w="6350" cap="flat">
                <a:noFill/>
                <a:prstDash val="solid"/>
                <a:miter/>
              </a:ln>
            </p:spPr>
            <p:txBody>
              <a:bodyPr rtlCol="0" anchor="ctr"/>
              <a:lstStyle/>
              <a:p>
                <a:endParaRPr lang="zh-CN" altLang="en-US"/>
              </a:p>
            </p:txBody>
          </p:sp>
          <p:sp>
            <p:nvSpPr>
              <p:cNvPr id="35" name="任意多边形: 形状 34">
                <a:extLst>
                  <a:ext uri="{FF2B5EF4-FFF2-40B4-BE49-F238E27FC236}">
                    <a16:creationId xmlns:a16="http://schemas.microsoft.com/office/drawing/2014/main" id="{BC52DFA4-7828-46F0-FF3A-37C9BB75B577}"/>
                  </a:ext>
                </a:extLst>
              </p:cNvPr>
              <p:cNvSpPr/>
              <p:nvPr/>
            </p:nvSpPr>
            <p:spPr>
              <a:xfrm>
                <a:off x="11097624" y="-2359"/>
                <a:ext cx="1195876" cy="1195876"/>
              </a:xfrm>
              <a:custGeom>
                <a:avLst/>
                <a:gdLst>
                  <a:gd name="connsiteX0" fmla="*/ 0 w 1195876"/>
                  <a:gd name="connsiteY0" fmla="*/ 0 h 1195876"/>
                  <a:gd name="connsiteX1" fmla="*/ 1195877 w 1195876"/>
                  <a:gd name="connsiteY1" fmla="*/ 0 h 1195876"/>
                  <a:gd name="connsiteX2" fmla="*/ 1195877 w 1195876"/>
                  <a:gd name="connsiteY2" fmla="*/ 1195877 h 1195876"/>
                  <a:gd name="connsiteX3" fmla="*/ 0 w 1195876"/>
                  <a:gd name="connsiteY3" fmla="*/ 1195877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7"/>
                    </a:lnTo>
                    <a:lnTo>
                      <a:pt x="0" y="1195877"/>
                    </a:lnTo>
                    <a:close/>
                  </a:path>
                </a:pathLst>
              </a:custGeom>
              <a:solidFill>
                <a:srgbClr val="EFC590">
                  <a:alpha val="70000"/>
                </a:srgbClr>
              </a:solidFill>
              <a:ln w="6350" cap="flat">
                <a:noFill/>
                <a:prstDash val="solid"/>
                <a:miter/>
              </a:ln>
            </p:spPr>
            <p:txBody>
              <a:bodyPr rtlCol="0" anchor="ctr"/>
              <a:lstStyle/>
              <a:p>
                <a:endParaRPr lang="zh-CN" altLang="en-US"/>
              </a:p>
            </p:txBody>
          </p:sp>
          <p:sp>
            <p:nvSpPr>
              <p:cNvPr id="42" name="任意多边形: 形状 41">
                <a:extLst>
                  <a:ext uri="{FF2B5EF4-FFF2-40B4-BE49-F238E27FC236}">
                    <a16:creationId xmlns:a16="http://schemas.microsoft.com/office/drawing/2014/main" id="{870BC334-AE1F-E27C-EC94-CA6878415904}"/>
                  </a:ext>
                </a:extLst>
              </p:cNvPr>
              <p:cNvSpPr/>
              <p:nvPr/>
            </p:nvSpPr>
            <p:spPr>
              <a:xfrm rot="16200000">
                <a:off x="11106780" y="907037"/>
                <a:ext cx="300412" cy="301491"/>
              </a:xfrm>
              <a:custGeom>
                <a:avLst/>
                <a:gdLst>
                  <a:gd name="connsiteX0" fmla="*/ 0 w 300412"/>
                  <a:gd name="connsiteY0" fmla="*/ 0 h 301491"/>
                  <a:gd name="connsiteX1" fmla="*/ 300412 w 300412"/>
                  <a:gd name="connsiteY1" fmla="*/ 0 h 301491"/>
                  <a:gd name="connsiteX2" fmla="*/ 300412 w 300412"/>
                  <a:gd name="connsiteY2" fmla="*/ 301492 h 301491"/>
                  <a:gd name="connsiteX3" fmla="*/ 0 w 300412"/>
                  <a:gd name="connsiteY3" fmla="*/ 301492 h 301491"/>
                </a:gdLst>
                <a:ahLst/>
                <a:cxnLst>
                  <a:cxn ang="0">
                    <a:pos x="connsiteX0" y="connsiteY0"/>
                  </a:cxn>
                  <a:cxn ang="0">
                    <a:pos x="connsiteX1" y="connsiteY1"/>
                  </a:cxn>
                  <a:cxn ang="0">
                    <a:pos x="connsiteX2" y="connsiteY2"/>
                  </a:cxn>
                  <a:cxn ang="0">
                    <a:pos x="connsiteX3" y="connsiteY3"/>
                  </a:cxn>
                </a:cxnLst>
                <a:rect l="l" t="t" r="r" b="b"/>
                <a:pathLst>
                  <a:path w="300412" h="301491">
                    <a:moveTo>
                      <a:pt x="0" y="0"/>
                    </a:moveTo>
                    <a:lnTo>
                      <a:pt x="300412" y="0"/>
                    </a:lnTo>
                    <a:lnTo>
                      <a:pt x="300412" y="301492"/>
                    </a:lnTo>
                    <a:lnTo>
                      <a:pt x="0" y="301492"/>
                    </a:lnTo>
                    <a:close/>
                  </a:path>
                </a:pathLst>
              </a:custGeom>
              <a:solidFill>
                <a:srgbClr val="FBF5E2"/>
              </a:solidFill>
              <a:ln w="6350" cap="flat">
                <a:noFill/>
                <a:prstDash val="solid"/>
                <a:miter/>
              </a:ln>
            </p:spPr>
            <p:txBody>
              <a:bodyPr rtlCol="0" anchor="ctr"/>
              <a:lstStyle/>
              <a:p>
                <a:endParaRPr lang="zh-CN" altLang="en-US"/>
              </a:p>
            </p:txBody>
          </p:sp>
          <p:sp>
            <p:nvSpPr>
              <p:cNvPr id="43" name="任意多边形: 形状 42">
                <a:extLst>
                  <a:ext uri="{FF2B5EF4-FFF2-40B4-BE49-F238E27FC236}">
                    <a16:creationId xmlns:a16="http://schemas.microsoft.com/office/drawing/2014/main" id="{CE8B4C4C-2565-3C06-0FA0-75097670492E}"/>
                  </a:ext>
                </a:extLst>
              </p:cNvPr>
              <p:cNvSpPr/>
              <p:nvPr/>
            </p:nvSpPr>
            <p:spPr>
              <a:xfrm rot="16200000">
                <a:off x="11404608" y="606473"/>
                <a:ext cx="300412" cy="301491"/>
              </a:xfrm>
              <a:custGeom>
                <a:avLst/>
                <a:gdLst>
                  <a:gd name="connsiteX0" fmla="*/ 0 w 300412"/>
                  <a:gd name="connsiteY0" fmla="*/ 0 h 301491"/>
                  <a:gd name="connsiteX1" fmla="*/ 300412 w 300412"/>
                  <a:gd name="connsiteY1" fmla="*/ 0 h 301491"/>
                  <a:gd name="connsiteX2" fmla="*/ 300412 w 300412"/>
                  <a:gd name="connsiteY2" fmla="*/ 301492 h 301491"/>
                  <a:gd name="connsiteX3" fmla="*/ 0 w 300412"/>
                  <a:gd name="connsiteY3" fmla="*/ 301492 h 301491"/>
                </a:gdLst>
                <a:ahLst/>
                <a:cxnLst>
                  <a:cxn ang="0">
                    <a:pos x="connsiteX0" y="connsiteY0"/>
                  </a:cxn>
                  <a:cxn ang="0">
                    <a:pos x="connsiteX1" y="connsiteY1"/>
                  </a:cxn>
                  <a:cxn ang="0">
                    <a:pos x="connsiteX2" y="connsiteY2"/>
                  </a:cxn>
                  <a:cxn ang="0">
                    <a:pos x="connsiteX3" y="connsiteY3"/>
                  </a:cxn>
                </a:cxnLst>
                <a:rect l="l" t="t" r="r" b="b"/>
                <a:pathLst>
                  <a:path w="300412" h="301491">
                    <a:moveTo>
                      <a:pt x="0" y="0"/>
                    </a:moveTo>
                    <a:lnTo>
                      <a:pt x="300412" y="0"/>
                    </a:lnTo>
                    <a:lnTo>
                      <a:pt x="300412" y="301492"/>
                    </a:lnTo>
                    <a:lnTo>
                      <a:pt x="0" y="301492"/>
                    </a:lnTo>
                    <a:close/>
                  </a:path>
                </a:pathLst>
              </a:custGeom>
              <a:solidFill>
                <a:srgbClr val="FBF5E2"/>
              </a:solidFill>
              <a:ln w="6350" cap="flat">
                <a:noFill/>
                <a:prstDash val="solid"/>
                <a:miter/>
              </a:ln>
            </p:spPr>
            <p:txBody>
              <a:bodyPr rtlCol="0" anchor="ctr"/>
              <a:lstStyle/>
              <a:p>
                <a:endParaRPr lang="zh-CN" altLang="en-US"/>
              </a:p>
            </p:txBody>
          </p:sp>
          <p:sp>
            <p:nvSpPr>
              <p:cNvPr id="44" name="任意多边形: 形状 43">
                <a:extLst>
                  <a:ext uri="{FF2B5EF4-FFF2-40B4-BE49-F238E27FC236}">
                    <a16:creationId xmlns:a16="http://schemas.microsoft.com/office/drawing/2014/main" id="{D65011DE-32A3-160E-DD7D-F8B5C2F551D9}"/>
                  </a:ext>
                </a:extLst>
              </p:cNvPr>
              <p:cNvSpPr/>
              <p:nvPr/>
            </p:nvSpPr>
            <p:spPr>
              <a:xfrm rot="16200000">
                <a:off x="11704347" y="305902"/>
                <a:ext cx="300412" cy="301491"/>
              </a:xfrm>
              <a:custGeom>
                <a:avLst/>
                <a:gdLst>
                  <a:gd name="connsiteX0" fmla="*/ 0 w 300412"/>
                  <a:gd name="connsiteY0" fmla="*/ 0 h 301491"/>
                  <a:gd name="connsiteX1" fmla="*/ 300412 w 300412"/>
                  <a:gd name="connsiteY1" fmla="*/ 0 h 301491"/>
                  <a:gd name="connsiteX2" fmla="*/ 300412 w 300412"/>
                  <a:gd name="connsiteY2" fmla="*/ 301492 h 301491"/>
                  <a:gd name="connsiteX3" fmla="*/ 0 w 300412"/>
                  <a:gd name="connsiteY3" fmla="*/ 301492 h 301491"/>
                </a:gdLst>
                <a:ahLst/>
                <a:cxnLst>
                  <a:cxn ang="0">
                    <a:pos x="connsiteX0" y="connsiteY0"/>
                  </a:cxn>
                  <a:cxn ang="0">
                    <a:pos x="connsiteX1" y="connsiteY1"/>
                  </a:cxn>
                  <a:cxn ang="0">
                    <a:pos x="connsiteX2" y="connsiteY2"/>
                  </a:cxn>
                  <a:cxn ang="0">
                    <a:pos x="connsiteX3" y="connsiteY3"/>
                  </a:cxn>
                </a:cxnLst>
                <a:rect l="l" t="t" r="r" b="b"/>
                <a:pathLst>
                  <a:path w="300412" h="301491">
                    <a:moveTo>
                      <a:pt x="0" y="0"/>
                    </a:moveTo>
                    <a:lnTo>
                      <a:pt x="300412" y="0"/>
                    </a:lnTo>
                    <a:lnTo>
                      <a:pt x="300412" y="301492"/>
                    </a:lnTo>
                    <a:lnTo>
                      <a:pt x="0" y="301492"/>
                    </a:lnTo>
                    <a:close/>
                  </a:path>
                </a:pathLst>
              </a:custGeom>
              <a:solidFill>
                <a:srgbClr val="FBF5E2"/>
              </a:solidFill>
              <a:ln w="6350" cap="flat">
                <a:noFill/>
                <a:prstDash val="solid"/>
                <a:miter/>
              </a:ln>
            </p:spPr>
            <p:txBody>
              <a:bodyPr rtlCol="0" anchor="ctr"/>
              <a:lstStyle/>
              <a:p>
                <a:endParaRPr lang="zh-CN" altLang="en-US"/>
              </a:p>
            </p:txBody>
          </p:sp>
          <p:sp>
            <p:nvSpPr>
              <p:cNvPr id="45" name="任意多边形: 形状 44">
                <a:extLst>
                  <a:ext uri="{FF2B5EF4-FFF2-40B4-BE49-F238E27FC236}">
                    <a16:creationId xmlns:a16="http://schemas.microsoft.com/office/drawing/2014/main" id="{FE86D0B6-AB13-0FBA-7CF1-2E54413855B0}"/>
                  </a:ext>
                </a:extLst>
              </p:cNvPr>
              <p:cNvSpPr/>
              <p:nvPr/>
            </p:nvSpPr>
            <p:spPr>
              <a:xfrm rot="16200000">
                <a:off x="12000581" y="3737"/>
                <a:ext cx="303612" cy="301491"/>
              </a:xfrm>
              <a:custGeom>
                <a:avLst/>
                <a:gdLst>
                  <a:gd name="connsiteX0" fmla="*/ 0 w 303612"/>
                  <a:gd name="connsiteY0" fmla="*/ 0 h 301491"/>
                  <a:gd name="connsiteX1" fmla="*/ 303612 w 303612"/>
                  <a:gd name="connsiteY1" fmla="*/ 0 h 301491"/>
                  <a:gd name="connsiteX2" fmla="*/ 303612 w 303612"/>
                  <a:gd name="connsiteY2" fmla="*/ 301492 h 301491"/>
                  <a:gd name="connsiteX3" fmla="*/ 0 w 303612"/>
                  <a:gd name="connsiteY3" fmla="*/ 301492 h 301491"/>
                </a:gdLst>
                <a:ahLst/>
                <a:cxnLst>
                  <a:cxn ang="0">
                    <a:pos x="connsiteX0" y="connsiteY0"/>
                  </a:cxn>
                  <a:cxn ang="0">
                    <a:pos x="connsiteX1" y="connsiteY1"/>
                  </a:cxn>
                  <a:cxn ang="0">
                    <a:pos x="connsiteX2" y="connsiteY2"/>
                  </a:cxn>
                  <a:cxn ang="0">
                    <a:pos x="connsiteX3" y="connsiteY3"/>
                  </a:cxn>
                </a:cxnLst>
                <a:rect l="l" t="t" r="r" b="b"/>
                <a:pathLst>
                  <a:path w="303612" h="301491">
                    <a:moveTo>
                      <a:pt x="0" y="0"/>
                    </a:moveTo>
                    <a:lnTo>
                      <a:pt x="303612" y="0"/>
                    </a:lnTo>
                    <a:lnTo>
                      <a:pt x="303612" y="301492"/>
                    </a:lnTo>
                    <a:lnTo>
                      <a:pt x="0" y="301492"/>
                    </a:lnTo>
                    <a:close/>
                  </a:path>
                </a:pathLst>
              </a:custGeom>
              <a:solidFill>
                <a:srgbClr val="FBF5E2"/>
              </a:solidFill>
              <a:ln w="6350" cap="flat">
                <a:noFill/>
                <a:prstDash val="solid"/>
                <a:miter/>
              </a:ln>
            </p:spPr>
            <p:txBody>
              <a:bodyPr rtlCol="0" anchor="ctr"/>
              <a:lstStyle/>
              <a:p>
                <a:endParaRPr lang="zh-CN" altLang="en-US"/>
              </a:p>
            </p:txBody>
          </p:sp>
          <p:sp>
            <p:nvSpPr>
              <p:cNvPr id="49" name="任意多边形: 形状 48">
                <a:extLst>
                  <a:ext uri="{FF2B5EF4-FFF2-40B4-BE49-F238E27FC236}">
                    <a16:creationId xmlns:a16="http://schemas.microsoft.com/office/drawing/2014/main" id="{DDA8FA3F-FBF2-92BC-818B-D3E5A98B74AC}"/>
                  </a:ext>
                </a:extLst>
              </p:cNvPr>
              <p:cNvSpPr/>
              <p:nvPr/>
            </p:nvSpPr>
            <p:spPr>
              <a:xfrm rot="16200000">
                <a:off x="9905342" y="1192279"/>
                <a:ext cx="1197120" cy="1197121"/>
              </a:xfrm>
              <a:custGeom>
                <a:avLst/>
                <a:gdLst>
                  <a:gd name="connsiteX0" fmla="*/ 0 w 1197120"/>
                  <a:gd name="connsiteY0" fmla="*/ 0 h 1197121"/>
                  <a:gd name="connsiteX1" fmla="*/ 1197121 w 1197120"/>
                  <a:gd name="connsiteY1" fmla="*/ 0 h 1197121"/>
                  <a:gd name="connsiteX2" fmla="*/ 1197121 w 1197120"/>
                  <a:gd name="connsiteY2" fmla="*/ 1197121 h 1197121"/>
                  <a:gd name="connsiteX3" fmla="*/ 1195184 w 1197120"/>
                  <a:gd name="connsiteY3" fmla="*/ 1197121 h 1197121"/>
                  <a:gd name="connsiteX4" fmla="*/ 0 w 1197120"/>
                  <a:gd name="connsiteY4" fmla="*/ 1937 h 1197121"/>
                  <a:gd name="connsiteX5" fmla="*/ 0 w 1197120"/>
                  <a:gd name="connsiteY5" fmla="*/ 0 h 119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120" h="1197121">
                    <a:moveTo>
                      <a:pt x="0" y="0"/>
                    </a:moveTo>
                    <a:lnTo>
                      <a:pt x="1197121" y="0"/>
                    </a:lnTo>
                    <a:lnTo>
                      <a:pt x="1197121" y="1197121"/>
                    </a:lnTo>
                    <a:lnTo>
                      <a:pt x="1195184" y="1197121"/>
                    </a:lnTo>
                    <a:cubicBezTo>
                      <a:pt x="535101" y="1197121"/>
                      <a:pt x="0" y="662019"/>
                      <a:pt x="0" y="1937"/>
                    </a:cubicBezTo>
                    <a:lnTo>
                      <a:pt x="0" y="0"/>
                    </a:lnTo>
                    <a:close/>
                  </a:path>
                </a:pathLst>
              </a:custGeom>
              <a:solidFill>
                <a:srgbClr val="FBF5E2"/>
              </a:solidFill>
              <a:ln w="6350" cap="flat">
                <a:noFill/>
                <a:prstDash val="solid"/>
                <a:miter/>
              </a:ln>
            </p:spPr>
            <p:txBody>
              <a:bodyPr rtlCol="0" anchor="ctr"/>
              <a:lstStyle/>
              <a:p>
                <a:endParaRPr lang="zh-CN" altLang="en-US"/>
              </a:p>
            </p:txBody>
          </p:sp>
          <p:sp>
            <p:nvSpPr>
              <p:cNvPr id="50" name="任意多边形: 形状 49">
                <a:extLst>
                  <a:ext uri="{FF2B5EF4-FFF2-40B4-BE49-F238E27FC236}">
                    <a16:creationId xmlns:a16="http://schemas.microsoft.com/office/drawing/2014/main" id="{76B785B2-4291-25FA-24DA-3798A39847CB}"/>
                  </a:ext>
                </a:extLst>
              </p:cNvPr>
              <p:cNvSpPr/>
              <p:nvPr/>
            </p:nvSpPr>
            <p:spPr>
              <a:xfrm rot="16200000">
                <a:off x="9905342" y="-4874"/>
                <a:ext cx="1197121" cy="1197121"/>
              </a:xfrm>
              <a:custGeom>
                <a:avLst/>
                <a:gdLst>
                  <a:gd name="connsiteX0" fmla="*/ 0 w 1197121"/>
                  <a:gd name="connsiteY0" fmla="*/ 0 h 1197121"/>
                  <a:gd name="connsiteX1" fmla="*/ 1197122 w 1197121"/>
                  <a:gd name="connsiteY1" fmla="*/ 0 h 1197121"/>
                  <a:gd name="connsiteX2" fmla="*/ 1197122 w 1197121"/>
                  <a:gd name="connsiteY2" fmla="*/ 1937 h 1197121"/>
                  <a:gd name="connsiteX3" fmla="*/ 1937 w 1197121"/>
                  <a:gd name="connsiteY3" fmla="*/ 1197121 h 1197121"/>
                  <a:gd name="connsiteX4" fmla="*/ 0 w 1197121"/>
                  <a:gd name="connsiteY4" fmla="*/ 1197121 h 1197121"/>
                  <a:gd name="connsiteX5" fmla="*/ 0 w 1197121"/>
                  <a:gd name="connsiteY5" fmla="*/ 0 h 119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121" h="1197121">
                    <a:moveTo>
                      <a:pt x="0" y="0"/>
                    </a:moveTo>
                    <a:lnTo>
                      <a:pt x="1197122" y="0"/>
                    </a:lnTo>
                    <a:lnTo>
                      <a:pt x="1197122" y="1937"/>
                    </a:lnTo>
                    <a:cubicBezTo>
                      <a:pt x="1197122" y="662019"/>
                      <a:pt x="662019" y="1197121"/>
                      <a:pt x="1937" y="1197121"/>
                    </a:cubicBezTo>
                    <a:lnTo>
                      <a:pt x="0" y="1197121"/>
                    </a:lnTo>
                    <a:lnTo>
                      <a:pt x="0" y="0"/>
                    </a:lnTo>
                    <a:close/>
                  </a:path>
                </a:pathLst>
              </a:custGeom>
              <a:solidFill>
                <a:srgbClr val="1C1C61"/>
              </a:solidFill>
              <a:ln w="6350" cap="flat">
                <a:noFill/>
                <a:prstDash val="solid"/>
                <a:miter/>
              </a:ln>
            </p:spPr>
            <p:txBody>
              <a:bodyPr rtlCol="0" anchor="ctr"/>
              <a:lstStyle/>
              <a:p>
                <a:endParaRPr lang="zh-CN" altLang="en-US"/>
              </a:p>
            </p:txBody>
          </p:sp>
          <p:sp>
            <p:nvSpPr>
              <p:cNvPr id="51" name="任意多边形: 形状 50">
                <a:extLst>
                  <a:ext uri="{FF2B5EF4-FFF2-40B4-BE49-F238E27FC236}">
                    <a16:creationId xmlns:a16="http://schemas.microsoft.com/office/drawing/2014/main" id="{ECD228C9-0627-4877-242E-1BA69A0AF17E}"/>
                  </a:ext>
                </a:extLst>
              </p:cNvPr>
              <p:cNvSpPr/>
              <p:nvPr/>
            </p:nvSpPr>
            <p:spPr>
              <a:xfrm rot="16200000">
                <a:off x="9905341" y="1192273"/>
                <a:ext cx="747821" cy="747820"/>
              </a:xfrm>
              <a:custGeom>
                <a:avLst/>
                <a:gdLst>
                  <a:gd name="connsiteX0" fmla="*/ 0 w 747821"/>
                  <a:gd name="connsiteY0" fmla="*/ 0 h 747820"/>
                  <a:gd name="connsiteX1" fmla="*/ 747821 w 747821"/>
                  <a:gd name="connsiteY1" fmla="*/ 0 h 747820"/>
                  <a:gd name="connsiteX2" fmla="*/ 747821 w 747821"/>
                  <a:gd name="connsiteY2" fmla="*/ 747821 h 747820"/>
                  <a:gd name="connsiteX3" fmla="*/ 746608 w 747821"/>
                  <a:gd name="connsiteY3" fmla="*/ 747821 h 747820"/>
                  <a:gd name="connsiteX4" fmla="*/ 0 w 747821"/>
                  <a:gd name="connsiteY4" fmla="*/ 1213 h 747820"/>
                  <a:gd name="connsiteX5" fmla="*/ 0 w 747821"/>
                  <a:gd name="connsiteY5" fmla="*/ 0 h 747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7821" h="747820">
                    <a:moveTo>
                      <a:pt x="0" y="0"/>
                    </a:moveTo>
                    <a:lnTo>
                      <a:pt x="747821" y="0"/>
                    </a:lnTo>
                    <a:lnTo>
                      <a:pt x="747821" y="747821"/>
                    </a:lnTo>
                    <a:lnTo>
                      <a:pt x="746608" y="747821"/>
                    </a:lnTo>
                    <a:cubicBezTo>
                      <a:pt x="334270" y="747821"/>
                      <a:pt x="0" y="413550"/>
                      <a:pt x="0" y="1213"/>
                    </a:cubicBezTo>
                    <a:lnTo>
                      <a:pt x="0" y="0"/>
                    </a:lnTo>
                    <a:close/>
                  </a:path>
                </a:pathLst>
              </a:custGeom>
              <a:solidFill>
                <a:srgbClr val="DC4245"/>
              </a:solidFill>
              <a:ln w="6350" cap="flat">
                <a:noFill/>
                <a:prstDash val="solid"/>
                <a:miter/>
              </a:ln>
            </p:spPr>
            <p:txBody>
              <a:bodyPr rtlCol="0" anchor="ctr"/>
              <a:lstStyle/>
              <a:p>
                <a:endParaRPr lang="zh-CN" altLang="en-US"/>
              </a:p>
            </p:txBody>
          </p:sp>
          <p:sp>
            <p:nvSpPr>
              <p:cNvPr id="52" name="任意多边形: 形状 51">
                <a:extLst>
                  <a:ext uri="{FF2B5EF4-FFF2-40B4-BE49-F238E27FC236}">
                    <a16:creationId xmlns:a16="http://schemas.microsoft.com/office/drawing/2014/main" id="{4BC53A25-09CF-596A-BB80-F5953BAA3198}"/>
                  </a:ext>
                </a:extLst>
              </p:cNvPr>
              <p:cNvSpPr/>
              <p:nvPr/>
            </p:nvSpPr>
            <p:spPr>
              <a:xfrm rot="16200000">
                <a:off x="9905342" y="444434"/>
                <a:ext cx="747820" cy="747820"/>
              </a:xfrm>
              <a:custGeom>
                <a:avLst/>
                <a:gdLst>
                  <a:gd name="connsiteX0" fmla="*/ 0 w 747820"/>
                  <a:gd name="connsiteY0" fmla="*/ 0 h 747820"/>
                  <a:gd name="connsiteX1" fmla="*/ 747820 w 747820"/>
                  <a:gd name="connsiteY1" fmla="*/ 0 h 747820"/>
                  <a:gd name="connsiteX2" fmla="*/ 747820 w 747820"/>
                  <a:gd name="connsiteY2" fmla="*/ 1213 h 747820"/>
                  <a:gd name="connsiteX3" fmla="*/ 1213 w 747820"/>
                  <a:gd name="connsiteY3" fmla="*/ 747821 h 747820"/>
                  <a:gd name="connsiteX4" fmla="*/ 0 w 747820"/>
                  <a:gd name="connsiteY4" fmla="*/ 747821 h 747820"/>
                  <a:gd name="connsiteX5" fmla="*/ 0 w 747820"/>
                  <a:gd name="connsiteY5" fmla="*/ 0 h 747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7820" h="747820">
                    <a:moveTo>
                      <a:pt x="0" y="0"/>
                    </a:moveTo>
                    <a:lnTo>
                      <a:pt x="747820" y="0"/>
                    </a:lnTo>
                    <a:lnTo>
                      <a:pt x="747820" y="1213"/>
                    </a:lnTo>
                    <a:cubicBezTo>
                      <a:pt x="747820" y="413550"/>
                      <a:pt x="413550" y="747821"/>
                      <a:pt x="1213" y="747821"/>
                    </a:cubicBezTo>
                    <a:lnTo>
                      <a:pt x="0" y="747821"/>
                    </a:lnTo>
                    <a:lnTo>
                      <a:pt x="0" y="0"/>
                    </a:lnTo>
                    <a:close/>
                  </a:path>
                </a:pathLst>
              </a:custGeom>
              <a:solidFill>
                <a:srgbClr val="FBF5E2"/>
              </a:solidFill>
              <a:ln w="6350" cap="flat">
                <a:noFill/>
                <a:prstDash val="solid"/>
                <a:miter/>
              </a:ln>
            </p:spPr>
            <p:txBody>
              <a:bodyPr rtlCol="0" anchor="ctr"/>
              <a:lstStyle/>
              <a:p>
                <a:endParaRPr lang="zh-CN" altLang="en-US"/>
              </a:p>
            </p:txBody>
          </p:sp>
          <p:sp>
            <p:nvSpPr>
              <p:cNvPr id="53" name="任意多边形: 形状 52">
                <a:extLst>
                  <a:ext uri="{FF2B5EF4-FFF2-40B4-BE49-F238E27FC236}">
                    <a16:creationId xmlns:a16="http://schemas.microsoft.com/office/drawing/2014/main" id="{8EACD178-F314-34E0-F26A-3B92234EF1D0}"/>
                  </a:ext>
                </a:extLst>
              </p:cNvPr>
              <p:cNvSpPr/>
              <p:nvPr/>
            </p:nvSpPr>
            <p:spPr>
              <a:xfrm rot="16200000">
                <a:off x="8705649" y="-4874"/>
                <a:ext cx="1197121" cy="1197121"/>
              </a:xfrm>
              <a:custGeom>
                <a:avLst/>
                <a:gdLst>
                  <a:gd name="connsiteX0" fmla="*/ 1197122 w 1197121"/>
                  <a:gd name="connsiteY0" fmla="*/ 1197121 h 1197121"/>
                  <a:gd name="connsiteX1" fmla="*/ 0 w 1197121"/>
                  <a:gd name="connsiteY1" fmla="*/ 1197121 h 1197121"/>
                  <a:gd name="connsiteX2" fmla="*/ 0 w 1197121"/>
                  <a:gd name="connsiteY2" fmla="*/ 0 h 1197121"/>
                  <a:gd name="connsiteX3" fmla="*/ 1937 w 1197121"/>
                  <a:gd name="connsiteY3" fmla="*/ 0 h 1197121"/>
                  <a:gd name="connsiteX4" fmla="*/ 1197122 w 1197121"/>
                  <a:gd name="connsiteY4" fmla="*/ 1195184 h 1197121"/>
                  <a:gd name="connsiteX5" fmla="*/ 1197122 w 1197121"/>
                  <a:gd name="connsiteY5" fmla="*/ 1197121 h 119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121" h="1197121">
                    <a:moveTo>
                      <a:pt x="1197122" y="1197121"/>
                    </a:moveTo>
                    <a:lnTo>
                      <a:pt x="0" y="1197121"/>
                    </a:lnTo>
                    <a:lnTo>
                      <a:pt x="0" y="0"/>
                    </a:lnTo>
                    <a:lnTo>
                      <a:pt x="1937" y="0"/>
                    </a:lnTo>
                    <a:cubicBezTo>
                      <a:pt x="662019" y="0"/>
                      <a:pt x="1197122" y="535102"/>
                      <a:pt x="1197122" y="1195184"/>
                    </a:cubicBezTo>
                    <a:lnTo>
                      <a:pt x="1197122" y="1197121"/>
                    </a:lnTo>
                    <a:close/>
                  </a:path>
                </a:pathLst>
              </a:custGeom>
              <a:solidFill>
                <a:srgbClr val="FBF5E2"/>
              </a:solidFill>
              <a:ln w="6350" cap="flat">
                <a:noFill/>
                <a:prstDash val="solid"/>
                <a:miter/>
              </a:ln>
            </p:spPr>
            <p:txBody>
              <a:bodyPr rtlCol="0" anchor="ctr"/>
              <a:lstStyle/>
              <a:p>
                <a:endParaRPr lang="zh-CN" altLang="en-US"/>
              </a:p>
            </p:txBody>
          </p:sp>
          <p:sp>
            <p:nvSpPr>
              <p:cNvPr id="54" name="任意多边形: 形状 53">
                <a:extLst>
                  <a:ext uri="{FF2B5EF4-FFF2-40B4-BE49-F238E27FC236}">
                    <a16:creationId xmlns:a16="http://schemas.microsoft.com/office/drawing/2014/main" id="{6A996C77-06B3-F205-427B-A2C322687B8F}"/>
                  </a:ext>
                </a:extLst>
              </p:cNvPr>
              <p:cNvSpPr/>
              <p:nvPr/>
            </p:nvSpPr>
            <p:spPr>
              <a:xfrm rot="16200000">
                <a:off x="8705649" y="1192279"/>
                <a:ext cx="1197120" cy="1197121"/>
              </a:xfrm>
              <a:custGeom>
                <a:avLst/>
                <a:gdLst>
                  <a:gd name="connsiteX0" fmla="*/ 1197121 w 1197120"/>
                  <a:gd name="connsiteY0" fmla="*/ 1197121 h 1197121"/>
                  <a:gd name="connsiteX1" fmla="*/ 0 w 1197120"/>
                  <a:gd name="connsiteY1" fmla="*/ 1197121 h 1197121"/>
                  <a:gd name="connsiteX2" fmla="*/ 0 w 1197120"/>
                  <a:gd name="connsiteY2" fmla="*/ 1195184 h 1197121"/>
                  <a:gd name="connsiteX3" fmla="*/ 1195184 w 1197120"/>
                  <a:gd name="connsiteY3" fmla="*/ 0 h 1197121"/>
                  <a:gd name="connsiteX4" fmla="*/ 1197121 w 1197120"/>
                  <a:gd name="connsiteY4" fmla="*/ 0 h 1197121"/>
                  <a:gd name="connsiteX5" fmla="*/ 1197121 w 1197120"/>
                  <a:gd name="connsiteY5" fmla="*/ 1197121 h 119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120" h="1197121">
                    <a:moveTo>
                      <a:pt x="1197121" y="1197121"/>
                    </a:moveTo>
                    <a:lnTo>
                      <a:pt x="0" y="1197121"/>
                    </a:lnTo>
                    <a:lnTo>
                      <a:pt x="0" y="1195184"/>
                    </a:lnTo>
                    <a:cubicBezTo>
                      <a:pt x="0" y="535102"/>
                      <a:pt x="535101" y="0"/>
                      <a:pt x="1195184" y="0"/>
                    </a:cubicBezTo>
                    <a:lnTo>
                      <a:pt x="1197121" y="0"/>
                    </a:lnTo>
                    <a:lnTo>
                      <a:pt x="1197121" y="1197121"/>
                    </a:lnTo>
                    <a:close/>
                  </a:path>
                </a:pathLst>
              </a:custGeom>
              <a:solidFill>
                <a:srgbClr val="1C1C61"/>
              </a:solidFill>
              <a:ln w="6350" cap="flat">
                <a:noFill/>
                <a:prstDash val="solid"/>
                <a:miter/>
              </a:ln>
            </p:spPr>
            <p:txBody>
              <a:bodyPr rtlCol="0" anchor="ctr"/>
              <a:lstStyle/>
              <a:p>
                <a:endParaRPr lang="zh-CN" altLang="en-US"/>
              </a:p>
            </p:txBody>
          </p:sp>
          <p:sp>
            <p:nvSpPr>
              <p:cNvPr id="55" name="任意多边形: 形状 54">
                <a:extLst>
                  <a:ext uri="{FF2B5EF4-FFF2-40B4-BE49-F238E27FC236}">
                    <a16:creationId xmlns:a16="http://schemas.microsoft.com/office/drawing/2014/main" id="{ADBA1967-7CCD-1A24-5911-A2A7CFE385F1}"/>
                  </a:ext>
                </a:extLst>
              </p:cNvPr>
              <p:cNvSpPr/>
              <p:nvPr/>
            </p:nvSpPr>
            <p:spPr>
              <a:xfrm rot="16200000">
                <a:off x="9154953" y="444443"/>
                <a:ext cx="747820" cy="747814"/>
              </a:xfrm>
              <a:custGeom>
                <a:avLst/>
                <a:gdLst>
                  <a:gd name="connsiteX0" fmla="*/ 747820 w 747820"/>
                  <a:gd name="connsiteY0" fmla="*/ 747814 h 747814"/>
                  <a:gd name="connsiteX1" fmla="*/ 0 w 747820"/>
                  <a:gd name="connsiteY1" fmla="*/ 747814 h 747814"/>
                  <a:gd name="connsiteX2" fmla="*/ 0 w 747820"/>
                  <a:gd name="connsiteY2" fmla="*/ 0 h 747814"/>
                  <a:gd name="connsiteX3" fmla="*/ 1213 w 747820"/>
                  <a:gd name="connsiteY3" fmla="*/ 0 h 747814"/>
                  <a:gd name="connsiteX4" fmla="*/ 747820 w 747820"/>
                  <a:gd name="connsiteY4" fmla="*/ 746608 h 747814"/>
                  <a:gd name="connsiteX5" fmla="*/ 747820 w 747820"/>
                  <a:gd name="connsiteY5" fmla="*/ 747814 h 7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7820" h="747814">
                    <a:moveTo>
                      <a:pt x="747820" y="747814"/>
                    </a:moveTo>
                    <a:lnTo>
                      <a:pt x="0" y="747814"/>
                    </a:lnTo>
                    <a:lnTo>
                      <a:pt x="0" y="0"/>
                    </a:lnTo>
                    <a:lnTo>
                      <a:pt x="1213" y="0"/>
                    </a:lnTo>
                    <a:cubicBezTo>
                      <a:pt x="413556" y="0"/>
                      <a:pt x="747820" y="334270"/>
                      <a:pt x="747820" y="746608"/>
                    </a:cubicBezTo>
                    <a:lnTo>
                      <a:pt x="747820" y="747814"/>
                    </a:lnTo>
                    <a:close/>
                  </a:path>
                </a:pathLst>
              </a:custGeom>
              <a:solidFill>
                <a:srgbClr val="E9A650"/>
              </a:solidFill>
              <a:ln w="6350" cap="flat">
                <a:noFill/>
                <a:prstDash val="solid"/>
                <a:miter/>
              </a:ln>
            </p:spPr>
            <p:txBody>
              <a:bodyPr rtlCol="0" anchor="ctr"/>
              <a:lstStyle/>
              <a:p>
                <a:endParaRPr lang="zh-CN" altLang="en-US"/>
              </a:p>
            </p:txBody>
          </p:sp>
          <p:sp>
            <p:nvSpPr>
              <p:cNvPr id="56" name="任意多边形: 形状 55">
                <a:extLst>
                  <a:ext uri="{FF2B5EF4-FFF2-40B4-BE49-F238E27FC236}">
                    <a16:creationId xmlns:a16="http://schemas.microsoft.com/office/drawing/2014/main" id="{F33A6A26-C566-A067-AE3A-897A599FF3CA}"/>
                  </a:ext>
                </a:extLst>
              </p:cNvPr>
              <p:cNvSpPr/>
              <p:nvPr/>
            </p:nvSpPr>
            <p:spPr>
              <a:xfrm rot="16200000">
                <a:off x="9154952" y="1192276"/>
                <a:ext cx="747821" cy="747814"/>
              </a:xfrm>
              <a:custGeom>
                <a:avLst/>
                <a:gdLst>
                  <a:gd name="connsiteX0" fmla="*/ 747821 w 747821"/>
                  <a:gd name="connsiteY0" fmla="*/ 747814 h 747814"/>
                  <a:gd name="connsiteX1" fmla="*/ 0 w 747821"/>
                  <a:gd name="connsiteY1" fmla="*/ 747814 h 747814"/>
                  <a:gd name="connsiteX2" fmla="*/ 0 w 747821"/>
                  <a:gd name="connsiteY2" fmla="*/ 746608 h 747814"/>
                  <a:gd name="connsiteX3" fmla="*/ 746608 w 747821"/>
                  <a:gd name="connsiteY3" fmla="*/ 0 h 747814"/>
                  <a:gd name="connsiteX4" fmla="*/ 747821 w 747821"/>
                  <a:gd name="connsiteY4" fmla="*/ 0 h 747814"/>
                  <a:gd name="connsiteX5" fmla="*/ 747821 w 747821"/>
                  <a:gd name="connsiteY5" fmla="*/ 747814 h 7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7821" h="747814">
                    <a:moveTo>
                      <a:pt x="747821" y="747814"/>
                    </a:moveTo>
                    <a:lnTo>
                      <a:pt x="0" y="747814"/>
                    </a:lnTo>
                    <a:lnTo>
                      <a:pt x="0" y="746608"/>
                    </a:lnTo>
                    <a:cubicBezTo>
                      <a:pt x="0" y="334270"/>
                      <a:pt x="334270" y="0"/>
                      <a:pt x="746608" y="0"/>
                    </a:cubicBezTo>
                    <a:lnTo>
                      <a:pt x="747821" y="0"/>
                    </a:lnTo>
                    <a:lnTo>
                      <a:pt x="747821" y="747814"/>
                    </a:lnTo>
                    <a:close/>
                  </a:path>
                </a:pathLst>
              </a:custGeom>
              <a:solidFill>
                <a:srgbClr val="FBF5E2"/>
              </a:solidFill>
              <a:ln w="6350" cap="flat">
                <a:noFill/>
                <a:prstDash val="solid"/>
                <a:miter/>
              </a:ln>
            </p:spPr>
            <p:txBody>
              <a:bodyPr rtlCol="0" anchor="ctr"/>
              <a:lstStyle/>
              <a:p>
                <a:endParaRPr lang="zh-CN" altLang="en-US"/>
              </a:p>
            </p:txBody>
          </p:sp>
          <p:grpSp>
            <p:nvGrpSpPr>
              <p:cNvPr id="61" name="图形 8">
                <a:extLst>
                  <a:ext uri="{FF2B5EF4-FFF2-40B4-BE49-F238E27FC236}">
                    <a16:creationId xmlns:a16="http://schemas.microsoft.com/office/drawing/2014/main" id="{6C6F01E4-08F1-D8BE-3B7F-2006E676E302}"/>
                  </a:ext>
                </a:extLst>
              </p:cNvPr>
              <p:cNvGrpSpPr/>
              <p:nvPr/>
            </p:nvGrpSpPr>
            <p:grpSpPr>
              <a:xfrm rot="16200000">
                <a:off x="7683032" y="158790"/>
                <a:ext cx="875669" cy="880090"/>
                <a:chOff x="8315073" y="1830558"/>
                <a:chExt cx="875669" cy="880090"/>
              </a:xfrm>
              <a:solidFill>
                <a:srgbClr val="FBF5E2"/>
              </a:solidFill>
            </p:grpSpPr>
            <p:sp>
              <p:nvSpPr>
                <p:cNvPr id="109" name="任意多边形: 形状 108">
                  <a:extLst>
                    <a:ext uri="{FF2B5EF4-FFF2-40B4-BE49-F238E27FC236}">
                      <a16:creationId xmlns:a16="http://schemas.microsoft.com/office/drawing/2014/main" id="{F5473493-FBD5-30C1-DD5E-C9CBB924C784}"/>
                    </a:ext>
                  </a:extLst>
                </p:cNvPr>
                <p:cNvSpPr/>
                <p:nvPr/>
              </p:nvSpPr>
              <p:spPr>
                <a:xfrm>
                  <a:off x="8810644" y="1830558"/>
                  <a:ext cx="122364" cy="122364"/>
                </a:xfrm>
                <a:custGeom>
                  <a:avLst/>
                  <a:gdLst>
                    <a:gd name="connsiteX0" fmla="*/ 122364 w 122364"/>
                    <a:gd name="connsiteY0" fmla="*/ 61182 h 122364"/>
                    <a:gd name="connsiteX1" fmla="*/ 61182 w 122364"/>
                    <a:gd name="connsiteY1" fmla="*/ 122364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4"/>
                        <a:pt x="61182" y="122364"/>
                      </a:cubicBezTo>
                      <a:cubicBezTo>
                        <a:pt x="27392" y="122364"/>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10" name="任意多边形: 形状 109">
                  <a:extLst>
                    <a:ext uri="{FF2B5EF4-FFF2-40B4-BE49-F238E27FC236}">
                      <a16:creationId xmlns:a16="http://schemas.microsoft.com/office/drawing/2014/main" id="{907E56C0-72B3-F00B-E811-3DD08DA7F4E9}"/>
                    </a:ext>
                  </a:extLst>
                </p:cNvPr>
                <p:cNvSpPr/>
                <p:nvPr/>
              </p:nvSpPr>
              <p:spPr>
                <a:xfrm>
                  <a:off x="8810644" y="2091410"/>
                  <a:ext cx="122364" cy="122364"/>
                </a:xfrm>
                <a:custGeom>
                  <a:avLst/>
                  <a:gdLst>
                    <a:gd name="connsiteX0" fmla="*/ 122364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5"/>
                        <a:pt x="61182" y="122365"/>
                      </a:cubicBezTo>
                      <a:cubicBezTo>
                        <a:pt x="27392" y="122365"/>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11" name="任意多边形: 形状 110">
                  <a:extLst>
                    <a:ext uri="{FF2B5EF4-FFF2-40B4-BE49-F238E27FC236}">
                      <a16:creationId xmlns:a16="http://schemas.microsoft.com/office/drawing/2014/main" id="{4C89339E-A94E-9367-88EB-0F7C03381B4A}"/>
                    </a:ext>
                  </a:extLst>
                </p:cNvPr>
                <p:cNvSpPr/>
                <p:nvPr/>
              </p:nvSpPr>
              <p:spPr>
                <a:xfrm>
                  <a:off x="9059176" y="1830558"/>
                  <a:ext cx="122364" cy="122364"/>
                </a:xfrm>
                <a:custGeom>
                  <a:avLst/>
                  <a:gdLst>
                    <a:gd name="connsiteX0" fmla="*/ 122364 w 122364"/>
                    <a:gd name="connsiteY0" fmla="*/ 61182 h 122364"/>
                    <a:gd name="connsiteX1" fmla="*/ 61182 w 122364"/>
                    <a:gd name="connsiteY1" fmla="*/ 122364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4"/>
                        <a:pt x="61182" y="122364"/>
                      </a:cubicBezTo>
                      <a:cubicBezTo>
                        <a:pt x="27392" y="122364"/>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12" name="任意多边形: 形状 111">
                  <a:extLst>
                    <a:ext uri="{FF2B5EF4-FFF2-40B4-BE49-F238E27FC236}">
                      <a16:creationId xmlns:a16="http://schemas.microsoft.com/office/drawing/2014/main" id="{0F8E63CC-D1B0-3AB6-FFB5-8C85C69E935A}"/>
                    </a:ext>
                  </a:extLst>
                </p:cNvPr>
                <p:cNvSpPr/>
                <p:nvPr/>
              </p:nvSpPr>
              <p:spPr>
                <a:xfrm>
                  <a:off x="9059176" y="2091410"/>
                  <a:ext cx="122364" cy="122364"/>
                </a:xfrm>
                <a:custGeom>
                  <a:avLst/>
                  <a:gdLst>
                    <a:gd name="connsiteX0" fmla="*/ 122364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5"/>
                        <a:pt x="61182" y="122365"/>
                      </a:cubicBezTo>
                      <a:cubicBezTo>
                        <a:pt x="27392" y="122365"/>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13" name="任意多边形: 形状 112">
                  <a:extLst>
                    <a:ext uri="{FF2B5EF4-FFF2-40B4-BE49-F238E27FC236}">
                      <a16:creationId xmlns:a16="http://schemas.microsoft.com/office/drawing/2014/main" id="{A8CE6404-0000-5448-E5A5-B468597C3430}"/>
                    </a:ext>
                  </a:extLst>
                </p:cNvPr>
                <p:cNvSpPr/>
                <p:nvPr/>
              </p:nvSpPr>
              <p:spPr>
                <a:xfrm>
                  <a:off x="8810644" y="2347804"/>
                  <a:ext cx="122364" cy="122364"/>
                </a:xfrm>
                <a:custGeom>
                  <a:avLst/>
                  <a:gdLst>
                    <a:gd name="connsiteX0" fmla="*/ 122364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5"/>
                        <a:pt x="61182" y="122365"/>
                      </a:cubicBezTo>
                      <a:cubicBezTo>
                        <a:pt x="27392" y="122365"/>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14" name="任意多边形: 形状 113">
                  <a:extLst>
                    <a:ext uri="{FF2B5EF4-FFF2-40B4-BE49-F238E27FC236}">
                      <a16:creationId xmlns:a16="http://schemas.microsoft.com/office/drawing/2014/main" id="{2146C31C-E129-5B86-D14B-01B74591CE21}"/>
                    </a:ext>
                  </a:extLst>
                </p:cNvPr>
                <p:cNvSpPr/>
                <p:nvPr/>
              </p:nvSpPr>
              <p:spPr>
                <a:xfrm>
                  <a:off x="9059176" y="2347804"/>
                  <a:ext cx="122364" cy="122364"/>
                </a:xfrm>
                <a:custGeom>
                  <a:avLst/>
                  <a:gdLst>
                    <a:gd name="connsiteX0" fmla="*/ 122364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5"/>
                        <a:pt x="61182" y="122365"/>
                      </a:cubicBezTo>
                      <a:cubicBezTo>
                        <a:pt x="27392" y="122365"/>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15" name="任意多边形: 形状 114">
                  <a:extLst>
                    <a:ext uri="{FF2B5EF4-FFF2-40B4-BE49-F238E27FC236}">
                      <a16:creationId xmlns:a16="http://schemas.microsoft.com/office/drawing/2014/main" id="{7067BBC3-AA68-28D4-9010-8B998D97417E}"/>
                    </a:ext>
                  </a:extLst>
                </p:cNvPr>
                <p:cNvSpPr/>
                <p:nvPr/>
              </p:nvSpPr>
              <p:spPr>
                <a:xfrm>
                  <a:off x="8322640" y="1830558"/>
                  <a:ext cx="122364" cy="122364"/>
                </a:xfrm>
                <a:custGeom>
                  <a:avLst/>
                  <a:gdLst>
                    <a:gd name="connsiteX0" fmla="*/ 122364 w 122364"/>
                    <a:gd name="connsiteY0" fmla="*/ 61182 h 122364"/>
                    <a:gd name="connsiteX1" fmla="*/ 61182 w 122364"/>
                    <a:gd name="connsiteY1" fmla="*/ 122364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4"/>
                        <a:pt x="61182" y="122364"/>
                      </a:cubicBezTo>
                      <a:cubicBezTo>
                        <a:pt x="27392" y="122364"/>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16" name="任意多边形: 形状 115">
                  <a:extLst>
                    <a:ext uri="{FF2B5EF4-FFF2-40B4-BE49-F238E27FC236}">
                      <a16:creationId xmlns:a16="http://schemas.microsoft.com/office/drawing/2014/main" id="{289FF9D4-66D4-4609-33C0-C7DB18EE1070}"/>
                    </a:ext>
                  </a:extLst>
                </p:cNvPr>
                <p:cNvSpPr/>
                <p:nvPr/>
              </p:nvSpPr>
              <p:spPr>
                <a:xfrm>
                  <a:off x="8322640" y="2091410"/>
                  <a:ext cx="122364" cy="122364"/>
                </a:xfrm>
                <a:custGeom>
                  <a:avLst/>
                  <a:gdLst>
                    <a:gd name="connsiteX0" fmla="*/ 122364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5"/>
                        <a:pt x="61182" y="122365"/>
                      </a:cubicBezTo>
                      <a:cubicBezTo>
                        <a:pt x="27392" y="122365"/>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17" name="任意多边形: 形状 116">
                  <a:extLst>
                    <a:ext uri="{FF2B5EF4-FFF2-40B4-BE49-F238E27FC236}">
                      <a16:creationId xmlns:a16="http://schemas.microsoft.com/office/drawing/2014/main" id="{4ACDDA4A-B13C-CB38-718C-B5AAE8DAB2C7}"/>
                    </a:ext>
                  </a:extLst>
                </p:cNvPr>
                <p:cNvSpPr/>
                <p:nvPr/>
              </p:nvSpPr>
              <p:spPr>
                <a:xfrm>
                  <a:off x="8571172" y="1830558"/>
                  <a:ext cx="122364" cy="122364"/>
                </a:xfrm>
                <a:custGeom>
                  <a:avLst/>
                  <a:gdLst>
                    <a:gd name="connsiteX0" fmla="*/ 122365 w 122364"/>
                    <a:gd name="connsiteY0" fmla="*/ 61182 h 122364"/>
                    <a:gd name="connsiteX1" fmla="*/ 61182 w 122364"/>
                    <a:gd name="connsiteY1" fmla="*/ 122364 h 122364"/>
                    <a:gd name="connsiteX2" fmla="*/ 0 w 122364"/>
                    <a:gd name="connsiteY2" fmla="*/ 61182 h 122364"/>
                    <a:gd name="connsiteX3" fmla="*/ 61182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2"/>
                        <a:pt x="94973" y="122364"/>
                        <a:pt x="61182" y="122364"/>
                      </a:cubicBezTo>
                      <a:cubicBezTo>
                        <a:pt x="27392" y="122364"/>
                        <a:pt x="0" y="94972"/>
                        <a:pt x="0" y="61182"/>
                      </a:cubicBezTo>
                      <a:cubicBezTo>
                        <a:pt x="0" y="27392"/>
                        <a:pt x="27392" y="0"/>
                        <a:pt x="61182" y="0"/>
                      </a:cubicBezTo>
                      <a:cubicBezTo>
                        <a:pt x="94973"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118" name="任意多边形: 形状 117">
                  <a:extLst>
                    <a:ext uri="{FF2B5EF4-FFF2-40B4-BE49-F238E27FC236}">
                      <a16:creationId xmlns:a16="http://schemas.microsoft.com/office/drawing/2014/main" id="{60DDD68B-474C-E56E-A512-54704A931500}"/>
                    </a:ext>
                  </a:extLst>
                </p:cNvPr>
                <p:cNvSpPr/>
                <p:nvPr/>
              </p:nvSpPr>
              <p:spPr>
                <a:xfrm>
                  <a:off x="8571172" y="2091410"/>
                  <a:ext cx="122364" cy="122364"/>
                </a:xfrm>
                <a:custGeom>
                  <a:avLst/>
                  <a:gdLst>
                    <a:gd name="connsiteX0" fmla="*/ 122365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2"/>
                        <a:pt x="94973" y="122365"/>
                        <a:pt x="61182" y="122365"/>
                      </a:cubicBezTo>
                      <a:cubicBezTo>
                        <a:pt x="27392" y="122365"/>
                        <a:pt x="0" y="94972"/>
                        <a:pt x="0" y="61182"/>
                      </a:cubicBezTo>
                      <a:cubicBezTo>
                        <a:pt x="0" y="27392"/>
                        <a:pt x="27392" y="0"/>
                        <a:pt x="61182" y="0"/>
                      </a:cubicBezTo>
                      <a:cubicBezTo>
                        <a:pt x="94973"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119" name="任意多边形: 形状 118">
                  <a:extLst>
                    <a:ext uri="{FF2B5EF4-FFF2-40B4-BE49-F238E27FC236}">
                      <a16:creationId xmlns:a16="http://schemas.microsoft.com/office/drawing/2014/main" id="{FFFF14C8-8DCA-A301-7780-4236F998F0F9}"/>
                    </a:ext>
                  </a:extLst>
                </p:cNvPr>
                <p:cNvSpPr/>
                <p:nvPr/>
              </p:nvSpPr>
              <p:spPr>
                <a:xfrm>
                  <a:off x="8322640" y="2347804"/>
                  <a:ext cx="122364" cy="122364"/>
                </a:xfrm>
                <a:custGeom>
                  <a:avLst/>
                  <a:gdLst>
                    <a:gd name="connsiteX0" fmla="*/ 122364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5"/>
                        <a:pt x="61182" y="122365"/>
                      </a:cubicBezTo>
                      <a:cubicBezTo>
                        <a:pt x="27392" y="122365"/>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20" name="任意多边形: 形状 119">
                  <a:extLst>
                    <a:ext uri="{FF2B5EF4-FFF2-40B4-BE49-F238E27FC236}">
                      <a16:creationId xmlns:a16="http://schemas.microsoft.com/office/drawing/2014/main" id="{B80D729B-FF52-7820-07EF-1C0029BBB252}"/>
                    </a:ext>
                  </a:extLst>
                </p:cNvPr>
                <p:cNvSpPr/>
                <p:nvPr/>
              </p:nvSpPr>
              <p:spPr>
                <a:xfrm>
                  <a:off x="8571172" y="2347804"/>
                  <a:ext cx="122364" cy="122364"/>
                </a:xfrm>
                <a:custGeom>
                  <a:avLst/>
                  <a:gdLst>
                    <a:gd name="connsiteX0" fmla="*/ 122365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2"/>
                        <a:pt x="94973" y="122365"/>
                        <a:pt x="61182" y="122365"/>
                      </a:cubicBezTo>
                      <a:cubicBezTo>
                        <a:pt x="27392" y="122365"/>
                        <a:pt x="0" y="94972"/>
                        <a:pt x="0" y="61182"/>
                      </a:cubicBezTo>
                      <a:cubicBezTo>
                        <a:pt x="0" y="27392"/>
                        <a:pt x="27392" y="0"/>
                        <a:pt x="61182" y="0"/>
                      </a:cubicBezTo>
                      <a:cubicBezTo>
                        <a:pt x="94973"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121" name="任意多边形: 形状 120">
                  <a:extLst>
                    <a:ext uri="{FF2B5EF4-FFF2-40B4-BE49-F238E27FC236}">
                      <a16:creationId xmlns:a16="http://schemas.microsoft.com/office/drawing/2014/main" id="{8223921D-74F0-FA81-E718-D751F0D7E892}"/>
                    </a:ext>
                  </a:extLst>
                </p:cNvPr>
                <p:cNvSpPr/>
                <p:nvPr/>
              </p:nvSpPr>
              <p:spPr>
                <a:xfrm rot="-4846898">
                  <a:off x="8810826" y="2579266"/>
                  <a:ext cx="122366" cy="122366"/>
                </a:xfrm>
                <a:custGeom>
                  <a:avLst/>
                  <a:gdLst>
                    <a:gd name="connsiteX0" fmla="*/ 122366 w 122366"/>
                    <a:gd name="connsiteY0" fmla="*/ 61183 h 122366"/>
                    <a:gd name="connsiteX1" fmla="*/ 61183 w 122366"/>
                    <a:gd name="connsiteY1" fmla="*/ 122366 h 122366"/>
                    <a:gd name="connsiteX2" fmla="*/ 0 w 122366"/>
                    <a:gd name="connsiteY2" fmla="*/ 61183 h 122366"/>
                    <a:gd name="connsiteX3" fmla="*/ 61183 w 122366"/>
                    <a:gd name="connsiteY3" fmla="*/ 0 h 122366"/>
                    <a:gd name="connsiteX4" fmla="*/ 122366 w 122366"/>
                    <a:gd name="connsiteY4" fmla="*/ 61183 h 122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6" h="122366">
                      <a:moveTo>
                        <a:pt x="122366" y="61183"/>
                      </a:moveTo>
                      <a:cubicBezTo>
                        <a:pt x="122366" y="94974"/>
                        <a:pt x="94974" y="122366"/>
                        <a:pt x="61183" y="122366"/>
                      </a:cubicBezTo>
                      <a:cubicBezTo>
                        <a:pt x="27392" y="122366"/>
                        <a:pt x="0" y="94974"/>
                        <a:pt x="0" y="61183"/>
                      </a:cubicBezTo>
                      <a:cubicBezTo>
                        <a:pt x="0" y="27393"/>
                        <a:pt x="27392" y="0"/>
                        <a:pt x="61183" y="0"/>
                      </a:cubicBezTo>
                      <a:cubicBezTo>
                        <a:pt x="94974" y="0"/>
                        <a:pt x="122366" y="27393"/>
                        <a:pt x="122366" y="61183"/>
                      </a:cubicBezTo>
                      <a:close/>
                    </a:path>
                  </a:pathLst>
                </a:custGeom>
                <a:solidFill>
                  <a:srgbClr val="FBF5E2"/>
                </a:solidFill>
                <a:ln w="6350" cap="flat">
                  <a:noFill/>
                  <a:prstDash val="solid"/>
                  <a:miter/>
                </a:ln>
              </p:spPr>
              <p:txBody>
                <a:bodyPr rtlCol="0" anchor="ctr"/>
                <a:lstStyle/>
                <a:p>
                  <a:endParaRPr lang="zh-CN" altLang="en-US"/>
                </a:p>
              </p:txBody>
            </p:sp>
            <p:sp>
              <p:nvSpPr>
                <p:cNvPr id="122" name="任意多边形: 形状 121">
                  <a:extLst>
                    <a:ext uri="{FF2B5EF4-FFF2-40B4-BE49-F238E27FC236}">
                      <a16:creationId xmlns:a16="http://schemas.microsoft.com/office/drawing/2014/main" id="{8860CAED-DEF7-E672-094F-E30F3DC86EF1}"/>
                    </a:ext>
                  </a:extLst>
                </p:cNvPr>
                <p:cNvSpPr/>
                <p:nvPr/>
              </p:nvSpPr>
              <p:spPr>
                <a:xfrm rot="-4846898">
                  <a:off x="9059365" y="2579265"/>
                  <a:ext cx="122366" cy="122366"/>
                </a:xfrm>
                <a:custGeom>
                  <a:avLst/>
                  <a:gdLst>
                    <a:gd name="connsiteX0" fmla="*/ 122366 w 122366"/>
                    <a:gd name="connsiteY0" fmla="*/ 61183 h 122366"/>
                    <a:gd name="connsiteX1" fmla="*/ 61183 w 122366"/>
                    <a:gd name="connsiteY1" fmla="*/ 122366 h 122366"/>
                    <a:gd name="connsiteX2" fmla="*/ 0 w 122366"/>
                    <a:gd name="connsiteY2" fmla="*/ 61183 h 122366"/>
                    <a:gd name="connsiteX3" fmla="*/ 61183 w 122366"/>
                    <a:gd name="connsiteY3" fmla="*/ 0 h 122366"/>
                    <a:gd name="connsiteX4" fmla="*/ 122366 w 122366"/>
                    <a:gd name="connsiteY4" fmla="*/ 61183 h 122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6" h="122366">
                      <a:moveTo>
                        <a:pt x="122366" y="61183"/>
                      </a:moveTo>
                      <a:cubicBezTo>
                        <a:pt x="122366" y="94974"/>
                        <a:pt x="94974" y="122366"/>
                        <a:pt x="61183" y="122366"/>
                      </a:cubicBezTo>
                      <a:cubicBezTo>
                        <a:pt x="27392" y="122366"/>
                        <a:pt x="0" y="94974"/>
                        <a:pt x="0" y="61183"/>
                      </a:cubicBezTo>
                      <a:cubicBezTo>
                        <a:pt x="0" y="27393"/>
                        <a:pt x="27392" y="0"/>
                        <a:pt x="61183" y="0"/>
                      </a:cubicBezTo>
                      <a:cubicBezTo>
                        <a:pt x="94974" y="0"/>
                        <a:pt x="122366" y="27393"/>
                        <a:pt x="122366" y="61183"/>
                      </a:cubicBezTo>
                      <a:close/>
                    </a:path>
                  </a:pathLst>
                </a:custGeom>
                <a:solidFill>
                  <a:srgbClr val="FBF5E2"/>
                </a:solidFill>
                <a:ln w="6350" cap="flat">
                  <a:noFill/>
                  <a:prstDash val="solid"/>
                  <a:miter/>
                </a:ln>
              </p:spPr>
              <p:txBody>
                <a:bodyPr rtlCol="0" anchor="ctr"/>
                <a:lstStyle/>
                <a:p>
                  <a:endParaRPr lang="zh-CN" altLang="en-US"/>
                </a:p>
              </p:txBody>
            </p:sp>
            <p:sp>
              <p:nvSpPr>
                <p:cNvPr id="123" name="任意多边形: 形状 122">
                  <a:extLst>
                    <a:ext uri="{FF2B5EF4-FFF2-40B4-BE49-F238E27FC236}">
                      <a16:creationId xmlns:a16="http://schemas.microsoft.com/office/drawing/2014/main" id="{CA529A29-F79A-699F-1E92-E7CC58A498A4}"/>
                    </a:ext>
                  </a:extLst>
                </p:cNvPr>
                <p:cNvSpPr/>
                <p:nvPr/>
              </p:nvSpPr>
              <p:spPr>
                <a:xfrm rot="-4952159">
                  <a:off x="8322502" y="2579532"/>
                  <a:ext cx="122361" cy="122361"/>
                </a:xfrm>
                <a:custGeom>
                  <a:avLst/>
                  <a:gdLst>
                    <a:gd name="connsiteX0" fmla="*/ 122361 w 122361"/>
                    <a:gd name="connsiteY0" fmla="*/ 61181 h 122361"/>
                    <a:gd name="connsiteX1" fmla="*/ 61181 w 122361"/>
                    <a:gd name="connsiteY1" fmla="*/ 122361 h 122361"/>
                    <a:gd name="connsiteX2" fmla="*/ 0 w 122361"/>
                    <a:gd name="connsiteY2" fmla="*/ 61181 h 122361"/>
                    <a:gd name="connsiteX3" fmla="*/ 61181 w 122361"/>
                    <a:gd name="connsiteY3" fmla="*/ 0 h 122361"/>
                    <a:gd name="connsiteX4" fmla="*/ 122361 w 122361"/>
                    <a:gd name="connsiteY4" fmla="*/ 61181 h 122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1" h="122361">
                      <a:moveTo>
                        <a:pt x="122361" y="61181"/>
                      </a:moveTo>
                      <a:cubicBezTo>
                        <a:pt x="122361" y="94970"/>
                        <a:pt x="94970" y="122361"/>
                        <a:pt x="61181" y="122361"/>
                      </a:cubicBezTo>
                      <a:cubicBezTo>
                        <a:pt x="27391" y="122361"/>
                        <a:pt x="0" y="94970"/>
                        <a:pt x="0" y="61181"/>
                      </a:cubicBezTo>
                      <a:cubicBezTo>
                        <a:pt x="0" y="27392"/>
                        <a:pt x="27391" y="0"/>
                        <a:pt x="61181" y="0"/>
                      </a:cubicBezTo>
                      <a:cubicBezTo>
                        <a:pt x="94970" y="0"/>
                        <a:pt x="122361" y="27392"/>
                        <a:pt x="122361" y="61181"/>
                      </a:cubicBezTo>
                      <a:close/>
                    </a:path>
                  </a:pathLst>
                </a:custGeom>
                <a:solidFill>
                  <a:srgbClr val="FBF5E2"/>
                </a:solidFill>
                <a:ln w="6350" cap="flat">
                  <a:noFill/>
                  <a:prstDash val="solid"/>
                  <a:miter/>
                </a:ln>
              </p:spPr>
              <p:txBody>
                <a:bodyPr rtlCol="0" anchor="ctr"/>
                <a:lstStyle/>
                <a:p>
                  <a:endParaRPr lang="zh-CN" altLang="en-US"/>
                </a:p>
              </p:txBody>
            </p:sp>
            <p:sp>
              <p:nvSpPr>
                <p:cNvPr id="124" name="任意多边形: 形状 123">
                  <a:extLst>
                    <a:ext uri="{FF2B5EF4-FFF2-40B4-BE49-F238E27FC236}">
                      <a16:creationId xmlns:a16="http://schemas.microsoft.com/office/drawing/2014/main" id="{E3B8A1E2-30BE-0ADE-9855-A7953C4F0222}"/>
                    </a:ext>
                  </a:extLst>
                </p:cNvPr>
                <p:cNvSpPr/>
                <p:nvPr/>
              </p:nvSpPr>
              <p:spPr>
                <a:xfrm rot="-4846898">
                  <a:off x="8571353" y="2579271"/>
                  <a:ext cx="122366" cy="122366"/>
                </a:xfrm>
                <a:custGeom>
                  <a:avLst/>
                  <a:gdLst>
                    <a:gd name="connsiteX0" fmla="*/ 122367 w 122366"/>
                    <a:gd name="connsiteY0" fmla="*/ 61183 h 122366"/>
                    <a:gd name="connsiteX1" fmla="*/ 61183 w 122366"/>
                    <a:gd name="connsiteY1" fmla="*/ 122366 h 122366"/>
                    <a:gd name="connsiteX2" fmla="*/ 0 w 122366"/>
                    <a:gd name="connsiteY2" fmla="*/ 61183 h 122366"/>
                    <a:gd name="connsiteX3" fmla="*/ 61183 w 122366"/>
                    <a:gd name="connsiteY3" fmla="*/ 0 h 122366"/>
                    <a:gd name="connsiteX4" fmla="*/ 122367 w 122366"/>
                    <a:gd name="connsiteY4" fmla="*/ 61183 h 122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6" h="122366">
                      <a:moveTo>
                        <a:pt x="122367" y="61183"/>
                      </a:moveTo>
                      <a:cubicBezTo>
                        <a:pt x="122367" y="94974"/>
                        <a:pt x="94974" y="122366"/>
                        <a:pt x="61183" y="122366"/>
                      </a:cubicBezTo>
                      <a:cubicBezTo>
                        <a:pt x="27393" y="122366"/>
                        <a:pt x="0" y="94974"/>
                        <a:pt x="0" y="61183"/>
                      </a:cubicBezTo>
                      <a:cubicBezTo>
                        <a:pt x="0" y="27393"/>
                        <a:pt x="27393" y="0"/>
                        <a:pt x="61183" y="0"/>
                      </a:cubicBezTo>
                      <a:cubicBezTo>
                        <a:pt x="94974" y="0"/>
                        <a:pt x="122367" y="27393"/>
                        <a:pt x="122367" y="61183"/>
                      </a:cubicBezTo>
                      <a:close/>
                    </a:path>
                  </a:pathLst>
                </a:custGeom>
                <a:solidFill>
                  <a:srgbClr val="FBF5E2"/>
                </a:solidFill>
                <a:ln w="6350" cap="flat">
                  <a:noFill/>
                  <a:prstDash val="solid"/>
                  <a:miter/>
                </a:ln>
              </p:spPr>
              <p:txBody>
                <a:bodyPr rtlCol="0" anchor="ctr"/>
                <a:lstStyle/>
                <a:p>
                  <a:endParaRPr lang="zh-CN" altLang="en-US"/>
                </a:p>
              </p:txBody>
            </p:sp>
          </p:grpSp>
          <p:sp>
            <p:nvSpPr>
              <p:cNvPr id="63" name="任意多边形: 形状 62">
                <a:extLst>
                  <a:ext uri="{FF2B5EF4-FFF2-40B4-BE49-F238E27FC236}">
                    <a16:creationId xmlns:a16="http://schemas.microsoft.com/office/drawing/2014/main" id="{D954C173-0D2A-5800-4CB7-9A3EB30EBB19}"/>
                  </a:ext>
                </a:extLst>
              </p:cNvPr>
              <p:cNvSpPr/>
              <p:nvPr/>
            </p:nvSpPr>
            <p:spPr>
              <a:xfrm rot="16200000">
                <a:off x="6314061" y="1523845"/>
                <a:ext cx="865555" cy="865555"/>
              </a:xfrm>
              <a:custGeom>
                <a:avLst/>
                <a:gdLst>
                  <a:gd name="connsiteX0" fmla="*/ 0 w 865555"/>
                  <a:gd name="connsiteY0" fmla="*/ 865549 h 865555"/>
                  <a:gd name="connsiteX1" fmla="*/ 0 w 865555"/>
                  <a:gd name="connsiteY1" fmla="*/ 0 h 865555"/>
                  <a:gd name="connsiteX2" fmla="*/ 865556 w 865555"/>
                  <a:gd name="connsiteY2" fmla="*/ 0 h 865555"/>
                  <a:gd name="connsiteX3" fmla="*/ 865556 w 865555"/>
                  <a:gd name="connsiteY3" fmla="*/ 377673 h 865555"/>
                  <a:gd name="connsiteX4" fmla="*/ 377672 w 865555"/>
                  <a:gd name="connsiteY4" fmla="*/ 865556 h 865555"/>
                  <a:gd name="connsiteX5" fmla="*/ 0 w 865555"/>
                  <a:gd name="connsiteY5" fmla="*/ 865556 h 86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5555" h="865555">
                    <a:moveTo>
                      <a:pt x="0" y="865549"/>
                    </a:moveTo>
                    <a:lnTo>
                      <a:pt x="0" y="0"/>
                    </a:lnTo>
                    <a:lnTo>
                      <a:pt x="865556" y="0"/>
                    </a:lnTo>
                    <a:lnTo>
                      <a:pt x="865556" y="377673"/>
                    </a:lnTo>
                    <a:cubicBezTo>
                      <a:pt x="865556" y="647122"/>
                      <a:pt x="647122" y="865556"/>
                      <a:pt x="377672" y="865556"/>
                    </a:cubicBezTo>
                    <a:lnTo>
                      <a:pt x="0" y="865556"/>
                    </a:lnTo>
                    <a:close/>
                  </a:path>
                </a:pathLst>
              </a:custGeom>
              <a:solidFill>
                <a:srgbClr val="3F6FD5"/>
              </a:solidFill>
              <a:ln w="6350" cap="flat">
                <a:noFill/>
                <a:prstDash val="solid"/>
                <a:miter/>
              </a:ln>
            </p:spPr>
            <p:txBody>
              <a:bodyPr rtlCol="0" anchor="ctr"/>
              <a:lstStyle/>
              <a:p>
                <a:endParaRPr lang="zh-CN" altLang="en-US"/>
              </a:p>
            </p:txBody>
          </p:sp>
          <p:sp>
            <p:nvSpPr>
              <p:cNvPr id="67" name="任意多边形: 形状 66">
                <a:extLst>
                  <a:ext uri="{FF2B5EF4-FFF2-40B4-BE49-F238E27FC236}">
                    <a16:creationId xmlns:a16="http://schemas.microsoft.com/office/drawing/2014/main" id="{CF81C303-51B1-49C6-469D-DF10A3860E49}"/>
                  </a:ext>
                </a:extLst>
              </p:cNvPr>
              <p:cNvSpPr/>
              <p:nvPr/>
            </p:nvSpPr>
            <p:spPr>
              <a:xfrm rot="16200000">
                <a:off x="6710564" y="362686"/>
                <a:ext cx="376428" cy="482695"/>
              </a:xfrm>
              <a:custGeom>
                <a:avLst/>
                <a:gdLst>
                  <a:gd name="connsiteX0" fmla="*/ 0 w 376428"/>
                  <a:gd name="connsiteY0" fmla="*/ 0 h 482695"/>
                  <a:gd name="connsiteX1" fmla="*/ 376428 w 376428"/>
                  <a:gd name="connsiteY1" fmla="*/ 234188 h 482695"/>
                  <a:gd name="connsiteX2" fmla="*/ 0 w 376428"/>
                  <a:gd name="connsiteY2" fmla="*/ 482695 h 482695"/>
                </a:gdLst>
                <a:ahLst/>
                <a:cxnLst>
                  <a:cxn ang="0">
                    <a:pos x="connsiteX0" y="connsiteY0"/>
                  </a:cxn>
                  <a:cxn ang="0">
                    <a:pos x="connsiteX1" y="connsiteY1"/>
                  </a:cxn>
                  <a:cxn ang="0">
                    <a:pos x="connsiteX2" y="connsiteY2"/>
                  </a:cxn>
                </a:cxnLst>
                <a:rect l="l" t="t" r="r" b="b"/>
                <a:pathLst>
                  <a:path w="376428" h="482695">
                    <a:moveTo>
                      <a:pt x="0" y="0"/>
                    </a:moveTo>
                    <a:lnTo>
                      <a:pt x="376428" y="234188"/>
                    </a:lnTo>
                    <a:lnTo>
                      <a:pt x="0" y="482695"/>
                    </a:lnTo>
                    <a:close/>
                  </a:path>
                </a:pathLst>
              </a:custGeom>
              <a:solidFill>
                <a:srgbClr val="FBF5E2"/>
              </a:solidFill>
              <a:ln w="6350" cap="flat">
                <a:noFill/>
                <a:prstDash val="solid"/>
                <a:miter/>
              </a:ln>
            </p:spPr>
            <p:txBody>
              <a:bodyPr rtlCol="0" anchor="ctr"/>
              <a:lstStyle/>
              <a:p>
                <a:endParaRPr lang="zh-CN" altLang="en-US"/>
              </a:p>
            </p:txBody>
          </p:sp>
          <p:sp>
            <p:nvSpPr>
              <p:cNvPr id="68" name="任意多边形: 形状 67">
                <a:extLst>
                  <a:ext uri="{FF2B5EF4-FFF2-40B4-BE49-F238E27FC236}">
                    <a16:creationId xmlns:a16="http://schemas.microsoft.com/office/drawing/2014/main" id="{7E56F913-CFAA-04CB-7913-4EF863D3A49A}"/>
                  </a:ext>
                </a:extLst>
              </p:cNvPr>
              <p:cNvSpPr/>
              <p:nvPr/>
            </p:nvSpPr>
            <p:spPr>
              <a:xfrm rot="16200000">
                <a:off x="6710564" y="47269"/>
                <a:ext cx="376428" cy="482695"/>
              </a:xfrm>
              <a:custGeom>
                <a:avLst/>
                <a:gdLst>
                  <a:gd name="connsiteX0" fmla="*/ 0 w 376428"/>
                  <a:gd name="connsiteY0" fmla="*/ 0 h 482695"/>
                  <a:gd name="connsiteX1" fmla="*/ 376428 w 376428"/>
                  <a:gd name="connsiteY1" fmla="*/ 234188 h 482695"/>
                  <a:gd name="connsiteX2" fmla="*/ 0 w 376428"/>
                  <a:gd name="connsiteY2" fmla="*/ 482695 h 482695"/>
                </a:gdLst>
                <a:ahLst/>
                <a:cxnLst>
                  <a:cxn ang="0">
                    <a:pos x="connsiteX0" y="connsiteY0"/>
                  </a:cxn>
                  <a:cxn ang="0">
                    <a:pos x="connsiteX1" y="connsiteY1"/>
                  </a:cxn>
                  <a:cxn ang="0">
                    <a:pos x="connsiteX2" y="connsiteY2"/>
                  </a:cxn>
                </a:cxnLst>
                <a:rect l="l" t="t" r="r" b="b"/>
                <a:pathLst>
                  <a:path w="376428" h="482695">
                    <a:moveTo>
                      <a:pt x="0" y="0"/>
                    </a:moveTo>
                    <a:lnTo>
                      <a:pt x="376428" y="234188"/>
                    </a:lnTo>
                    <a:lnTo>
                      <a:pt x="0" y="482695"/>
                    </a:lnTo>
                    <a:close/>
                  </a:path>
                </a:pathLst>
              </a:custGeom>
              <a:solidFill>
                <a:srgbClr val="FBF5E2"/>
              </a:solidFill>
              <a:ln w="6350" cap="flat">
                <a:noFill/>
                <a:prstDash val="solid"/>
                <a:miter/>
              </a:ln>
            </p:spPr>
            <p:txBody>
              <a:bodyPr rtlCol="0" anchor="ctr"/>
              <a:lstStyle/>
              <a:p>
                <a:endParaRPr lang="zh-CN" altLang="en-US"/>
              </a:p>
            </p:txBody>
          </p:sp>
          <p:grpSp>
            <p:nvGrpSpPr>
              <p:cNvPr id="70" name="图形 8">
                <a:extLst>
                  <a:ext uri="{FF2B5EF4-FFF2-40B4-BE49-F238E27FC236}">
                    <a16:creationId xmlns:a16="http://schemas.microsoft.com/office/drawing/2014/main" id="{3660AF75-08F0-27CD-024A-CC910A6A3005}"/>
                  </a:ext>
                </a:extLst>
              </p:cNvPr>
              <p:cNvGrpSpPr/>
              <p:nvPr/>
            </p:nvGrpSpPr>
            <p:grpSpPr>
              <a:xfrm rot="16200000">
                <a:off x="11159139" y="1253394"/>
                <a:ext cx="1208735" cy="1098403"/>
                <a:chOff x="6944779" y="5364041"/>
                <a:chExt cx="1208735" cy="1098403"/>
              </a:xfrm>
            </p:grpSpPr>
            <p:sp>
              <p:nvSpPr>
                <p:cNvPr id="75" name="任意多边形: 形状 74">
                  <a:extLst>
                    <a:ext uri="{FF2B5EF4-FFF2-40B4-BE49-F238E27FC236}">
                      <a16:creationId xmlns:a16="http://schemas.microsoft.com/office/drawing/2014/main" id="{0A385043-36F0-7181-4062-B8304FD1D7FD}"/>
                    </a:ext>
                  </a:extLst>
                </p:cNvPr>
                <p:cNvSpPr/>
                <p:nvPr/>
              </p:nvSpPr>
              <p:spPr>
                <a:xfrm>
                  <a:off x="6944785" y="5913386"/>
                  <a:ext cx="1208728" cy="6350"/>
                </a:xfrm>
                <a:custGeom>
                  <a:avLst/>
                  <a:gdLst>
                    <a:gd name="connsiteX0" fmla="*/ 1208729 w 1208728"/>
                    <a:gd name="connsiteY0" fmla="*/ 0 h 6350"/>
                    <a:gd name="connsiteX1" fmla="*/ 0 w 1208728"/>
                    <a:gd name="connsiteY1" fmla="*/ 0 h 6350"/>
                  </a:gdLst>
                  <a:ahLst/>
                  <a:cxnLst>
                    <a:cxn ang="0">
                      <a:pos x="connsiteX0" y="connsiteY0"/>
                    </a:cxn>
                    <a:cxn ang="0">
                      <a:pos x="connsiteX1" y="connsiteY1"/>
                    </a:cxn>
                  </a:cxnLst>
                  <a:rect l="l" t="t" r="r" b="b"/>
                  <a:pathLst>
                    <a:path w="1208728" h="6350">
                      <a:moveTo>
                        <a:pt x="1208729" y="0"/>
                      </a:moveTo>
                      <a:lnTo>
                        <a:pt x="0" y="0"/>
                      </a:lnTo>
                    </a:path>
                  </a:pathLst>
                </a:custGeom>
                <a:ln w="18063" cap="flat">
                  <a:solidFill>
                    <a:srgbClr val="FFFFFF"/>
                  </a:solidFill>
                  <a:prstDash val="solid"/>
                  <a:miter/>
                </a:ln>
              </p:spPr>
              <p:txBody>
                <a:bodyPr rtlCol="0" anchor="ctr"/>
                <a:lstStyle/>
                <a:p>
                  <a:endParaRPr lang="zh-CN" altLang="en-US"/>
                </a:p>
              </p:txBody>
            </p:sp>
            <p:sp>
              <p:nvSpPr>
                <p:cNvPr id="76" name="任意多边形: 形状 75">
                  <a:extLst>
                    <a:ext uri="{FF2B5EF4-FFF2-40B4-BE49-F238E27FC236}">
                      <a16:creationId xmlns:a16="http://schemas.microsoft.com/office/drawing/2014/main" id="{41BECAA5-3FE9-AFD2-96D0-22DEAB55AEC6}"/>
                    </a:ext>
                  </a:extLst>
                </p:cNvPr>
                <p:cNvSpPr/>
                <p:nvPr/>
              </p:nvSpPr>
              <p:spPr>
                <a:xfrm>
                  <a:off x="6944785" y="5776106"/>
                  <a:ext cx="1208728" cy="6350"/>
                </a:xfrm>
                <a:custGeom>
                  <a:avLst/>
                  <a:gdLst>
                    <a:gd name="connsiteX0" fmla="*/ 1208729 w 1208728"/>
                    <a:gd name="connsiteY0" fmla="*/ 0 h 6350"/>
                    <a:gd name="connsiteX1" fmla="*/ 0 w 1208728"/>
                    <a:gd name="connsiteY1" fmla="*/ 0 h 6350"/>
                  </a:gdLst>
                  <a:ahLst/>
                  <a:cxnLst>
                    <a:cxn ang="0">
                      <a:pos x="connsiteX0" y="connsiteY0"/>
                    </a:cxn>
                    <a:cxn ang="0">
                      <a:pos x="connsiteX1" y="connsiteY1"/>
                    </a:cxn>
                  </a:cxnLst>
                  <a:rect l="l" t="t" r="r" b="b"/>
                  <a:pathLst>
                    <a:path w="1208728" h="6350">
                      <a:moveTo>
                        <a:pt x="1208729" y="0"/>
                      </a:moveTo>
                      <a:lnTo>
                        <a:pt x="0" y="0"/>
                      </a:lnTo>
                    </a:path>
                  </a:pathLst>
                </a:custGeom>
                <a:ln w="18063" cap="flat">
                  <a:solidFill>
                    <a:srgbClr val="FFFFFF"/>
                  </a:solidFill>
                  <a:prstDash val="solid"/>
                  <a:miter/>
                </a:ln>
              </p:spPr>
              <p:txBody>
                <a:bodyPr rtlCol="0" anchor="ctr"/>
                <a:lstStyle/>
                <a:p>
                  <a:endParaRPr lang="zh-CN" altLang="en-US"/>
                </a:p>
              </p:txBody>
            </p:sp>
            <p:sp>
              <p:nvSpPr>
                <p:cNvPr id="77" name="任意多边形: 形状 76">
                  <a:extLst>
                    <a:ext uri="{FF2B5EF4-FFF2-40B4-BE49-F238E27FC236}">
                      <a16:creationId xmlns:a16="http://schemas.microsoft.com/office/drawing/2014/main" id="{95A04694-6457-616F-5A3A-AC7093AC32C8}"/>
                    </a:ext>
                  </a:extLst>
                </p:cNvPr>
                <p:cNvSpPr/>
                <p:nvPr/>
              </p:nvSpPr>
              <p:spPr>
                <a:xfrm>
                  <a:off x="6944785" y="5638907"/>
                  <a:ext cx="1208728" cy="6"/>
                </a:xfrm>
                <a:custGeom>
                  <a:avLst/>
                  <a:gdLst>
                    <a:gd name="connsiteX0" fmla="*/ 1208729 w 1208728"/>
                    <a:gd name="connsiteY0" fmla="*/ 6 h 6"/>
                    <a:gd name="connsiteX1" fmla="*/ 0 w 1208728"/>
                    <a:gd name="connsiteY1" fmla="*/ 0 h 6"/>
                  </a:gdLst>
                  <a:ahLst/>
                  <a:cxnLst>
                    <a:cxn ang="0">
                      <a:pos x="connsiteX0" y="connsiteY0"/>
                    </a:cxn>
                    <a:cxn ang="0">
                      <a:pos x="connsiteX1" y="connsiteY1"/>
                    </a:cxn>
                  </a:cxnLst>
                  <a:rect l="l" t="t" r="r" b="b"/>
                  <a:pathLst>
                    <a:path w="1208728" h="6">
                      <a:moveTo>
                        <a:pt x="1208729" y="6"/>
                      </a:moveTo>
                      <a:lnTo>
                        <a:pt x="0" y="0"/>
                      </a:lnTo>
                    </a:path>
                  </a:pathLst>
                </a:custGeom>
                <a:ln w="18063" cap="flat">
                  <a:solidFill>
                    <a:srgbClr val="FFFFFF"/>
                  </a:solidFill>
                  <a:prstDash val="solid"/>
                  <a:miter/>
                </a:ln>
              </p:spPr>
              <p:txBody>
                <a:bodyPr rtlCol="0" anchor="ctr"/>
                <a:lstStyle/>
                <a:p>
                  <a:endParaRPr lang="zh-CN" altLang="en-US"/>
                </a:p>
              </p:txBody>
            </p:sp>
            <p:sp>
              <p:nvSpPr>
                <p:cNvPr id="78" name="任意多边形: 形状 77">
                  <a:extLst>
                    <a:ext uri="{FF2B5EF4-FFF2-40B4-BE49-F238E27FC236}">
                      <a16:creationId xmlns:a16="http://schemas.microsoft.com/office/drawing/2014/main" id="{92850DDD-DFCC-CD5D-154F-AA97F31EA243}"/>
                    </a:ext>
                  </a:extLst>
                </p:cNvPr>
                <p:cNvSpPr/>
                <p:nvPr/>
              </p:nvSpPr>
              <p:spPr>
                <a:xfrm>
                  <a:off x="6944785" y="5501525"/>
                  <a:ext cx="1208728" cy="6350"/>
                </a:xfrm>
                <a:custGeom>
                  <a:avLst/>
                  <a:gdLst>
                    <a:gd name="connsiteX0" fmla="*/ 1208729 w 1208728"/>
                    <a:gd name="connsiteY0" fmla="*/ 0 h 6350"/>
                    <a:gd name="connsiteX1" fmla="*/ 0 w 1208728"/>
                    <a:gd name="connsiteY1" fmla="*/ 0 h 6350"/>
                  </a:gdLst>
                  <a:ahLst/>
                  <a:cxnLst>
                    <a:cxn ang="0">
                      <a:pos x="connsiteX0" y="connsiteY0"/>
                    </a:cxn>
                    <a:cxn ang="0">
                      <a:pos x="connsiteX1" y="connsiteY1"/>
                    </a:cxn>
                  </a:cxnLst>
                  <a:rect l="l" t="t" r="r" b="b"/>
                  <a:pathLst>
                    <a:path w="1208728" h="6350">
                      <a:moveTo>
                        <a:pt x="1208729" y="0"/>
                      </a:moveTo>
                      <a:lnTo>
                        <a:pt x="0" y="0"/>
                      </a:lnTo>
                    </a:path>
                  </a:pathLst>
                </a:custGeom>
                <a:ln w="18063" cap="flat">
                  <a:solidFill>
                    <a:srgbClr val="FFFFFF"/>
                  </a:solidFill>
                  <a:prstDash val="solid"/>
                  <a:miter/>
                </a:ln>
              </p:spPr>
              <p:txBody>
                <a:bodyPr rtlCol="0" anchor="ctr"/>
                <a:lstStyle/>
                <a:p>
                  <a:endParaRPr lang="zh-CN" altLang="en-US"/>
                </a:p>
              </p:txBody>
            </p:sp>
            <p:sp>
              <p:nvSpPr>
                <p:cNvPr id="79" name="任意多边形: 形状 78">
                  <a:extLst>
                    <a:ext uri="{FF2B5EF4-FFF2-40B4-BE49-F238E27FC236}">
                      <a16:creationId xmlns:a16="http://schemas.microsoft.com/office/drawing/2014/main" id="{65189094-F802-4066-541F-09C9E7118066}"/>
                    </a:ext>
                  </a:extLst>
                </p:cNvPr>
                <p:cNvSpPr/>
                <p:nvPr/>
              </p:nvSpPr>
              <p:spPr>
                <a:xfrm>
                  <a:off x="6944785" y="5364041"/>
                  <a:ext cx="1208728" cy="6"/>
                </a:xfrm>
                <a:custGeom>
                  <a:avLst/>
                  <a:gdLst>
                    <a:gd name="connsiteX0" fmla="*/ 1208729 w 1208728"/>
                    <a:gd name="connsiteY0" fmla="*/ 6 h 6"/>
                    <a:gd name="connsiteX1" fmla="*/ 0 w 1208728"/>
                    <a:gd name="connsiteY1" fmla="*/ 0 h 6"/>
                  </a:gdLst>
                  <a:ahLst/>
                  <a:cxnLst>
                    <a:cxn ang="0">
                      <a:pos x="connsiteX0" y="connsiteY0"/>
                    </a:cxn>
                    <a:cxn ang="0">
                      <a:pos x="connsiteX1" y="connsiteY1"/>
                    </a:cxn>
                  </a:cxnLst>
                  <a:rect l="l" t="t" r="r" b="b"/>
                  <a:pathLst>
                    <a:path w="1208728" h="6">
                      <a:moveTo>
                        <a:pt x="1208729" y="6"/>
                      </a:moveTo>
                      <a:lnTo>
                        <a:pt x="0" y="0"/>
                      </a:lnTo>
                    </a:path>
                  </a:pathLst>
                </a:custGeom>
                <a:ln w="18063" cap="flat">
                  <a:solidFill>
                    <a:srgbClr val="FFFFFF"/>
                  </a:solidFill>
                  <a:prstDash val="solid"/>
                  <a:miter/>
                </a:ln>
              </p:spPr>
              <p:txBody>
                <a:bodyPr rtlCol="0" anchor="ctr"/>
                <a:lstStyle/>
                <a:p>
                  <a:endParaRPr lang="zh-CN" altLang="en-US"/>
                </a:p>
              </p:txBody>
            </p:sp>
            <p:sp>
              <p:nvSpPr>
                <p:cNvPr id="80" name="任意多边形: 形状 79">
                  <a:extLst>
                    <a:ext uri="{FF2B5EF4-FFF2-40B4-BE49-F238E27FC236}">
                      <a16:creationId xmlns:a16="http://schemas.microsoft.com/office/drawing/2014/main" id="{80D1F5BA-59E7-CC08-0B90-9A2F5E42640F}"/>
                    </a:ext>
                  </a:extLst>
                </p:cNvPr>
                <p:cNvSpPr/>
                <p:nvPr/>
              </p:nvSpPr>
              <p:spPr>
                <a:xfrm>
                  <a:off x="6944779" y="6462445"/>
                  <a:ext cx="1208728" cy="6350"/>
                </a:xfrm>
                <a:custGeom>
                  <a:avLst/>
                  <a:gdLst>
                    <a:gd name="connsiteX0" fmla="*/ 1208729 w 1208728"/>
                    <a:gd name="connsiteY0" fmla="*/ 0 h 6350"/>
                    <a:gd name="connsiteX1" fmla="*/ 0 w 1208728"/>
                    <a:gd name="connsiteY1" fmla="*/ 0 h 6350"/>
                  </a:gdLst>
                  <a:ahLst/>
                  <a:cxnLst>
                    <a:cxn ang="0">
                      <a:pos x="connsiteX0" y="connsiteY0"/>
                    </a:cxn>
                    <a:cxn ang="0">
                      <a:pos x="connsiteX1" y="connsiteY1"/>
                    </a:cxn>
                  </a:cxnLst>
                  <a:rect l="l" t="t" r="r" b="b"/>
                  <a:pathLst>
                    <a:path w="1208728" h="6350">
                      <a:moveTo>
                        <a:pt x="1208729" y="0"/>
                      </a:moveTo>
                      <a:lnTo>
                        <a:pt x="0" y="0"/>
                      </a:lnTo>
                    </a:path>
                  </a:pathLst>
                </a:custGeom>
                <a:ln w="18063" cap="flat">
                  <a:solidFill>
                    <a:srgbClr val="FFFFFF"/>
                  </a:solidFill>
                  <a:prstDash val="solid"/>
                  <a:miter/>
                </a:ln>
              </p:spPr>
              <p:txBody>
                <a:bodyPr rtlCol="0" anchor="ctr"/>
                <a:lstStyle/>
                <a:p>
                  <a:endParaRPr lang="zh-CN" altLang="en-US"/>
                </a:p>
              </p:txBody>
            </p:sp>
            <p:sp>
              <p:nvSpPr>
                <p:cNvPr id="81" name="任意多边形: 形状 80">
                  <a:extLst>
                    <a:ext uri="{FF2B5EF4-FFF2-40B4-BE49-F238E27FC236}">
                      <a16:creationId xmlns:a16="http://schemas.microsoft.com/office/drawing/2014/main" id="{8C7A4D1C-45C7-5CB9-1D89-1F003066820C}"/>
                    </a:ext>
                  </a:extLst>
                </p:cNvPr>
                <p:cNvSpPr/>
                <p:nvPr/>
              </p:nvSpPr>
              <p:spPr>
                <a:xfrm>
                  <a:off x="6944785" y="6325165"/>
                  <a:ext cx="1208722" cy="6350"/>
                </a:xfrm>
                <a:custGeom>
                  <a:avLst/>
                  <a:gdLst>
                    <a:gd name="connsiteX0" fmla="*/ 1208722 w 1208722"/>
                    <a:gd name="connsiteY0" fmla="*/ 0 h 6350"/>
                    <a:gd name="connsiteX1" fmla="*/ 0 w 1208722"/>
                    <a:gd name="connsiteY1" fmla="*/ 0 h 6350"/>
                  </a:gdLst>
                  <a:ahLst/>
                  <a:cxnLst>
                    <a:cxn ang="0">
                      <a:pos x="connsiteX0" y="connsiteY0"/>
                    </a:cxn>
                    <a:cxn ang="0">
                      <a:pos x="connsiteX1" y="connsiteY1"/>
                    </a:cxn>
                  </a:cxnLst>
                  <a:rect l="l" t="t" r="r" b="b"/>
                  <a:pathLst>
                    <a:path w="1208722" h="6350">
                      <a:moveTo>
                        <a:pt x="1208722" y="0"/>
                      </a:moveTo>
                      <a:lnTo>
                        <a:pt x="0" y="0"/>
                      </a:lnTo>
                    </a:path>
                  </a:pathLst>
                </a:custGeom>
                <a:ln w="18063" cap="flat">
                  <a:solidFill>
                    <a:srgbClr val="FFFFFF"/>
                  </a:solidFill>
                  <a:prstDash val="solid"/>
                  <a:miter/>
                </a:ln>
              </p:spPr>
              <p:txBody>
                <a:bodyPr rtlCol="0" anchor="ctr"/>
                <a:lstStyle/>
                <a:p>
                  <a:endParaRPr lang="zh-CN" altLang="en-US"/>
                </a:p>
              </p:txBody>
            </p:sp>
            <p:sp>
              <p:nvSpPr>
                <p:cNvPr id="82" name="任意多边形: 形状 81">
                  <a:extLst>
                    <a:ext uri="{FF2B5EF4-FFF2-40B4-BE49-F238E27FC236}">
                      <a16:creationId xmlns:a16="http://schemas.microsoft.com/office/drawing/2014/main" id="{18CE4DF8-5B9F-F13B-54F6-37F4730E1370}"/>
                    </a:ext>
                  </a:extLst>
                </p:cNvPr>
                <p:cNvSpPr/>
                <p:nvPr/>
              </p:nvSpPr>
              <p:spPr>
                <a:xfrm>
                  <a:off x="6944785" y="6187967"/>
                  <a:ext cx="1208722" cy="6"/>
                </a:xfrm>
                <a:custGeom>
                  <a:avLst/>
                  <a:gdLst>
                    <a:gd name="connsiteX0" fmla="*/ 1208722 w 1208722"/>
                    <a:gd name="connsiteY0" fmla="*/ 6 h 6"/>
                    <a:gd name="connsiteX1" fmla="*/ 0 w 1208722"/>
                    <a:gd name="connsiteY1" fmla="*/ 0 h 6"/>
                  </a:gdLst>
                  <a:ahLst/>
                  <a:cxnLst>
                    <a:cxn ang="0">
                      <a:pos x="connsiteX0" y="connsiteY0"/>
                    </a:cxn>
                    <a:cxn ang="0">
                      <a:pos x="connsiteX1" y="connsiteY1"/>
                    </a:cxn>
                  </a:cxnLst>
                  <a:rect l="l" t="t" r="r" b="b"/>
                  <a:pathLst>
                    <a:path w="1208722" h="6">
                      <a:moveTo>
                        <a:pt x="1208722" y="6"/>
                      </a:moveTo>
                      <a:lnTo>
                        <a:pt x="0" y="0"/>
                      </a:lnTo>
                    </a:path>
                  </a:pathLst>
                </a:custGeom>
                <a:ln w="18063" cap="flat">
                  <a:solidFill>
                    <a:srgbClr val="FFFFFF"/>
                  </a:solidFill>
                  <a:prstDash val="solid"/>
                  <a:miter/>
                </a:ln>
              </p:spPr>
              <p:txBody>
                <a:bodyPr rtlCol="0" anchor="ctr"/>
                <a:lstStyle/>
                <a:p>
                  <a:endParaRPr lang="zh-CN" altLang="en-US"/>
                </a:p>
              </p:txBody>
            </p:sp>
            <p:sp>
              <p:nvSpPr>
                <p:cNvPr id="83" name="任意多边形: 形状 82">
                  <a:extLst>
                    <a:ext uri="{FF2B5EF4-FFF2-40B4-BE49-F238E27FC236}">
                      <a16:creationId xmlns:a16="http://schemas.microsoft.com/office/drawing/2014/main" id="{5D6291B5-ED06-D2C5-4064-D646F060DA14}"/>
                    </a:ext>
                  </a:extLst>
                </p:cNvPr>
                <p:cNvSpPr/>
                <p:nvPr/>
              </p:nvSpPr>
              <p:spPr>
                <a:xfrm>
                  <a:off x="6944785" y="6050578"/>
                  <a:ext cx="1208722" cy="6"/>
                </a:xfrm>
                <a:custGeom>
                  <a:avLst/>
                  <a:gdLst>
                    <a:gd name="connsiteX0" fmla="*/ 1208722 w 1208722"/>
                    <a:gd name="connsiteY0" fmla="*/ 6 h 6"/>
                    <a:gd name="connsiteX1" fmla="*/ 0 w 1208722"/>
                    <a:gd name="connsiteY1" fmla="*/ 0 h 6"/>
                  </a:gdLst>
                  <a:ahLst/>
                  <a:cxnLst>
                    <a:cxn ang="0">
                      <a:pos x="connsiteX0" y="connsiteY0"/>
                    </a:cxn>
                    <a:cxn ang="0">
                      <a:pos x="connsiteX1" y="connsiteY1"/>
                    </a:cxn>
                  </a:cxnLst>
                  <a:rect l="l" t="t" r="r" b="b"/>
                  <a:pathLst>
                    <a:path w="1208722" h="6">
                      <a:moveTo>
                        <a:pt x="1208722" y="6"/>
                      </a:moveTo>
                      <a:lnTo>
                        <a:pt x="0" y="0"/>
                      </a:lnTo>
                    </a:path>
                  </a:pathLst>
                </a:custGeom>
                <a:ln w="18063" cap="flat">
                  <a:solidFill>
                    <a:srgbClr val="FFFFFF"/>
                  </a:solidFill>
                  <a:prstDash val="solid"/>
                  <a:miter/>
                </a:ln>
              </p:spPr>
              <p:txBody>
                <a:bodyPr rtlCol="0" anchor="ctr"/>
                <a:lstStyle/>
                <a:p>
                  <a:endParaRPr lang="zh-CN" altLang="en-US"/>
                </a:p>
              </p:txBody>
            </p:sp>
          </p:grpSp>
          <p:sp>
            <p:nvSpPr>
              <p:cNvPr id="72" name="任意多边形: 形状 71">
                <a:extLst>
                  <a:ext uri="{FF2B5EF4-FFF2-40B4-BE49-F238E27FC236}">
                    <a16:creationId xmlns:a16="http://schemas.microsoft.com/office/drawing/2014/main" id="{D45E8FFA-C596-2C32-F085-F251F397D3D0}"/>
                  </a:ext>
                </a:extLst>
              </p:cNvPr>
              <p:cNvSpPr/>
              <p:nvPr/>
            </p:nvSpPr>
            <p:spPr>
              <a:xfrm rot="16200000">
                <a:off x="7635762" y="1609602"/>
                <a:ext cx="970114" cy="141401"/>
              </a:xfrm>
              <a:custGeom>
                <a:avLst/>
                <a:gdLst>
                  <a:gd name="connsiteX0" fmla="*/ 0 w 970114"/>
                  <a:gd name="connsiteY0" fmla="*/ 0 h 141401"/>
                  <a:gd name="connsiteX1" fmla="*/ 970115 w 970114"/>
                  <a:gd name="connsiteY1" fmla="*/ 0 h 141401"/>
                  <a:gd name="connsiteX2" fmla="*/ 970115 w 970114"/>
                  <a:gd name="connsiteY2" fmla="*/ 141402 h 141401"/>
                  <a:gd name="connsiteX3" fmla="*/ 0 w 970114"/>
                  <a:gd name="connsiteY3" fmla="*/ 141402 h 141401"/>
                </a:gdLst>
                <a:ahLst/>
                <a:cxnLst>
                  <a:cxn ang="0">
                    <a:pos x="connsiteX0" y="connsiteY0"/>
                  </a:cxn>
                  <a:cxn ang="0">
                    <a:pos x="connsiteX1" y="connsiteY1"/>
                  </a:cxn>
                  <a:cxn ang="0">
                    <a:pos x="connsiteX2" y="connsiteY2"/>
                  </a:cxn>
                  <a:cxn ang="0">
                    <a:pos x="connsiteX3" y="connsiteY3"/>
                  </a:cxn>
                </a:cxnLst>
                <a:rect l="l" t="t" r="r" b="b"/>
                <a:pathLst>
                  <a:path w="970114" h="141401">
                    <a:moveTo>
                      <a:pt x="0" y="0"/>
                    </a:moveTo>
                    <a:lnTo>
                      <a:pt x="970115" y="0"/>
                    </a:lnTo>
                    <a:lnTo>
                      <a:pt x="970115" y="141402"/>
                    </a:lnTo>
                    <a:lnTo>
                      <a:pt x="0" y="141402"/>
                    </a:lnTo>
                    <a:close/>
                  </a:path>
                </a:pathLst>
              </a:custGeom>
              <a:solidFill>
                <a:srgbClr val="3F6FD5"/>
              </a:solidFill>
              <a:ln w="6350" cap="flat">
                <a:noFill/>
                <a:prstDash val="solid"/>
                <a:miter/>
              </a:ln>
            </p:spPr>
            <p:txBody>
              <a:bodyPr rtlCol="0" anchor="ctr"/>
              <a:lstStyle/>
              <a:p>
                <a:endParaRPr lang="zh-CN" altLang="en-US"/>
              </a:p>
            </p:txBody>
          </p:sp>
          <p:sp>
            <p:nvSpPr>
              <p:cNvPr id="73" name="任意多边形: 形状 72">
                <a:extLst>
                  <a:ext uri="{FF2B5EF4-FFF2-40B4-BE49-F238E27FC236}">
                    <a16:creationId xmlns:a16="http://schemas.microsoft.com/office/drawing/2014/main" id="{61C14420-CB5E-FBF7-A4F9-C2762C43E362}"/>
                  </a:ext>
                </a:extLst>
              </p:cNvPr>
              <p:cNvSpPr/>
              <p:nvPr/>
            </p:nvSpPr>
            <p:spPr>
              <a:xfrm rot="16200000">
                <a:off x="7851222" y="1718050"/>
                <a:ext cx="1187011" cy="141401"/>
              </a:xfrm>
              <a:custGeom>
                <a:avLst/>
                <a:gdLst>
                  <a:gd name="connsiteX0" fmla="*/ 0 w 1187011"/>
                  <a:gd name="connsiteY0" fmla="*/ 0 h 141401"/>
                  <a:gd name="connsiteX1" fmla="*/ 1187012 w 1187011"/>
                  <a:gd name="connsiteY1" fmla="*/ 0 h 141401"/>
                  <a:gd name="connsiteX2" fmla="*/ 1187012 w 1187011"/>
                  <a:gd name="connsiteY2" fmla="*/ 141402 h 141401"/>
                  <a:gd name="connsiteX3" fmla="*/ 0 w 1187011"/>
                  <a:gd name="connsiteY3" fmla="*/ 141402 h 141401"/>
                </a:gdLst>
                <a:ahLst/>
                <a:cxnLst>
                  <a:cxn ang="0">
                    <a:pos x="connsiteX0" y="connsiteY0"/>
                  </a:cxn>
                  <a:cxn ang="0">
                    <a:pos x="connsiteX1" y="connsiteY1"/>
                  </a:cxn>
                  <a:cxn ang="0">
                    <a:pos x="connsiteX2" y="connsiteY2"/>
                  </a:cxn>
                  <a:cxn ang="0">
                    <a:pos x="connsiteX3" y="connsiteY3"/>
                  </a:cxn>
                </a:cxnLst>
                <a:rect l="l" t="t" r="r" b="b"/>
                <a:pathLst>
                  <a:path w="1187011" h="141401">
                    <a:moveTo>
                      <a:pt x="0" y="0"/>
                    </a:moveTo>
                    <a:lnTo>
                      <a:pt x="1187012" y="0"/>
                    </a:lnTo>
                    <a:lnTo>
                      <a:pt x="1187012" y="141402"/>
                    </a:lnTo>
                    <a:lnTo>
                      <a:pt x="0" y="141402"/>
                    </a:lnTo>
                    <a:close/>
                  </a:path>
                </a:pathLst>
              </a:custGeom>
              <a:solidFill>
                <a:srgbClr val="3F6FD5"/>
              </a:solidFill>
              <a:ln w="6350" cap="flat">
                <a:noFill/>
                <a:prstDash val="solid"/>
                <a:miter/>
              </a:ln>
            </p:spPr>
            <p:txBody>
              <a:bodyPr rtlCol="0" anchor="ctr"/>
              <a:lstStyle/>
              <a:p>
                <a:endParaRPr lang="zh-CN" altLang="en-US"/>
              </a:p>
            </p:txBody>
          </p:sp>
          <p:sp>
            <p:nvSpPr>
              <p:cNvPr id="74" name="任意多边形: 形状 73">
                <a:extLst>
                  <a:ext uri="{FF2B5EF4-FFF2-40B4-BE49-F238E27FC236}">
                    <a16:creationId xmlns:a16="http://schemas.microsoft.com/office/drawing/2014/main" id="{006D8E32-DA68-3AE0-734B-D5ACC069CD6C}"/>
                  </a:ext>
                </a:extLst>
              </p:cNvPr>
              <p:cNvSpPr/>
              <p:nvPr/>
            </p:nvSpPr>
            <p:spPr>
              <a:xfrm rot="16200000">
                <a:off x="7422980" y="1492228"/>
                <a:ext cx="735368" cy="141401"/>
              </a:xfrm>
              <a:custGeom>
                <a:avLst/>
                <a:gdLst>
                  <a:gd name="connsiteX0" fmla="*/ 0 w 735368"/>
                  <a:gd name="connsiteY0" fmla="*/ 0 h 141401"/>
                  <a:gd name="connsiteX1" fmla="*/ 735368 w 735368"/>
                  <a:gd name="connsiteY1" fmla="*/ 0 h 141401"/>
                  <a:gd name="connsiteX2" fmla="*/ 735368 w 735368"/>
                  <a:gd name="connsiteY2" fmla="*/ 141402 h 141401"/>
                  <a:gd name="connsiteX3" fmla="*/ 0 w 735368"/>
                  <a:gd name="connsiteY3" fmla="*/ 141402 h 141401"/>
                </a:gdLst>
                <a:ahLst/>
                <a:cxnLst>
                  <a:cxn ang="0">
                    <a:pos x="connsiteX0" y="connsiteY0"/>
                  </a:cxn>
                  <a:cxn ang="0">
                    <a:pos x="connsiteX1" y="connsiteY1"/>
                  </a:cxn>
                  <a:cxn ang="0">
                    <a:pos x="connsiteX2" y="connsiteY2"/>
                  </a:cxn>
                  <a:cxn ang="0">
                    <a:pos x="connsiteX3" y="connsiteY3"/>
                  </a:cxn>
                </a:cxnLst>
                <a:rect l="l" t="t" r="r" b="b"/>
                <a:pathLst>
                  <a:path w="735368" h="141401">
                    <a:moveTo>
                      <a:pt x="0" y="0"/>
                    </a:moveTo>
                    <a:lnTo>
                      <a:pt x="735368" y="0"/>
                    </a:lnTo>
                    <a:lnTo>
                      <a:pt x="735368" y="141402"/>
                    </a:lnTo>
                    <a:lnTo>
                      <a:pt x="0" y="141402"/>
                    </a:lnTo>
                    <a:close/>
                  </a:path>
                </a:pathLst>
              </a:custGeom>
              <a:solidFill>
                <a:srgbClr val="3F6FD5"/>
              </a:solidFill>
              <a:ln w="6350" cap="flat">
                <a:noFill/>
                <a:prstDash val="solid"/>
                <a:miter/>
              </a:ln>
            </p:spPr>
            <p:txBody>
              <a:bodyPr rtlCol="0" anchor="ctr"/>
              <a:lstStyle/>
              <a:p>
                <a:endParaRPr lang="zh-CN" altLang="en-US"/>
              </a:p>
            </p:txBody>
          </p:sp>
        </p:grpSp>
      </p:grpSp>
      <p:sp>
        <p:nvSpPr>
          <p:cNvPr id="17" name="矩形 16">
            <a:extLst>
              <a:ext uri="{FF2B5EF4-FFF2-40B4-BE49-F238E27FC236}">
                <a16:creationId xmlns:a16="http://schemas.microsoft.com/office/drawing/2014/main" id="{DC4DD7E1-367C-9C7B-DC16-E228B50517DA}"/>
              </a:ext>
            </a:extLst>
          </p:cNvPr>
          <p:cNvSpPr/>
          <p:nvPr userDrawn="1"/>
        </p:nvSpPr>
        <p:spPr>
          <a:xfrm>
            <a:off x="-6344" y="0"/>
            <a:ext cx="12191988" cy="2403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016aed74-051e-4c15-b8e4-51c826cbacbf"/>
          <p:cNvSpPr>
            <a:spLocks noGrp="1"/>
          </p:cNvSpPr>
          <p:nvPr userDrawn="1">
            <p:ph type="title" hasCustomPrompt="1"/>
          </p:nvPr>
        </p:nvSpPr>
        <p:spPr>
          <a:xfrm>
            <a:off x="660400" y="1885041"/>
            <a:ext cx="10858500" cy="1400429"/>
          </a:xfrm>
          <a:prstGeom prst="rect">
            <a:avLst/>
          </a:prstGeom>
        </p:spPr>
        <p:txBody>
          <a:bodyPr>
            <a:normAutofit/>
          </a:bodyPr>
          <a:lstStyle>
            <a:lvl1pPr algn="ctr">
              <a:lnSpc>
                <a:spcPct val="100000"/>
              </a:lnSpc>
              <a:defRPr sz="4800"/>
            </a:lvl1pPr>
          </a:lstStyle>
          <a:p>
            <a:pPr lvl="0"/>
            <a:r>
              <a:rPr lang="zh-CN" altLang="en-US" dirty="0"/>
              <a:t>Click to add title</a:t>
            </a:r>
            <a:endParaRPr lang="en-US" dirty="0"/>
          </a:p>
        </p:txBody>
      </p:sp>
      <p:sp>
        <p:nvSpPr>
          <p:cNvPr id="25" name="文本占位符 24"/>
          <p:cNvSpPr>
            <a:spLocks noGrp="1"/>
          </p:cNvSpPr>
          <p:nvPr userDrawn="1">
            <p:ph type="body" sz="quarter" idx="1" hasCustomPrompt="1"/>
          </p:nvPr>
        </p:nvSpPr>
        <p:spPr>
          <a:xfrm>
            <a:off x="660400" y="3285470"/>
            <a:ext cx="10858500" cy="822294"/>
          </a:xfrm>
          <a:prstGeom prst="rect">
            <a:avLst/>
          </a:prstGeom>
        </p:spPr>
        <p:txBody>
          <a:bodyPr anchor="t">
            <a:normAutofit/>
          </a:bodyPr>
          <a:lstStyle>
            <a:lvl1pPr marL="0" indent="0" algn="ctr">
              <a:lnSpc>
                <a:spcPct val="120000"/>
              </a:lnSpc>
              <a:buFont typeface="+mj-lt"/>
              <a:buNone/>
              <a:defRPr sz="2000" b="0">
                <a:solidFill>
                  <a:schemeClr val="tx1"/>
                </a:solidFill>
                <a:latin typeface="+mn-lt"/>
              </a:defRPr>
            </a:lvl1pPr>
          </a:lstStyle>
          <a:p>
            <a:pPr lvl="0"/>
            <a:r>
              <a:rPr lang="zh-CN" altLang="en-US" dirty="0"/>
              <a:t>Click to add text</a:t>
            </a:r>
            <a:endParaRPr lang="en-US" dirty="0"/>
          </a:p>
        </p:txBody>
      </p:sp>
      <p:sp>
        <p:nvSpPr>
          <p:cNvPr id="4" name="日期占位符 3"/>
          <p:cNvSpPr>
            <a:spLocks noGrp="1"/>
          </p:cNvSpPr>
          <p:nvPr userDrawn="1">
            <p:ph type="dt" sz="half" idx="10"/>
          </p:nvPr>
        </p:nvSpPr>
        <p:spPr/>
        <p:txBody>
          <a:bodyPr/>
          <a:lstStyle/>
          <a:p>
            <a:fld id="{2A27A813-B2FD-42E1-9222-83B574E99074}" type="datetime1">
              <a:rPr lang="zh-CN" altLang="en-US" smtClean="0"/>
              <a:t>2025/7/7</a:t>
            </a:fld>
            <a:endParaRPr lang="en-US" altLang="zh-CN"/>
          </a:p>
        </p:txBody>
      </p:sp>
      <p:sp>
        <p:nvSpPr>
          <p:cNvPr id="6" name="页脚占位符 5"/>
          <p:cNvSpPr>
            <a:spLocks noGrp="1"/>
          </p:cNvSpPr>
          <p:nvPr userDrawn="1">
            <p:ph type="ftr" sz="quarter" idx="11"/>
          </p:nvPr>
        </p:nvSpPr>
        <p:spPr/>
        <p:txBody>
          <a:bodyPr/>
          <a:lstStyle/>
          <a:p>
            <a:r>
              <a:rPr lang="af-ZA" altLang="zh-CN" dirty="0"/>
              <a:t>iSlide</a:t>
            </a:r>
            <a:endParaRPr lang="zh-CN" altLang="en-US" dirty="0"/>
          </a:p>
        </p:txBody>
      </p:sp>
      <p:sp>
        <p:nvSpPr>
          <p:cNvPr id="8" name="灯片编号占位符 7"/>
          <p:cNvSpPr>
            <a:spLocks noGrp="1"/>
          </p:cNvSpPr>
          <p:nvPr userDrawn="1">
            <p:ph type="sldNum" sz="quarter" idx="12"/>
          </p:nvPr>
        </p:nvSpPr>
        <p:spPr/>
        <p:txBody>
          <a:bodyPr/>
          <a:lstStyle/>
          <a:p>
            <a:fld id="{7F65B630-C7FF-41C0-9923-C5E5E29EED81}" type="slidenum">
              <a:rPr lang="en-US" altLang="zh-CN" smtClean="0"/>
              <a:pPr/>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a:t>Click to add title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7.xml><?xml version="1.0" encoding="utf-8"?>
<p:sldLayout xmlns:a16="http://schemas.microsoft.com/office/drawing/2014/main" xmlns:a="http://schemas.openxmlformats.org/drawingml/2006/main" xmlns:r="http://schemas.openxmlformats.org/officeDocument/2006/relationships" xmlns:p="http://schemas.openxmlformats.org/presentationml/2006/main" showMasterSp="0" matchingName="Closing" preserve="1">
  <p:cSld name="Closing">
    <p:bg>
      <p:bgPr>
        <a:solidFill>
          <a:schemeClr val="accent1">
            <a:lumMod val="20000"/>
            <a:lumOff val="80000"/>
          </a:schemeClr>
        </a:solidFill>
        <a:effectLst/>
      </p:bgPr>
    </p:bg>
    <p:spTree>
      <p:nvGrpSpPr>
        <p:cNvPr id="1" name=""/>
        <p:cNvGrpSpPr/>
        <p:nvPr/>
      </p:nvGrpSpPr>
      <p:grpSpPr>
        <a:xfrm>
          <a:off x="0" y="0"/>
          <a:ext cx="0" cy="0"/>
          <a:chOff x="0" y="0"/>
          <a:chExt cx="0" cy="0"/>
        </a:xfrm>
      </p:grpSpPr>
      <p:grpSp>
        <p:nvGrpSpPr>
          <p:cNvPr id="142" name="组合 141">
            <a:extLst>
              <a:ext uri="{FF2B5EF4-FFF2-40B4-BE49-F238E27FC236}">
                <a16:creationId xmlns:a16="http://schemas.microsoft.com/office/drawing/2014/main" id="{A3D3F902-2C9C-38E2-BC1B-C729A0060CD0}"/>
              </a:ext>
            </a:extLst>
          </p:cNvPr>
          <p:cNvGrpSpPr/>
          <p:nvPr userDrawn="1"/>
        </p:nvGrpSpPr>
        <p:grpSpPr>
          <a:xfrm>
            <a:off x="1" y="453428"/>
            <a:ext cx="12191988" cy="6404572"/>
            <a:chOff x="1" y="453428"/>
            <a:chExt cx="12191988" cy="6404572"/>
          </a:xfrm>
        </p:grpSpPr>
        <p:sp>
          <p:nvSpPr>
            <p:cNvPr id="143" name="矩形 142">
              <a:extLst>
                <a:ext uri="{FF2B5EF4-FFF2-40B4-BE49-F238E27FC236}">
                  <a16:creationId xmlns:a16="http://schemas.microsoft.com/office/drawing/2014/main" id="{1C25A4E8-D4DB-B377-7F09-E0A81CD1530E}"/>
                </a:ext>
              </a:extLst>
            </p:cNvPr>
            <p:cNvSpPr/>
            <p:nvPr userDrawn="1"/>
          </p:nvSpPr>
          <p:spPr>
            <a:xfrm>
              <a:off x="1" y="5507875"/>
              <a:ext cx="12191988" cy="13501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4" name="图形 8">
              <a:extLst>
                <a:ext uri="{FF2B5EF4-FFF2-40B4-BE49-F238E27FC236}">
                  <a16:creationId xmlns:a16="http://schemas.microsoft.com/office/drawing/2014/main" id="{492F050F-C9DF-E33D-E831-0B948C054D5A}"/>
                </a:ext>
              </a:extLst>
            </p:cNvPr>
            <p:cNvGrpSpPr/>
            <p:nvPr userDrawn="1"/>
          </p:nvGrpSpPr>
          <p:grpSpPr>
            <a:xfrm>
              <a:off x="6944779" y="453428"/>
              <a:ext cx="4813928" cy="6009017"/>
              <a:chOff x="6944779" y="453428"/>
              <a:chExt cx="4813928" cy="6009017"/>
            </a:xfrm>
          </p:grpSpPr>
          <p:sp>
            <p:nvSpPr>
              <p:cNvPr id="146" name="任意多边形: 形状 145">
                <a:extLst>
                  <a:ext uri="{FF2B5EF4-FFF2-40B4-BE49-F238E27FC236}">
                    <a16:creationId xmlns:a16="http://schemas.microsoft.com/office/drawing/2014/main" id="{4E2F4DA7-9A98-B9FC-CC6F-FF916733E3BF}"/>
                  </a:ext>
                </a:extLst>
              </p:cNvPr>
              <p:cNvSpPr/>
              <p:nvPr/>
            </p:nvSpPr>
            <p:spPr>
              <a:xfrm rot="-5400000">
                <a:off x="8161471" y="2860456"/>
                <a:ext cx="1195870" cy="1195876"/>
              </a:xfrm>
              <a:custGeom>
                <a:avLst/>
                <a:gdLst>
                  <a:gd name="connsiteX0" fmla="*/ 0 w 1195870"/>
                  <a:gd name="connsiteY0" fmla="*/ 0 h 1195876"/>
                  <a:gd name="connsiteX1" fmla="*/ 1195871 w 1195870"/>
                  <a:gd name="connsiteY1" fmla="*/ 0 h 1195876"/>
                  <a:gd name="connsiteX2" fmla="*/ 1195871 w 1195870"/>
                  <a:gd name="connsiteY2" fmla="*/ 1195877 h 1195876"/>
                  <a:gd name="connsiteX3" fmla="*/ 0 w 1195870"/>
                  <a:gd name="connsiteY3" fmla="*/ 1195877 h 1195876"/>
                </a:gdLst>
                <a:ahLst/>
                <a:cxnLst>
                  <a:cxn ang="0">
                    <a:pos x="connsiteX0" y="connsiteY0"/>
                  </a:cxn>
                  <a:cxn ang="0">
                    <a:pos x="connsiteX1" y="connsiteY1"/>
                  </a:cxn>
                  <a:cxn ang="0">
                    <a:pos x="connsiteX2" y="connsiteY2"/>
                  </a:cxn>
                  <a:cxn ang="0">
                    <a:pos x="connsiteX3" y="connsiteY3"/>
                  </a:cxn>
                </a:cxnLst>
                <a:rect l="l" t="t" r="r" b="b"/>
                <a:pathLst>
                  <a:path w="1195870" h="1195876">
                    <a:moveTo>
                      <a:pt x="0" y="0"/>
                    </a:moveTo>
                    <a:lnTo>
                      <a:pt x="1195871" y="0"/>
                    </a:lnTo>
                    <a:lnTo>
                      <a:pt x="1195871" y="1195877"/>
                    </a:lnTo>
                    <a:lnTo>
                      <a:pt x="0" y="1195877"/>
                    </a:lnTo>
                    <a:close/>
                  </a:path>
                </a:pathLst>
              </a:custGeom>
              <a:solidFill>
                <a:srgbClr val="DC4245"/>
              </a:solidFill>
              <a:ln w="6350" cap="flat">
                <a:noFill/>
                <a:prstDash val="solid"/>
                <a:miter/>
              </a:ln>
            </p:spPr>
            <p:txBody>
              <a:bodyPr rtlCol="0" anchor="ctr"/>
              <a:lstStyle/>
              <a:p>
                <a:endParaRPr lang="zh-CN" altLang="en-US"/>
              </a:p>
            </p:txBody>
          </p:sp>
          <p:sp>
            <p:nvSpPr>
              <p:cNvPr id="147" name="任意多边形: 形状 146">
                <a:extLst>
                  <a:ext uri="{FF2B5EF4-FFF2-40B4-BE49-F238E27FC236}">
                    <a16:creationId xmlns:a16="http://schemas.microsoft.com/office/drawing/2014/main" id="{B8C8806A-53B1-13E7-DDBE-BEB6076E4B98}"/>
                  </a:ext>
                </a:extLst>
              </p:cNvPr>
              <p:cNvSpPr/>
              <p:nvPr/>
            </p:nvSpPr>
            <p:spPr>
              <a:xfrm rot="-5400000">
                <a:off x="8161465" y="4056325"/>
                <a:ext cx="1195876" cy="1195876"/>
              </a:xfrm>
              <a:custGeom>
                <a:avLst/>
                <a:gdLst>
                  <a:gd name="connsiteX0" fmla="*/ 0 w 1195876"/>
                  <a:gd name="connsiteY0" fmla="*/ 0 h 1195876"/>
                  <a:gd name="connsiteX1" fmla="*/ 1195877 w 1195876"/>
                  <a:gd name="connsiteY1" fmla="*/ 0 h 1195876"/>
                  <a:gd name="connsiteX2" fmla="*/ 1195877 w 1195876"/>
                  <a:gd name="connsiteY2" fmla="*/ 1195877 h 1195876"/>
                  <a:gd name="connsiteX3" fmla="*/ 0 w 1195876"/>
                  <a:gd name="connsiteY3" fmla="*/ 1195877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7"/>
                    </a:lnTo>
                    <a:lnTo>
                      <a:pt x="0" y="1195877"/>
                    </a:lnTo>
                    <a:close/>
                  </a:path>
                </a:pathLst>
              </a:custGeom>
              <a:solidFill>
                <a:srgbClr val="FBF5E2"/>
              </a:solidFill>
              <a:ln w="6350" cap="flat">
                <a:noFill/>
                <a:prstDash val="solid"/>
                <a:miter/>
              </a:ln>
            </p:spPr>
            <p:txBody>
              <a:bodyPr rtlCol="0" anchor="ctr"/>
              <a:lstStyle/>
              <a:p>
                <a:endParaRPr lang="zh-CN" altLang="en-US"/>
              </a:p>
            </p:txBody>
          </p:sp>
          <p:sp>
            <p:nvSpPr>
              <p:cNvPr id="148" name="任意多边形: 形状 147">
                <a:extLst>
                  <a:ext uri="{FF2B5EF4-FFF2-40B4-BE49-F238E27FC236}">
                    <a16:creationId xmlns:a16="http://schemas.microsoft.com/office/drawing/2014/main" id="{E838D8C0-2F8E-C268-42A7-D4ACA04B31BE}"/>
                  </a:ext>
                </a:extLst>
              </p:cNvPr>
              <p:cNvSpPr/>
              <p:nvPr/>
            </p:nvSpPr>
            <p:spPr>
              <a:xfrm>
                <a:off x="6962343" y="463797"/>
                <a:ext cx="1195876" cy="1195870"/>
              </a:xfrm>
              <a:custGeom>
                <a:avLst/>
                <a:gdLst>
                  <a:gd name="connsiteX0" fmla="*/ 0 w 1195876"/>
                  <a:gd name="connsiteY0" fmla="*/ 1195870 h 1195870"/>
                  <a:gd name="connsiteX1" fmla="*/ 0 w 1195876"/>
                  <a:gd name="connsiteY1" fmla="*/ 0 h 1195870"/>
                  <a:gd name="connsiteX2" fmla="*/ 1195877 w 1195876"/>
                  <a:gd name="connsiteY2" fmla="*/ 0 h 1195870"/>
                  <a:gd name="connsiteX3" fmla="*/ 1195877 w 1195876"/>
                  <a:gd name="connsiteY3" fmla="*/ 521799 h 1195870"/>
                  <a:gd name="connsiteX4" fmla="*/ 521805 w 1195876"/>
                  <a:gd name="connsiteY4" fmla="*/ 1195870 h 1195870"/>
                  <a:gd name="connsiteX5" fmla="*/ 0 w 1195876"/>
                  <a:gd name="connsiteY5" fmla="*/ 1195870 h 1195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5876" h="1195870">
                    <a:moveTo>
                      <a:pt x="0" y="1195870"/>
                    </a:moveTo>
                    <a:lnTo>
                      <a:pt x="0" y="0"/>
                    </a:lnTo>
                    <a:lnTo>
                      <a:pt x="1195877" y="0"/>
                    </a:lnTo>
                    <a:lnTo>
                      <a:pt x="1195877" y="521799"/>
                    </a:lnTo>
                    <a:cubicBezTo>
                      <a:pt x="1195877" y="894080"/>
                      <a:pt x="894087" y="1195870"/>
                      <a:pt x="521805" y="1195870"/>
                    </a:cubicBezTo>
                    <a:lnTo>
                      <a:pt x="0" y="1195870"/>
                    </a:lnTo>
                    <a:close/>
                  </a:path>
                </a:pathLst>
              </a:custGeom>
              <a:solidFill>
                <a:srgbClr val="EFC590">
                  <a:alpha val="70000"/>
                </a:srgbClr>
              </a:solidFill>
              <a:ln w="6350" cap="flat">
                <a:noFill/>
                <a:prstDash val="solid"/>
                <a:miter/>
              </a:ln>
            </p:spPr>
            <p:txBody>
              <a:bodyPr rtlCol="0" anchor="ctr"/>
              <a:lstStyle/>
              <a:p>
                <a:endParaRPr lang="zh-CN" altLang="en-US"/>
              </a:p>
            </p:txBody>
          </p:sp>
          <p:sp>
            <p:nvSpPr>
              <p:cNvPr id="149" name="任意多边形: 形状 148">
                <a:extLst>
                  <a:ext uri="{FF2B5EF4-FFF2-40B4-BE49-F238E27FC236}">
                    <a16:creationId xmlns:a16="http://schemas.microsoft.com/office/drawing/2014/main" id="{EA389B77-8B8A-A8EA-EC29-C959EDDAD6CB}"/>
                  </a:ext>
                </a:extLst>
              </p:cNvPr>
              <p:cNvSpPr/>
              <p:nvPr/>
            </p:nvSpPr>
            <p:spPr>
              <a:xfrm rot="-5400000">
                <a:off x="6965583" y="2860458"/>
                <a:ext cx="1195870" cy="1195870"/>
              </a:xfrm>
              <a:custGeom>
                <a:avLst/>
                <a:gdLst>
                  <a:gd name="connsiteX0" fmla="*/ 0 w 1195870"/>
                  <a:gd name="connsiteY0" fmla="*/ 0 h 1195870"/>
                  <a:gd name="connsiteX1" fmla="*/ 1195871 w 1195870"/>
                  <a:gd name="connsiteY1" fmla="*/ 0 h 1195870"/>
                  <a:gd name="connsiteX2" fmla="*/ 1195871 w 1195870"/>
                  <a:gd name="connsiteY2" fmla="*/ 1195870 h 1195870"/>
                  <a:gd name="connsiteX3" fmla="*/ 0 w 1195870"/>
                  <a:gd name="connsiteY3" fmla="*/ 1195870 h 1195870"/>
                </a:gdLst>
                <a:ahLst/>
                <a:cxnLst>
                  <a:cxn ang="0">
                    <a:pos x="connsiteX0" y="connsiteY0"/>
                  </a:cxn>
                  <a:cxn ang="0">
                    <a:pos x="connsiteX1" y="connsiteY1"/>
                  </a:cxn>
                  <a:cxn ang="0">
                    <a:pos x="connsiteX2" y="connsiteY2"/>
                  </a:cxn>
                  <a:cxn ang="0">
                    <a:pos x="connsiteX3" y="connsiteY3"/>
                  </a:cxn>
                </a:cxnLst>
                <a:rect l="l" t="t" r="r" b="b"/>
                <a:pathLst>
                  <a:path w="1195870" h="1195870">
                    <a:moveTo>
                      <a:pt x="0" y="0"/>
                    </a:moveTo>
                    <a:lnTo>
                      <a:pt x="1195871" y="0"/>
                    </a:lnTo>
                    <a:lnTo>
                      <a:pt x="1195871" y="1195870"/>
                    </a:lnTo>
                    <a:lnTo>
                      <a:pt x="0" y="1195870"/>
                    </a:lnTo>
                    <a:close/>
                  </a:path>
                </a:pathLst>
              </a:custGeom>
              <a:solidFill>
                <a:srgbClr val="E9A650"/>
              </a:solidFill>
              <a:ln w="6350" cap="flat">
                <a:noFill/>
                <a:prstDash val="solid"/>
                <a:miter/>
              </a:ln>
            </p:spPr>
            <p:txBody>
              <a:bodyPr rtlCol="0" anchor="ctr"/>
              <a:lstStyle/>
              <a:p>
                <a:endParaRPr lang="zh-CN" altLang="en-US"/>
              </a:p>
            </p:txBody>
          </p:sp>
          <p:sp>
            <p:nvSpPr>
              <p:cNvPr id="150" name="任意多边形: 形状 149">
                <a:extLst>
                  <a:ext uri="{FF2B5EF4-FFF2-40B4-BE49-F238E27FC236}">
                    <a16:creationId xmlns:a16="http://schemas.microsoft.com/office/drawing/2014/main" id="{5EA757F3-C958-B805-FD5C-904C6829A21B}"/>
                  </a:ext>
                </a:extLst>
              </p:cNvPr>
              <p:cNvSpPr/>
              <p:nvPr/>
            </p:nvSpPr>
            <p:spPr>
              <a:xfrm rot="-5400000">
                <a:off x="6965577" y="4056327"/>
                <a:ext cx="1195876" cy="1195870"/>
              </a:xfrm>
              <a:custGeom>
                <a:avLst/>
                <a:gdLst>
                  <a:gd name="connsiteX0" fmla="*/ 0 w 1195876"/>
                  <a:gd name="connsiteY0" fmla="*/ 0 h 1195870"/>
                  <a:gd name="connsiteX1" fmla="*/ 1195877 w 1195876"/>
                  <a:gd name="connsiteY1" fmla="*/ 0 h 1195870"/>
                  <a:gd name="connsiteX2" fmla="*/ 1195877 w 1195876"/>
                  <a:gd name="connsiteY2" fmla="*/ 1195870 h 1195870"/>
                  <a:gd name="connsiteX3" fmla="*/ 0 w 1195876"/>
                  <a:gd name="connsiteY3" fmla="*/ 1195870 h 1195870"/>
                </a:gdLst>
                <a:ahLst/>
                <a:cxnLst>
                  <a:cxn ang="0">
                    <a:pos x="connsiteX0" y="connsiteY0"/>
                  </a:cxn>
                  <a:cxn ang="0">
                    <a:pos x="connsiteX1" y="connsiteY1"/>
                  </a:cxn>
                  <a:cxn ang="0">
                    <a:pos x="connsiteX2" y="connsiteY2"/>
                  </a:cxn>
                  <a:cxn ang="0">
                    <a:pos x="connsiteX3" y="connsiteY3"/>
                  </a:cxn>
                </a:cxnLst>
                <a:rect l="l" t="t" r="r" b="b"/>
                <a:pathLst>
                  <a:path w="1195876" h="1195870">
                    <a:moveTo>
                      <a:pt x="0" y="0"/>
                    </a:moveTo>
                    <a:lnTo>
                      <a:pt x="1195877" y="0"/>
                    </a:lnTo>
                    <a:lnTo>
                      <a:pt x="1195877" y="1195870"/>
                    </a:lnTo>
                    <a:lnTo>
                      <a:pt x="0" y="1195870"/>
                    </a:lnTo>
                    <a:close/>
                  </a:path>
                </a:pathLst>
              </a:custGeom>
              <a:solidFill>
                <a:srgbClr val="DC4245"/>
              </a:solidFill>
              <a:ln w="6350" cap="flat">
                <a:noFill/>
                <a:prstDash val="solid"/>
                <a:miter/>
              </a:ln>
            </p:spPr>
            <p:txBody>
              <a:bodyPr rtlCol="0" anchor="ctr"/>
              <a:lstStyle/>
              <a:p>
                <a:endParaRPr lang="zh-CN" altLang="en-US"/>
              </a:p>
            </p:txBody>
          </p:sp>
          <p:sp>
            <p:nvSpPr>
              <p:cNvPr id="151" name="任意多边形: 形状 150">
                <a:extLst>
                  <a:ext uri="{FF2B5EF4-FFF2-40B4-BE49-F238E27FC236}">
                    <a16:creationId xmlns:a16="http://schemas.microsoft.com/office/drawing/2014/main" id="{AD19508C-6B45-B56F-E4E1-176C921DA6F0}"/>
                  </a:ext>
                </a:extLst>
              </p:cNvPr>
              <p:cNvSpPr/>
              <p:nvPr/>
            </p:nvSpPr>
            <p:spPr>
              <a:xfrm rot="5400000">
                <a:off x="8158222" y="1659665"/>
                <a:ext cx="1195876" cy="1195876"/>
              </a:xfrm>
              <a:custGeom>
                <a:avLst/>
                <a:gdLst>
                  <a:gd name="connsiteX0" fmla="*/ 0 w 1195876"/>
                  <a:gd name="connsiteY0" fmla="*/ 0 h 1195876"/>
                  <a:gd name="connsiteX1" fmla="*/ 1195877 w 1195876"/>
                  <a:gd name="connsiteY1" fmla="*/ 0 h 1195876"/>
                  <a:gd name="connsiteX2" fmla="*/ 1195877 w 1195876"/>
                  <a:gd name="connsiteY2" fmla="*/ 1195876 h 1195876"/>
                  <a:gd name="connsiteX3" fmla="*/ 0 w 1195876"/>
                  <a:gd name="connsiteY3" fmla="*/ 1195876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6"/>
                    </a:lnTo>
                    <a:lnTo>
                      <a:pt x="0" y="1195876"/>
                    </a:lnTo>
                    <a:close/>
                  </a:path>
                </a:pathLst>
              </a:custGeom>
              <a:solidFill>
                <a:srgbClr val="EFC590">
                  <a:alpha val="70000"/>
                </a:srgbClr>
              </a:solidFill>
              <a:ln w="6350" cap="flat">
                <a:noFill/>
                <a:prstDash val="solid"/>
                <a:miter/>
              </a:ln>
            </p:spPr>
            <p:txBody>
              <a:bodyPr rtlCol="0" anchor="ctr"/>
              <a:lstStyle/>
              <a:p>
                <a:endParaRPr lang="zh-CN" altLang="en-US"/>
              </a:p>
            </p:txBody>
          </p:sp>
          <p:sp>
            <p:nvSpPr>
              <p:cNvPr id="152" name="任意多边形: 形状 151">
                <a:extLst>
                  <a:ext uri="{FF2B5EF4-FFF2-40B4-BE49-F238E27FC236}">
                    <a16:creationId xmlns:a16="http://schemas.microsoft.com/office/drawing/2014/main" id="{C75ECE86-664F-9CB9-F061-0397090244A8}"/>
                  </a:ext>
                </a:extLst>
              </p:cNvPr>
              <p:cNvSpPr/>
              <p:nvPr/>
            </p:nvSpPr>
            <p:spPr>
              <a:xfrm>
                <a:off x="8158226" y="463797"/>
                <a:ext cx="1195876" cy="1195870"/>
              </a:xfrm>
              <a:custGeom>
                <a:avLst/>
                <a:gdLst>
                  <a:gd name="connsiteX0" fmla="*/ 1195877 w 1195876"/>
                  <a:gd name="connsiteY0" fmla="*/ 0 h 1195870"/>
                  <a:gd name="connsiteX1" fmla="*/ 1195877 w 1195876"/>
                  <a:gd name="connsiteY1" fmla="*/ 1195870 h 1195870"/>
                  <a:gd name="connsiteX2" fmla="*/ 0 w 1195876"/>
                  <a:gd name="connsiteY2" fmla="*/ 1195870 h 1195870"/>
                  <a:gd name="connsiteX3" fmla="*/ 0 w 1195876"/>
                  <a:gd name="connsiteY3" fmla="*/ 597935 h 1195870"/>
                  <a:gd name="connsiteX4" fmla="*/ 597935 w 1195876"/>
                  <a:gd name="connsiteY4" fmla="*/ 0 h 1195870"/>
                  <a:gd name="connsiteX5" fmla="*/ 1195877 w 1195876"/>
                  <a:gd name="connsiteY5" fmla="*/ 0 h 1195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5876" h="1195870">
                    <a:moveTo>
                      <a:pt x="1195877" y="0"/>
                    </a:moveTo>
                    <a:lnTo>
                      <a:pt x="1195877" y="1195870"/>
                    </a:lnTo>
                    <a:lnTo>
                      <a:pt x="0" y="1195870"/>
                    </a:lnTo>
                    <a:lnTo>
                      <a:pt x="0" y="597935"/>
                    </a:lnTo>
                    <a:cubicBezTo>
                      <a:pt x="0" y="267703"/>
                      <a:pt x="267703" y="0"/>
                      <a:pt x="597935" y="0"/>
                    </a:cubicBezTo>
                    <a:lnTo>
                      <a:pt x="1195877" y="0"/>
                    </a:lnTo>
                    <a:close/>
                  </a:path>
                </a:pathLst>
              </a:custGeom>
              <a:solidFill>
                <a:srgbClr val="1C1C61"/>
              </a:solidFill>
              <a:ln w="6350" cap="flat">
                <a:noFill/>
                <a:prstDash val="solid"/>
                <a:miter/>
              </a:ln>
            </p:spPr>
            <p:txBody>
              <a:bodyPr rtlCol="0" anchor="ctr"/>
              <a:lstStyle/>
              <a:p>
                <a:endParaRPr lang="zh-CN" altLang="en-US"/>
              </a:p>
            </p:txBody>
          </p:sp>
          <p:sp>
            <p:nvSpPr>
              <p:cNvPr id="153" name="任意多边形: 形状 152">
                <a:extLst>
                  <a:ext uri="{FF2B5EF4-FFF2-40B4-BE49-F238E27FC236}">
                    <a16:creationId xmlns:a16="http://schemas.microsoft.com/office/drawing/2014/main" id="{6ED2E094-F001-B6F0-D6EB-4BE2C8D0E758}"/>
                  </a:ext>
                </a:extLst>
              </p:cNvPr>
              <p:cNvSpPr/>
              <p:nvPr/>
            </p:nvSpPr>
            <p:spPr>
              <a:xfrm rot="5400000">
                <a:off x="9354092" y="4051258"/>
                <a:ext cx="1195876" cy="1195876"/>
              </a:xfrm>
              <a:custGeom>
                <a:avLst/>
                <a:gdLst>
                  <a:gd name="connsiteX0" fmla="*/ 0 w 1195876"/>
                  <a:gd name="connsiteY0" fmla="*/ 0 h 1195876"/>
                  <a:gd name="connsiteX1" fmla="*/ 1195877 w 1195876"/>
                  <a:gd name="connsiteY1" fmla="*/ 0 h 1195876"/>
                  <a:gd name="connsiteX2" fmla="*/ 1195877 w 1195876"/>
                  <a:gd name="connsiteY2" fmla="*/ 1195877 h 1195876"/>
                  <a:gd name="connsiteX3" fmla="*/ 0 w 1195876"/>
                  <a:gd name="connsiteY3" fmla="*/ 1195877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7"/>
                    </a:lnTo>
                    <a:lnTo>
                      <a:pt x="0" y="1195877"/>
                    </a:lnTo>
                    <a:close/>
                  </a:path>
                </a:pathLst>
              </a:custGeom>
              <a:solidFill>
                <a:srgbClr val="DC4245"/>
              </a:solidFill>
              <a:ln w="6350" cap="flat">
                <a:noFill/>
                <a:prstDash val="solid"/>
                <a:miter/>
              </a:ln>
            </p:spPr>
            <p:txBody>
              <a:bodyPr rtlCol="0" anchor="ctr"/>
              <a:lstStyle/>
              <a:p>
                <a:endParaRPr lang="zh-CN" altLang="en-US"/>
              </a:p>
            </p:txBody>
          </p:sp>
          <p:sp>
            <p:nvSpPr>
              <p:cNvPr id="154" name="任意多边形: 形状 153">
                <a:extLst>
                  <a:ext uri="{FF2B5EF4-FFF2-40B4-BE49-F238E27FC236}">
                    <a16:creationId xmlns:a16="http://schemas.microsoft.com/office/drawing/2014/main" id="{1D86B71A-F662-5C51-9F6E-E49BA1B1F28B}"/>
                  </a:ext>
                </a:extLst>
              </p:cNvPr>
              <p:cNvSpPr/>
              <p:nvPr/>
            </p:nvSpPr>
            <p:spPr>
              <a:xfrm rot="5400000">
                <a:off x="9354090" y="1659668"/>
                <a:ext cx="1195876" cy="1195876"/>
              </a:xfrm>
              <a:custGeom>
                <a:avLst/>
                <a:gdLst>
                  <a:gd name="connsiteX0" fmla="*/ 0 w 1195876"/>
                  <a:gd name="connsiteY0" fmla="*/ 0 h 1195876"/>
                  <a:gd name="connsiteX1" fmla="*/ 1195877 w 1195876"/>
                  <a:gd name="connsiteY1" fmla="*/ 0 h 1195876"/>
                  <a:gd name="connsiteX2" fmla="*/ 1195877 w 1195876"/>
                  <a:gd name="connsiteY2" fmla="*/ 1195876 h 1195876"/>
                  <a:gd name="connsiteX3" fmla="*/ 0 w 1195876"/>
                  <a:gd name="connsiteY3" fmla="*/ 1195876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6"/>
                    </a:lnTo>
                    <a:lnTo>
                      <a:pt x="0" y="1195876"/>
                    </a:lnTo>
                    <a:close/>
                  </a:path>
                </a:pathLst>
              </a:custGeom>
              <a:solidFill>
                <a:srgbClr val="FBF5E2"/>
              </a:solidFill>
              <a:ln w="6350" cap="flat">
                <a:noFill/>
                <a:prstDash val="solid"/>
                <a:miter/>
              </a:ln>
            </p:spPr>
            <p:txBody>
              <a:bodyPr rtlCol="0" anchor="ctr"/>
              <a:lstStyle/>
              <a:p>
                <a:endParaRPr lang="zh-CN" altLang="en-US"/>
              </a:p>
            </p:txBody>
          </p:sp>
          <p:sp>
            <p:nvSpPr>
              <p:cNvPr id="155" name="任意多边形: 形状 154">
                <a:extLst>
                  <a:ext uri="{FF2B5EF4-FFF2-40B4-BE49-F238E27FC236}">
                    <a16:creationId xmlns:a16="http://schemas.microsoft.com/office/drawing/2014/main" id="{721F70FE-5515-BE79-8239-1125C7A58F73}"/>
                  </a:ext>
                </a:extLst>
              </p:cNvPr>
              <p:cNvSpPr/>
              <p:nvPr/>
            </p:nvSpPr>
            <p:spPr>
              <a:xfrm rot="5400000">
                <a:off x="9354098" y="463791"/>
                <a:ext cx="1195870" cy="1195876"/>
              </a:xfrm>
              <a:custGeom>
                <a:avLst/>
                <a:gdLst>
                  <a:gd name="connsiteX0" fmla="*/ 0 w 1195870"/>
                  <a:gd name="connsiteY0" fmla="*/ 0 h 1195876"/>
                  <a:gd name="connsiteX1" fmla="*/ 1195871 w 1195870"/>
                  <a:gd name="connsiteY1" fmla="*/ 0 h 1195876"/>
                  <a:gd name="connsiteX2" fmla="*/ 1195871 w 1195870"/>
                  <a:gd name="connsiteY2" fmla="*/ 1195876 h 1195876"/>
                  <a:gd name="connsiteX3" fmla="*/ 0 w 1195870"/>
                  <a:gd name="connsiteY3" fmla="*/ 1195876 h 1195876"/>
                </a:gdLst>
                <a:ahLst/>
                <a:cxnLst>
                  <a:cxn ang="0">
                    <a:pos x="connsiteX0" y="connsiteY0"/>
                  </a:cxn>
                  <a:cxn ang="0">
                    <a:pos x="connsiteX1" y="connsiteY1"/>
                  </a:cxn>
                  <a:cxn ang="0">
                    <a:pos x="connsiteX2" y="connsiteY2"/>
                  </a:cxn>
                  <a:cxn ang="0">
                    <a:pos x="connsiteX3" y="connsiteY3"/>
                  </a:cxn>
                </a:cxnLst>
                <a:rect l="l" t="t" r="r" b="b"/>
                <a:pathLst>
                  <a:path w="1195870" h="1195876">
                    <a:moveTo>
                      <a:pt x="0" y="0"/>
                    </a:moveTo>
                    <a:lnTo>
                      <a:pt x="1195871" y="0"/>
                    </a:lnTo>
                    <a:lnTo>
                      <a:pt x="1195871" y="1195876"/>
                    </a:lnTo>
                    <a:lnTo>
                      <a:pt x="0" y="1195876"/>
                    </a:lnTo>
                    <a:close/>
                  </a:path>
                </a:pathLst>
              </a:custGeom>
              <a:solidFill>
                <a:srgbClr val="EFC590">
                  <a:alpha val="70000"/>
                </a:srgbClr>
              </a:solidFill>
              <a:ln w="6350" cap="flat">
                <a:noFill/>
                <a:prstDash val="solid"/>
                <a:miter/>
              </a:ln>
            </p:spPr>
            <p:txBody>
              <a:bodyPr rtlCol="0" anchor="ctr"/>
              <a:lstStyle/>
              <a:p>
                <a:endParaRPr lang="zh-CN" altLang="en-US"/>
              </a:p>
            </p:txBody>
          </p:sp>
          <p:sp>
            <p:nvSpPr>
              <p:cNvPr id="156" name="任意多边形: 形状 155">
                <a:extLst>
                  <a:ext uri="{FF2B5EF4-FFF2-40B4-BE49-F238E27FC236}">
                    <a16:creationId xmlns:a16="http://schemas.microsoft.com/office/drawing/2014/main" id="{B7792AF6-C918-3074-F875-E83FC24FAA7F}"/>
                  </a:ext>
                </a:extLst>
              </p:cNvPr>
              <p:cNvSpPr/>
              <p:nvPr/>
            </p:nvSpPr>
            <p:spPr>
              <a:xfrm rot="5400000">
                <a:off x="10546592" y="4051258"/>
                <a:ext cx="1195876" cy="1195876"/>
              </a:xfrm>
              <a:custGeom>
                <a:avLst/>
                <a:gdLst>
                  <a:gd name="connsiteX0" fmla="*/ 0 w 1195876"/>
                  <a:gd name="connsiteY0" fmla="*/ 0 h 1195876"/>
                  <a:gd name="connsiteX1" fmla="*/ 1195877 w 1195876"/>
                  <a:gd name="connsiteY1" fmla="*/ 0 h 1195876"/>
                  <a:gd name="connsiteX2" fmla="*/ 1195877 w 1195876"/>
                  <a:gd name="connsiteY2" fmla="*/ 1195877 h 1195876"/>
                  <a:gd name="connsiteX3" fmla="*/ 0 w 1195876"/>
                  <a:gd name="connsiteY3" fmla="*/ 1195877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7"/>
                    </a:lnTo>
                    <a:lnTo>
                      <a:pt x="0" y="1195877"/>
                    </a:lnTo>
                    <a:close/>
                  </a:path>
                </a:pathLst>
              </a:custGeom>
              <a:solidFill>
                <a:srgbClr val="F9ECA4"/>
              </a:solidFill>
              <a:ln w="6350" cap="flat">
                <a:noFill/>
                <a:prstDash val="solid"/>
                <a:miter/>
              </a:ln>
            </p:spPr>
            <p:txBody>
              <a:bodyPr rtlCol="0" anchor="ctr"/>
              <a:lstStyle/>
              <a:p>
                <a:endParaRPr lang="zh-CN" altLang="en-US"/>
              </a:p>
            </p:txBody>
          </p:sp>
          <p:sp>
            <p:nvSpPr>
              <p:cNvPr id="157" name="任意多边形: 形状 156">
                <a:extLst>
                  <a:ext uri="{FF2B5EF4-FFF2-40B4-BE49-F238E27FC236}">
                    <a16:creationId xmlns:a16="http://schemas.microsoft.com/office/drawing/2014/main" id="{EBE646FF-7F08-F7CB-E334-D2C545B8FEB9}"/>
                  </a:ext>
                </a:extLst>
              </p:cNvPr>
              <p:cNvSpPr/>
              <p:nvPr/>
            </p:nvSpPr>
            <p:spPr>
              <a:xfrm>
                <a:off x="10546594" y="2855379"/>
                <a:ext cx="1195876" cy="1195876"/>
              </a:xfrm>
              <a:custGeom>
                <a:avLst/>
                <a:gdLst>
                  <a:gd name="connsiteX0" fmla="*/ 0 w 1195876"/>
                  <a:gd name="connsiteY0" fmla="*/ 1195876 h 1195876"/>
                  <a:gd name="connsiteX1" fmla="*/ 0 w 1195876"/>
                  <a:gd name="connsiteY1" fmla="*/ 1193940 h 1195876"/>
                  <a:gd name="connsiteX2" fmla="*/ 1193940 w 1195876"/>
                  <a:gd name="connsiteY2" fmla="*/ 0 h 1195876"/>
                  <a:gd name="connsiteX3" fmla="*/ 1195877 w 1195876"/>
                  <a:gd name="connsiteY3" fmla="*/ 0 h 1195876"/>
                  <a:gd name="connsiteX4" fmla="*/ 1195877 w 1195876"/>
                  <a:gd name="connsiteY4" fmla="*/ 1937 h 1195876"/>
                  <a:gd name="connsiteX5" fmla="*/ 1937 w 1195876"/>
                  <a:gd name="connsiteY5" fmla="*/ 1195876 h 1195876"/>
                  <a:gd name="connsiteX6" fmla="*/ 0 w 1195876"/>
                  <a:gd name="connsiteY6" fmla="*/ 1195876 h 1195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5876" h="1195876">
                    <a:moveTo>
                      <a:pt x="0" y="1195876"/>
                    </a:moveTo>
                    <a:lnTo>
                      <a:pt x="0" y="1193940"/>
                    </a:lnTo>
                    <a:cubicBezTo>
                      <a:pt x="0" y="534549"/>
                      <a:pt x="534543" y="0"/>
                      <a:pt x="1193940" y="0"/>
                    </a:cubicBezTo>
                    <a:lnTo>
                      <a:pt x="1195877" y="0"/>
                    </a:lnTo>
                    <a:lnTo>
                      <a:pt x="1195877" y="1937"/>
                    </a:lnTo>
                    <a:cubicBezTo>
                      <a:pt x="1195877" y="661327"/>
                      <a:pt x="661333" y="1195876"/>
                      <a:pt x="1937" y="1195876"/>
                    </a:cubicBezTo>
                    <a:lnTo>
                      <a:pt x="0" y="1195876"/>
                    </a:lnTo>
                    <a:close/>
                  </a:path>
                </a:pathLst>
              </a:custGeom>
              <a:solidFill>
                <a:srgbClr val="1C1C61"/>
              </a:solidFill>
              <a:ln w="6350" cap="flat">
                <a:noFill/>
                <a:prstDash val="solid"/>
                <a:miter/>
              </a:ln>
            </p:spPr>
            <p:txBody>
              <a:bodyPr rtlCol="0" anchor="ctr"/>
              <a:lstStyle/>
              <a:p>
                <a:endParaRPr lang="zh-CN" altLang="en-US"/>
              </a:p>
            </p:txBody>
          </p:sp>
          <p:sp>
            <p:nvSpPr>
              <p:cNvPr id="158" name="任意多边形: 形状 157">
                <a:extLst>
                  <a:ext uri="{FF2B5EF4-FFF2-40B4-BE49-F238E27FC236}">
                    <a16:creationId xmlns:a16="http://schemas.microsoft.com/office/drawing/2014/main" id="{8E80014D-1676-E7C9-2A09-EBCBF17D4BC9}"/>
                  </a:ext>
                </a:extLst>
              </p:cNvPr>
              <p:cNvSpPr/>
              <p:nvPr/>
            </p:nvSpPr>
            <p:spPr>
              <a:xfrm rot="5400000">
                <a:off x="10546589" y="1659667"/>
                <a:ext cx="1195876" cy="1195876"/>
              </a:xfrm>
              <a:custGeom>
                <a:avLst/>
                <a:gdLst>
                  <a:gd name="connsiteX0" fmla="*/ 0 w 1195876"/>
                  <a:gd name="connsiteY0" fmla="*/ 0 h 1195876"/>
                  <a:gd name="connsiteX1" fmla="*/ 1195877 w 1195876"/>
                  <a:gd name="connsiteY1" fmla="*/ 0 h 1195876"/>
                  <a:gd name="connsiteX2" fmla="*/ 1195877 w 1195876"/>
                  <a:gd name="connsiteY2" fmla="*/ 1195876 h 1195876"/>
                  <a:gd name="connsiteX3" fmla="*/ 0 w 1195876"/>
                  <a:gd name="connsiteY3" fmla="*/ 1195876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6"/>
                    </a:lnTo>
                    <a:lnTo>
                      <a:pt x="0" y="1195876"/>
                    </a:lnTo>
                    <a:close/>
                  </a:path>
                </a:pathLst>
              </a:custGeom>
              <a:solidFill>
                <a:srgbClr val="EFC590">
                  <a:alpha val="70000"/>
                </a:srgbClr>
              </a:solidFill>
              <a:ln w="6350" cap="flat">
                <a:noFill/>
                <a:prstDash val="solid"/>
                <a:miter/>
              </a:ln>
            </p:spPr>
            <p:txBody>
              <a:bodyPr rtlCol="0" anchor="ctr"/>
              <a:lstStyle/>
              <a:p>
                <a:endParaRPr lang="zh-CN" altLang="en-US"/>
              </a:p>
            </p:txBody>
          </p:sp>
          <p:sp>
            <p:nvSpPr>
              <p:cNvPr id="159" name="任意多边形: 形状 158">
                <a:extLst>
                  <a:ext uri="{FF2B5EF4-FFF2-40B4-BE49-F238E27FC236}">
                    <a16:creationId xmlns:a16="http://schemas.microsoft.com/office/drawing/2014/main" id="{3E1DAB88-F959-8050-F9D0-4B23C679865F}"/>
                  </a:ext>
                </a:extLst>
              </p:cNvPr>
              <p:cNvSpPr/>
              <p:nvPr/>
            </p:nvSpPr>
            <p:spPr>
              <a:xfrm rot="5400000">
                <a:off x="10546596" y="463791"/>
                <a:ext cx="1195870" cy="1195876"/>
              </a:xfrm>
              <a:custGeom>
                <a:avLst/>
                <a:gdLst>
                  <a:gd name="connsiteX0" fmla="*/ 0 w 1195870"/>
                  <a:gd name="connsiteY0" fmla="*/ 0 h 1195876"/>
                  <a:gd name="connsiteX1" fmla="*/ 1195870 w 1195870"/>
                  <a:gd name="connsiteY1" fmla="*/ 0 h 1195876"/>
                  <a:gd name="connsiteX2" fmla="*/ 1195870 w 1195870"/>
                  <a:gd name="connsiteY2" fmla="*/ 1195876 h 1195876"/>
                  <a:gd name="connsiteX3" fmla="*/ 0 w 1195870"/>
                  <a:gd name="connsiteY3" fmla="*/ 1195876 h 1195876"/>
                </a:gdLst>
                <a:ahLst/>
                <a:cxnLst>
                  <a:cxn ang="0">
                    <a:pos x="connsiteX0" y="connsiteY0"/>
                  </a:cxn>
                  <a:cxn ang="0">
                    <a:pos x="connsiteX1" y="connsiteY1"/>
                  </a:cxn>
                  <a:cxn ang="0">
                    <a:pos x="connsiteX2" y="connsiteY2"/>
                  </a:cxn>
                  <a:cxn ang="0">
                    <a:pos x="connsiteX3" y="connsiteY3"/>
                  </a:cxn>
                </a:cxnLst>
                <a:rect l="l" t="t" r="r" b="b"/>
                <a:pathLst>
                  <a:path w="1195870" h="1195876">
                    <a:moveTo>
                      <a:pt x="0" y="0"/>
                    </a:moveTo>
                    <a:lnTo>
                      <a:pt x="1195870" y="0"/>
                    </a:lnTo>
                    <a:lnTo>
                      <a:pt x="1195870" y="1195876"/>
                    </a:lnTo>
                    <a:lnTo>
                      <a:pt x="0" y="1195876"/>
                    </a:lnTo>
                    <a:close/>
                  </a:path>
                </a:pathLst>
              </a:custGeom>
              <a:solidFill>
                <a:srgbClr val="DC4245"/>
              </a:solidFill>
              <a:ln w="6350" cap="flat">
                <a:noFill/>
                <a:prstDash val="solid"/>
                <a:miter/>
              </a:ln>
            </p:spPr>
            <p:txBody>
              <a:bodyPr rtlCol="0" anchor="ctr"/>
              <a:lstStyle/>
              <a:p>
                <a:endParaRPr lang="zh-CN" altLang="en-US"/>
              </a:p>
            </p:txBody>
          </p:sp>
          <p:sp>
            <p:nvSpPr>
              <p:cNvPr id="160" name="任意多边形: 形状 159">
                <a:extLst>
                  <a:ext uri="{FF2B5EF4-FFF2-40B4-BE49-F238E27FC236}">
                    <a16:creationId xmlns:a16="http://schemas.microsoft.com/office/drawing/2014/main" id="{FC373369-D759-B673-2919-9E6ECB2CE506}"/>
                  </a:ext>
                </a:extLst>
              </p:cNvPr>
              <p:cNvSpPr/>
              <p:nvPr/>
            </p:nvSpPr>
            <p:spPr>
              <a:xfrm>
                <a:off x="6962343" y="5247360"/>
                <a:ext cx="1195870" cy="1195870"/>
              </a:xfrm>
              <a:custGeom>
                <a:avLst/>
                <a:gdLst>
                  <a:gd name="connsiteX0" fmla="*/ 0 w 1195870"/>
                  <a:gd name="connsiteY0" fmla="*/ 0 h 1195870"/>
                  <a:gd name="connsiteX1" fmla="*/ 597935 w 1195870"/>
                  <a:gd name="connsiteY1" fmla="*/ 0 h 1195870"/>
                  <a:gd name="connsiteX2" fmla="*/ 1195870 w 1195870"/>
                  <a:gd name="connsiteY2" fmla="*/ 597935 h 1195870"/>
                  <a:gd name="connsiteX3" fmla="*/ 1195870 w 1195870"/>
                  <a:gd name="connsiteY3" fmla="*/ 597935 h 1195870"/>
                  <a:gd name="connsiteX4" fmla="*/ 597935 w 1195870"/>
                  <a:gd name="connsiteY4" fmla="*/ 1195870 h 1195870"/>
                  <a:gd name="connsiteX5" fmla="*/ 0 w 1195870"/>
                  <a:gd name="connsiteY5" fmla="*/ 1195870 h 1195870"/>
                  <a:gd name="connsiteX6" fmla="*/ 0 w 1195870"/>
                  <a:gd name="connsiteY6" fmla="*/ 0 h 1195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5870" h="1195870">
                    <a:moveTo>
                      <a:pt x="0" y="0"/>
                    </a:moveTo>
                    <a:lnTo>
                      <a:pt x="597935" y="0"/>
                    </a:lnTo>
                    <a:cubicBezTo>
                      <a:pt x="928167" y="0"/>
                      <a:pt x="1195870" y="267703"/>
                      <a:pt x="1195870" y="597935"/>
                    </a:cubicBezTo>
                    <a:lnTo>
                      <a:pt x="1195870" y="597935"/>
                    </a:lnTo>
                    <a:cubicBezTo>
                      <a:pt x="1195870" y="928167"/>
                      <a:pt x="928167" y="1195870"/>
                      <a:pt x="597935" y="1195870"/>
                    </a:cubicBezTo>
                    <a:lnTo>
                      <a:pt x="0" y="1195870"/>
                    </a:lnTo>
                    <a:lnTo>
                      <a:pt x="0" y="0"/>
                    </a:lnTo>
                    <a:close/>
                  </a:path>
                </a:pathLst>
              </a:custGeom>
              <a:solidFill>
                <a:srgbClr val="E9A650"/>
              </a:solidFill>
              <a:ln w="6350" cap="flat">
                <a:noFill/>
                <a:prstDash val="solid"/>
                <a:miter/>
              </a:ln>
            </p:spPr>
            <p:txBody>
              <a:bodyPr rtlCol="0" anchor="ctr"/>
              <a:lstStyle/>
              <a:p>
                <a:endParaRPr lang="zh-CN" altLang="en-US"/>
              </a:p>
            </p:txBody>
          </p:sp>
          <p:sp>
            <p:nvSpPr>
              <p:cNvPr id="161" name="任意多边形: 形状 160">
                <a:extLst>
                  <a:ext uri="{FF2B5EF4-FFF2-40B4-BE49-F238E27FC236}">
                    <a16:creationId xmlns:a16="http://schemas.microsoft.com/office/drawing/2014/main" id="{BF8992C0-11D2-B1FF-8E78-AD0F8BD8DA27}"/>
                  </a:ext>
                </a:extLst>
              </p:cNvPr>
              <p:cNvSpPr/>
              <p:nvPr/>
            </p:nvSpPr>
            <p:spPr>
              <a:xfrm rot="5400000">
                <a:off x="8158225" y="5247360"/>
                <a:ext cx="1195876" cy="1195876"/>
              </a:xfrm>
              <a:custGeom>
                <a:avLst/>
                <a:gdLst>
                  <a:gd name="connsiteX0" fmla="*/ 0 w 1195876"/>
                  <a:gd name="connsiteY0" fmla="*/ 0 h 1195876"/>
                  <a:gd name="connsiteX1" fmla="*/ 1195877 w 1195876"/>
                  <a:gd name="connsiteY1" fmla="*/ 0 h 1195876"/>
                  <a:gd name="connsiteX2" fmla="*/ 1195877 w 1195876"/>
                  <a:gd name="connsiteY2" fmla="*/ 1195877 h 1195876"/>
                  <a:gd name="connsiteX3" fmla="*/ 0 w 1195876"/>
                  <a:gd name="connsiteY3" fmla="*/ 1195877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7"/>
                    </a:lnTo>
                    <a:lnTo>
                      <a:pt x="0" y="1195877"/>
                    </a:lnTo>
                    <a:close/>
                  </a:path>
                </a:pathLst>
              </a:custGeom>
              <a:solidFill>
                <a:srgbClr val="EFC590">
                  <a:alpha val="70000"/>
                </a:srgbClr>
              </a:solidFill>
              <a:ln w="6350" cap="flat">
                <a:noFill/>
                <a:prstDash val="solid"/>
                <a:miter/>
              </a:ln>
            </p:spPr>
            <p:txBody>
              <a:bodyPr rtlCol="0" anchor="ctr"/>
              <a:lstStyle/>
              <a:p>
                <a:endParaRPr lang="zh-CN" altLang="en-US"/>
              </a:p>
            </p:txBody>
          </p:sp>
          <p:sp>
            <p:nvSpPr>
              <p:cNvPr id="162" name="任意多边形: 形状 161">
                <a:extLst>
                  <a:ext uri="{FF2B5EF4-FFF2-40B4-BE49-F238E27FC236}">
                    <a16:creationId xmlns:a16="http://schemas.microsoft.com/office/drawing/2014/main" id="{9D140950-DE43-4DAD-68DB-29521ED02A21}"/>
                  </a:ext>
                </a:extLst>
              </p:cNvPr>
              <p:cNvSpPr/>
              <p:nvPr/>
            </p:nvSpPr>
            <p:spPr>
              <a:xfrm rot="5400000">
                <a:off x="9354093" y="5247363"/>
                <a:ext cx="1195876" cy="1195876"/>
              </a:xfrm>
              <a:custGeom>
                <a:avLst/>
                <a:gdLst>
                  <a:gd name="connsiteX0" fmla="*/ 0 w 1195876"/>
                  <a:gd name="connsiteY0" fmla="*/ 0 h 1195876"/>
                  <a:gd name="connsiteX1" fmla="*/ 1195877 w 1195876"/>
                  <a:gd name="connsiteY1" fmla="*/ 0 h 1195876"/>
                  <a:gd name="connsiteX2" fmla="*/ 1195877 w 1195876"/>
                  <a:gd name="connsiteY2" fmla="*/ 1195877 h 1195876"/>
                  <a:gd name="connsiteX3" fmla="*/ 0 w 1195876"/>
                  <a:gd name="connsiteY3" fmla="*/ 1195877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7"/>
                    </a:lnTo>
                    <a:lnTo>
                      <a:pt x="0" y="1195877"/>
                    </a:lnTo>
                    <a:close/>
                  </a:path>
                </a:pathLst>
              </a:custGeom>
              <a:solidFill>
                <a:srgbClr val="FBF5E2"/>
              </a:solidFill>
              <a:ln w="6350" cap="flat">
                <a:noFill/>
                <a:prstDash val="solid"/>
                <a:miter/>
              </a:ln>
            </p:spPr>
            <p:txBody>
              <a:bodyPr rtlCol="0" anchor="ctr"/>
              <a:lstStyle/>
              <a:p>
                <a:endParaRPr lang="zh-CN" altLang="en-US"/>
              </a:p>
            </p:txBody>
          </p:sp>
          <p:sp>
            <p:nvSpPr>
              <p:cNvPr id="163" name="任意多边形: 形状 162">
                <a:extLst>
                  <a:ext uri="{FF2B5EF4-FFF2-40B4-BE49-F238E27FC236}">
                    <a16:creationId xmlns:a16="http://schemas.microsoft.com/office/drawing/2014/main" id="{531C5987-8B15-1201-348F-2C02759EB10E}"/>
                  </a:ext>
                </a:extLst>
              </p:cNvPr>
              <p:cNvSpPr/>
              <p:nvPr/>
            </p:nvSpPr>
            <p:spPr>
              <a:xfrm rot="5400000">
                <a:off x="10546592" y="5247362"/>
                <a:ext cx="1195876" cy="1195876"/>
              </a:xfrm>
              <a:custGeom>
                <a:avLst/>
                <a:gdLst>
                  <a:gd name="connsiteX0" fmla="*/ 0 w 1195876"/>
                  <a:gd name="connsiteY0" fmla="*/ 0 h 1195876"/>
                  <a:gd name="connsiteX1" fmla="*/ 1195877 w 1195876"/>
                  <a:gd name="connsiteY1" fmla="*/ 0 h 1195876"/>
                  <a:gd name="connsiteX2" fmla="*/ 1195877 w 1195876"/>
                  <a:gd name="connsiteY2" fmla="*/ 1195877 h 1195876"/>
                  <a:gd name="connsiteX3" fmla="*/ 0 w 1195876"/>
                  <a:gd name="connsiteY3" fmla="*/ 1195877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7"/>
                    </a:lnTo>
                    <a:lnTo>
                      <a:pt x="0" y="1195877"/>
                    </a:lnTo>
                    <a:close/>
                  </a:path>
                </a:pathLst>
              </a:custGeom>
              <a:solidFill>
                <a:srgbClr val="1C1C61"/>
              </a:solidFill>
              <a:ln w="6350" cap="flat">
                <a:noFill/>
                <a:prstDash val="solid"/>
                <a:miter/>
              </a:ln>
            </p:spPr>
            <p:txBody>
              <a:bodyPr rtlCol="0" anchor="ctr"/>
              <a:lstStyle/>
              <a:p>
                <a:endParaRPr lang="zh-CN" altLang="en-US"/>
              </a:p>
            </p:txBody>
          </p:sp>
          <p:sp>
            <p:nvSpPr>
              <p:cNvPr id="164" name="任意多边形: 形状 163">
                <a:extLst>
                  <a:ext uri="{FF2B5EF4-FFF2-40B4-BE49-F238E27FC236}">
                    <a16:creationId xmlns:a16="http://schemas.microsoft.com/office/drawing/2014/main" id="{08A44164-BBC7-AABF-49E7-C4977741999D}"/>
                  </a:ext>
                </a:extLst>
              </p:cNvPr>
              <p:cNvSpPr/>
              <p:nvPr/>
            </p:nvSpPr>
            <p:spPr>
              <a:xfrm>
                <a:off x="9794297" y="2200854"/>
                <a:ext cx="754423" cy="662911"/>
              </a:xfrm>
              <a:custGeom>
                <a:avLst/>
                <a:gdLst>
                  <a:gd name="connsiteX0" fmla="*/ 0 w 754423"/>
                  <a:gd name="connsiteY0" fmla="*/ 976 h 662911"/>
                  <a:gd name="connsiteX1" fmla="*/ 754424 w 754423"/>
                  <a:gd name="connsiteY1" fmla="*/ 661935 h 662911"/>
                  <a:gd name="connsiteX2" fmla="*/ 754424 w 754423"/>
                  <a:gd name="connsiteY2" fmla="*/ 661935 h 662911"/>
                  <a:gd name="connsiteX3" fmla="*/ 754424 w 754423"/>
                  <a:gd name="connsiteY3" fmla="*/ 661935 h 662911"/>
                  <a:gd name="connsiteX4" fmla="*/ 0 w 754423"/>
                  <a:gd name="connsiteY4" fmla="*/ 976 h 662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4423" h="662911">
                    <a:moveTo>
                      <a:pt x="0" y="976"/>
                    </a:moveTo>
                    <a:cubicBezTo>
                      <a:pt x="351320" y="-20334"/>
                      <a:pt x="733113" y="310615"/>
                      <a:pt x="754424" y="661935"/>
                    </a:cubicBezTo>
                    <a:lnTo>
                      <a:pt x="754424" y="661935"/>
                    </a:lnTo>
                    <a:lnTo>
                      <a:pt x="754424" y="661935"/>
                    </a:lnTo>
                    <a:cubicBezTo>
                      <a:pt x="403110" y="683246"/>
                      <a:pt x="21310" y="352297"/>
                      <a:pt x="0" y="976"/>
                    </a:cubicBezTo>
                    <a:close/>
                  </a:path>
                </a:pathLst>
              </a:custGeom>
              <a:solidFill>
                <a:srgbClr val="3F6FD5"/>
              </a:solidFill>
              <a:ln w="6350" cap="flat">
                <a:noFill/>
                <a:prstDash val="solid"/>
                <a:miter/>
              </a:ln>
            </p:spPr>
            <p:txBody>
              <a:bodyPr rtlCol="0" anchor="ctr"/>
              <a:lstStyle/>
              <a:p>
                <a:endParaRPr lang="zh-CN" altLang="en-US"/>
              </a:p>
            </p:txBody>
          </p:sp>
          <p:sp>
            <p:nvSpPr>
              <p:cNvPr id="165" name="任意多边形: 形状 164">
                <a:extLst>
                  <a:ext uri="{FF2B5EF4-FFF2-40B4-BE49-F238E27FC236}">
                    <a16:creationId xmlns:a16="http://schemas.microsoft.com/office/drawing/2014/main" id="{E6D9AC91-1089-DD3C-9147-263FF3E79367}"/>
                  </a:ext>
                </a:extLst>
              </p:cNvPr>
              <p:cNvSpPr/>
              <p:nvPr/>
            </p:nvSpPr>
            <p:spPr>
              <a:xfrm>
                <a:off x="10549280" y="2200854"/>
                <a:ext cx="754424" cy="662911"/>
              </a:xfrm>
              <a:custGeom>
                <a:avLst/>
                <a:gdLst>
                  <a:gd name="connsiteX0" fmla="*/ 754425 w 754424"/>
                  <a:gd name="connsiteY0" fmla="*/ 976 h 662911"/>
                  <a:gd name="connsiteX1" fmla="*/ 0 w 754424"/>
                  <a:gd name="connsiteY1" fmla="*/ 661935 h 662911"/>
                  <a:gd name="connsiteX2" fmla="*/ 0 w 754424"/>
                  <a:gd name="connsiteY2" fmla="*/ 661935 h 662911"/>
                  <a:gd name="connsiteX3" fmla="*/ 0 w 754424"/>
                  <a:gd name="connsiteY3" fmla="*/ 661935 h 662911"/>
                  <a:gd name="connsiteX4" fmla="*/ 754425 w 754424"/>
                  <a:gd name="connsiteY4" fmla="*/ 976 h 662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4424" h="662911">
                    <a:moveTo>
                      <a:pt x="754425" y="976"/>
                    </a:moveTo>
                    <a:cubicBezTo>
                      <a:pt x="403105" y="-20334"/>
                      <a:pt x="21311" y="310615"/>
                      <a:pt x="0" y="661935"/>
                    </a:cubicBezTo>
                    <a:lnTo>
                      <a:pt x="0" y="661935"/>
                    </a:lnTo>
                    <a:lnTo>
                      <a:pt x="0" y="661935"/>
                    </a:lnTo>
                    <a:cubicBezTo>
                      <a:pt x="351314" y="683246"/>
                      <a:pt x="733114" y="352297"/>
                      <a:pt x="754425" y="976"/>
                    </a:cubicBezTo>
                    <a:close/>
                  </a:path>
                </a:pathLst>
              </a:custGeom>
              <a:solidFill>
                <a:srgbClr val="FBF5E2"/>
              </a:solidFill>
              <a:ln w="6350" cap="flat">
                <a:noFill/>
                <a:prstDash val="solid"/>
                <a:miter/>
              </a:ln>
            </p:spPr>
            <p:txBody>
              <a:bodyPr rtlCol="0" anchor="ctr"/>
              <a:lstStyle/>
              <a:p>
                <a:endParaRPr lang="zh-CN" altLang="en-US"/>
              </a:p>
            </p:txBody>
          </p:sp>
          <p:sp>
            <p:nvSpPr>
              <p:cNvPr id="166" name="任意多边形: 形状 165">
                <a:extLst>
                  <a:ext uri="{FF2B5EF4-FFF2-40B4-BE49-F238E27FC236}">
                    <a16:creationId xmlns:a16="http://schemas.microsoft.com/office/drawing/2014/main" id="{B70F4B99-C08F-267E-C66D-88AD90AB0C60}"/>
                  </a:ext>
                </a:extLst>
              </p:cNvPr>
              <p:cNvSpPr/>
              <p:nvPr/>
            </p:nvSpPr>
            <p:spPr>
              <a:xfrm>
                <a:off x="9794297" y="1672737"/>
                <a:ext cx="754423" cy="662910"/>
              </a:xfrm>
              <a:custGeom>
                <a:avLst/>
                <a:gdLst>
                  <a:gd name="connsiteX0" fmla="*/ 0 w 754423"/>
                  <a:gd name="connsiteY0" fmla="*/ 976 h 662910"/>
                  <a:gd name="connsiteX1" fmla="*/ 754424 w 754423"/>
                  <a:gd name="connsiteY1" fmla="*/ 661935 h 662910"/>
                  <a:gd name="connsiteX2" fmla="*/ 754424 w 754423"/>
                  <a:gd name="connsiteY2" fmla="*/ 661935 h 662910"/>
                  <a:gd name="connsiteX3" fmla="*/ 754424 w 754423"/>
                  <a:gd name="connsiteY3" fmla="*/ 661935 h 662910"/>
                  <a:gd name="connsiteX4" fmla="*/ 0 w 754423"/>
                  <a:gd name="connsiteY4" fmla="*/ 976 h 662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4423" h="662910">
                    <a:moveTo>
                      <a:pt x="0" y="976"/>
                    </a:moveTo>
                    <a:cubicBezTo>
                      <a:pt x="351320" y="-20334"/>
                      <a:pt x="733113" y="310615"/>
                      <a:pt x="754424" y="661935"/>
                    </a:cubicBezTo>
                    <a:lnTo>
                      <a:pt x="754424" y="661935"/>
                    </a:lnTo>
                    <a:lnTo>
                      <a:pt x="754424" y="661935"/>
                    </a:lnTo>
                    <a:cubicBezTo>
                      <a:pt x="403110" y="683239"/>
                      <a:pt x="21310" y="352290"/>
                      <a:pt x="0" y="976"/>
                    </a:cubicBezTo>
                    <a:close/>
                  </a:path>
                </a:pathLst>
              </a:custGeom>
              <a:solidFill>
                <a:srgbClr val="3F6FD5"/>
              </a:solidFill>
              <a:ln w="6350" cap="flat">
                <a:noFill/>
                <a:prstDash val="solid"/>
                <a:miter/>
              </a:ln>
            </p:spPr>
            <p:txBody>
              <a:bodyPr rtlCol="0" anchor="ctr"/>
              <a:lstStyle/>
              <a:p>
                <a:endParaRPr lang="zh-CN" altLang="en-US"/>
              </a:p>
            </p:txBody>
          </p:sp>
          <p:sp>
            <p:nvSpPr>
              <p:cNvPr id="167" name="任意多边形: 形状 166">
                <a:extLst>
                  <a:ext uri="{FF2B5EF4-FFF2-40B4-BE49-F238E27FC236}">
                    <a16:creationId xmlns:a16="http://schemas.microsoft.com/office/drawing/2014/main" id="{ABF3AB48-C57C-F580-F787-22273B745ED1}"/>
                  </a:ext>
                </a:extLst>
              </p:cNvPr>
              <p:cNvSpPr/>
              <p:nvPr/>
            </p:nvSpPr>
            <p:spPr>
              <a:xfrm>
                <a:off x="10549280" y="1672737"/>
                <a:ext cx="754424" cy="662910"/>
              </a:xfrm>
              <a:custGeom>
                <a:avLst/>
                <a:gdLst>
                  <a:gd name="connsiteX0" fmla="*/ 754425 w 754424"/>
                  <a:gd name="connsiteY0" fmla="*/ 976 h 662910"/>
                  <a:gd name="connsiteX1" fmla="*/ 0 w 754424"/>
                  <a:gd name="connsiteY1" fmla="*/ 661935 h 662910"/>
                  <a:gd name="connsiteX2" fmla="*/ 0 w 754424"/>
                  <a:gd name="connsiteY2" fmla="*/ 661935 h 662910"/>
                  <a:gd name="connsiteX3" fmla="*/ 0 w 754424"/>
                  <a:gd name="connsiteY3" fmla="*/ 661935 h 662910"/>
                  <a:gd name="connsiteX4" fmla="*/ 754425 w 754424"/>
                  <a:gd name="connsiteY4" fmla="*/ 976 h 662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4424" h="662910">
                    <a:moveTo>
                      <a:pt x="754425" y="976"/>
                    </a:moveTo>
                    <a:cubicBezTo>
                      <a:pt x="403105" y="-20334"/>
                      <a:pt x="21311" y="310615"/>
                      <a:pt x="0" y="661935"/>
                    </a:cubicBezTo>
                    <a:lnTo>
                      <a:pt x="0" y="661935"/>
                    </a:lnTo>
                    <a:lnTo>
                      <a:pt x="0" y="661935"/>
                    </a:lnTo>
                    <a:cubicBezTo>
                      <a:pt x="351314" y="683239"/>
                      <a:pt x="733114" y="352290"/>
                      <a:pt x="754425" y="976"/>
                    </a:cubicBezTo>
                    <a:close/>
                  </a:path>
                </a:pathLst>
              </a:custGeom>
              <a:solidFill>
                <a:srgbClr val="FBF5E2"/>
              </a:solidFill>
              <a:ln w="6350" cap="flat">
                <a:noFill/>
                <a:prstDash val="solid"/>
                <a:miter/>
              </a:ln>
            </p:spPr>
            <p:txBody>
              <a:bodyPr rtlCol="0" anchor="ctr"/>
              <a:lstStyle/>
              <a:p>
                <a:endParaRPr lang="zh-CN" altLang="en-US"/>
              </a:p>
            </p:txBody>
          </p:sp>
          <p:sp>
            <p:nvSpPr>
              <p:cNvPr id="168" name="任意多边形: 形状 167">
                <a:extLst>
                  <a:ext uri="{FF2B5EF4-FFF2-40B4-BE49-F238E27FC236}">
                    <a16:creationId xmlns:a16="http://schemas.microsoft.com/office/drawing/2014/main" id="{7EF70BF2-9AC8-9B95-377C-865FA294C5B0}"/>
                  </a:ext>
                </a:extLst>
              </p:cNvPr>
              <p:cNvSpPr/>
              <p:nvPr/>
            </p:nvSpPr>
            <p:spPr>
              <a:xfrm>
                <a:off x="8143754" y="5255977"/>
                <a:ext cx="300412" cy="301491"/>
              </a:xfrm>
              <a:custGeom>
                <a:avLst/>
                <a:gdLst>
                  <a:gd name="connsiteX0" fmla="*/ 0 w 300412"/>
                  <a:gd name="connsiteY0" fmla="*/ 0 h 301491"/>
                  <a:gd name="connsiteX1" fmla="*/ 300412 w 300412"/>
                  <a:gd name="connsiteY1" fmla="*/ 0 h 301491"/>
                  <a:gd name="connsiteX2" fmla="*/ 300412 w 300412"/>
                  <a:gd name="connsiteY2" fmla="*/ 301492 h 301491"/>
                  <a:gd name="connsiteX3" fmla="*/ 0 w 300412"/>
                  <a:gd name="connsiteY3" fmla="*/ 301492 h 301491"/>
                </a:gdLst>
                <a:ahLst/>
                <a:cxnLst>
                  <a:cxn ang="0">
                    <a:pos x="connsiteX0" y="connsiteY0"/>
                  </a:cxn>
                  <a:cxn ang="0">
                    <a:pos x="connsiteX1" y="connsiteY1"/>
                  </a:cxn>
                  <a:cxn ang="0">
                    <a:pos x="connsiteX2" y="connsiteY2"/>
                  </a:cxn>
                  <a:cxn ang="0">
                    <a:pos x="connsiteX3" y="connsiteY3"/>
                  </a:cxn>
                </a:cxnLst>
                <a:rect l="l" t="t" r="r" b="b"/>
                <a:pathLst>
                  <a:path w="300412" h="301491">
                    <a:moveTo>
                      <a:pt x="0" y="0"/>
                    </a:moveTo>
                    <a:lnTo>
                      <a:pt x="300412" y="0"/>
                    </a:lnTo>
                    <a:lnTo>
                      <a:pt x="300412" y="301492"/>
                    </a:lnTo>
                    <a:lnTo>
                      <a:pt x="0" y="301492"/>
                    </a:lnTo>
                    <a:close/>
                  </a:path>
                </a:pathLst>
              </a:custGeom>
              <a:solidFill>
                <a:srgbClr val="FBF5E2"/>
              </a:solidFill>
              <a:ln w="6350" cap="flat">
                <a:noFill/>
                <a:prstDash val="solid"/>
                <a:miter/>
              </a:ln>
            </p:spPr>
            <p:txBody>
              <a:bodyPr rtlCol="0" anchor="ctr"/>
              <a:lstStyle/>
              <a:p>
                <a:endParaRPr lang="zh-CN" altLang="en-US"/>
              </a:p>
            </p:txBody>
          </p:sp>
          <p:sp>
            <p:nvSpPr>
              <p:cNvPr id="169" name="任意多边形: 形状 168">
                <a:extLst>
                  <a:ext uri="{FF2B5EF4-FFF2-40B4-BE49-F238E27FC236}">
                    <a16:creationId xmlns:a16="http://schemas.microsoft.com/office/drawing/2014/main" id="{C48546ED-4679-6389-5B40-728F94A83447}"/>
                  </a:ext>
                </a:extLst>
              </p:cNvPr>
              <p:cNvSpPr/>
              <p:nvPr/>
            </p:nvSpPr>
            <p:spPr>
              <a:xfrm>
                <a:off x="8444318" y="5553805"/>
                <a:ext cx="300412" cy="301491"/>
              </a:xfrm>
              <a:custGeom>
                <a:avLst/>
                <a:gdLst>
                  <a:gd name="connsiteX0" fmla="*/ 0 w 300412"/>
                  <a:gd name="connsiteY0" fmla="*/ 0 h 301491"/>
                  <a:gd name="connsiteX1" fmla="*/ 300412 w 300412"/>
                  <a:gd name="connsiteY1" fmla="*/ 0 h 301491"/>
                  <a:gd name="connsiteX2" fmla="*/ 300412 w 300412"/>
                  <a:gd name="connsiteY2" fmla="*/ 301492 h 301491"/>
                  <a:gd name="connsiteX3" fmla="*/ 0 w 300412"/>
                  <a:gd name="connsiteY3" fmla="*/ 301492 h 301491"/>
                </a:gdLst>
                <a:ahLst/>
                <a:cxnLst>
                  <a:cxn ang="0">
                    <a:pos x="connsiteX0" y="connsiteY0"/>
                  </a:cxn>
                  <a:cxn ang="0">
                    <a:pos x="connsiteX1" y="connsiteY1"/>
                  </a:cxn>
                  <a:cxn ang="0">
                    <a:pos x="connsiteX2" y="connsiteY2"/>
                  </a:cxn>
                  <a:cxn ang="0">
                    <a:pos x="connsiteX3" y="connsiteY3"/>
                  </a:cxn>
                </a:cxnLst>
                <a:rect l="l" t="t" r="r" b="b"/>
                <a:pathLst>
                  <a:path w="300412" h="301491">
                    <a:moveTo>
                      <a:pt x="0" y="0"/>
                    </a:moveTo>
                    <a:lnTo>
                      <a:pt x="300412" y="0"/>
                    </a:lnTo>
                    <a:lnTo>
                      <a:pt x="300412" y="301492"/>
                    </a:lnTo>
                    <a:lnTo>
                      <a:pt x="0" y="301492"/>
                    </a:lnTo>
                    <a:close/>
                  </a:path>
                </a:pathLst>
              </a:custGeom>
              <a:solidFill>
                <a:srgbClr val="FBF5E2"/>
              </a:solidFill>
              <a:ln w="6350" cap="flat">
                <a:noFill/>
                <a:prstDash val="solid"/>
                <a:miter/>
              </a:ln>
            </p:spPr>
            <p:txBody>
              <a:bodyPr rtlCol="0" anchor="ctr"/>
              <a:lstStyle/>
              <a:p>
                <a:endParaRPr lang="zh-CN" altLang="en-US"/>
              </a:p>
            </p:txBody>
          </p:sp>
          <p:sp>
            <p:nvSpPr>
              <p:cNvPr id="170" name="任意多边形: 形状 169">
                <a:extLst>
                  <a:ext uri="{FF2B5EF4-FFF2-40B4-BE49-F238E27FC236}">
                    <a16:creationId xmlns:a16="http://schemas.microsoft.com/office/drawing/2014/main" id="{60E09676-06CC-D704-A357-77BDA442BA5F}"/>
                  </a:ext>
                </a:extLst>
              </p:cNvPr>
              <p:cNvSpPr/>
              <p:nvPr/>
            </p:nvSpPr>
            <p:spPr>
              <a:xfrm>
                <a:off x="8744889" y="5853544"/>
                <a:ext cx="300412" cy="301491"/>
              </a:xfrm>
              <a:custGeom>
                <a:avLst/>
                <a:gdLst>
                  <a:gd name="connsiteX0" fmla="*/ 0 w 300412"/>
                  <a:gd name="connsiteY0" fmla="*/ 0 h 301491"/>
                  <a:gd name="connsiteX1" fmla="*/ 300412 w 300412"/>
                  <a:gd name="connsiteY1" fmla="*/ 0 h 301491"/>
                  <a:gd name="connsiteX2" fmla="*/ 300412 w 300412"/>
                  <a:gd name="connsiteY2" fmla="*/ 301492 h 301491"/>
                  <a:gd name="connsiteX3" fmla="*/ 0 w 300412"/>
                  <a:gd name="connsiteY3" fmla="*/ 301492 h 301491"/>
                </a:gdLst>
                <a:ahLst/>
                <a:cxnLst>
                  <a:cxn ang="0">
                    <a:pos x="connsiteX0" y="connsiteY0"/>
                  </a:cxn>
                  <a:cxn ang="0">
                    <a:pos x="connsiteX1" y="connsiteY1"/>
                  </a:cxn>
                  <a:cxn ang="0">
                    <a:pos x="connsiteX2" y="connsiteY2"/>
                  </a:cxn>
                  <a:cxn ang="0">
                    <a:pos x="connsiteX3" y="connsiteY3"/>
                  </a:cxn>
                </a:cxnLst>
                <a:rect l="l" t="t" r="r" b="b"/>
                <a:pathLst>
                  <a:path w="300412" h="301491">
                    <a:moveTo>
                      <a:pt x="0" y="0"/>
                    </a:moveTo>
                    <a:lnTo>
                      <a:pt x="300412" y="0"/>
                    </a:lnTo>
                    <a:lnTo>
                      <a:pt x="300412" y="301492"/>
                    </a:lnTo>
                    <a:lnTo>
                      <a:pt x="0" y="301492"/>
                    </a:lnTo>
                    <a:close/>
                  </a:path>
                </a:pathLst>
              </a:custGeom>
              <a:solidFill>
                <a:srgbClr val="FBF5E2"/>
              </a:solidFill>
              <a:ln w="6350" cap="flat">
                <a:noFill/>
                <a:prstDash val="solid"/>
                <a:miter/>
              </a:ln>
            </p:spPr>
            <p:txBody>
              <a:bodyPr rtlCol="0" anchor="ctr"/>
              <a:lstStyle/>
              <a:p>
                <a:endParaRPr lang="zh-CN" altLang="en-US"/>
              </a:p>
            </p:txBody>
          </p:sp>
          <p:sp>
            <p:nvSpPr>
              <p:cNvPr id="171" name="任意多边形: 形状 170">
                <a:extLst>
                  <a:ext uri="{FF2B5EF4-FFF2-40B4-BE49-F238E27FC236}">
                    <a16:creationId xmlns:a16="http://schemas.microsoft.com/office/drawing/2014/main" id="{9100C76A-986F-9D12-1F59-CA370115AD73}"/>
                  </a:ext>
                </a:extLst>
              </p:cNvPr>
              <p:cNvSpPr/>
              <p:nvPr/>
            </p:nvSpPr>
            <p:spPr>
              <a:xfrm>
                <a:off x="9045454" y="6151378"/>
                <a:ext cx="303612" cy="301491"/>
              </a:xfrm>
              <a:custGeom>
                <a:avLst/>
                <a:gdLst>
                  <a:gd name="connsiteX0" fmla="*/ 0 w 303612"/>
                  <a:gd name="connsiteY0" fmla="*/ 0 h 301491"/>
                  <a:gd name="connsiteX1" fmla="*/ 303612 w 303612"/>
                  <a:gd name="connsiteY1" fmla="*/ 0 h 301491"/>
                  <a:gd name="connsiteX2" fmla="*/ 303612 w 303612"/>
                  <a:gd name="connsiteY2" fmla="*/ 301492 h 301491"/>
                  <a:gd name="connsiteX3" fmla="*/ 0 w 303612"/>
                  <a:gd name="connsiteY3" fmla="*/ 301492 h 301491"/>
                </a:gdLst>
                <a:ahLst/>
                <a:cxnLst>
                  <a:cxn ang="0">
                    <a:pos x="connsiteX0" y="connsiteY0"/>
                  </a:cxn>
                  <a:cxn ang="0">
                    <a:pos x="connsiteX1" y="connsiteY1"/>
                  </a:cxn>
                  <a:cxn ang="0">
                    <a:pos x="connsiteX2" y="connsiteY2"/>
                  </a:cxn>
                  <a:cxn ang="0">
                    <a:pos x="connsiteX3" y="connsiteY3"/>
                  </a:cxn>
                </a:cxnLst>
                <a:rect l="l" t="t" r="r" b="b"/>
                <a:pathLst>
                  <a:path w="303612" h="301491">
                    <a:moveTo>
                      <a:pt x="0" y="0"/>
                    </a:moveTo>
                    <a:lnTo>
                      <a:pt x="303612" y="0"/>
                    </a:lnTo>
                    <a:lnTo>
                      <a:pt x="303612" y="301492"/>
                    </a:lnTo>
                    <a:lnTo>
                      <a:pt x="0" y="301492"/>
                    </a:lnTo>
                    <a:close/>
                  </a:path>
                </a:pathLst>
              </a:custGeom>
              <a:solidFill>
                <a:srgbClr val="FBF5E2"/>
              </a:solidFill>
              <a:ln w="6350" cap="flat">
                <a:noFill/>
                <a:prstDash val="solid"/>
                <a:miter/>
              </a:ln>
            </p:spPr>
            <p:txBody>
              <a:bodyPr rtlCol="0" anchor="ctr"/>
              <a:lstStyle/>
              <a:p>
                <a:endParaRPr lang="zh-CN" altLang="en-US"/>
              </a:p>
            </p:txBody>
          </p:sp>
          <p:sp>
            <p:nvSpPr>
              <p:cNvPr id="172" name="任意多边形: 形状 171">
                <a:extLst>
                  <a:ext uri="{FF2B5EF4-FFF2-40B4-BE49-F238E27FC236}">
                    <a16:creationId xmlns:a16="http://schemas.microsoft.com/office/drawing/2014/main" id="{01CED99B-8EB2-2874-5693-8C9578C1C885}"/>
                  </a:ext>
                </a:extLst>
              </p:cNvPr>
              <p:cNvSpPr/>
              <p:nvPr/>
            </p:nvSpPr>
            <p:spPr>
              <a:xfrm>
                <a:off x="10892370" y="4051998"/>
                <a:ext cx="569417" cy="444055"/>
              </a:xfrm>
              <a:custGeom>
                <a:avLst/>
                <a:gdLst>
                  <a:gd name="connsiteX0" fmla="*/ 569417 w 569417"/>
                  <a:gd name="connsiteY0" fmla="*/ 0 h 444055"/>
                  <a:gd name="connsiteX1" fmla="*/ 293154 w 569417"/>
                  <a:gd name="connsiteY1" fmla="*/ 444055 h 444055"/>
                  <a:gd name="connsiteX2" fmla="*/ 0 w 569417"/>
                  <a:gd name="connsiteY2" fmla="*/ 0 h 444055"/>
                </a:gdLst>
                <a:ahLst/>
                <a:cxnLst>
                  <a:cxn ang="0">
                    <a:pos x="connsiteX0" y="connsiteY0"/>
                  </a:cxn>
                  <a:cxn ang="0">
                    <a:pos x="connsiteX1" y="connsiteY1"/>
                  </a:cxn>
                  <a:cxn ang="0">
                    <a:pos x="connsiteX2" y="connsiteY2"/>
                  </a:cxn>
                </a:cxnLst>
                <a:rect l="l" t="t" r="r" b="b"/>
                <a:pathLst>
                  <a:path w="569417" h="444055">
                    <a:moveTo>
                      <a:pt x="569417" y="0"/>
                    </a:moveTo>
                    <a:lnTo>
                      <a:pt x="293154" y="444055"/>
                    </a:lnTo>
                    <a:lnTo>
                      <a:pt x="0" y="0"/>
                    </a:lnTo>
                    <a:close/>
                  </a:path>
                </a:pathLst>
              </a:custGeom>
              <a:solidFill>
                <a:srgbClr val="3F6FD5"/>
              </a:solidFill>
              <a:ln w="6350" cap="flat">
                <a:noFill/>
                <a:prstDash val="solid"/>
                <a:miter/>
              </a:ln>
            </p:spPr>
            <p:txBody>
              <a:bodyPr rtlCol="0" anchor="ctr"/>
              <a:lstStyle/>
              <a:p>
                <a:endParaRPr lang="zh-CN" altLang="en-US"/>
              </a:p>
            </p:txBody>
          </p:sp>
          <p:sp>
            <p:nvSpPr>
              <p:cNvPr id="173" name="任意多边形: 形状 172">
                <a:extLst>
                  <a:ext uri="{FF2B5EF4-FFF2-40B4-BE49-F238E27FC236}">
                    <a16:creationId xmlns:a16="http://schemas.microsoft.com/office/drawing/2014/main" id="{A3052162-B36D-C47F-E155-CF4F1199569D}"/>
                  </a:ext>
                </a:extLst>
              </p:cNvPr>
              <p:cNvSpPr/>
              <p:nvPr/>
            </p:nvSpPr>
            <p:spPr>
              <a:xfrm>
                <a:off x="10892370" y="4424083"/>
                <a:ext cx="569417" cy="444055"/>
              </a:xfrm>
              <a:custGeom>
                <a:avLst/>
                <a:gdLst>
                  <a:gd name="connsiteX0" fmla="*/ 569417 w 569417"/>
                  <a:gd name="connsiteY0" fmla="*/ 0 h 444055"/>
                  <a:gd name="connsiteX1" fmla="*/ 293154 w 569417"/>
                  <a:gd name="connsiteY1" fmla="*/ 444055 h 444055"/>
                  <a:gd name="connsiteX2" fmla="*/ 0 w 569417"/>
                  <a:gd name="connsiteY2" fmla="*/ 0 h 444055"/>
                </a:gdLst>
                <a:ahLst/>
                <a:cxnLst>
                  <a:cxn ang="0">
                    <a:pos x="connsiteX0" y="connsiteY0"/>
                  </a:cxn>
                  <a:cxn ang="0">
                    <a:pos x="connsiteX1" y="connsiteY1"/>
                  </a:cxn>
                  <a:cxn ang="0">
                    <a:pos x="connsiteX2" y="connsiteY2"/>
                  </a:cxn>
                </a:cxnLst>
                <a:rect l="l" t="t" r="r" b="b"/>
                <a:pathLst>
                  <a:path w="569417" h="444055">
                    <a:moveTo>
                      <a:pt x="569417" y="0"/>
                    </a:moveTo>
                    <a:lnTo>
                      <a:pt x="293154" y="444055"/>
                    </a:lnTo>
                    <a:lnTo>
                      <a:pt x="0" y="0"/>
                    </a:lnTo>
                    <a:close/>
                  </a:path>
                </a:pathLst>
              </a:custGeom>
              <a:solidFill>
                <a:srgbClr val="3F6FD5"/>
              </a:solidFill>
              <a:ln w="6350" cap="flat">
                <a:noFill/>
                <a:prstDash val="solid"/>
                <a:miter/>
              </a:ln>
            </p:spPr>
            <p:txBody>
              <a:bodyPr rtlCol="0" anchor="ctr"/>
              <a:lstStyle/>
              <a:p>
                <a:endParaRPr lang="zh-CN" altLang="en-US"/>
              </a:p>
            </p:txBody>
          </p:sp>
          <p:sp>
            <p:nvSpPr>
              <p:cNvPr id="174" name="任意多边形: 形状 173">
                <a:extLst>
                  <a:ext uri="{FF2B5EF4-FFF2-40B4-BE49-F238E27FC236}">
                    <a16:creationId xmlns:a16="http://schemas.microsoft.com/office/drawing/2014/main" id="{55A9F0D4-212B-B8D9-164B-C6A463848E90}"/>
                  </a:ext>
                </a:extLst>
              </p:cNvPr>
              <p:cNvSpPr/>
              <p:nvPr/>
            </p:nvSpPr>
            <p:spPr>
              <a:xfrm>
                <a:off x="10892370" y="4807203"/>
                <a:ext cx="569417" cy="444062"/>
              </a:xfrm>
              <a:custGeom>
                <a:avLst/>
                <a:gdLst>
                  <a:gd name="connsiteX0" fmla="*/ 569417 w 569417"/>
                  <a:gd name="connsiteY0" fmla="*/ 0 h 444062"/>
                  <a:gd name="connsiteX1" fmla="*/ 293154 w 569417"/>
                  <a:gd name="connsiteY1" fmla="*/ 444062 h 444062"/>
                  <a:gd name="connsiteX2" fmla="*/ 0 w 569417"/>
                  <a:gd name="connsiteY2" fmla="*/ 0 h 444062"/>
                </a:gdLst>
                <a:ahLst/>
                <a:cxnLst>
                  <a:cxn ang="0">
                    <a:pos x="connsiteX0" y="connsiteY0"/>
                  </a:cxn>
                  <a:cxn ang="0">
                    <a:pos x="connsiteX1" y="connsiteY1"/>
                  </a:cxn>
                  <a:cxn ang="0">
                    <a:pos x="connsiteX2" y="connsiteY2"/>
                  </a:cxn>
                </a:cxnLst>
                <a:rect l="l" t="t" r="r" b="b"/>
                <a:pathLst>
                  <a:path w="569417" h="444062">
                    <a:moveTo>
                      <a:pt x="569417" y="0"/>
                    </a:moveTo>
                    <a:lnTo>
                      <a:pt x="293154" y="444062"/>
                    </a:lnTo>
                    <a:lnTo>
                      <a:pt x="0" y="0"/>
                    </a:lnTo>
                    <a:close/>
                  </a:path>
                </a:pathLst>
              </a:custGeom>
              <a:solidFill>
                <a:srgbClr val="3F6FD5"/>
              </a:solidFill>
              <a:ln w="6350" cap="flat">
                <a:noFill/>
                <a:prstDash val="solid"/>
                <a:miter/>
              </a:ln>
            </p:spPr>
            <p:txBody>
              <a:bodyPr rtlCol="0" anchor="ctr"/>
              <a:lstStyle/>
              <a:p>
                <a:endParaRPr lang="zh-CN" altLang="en-US"/>
              </a:p>
            </p:txBody>
          </p:sp>
          <p:sp>
            <p:nvSpPr>
              <p:cNvPr id="175" name="任意多边形: 形状 174">
                <a:extLst>
                  <a:ext uri="{FF2B5EF4-FFF2-40B4-BE49-F238E27FC236}">
                    <a16:creationId xmlns:a16="http://schemas.microsoft.com/office/drawing/2014/main" id="{7FC7E3A5-03A2-53DA-DCD3-498A7B580ADB}"/>
                  </a:ext>
                </a:extLst>
              </p:cNvPr>
              <p:cNvSpPr/>
              <p:nvPr/>
            </p:nvSpPr>
            <p:spPr>
              <a:xfrm>
                <a:off x="6962343" y="4055078"/>
                <a:ext cx="1197120" cy="1197121"/>
              </a:xfrm>
              <a:custGeom>
                <a:avLst/>
                <a:gdLst>
                  <a:gd name="connsiteX0" fmla="*/ 0 w 1197120"/>
                  <a:gd name="connsiteY0" fmla="*/ 0 h 1197121"/>
                  <a:gd name="connsiteX1" fmla="*/ 1197121 w 1197120"/>
                  <a:gd name="connsiteY1" fmla="*/ 0 h 1197121"/>
                  <a:gd name="connsiteX2" fmla="*/ 1197121 w 1197120"/>
                  <a:gd name="connsiteY2" fmla="*/ 1197121 h 1197121"/>
                  <a:gd name="connsiteX3" fmla="*/ 1195184 w 1197120"/>
                  <a:gd name="connsiteY3" fmla="*/ 1197121 h 1197121"/>
                  <a:gd name="connsiteX4" fmla="*/ 0 w 1197120"/>
                  <a:gd name="connsiteY4" fmla="*/ 1937 h 1197121"/>
                  <a:gd name="connsiteX5" fmla="*/ 0 w 1197120"/>
                  <a:gd name="connsiteY5" fmla="*/ 0 h 119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120" h="1197121">
                    <a:moveTo>
                      <a:pt x="0" y="0"/>
                    </a:moveTo>
                    <a:lnTo>
                      <a:pt x="1197121" y="0"/>
                    </a:lnTo>
                    <a:lnTo>
                      <a:pt x="1197121" y="1197121"/>
                    </a:lnTo>
                    <a:lnTo>
                      <a:pt x="1195184" y="1197121"/>
                    </a:lnTo>
                    <a:cubicBezTo>
                      <a:pt x="535101" y="1197121"/>
                      <a:pt x="0" y="662019"/>
                      <a:pt x="0" y="1937"/>
                    </a:cubicBezTo>
                    <a:lnTo>
                      <a:pt x="0" y="0"/>
                    </a:lnTo>
                    <a:close/>
                  </a:path>
                </a:pathLst>
              </a:custGeom>
              <a:solidFill>
                <a:srgbClr val="FBF5E2"/>
              </a:solidFill>
              <a:ln w="6350" cap="flat">
                <a:noFill/>
                <a:prstDash val="solid"/>
                <a:miter/>
              </a:ln>
            </p:spPr>
            <p:txBody>
              <a:bodyPr rtlCol="0" anchor="ctr"/>
              <a:lstStyle/>
              <a:p>
                <a:endParaRPr lang="zh-CN" altLang="en-US"/>
              </a:p>
            </p:txBody>
          </p:sp>
          <p:sp>
            <p:nvSpPr>
              <p:cNvPr id="176" name="任意多边形: 形状 175">
                <a:extLst>
                  <a:ext uri="{FF2B5EF4-FFF2-40B4-BE49-F238E27FC236}">
                    <a16:creationId xmlns:a16="http://schemas.microsoft.com/office/drawing/2014/main" id="{0BBCFF86-870D-CD07-1406-C00E31F3BB99}"/>
                  </a:ext>
                </a:extLst>
              </p:cNvPr>
              <p:cNvSpPr/>
              <p:nvPr/>
            </p:nvSpPr>
            <p:spPr>
              <a:xfrm>
                <a:off x="8159495" y="4055078"/>
                <a:ext cx="1197121" cy="1197121"/>
              </a:xfrm>
              <a:custGeom>
                <a:avLst/>
                <a:gdLst>
                  <a:gd name="connsiteX0" fmla="*/ 0 w 1197121"/>
                  <a:gd name="connsiteY0" fmla="*/ 0 h 1197121"/>
                  <a:gd name="connsiteX1" fmla="*/ 1197122 w 1197121"/>
                  <a:gd name="connsiteY1" fmla="*/ 0 h 1197121"/>
                  <a:gd name="connsiteX2" fmla="*/ 1197122 w 1197121"/>
                  <a:gd name="connsiteY2" fmla="*/ 1937 h 1197121"/>
                  <a:gd name="connsiteX3" fmla="*/ 1937 w 1197121"/>
                  <a:gd name="connsiteY3" fmla="*/ 1197121 h 1197121"/>
                  <a:gd name="connsiteX4" fmla="*/ 0 w 1197121"/>
                  <a:gd name="connsiteY4" fmla="*/ 1197121 h 1197121"/>
                  <a:gd name="connsiteX5" fmla="*/ 0 w 1197121"/>
                  <a:gd name="connsiteY5" fmla="*/ 0 h 119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121" h="1197121">
                    <a:moveTo>
                      <a:pt x="0" y="0"/>
                    </a:moveTo>
                    <a:lnTo>
                      <a:pt x="1197122" y="0"/>
                    </a:lnTo>
                    <a:lnTo>
                      <a:pt x="1197122" y="1937"/>
                    </a:lnTo>
                    <a:cubicBezTo>
                      <a:pt x="1197122" y="662019"/>
                      <a:pt x="662019" y="1197121"/>
                      <a:pt x="1937" y="1197121"/>
                    </a:cubicBezTo>
                    <a:lnTo>
                      <a:pt x="0" y="1197121"/>
                    </a:lnTo>
                    <a:lnTo>
                      <a:pt x="0" y="0"/>
                    </a:lnTo>
                    <a:close/>
                  </a:path>
                </a:pathLst>
              </a:custGeom>
              <a:solidFill>
                <a:srgbClr val="1C1C61"/>
              </a:solidFill>
              <a:ln w="6350" cap="flat">
                <a:noFill/>
                <a:prstDash val="solid"/>
                <a:miter/>
              </a:ln>
            </p:spPr>
            <p:txBody>
              <a:bodyPr rtlCol="0" anchor="ctr"/>
              <a:lstStyle/>
              <a:p>
                <a:endParaRPr lang="zh-CN" altLang="en-US"/>
              </a:p>
            </p:txBody>
          </p:sp>
          <p:sp>
            <p:nvSpPr>
              <p:cNvPr id="177" name="任意多边形: 形状 176">
                <a:extLst>
                  <a:ext uri="{FF2B5EF4-FFF2-40B4-BE49-F238E27FC236}">
                    <a16:creationId xmlns:a16="http://schemas.microsoft.com/office/drawing/2014/main" id="{55D4F847-564F-8199-6A75-AF671E03A633}"/>
                  </a:ext>
                </a:extLst>
              </p:cNvPr>
              <p:cNvSpPr/>
              <p:nvPr/>
            </p:nvSpPr>
            <p:spPr>
              <a:xfrm>
                <a:off x="7411649" y="4055078"/>
                <a:ext cx="747821" cy="747820"/>
              </a:xfrm>
              <a:custGeom>
                <a:avLst/>
                <a:gdLst>
                  <a:gd name="connsiteX0" fmla="*/ 0 w 747821"/>
                  <a:gd name="connsiteY0" fmla="*/ 0 h 747820"/>
                  <a:gd name="connsiteX1" fmla="*/ 747821 w 747821"/>
                  <a:gd name="connsiteY1" fmla="*/ 0 h 747820"/>
                  <a:gd name="connsiteX2" fmla="*/ 747821 w 747821"/>
                  <a:gd name="connsiteY2" fmla="*/ 747821 h 747820"/>
                  <a:gd name="connsiteX3" fmla="*/ 746608 w 747821"/>
                  <a:gd name="connsiteY3" fmla="*/ 747821 h 747820"/>
                  <a:gd name="connsiteX4" fmla="*/ 0 w 747821"/>
                  <a:gd name="connsiteY4" fmla="*/ 1213 h 747820"/>
                  <a:gd name="connsiteX5" fmla="*/ 0 w 747821"/>
                  <a:gd name="connsiteY5" fmla="*/ 0 h 747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7821" h="747820">
                    <a:moveTo>
                      <a:pt x="0" y="0"/>
                    </a:moveTo>
                    <a:lnTo>
                      <a:pt x="747821" y="0"/>
                    </a:lnTo>
                    <a:lnTo>
                      <a:pt x="747821" y="747821"/>
                    </a:lnTo>
                    <a:lnTo>
                      <a:pt x="746608" y="747821"/>
                    </a:lnTo>
                    <a:cubicBezTo>
                      <a:pt x="334270" y="747821"/>
                      <a:pt x="0" y="413550"/>
                      <a:pt x="0" y="1213"/>
                    </a:cubicBezTo>
                    <a:lnTo>
                      <a:pt x="0" y="0"/>
                    </a:lnTo>
                    <a:close/>
                  </a:path>
                </a:pathLst>
              </a:custGeom>
              <a:solidFill>
                <a:srgbClr val="DC4245"/>
              </a:solidFill>
              <a:ln w="6350" cap="flat">
                <a:noFill/>
                <a:prstDash val="solid"/>
                <a:miter/>
              </a:ln>
            </p:spPr>
            <p:txBody>
              <a:bodyPr rtlCol="0" anchor="ctr"/>
              <a:lstStyle/>
              <a:p>
                <a:endParaRPr lang="zh-CN" altLang="en-US"/>
              </a:p>
            </p:txBody>
          </p:sp>
          <p:sp>
            <p:nvSpPr>
              <p:cNvPr id="178" name="任意多边形: 形状 177">
                <a:extLst>
                  <a:ext uri="{FF2B5EF4-FFF2-40B4-BE49-F238E27FC236}">
                    <a16:creationId xmlns:a16="http://schemas.microsoft.com/office/drawing/2014/main" id="{CF6B1F39-1ADE-B761-2185-8C366FB42BBB}"/>
                  </a:ext>
                </a:extLst>
              </p:cNvPr>
              <p:cNvSpPr/>
              <p:nvPr/>
            </p:nvSpPr>
            <p:spPr>
              <a:xfrm>
                <a:off x="8159489" y="4055078"/>
                <a:ext cx="747820" cy="747820"/>
              </a:xfrm>
              <a:custGeom>
                <a:avLst/>
                <a:gdLst>
                  <a:gd name="connsiteX0" fmla="*/ 0 w 747820"/>
                  <a:gd name="connsiteY0" fmla="*/ 0 h 747820"/>
                  <a:gd name="connsiteX1" fmla="*/ 747820 w 747820"/>
                  <a:gd name="connsiteY1" fmla="*/ 0 h 747820"/>
                  <a:gd name="connsiteX2" fmla="*/ 747820 w 747820"/>
                  <a:gd name="connsiteY2" fmla="*/ 1213 h 747820"/>
                  <a:gd name="connsiteX3" fmla="*/ 1213 w 747820"/>
                  <a:gd name="connsiteY3" fmla="*/ 747821 h 747820"/>
                  <a:gd name="connsiteX4" fmla="*/ 0 w 747820"/>
                  <a:gd name="connsiteY4" fmla="*/ 747821 h 747820"/>
                  <a:gd name="connsiteX5" fmla="*/ 0 w 747820"/>
                  <a:gd name="connsiteY5" fmla="*/ 0 h 747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7820" h="747820">
                    <a:moveTo>
                      <a:pt x="0" y="0"/>
                    </a:moveTo>
                    <a:lnTo>
                      <a:pt x="747820" y="0"/>
                    </a:lnTo>
                    <a:lnTo>
                      <a:pt x="747820" y="1213"/>
                    </a:lnTo>
                    <a:cubicBezTo>
                      <a:pt x="747820" y="413550"/>
                      <a:pt x="413550" y="747821"/>
                      <a:pt x="1213" y="747821"/>
                    </a:cubicBezTo>
                    <a:lnTo>
                      <a:pt x="0" y="747821"/>
                    </a:lnTo>
                    <a:lnTo>
                      <a:pt x="0" y="0"/>
                    </a:lnTo>
                    <a:close/>
                  </a:path>
                </a:pathLst>
              </a:custGeom>
              <a:solidFill>
                <a:srgbClr val="FBF5E2"/>
              </a:solidFill>
              <a:ln w="6350" cap="flat">
                <a:noFill/>
                <a:prstDash val="solid"/>
                <a:miter/>
              </a:ln>
            </p:spPr>
            <p:txBody>
              <a:bodyPr rtlCol="0" anchor="ctr"/>
              <a:lstStyle/>
              <a:p>
                <a:endParaRPr lang="zh-CN" altLang="en-US"/>
              </a:p>
            </p:txBody>
          </p:sp>
          <p:sp>
            <p:nvSpPr>
              <p:cNvPr id="179" name="任意多边形: 形状 178">
                <a:extLst>
                  <a:ext uri="{FF2B5EF4-FFF2-40B4-BE49-F238E27FC236}">
                    <a16:creationId xmlns:a16="http://schemas.microsoft.com/office/drawing/2014/main" id="{8870A396-E627-6FD8-0CDD-89ACBD27C2FF}"/>
                  </a:ext>
                </a:extLst>
              </p:cNvPr>
              <p:cNvSpPr/>
              <p:nvPr/>
            </p:nvSpPr>
            <p:spPr>
              <a:xfrm>
                <a:off x="8159495" y="2855385"/>
                <a:ext cx="1197121" cy="1197121"/>
              </a:xfrm>
              <a:custGeom>
                <a:avLst/>
                <a:gdLst>
                  <a:gd name="connsiteX0" fmla="*/ 1197122 w 1197121"/>
                  <a:gd name="connsiteY0" fmla="*/ 1197121 h 1197121"/>
                  <a:gd name="connsiteX1" fmla="*/ 0 w 1197121"/>
                  <a:gd name="connsiteY1" fmla="*/ 1197121 h 1197121"/>
                  <a:gd name="connsiteX2" fmla="*/ 0 w 1197121"/>
                  <a:gd name="connsiteY2" fmla="*/ 0 h 1197121"/>
                  <a:gd name="connsiteX3" fmla="*/ 1937 w 1197121"/>
                  <a:gd name="connsiteY3" fmla="*/ 0 h 1197121"/>
                  <a:gd name="connsiteX4" fmla="*/ 1197122 w 1197121"/>
                  <a:gd name="connsiteY4" fmla="*/ 1195184 h 1197121"/>
                  <a:gd name="connsiteX5" fmla="*/ 1197122 w 1197121"/>
                  <a:gd name="connsiteY5" fmla="*/ 1197121 h 119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121" h="1197121">
                    <a:moveTo>
                      <a:pt x="1197122" y="1197121"/>
                    </a:moveTo>
                    <a:lnTo>
                      <a:pt x="0" y="1197121"/>
                    </a:lnTo>
                    <a:lnTo>
                      <a:pt x="0" y="0"/>
                    </a:lnTo>
                    <a:lnTo>
                      <a:pt x="1937" y="0"/>
                    </a:lnTo>
                    <a:cubicBezTo>
                      <a:pt x="662019" y="0"/>
                      <a:pt x="1197122" y="535102"/>
                      <a:pt x="1197122" y="1195184"/>
                    </a:cubicBezTo>
                    <a:lnTo>
                      <a:pt x="1197122" y="1197121"/>
                    </a:lnTo>
                    <a:close/>
                  </a:path>
                </a:pathLst>
              </a:custGeom>
              <a:solidFill>
                <a:srgbClr val="FBF5E2"/>
              </a:solidFill>
              <a:ln w="6350" cap="flat">
                <a:noFill/>
                <a:prstDash val="solid"/>
                <a:miter/>
              </a:ln>
            </p:spPr>
            <p:txBody>
              <a:bodyPr rtlCol="0" anchor="ctr"/>
              <a:lstStyle/>
              <a:p>
                <a:endParaRPr lang="zh-CN" altLang="en-US"/>
              </a:p>
            </p:txBody>
          </p:sp>
          <p:sp>
            <p:nvSpPr>
              <p:cNvPr id="180" name="任意多边形: 形状 179">
                <a:extLst>
                  <a:ext uri="{FF2B5EF4-FFF2-40B4-BE49-F238E27FC236}">
                    <a16:creationId xmlns:a16="http://schemas.microsoft.com/office/drawing/2014/main" id="{2193577E-224D-94F2-3D21-BB1D66B1CBA8}"/>
                  </a:ext>
                </a:extLst>
              </p:cNvPr>
              <p:cNvSpPr/>
              <p:nvPr/>
            </p:nvSpPr>
            <p:spPr>
              <a:xfrm>
                <a:off x="6962343" y="2855385"/>
                <a:ext cx="1197120" cy="1197121"/>
              </a:xfrm>
              <a:custGeom>
                <a:avLst/>
                <a:gdLst>
                  <a:gd name="connsiteX0" fmla="*/ 1197121 w 1197120"/>
                  <a:gd name="connsiteY0" fmla="*/ 1197121 h 1197121"/>
                  <a:gd name="connsiteX1" fmla="*/ 0 w 1197120"/>
                  <a:gd name="connsiteY1" fmla="*/ 1197121 h 1197121"/>
                  <a:gd name="connsiteX2" fmla="*/ 0 w 1197120"/>
                  <a:gd name="connsiteY2" fmla="*/ 1195184 h 1197121"/>
                  <a:gd name="connsiteX3" fmla="*/ 1195184 w 1197120"/>
                  <a:gd name="connsiteY3" fmla="*/ 0 h 1197121"/>
                  <a:gd name="connsiteX4" fmla="*/ 1197121 w 1197120"/>
                  <a:gd name="connsiteY4" fmla="*/ 0 h 1197121"/>
                  <a:gd name="connsiteX5" fmla="*/ 1197121 w 1197120"/>
                  <a:gd name="connsiteY5" fmla="*/ 1197121 h 119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120" h="1197121">
                    <a:moveTo>
                      <a:pt x="1197121" y="1197121"/>
                    </a:moveTo>
                    <a:lnTo>
                      <a:pt x="0" y="1197121"/>
                    </a:lnTo>
                    <a:lnTo>
                      <a:pt x="0" y="1195184"/>
                    </a:lnTo>
                    <a:cubicBezTo>
                      <a:pt x="0" y="535102"/>
                      <a:pt x="535101" y="0"/>
                      <a:pt x="1195184" y="0"/>
                    </a:cubicBezTo>
                    <a:lnTo>
                      <a:pt x="1197121" y="0"/>
                    </a:lnTo>
                    <a:lnTo>
                      <a:pt x="1197121" y="1197121"/>
                    </a:lnTo>
                    <a:close/>
                  </a:path>
                </a:pathLst>
              </a:custGeom>
              <a:solidFill>
                <a:srgbClr val="1C1C61"/>
              </a:solidFill>
              <a:ln w="6350" cap="flat">
                <a:noFill/>
                <a:prstDash val="solid"/>
                <a:miter/>
              </a:ln>
            </p:spPr>
            <p:txBody>
              <a:bodyPr rtlCol="0" anchor="ctr"/>
              <a:lstStyle/>
              <a:p>
                <a:endParaRPr lang="zh-CN" altLang="en-US"/>
              </a:p>
            </p:txBody>
          </p:sp>
          <p:sp>
            <p:nvSpPr>
              <p:cNvPr id="181" name="任意多边形: 形状 180">
                <a:extLst>
                  <a:ext uri="{FF2B5EF4-FFF2-40B4-BE49-F238E27FC236}">
                    <a16:creationId xmlns:a16="http://schemas.microsoft.com/office/drawing/2014/main" id="{E03D6662-4465-63BB-973F-63E2A93BE477}"/>
                  </a:ext>
                </a:extLst>
              </p:cNvPr>
              <p:cNvSpPr/>
              <p:nvPr/>
            </p:nvSpPr>
            <p:spPr>
              <a:xfrm>
                <a:off x="8159483" y="3304692"/>
                <a:ext cx="747820" cy="747814"/>
              </a:xfrm>
              <a:custGeom>
                <a:avLst/>
                <a:gdLst>
                  <a:gd name="connsiteX0" fmla="*/ 747820 w 747820"/>
                  <a:gd name="connsiteY0" fmla="*/ 747814 h 747814"/>
                  <a:gd name="connsiteX1" fmla="*/ 0 w 747820"/>
                  <a:gd name="connsiteY1" fmla="*/ 747814 h 747814"/>
                  <a:gd name="connsiteX2" fmla="*/ 0 w 747820"/>
                  <a:gd name="connsiteY2" fmla="*/ 0 h 747814"/>
                  <a:gd name="connsiteX3" fmla="*/ 1213 w 747820"/>
                  <a:gd name="connsiteY3" fmla="*/ 0 h 747814"/>
                  <a:gd name="connsiteX4" fmla="*/ 747820 w 747820"/>
                  <a:gd name="connsiteY4" fmla="*/ 746608 h 747814"/>
                  <a:gd name="connsiteX5" fmla="*/ 747820 w 747820"/>
                  <a:gd name="connsiteY5" fmla="*/ 747814 h 7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7820" h="747814">
                    <a:moveTo>
                      <a:pt x="747820" y="747814"/>
                    </a:moveTo>
                    <a:lnTo>
                      <a:pt x="0" y="747814"/>
                    </a:lnTo>
                    <a:lnTo>
                      <a:pt x="0" y="0"/>
                    </a:lnTo>
                    <a:lnTo>
                      <a:pt x="1213" y="0"/>
                    </a:lnTo>
                    <a:cubicBezTo>
                      <a:pt x="413556" y="0"/>
                      <a:pt x="747820" y="334270"/>
                      <a:pt x="747820" y="746608"/>
                    </a:cubicBezTo>
                    <a:lnTo>
                      <a:pt x="747820" y="747814"/>
                    </a:lnTo>
                    <a:close/>
                  </a:path>
                </a:pathLst>
              </a:custGeom>
              <a:solidFill>
                <a:srgbClr val="E9A650"/>
              </a:solidFill>
              <a:ln w="6350" cap="flat">
                <a:noFill/>
                <a:prstDash val="solid"/>
                <a:miter/>
              </a:ln>
            </p:spPr>
            <p:txBody>
              <a:bodyPr rtlCol="0" anchor="ctr"/>
              <a:lstStyle/>
              <a:p>
                <a:endParaRPr lang="zh-CN" altLang="en-US"/>
              </a:p>
            </p:txBody>
          </p:sp>
          <p:sp>
            <p:nvSpPr>
              <p:cNvPr id="182" name="任意多边形: 形状 181">
                <a:extLst>
                  <a:ext uri="{FF2B5EF4-FFF2-40B4-BE49-F238E27FC236}">
                    <a16:creationId xmlns:a16="http://schemas.microsoft.com/office/drawing/2014/main" id="{2F3D7FE7-FD92-B74B-1882-794E35E2C32B}"/>
                  </a:ext>
                </a:extLst>
              </p:cNvPr>
              <p:cNvSpPr/>
              <p:nvPr/>
            </p:nvSpPr>
            <p:spPr>
              <a:xfrm>
                <a:off x="7411649" y="3304692"/>
                <a:ext cx="747821" cy="747814"/>
              </a:xfrm>
              <a:custGeom>
                <a:avLst/>
                <a:gdLst>
                  <a:gd name="connsiteX0" fmla="*/ 747821 w 747821"/>
                  <a:gd name="connsiteY0" fmla="*/ 747814 h 747814"/>
                  <a:gd name="connsiteX1" fmla="*/ 0 w 747821"/>
                  <a:gd name="connsiteY1" fmla="*/ 747814 h 747814"/>
                  <a:gd name="connsiteX2" fmla="*/ 0 w 747821"/>
                  <a:gd name="connsiteY2" fmla="*/ 746608 h 747814"/>
                  <a:gd name="connsiteX3" fmla="*/ 746608 w 747821"/>
                  <a:gd name="connsiteY3" fmla="*/ 0 h 747814"/>
                  <a:gd name="connsiteX4" fmla="*/ 747821 w 747821"/>
                  <a:gd name="connsiteY4" fmla="*/ 0 h 747814"/>
                  <a:gd name="connsiteX5" fmla="*/ 747821 w 747821"/>
                  <a:gd name="connsiteY5" fmla="*/ 747814 h 7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7821" h="747814">
                    <a:moveTo>
                      <a:pt x="747821" y="747814"/>
                    </a:moveTo>
                    <a:lnTo>
                      <a:pt x="0" y="747814"/>
                    </a:lnTo>
                    <a:lnTo>
                      <a:pt x="0" y="746608"/>
                    </a:lnTo>
                    <a:cubicBezTo>
                      <a:pt x="0" y="334270"/>
                      <a:pt x="334270" y="0"/>
                      <a:pt x="746608" y="0"/>
                    </a:cubicBezTo>
                    <a:lnTo>
                      <a:pt x="747821" y="0"/>
                    </a:lnTo>
                    <a:lnTo>
                      <a:pt x="747821" y="747814"/>
                    </a:lnTo>
                    <a:close/>
                  </a:path>
                </a:pathLst>
              </a:custGeom>
              <a:solidFill>
                <a:srgbClr val="FBF5E2"/>
              </a:solidFill>
              <a:ln w="6350" cap="flat">
                <a:noFill/>
                <a:prstDash val="solid"/>
                <a:miter/>
              </a:ln>
            </p:spPr>
            <p:txBody>
              <a:bodyPr rtlCol="0" anchor="ctr"/>
              <a:lstStyle/>
              <a:p>
                <a:endParaRPr lang="zh-CN" altLang="en-US"/>
              </a:p>
            </p:txBody>
          </p:sp>
          <p:sp>
            <p:nvSpPr>
              <p:cNvPr id="183" name="任意多边形: 形状 182">
                <a:extLst>
                  <a:ext uri="{FF2B5EF4-FFF2-40B4-BE49-F238E27FC236}">
                    <a16:creationId xmlns:a16="http://schemas.microsoft.com/office/drawing/2014/main" id="{6959EC95-9ABE-94B6-CA65-B527B4EDCD16}"/>
                  </a:ext>
                </a:extLst>
              </p:cNvPr>
              <p:cNvSpPr/>
              <p:nvPr/>
            </p:nvSpPr>
            <p:spPr>
              <a:xfrm>
                <a:off x="10546607" y="5249919"/>
                <a:ext cx="1197120" cy="1197121"/>
              </a:xfrm>
              <a:custGeom>
                <a:avLst/>
                <a:gdLst>
                  <a:gd name="connsiteX0" fmla="*/ 1197121 w 1197120"/>
                  <a:gd name="connsiteY0" fmla="*/ 1197121 h 1197121"/>
                  <a:gd name="connsiteX1" fmla="*/ 0 w 1197120"/>
                  <a:gd name="connsiteY1" fmla="*/ 1197121 h 1197121"/>
                  <a:gd name="connsiteX2" fmla="*/ 0 w 1197120"/>
                  <a:gd name="connsiteY2" fmla="*/ 0 h 1197121"/>
                  <a:gd name="connsiteX3" fmla="*/ 1936 w 1197120"/>
                  <a:gd name="connsiteY3" fmla="*/ 0 h 1197121"/>
                  <a:gd name="connsiteX4" fmla="*/ 1197121 w 1197120"/>
                  <a:gd name="connsiteY4" fmla="*/ 1195184 h 1197121"/>
                  <a:gd name="connsiteX5" fmla="*/ 1197121 w 1197120"/>
                  <a:gd name="connsiteY5" fmla="*/ 1197121 h 119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120" h="1197121">
                    <a:moveTo>
                      <a:pt x="1197121" y="1197121"/>
                    </a:moveTo>
                    <a:lnTo>
                      <a:pt x="0" y="1197121"/>
                    </a:lnTo>
                    <a:lnTo>
                      <a:pt x="0" y="0"/>
                    </a:lnTo>
                    <a:lnTo>
                      <a:pt x="1936" y="0"/>
                    </a:lnTo>
                    <a:cubicBezTo>
                      <a:pt x="662019" y="0"/>
                      <a:pt x="1197121" y="535102"/>
                      <a:pt x="1197121" y="1195184"/>
                    </a:cubicBezTo>
                    <a:lnTo>
                      <a:pt x="1197121" y="1197121"/>
                    </a:lnTo>
                    <a:close/>
                  </a:path>
                </a:pathLst>
              </a:custGeom>
              <a:solidFill>
                <a:srgbClr val="DC4245"/>
              </a:solidFill>
              <a:ln w="6350" cap="flat">
                <a:noFill/>
                <a:prstDash val="solid"/>
                <a:miter/>
              </a:ln>
            </p:spPr>
            <p:txBody>
              <a:bodyPr rtlCol="0" anchor="ctr"/>
              <a:lstStyle/>
              <a:p>
                <a:endParaRPr lang="zh-CN" altLang="en-US"/>
              </a:p>
            </p:txBody>
          </p:sp>
          <p:sp>
            <p:nvSpPr>
              <p:cNvPr id="184" name="任意多边形: 形状 183">
                <a:extLst>
                  <a:ext uri="{FF2B5EF4-FFF2-40B4-BE49-F238E27FC236}">
                    <a16:creationId xmlns:a16="http://schemas.microsoft.com/office/drawing/2014/main" id="{6A8AE33D-082D-A118-EDA2-72AFD3F2BE22}"/>
                  </a:ext>
                </a:extLst>
              </p:cNvPr>
              <p:cNvSpPr/>
              <p:nvPr/>
            </p:nvSpPr>
            <p:spPr>
              <a:xfrm>
                <a:off x="9349454" y="5249919"/>
                <a:ext cx="1197121" cy="1197121"/>
              </a:xfrm>
              <a:custGeom>
                <a:avLst/>
                <a:gdLst>
                  <a:gd name="connsiteX0" fmla="*/ 1197122 w 1197121"/>
                  <a:gd name="connsiteY0" fmla="*/ 1197121 h 1197121"/>
                  <a:gd name="connsiteX1" fmla="*/ 0 w 1197121"/>
                  <a:gd name="connsiteY1" fmla="*/ 1197121 h 1197121"/>
                  <a:gd name="connsiteX2" fmla="*/ 0 w 1197121"/>
                  <a:gd name="connsiteY2" fmla="*/ 1195184 h 1197121"/>
                  <a:gd name="connsiteX3" fmla="*/ 1195184 w 1197121"/>
                  <a:gd name="connsiteY3" fmla="*/ 0 h 1197121"/>
                  <a:gd name="connsiteX4" fmla="*/ 1197122 w 1197121"/>
                  <a:gd name="connsiteY4" fmla="*/ 0 h 1197121"/>
                  <a:gd name="connsiteX5" fmla="*/ 1197122 w 1197121"/>
                  <a:gd name="connsiteY5" fmla="*/ 1197121 h 119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121" h="1197121">
                    <a:moveTo>
                      <a:pt x="1197122" y="1197121"/>
                    </a:moveTo>
                    <a:lnTo>
                      <a:pt x="0" y="1197121"/>
                    </a:lnTo>
                    <a:lnTo>
                      <a:pt x="0" y="1195184"/>
                    </a:lnTo>
                    <a:cubicBezTo>
                      <a:pt x="0" y="535102"/>
                      <a:pt x="535102" y="0"/>
                      <a:pt x="1195184" y="0"/>
                    </a:cubicBezTo>
                    <a:lnTo>
                      <a:pt x="1197122" y="0"/>
                    </a:lnTo>
                    <a:lnTo>
                      <a:pt x="1197122" y="1197121"/>
                    </a:lnTo>
                    <a:close/>
                  </a:path>
                </a:pathLst>
              </a:custGeom>
              <a:solidFill>
                <a:srgbClr val="3F6FD5"/>
              </a:solidFill>
              <a:ln w="6350" cap="flat">
                <a:noFill/>
                <a:prstDash val="solid"/>
                <a:miter/>
              </a:ln>
            </p:spPr>
            <p:txBody>
              <a:bodyPr rtlCol="0" anchor="ctr"/>
              <a:lstStyle/>
              <a:p>
                <a:endParaRPr lang="zh-CN" altLang="en-US"/>
              </a:p>
            </p:txBody>
          </p:sp>
          <p:sp>
            <p:nvSpPr>
              <p:cNvPr id="185" name="任意多边形: 形状 184">
                <a:extLst>
                  <a:ext uri="{FF2B5EF4-FFF2-40B4-BE49-F238E27FC236}">
                    <a16:creationId xmlns:a16="http://schemas.microsoft.com/office/drawing/2014/main" id="{9AC18EE7-C229-049D-71B6-11B942A7893C}"/>
                  </a:ext>
                </a:extLst>
              </p:cNvPr>
              <p:cNvSpPr/>
              <p:nvPr/>
            </p:nvSpPr>
            <p:spPr>
              <a:xfrm>
                <a:off x="10546600" y="5699226"/>
                <a:ext cx="747821" cy="747814"/>
              </a:xfrm>
              <a:custGeom>
                <a:avLst/>
                <a:gdLst>
                  <a:gd name="connsiteX0" fmla="*/ 747821 w 747821"/>
                  <a:gd name="connsiteY0" fmla="*/ 747814 h 747814"/>
                  <a:gd name="connsiteX1" fmla="*/ 0 w 747821"/>
                  <a:gd name="connsiteY1" fmla="*/ 747814 h 747814"/>
                  <a:gd name="connsiteX2" fmla="*/ 0 w 747821"/>
                  <a:gd name="connsiteY2" fmla="*/ 0 h 747814"/>
                  <a:gd name="connsiteX3" fmla="*/ 1213 w 747821"/>
                  <a:gd name="connsiteY3" fmla="*/ 0 h 747814"/>
                  <a:gd name="connsiteX4" fmla="*/ 747821 w 747821"/>
                  <a:gd name="connsiteY4" fmla="*/ 746608 h 747814"/>
                  <a:gd name="connsiteX5" fmla="*/ 747821 w 747821"/>
                  <a:gd name="connsiteY5" fmla="*/ 747814 h 7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7821" h="747814">
                    <a:moveTo>
                      <a:pt x="747821" y="747814"/>
                    </a:moveTo>
                    <a:lnTo>
                      <a:pt x="0" y="747814"/>
                    </a:lnTo>
                    <a:lnTo>
                      <a:pt x="0" y="0"/>
                    </a:lnTo>
                    <a:lnTo>
                      <a:pt x="1213" y="0"/>
                    </a:lnTo>
                    <a:cubicBezTo>
                      <a:pt x="413551" y="0"/>
                      <a:pt x="747821" y="334270"/>
                      <a:pt x="747821" y="746608"/>
                    </a:cubicBezTo>
                    <a:lnTo>
                      <a:pt x="747821" y="747814"/>
                    </a:lnTo>
                    <a:close/>
                  </a:path>
                </a:pathLst>
              </a:custGeom>
              <a:solidFill>
                <a:srgbClr val="1C1C61"/>
              </a:solidFill>
              <a:ln w="6350" cap="flat">
                <a:noFill/>
                <a:prstDash val="solid"/>
                <a:miter/>
              </a:ln>
            </p:spPr>
            <p:txBody>
              <a:bodyPr rtlCol="0" anchor="ctr"/>
              <a:lstStyle/>
              <a:p>
                <a:endParaRPr lang="zh-CN" altLang="en-US"/>
              </a:p>
            </p:txBody>
          </p:sp>
          <p:sp>
            <p:nvSpPr>
              <p:cNvPr id="186" name="任意多边形: 形状 185">
                <a:extLst>
                  <a:ext uri="{FF2B5EF4-FFF2-40B4-BE49-F238E27FC236}">
                    <a16:creationId xmlns:a16="http://schemas.microsoft.com/office/drawing/2014/main" id="{D7BEF896-DDC5-D4E4-2050-FCF7D07E1F76}"/>
                  </a:ext>
                </a:extLst>
              </p:cNvPr>
              <p:cNvSpPr/>
              <p:nvPr/>
            </p:nvSpPr>
            <p:spPr>
              <a:xfrm>
                <a:off x="9798761" y="5699226"/>
                <a:ext cx="747820" cy="748182"/>
              </a:xfrm>
              <a:custGeom>
                <a:avLst/>
                <a:gdLst>
                  <a:gd name="connsiteX0" fmla="*/ 747820 w 747820"/>
                  <a:gd name="connsiteY0" fmla="*/ 748183 h 748182"/>
                  <a:gd name="connsiteX1" fmla="*/ 0 w 747820"/>
                  <a:gd name="connsiteY1" fmla="*/ 748183 h 748182"/>
                  <a:gd name="connsiteX2" fmla="*/ 0 w 747820"/>
                  <a:gd name="connsiteY2" fmla="*/ 746608 h 748182"/>
                  <a:gd name="connsiteX3" fmla="*/ 746607 w 747820"/>
                  <a:gd name="connsiteY3" fmla="*/ 0 h 748182"/>
                  <a:gd name="connsiteX4" fmla="*/ 747820 w 747820"/>
                  <a:gd name="connsiteY4" fmla="*/ 0 h 748182"/>
                  <a:gd name="connsiteX5" fmla="*/ 747820 w 747820"/>
                  <a:gd name="connsiteY5" fmla="*/ 748183 h 748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7820" h="748182">
                    <a:moveTo>
                      <a:pt x="747820" y="748183"/>
                    </a:moveTo>
                    <a:lnTo>
                      <a:pt x="0" y="748183"/>
                    </a:lnTo>
                    <a:lnTo>
                      <a:pt x="0" y="746608"/>
                    </a:lnTo>
                    <a:cubicBezTo>
                      <a:pt x="0" y="334270"/>
                      <a:pt x="334270" y="0"/>
                      <a:pt x="746607" y="0"/>
                    </a:cubicBezTo>
                    <a:lnTo>
                      <a:pt x="747820" y="0"/>
                    </a:lnTo>
                    <a:lnTo>
                      <a:pt x="747820" y="748183"/>
                    </a:lnTo>
                    <a:close/>
                  </a:path>
                </a:pathLst>
              </a:custGeom>
              <a:solidFill>
                <a:srgbClr val="FBF5E2"/>
              </a:solidFill>
              <a:ln w="6350" cap="flat">
                <a:noFill/>
                <a:prstDash val="solid"/>
                <a:miter/>
              </a:ln>
            </p:spPr>
            <p:txBody>
              <a:bodyPr rtlCol="0" anchor="ctr"/>
              <a:lstStyle/>
              <a:p>
                <a:endParaRPr lang="zh-CN" altLang="en-US"/>
              </a:p>
            </p:txBody>
          </p:sp>
          <p:grpSp>
            <p:nvGrpSpPr>
              <p:cNvPr id="187" name="图形 8">
                <a:extLst>
                  <a:ext uri="{FF2B5EF4-FFF2-40B4-BE49-F238E27FC236}">
                    <a16:creationId xmlns:a16="http://schemas.microsoft.com/office/drawing/2014/main" id="{A0BAFBC7-15ED-9639-1A27-0DC9F40F4351}"/>
                  </a:ext>
                </a:extLst>
              </p:cNvPr>
              <p:cNvGrpSpPr/>
              <p:nvPr/>
            </p:nvGrpSpPr>
            <p:grpSpPr>
              <a:xfrm>
                <a:off x="8315073" y="1830558"/>
                <a:ext cx="875669" cy="880090"/>
                <a:chOff x="8315073" y="1830558"/>
                <a:chExt cx="875669" cy="880090"/>
              </a:xfrm>
              <a:solidFill>
                <a:srgbClr val="FBF5E2"/>
              </a:solidFill>
            </p:grpSpPr>
            <p:sp>
              <p:nvSpPr>
                <p:cNvPr id="235" name="任意多边形: 形状 234">
                  <a:extLst>
                    <a:ext uri="{FF2B5EF4-FFF2-40B4-BE49-F238E27FC236}">
                      <a16:creationId xmlns:a16="http://schemas.microsoft.com/office/drawing/2014/main" id="{9DAC0681-D8A8-E965-4C1F-46790F4209F4}"/>
                    </a:ext>
                  </a:extLst>
                </p:cNvPr>
                <p:cNvSpPr/>
                <p:nvPr/>
              </p:nvSpPr>
              <p:spPr>
                <a:xfrm>
                  <a:off x="8810644" y="1830558"/>
                  <a:ext cx="122364" cy="122364"/>
                </a:xfrm>
                <a:custGeom>
                  <a:avLst/>
                  <a:gdLst>
                    <a:gd name="connsiteX0" fmla="*/ 122364 w 122364"/>
                    <a:gd name="connsiteY0" fmla="*/ 61182 h 122364"/>
                    <a:gd name="connsiteX1" fmla="*/ 61182 w 122364"/>
                    <a:gd name="connsiteY1" fmla="*/ 122364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4"/>
                        <a:pt x="61182" y="122364"/>
                      </a:cubicBezTo>
                      <a:cubicBezTo>
                        <a:pt x="27392" y="122364"/>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236" name="任意多边形: 形状 235">
                  <a:extLst>
                    <a:ext uri="{FF2B5EF4-FFF2-40B4-BE49-F238E27FC236}">
                      <a16:creationId xmlns:a16="http://schemas.microsoft.com/office/drawing/2014/main" id="{F4382534-DF55-31D5-4EF9-37B00C133269}"/>
                    </a:ext>
                  </a:extLst>
                </p:cNvPr>
                <p:cNvSpPr/>
                <p:nvPr/>
              </p:nvSpPr>
              <p:spPr>
                <a:xfrm>
                  <a:off x="8810644" y="2091410"/>
                  <a:ext cx="122364" cy="122364"/>
                </a:xfrm>
                <a:custGeom>
                  <a:avLst/>
                  <a:gdLst>
                    <a:gd name="connsiteX0" fmla="*/ 122364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5"/>
                        <a:pt x="61182" y="122365"/>
                      </a:cubicBezTo>
                      <a:cubicBezTo>
                        <a:pt x="27392" y="122365"/>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237" name="任意多边形: 形状 236">
                  <a:extLst>
                    <a:ext uri="{FF2B5EF4-FFF2-40B4-BE49-F238E27FC236}">
                      <a16:creationId xmlns:a16="http://schemas.microsoft.com/office/drawing/2014/main" id="{B4C8877C-419E-274F-0F36-38C05AB707BE}"/>
                    </a:ext>
                  </a:extLst>
                </p:cNvPr>
                <p:cNvSpPr/>
                <p:nvPr/>
              </p:nvSpPr>
              <p:spPr>
                <a:xfrm>
                  <a:off x="9059176" y="1830558"/>
                  <a:ext cx="122364" cy="122364"/>
                </a:xfrm>
                <a:custGeom>
                  <a:avLst/>
                  <a:gdLst>
                    <a:gd name="connsiteX0" fmla="*/ 122364 w 122364"/>
                    <a:gd name="connsiteY0" fmla="*/ 61182 h 122364"/>
                    <a:gd name="connsiteX1" fmla="*/ 61182 w 122364"/>
                    <a:gd name="connsiteY1" fmla="*/ 122364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4"/>
                        <a:pt x="61182" y="122364"/>
                      </a:cubicBezTo>
                      <a:cubicBezTo>
                        <a:pt x="27392" y="122364"/>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238" name="任意多边形: 形状 237">
                  <a:extLst>
                    <a:ext uri="{FF2B5EF4-FFF2-40B4-BE49-F238E27FC236}">
                      <a16:creationId xmlns:a16="http://schemas.microsoft.com/office/drawing/2014/main" id="{13D4FFC3-9248-262A-FDF9-F33BC3F0FAAB}"/>
                    </a:ext>
                  </a:extLst>
                </p:cNvPr>
                <p:cNvSpPr/>
                <p:nvPr/>
              </p:nvSpPr>
              <p:spPr>
                <a:xfrm>
                  <a:off x="9059176" y="2091410"/>
                  <a:ext cx="122364" cy="122364"/>
                </a:xfrm>
                <a:custGeom>
                  <a:avLst/>
                  <a:gdLst>
                    <a:gd name="connsiteX0" fmla="*/ 122364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5"/>
                        <a:pt x="61182" y="122365"/>
                      </a:cubicBezTo>
                      <a:cubicBezTo>
                        <a:pt x="27392" y="122365"/>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239" name="任意多边形: 形状 238">
                  <a:extLst>
                    <a:ext uri="{FF2B5EF4-FFF2-40B4-BE49-F238E27FC236}">
                      <a16:creationId xmlns:a16="http://schemas.microsoft.com/office/drawing/2014/main" id="{939C6630-74D6-832E-6FAC-B66F73F2E5A0}"/>
                    </a:ext>
                  </a:extLst>
                </p:cNvPr>
                <p:cNvSpPr/>
                <p:nvPr/>
              </p:nvSpPr>
              <p:spPr>
                <a:xfrm>
                  <a:off x="8810644" y="2347804"/>
                  <a:ext cx="122364" cy="122364"/>
                </a:xfrm>
                <a:custGeom>
                  <a:avLst/>
                  <a:gdLst>
                    <a:gd name="connsiteX0" fmla="*/ 122364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5"/>
                        <a:pt x="61182" y="122365"/>
                      </a:cubicBezTo>
                      <a:cubicBezTo>
                        <a:pt x="27392" y="122365"/>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240" name="任意多边形: 形状 239">
                  <a:extLst>
                    <a:ext uri="{FF2B5EF4-FFF2-40B4-BE49-F238E27FC236}">
                      <a16:creationId xmlns:a16="http://schemas.microsoft.com/office/drawing/2014/main" id="{75EFBB8A-563E-EC6D-16B3-940DFAEA0924}"/>
                    </a:ext>
                  </a:extLst>
                </p:cNvPr>
                <p:cNvSpPr/>
                <p:nvPr/>
              </p:nvSpPr>
              <p:spPr>
                <a:xfrm>
                  <a:off x="9059176" y="2347804"/>
                  <a:ext cx="122364" cy="122364"/>
                </a:xfrm>
                <a:custGeom>
                  <a:avLst/>
                  <a:gdLst>
                    <a:gd name="connsiteX0" fmla="*/ 122364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5"/>
                        <a:pt x="61182" y="122365"/>
                      </a:cubicBezTo>
                      <a:cubicBezTo>
                        <a:pt x="27392" y="122365"/>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241" name="任意多边形: 形状 240">
                  <a:extLst>
                    <a:ext uri="{FF2B5EF4-FFF2-40B4-BE49-F238E27FC236}">
                      <a16:creationId xmlns:a16="http://schemas.microsoft.com/office/drawing/2014/main" id="{B148D302-F154-4FDD-214D-B73BFEAE27AA}"/>
                    </a:ext>
                  </a:extLst>
                </p:cNvPr>
                <p:cNvSpPr/>
                <p:nvPr/>
              </p:nvSpPr>
              <p:spPr>
                <a:xfrm>
                  <a:off x="8322640" y="1830558"/>
                  <a:ext cx="122364" cy="122364"/>
                </a:xfrm>
                <a:custGeom>
                  <a:avLst/>
                  <a:gdLst>
                    <a:gd name="connsiteX0" fmla="*/ 122364 w 122364"/>
                    <a:gd name="connsiteY0" fmla="*/ 61182 h 122364"/>
                    <a:gd name="connsiteX1" fmla="*/ 61182 w 122364"/>
                    <a:gd name="connsiteY1" fmla="*/ 122364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4"/>
                        <a:pt x="61182" y="122364"/>
                      </a:cubicBezTo>
                      <a:cubicBezTo>
                        <a:pt x="27392" y="122364"/>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242" name="任意多边形: 形状 241">
                  <a:extLst>
                    <a:ext uri="{FF2B5EF4-FFF2-40B4-BE49-F238E27FC236}">
                      <a16:creationId xmlns:a16="http://schemas.microsoft.com/office/drawing/2014/main" id="{CD293D0E-882C-65F5-4548-FB0868255294}"/>
                    </a:ext>
                  </a:extLst>
                </p:cNvPr>
                <p:cNvSpPr/>
                <p:nvPr/>
              </p:nvSpPr>
              <p:spPr>
                <a:xfrm>
                  <a:off x="8322640" y="2091410"/>
                  <a:ext cx="122364" cy="122364"/>
                </a:xfrm>
                <a:custGeom>
                  <a:avLst/>
                  <a:gdLst>
                    <a:gd name="connsiteX0" fmla="*/ 122364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5"/>
                        <a:pt x="61182" y="122365"/>
                      </a:cubicBezTo>
                      <a:cubicBezTo>
                        <a:pt x="27392" y="122365"/>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243" name="任意多边形: 形状 242">
                  <a:extLst>
                    <a:ext uri="{FF2B5EF4-FFF2-40B4-BE49-F238E27FC236}">
                      <a16:creationId xmlns:a16="http://schemas.microsoft.com/office/drawing/2014/main" id="{C38CCD11-9C21-5FFD-B2AD-E678F82F218F}"/>
                    </a:ext>
                  </a:extLst>
                </p:cNvPr>
                <p:cNvSpPr/>
                <p:nvPr/>
              </p:nvSpPr>
              <p:spPr>
                <a:xfrm>
                  <a:off x="8571172" y="1830558"/>
                  <a:ext cx="122364" cy="122364"/>
                </a:xfrm>
                <a:custGeom>
                  <a:avLst/>
                  <a:gdLst>
                    <a:gd name="connsiteX0" fmla="*/ 122365 w 122364"/>
                    <a:gd name="connsiteY0" fmla="*/ 61182 h 122364"/>
                    <a:gd name="connsiteX1" fmla="*/ 61182 w 122364"/>
                    <a:gd name="connsiteY1" fmla="*/ 122364 h 122364"/>
                    <a:gd name="connsiteX2" fmla="*/ 0 w 122364"/>
                    <a:gd name="connsiteY2" fmla="*/ 61182 h 122364"/>
                    <a:gd name="connsiteX3" fmla="*/ 61182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2"/>
                        <a:pt x="94973" y="122364"/>
                        <a:pt x="61182" y="122364"/>
                      </a:cubicBezTo>
                      <a:cubicBezTo>
                        <a:pt x="27392" y="122364"/>
                        <a:pt x="0" y="94972"/>
                        <a:pt x="0" y="61182"/>
                      </a:cubicBezTo>
                      <a:cubicBezTo>
                        <a:pt x="0" y="27392"/>
                        <a:pt x="27392" y="0"/>
                        <a:pt x="61182" y="0"/>
                      </a:cubicBezTo>
                      <a:cubicBezTo>
                        <a:pt x="94973"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244" name="任意多边形: 形状 243">
                  <a:extLst>
                    <a:ext uri="{FF2B5EF4-FFF2-40B4-BE49-F238E27FC236}">
                      <a16:creationId xmlns:a16="http://schemas.microsoft.com/office/drawing/2014/main" id="{2A6AD879-A0E2-96C9-0C25-99E550FEEE24}"/>
                    </a:ext>
                  </a:extLst>
                </p:cNvPr>
                <p:cNvSpPr/>
                <p:nvPr/>
              </p:nvSpPr>
              <p:spPr>
                <a:xfrm>
                  <a:off x="8571172" y="2091410"/>
                  <a:ext cx="122364" cy="122364"/>
                </a:xfrm>
                <a:custGeom>
                  <a:avLst/>
                  <a:gdLst>
                    <a:gd name="connsiteX0" fmla="*/ 122365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2"/>
                        <a:pt x="94973" y="122365"/>
                        <a:pt x="61182" y="122365"/>
                      </a:cubicBezTo>
                      <a:cubicBezTo>
                        <a:pt x="27392" y="122365"/>
                        <a:pt x="0" y="94972"/>
                        <a:pt x="0" y="61182"/>
                      </a:cubicBezTo>
                      <a:cubicBezTo>
                        <a:pt x="0" y="27392"/>
                        <a:pt x="27392" y="0"/>
                        <a:pt x="61182" y="0"/>
                      </a:cubicBezTo>
                      <a:cubicBezTo>
                        <a:pt x="94973"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245" name="任意多边形: 形状 244">
                  <a:extLst>
                    <a:ext uri="{FF2B5EF4-FFF2-40B4-BE49-F238E27FC236}">
                      <a16:creationId xmlns:a16="http://schemas.microsoft.com/office/drawing/2014/main" id="{4C44E805-C664-A9FE-A11E-BF211A9A995C}"/>
                    </a:ext>
                  </a:extLst>
                </p:cNvPr>
                <p:cNvSpPr/>
                <p:nvPr/>
              </p:nvSpPr>
              <p:spPr>
                <a:xfrm>
                  <a:off x="8322640" y="2347804"/>
                  <a:ext cx="122364" cy="122364"/>
                </a:xfrm>
                <a:custGeom>
                  <a:avLst/>
                  <a:gdLst>
                    <a:gd name="connsiteX0" fmla="*/ 122364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5"/>
                        <a:pt x="61182" y="122365"/>
                      </a:cubicBezTo>
                      <a:cubicBezTo>
                        <a:pt x="27392" y="122365"/>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246" name="任意多边形: 形状 245">
                  <a:extLst>
                    <a:ext uri="{FF2B5EF4-FFF2-40B4-BE49-F238E27FC236}">
                      <a16:creationId xmlns:a16="http://schemas.microsoft.com/office/drawing/2014/main" id="{C3DDAB1A-35C7-F24C-C259-5456F64BCD3D}"/>
                    </a:ext>
                  </a:extLst>
                </p:cNvPr>
                <p:cNvSpPr/>
                <p:nvPr/>
              </p:nvSpPr>
              <p:spPr>
                <a:xfrm>
                  <a:off x="8571172" y="2347804"/>
                  <a:ext cx="122364" cy="122364"/>
                </a:xfrm>
                <a:custGeom>
                  <a:avLst/>
                  <a:gdLst>
                    <a:gd name="connsiteX0" fmla="*/ 122365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2"/>
                        <a:pt x="94973" y="122365"/>
                        <a:pt x="61182" y="122365"/>
                      </a:cubicBezTo>
                      <a:cubicBezTo>
                        <a:pt x="27392" y="122365"/>
                        <a:pt x="0" y="94972"/>
                        <a:pt x="0" y="61182"/>
                      </a:cubicBezTo>
                      <a:cubicBezTo>
                        <a:pt x="0" y="27392"/>
                        <a:pt x="27392" y="0"/>
                        <a:pt x="61182" y="0"/>
                      </a:cubicBezTo>
                      <a:cubicBezTo>
                        <a:pt x="94973"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247" name="任意多边形: 形状 246">
                  <a:extLst>
                    <a:ext uri="{FF2B5EF4-FFF2-40B4-BE49-F238E27FC236}">
                      <a16:creationId xmlns:a16="http://schemas.microsoft.com/office/drawing/2014/main" id="{623E8593-C302-147F-D6B7-19FEA7581CB0}"/>
                    </a:ext>
                  </a:extLst>
                </p:cNvPr>
                <p:cNvSpPr/>
                <p:nvPr/>
              </p:nvSpPr>
              <p:spPr>
                <a:xfrm rot="-4846898">
                  <a:off x="8810826" y="2579266"/>
                  <a:ext cx="122366" cy="122366"/>
                </a:xfrm>
                <a:custGeom>
                  <a:avLst/>
                  <a:gdLst>
                    <a:gd name="connsiteX0" fmla="*/ 122366 w 122366"/>
                    <a:gd name="connsiteY0" fmla="*/ 61183 h 122366"/>
                    <a:gd name="connsiteX1" fmla="*/ 61183 w 122366"/>
                    <a:gd name="connsiteY1" fmla="*/ 122366 h 122366"/>
                    <a:gd name="connsiteX2" fmla="*/ 0 w 122366"/>
                    <a:gd name="connsiteY2" fmla="*/ 61183 h 122366"/>
                    <a:gd name="connsiteX3" fmla="*/ 61183 w 122366"/>
                    <a:gd name="connsiteY3" fmla="*/ 0 h 122366"/>
                    <a:gd name="connsiteX4" fmla="*/ 122366 w 122366"/>
                    <a:gd name="connsiteY4" fmla="*/ 61183 h 122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6" h="122366">
                      <a:moveTo>
                        <a:pt x="122366" y="61183"/>
                      </a:moveTo>
                      <a:cubicBezTo>
                        <a:pt x="122366" y="94974"/>
                        <a:pt x="94974" y="122366"/>
                        <a:pt x="61183" y="122366"/>
                      </a:cubicBezTo>
                      <a:cubicBezTo>
                        <a:pt x="27392" y="122366"/>
                        <a:pt x="0" y="94974"/>
                        <a:pt x="0" y="61183"/>
                      </a:cubicBezTo>
                      <a:cubicBezTo>
                        <a:pt x="0" y="27393"/>
                        <a:pt x="27392" y="0"/>
                        <a:pt x="61183" y="0"/>
                      </a:cubicBezTo>
                      <a:cubicBezTo>
                        <a:pt x="94974" y="0"/>
                        <a:pt x="122366" y="27393"/>
                        <a:pt x="122366" y="61183"/>
                      </a:cubicBezTo>
                      <a:close/>
                    </a:path>
                  </a:pathLst>
                </a:custGeom>
                <a:solidFill>
                  <a:srgbClr val="FBF5E2"/>
                </a:solidFill>
                <a:ln w="6350" cap="flat">
                  <a:noFill/>
                  <a:prstDash val="solid"/>
                  <a:miter/>
                </a:ln>
              </p:spPr>
              <p:txBody>
                <a:bodyPr rtlCol="0" anchor="ctr"/>
                <a:lstStyle/>
                <a:p>
                  <a:endParaRPr lang="zh-CN" altLang="en-US"/>
                </a:p>
              </p:txBody>
            </p:sp>
            <p:sp>
              <p:nvSpPr>
                <p:cNvPr id="248" name="任意多边形: 形状 247">
                  <a:extLst>
                    <a:ext uri="{FF2B5EF4-FFF2-40B4-BE49-F238E27FC236}">
                      <a16:creationId xmlns:a16="http://schemas.microsoft.com/office/drawing/2014/main" id="{F91BC46A-15C3-9CF7-CB59-84973232D7F3}"/>
                    </a:ext>
                  </a:extLst>
                </p:cNvPr>
                <p:cNvSpPr/>
                <p:nvPr/>
              </p:nvSpPr>
              <p:spPr>
                <a:xfrm rot="-4846898">
                  <a:off x="9059365" y="2579265"/>
                  <a:ext cx="122366" cy="122366"/>
                </a:xfrm>
                <a:custGeom>
                  <a:avLst/>
                  <a:gdLst>
                    <a:gd name="connsiteX0" fmla="*/ 122366 w 122366"/>
                    <a:gd name="connsiteY0" fmla="*/ 61183 h 122366"/>
                    <a:gd name="connsiteX1" fmla="*/ 61183 w 122366"/>
                    <a:gd name="connsiteY1" fmla="*/ 122366 h 122366"/>
                    <a:gd name="connsiteX2" fmla="*/ 0 w 122366"/>
                    <a:gd name="connsiteY2" fmla="*/ 61183 h 122366"/>
                    <a:gd name="connsiteX3" fmla="*/ 61183 w 122366"/>
                    <a:gd name="connsiteY3" fmla="*/ 0 h 122366"/>
                    <a:gd name="connsiteX4" fmla="*/ 122366 w 122366"/>
                    <a:gd name="connsiteY4" fmla="*/ 61183 h 122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6" h="122366">
                      <a:moveTo>
                        <a:pt x="122366" y="61183"/>
                      </a:moveTo>
                      <a:cubicBezTo>
                        <a:pt x="122366" y="94974"/>
                        <a:pt x="94974" y="122366"/>
                        <a:pt x="61183" y="122366"/>
                      </a:cubicBezTo>
                      <a:cubicBezTo>
                        <a:pt x="27392" y="122366"/>
                        <a:pt x="0" y="94974"/>
                        <a:pt x="0" y="61183"/>
                      </a:cubicBezTo>
                      <a:cubicBezTo>
                        <a:pt x="0" y="27393"/>
                        <a:pt x="27392" y="0"/>
                        <a:pt x="61183" y="0"/>
                      </a:cubicBezTo>
                      <a:cubicBezTo>
                        <a:pt x="94974" y="0"/>
                        <a:pt x="122366" y="27393"/>
                        <a:pt x="122366" y="61183"/>
                      </a:cubicBezTo>
                      <a:close/>
                    </a:path>
                  </a:pathLst>
                </a:custGeom>
                <a:solidFill>
                  <a:srgbClr val="FBF5E2"/>
                </a:solidFill>
                <a:ln w="6350" cap="flat">
                  <a:noFill/>
                  <a:prstDash val="solid"/>
                  <a:miter/>
                </a:ln>
              </p:spPr>
              <p:txBody>
                <a:bodyPr rtlCol="0" anchor="ctr"/>
                <a:lstStyle/>
                <a:p>
                  <a:endParaRPr lang="zh-CN" altLang="en-US"/>
                </a:p>
              </p:txBody>
            </p:sp>
            <p:sp>
              <p:nvSpPr>
                <p:cNvPr id="249" name="任意多边形: 形状 248">
                  <a:extLst>
                    <a:ext uri="{FF2B5EF4-FFF2-40B4-BE49-F238E27FC236}">
                      <a16:creationId xmlns:a16="http://schemas.microsoft.com/office/drawing/2014/main" id="{4FD8C1E5-F37C-1998-3C82-1151CC9EB062}"/>
                    </a:ext>
                  </a:extLst>
                </p:cNvPr>
                <p:cNvSpPr/>
                <p:nvPr/>
              </p:nvSpPr>
              <p:spPr>
                <a:xfrm rot="-4952159">
                  <a:off x="8322502" y="2579532"/>
                  <a:ext cx="122361" cy="122361"/>
                </a:xfrm>
                <a:custGeom>
                  <a:avLst/>
                  <a:gdLst>
                    <a:gd name="connsiteX0" fmla="*/ 122361 w 122361"/>
                    <a:gd name="connsiteY0" fmla="*/ 61181 h 122361"/>
                    <a:gd name="connsiteX1" fmla="*/ 61181 w 122361"/>
                    <a:gd name="connsiteY1" fmla="*/ 122361 h 122361"/>
                    <a:gd name="connsiteX2" fmla="*/ 0 w 122361"/>
                    <a:gd name="connsiteY2" fmla="*/ 61181 h 122361"/>
                    <a:gd name="connsiteX3" fmla="*/ 61181 w 122361"/>
                    <a:gd name="connsiteY3" fmla="*/ 0 h 122361"/>
                    <a:gd name="connsiteX4" fmla="*/ 122361 w 122361"/>
                    <a:gd name="connsiteY4" fmla="*/ 61181 h 122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1" h="122361">
                      <a:moveTo>
                        <a:pt x="122361" y="61181"/>
                      </a:moveTo>
                      <a:cubicBezTo>
                        <a:pt x="122361" y="94970"/>
                        <a:pt x="94970" y="122361"/>
                        <a:pt x="61181" y="122361"/>
                      </a:cubicBezTo>
                      <a:cubicBezTo>
                        <a:pt x="27391" y="122361"/>
                        <a:pt x="0" y="94970"/>
                        <a:pt x="0" y="61181"/>
                      </a:cubicBezTo>
                      <a:cubicBezTo>
                        <a:pt x="0" y="27392"/>
                        <a:pt x="27391" y="0"/>
                        <a:pt x="61181" y="0"/>
                      </a:cubicBezTo>
                      <a:cubicBezTo>
                        <a:pt x="94970" y="0"/>
                        <a:pt x="122361" y="27392"/>
                        <a:pt x="122361" y="61181"/>
                      </a:cubicBezTo>
                      <a:close/>
                    </a:path>
                  </a:pathLst>
                </a:custGeom>
                <a:solidFill>
                  <a:srgbClr val="FBF5E2"/>
                </a:solidFill>
                <a:ln w="6350" cap="flat">
                  <a:noFill/>
                  <a:prstDash val="solid"/>
                  <a:miter/>
                </a:ln>
              </p:spPr>
              <p:txBody>
                <a:bodyPr rtlCol="0" anchor="ctr"/>
                <a:lstStyle/>
                <a:p>
                  <a:endParaRPr lang="zh-CN" altLang="en-US"/>
                </a:p>
              </p:txBody>
            </p:sp>
            <p:sp>
              <p:nvSpPr>
                <p:cNvPr id="250" name="任意多边形: 形状 249">
                  <a:extLst>
                    <a:ext uri="{FF2B5EF4-FFF2-40B4-BE49-F238E27FC236}">
                      <a16:creationId xmlns:a16="http://schemas.microsoft.com/office/drawing/2014/main" id="{7302A8E6-FFB2-0AB1-A02E-597022C17AF8}"/>
                    </a:ext>
                  </a:extLst>
                </p:cNvPr>
                <p:cNvSpPr/>
                <p:nvPr/>
              </p:nvSpPr>
              <p:spPr>
                <a:xfrm rot="-4846898">
                  <a:off x="8571353" y="2579271"/>
                  <a:ext cx="122366" cy="122366"/>
                </a:xfrm>
                <a:custGeom>
                  <a:avLst/>
                  <a:gdLst>
                    <a:gd name="connsiteX0" fmla="*/ 122367 w 122366"/>
                    <a:gd name="connsiteY0" fmla="*/ 61183 h 122366"/>
                    <a:gd name="connsiteX1" fmla="*/ 61183 w 122366"/>
                    <a:gd name="connsiteY1" fmla="*/ 122366 h 122366"/>
                    <a:gd name="connsiteX2" fmla="*/ 0 w 122366"/>
                    <a:gd name="connsiteY2" fmla="*/ 61183 h 122366"/>
                    <a:gd name="connsiteX3" fmla="*/ 61183 w 122366"/>
                    <a:gd name="connsiteY3" fmla="*/ 0 h 122366"/>
                    <a:gd name="connsiteX4" fmla="*/ 122367 w 122366"/>
                    <a:gd name="connsiteY4" fmla="*/ 61183 h 122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6" h="122366">
                      <a:moveTo>
                        <a:pt x="122367" y="61183"/>
                      </a:moveTo>
                      <a:cubicBezTo>
                        <a:pt x="122367" y="94974"/>
                        <a:pt x="94974" y="122366"/>
                        <a:pt x="61183" y="122366"/>
                      </a:cubicBezTo>
                      <a:cubicBezTo>
                        <a:pt x="27393" y="122366"/>
                        <a:pt x="0" y="94974"/>
                        <a:pt x="0" y="61183"/>
                      </a:cubicBezTo>
                      <a:cubicBezTo>
                        <a:pt x="0" y="27393"/>
                        <a:pt x="27393" y="0"/>
                        <a:pt x="61183" y="0"/>
                      </a:cubicBezTo>
                      <a:cubicBezTo>
                        <a:pt x="94974" y="0"/>
                        <a:pt x="122367" y="27393"/>
                        <a:pt x="122367" y="61183"/>
                      </a:cubicBezTo>
                      <a:close/>
                    </a:path>
                  </a:pathLst>
                </a:custGeom>
                <a:solidFill>
                  <a:srgbClr val="FBF5E2"/>
                </a:solidFill>
                <a:ln w="6350" cap="flat">
                  <a:noFill/>
                  <a:prstDash val="solid"/>
                  <a:miter/>
                </a:ln>
              </p:spPr>
              <p:txBody>
                <a:bodyPr rtlCol="0" anchor="ctr"/>
                <a:lstStyle/>
                <a:p>
                  <a:endParaRPr lang="zh-CN" altLang="en-US"/>
                </a:p>
              </p:txBody>
            </p:sp>
          </p:grpSp>
          <p:grpSp>
            <p:nvGrpSpPr>
              <p:cNvPr id="188" name="图形 8">
                <a:extLst>
                  <a:ext uri="{FF2B5EF4-FFF2-40B4-BE49-F238E27FC236}">
                    <a16:creationId xmlns:a16="http://schemas.microsoft.com/office/drawing/2014/main" id="{F18851ED-28C1-4725-94D1-2F34772A5174}"/>
                  </a:ext>
                </a:extLst>
              </p:cNvPr>
              <p:cNvGrpSpPr/>
              <p:nvPr/>
            </p:nvGrpSpPr>
            <p:grpSpPr>
              <a:xfrm>
                <a:off x="9537026" y="4200779"/>
                <a:ext cx="858901" cy="871143"/>
                <a:chOff x="9537026" y="4200779"/>
                <a:chExt cx="858901" cy="871143"/>
              </a:xfrm>
              <a:solidFill>
                <a:srgbClr val="FBF5E2"/>
              </a:solidFill>
            </p:grpSpPr>
            <p:sp>
              <p:nvSpPr>
                <p:cNvPr id="219" name="任意多边形: 形状 218">
                  <a:extLst>
                    <a:ext uri="{FF2B5EF4-FFF2-40B4-BE49-F238E27FC236}">
                      <a16:creationId xmlns:a16="http://schemas.microsoft.com/office/drawing/2014/main" id="{F826ED92-46CA-C28D-104C-CA474CAD9F6C}"/>
                    </a:ext>
                  </a:extLst>
                </p:cNvPr>
                <p:cNvSpPr/>
                <p:nvPr/>
              </p:nvSpPr>
              <p:spPr>
                <a:xfrm>
                  <a:off x="10025030" y="4200779"/>
                  <a:ext cx="122364" cy="122364"/>
                </a:xfrm>
                <a:custGeom>
                  <a:avLst/>
                  <a:gdLst>
                    <a:gd name="connsiteX0" fmla="*/ 122365 w 122364"/>
                    <a:gd name="connsiteY0" fmla="*/ 61182 h 122364"/>
                    <a:gd name="connsiteX1" fmla="*/ 61182 w 122364"/>
                    <a:gd name="connsiteY1" fmla="*/ 122364 h 122364"/>
                    <a:gd name="connsiteX2" fmla="*/ 0 w 122364"/>
                    <a:gd name="connsiteY2" fmla="*/ 61182 h 122364"/>
                    <a:gd name="connsiteX3" fmla="*/ 61182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2"/>
                        <a:pt x="94972" y="122364"/>
                        <a:pt x="61182" y="122364"/>
                      </a:cubicBezTo>
                      <a:cubicBezTo>
                        <a:pt x="27392" y="122364"/>
                        <a:pt x="0" y="94972"/>
                        <a:pt x="0" y="61182"/>
                      </a:cubicBezTo>
                      <a:cubicBezTo>
                        <a:pt x="0" y="27392"/>
                        <a:pt x="27392" y="0"/>
                        <a:pt x="61182" y="0"/>
                      </a:cubicBezTo>
                      <a:cubicBezTo>
                        <a:pt x="94972"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220" name="任意多边形: 形状 219">
                  <a:extLst>
                    <a:ext uri="{FF2B5EF4-FFF2-40B4-BE49-F238E27FC236}">
                      <a16:creationId xmlns:a16="http://schemas.microsoft.com/office/drawing/2014/main" id="{C11DBB48-1478-20D1-4B25-AFD81C39F683}"/>
                    </a:ext>
                  </a:extLst>
                </p:cNvPr>
                <p:cNvSpPr/>
                <p:nvPr/>
              </p:nvSpPr>
              <p:spPr>
                <a:xfrm>
                  <a:off x="10025030" y="4461630"/>
                  <a:ext cx="122364" cy="122364"/>
                </a:xfrm>
                <a:custGeom>
                  <a:avLst/>
                  <a:gdLst>
                    <a:gd name="connsiteX0" fmla="*/ 122365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3"/>
                        <a:pt x="94972" y="122365"/>
                        <a:pt x="61182" y="122365"/>
                      </a:cubicBezTo>
                      <a:cubicBezTo>
                        <a:pt x="27392" y="122365"/>
                        <a:pt x="0" y="94973"/>
                        <a:pt x="0" y="61182"/>
                      </a:cubicBezTo>
                      <a:cubicBezTo>
                        <a:pt x="0" y="27392"/>
                        <a:pt x="27392" y="0"/>
                        <a:pt x="61182" y="0"/>
                      </a:cubicBezTo>
                      <a:cubicBezTo>
                        <a:pt x="94972"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221" name="任意多边形: 形状 220">
                  <a:extLst>
                    <a:ext uri="{FF2B5EF4-FFF2-40B4-BE49-F238E27FC236}">
                      <a16:creationId xmlns:a16="http://schemas.microsoft.com/office/drawing/2014/main" id="{9B063C3F-1CDD-4F5B-FF00-5D4182297239}"/>
                    </a:ext>
                  </a:extLst>
                </p:cNvPr>
                <p:cNvSpPr/>
                <p:nvPr/>
              </p:nvSpPr>
              <p:spPr>
                <a:xfrm>
                  <a:off x="10273563" y="4200779"/>
                  <a:ext cx="122364" cy="122364"/>
                </a:xfrm>
                <a:custGeom>
                  <a:avLst/>
                  <a:gdLst>
                    <a:gd name="connsiteX0" fmla="*/ 122365 w 122364"/>
                    <a:gd name="connsiteY0" fmla="*/ 61182 h 122364"/>
                    <a:gd name="connsiteX1" fmla="*/ 61183 w 122364"/>
                    <a:gd name="connsiteY1" fmla="*/ 122364 h 122364"/>
                    <a:gd name="connsiteX2" fmla="*/ 0 w 122364"/>
                    <a:gd name="connsiteY2" fmla="*/ 61182 h 122364"/>
                    <a:gd name="connsiteX3" fmla="*/ 61183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2"/>
                        <a:pt x="94973" y="122364"/>
                        <a:pt x="61183" y="122364"/>
                      </a:cubicBezTo>
                      <a:cubicBezTo>
                        <a:pt x="27392" y="122364"/>
                        <a:pt x="0" y="94972"/>
                        <a:pt x="0" y="61182"/>
                      </a:cubicBezTo>
                      <a:cubicBezTo>
                        <a:pt x="0" y="27392"/>
                        <a:pt x="27392" y="0"/>
                        <a:pt x="61183" y="0"/>
                      </a:cubicBezTo>
                      <a:cubicBezTo>
                        <a:pt x="94973"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222" name="任意多边形: 形状 221">
                  <a:extLst>
                    <a:ext uri="{FF2B5EF4-FFF2-40B4-BE49-F238E27FC236}">
                      <a16:creationId xmlns:a16="http://schemas.microsoft.com/office/drawing/2014/main" id="{8A908538-4CA6-6907-43C6-D0A050214D21}"/>
                    </a:ext>
                  </a:extLst>
                </p:cNvPr>
                <p:cNvSpPr/>
                <p:nvPr/>
              </p:nvSpPr>
              <p:spPr>
                <a:xfrm>
                  <a:off x="10273563" y="4461630"/>
                  <a:ext cx="122364" cy="122364"/>
                </a:xfrm>
                <a:custGeom>
                  <a:avLst/>
                  <a:gdLst>
                    <a:gd name="connsiteX0" fmla="*/ 122365 w 122364"/>
                    <a:gd name="connsiteY0" fmla="*/ 61182 h 122364"/>
                    <a:gd name="connsiteX1" fmla="*/ 61183 w 122364"/>
                    <a:gd name="connsiteY1" fmla="*/ 122365 h 122364"/>
                    <a:gd name="connsiteX2" fmla="*/ 0 w 122364"/>
                    <a:gd name="connsiteY2" fmla="*/ 61182 h 122364"/>
                    <a:gd name="connsiteX3" fmla="*/ 61183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3"/>
                        <a:pt x="94973" y="122365"/>
                        <a:pt x="61183" y="122365"/>
                      </a:cubicBezTo>
                      <a:cubicBezTo>
                        <a:pt x="27392" y="122365"/>
                        <a:pt x="0" y="94973"/>
                        <a:pt x="0" y="61182"/>
                      </a:cubicBezTo>
                      <a:cubicBezTo>
                        <a:pt x="0" y="27392"/>
                        <a:pt x="27392" y="0"/>
                        <a:pt x="61183" y="0"/>
                      </a:cubicBezTo>
                      <a:cubicBezTo>
                        <a:pt x="94973"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223" name="任意多边形: 形状 222">
                  <a:extLst>
                    <a:ext uri="{FF2B5EF4-FFF2-40B4-BE49-F238E27FC236}">
                      <a16:creationId xmlns:a16="http://schemas.microsoft.com/office/drawing/2014/main" id="{70F442FB-65B4-FBA2-67CD-6E039F955BF3}"/>
                    </a:ext>
                  </a:extLst>
                </p:cNvPr>
                <p:cNvSpPr/>
                <p:nvPr/>
              </p:nvSpPr>
              <p:spPr>
                <a:xfrm>
                  <a:off x="10025030" y="4718024"/>
                  <a:ext cx="122364" cy="122364"/>
                </a:xfrm>
                <a:custGeom>
                  <a:avLst/>
                  <a:gdLst>
                    <a:gd name="connsiteX0" fmla="*/ 122365 w 122364"/>
                    <a:gd name="connsiteY0" fmla="*/ 61182 h 122364"/>
                    <a:gd name="connsiteX1" fmla="*/ 61182 w 122364"/>
                    <a:gd name="connsiteY1" fmla="*/ 122364 h 122364"/>
                    <a:gd name="connsiteX2" fmla="*/ 0 w 122364"/>
                    <a:gd name="connsiteY2" fmla="*/ 61182 h 122364"/>
                    <a:gd name="connsiteX3" fmla="*/ 61182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2"/>
                        <a:pt x="94972" y="122364"/>
                        <a:pt x="61182" y="122364"/>
                      </a:cubicBezTo>
                      <a:cubicBezTo>
                        <a:pt x="27392" y="122364"/>
                        <a:pt x="0" y="94972"/>
                        <a:pt x="0" y="61182"/>
                      </a:cubicBezTo>
                      <a:cubicBezTo>
                        <a:pt x="0" y="27392"/>
                        <a:pt x="27392" y="0"/>
                        <a:pt x="61182" y="0"/>
                      </a:cubicBezTo>
                      <a:cubicBezTo>
                        <a:pt x="94972"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224" name="任意多边形: 形状 223">
                  <a:extLst>
                    <a:ext uri="{FF2B5EF4-FFF2-40B4-BE49-F238E27FC236}">
                      <a16:creationId xmlns:a16="http://schemas.microsoft.com/office/drawing/2014/main" id="{5C3C477E-A068-B64E-00C4-C7C02D07B3E0}"/>
                    </a:ext>
                  </a:extLst>
                </p:cNvPr>
                <p:cNvSpPr/>
                <p:nvPr/>
              </p:nvSpPr>
              <p:spPr>
                <a:xfrm>
                  <a:off x="10273563" y="4718024"/>
                  <a:ext cx="122364" cy="122364"/>
                </a:xfrm>
                <a:custGeom>
                  <a:avLst/>
                  <a:gdLst>
                    <a:gd name="connsiteX0" fmla="*/ 122365 w 122364"/>
                    <a:gd name="connsiteY0" fmla="*/ 61182 h 122364"/>
                    <a:gd name="connsiteX1" fmla="*/ 61183 w 122364"/>
                    <a:gd name="connsiteY1" fmla="*/ 122364 h 122364"/>
                    <a:gd name="connsiteX2" fmla="*/ 0 w 122364"/>
                    <a:gd name="connsiteY2" fmla="*/ 61182 h 122364"/>
                    <a:gd name="connsiteX3" fmla="*/ 61183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2"/>
                        <a:pt x="94973" y="122364"/>
                        <a:pt x="61183" y="122364"/>
                      </a:cubicBezTo>
                      <a:cubicBezTo>
                        <a:pt x="27392" y="122364"/>
                        <a:pt x="0" y="94972"/>
                        <a:pt x="0" y="61182"/>
                      </a:cubicBezTo>
                      <a:cubicBezTo>
                        <a:pt x="0" y="27392"/>
                        <a:pt x="27392" y="0"/>
                        <a:pt x="61183" y="0"/>
                      </a:cubicBezTo>
                      <a:cubicBezTo>
                        <a:pt x="94973"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225" name="任意多边形: 形状 224">
                  <a:extLst>
                    <a:ext uri="{FF2B5EF4-FFF2-40B4-BE49-F238E27FC236}">
                      <a16:creationId xmlns:a16="http://schemas.microsoft.com/office/drawing/2014/main" id="{D6B4CBC5-0030-8A6F-EBD5-0FC98A6DDEB4}"/>
                    </a:ext>
                  </a:extLst>
                </p:cNvPr>
                <p:cNvSpPr/>
                <p:nvPr/>
              </p:nvSpPr>
              <p:spPr>
                <a:xfrm>
                  <a:off x="9537026" y="4200779"/>
                  <a:ext cx="122364" cy="122364"/>
                </a:xfrm>
                <a:custGeom>
                  <a:avLst/>
                  <a:gdLst>
                    <a:gd name="connsiteX0" fmla="*/ 122364 w 122364"/>
                    <a:gd name="connsiteY0" fmla="*/ 61182 h 122364"/>
                    <a:gd name="connsiteX1" fmla="*/ 61182 w 122364"/>
                    <a:gd name="connsiteY1" fmla="*/ 122364 h 122364"/>
                    <a:gd name="connsiteX2" fmla="*/ -1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4"/>
                        <a:pt x="61182" y="122364"/>
                      </a:cubicBezTo>
                      <a:cubicBezTo>
                        <a:pt x="27392" y="122364"/>
                        <a:pt x="-1" y="94972"/>
                        <a:pt x="-1" y="61182"/>
                      </a:cubicBezTo>
                      <a:cubicBezTo>
                        <a:pt x="-1"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226" name="任意多边形: 形状 225">
                  <a:extLst>
                    <a:ext uri="{FF2B5EF4-FFF2-40B4-BE49-F238E27FC236}">
                      <a16:creationId xmlns:a16="http://schemas.microsoft.com/office/drawing/2014/main" id="{B392FBA7-C61C-D529-08B4-3DBF6BD078F9}"/>
                    </a:ext>
                  </a:extLst>
                </p:cNvPr>
                <p:cNvSpPr/>
                <p:nvPr/>
              </p:nvSpPr>
              <p:spPr>
                <a:xfrm>
                  <a:off x="9537026" y="4461630"/>
                  <a:ext cx="122364" cy="122364"/>
                </a:xfrm>
                <a:custGeom>
                  <a:avLst/>
                  <a:gdLst>
                    <a:gd name="connsiteX0" fmla="*/ 122364 w 122364"/>
                    <a:gd name="connsiteY0" fmla="*/ 61182 h 122364"/>
                    <a:gd name="connsiteX1" fmla="*/ 61182 w 122364"/>
                    <a:gd name="connsiteY1" fmla="*/ 122365 h 122364"/>
                    <a:gd name="connsiteX2" fmla="*/ -1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3"/>
                        <a:pt x="94972" y="122365"/>
                        <a:pt x="61182" y="122365"/>
                      </a:cubicBezTo>
                      <a:cubicBezTo>
                        <a:pt x="27392" y="122365"/>
                        <a:pt x="-1" y="94973"/>
                        <a:pt x="-1" y="61182"/>
                      </a:cubicBezTo>
                      <a:cubicBezTo>
                        <a:pt x="-1"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227" name="任意多边形: 形状 226">
                  <a:extLst>
                    <a:ext uri="{FF2B5EF4-FFF2-40B4-BE49-F238E27FC236}">
                      <a16:creationId xmlns:a16="http://schemas.microsoft.com/office/drawing/2014/main" id="{D5CE27A1-BEBC-09EF-F38E-CB7AEC7B9E89}"/>
                    </a:ext>
                  </a:extLst>
                </p:cNvPr>
                <p:cNvSpPr/>
                <p:nvPr/>
              </p:nvSpPr>
              <p:spPr>
                <a:xfrm>
                  <a:off x="9785559" y="4200779"/>
                  <a:ext cx="122364" cy="122364"/>
                </a:xfrm>
                <a:custGeom>
                  <a:avLst/>
                  <a:gdLst>
                    <a:gd name="connsiteX0" fmla="*/ 122364 w 122364"/>
                    <a:gd name="connsiteY0" fmla="*/ 61182 h 122364"/>
                    <a:gd name="connsiteX1" fmla="*/ 61182 w 122364"/>
                    <a:gd name="connsiteY1" fmla="*/ 122364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4"/>
                        <a:pt x="61182" y="122364"/>
                      </a:cubicBezTo>
                      <a:cubicBezTo>
                        <a:pt x="27392" y="122364"/>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228" name="任意多边形: 形状 227">
                  <a:extLst>
                    <a:ext uri="{FF2B5EF4-FFF2-40B4-BE49-F238E27FC236}">
                      <a16:creationId xmlns:a16="http://schemas.microsoft.com/office/drawing/2014/main" id="{44DB4842-1E68-AE00-9645-107660D8DF12}"/>
                    </a:ext>
                  </a:extLst>
                </p:cNvPr>
                <p:cNvSpPr/>
                <p:nvPr/>
              </p:nvSpPr>
              <p:spPr>
                <a:xfrm>
                  <a:off x="9785559" y="4461630"/>
                  <a:ext cx="122364" cy="122364"/>
                </a:xfrm>
                <a:custGeom>
                  <a:avLst/>
                  <a:gdLst>
                    <a:gd name="connsiteX0" fmla="*/ 122364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3"/>
                        <a:pt x="94972" y="122365"/>
                        <a:pt x="61182" y="122365"/>
                      </a:cubicBezTo>
                      <a:cubicBezTo>
                        <a:pt x="27392" y="122365"/>
                        <a:pt x="0" y="94973"/>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229" name="任意多边形: 形状 228">
                  <a:extLst>
                    <a:ext uri="{FF2B5EF4-FFF2-40B4-BE49-F238E27FC236}">
                      <a16:creationId xmlns:a16="http://schemas.microsoft.com/office/drawing/2014/main" id="{26598C9B-A229-CB36-0B33-336020D925DD}"/>
                    </a:ext>
                  </a:extLst>
                </p:cNvPr>
                <p:cNvSpPr/>
                <p:nvPr/>
              </p:nvSpPr>
              <p:spPr>
                <a:xfrm>
                  <a:off x="9537026" y="4718024"/>
                  <a:ext cx="122364" cy="122364"/>
                </a:xfrm>
                <a:custGeom>
                  <a:avLst/>
                  <a:gdLst>
                    <a:gd name="connsiteX0" fmla="*/ 122364 w 122364"/>
                    <a:gd name="connsiteY0" fmla="*/ 61182 h 122364"/>
                    <a:gd name="connsiteX1" fmla="*/ 61182 w 122364"/>
                    <a:gd name="connsiteY1" fmla="*/ 122364 h 122364"/>
                    <a:gd name="connsiteX2" fmla="*/ -1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4"/>
                        <a:pt x="61182" y="122364"/>
                      </a:cubicBezTo>
                      <a:cubicBezTo>
                        <a:pt x="27392" y="122364"/>
                        <a:pt x="-1" y="94972"/>
                        <a:pt x="-1" y="61182"/>
                      </a:cubicBezTo>
                      <a:cubicBezTo>
                        <a:pt x="-1"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230" name="任意多边形: 形状 229">
                  <a:extLst>
                    <a:ext uri="{FF2B5EF4-FFF2-40B4-BE49-F238E27FC236}">
                      <a16:creationId xmlns:a16="http://schemas.microsoft.com/office/drawing/2014/main" id="{FDAA8022-46E8-A0B9-3F82-D74F7C5A0348}"/>
                    </a:ext>
                  </a:extLst>
                </p:cNvPr>
                <p:cNvSpPr/>
                <p:nvPr/>
              </p:nvSpPr>
              <p:spPr>
                <a:xfrm>
                  <a:off x="9785559" y="4718024"/>
                  <a:ext cx="122364" cy="122364"/>
                </a:xfrm>
                <a:custGeom>
                  <a:avLst/>
                  <a:gdLst>
                    <a:gd name="connsiteX0" fmla="*/ 122364 w 122364"/>
                    <a:gd name="connsiteY0" fmla="*/ 61182 h 122364"/>
                    <a:gd name="connsiteX1" fmla="*/ 61182 w 122364"/>
                    <a:gd name="connsiteY1" fmla="*/ 122364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4"/>
                        <a:pt x="61182" y="122364"/>
                      </a:cubicBezTo>
                      <a:cubicBezTo>
                        <a:pt x="27392" y="122364"/>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231" name="任意多边形: 形状 230">
                  <a:extLst>
                    <a:ext uri="{FF2B5EF4-FFF2-40B4-BE49-F238E27FC236}">
                      <a16:creationId xmlns:a16="http://schemas.microsoft.com/office/drawing/2014/main" id="{C7E863E9-9E2D-8BF9-DF80-8A218C8B9F29}"/>
                    </a:ext>
                  </a:extLst>
                </p:cNvPr>
                <p:cNvSpPr/>
                <p:nvPr/>
              </p:nvSpPr>
              <p:spPr>
                <a:xfrm>
                  <a:off x="10025030" y="4949558"/>
                  <a:ext cx="122364" cy="122364"/>
                </a:xfrm>
                <a:custGeom>
                  <a:avLst/>
                  <a:gdLst>
                    <a:gd name="connsiteX0" fmla="*/ 122365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3"/>
                        <a:pt x="94972" y="122365"/>
                        <a:pt x="61182" y="122365"/>
                      </a:cubicBezTo>
                      <a:cubicBezTo>
                        <a:pt x="27392" y="122365"/>
                        <a:pt x="0" y="94973"/>
                        <a:pt x="0" y="61182"/>
                      </a:cubicBezTo>
                      <a:cubicBezTo>
                        <a:pt x="0" y="27392"/>
                        <a:pt x="27392" y="0"/>
                        <a:pt x="61182" y="0"/>
                      </a:cubicBezTo>
                      <a:cubicBezTo>
                        <a:pt x="94972"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232" name="任意多边形: 形状 231">
                  <a:extLst>
                    <a:ext uri="{FF2B5EF4-FFF2-40B4-BE49-F238E27FC236}">
                      <a16:creationId xmlns:a16="http://schemas.microsoft.com/office/drawing/2014/main" id="{464CFF65-3AF6-6090-9050-4435C7647B14}"/>
                    </a:ext>
                  </a:extLst>
                </p:cNvPr>
                <p:cNvSpPr/>
                <p:nvPr/>
              </p:nvSpPr>
              <p:spPr>
                <a:xfrm>
                  <a:off x="10273563" y="4949558"/>
                  <a:ext cx="122364" cy="122364"/>
                </a:xfrm>
                <a:custGeom>
                  <a:avLst/>
                  <a:gdLst>
                    <a:gd name="connsiteX0" fmla="*/ 122365 w 122364"/>
                    <a:gd name="connsiteY0" fmla="*/ 61182 h 122364"/>
                    <a:gd name="connsiteX1" fmla="*/ 61183 w 122364"/>
                    <a:gd name="connsiteY1" fmla="*/ 122365 h 122364"/>
                    <a:gd name="connsiteX2" fmla="*/ 0 w 122364"/>
                    <a:gd name="connsiteY2" fmla="*/ 61182 h 122364"/>
                    <a:gd name="connsiteX3" fmla="*/ 61183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3"/>
                        <a:pt x="94973" y="122365"/>
                        <a:pt x="61183" y="122365"/>
                      </a:cubicBezTo>
                      <a:cubicBezTo>
                        <a:pt x="27392" y="122365"/>
                        <a:pt x="0" y="94973"/>
                        <a:pt x="0" y="61182"/>
                      </a:cubicBezTo>
                      <a:cubicBezTo>
                        <a:pt x="0" y="27392"/>
                        <a:pt x="27392" y="0"/>
                        <a:pt x="61183" y="0"/>
                      </a:cubicBezTo>
                      <a:cubicBezTo>
                        <a:pt x="94973"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233" name="任意多边形: 形状 232">
                  <a:extLst>
                    <a:ext uri="{FF2B5EF4-FFF2-40B4-BE49-F238E27FC236}">
                      <a16:creationId xmlns:a16="http://schemas.microsoft.com/office/drawing/2014/main" id="{FD77DB44-08E3-626C-F570-41423A1474DE}"/>
                    </a:ext>
                  </a:extLst>
                </p:cNvPr>
                <p:cNvSpPr/>
                <p:nvPr/>
              </p:nvSpPr>
              <p:spPr>
                <a:xfrm>
                  <a:off x="9537026" y="4949558"/>
                  <a:ext cx="122364" cy="122364"/>
                </a:xfrm>
                <a:custGeom>
                  <a:avLst/>
                  <a:gdLst>
                    <a:gd name="connsiteX0" fmla="*/ 122364 w 122364"/>
                    <a:gd name="connsiteY0" fmla="*/ 61182 h 122364"/>
                    <a:gd name="connsiteX1" fmla="*/ 61182 w 122364"/>
                    <a:gd name="connsiteY1" fmla="*/ 122365 h 122364"/>
                    <a:gd name="connsiteX2" fmla="*/ -1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3"/>
                        <a:pt x="94972" y="122365"/>
                        <a:pt x="61182" y="122365"/>
                      </a:cubicBezTo>
                      <a:cubicBezTo>
                        <a:pt x="27392" y="122365"/>
                        <a:pt x="-1" y="94973"/>
                        <a:pt x="-1" y="61182"/>
                      </a:cubicBezTo>
                      <a:cubicBezTo>
                        <a:pt x="-1"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234" name="任意多边形: 形状 233">
                  <a:extLst>
                    <a:ext uri="{FF2B5EF4-FFF2-40B4-BE49-F238E27FC236}">
                      <a16:creationId xmlns:a16="http://schemas.microsoft.com/office/drawing/2014/main" id="{F65A4709-970B-6C8A-9B3F-1C5F4155BE71}"/>
                    </a:ext>
                  </a:extLst>
                </p:cNvPr>
                <p:cNvSpPr/>
                <p:nvPr/>
              </p:nvSpPr>
              <p:spPr>
                <a:xfrm>
                  <a:off x="9785559" y="4949558"/>
                  <a:ext cx="122364" cy="122364"/>
                </a:xfrm>
                <a:custGeom>
                  <a:avLst/>
                  <a:gdLst>
                    <a:gd name="connsiteX0" fmla="*/ 122364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3"/>
                        <a:pt x="94972" y="122365"/>
                        <a:pt x="61182" y="122365"/>
                      </a:cubicBezTo>
                      <a:cubicBezTo>
                        <a:pt x="27392" y="122365"/>
                        <a:pt x="0" y="94973"/>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grpSp>
          <p:sp>
            <p:nvSpPr>
              <p:cNvPr id="189" name="任意多边形: 形状 188">
                <a:extLst>
                  <a:ext uri="{FF2B5EF4-FFF2-40B4-BE49-F238E27FC236}">
                    <a16:creationId xmlns:a16="http://schemas.microsoft.com/office/drawing/2014/main" id="{C8EEBFFF-00A7-DA8F-B3F7-48193BD1DFCD}"/>
                  </a:ext>
                </a:extLst>
              </p:cNvPr>
              <p:cNvSpPr/>
              <p:nvPr/>
            </p:nvSpPr>
            <p:spPr>
              <a:xfrm>
                <a:off x="6962343" y="463797"/>
                <a:ext cx="865555" cy="865555"/>
              </a:xfrm>
              <a:custGeom>
                <a:avLst/>
                <a:gdLst>
                  <a:gd name="connsiteX0" fmla="*/ 0 w 865555"/>
                  <a:gd name="connsiteY0" fmla="*/ 865549 h 865555"/>
                  <a:gd name="connsiteX1" fmla="*/ 0 w 865555"/>
                  <a:gd name="connsiteY1" fmla="*/ 0 h 865555"/>
                  <a:gd name="connsiteX2" fmla="*/ 865556 w 865555"/>
                  <a:gd name="connsiteY2" fmla="*/ 0 h 865555"/>
                  <a:gd name="connsiteX3" fmla="*/ 865556 w 865555"/>
                  <a:gd name="connsiteY3" fmla="*/ 377673 h 865555"/>
                  <a:gd name="connsiteX4" fmla="*/ 377672 w 865555"/>
                  <a:gd name="connsiteY4" fmla="*/ 865556 h 865555"/>
                  <a:gd name="connsiteX5" fmla="*/ 0 w 865555"/>
                  <a:gd name="connsiteY5" fmla="*/ 865556 h 86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5555" h="865555">
                    <a:moveTo>
                      <a:pt x="0" y="865549"/>
                    </a:moveTo>
                    <a:lnTo>
                      <a:pt x="0" y="0"/>
                    </a:lnTo>
                    <a:lnTo>
                      <a:pt x="865556" y="0"/>
                    </a:lnTo>
                    <a:lnTo>
                      <a:pt x="865556" y="377673"/>
                    </a:lnTo>
                    <a:cubicBezTo>
                      <a:pt x="865556" y="647122"/>
                      <a:pt x="647122" y="865556"/>
                      <a:pt x="377672" y="865556"/>
                    </a:cubicBezTo>
                    <a:lnTo>
                      <a:pt x="0" y="865556"/>
                    </a:lnTo>
                    <a:close/>
                  </a:path>
                </a:pathLst>
              </a:custGeom>
              <a:solidFill>
                <a:srgbClr val="3F6FD5"/>
              </a:solidFill>
              <a:ln w="6350" cap="flat">
                <a:noFill/>
                <a:prstDash val="solid"/>
                <a:miter/>
              </a:ln>
            </p:spPr>
            <p:txBody>
              <a:bodyPr rtlCol="0" anchor="ctr"/>
              <a:lstStyle/>
              <a:p>
                <a:endParaRPr lang="zh-CN" altLang="en-US"/>
              </a:p>
            </p:txBody>
          </p:sp>
          <p:sp>
            <p:nvSpPr>
              <p:cNvPr id="190" name="任意多边形: 形状 189">
                <a:extLst>
                  <a:ext uri="{FF2B5EF4-FFF2-40B4-BE49-F238E27FC236}">
                    <a16:creationId xmlns:a16="http://schemas.microsoft.com/office/drawing/2014/main" id="{7A1352E6-046B-2F7F-5F8E-09C2AB171C47}"/>
                  </a:ext>
                </a:extLst>
              </p:cNvPr>
              <p:cNvSpPr/>
              <p:nvPr/>
            </p:nvSpPr>
            <p:spPr>
              <a:xfrm>
                <a:off x="9952316" y="473538"/>
                <a:ext cx="593890" cy="1179334"/>
              </a:xfrm>
              <a:custGeom>
                <a:avLst/>
                <a:gdLst>
                  <a:gd name="connsiteX0" fmla="*/ 0 w 593890"/>
                  <a:gd name="connsiteY0" fmla="*/ 589667 h 1179334"/>
                  <a:gd name="connsiteX1" fmla="*/ 593890 w 593890"/>
                  <a:gd name="connsiteY1" fmla="*/ 0 h 1179334"/>
                  <a:gd name="connsiteX2" fmla="*/ 593890 w 593890"/>
                  <a:gd name="connsiteY2" fmla="*/ 1179335 h 1179334"/>
                  <a:gd name="connsiteX3" fmla="*/ 0 w 593890"/>
                  <a:gd name="connsiteY3" fmla="*/ 589667 h 1179334"/>
                </a:gdLst>
                <a:ahLst/>
                <a:cxnLst>
                  <a:cxn ang="0">
                    <a:pos x="connsiteX0" y="connsiteY0"/>
                  </a:cxn>
                  <a:cxn ang="0">
                    <a:pos x="connsiteX1" y="connsiteY1"/>
                  </a:cxn>
                  <a:cxn ang="0">
                    <a:pos x="connsiteX2" y="connsiteY2"/>
                  </a:cxn>
                  <a:cxn ang="0">
                    <a:pos x="connsiteX3" y="connsiteY3"/>
                  </a:cxn>
                </a:cxnLst>
                <a:rect l="l" t="t" r="r" b="b"/>
                <a:pathLst>
                  <a:path w="593890" h="1179334">
                    <a:moveTo>
                      <a:pt x="0" y="589667"/>
                    </a:moveTo>
                    <a:cubicBezTo>
                      <a:pt x="0" y="264001"/>
                      <a:pt x="265894" y="0"/>
                      <a:pt x="593890" y="0"/>
                    </a:cubicBezTo>
                    <a:lnTo>
                      <a:pt x="593890" y="1179335"/>
                    </a:lnTo>
                    <a:cubicBezTo>
                      <a:pt x="265894" y="1179341"/>
                      <a:pt x="0" y="915334"/>
                      <a:pt x="0" y="589667"/>
                    </a:cubicBezTo>
                    <a:close/>
                  </a:path>
                </a:pathLst>
              </a:custGeom>
              <a:solidFill>
                <a:srgbClr val="E9A650"/>
              </a:solidFill>
              <a:ln w="6350" cap="flat">
                <a:noFill/>
                <a:prstDash val="solid"/>
                <a:miter/>
              </a:ln>
            </p:spPr>
            <p:txBody>
              <a:bodyPr rtlCol="0" anchor="ctr"/>
              <a:lstStyle/>
              <a:p>
                <a:endParaRPr lang="zh-CN" altLang="en-US"/>
              </a:p>
            </p:txBody>
          </p:sp>
          <p:sp>
            <p:nvSpPr>
              <p:cNvPr id="191" name="任意多边形: 形状 190">
                <a:extLst>
                  <a:ext uri="{FF2B5EF4-FFF2-40B4-BE49-F238E27FC236}">
                    <a16:creationId xmlns:a16="http://schemas.microsoft.com/office/drawing/2014/main" id="{70DAD850-6004-D076-538F-40761CD08DF9}"/>
                  </a:ext>
                </a:extLst>
              </p:cNvPr>
              <p:cNvSpPr/>
              <p:nvPr/>
            </p:nvSpPr>
            <p:spPr>
              <a:xfrm>
                <a:off x="9351181" y="464210"/>
                <a:ext cx="589667" cy="1194498"/>
              </a:xfrm>
              <a:custGeom>
                <a:avLst/>
                <a:gdLst>
                  <a:gd name="connsiteX0" fmla="*/ 589668 w 589667"/>
                  <a:gd name="connsiteY0" fmla="*/ 597249 h 1194498"/>
                  <a:gd name="connsiteX1" fmla="*/ 0 w 589667"/>
                  <a:gd name="connsiteY1" fmla="*/ 1194499 h 1194498"/>
                  <a:gd name="connsiteX2" fmla="*/ 0 w 589667"/>
                  <a:gd name="connsiteY2" fmla="*/ 0 h 1194498"/>
                  <a:gd name="connsiteX3" fmla="*/ 589668 w 589667"/>
                  <a:gd name="connsiteY3" fmla="*/ 597249 h 1194498"/>
                </a:gdLst>
                <a:ahLst/>
                <a:cxnLst>
                  <a:cxn ang="0">
                    <a:pos x="connsiteX0" y="connsiteY0"/>
                  </a:cxn>
                  <a:cxn ang="0">
                    <a:pos x="connsiteX1" y="connsiteY1"/>
                  </a:cxn>
                  <a:cxn ang="0">
                    <a:pos x="connsiteX2" y="connsiteY2"/>
                  </a:cxn>
                  <a:cxn ang="0">
                    <a:pos x="connsiteX3" y="connsiteY3"/>
                  </a:cxn>
                </a:cxnLst>
                <a:rect l="l" t="t" r="r" b="b"/>
                <a:pathLst>
                  <a:path w="589667" h="1194498">
                    <a:moveTo>
                      <a:pt x="589668" y="597249"/>
                    </a:moveTo>
                    <a:cubicBezTo>
                      <a:pt x="589668" y="927100"/>
                      <a:pt x="325666" y="1194499"/>
                      <a:pt x="0" y="1194499"/>
                    </a:cubicBezTo>
                    <a:lnTo>
                      <a:pt x="0" y="0"/>
                    </a:lnTo>
                    <a:cubicBezTo>
                      <a:pt x="325666" y="0"/>
                      <a:pt x="589668" y="267399"/>
                      <a:pt x="589668" y="597249"/>
                    </a:cubicBezTo>
                    <a:close/>
                  </a:path>
                </a:pathLst>
              </a:custGeom>
              <a:solidFill>
                <a:srgbClr val="1C1C61"/>
              </a:solidFill>
              <a:ln w="6350" cap="flat">
                <a:noFill/>
                <a:prstDash val="solid"/>
                <a:miter/>
              </a:ln>
            </p:spPr>
            <p:txBody>
              <a:bodyPr rtlCol="0" anchor="ctr"/>
              <a:lstStyle/>
              <a:p>
                <a:endParaRPr lang="zh-CN" altLang="en-US"/>
              </a:p>
            </p:txBody>
          </p:sp>
          <p:grpSp>
            <p:nvGrpSpPr>
              <p:cNvPr id="192" name="图形 8">
                <a:extLst>
                  <a:ext uri="{FF2B5EF4-FFF2-40B4-BE49-F238E27FC236}">
                    <a16:creationId xmlns:a16="http://schemas.microsoft.com/office/drawing/2014/main" id="{4EFCD548-10AF-AF55-47D2-EEEE0F905DD6}"/>
                  </a:ext>
                </a:extLst>
              </p:cNvPr>
              <p:cNvGrpSpPr/>
              <p:nvPr/>
            </p:nvGrpSpPr>
            <p:grpSpPr>
              <a:xfrm>
                <a:off x="10660303" y="453428"/>
                <a:ext cx="1098403" cy="1208735"/>
                <a:chOff x="10660303" y="453428"/>
                <a:chExt cx="1098403" cy="1208735"/>
              </a:xfrm>
            </p:grpSpPr>
            <p:sp>
              <p:nvSpPr>
                <p:cNvPr id="210" name="任意多边形: 形状 209">
                  <a:extLst>
                    <a:ext uri="{FF2B5EF4-FFF2-40B4-BE49-F238E27FC236}">
                      <a16:creationId xmlns:a16="http://schemas.microsoft.com/office/drawing/2014/main" id="{904DA2F5-E84E-507E-92D8-0AA96E421770}"/>
                    </a:ext>
                  </a:extLst>
                </p:cNvPr>
                <p:cNvSpPr/>
                <p:nvPr/>
              </p:nvSpPr>
              <p:spPr>
                <a:xfrm>
                  <a:off x="11209642" y="453434"/>
                  <a:ext cx="6" cy="1208728"/>
                </a:xfrm>
                <a:custGeom>
                  <a:avLst/>
                  <a:gdLst>
                    <a:gd name="connsiteX0" fmla="*/ 6 w 6"/>
                    <a:gd name="connsiteY0" fmla="*/ 0 h 1208728"/>
                    <a:gd name="connsiteX1" fmla="*/ 0 w 6"/>
                    <a:gd name="connsiteY1" fmla="*/ 1208729 h 1208728"/>
                  </a:gdLst>
                  <a:ahLst/>
                  <a:cxnLst>
                    <a:cxn ang="0">
                      <a:pos x="connsiteX0" y="connsiteY0"/>
                    </a:cxn>
                    <a:cxn ang="0">
                      <a:pos x="connsiteX1" y="connsiteY1"/>
                    </a:cxn>
                  </a:cxnLst>
                  <a:rect l="l" t="t" r="r" b="b"/>
                  <a:pathLst>
                    <a:path w="6" h="1208728">
                      <a:moveTo>
                        <a:pt x="6" y="0"/>
                      </a:moveTo>
                      <a:lnTo>
                        <a:pt x="0" y="1208729"/>
                      </a:lnTo>
                    </a:path>
                  </a:pathLst>
                </a:custGeom>
                <a:ln w="18063" cap="flat">
                  <a:solidFill>
                    <a:srgbClr val="FFFFFF"/>
                  </a:solidFill>
                  <a:prstDash val="solid"/>
                  <a:miter/>
                </a:ln>
              </p:spPr>
              <p:txBody>
                <a:bodyPr rtlCol="0" anchor="ctr"/>
                <a:lstStyle/>
                <a:p>
                  <a:endParaRPr lang="zh-CN" altLang="en-US"/>
                </a:p>
              </p:txBody>
            </p:sp>
            <p:sp>
              <p:nvSpPr>
                <p:cNvPr id="211" name="任意多边形: 形状 210">
                  <a:extLst>
                    <a:ext uri="{FF2B5EF4-FFF2-40B4-BE49-F238E27FC236}">
                      <a16:creationId xmlns:a16="http://schemas.microsoft.com/office/drawing/2014/main" id="{BAB7AEE6-81B8-513C-A5DC-9E50725725FD}"/>
                    </a:ext>
                  </a:extLst>
                </p:cNvPr>
                <p:cNvSpPr/>
                <p:nvPr/>
              </p:nvSpPr>
              <p:spPr>
                <a:xfrm>
                  <a:off x="11072361" y="453434"/>
                  <a:ext cx="6" cy="1208728"/>
                </a:xfrm>
                <a:custGeom>
                  <a:avLst/>
                  <a:gdLst>
                    <a:gd name="connsiteX0" fmla="*/ 7 w 6"/>
                    <a:gd name="connsiteY0" fmla="*/ 0 h 1208728"/>
                    <a:gd name="connsiteX1" fmla="*/ 0 w 6"/>
                    <a:gd name="connsiteY1" fmla="*/ 1208729 h 1208728"/>
                  </a:gdLst>
                  <a:ahLst/>
                  <a:cxnLst>
                    <a:cxn ang="0">
                      <a:pos x="connsiteX0" y="connsiteY0"/>
                    </a:cxn>
                    <a:cxn ang="0">
                      <a:pos x="connsiteX1" y="connsiteY1"/>
                    </a:cxn>
                  </a:cxnLst>
                  <a:rect l="l" t="t" r="r" b="b"/>
                  <a:pathLst>
                    <a:path w="6" h="1208728">
                      <a:moveTo>
                        <a:pt x="7" y="0"/>
                      </a:moveTo>
                      <a:lnTo>
                        <a:pt x="0" y="1208729"/>
                      </a:lnTo>
                    </a:path>
                  </a:pathLst>
                </a:custGeom>
                <a:ln w="18063" cap="flat">
                  <a:solidFill>
                    <a:srgbClr val="FFFFFF"/>
                  </a:solidFill>
                  <a:prstDash val="solid"/>
                  <a:miter/>
                </a:ln>
              </p:spPr>
              <p:txBody>
                <a:bodyPr rtlCol="0" anchor="ctr"/>
                <a:lstStyle/>
                <a:p>
                  <a:endParaRPr lang="zh-CN" altLang="en-US"/>
                </a:p>
              </p:txBody>
            </p:sp>
            <p:sp>
              <p:nvSpPr>
                <p:cNvPr id="212" name="任意多边形: 形状 211">
                  <a:extLst>
                    <a:ext uri="{FF2B5EF4-FFF2-40B4-BE49-F238E27FC236}">
                      <a16:creationId xmlns:a16="http://schemas.microsoft.com/office/drawing/2014/main" id="{CE05932A-90DD-BD43-BE7E-F05F6E157783}"/>
                    </a:ext>
                  </a:extLst>
                </p:cNvPr>
                <p:cNvSpPr/>
                <p:nvPr/>
              </p:nvSpPr>
              <p:spPr>
                <a:xfrm>
                  <a:off x="10935169" y="453434"/>
                  <a:ext cx="6" cy="1208728"/>
                </a:xfrm>
                <a:custGeom>
                  <a:avLst/>
                  <a:gdLst>
                    <a:gd name="connsiteX0" fmla="*/ 6 w 6"/>
                    <a:gd name="connsiteY0" fmla="*/ 0 h 1208728"/>
                    <a:gd name="connsiteX1" fmla="*/ 0 w 6"/>
                    <a:gd name="connsiteY1" fmla="*/ 1208729 h 1208728"/>
                  </a:gdLst>
                  <a:ahLst/>
                  <a:cxnLst>
                    <a:cxn ang="0">
                      <a:pos x="connsiteX0" y="connsiteY0"/>
                    </a:cxn>
                    <a:cxn ang="0">
                      <a:pos x="connsiteX1" y="connsiteY1"/>
                    </a:cxn>
                  </a:cxnLst>
                  <a:rect l="l" t="t" r="r" b="b"/>
                  <a:pathLst>
                    <a:path w="6" h="1208728">
                      <a:moveTo>
                        <a:pt x="6" y="0"/>
                      </a:moveTo>
                      <a:lnTo>
                        <a:pt x="0" y="1208729"/>
                      </a:lnTo>
                    </a:path>
                  </a:pathLst>
                </a:custGeom>
                <a:ln w="18063" cap="flat">
                  <a:solidFill>
                    <a:srgbClr val="FFFFFF"/>
                  </a:solidFill>
                  <a:prstDash val="solid"/>
                  <a:miter/>
                </a:ln>
              </p:spPr>
              <p:txBody>
                <a:bodyPr rtlCol="0" anchor="ctr"/>
                <a:lstStyle/>
                <a:p>
                  <a:endParaRPr lang="zh-CN" altLang="en-US"/>
                </a:p>
              </p:txBody>
            </p:sp>
            <p:sp>
              <p:nvSpPr>
                <p:cNvPr id="213" name="任意多边形: 形状 212">
                  <a:extLst>
                    <a:ext uri="{FF2B5EF4-FFF2-40B4-BE49-F238E27FC236}">
                      <a16:creationId xmlns:a16="http://schemas.microsoft.com/office/drawing/2014/main" id="{7FC757B8-6F67-E8D0-C107-C671BECBBC9A}"/>
                    </a:ext>
                  </a:extLst>
                </p:cNvPr>
                <p:cNvSpPr/>
                <p:nvPr/>
              </p:nvSpPr>
              <p:spPr>
                <a:xfrm>
                  <a:off x="10797781" y="453434"/>
                  <a:ext cx="6" cy="1208728"/>
                </a:xfrm>
                <a:custGeom>
                  <a:avLst/>
                  <a:gdLst>
                    <a:gd name="connsiteX0" fmla="*/ 6 w 6"/>
                    <a:gd name="connsiteY0" fmla="*/ 0 h 1208728"/>
                    <a:gd name="connsiteX1" fmla="*/ 0 w 6"/>
                    <a:gd name="connsiteY1" fmla="*/ 1208729 h 1208728"/>
                  </a:gdLst>
                  <a:ahLst/>
                  <a:cxnLst>
                    <a:cxn ang="0">
                      <a:pos x="connsiteX0" y="connsiteY0"/>
                    </a:cxn>
                    <a:cxn ang="0">
                      <a:pos x="connsiteX1" y="connsiteY1"/>
                    </a:cxn>
                  </a:cxnLst>
                  <a:rect l="l" t="t" r="r" b="b"/>
                  <a:pathLst>
                    <a:path w="6" h="1208728">
                      <a:moveTo>
                        <a:pt x="6" y="0"/>
                      </a:moveTo>
                      <a:lnTo>
                        <a:pt x="0" y="1208729"/>
                      </a:lnTo>
                    </a:path>
                  </a:pathLst>
                </a:custGeom>
                <a:ln w="18063" cap="flat">
                  <a:solidFill>
                    <a:srgbClr val="FFFFFF"/>
                  </a:solidFill>
                  <a:prstDash val="solid"/>
                  <a:miter/>
                </a:ln>
              </p:spPr>
              <p:txBody>
                <a:bodyPr rtlCol="0" anchor="ctr"/>
                <a:lstStyle/>
                <a:p>
                  <a:endParaRPr lang="zh-CN" altLang="en-US"/>
                </a:p>
              </p:txBody>
            </p:sp>
            <p:sp>
              <p:nvSpPr>
                <p:cNvPr id="214" name="任意多边形: 形状 213">
                  <a:extLst>
                    <a:ext uri="{FF2B5EF4-FFF2-40B4-BE49-F238E27FC236}">
                      <a16:creationId xmlns:a16="http://schemas.microsoft.com/office/drawing/2014/main" id="{B2A0746D-8F32-BA82-B268-51B03DEC0BE1}"/>
                    </a:ext>
                  </a:extLst>
                </p:cNvPr>
                <p:cNvSpPr/>
                <p:nvPr/>
              </p:nvSpPr>
              <p:spPr>
                <a:xfrm>
                  <a:off x="10660303" y="453428"/>
                  <a:ext cx="6" cy="1208735"/>
                </a:xfrm>
                <a:custGeom>
                  <a:avLst/>
                  <a:gdLst>
                    <a:gd name="connsiteX0" fmla="*/ 6 w 6"/>
                    <a:gd name="connsiteY0" fmla="*/ 0 h 1208735"/>
                    <a:gd name="connsiteX1" fmla="*/ 0 w 6"/>
                    <a:gd name="connsiteY1" fmla="*/ 1208735 h 1208735"/>
                  </a:gdLst>
                  <a:ahLst/>
                  <a:cxnLst>
                    <a:cxn ang="0">
                      <a:pos x="connsiteX0" y="connsiteY0"/>
                    </a:cxn>
                    <a:cxn ang="0">
                      <a:pos x="connsiteX1" y="connsiteY1"/>
                    </a:cxn>
                  </a:cxnLst>
                  <a:rect l="l" t="t" r="r" b="b"/>
                  <a:pathLst>
                    <a:path w="6" h="1208735">
                      <a:moveTo>
                        <a:pt x="6" y="0"/>
                      </a:moveTo>
                      <a:lnTo>
                        <a:pt x="0" y="1208735"/>
                      </a:lnTo>
                    </a:path>
                  </a:pathLst>
                </a:custGeom>
                <a:ln w="18063" cap="flat">
                  <a:solidFill>
                    <a:srgbClr val="FFFFFF"/>
                  </a:solidFill>
                  <a:prstDash val="solid"/>
                  <a:miter/>
                </a:ln>
              </p:spPr>
              <p:txBody>
                <a:bodyPr rtlCol="0" anchor="ctr"/>
                <a:lstStyle/>
                <a:p>
                  <a:endParaRPr lang="zh-CN" altLang="en-US"/>
                </a:p>
              </p:txBody>
            </p:sp>
            <p:sp>
              <p:nvSpPr>
                <p:cNvPr id="215" name="任意多边形: 形状 214">
                  <a:extLst>
                    <a:ext uri="{FF2B5EF4-FFF2-40B4-BE49-F238E27FC236}">
                      <a16:creationId xmlns:a16="http://schemas.microsoft.com/office/drawing/2014/main" id="{BCE333F5-22D1-6059-84C2-D9BE97785E73}"/>
                    </a:ext>
                  </a:extLst>
                </p:cNvPr>
                <p:cNvSpPr/>
                <p:nvPr/>
              </p:nvSpPr>
              <p:spPr>
                <a:xfrm>
                  <a:off x="11758701" y="453434"/>
                  <a:ext cx="6" cy="1208728"/>
                </a:xfrm>
                <a:custGeom>
                  <a:avLst/>
                  <a:gdLst>
                    <a:gd name="connsiteX0" fmla="*/ 6 w 6"/>
                    <a:gd name="connsiteY0" fmla="*/ 0 h 1208728"/>
                    <a:gd name="connsiteX1" fmla="*/ 0 w 6"/>
                    <a:gd name="connsiteY1" fmla="*/ 1208729 h 1208728"/>
                  </a:gdLst>
                  <a:ahLst/>
                  <a:cxnLst>
                    <a:cxn ang="0">
                      <a:pos x="connsiteX0" y="connsiteY0"/>
                    </a:cxn>
                    <a:cxn ang="0">
                      <a:pos x="connsiteX1" y="connsiteY1"/>
                    </a:cxn>
                  </a:cxnLst>
                  <a:rect l="l" t="t" r="r" b="b"/>
                  <a:pathLst>
                    <a:path w="6" h="1208728">
                      <a:moveTo>
                        <a:pt x="6" y="0"/>
                      </a:moveTo>
                      <a:lnTo>
                        <a:pt x="0" y="1208729"/>
                      </a:lnTo>
                    </a:path>
                  </a:pathLst>
                </a:custGeom>
                <a:ln w="18063" cap="flat">
                  <a:solidFill>
                    <a:srgbClr val="FFFFFF"/>
                  </a:solidFill>
                  <a:prstDash val="solid"/>
                  <a:miter/>
                </a:ln>
              </p:spPr>
              <p:txBody>
                <a:bodyPr rtlCol="0" anchor="ctr"/>
                <a:lstStyle/>
                <a:p>
                  <a:endParaRPr lang="zh-CN" altLang="en-US"/>
                </a:p>
              </p:txBody>
            </p:sp>
            <p:sp>
              <p:nvSpPr>
                <p:cNvPr id="216" name="任意多边形: 形状 215">
                  <a:extLst>
                    <a:ext uri="{FF2B5EF4-FFF2-40B4-BE49-F238E27FC236}">
                      <a16:creationId xmlns:a16="http://schemas.microsoft.com/office/drawing/2014/main" id="{79EDEC5A-AD8D-1019-594C-582F68B3D3C3}"/>
                    </a:ext>
                  </a:extLst>
                </p:cNvPr>
                <p:cNvSpPr/>
                <p:nvPr/>
              </p:nvSpPr>
              <p:spPr>
                <a:xfrm>
                  <a:off x="11621420" y="453434"/>
                  <a:ext cx="6" cy="1208728"/>
                </a:xfrm>
                <a:custGeom>
                  <a:avLst/>
                  <a:gdLst>
                    <a:gd name="connsiteX0" fmla="*/ 6 w 6"/>
                    <a:gd name="connsiteY0" fmla="*/ 0 h 1208728"/>
                    <a:gd name="connsiteX1" fmla="*/ 0 w 6"/>
                    <a:gd name="connsiteY1" fmla="*/ 1208729 h 1208728"/>
                  </a:gdLst>
                  <a:ahLst/>
                  <a:cxnLst>
                    <a:cxn ang="0">
                      <a:pos x="connsiteX0" y="connsiteY0"/>
                    </a:cxn>
                    <a:cxn ang="0">
                      <a:pos x="connsiteX1" y="connsiteY1"/>
                    </a:cxn>
                  </a:cxnLst>
                  <a:rect l="l" t="t" r="r" b="b"/>
                  <a:pathLst>
                    <a:path w="6" h="1208728">
                      <a:moveTo>
                        <a:pt x="6" y="0"/>
                      </a:moveTo>
                      <a:lnTo>
                        <a:pt x="0" y="1208729"/>
                      </a:lnTo>
                    </a:path>
                  </a:pathLst>
                </a:custGeom>
                <a:ln w="18063" cap="flat">
                  <a:solidFill>
                    <a:srgbClr val="FFFFFF"/>
                  </a:solidFill>
                  <a:prstDash val="solid"/>
                  <a:miter/>
                </a:ln>
              </p:spPr>
              <p:txBody>
                <a:bodyPr rtlCol="0" anchor="ctr"/>
                <a:lstStyle/>
                <a:p>
                  <a:endParaRPr lang="zh-CN" altLang="en-US"/>
                </a:p>
              </p:txBody>
            </p:sp>
            <p:sp>
              <p:nvSpPr>
                <p:cNvPr id="217" name="任意多边形: 形状 216">
                  <a:extLst>
                    <a:ext uri="{FF2B5EF4-FFF2-40B4-BE49-F238E27FC236}">
                      <a16:creationId xmlns:a16="http://schemas.microsoft.com/office/drawing/2014/main" id="{6EBF0EA9-F8E8-DA02-DFBD-913E6914AEC5}"/>
                    </a:ext>
                  </a:extLst>
                </p:cNvPr>
                <p:cNvSpPr/>
                <p:nvPr/>
              </p:nvSpPr>
              <p:spPr>
                <a:xfrm>
                  <a:off x="11484229" y="453434"/>
                  <a:ext cx="6350" cy="1208728"/>
                </a:xfrm>
                <a:custGeom>
                  <a:avLst/>
                  <a:gdLst>
                    <a:gd name="connsiteX0" fmla="*/ 0 w 6350"/>
                    <a:gd name="connsiteY0" fmla="*/ 0 h 1208728"/>
                    <a:gd name="connsiteX1" fmla="*/ 0 w 6350"/>
                    <a:gd name="connsiteY1" fmla="*/ 1208729 h 1208728"/>
                  </a:gdLst>
                  <a:ahLst/>
                  <a:cxnLst>
                    <a:cxn ang="0">
                      <a:pos x="connsiteX0" y="connsiteY0"/>
                    </a:cxn>
                    <a:cxn ang="0">
                      <a:pos x="connsiteX1" y="connsiteY1"/>
                    </a:cxn>
                  </a:cxnLst>
                  <a:rect l="l" t="t" r="r" b="b"/>
                  <a:pathLst>
                    <a:path w="6350" h="1208728">
                      <a:moveTo>
                        <a:pt x="0" y="0"/>
                      </a:moveTo>
                      <a:lnTo>
                        <a:pt x="0" y="1208729"/>
                      </a:lnTo>
                    </a:path>
                  </a:pathLst>
                </a:custGeom>
                <a:ln w="18063" cap="flat">
                  <a:solidFill>
                    <a:srgbClr val="FFFFFF"/>
                  </a:solidFill>
                  <a:prstDash val="solid"/>
                  <a:miter/>
                </a:ln>
              </p:spPr>
              <p:txBody>
                <a:bodyPr rtlCol="0" anchor="ctr"/>
                <a:lstStyle/>
                <a:p>
                  <a:endParaRPr lang="zh-CN" altLang="en-US"/>
                </a:p>
              </p:txBody>
            </p:sp>
            <p:sp>
              <p:nvSpPr>
                <p:cNvPr id="218" name="任意多边形: 形状 217">
                  <a:extLst>
                    <a:ext uri="{FF2B5EF4-FFF2-40B4-BE49-F238E27FC236}">
                      <a16:creationId xmlns:a16="http://schemas.microsoft.com/office/drawing/2014/main" id="{7D2643D0-8515-76D1-5743-508D8149C510}"/>
                    </a:ext>
                  </a:extLst>
                </p:cNvPr>
                <p:cNvSpPr/>
                <p:nvPr/>
              </p:nvSpPr>
              <p:spPr>
                <a:xfrm>
                  <a:off x="11346840" y="453434"/>
                  <a:ext cx="6" cy="1208728"/>
                </a:xfrm>
                <a:custGeom>
                  <a:avLst/>
                  <a:gdLst>
                    <a:gd name="connsiteX0" fmla="*/ 7 w 6"/>
                    <a:gd name="connsiteY0" fmla="*/ 0 h 1208728"/>
                    <a:gd name="connsiteX1" fmla="*/ 0 w 6"/>
                    <a:gd name="connsiteY1" fmla="*/ 1208729 h 1208728"/>
                  </a:gdLst>
                  <a:ahLst/>
                  <a:cxnLst>
                    <a:cxn ang="0">
                      <a:pos x="connsiteX0" y="connsiteY0"/>
                    </a:cxn>
                    <a:cxn ang="0">
                      <a:pos x="connsiteX1" y="connsiteY1"/>
                    </a:cxn>
                  </a:cxnLst>
                  <a:rect l="l" t="t" r="r" b="b"/>
                  <a:pathLst>
                    <a:path w="6" h="1208728">
                      <a:moveTo>
                        <a:pt x="7" y="0"/>
                      </a:moveTo>
                      <a:lnTo>
                        <a:pt x="0" y="1208729"/>
                      </a:lnTo>
                    </a:path>
                  </a:pathLst>
                </a:custGeom>
                <a:ln w="18063" cap="flat">
                  <a:solidFill>
                    <a:srgbClr val="FFFFFF"/>
                  </a:solidFill>
                  <a:prstDash val="solid"/>
                  <a:miter/>
                </a:ln>
              </p:spPr>
              <p:txBody>
                <a:bodyPr rtlCol="0" anchor="ctr"/>
                <a:lstStyle/>
                <a:p>
                  <a:endParaRPr lang="zh-CN" altLang="en-US"/>
                </a:p>
              </p:txBody>
            </p:sp>
          </p:grpSp>
          <p:sp>
            <p:nvSpPr>
              <p:cNvPr id="193" name="任意多边形: 形状 192">
                <a:extLst>
                  <a:ext uri="{FF2B5EF4-FFF2-40B4-BE49-F238E27FC236}">
                    <a16:creationId xmlns:a16="http://schemas.microsoft.com/office/drawing/2014/main" id="{6952B15A-E792-B8C8-E4A9-691F71E63095}"/>
                  </a:ext>
                </a:extLst>
              </p:cNvPr>
              <p:cNvSpPr/>
              <p:nvPr/>
            </p:nvSpPr>
            <p:spPr>
              <a:xfrm>
                <a:off x="8559495" y="807167"/>
                <a:ext cx="376428" cy="482695"/>
              </a:xfrm>
              <a:custGeom>
                <a:avLst/>
                <a:gdLst>
                  <a:gd name="connsiteX0" fmla="*/ 0 w 376428"/>
                  <a:gd name="connsiteY0" fmla="*/ 0 h 482695"/>
                  <a:gd name="connsiteX1" fmla="*/ 376428 w 376428"/>
                  <a:gd name="connsiteY1" fmla="*/ 234188 h 482695"/>
                  <a:gd name="connsiteX2" fmla="*/ 0 w 376428"/>
                  <a:gd name="connsiteY2" fmla="*/ 482695 h 482695"/>
                </a:gdLst>
                <a:ahLst/>
                <a:cxnLst>
                  <a:cxn ang="0">
                    <a:pos x="connsiteX0" y="connsiteY0"/>
                  </a:cxn>
                  <a:cxn ang="0">
                    <a:pos x="connsiteX1" y="connsiteY1"/>
                  </a:cxn>
                  <a:cxn ang="0">
                    <a:pos x="connsiteX2" y="connsiteY2"/>
                  </a:cxn>
                </a:cxnLst>
                <a:rect l="l" t="t" r="r" b="b"/>
                <a:pathLst>
                  <a:path w="376428" h="482695">
                    <a:moveTo>
                      <a:pt x="0" y="0"/>
                    </a:moveTo>
                    <a:lnTo>
                      <a:pt x="376428" y="234188"/>
                    </a:lnTo>
                    <a:lnTo>
                      <a:pt x="0" y="482695"/>
                    </a:lnTo>
                    <a:close/>
                  </a:path>
                </a:pathLst>
              </a:custGeom>
              <a:solidFill>
                <a:srgbClr val="FBF5E2"/>
              </a:solidFill>
              <a:ln w="6350" cap="flat">
                <a:noFill/>
                <a:prstDash val="solid"/>
                <a:miter/>
              </a:ln>
            </p:spPr>
            <p:txBody>
              <a:bodyPr rtlCol="0" anchor="ctr"/>
              <a:lstStyle/>
              <a:p>
                <a:endParaRPr lang="zh-CN" altLang="en-US"/>
              </a:p>
            </p:txBody>
          </p:sp>
          <p:sp>
            <p:nvSpPr>
              <p:cNvPr id="194" name="任意多边形: 形状 193">
                <a:extLst>
                  <a:ext uri="{FF2B5EF4-FFF2-40B4-BE49-F238E27FC236}">
                    <a16:creationId xmlns:a16="http://schemas.microsoft.com/office/drawing/2014/main" id="{A6EE1253-5A0D-C0E3-3AEC-275B7DCAF56D}"/>
                  </a:ext>
                </a:extLst>
              </p:cNvPr>
              <p:cNvSpPr/>
              <p:nvPr/>
            </p:nvSpPr>
            <p:spPr>
              <a:xfrm>
                <a:off x="8874912" y="807167"/>
                <a:ext cx="376428" cy="482695"/>
              </a:xfrm>
              <a:custGeom>
                <a:avLst/>
                <a:gdLst>
                  <a:gd name="connsiteX0" fmla="*/ 0 w 376428"/>
                  <a:gd name="connsiteY0" fmla="*/ 0 h 482695"/>
                  <a:gd name="connsiteX1" fmla="*/ 376428 w 376428"/>
                  <a:gd name="connsiteY1" fmla="*/ 234188 h 482695"/>
                  <a:gd name="connsiteX2" fmla="*/ 0 w 376428"/>
                  <a:gd name="connsiteY2" fmla="*/ 482695 h 482695"/>
                </a:gdLst>
                <a:ahLst/>
                <a:cxnLst>
                  <a:cxn ang="0">
                    <a:pos x="connsiteX0" y="connsiteY0"/>
                  </a:cxn>
                  <a:cxn ang="0">
                    <a:pos x="connsiteX1" y="connsiteY1"/>
                  </a:cxn>
                  <a:cxn ang="0">
                    <a:pos x="connsiteX2" y="connsiteY2"/>
                  </a:cxn>
                </a:cxnLst>
                <a:rect l="l" t="t" r="r" b="b"/>
                <a:pathLst>
                  <a:path w="376428" h="482695">
                    <a:moveTo>
                      <a:pt x="0" y="0"/>
                    </a:moveTo>
                    <a:lnTo>
                      <a:pt x="376428" y="234188"/>
                    </a:lnTo>
                    <a:lnTo>
                      <a:pt x="0" y="482695"/>
                    </a:lnTo>
                    <a:close/>
                  </a:path>
                </a:pathLst>
              </a:custGeom>
              <a:solidFill>
                <a:srgbClr val="FBF5E2"/>
              </a:solidFill>
              <a:ln w="6350" cap="flat">
                <a:noFill/>
                <a:prstDash val="solid"/>
                <a:miter/>
              </a:ln>
            </p:spPr>
            <p:txBody>
              <a:bodyPr rtlCol="0" anchor="ctr"/>
              <a:lstStyle/>
              <a:p>
                <a:endParaRPr lang="zh-CN" altLang="en-US"/>
              </a:p>
            </p:txBody>
          </p:sp>
          <p:sp>
            <p:nvSpPr>
              <p:cNvPr id="195" name="任意多边形: 形状 194">
                <a:extLst>
                  <a:ext uri="{FF2B5EF4-FFF2-40B4-BE49-F238E27FC236}">
                    <a16:creationId xmlns:a16="http://schemas.microsoft.com/office/drawing/2014/main" id="{086A2CB2-D215-B782-1005-98F4DB4C215C}"/>
                  </a:ext>
                </a:extLst>
              </p:cNvPr>
              <p:cNvSpPr/>
              <p:nvPr/>
            </p:nvSpPr>
            <p:spPr>
              <a:xfrm>
                <a:off x="9199689" y="807167"/>
                <a:ext cx="376428" cy="482695"/>
              </a:xfrm>
              <a:custGeom>
                <a:avLst/>
                <a:gdLst>
                  <a:gd name="connsiteX0" fmla="*/ 0 w 376428"/>
                  <a:gd name="connsiteY0" fmla="*/ 0 h 482695"/>
                  <a:gd name="connsiteX1" fmla="*/ 376428 w 376428"/>
                  <a:gd name="connsiteY1" fmla="*/ 234188 h 482695"/>
                  <a:gd name="connsiteX2" fmla="*/ 0 w 376428"/>
                  <a:gd name="connsiteY2" fmla="*/ 482695 h 482695"/>
                </a:gdLst>
                <a:ahLst/>
                <a:cxnLst>
                  <a:cxn ang="0">
                    <a:pos x="connsiteX0" y="connsiteY0"/>
                  </a:cxn>
                  <a:cxn ang="0">
                    <a:pos x="connsiteX1" y="connsiteY1"/>
                  </a:cxn>
                  <a:cxn ang="0">
                    <a:pos x="connsiteX2" y="connsiteY2"/>
                  </a:cxn>
                </a:cxnLst>
                <a:rect l="l" t="t" r="r" b="b"/>
                <a:pathLst>
                  <a:path w="376428" h="482695">
                    <a:moveTo>
                      <a:pt x="0" y="0"/>
                    </a:moveTo>
                    <a:lnTo>
                      <a:pt x="376428" y="234188"/>
                    </a:lnTo>
                    <a:lnTo>
                      <a:pt x="0" y="482695"/>
                    </a:lnTo>
                    <a:close/>
                  </a:path>
                </a:pathLst>
              </a:custGeom>
              <a:solidFill>
                <a:srgbClr val="FBF5E2"/>
              </a:solidFill>
              <a:ln w="6350" cap="flat">
                <a:noFill/>
                <a:prstDash val="solid"/>
                <a:miter/>
              </a:ln>
            </p:spPr>
            <p:txBody>
              <a:bodyPr rtlCol="0" anchor="ctr"/>
              <a:lstStyle/>
              <a:p>
                <a:endParaRPr lang="zh-CN" altLang="en-US"/>
              </a:p>
            </p:txBody>
          </p:sp>
          <p:grpSp>
            <p:nvGrpSpPr>
              <p:cNvPr id="196" name="图形 8">
                <a:extLst>
                  <a:ext uri="{FF2B5EF4-FFF2-40B4-BE49-F238E27FC236}">
                    <a16:creationId xmlns:a16="http://schemas.microsoft.com/office/drawing/2014/main" id="{65CC6360-0D88-4907-A090-F9558F55E100}"/>
                  </a:ext>
                </a:extLst>
              </p:cNvPr>
              <p:cNvGrpSpPr/>
              <p:nvPr/>
            </p:nvGrpSpPr>
            <p:grpSpPr>
              <a:xfrm>
                <a:off x="6944779" y="5364041"/>
                <a:ext cx="1208735" cy="1098403"/>
                <a:chOff x="6944779" y="5364041"/>
                <a:chExt cx="1208735" cy="1098403"/>
              </a:xfrm>
            </p:grpSpPr>
            <p:sp>
              <p:nvSpPr>
                <p:cNvPr id="201" name="任意多边形: 形状 200">
                  <a:extLst>
                    <a:ext uri="{FF2B5EF4-FFF2-40B4-BE49-F238E27FC236}">
                      <a16:creationId xmlns:a16="http://schemas.microsoft.com/office/drawing/2014/main" id="{12839825-E62A-0BBD-2E9C-F73EDEAF6BDB}"/>
                    </a:ext>
                  </a:extLst>
                </p:cNvPr>
                <p:cNvSpPr/>
                <p:nvPr/>
              </p:nvSpPr>
              <p:spPr>
                <a:xfrm>
                  <a:off x="6944785" y="5913386"/>
                  <a:ext cx="1208728" cy="6350"/>
                </a:xfrm>
                <a:custGeom>
                  <a:avLst/>
                  <a:gdLst>
                    <a:gd name="connsiteX0" fmla="*/ 1208729 w 1208728"/>
                    <a:gd name="connsiteY0" fmla="*/ 0 h 6350"/>
                    <a:gd name="connsiteX1" fmla="*/ 0 w 1208728"/>
                    <a:gd name="connsiteY1" fmla="*/ 0 h 6350"/>
                  </a:gdLst>
                  <a:ahLst/>
                  <a:cxnLst>
                    <a:cxn ang="0">
                      <a:pos x="connsiteX0" y="connsiteY0"/>
                    </a:cxn>
                    <a:cxn ang="0">
                      <a:pos x="connsiteX1" y="connsiteY1"/>
                    </a:cxn>
                  </a:cxnLst>
                  <a:rect l="l" t="t" r="r" b="b"/>
                  <a:pathLst>
                    <a:path w="1208728" h="6350">
                      <a:moveTo>
                        <a:pt x="1208729" y="0"/>
                      </a:moveTo>
                      <a:lnTo>
                        <a:pt x="0" y="0"/>
                      </a:lnTo>
                    </a:path>
                  </a:pathLst>
                </a:custGeom>
                <a:ln w="18063" cap="flat">
                  <a:solidFill>
                    <a:srgbClr val="FFFFFF"/>
                  </a:solidFill>
                  <a:prstDash val="solid"/>
                  <a:miter/>
                </a:ln>
              </p:spPr>
              <p:txBody>
                <a:bodyPr rtlCol="0" anchor="ctr"/>
                <a:lstStyle/>
                <a:p>
                  <a:endParaRPr lang="zh-CN" altLang="en-US"/>
                </a:p>
              </p:txBody>
            </p:sp>
            <p:sp>
              <p:nvSpPr>
                <p:cNvPr id="202" name="任意多边形: 形状 201">
                  <a:extLst>
                    <a:ext uri="{FF2B5EF4-FFF2-40B4-BE49-F238E27FC236}">
                      <a16:creationId xmlns:a16="http://schemas.microsoft.com/office/drawing/2014/main" id="{62E97DB8-9F86-2C1C-079A-5BBBA8883969}"/>
                    </a:ext>
                  </a:extLst>
                </p:cNvPr>
                <p:cNvSpPr/>
                <p:nvPr/>
              </p:nvSpPr>
              <p:spPr>
                <a:xfrm>
                  <a:off x="6944785" y="5776106"/>
                  <a:ext cx="1208728" cy="6350"/>
                </a:xfrm>
                <a:custGeom>
                  <a:avLst/>
                  <a:gdLst>
                    <a:gd name="connsiteX0" fmla="*/ 1208729 w 1208728"/>
                    <a:gd name="connsiteY0" fmla="*/ 0 h 6350"/>
                    <a:gd name="connsiteX1" fmla="*/ 0 w 1208728"/>
                    <a:gd name="connsiteY1" fmla="*/ 0 h 6350"/>
                  </a:gdLst>
                  <a:ahLst/>
                  <a:cxnLst>
                    <a:cxn ang="0">
                      <a:pos x="connsiteX0" y="connsiteY0"/>
                    </a:cxn>
                    <a:cxn ang="0">
                      <a:pos x="connsiteX1" y="connsiteY1"/>
                    </a:cxn>
                  </a:cxnLst>
                  <a:rect l="l" t="t" r="r" b="b"/>
                  <a:pathLst>
                    <a:path w="1208728" h="6350">
                      <a:moveTo>
                        <a:pt x="1208729" y="0"/>
                      </a:moveTo>
                      <a:lnTo>
                        <a:pt x="0" y="0"/>
                      </a:lnTo>
                    </a:path>
                  </a:pathLst>
                </a:custGeom>
                <a:ln w="18063" cap="flat">
                  <a:solidFill>
                    <a:srgbClr val="FFFFFF"/>
                  </a:solidFill>
                  <a:prstDash val="solid"/>
                  <a:miter/>
                </a:ln>
              </p:spPr>
              <p:txBody>
                <a:bodyPr rtlCol="0" anchor="ctr"/>
                <a:lstStyle/>
                <a:p>
                  <a:endParaRPr lang="zh-CN" altLang="en-US"/>
                </a:p>
              </p:txBody>
            </p:sp>
            <p:sp>
              <p:nvSpPr>
                <p:cNvPr id="203" name="任意多边形: 形状 202">
                  <a:extLst>
                    <a:ext uri="{FF2B5EF4-FFF2-40B4-BE49-F238E27FC236}">
                      <a16:creationId xmlns:a16="http://schemas.microsoft.com/office/drawing/2014/main" id="{31D78BC8-76B3-1156-F159-75D469761B0D}"/>
                    </a:ext>
                  </a:extLst>
                </p:cNvPr>
                <p:cNvSpPr/>
                <p:nvPr/>
              </p:nvSpPr>
              <p:spPr>
                <a:xfrm>
                  <a:off x="6944785" y="5638907"/>
                  <a:ext cx="1208728" cy="6"/>
                </a:xfrm>
                <a:custGeom>
                  <a:avLst/>
                  <a:gdLst>
                    <a:gd name="connsiteX0" fmla="*/ 1208729 w 1208728"/>
                    <a:gd name="connsiteY0" fmla="*/ 6 h 6"/>
                    <a:gd name="connsiteX1" fmla="*/ 0 w 1208728"/>
                    <a:gd name="connsiteY1" fmla="*/ 0 h 6"/>
                  </a:gdLst>
                  <a:ahLst/>
                  <a:cxnLst>
                    <a:cxn ang="0">
                      <a:pos x="connsiteX0" y="connsiteY0"/>
                    </a:cxn>
                    <a:cxn ang="0">
                      <a:pos x="connsiteX1" y="connsiteY1"/>
                    </a:cxn>
                  </a:cxnLst>
                  <a:rect l="l" t="t" r="r" b="b"/>
                  <a:pathLst>
                    <a:path w="1208728" h="6">
                      <a:moveTo>
                        <a:pt x="1208729" y="6"/>
                      </a:moveTo>
                      <a:lnTo>
                        <a:pt x="0" y="0"/>
                      </a:lnTo>
                    </a:path>
                  </a:pathLst>
                </a:custGeom>
                <a:ln w="18063" cap="flat">
                  <a:solidFill>
                    <a:srgbClr val="FFFFFF"/>
                  </a:solidFill>
                  <a:prstDash val="solid"/>
                  <a:miter/>
                </a:ln>
              </p:spPr>
              <p:txBody>
                <a:bodyPr rtlCol="0" anchor="ctr"/>
                <a:lstStyle/>
                <a:p>
                  <a:endParaRPr lang="zh-CN" altLang="en-US"/>
                </a:p>
              </p:txBody>
            </p:sp>
            <p:sp>
              <p:nvSpPr>
                <p:cNvPr id="204" name="任意多边形: 形状 203">
                  <a:extLst>
                    <a:ext uri="{FF2B5EF4-FFF2-40B4-BE49-F238E27FC236}">
                      <a16:creationId xmlns:a16="http://schemas.microsoft.com/office/drawing/2014/main" id="{ADD86068-7167-C593-6AC6-43BA99CF6581}"/>
                    </a:ext>
                  </a:extLst>
                </p:cNvPr>
                <p:cNvSpPr/>
                <p:nvPr/>
              </p:nvSpPr>
              <p:spPr>
                <a:xfrm>
                  <a:off x="6944785" y="5501525"/>
                  <a:ext cx="1208728" cy="6350"/>
                </a:xfrm>
                <a:custGeom>
                  <a:avLst/>
                  <a:gdLst>
                    <a:gd name="connsiteX0" fmla="*/ 1208729 w 1208728"/>
                    <a:gd name="connsiteY0" fmla="*/ 0 h 6350"/>
                    <a:gd name="connsiteX1" fmla="*/ 0 w 1208728"/>
                    <a:gd name="connsiteY1" fmla="*/ 0 h 6350"/>
                  </a:gdLst>
                  <a:ahLst/>
                  <a:cxnLst>
                    <a:cxn ang="0">
                      <a:pos x="connsiteX0" y="connsiteY0"/>
                    </a:cxn>
                    <a:cxn ang="0">
                      <a:pos x="connsiteX1" y="connsiteY1"/>
                    </a:cxn>
                  </a:cxnLst>
                  <a:rect l="l" t="t" r="r" b="b"/>
                  <a:pathLst>
                    <a:path w="1208728" h="6350">
                      <a:moveTo>
                        <a:pt x="1208729" y="0"/>
                      </a:moveTo>
                      <a:lnTo>
                        <a:pt x="0" y="0"/>
                      </a:lnTo>
                    </a:path>
                  </a:pathLst>
                </a:custGeom>
                <a:ln w="18063" cap="flat">
                  <a:solidFill>
                    <a:srgbClr val="FFFFFF"/>
                  </a:solidFill>
                  <a:prstDash val="solid"/>
                  <a:miter/>
                </a:ln>
              </p:spPr>
              <p:txBody>
                <a:bodyPr rtlCol="0" anchor="ctr"/>
                <a:lstStyle/>
                <a:p>
                  <a:endParaRPr lang="zh-CN" altLang="en-US"/>
                </a:p>
              </p:txBody>
            </p:sp>
            <p:sp>
              <p:nvSpPr>
                <p:cNvPr id="205" name="任意多边形: 形状 204">
                  <a:extLst>
                    <a:ext uri="{FF2B5EF4-FFF2-40B4-BE49-F238E27FC236}">
                      <a16:creationId xmlns:a16="http://schemas.microsoft.com/office/drawing/2014/main" id="{6D4BD0D4-46FF-8F7B-58BA-ECCFF00DF42A}"/>
                    </a:ext>
                  </a:extLst>
                </p:cNvPr>
                <p:cNvSpPr/>
                <p:nvPr/>
              </p:nvSpPr>
              <p:spPr>
                <a:xfrm>
                  <a:off x="6944785" y="5364041"/>
                  <a:ext cx="1208728" cy="6"/>
                </a:xfrm>
                <a:custGeom>
                  <a:avLst/>
                  <a:gdLst>
                    <a:gd name="connsiteX0" fmla="*/ 1208729 w 1208728"/>
                    <a:gd name="connsiteY0" fmla="*/ 6 h 6"/>
                    <a:gd name="connsiteX1" fmla="*/ 0 w 1208728"/>
                    <a:gd name="connsiteY1" fmla="*/ 0 h 6"/>
                  </a:gdLst>
                  <a:ahLst/>
                  <a:cxnLst>
                    <a:cxn ang="0">
                      <a:pos x="connsiteX0" y="connsiteY0"/>
                    </a:cxn>
                    <a:cxn ang="0">
                      <a:pos x="connsiteX1" y="connsiteY1"/>
                    </a:cxn>
                  </a:cxnLst>
                  <a:rect l="l" t="t" r="r" b="b"/>
                  <a:pathLst>
                    <a:path w="1208728" h="6">
                      <a:moveTo>
                        <a:pt x="1208729" y="6"/>
                      </a:moveTo>
                      <a:lnTo>
                        <a:pt x="0" y="0"/>
                      </a:lnTo>
                    </a:path>
                  </a:pathLst>
                </a:custGeom>
                <a:ln w="18063" cap="flat">
                  <a:solidFill>
                    <a:srgbClr val="FFFFFF"/>
                  </a:solidFill>
                  <a:prstDash val="solid"/>
                  <a:miter/>
                </a:ln>
              </p:spPr>
              <p:txBody>
                <a:bodyPr rtlCol="0" anchor="ctr"/>
                <a:lstStyle/>
                <a:p>
                  <a:endParaRPr lang="zh-CN" altLang="en-US"/>
                </a:p>
              </p:txBody>
            </p:sp>
            <p:sp>
              <p:nvSpPr>
                <p:cNvPr id="206" name="任意多边形: 形状 205">
                  <a:extLst>
                    <a:ext uri="{FF2B5EF4-FFF2-40B4-BE49-F238E27FC236}">
                      <a16:creationId xmlns:a16="http://schemas.microsoft.com/office/drawing/2014/main" id="{06D555FF-FE09-3B02-3DB6-7FADBF9FFC63}"/>
                    </a:ext>
                  </a:extLst>
                </p:cNvPr>
                <p:cNvSpPr/>
                <p:nvPr/>
              </p:nvSpPr>
              <p:spPr>
                <a:xfrm>
                  <a:off x="6944779" y="6462445"/>
                  <a:ext cx="1208728" cy="6350"/>
                </a:xfrm>
                <a:custGeom>
                  <a:avLst/>
                  <a:gdLst>
                    <a:gd name="connsiteX0" fmla="*/ 1208729 w 1208728"/>
                    <a:gd name="connsiteY0" fmla="*/ 0 h 6350"/>
                    <a:gd name="connsiteX1" fmla="*/ 0 w 1208728"/>
                    <a:gd name="connsiteY1" fmla="*/ 0 h 6350"/>
                  </a:gdLst>
                  <a:ahLst/>
                  <a:cxnLst>
                    <a:cxn ang="0">
                      <a:pos x="connsiteX0" y="connsiteY0"/>
                    </a:cxn>
                    <a:cxn ang="0">
                      <a:pos x="connsiteX1" y="connsiteY1"/>
                    </a:cxn>
                  </a:cxnLst>
                  <a:rect l="l" t="t" r="r" b="b"/>
                  <a:pathLst>
                    <a:path w="1208728" h="6350">
                      <a:moveTo>
                        <a:pt x="1208729" y="0"/>
                      </a:moveTo>
                      <a:lnTo>
                        <a:pt x="0" y="0"/>
                      </a:lnTo>
                    </a:path>
                  </a:pathLst>
                </a:custGeom>
                <a:ln w="18063" cap="flat">
                  <a:solidFill>
                    <a:srgbClr val="FFFFFF"/>
                  </a:solidFill>
                  <a:prstDash val="solid"/>
                  <a:miter/>
                </a:ln>
              </p:spPr>
              <p:txBody>
                <a:bodyPr rtlCol="0" anchor="ctr"/>
                <a:lstStyle/>
                <a:p>
                  <a:endParaRPr lang="zh-CN" altLang="en-US"/>
                </a:p>
              </p:txBody>
            </p:sp>
            <p:sp>
              <p:nvSpPr>
                <p:cNvPr id="207" name="任意多边形: 形状 206">
                  <a:extLst>
                    <a:ext uri="{FF2B5EF4-FFF2-40B4-BE49-F238E27FC236}">
                      <a16:creationId xmlns:a16="http://schemas.microsoft.com/office/drawing/2014/main" id="{6BEE281C-EF66-B828-FDFA-E6D8010F20C9}"/>
                    </a:ext>
                  </a:extLst>
                </p:cNvPr>
                <p:cNvSpPr/>
                <p:nvPr/>
              </p:nvSpPr>
              <p:spPr>
                <a:xfrm>
                  <a:off x="6944785" y="6325165"/>
                  <a:ext cx="1208722" cy="6350"/>
                </a:xfrm>
                <a:custGeom>
                  <a:avLst/>
                  <a:gdLst>
                    <a:gd name="connsiteX0" fmla="*/ 1208722 w 1208722"/>
                    <a:gd name="connsiteY0" fmla="*/ 0 h 6350"/>
                    <a:gd name="connsiteX1" fmla="*/ 0 w 1208722"/>
                    <a:gd name="connsiteY1" fmla="*/ 0 h 6350"/>
                  </a:gdLst>
                  <a:ahLst/>
                  <a:cxnLst>
                    <a:cxn ang="0">
                      <a:pos x="connsiteX0" y="connsiteY0"/>
                    </a:cxn>
                    <a:cxn ang="0">
                      <a:pos x="connsiteX1" y="connsiteY1"/>
                    </a:cxn>
                  </a:cxnLst>
                  <a:rect l="l" t="t" r="r" b="b"/>
                  <a:pathLst>
                    <a:path w="1208722" h="6350">
                      <a:moveTo>
                        <a:pt x="1208722" y="0"/>
                      </a:moveTo>
                      <a:lnTo>
                        <a:pt x="0" y="0"/>
                      </a:lnTo>
                    </a:path>
                  </a:pathLst>
                </a:custGeom>
                <a:ln w="18063" cap="flat">
                  <a:solidFill>
                    <a:srgbClr val="FFFFFF"/>
                  </a:solidFill>
                  <a:prstDash val="solid"/>
                  <a:miter/>
                </a:ln>
              </p:spPr>
              <p:txBody>
                <a:bodyPr rtlCol="0" anchor="ctr"/>
                <a:lstStyle/>
                <a:p>
                  <a:endParaRPr lang="zh-CN" altLang="en-US"/>
                </a:p>
              </p:txBody>
            </p:sp>
            <p:sp>
              <p:nvSpPr>
                <p:cNvPr id="208" name="任意多边形: 形状 207">
                  <a:extLst>
                    <a:ext uri="{FF2B5EF4-FFF2-40B4-BE49-F238E27FC236}">
                      <a16:creationId xmlns:a16="http://schemas.microsoft.com/office/drawing/2014/main" id="{60ECB24A-58C7-02F4-4523-5211186CBB3D}"/>
                    </a:ext>
                  </a:extLst>
                </p:cNvPr>
                <p:cNvSpPr/>
                <p:nvPr/>
              </p:nvSpPr>
              <p:spPr>
                <a:xfrm>
                  <a:off x="6944785" y="6187967"/>
                  <a:ext cx="1208722" cy="6"/>
                </a:xfrm>
                <a:custGeom>
                  <a:avLst/>
                  <a:gdLst>
                    <a:gd name="connsiteX0" fmla="*/ 1208722 w 1208722"/>
                    <a:gd name="connsiteY0" fmla="*/ 6 h 6"/>
                    <a:gd name="connsiteX1" fmla="*/ 0 w 1208722"/>
                    <a:gd name="connsiteY1" fmla="*/ 0 h 6"/>
                  </a:gdLst>
                  <a:ahLst/>
                  <a:cxnLst>
                    <a:cxn ang="0">
                      <a:pos x="connsiteX0" y="connsiteY0"/>
                    </a:cxn>
                    <a:cxn ang="0">
                      <a:pos x="connsiteX1" y="connsiteY1"/>
                    </a:cxn>
                  </a:cxnLst>
                  <a:rect l="l" t="t" r="r" b="b"/>
                  <a:pathLst>
                    <a:path w="1208722" h="6">
                      <a:moveTo>
                        <a:pt x="1208722" y="6"/>
                      </a:moveTo>
                      <a:lnTo>
                        <a:pt x="0" y="0"/>
                      </a:lnTo>
                    </a:path>
                  </a:pathLst>
                </a:custGeom>
                <a:ln w="18063" cap="flat">
                  <a:solidFill>
                    <a:srgbClr val="FFFFFF"/>
                  </a:solidFill>
                  <a:prstDash val="solid"/>
                  <a:miter/>
                </a:ln>
              </p:spPr>
              <p:txBody>
                <a:bodyPr rtlCol="0" anchor="ctr"/>
                <a:lstStyle/>
                <a:p>
                  <a:endParaRPr lang="zh-CN" altLang="en-US"/>
                </a:p>
              </p:txBody>
            </p:sp>
            <p:sp>
              <p:nvSpPr>
                <p:cNvPr id="209" name="任意多边形: 形状 208">
                  <a:extLst>
                    <a:ext uri="{FF2B5EF4-FFF2-40B4-BE49-F238E27FC236}">
                      <a16:creationId xmlns:a16="http://schemas.microsoft.com/office/drawing/2014/main" id="{D1E1586B-FA2F-1491-16B2-2C79E8DFC46E}"/>
                    </a:ext>
                  </a:extLst>
                </p:cNvPr>
                <p:cNvSpPr/>
                <p:nvPr/>
              </p:nvSpPr>
              <p:spPr>
                <a:xfrm>
                  <a:off x="6944785" y="6050578"/>
                  <a:ext cx="1208722" cy="6"/>
                </a:xfrm>
                <a:custGeom>
                  <a:avLst/>
                  <a:gdLst>
                    <a:gd name="connsiteX0" fmla="*/ 1208722 w 1208722"/>
                    <a:gd name="connsiteY0" fmla="*/ 6 h 6"/>
                    <a:gd name="connsiteX1" fmla="*/ 0 w 1208722"/>
                    <a:gd name="connsiteY1" fmla="*/ 0 h 6"/>
                  </a:gdLst>
                  <a:ahLst/>
                  <a:cxnLst>
                    <a:cxn ang="0">
                      <a:pos x="connsiteX0" y="connsiteY0"/>
                    </a:cxn>
                    <a:cxn ang="0">
                      <a:pos x="connsiteX1" y="connsiteY1"/>
                    </a:cxn>
                  </a:cxnLst>
                  <a:rect l="l" t="t" r="r" b="b"/>
                  <a:pathLst>
                    <a:path w="1208722" h="6">
                      <a:moveTo>
                        <a:pt x="1208722" y="6"/>
                      </a:moveTo>
                      <a:lnTo>
                        <a:pt x="0" y="0"/>
                      </a:lnTo>
                    </a:path>
                  </a:pathLst>
                </a:custGeom>
                <a:ln w="18063" cap="flat">
                  <a:solidFill>
                    <a:srgbClr val="FFFFFF"/>
                  </a:solidFill>
                  <a:prstDash val="solid"/>
                  <a:miter/>
                </a:ln>
              </p:spPr>
              <p:txBody>
                <a:bodyPr rtlCol="0" anchor="ctr"/>
                <a:lstStyle/>
                <a:p>
                  <a:endParaRPr lang="zh-CN" altLang="en-US"/>
                </a:p>
              </p:txBody>
            </p:sp>
          </p:grpSp>
          <p:sp>
            <p:nvSpPr>
              <p:cNvPr id="197" name="任意多边形: 形状 196">
                <a:extLst>
                  <a:ext uri="{FF2B5EF4-FFF2-40B4-BE49-F238E27FC236}">
                    <a16:creationId xmlns:a16="http://schemas.microsoft.com/office/drawing/2014/main" id="{E2C7B4D3-8E91-D199-092E-7D00892F64A8}"/>
                  </a:ext>
                </a:extLst>
              </p:cNvPr>
              <p:cNvSpPr/>
              <p:nvPr/>
            </p:nvSpPr>
            <p:spPr>
              <a:xfrm>
                <a:off x="9362961" y="2855385"/>
                <a:ext cx="1195875" cy="1195876"/>
              </a:xfrm>
              <a:custGeom>
                <a:avLst/>
                <a:gdLst>
                  <a:gd name="connsiteX0" fmla="*/ 0 w 1195875"/>
                  <a:gd name="connsiteY0" fmla="*/ 0 h 1195876"/>
                  <a:gd name="connsiteX1" fmla="*/ 0 w 1195875"/>
                  <a:gd name="connsiteY1" fmla="*/ 1937 h 1195876"/>
                  <a:gd name="connsiteX2" fmla="*/ 1193940 w 1195875"/>
                  <a:gd name="connsiteY2" fmla="*/ 1195877 h 1195876"/>
                  <a:gd name="connsiteX3" fmla="*/ 1195876 w 1195875"/>
                  <a:gd name="connsiteY3" fmla="*/ 1195877 h 1195876"/>
                  <a:gd name="connsiteX4" fmla="*/ 1195876 w 1195875"/>
                  <a:gd name="connsiteY4" fmla="*/ 1193940 h 1195876"/>
                  <a:gd name="connsiteX5" fmla="*/ 1936 w 1195875"/>
                  <a:gd name="connsiteY5" fmla="*/ 0 h 1195876"/>
                  <a:gd name="connsiteX6" fmla="*/ 0 w 1195875"/>
                  <a:gd name="connsiteY6" fmla="*/ 0 h 1195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5875" h="1195876">
                    <a:moveTo>
                      <a:pt x="0" y="0"/>
                    </a:moveTo>
                    <a:lnTo>
                      <a:pt x="0" y="1937"/>
                    </a:lnTo>
                    <a:cubicBezTo>
                      <a:pt x="0" y="661327"/>
                      <a:pt x="534543" y="1195877"/>
                      <a:pt x="1193940" y="1195877"/>
                    </a:cubicBezTo>
                    <a:lnTo>
                      <a:pt x="1195876" y="1195877"/>
                    </a:lnTo>
                    <a:lnTo>
                      <a:pt x="1195876" y="1193940"/>
                    </a:lnTo>
                    <a:cubicBezTo>
                      <a:pt x="1195876" y="534550"/>
                      <a:pt x="661333" y="0"/>
                      <a:pt x="1936" y="0"/>
                    </a:cubicBezTo>
                    <a:lnTo>
                      <a:pt x="0" y="0"/>
                    </a:lnTo>
                    <a:close/>
                  </a:path>
                </a:pathLst>
              </a:custGeom>
              <a:solidFill>
                <a:srgbClr val="E9A650"/>
              </a:solidFill>
              <a:ln w="6350" cap="flat">
                <a:noFill/>
                <a:prstDash val="solid"/>
                <a:miter/>
              </a:ln>
            </p:spPr>
            <p:txBody>
              <a:bodyPr rtlCol="0" anchor="ctr"/>
              <a:lstStyle/>
              <a:p>
                <a:endParaRPr lang="zh-CN" altLang="en-US"/>
              </a:p>
            </p:txBody>
          </p:sp>
          <p:sp>
            <p:nvSpPr>
              <p:cNvPr id="198" name="任意多边形: 形状 197">
                <a:extLst>
                  <a:ext uri="{FF2B5EF4-FFF2-40B4-BE49-F238E27FC236}">
                    <a16:creationId xmlns:a16="http://schemas.microsoft.com/office/drawing/2014/main" id="{E2F3D597-9E60-4F42-7D9E-7946799643C2}"/>
                  </a:ext>
                </a:extLst>
              </p:cNvPr>
              <p:cNvSpPr/>
              <p:nvPr/>
            </p:nvSpPr>
            <p:spPr>
              <a:xfrm>
                <a:off x="7186383" y="2199855"/>
                <a:ext cx="970114" cy="141401"/>
              </a:xfrm>
              <a:custGeom>
                <a:avLst/>
                <a:gdLst>
                  <a:gd name="connsiteX0" fmla="*/ 0 w 970114"/>
                  <a:gd name="connsiteY0" fmla="*/ 0 h 141401"/>
                  <a:gd name="connsiteX1" fmla="*/ 970115 w 970114"/>
                  <a:gd name="connsiteY1" fmla="*/ 0 h 141401"/>
                  <a:gd name="connsiteX2" fmla="*/ 970115 w 970114"/>
                  <a:gd name="connsiteY2" fmla="*/ 141402 h 141401"/>
                  <a:gd name="connsiteX3" fmla="*/ 0 w 970114"/>
                  <a:gd name="connsiteY3" fmla="*/ 141402 h 141401"/>
                </a:gdLst>
                <a:ahLst/>
                <a:cxnLst>
                  <a:cxn ang="0">
                    <a:pos x="connsiteX0" y="connsiteY0"/>
                  </a:cxn>
                  <a:cxn ang="0">
                    <a:pos x="connsiteX1" y="connsiteY1"/>
                  </a:cxn>
                  <a:cxn ang="0">
                    <a:pos x="connsiteX2" y="connsiteY2"/>
                  </a:cxn>
                  <a:cxn ang="0">
                    <a:pos x="connsiteX3" y="connsiteY3"/>
                  </a:cxn>
                </a:cxnLst>
                <a:rect l="l" t="t" r="r" b="b"/>
                <a:pathLst>
                  <a:path w="970114" h="141401">
                    <a:moveTo>
                      <a:pt x="0" y="0"/>
                    </a:moveTo>
                    <a:lnTo>
                      <a:pt x="970115" y="0"/>
                    </a:lnTo>
                    <a:lnTo>
                      <a:pt x="970115" y="141402"/>
                    </a:lnTo>
                    <a:lnTo>
                      <a:pt x="0" y="141402"/>
                    </a:lnTo>
                    <a:close/>
                  </a:path>
                </a:pathLst>
              </a:custGeom>
              <a:solidFill>
                <a:srgbClr val="3F6FD5"/>
              </a:solidFill>
              <a:ln w="6350" cap="flat">
                <a:noFill/>
                <a:prstDash val="solid"/>
                <a:miter/>
              </a:ln>
            </p:spPr>
            <p:txBody>
              <a:bodyPr rtlCol="0" anchor="ctr"/>
              <a:lstStyle/>
              <a:p>
                <a:endParaRPr lang="zh-CN" altLang="en-US"/>
              </a:p>
            </p:txBody>
          </p:sp>
          <p:sp>
            <p:nvSpPr>
              <p:cNvPr id="199" name="任意多边形: 形状 198">
                <a:extLst>
                  <a:ext uri="{FF2B5EF4-FFF2-40B4-BE49-F238E27FC236}">
                    <a16:creationId xmlns:a16="http://schemas.microsoft.com/office/drawing/2014/main" id="{88D31A3B-88A7-5B75-8987-52D10F3F063B}"/>
                  </a:ext>
                </a:extLst>
              </p:cNvPr>
              <p:cNvSpPr/>
              <p:nvPr/>
            </p:nvSpPr>
            <p:spPr>
              <a:xfrm>
                <a:off x="6969486" y="2523763"/>
                <a:ext cx="1187011" cy="141401"/>
              </a:xfrm>
              <a:custGeom>
                <a:avLst/>
                <a:gdLst>
                  <a:gd name="connsiteX0" fmla="*/ 0 w 1187011"/>
                  <a:gd name="connsiteY0" fmla="*/ 0 h 141401"/>
                  <a:gd name="connsiteX1" fmla="*/ 1187012 w 1187011"/>
                  <a:gd name="connsiteY1" fmla="*/ 0 h 141401"/>
                  <a:gd name="connsiteX2" fmla="*/ 1187012 w 1187011"/>
                  <a:gd name="connsiteY2" fmla="*/ 141402 h 141401"/>
                  <a:gd name="connsiteX3" fmla="*/ 0 w 1187011"/>
                  <a:gd name="connsiteY3" fmla="*/ 141402 h 141401"/>
                </a:gdLst>
                <a:ahLst/>
                <a:cxnLst>
                  <a:cxn ang="0">
                    <a:pos x="connsiteX0" y="connsiteY0"/>
                  </a:cxn>
                  <a:cxn ang="0">
                    <a:pos x="connsiteX1" y="connsiteY1"/>
                  </a:cxn>
                  <a:cxn ang="0">
                    <a:pos x="connsiteX2" y="connsiteY2"/>
                  </a:cxn>
                  <a:cxn ang="0">
                    <a:pos x="connsiteX3" y="connsiteY3"/>
                  </a:cxn>
                </a:cxnLst>
                <a:rect l="l" t="t" r="r" b="b"/>
                <a:pathLst>
                  <a:path w="1187011" h="141401">
                    <a:moveTo>
                      <a:pt x="0" y="0"/>
                    </a:moveTo>
                    <a:lnTo>
                      <a:pt x="1187012" y="0"/>
                    </a:lnTo>
                    <a:lnTo>
                      <a:pt x="1187012" y="141402"/>
                    </a:lnTo>
                    <a:lnTo>
                      <a:pt x="0" y="141402"/>
                    </a:lnTo>
                    <a:close/>
                  </a:path>
                </a:pathLst>
              </a:custGeom>
              <a:solidFill>
                <a:srgbClr val="3F6FD5"/>
              </a:solidFill>
              <a:ln w="6350" cap="flat">
                <a:noFill/>
                <a:prstDash val="solid"/>
                <a:miter/>
              </a:ln>
            </p:spPr>
            <p:txBody>
              <a:bodyPr rtlCol="0" anchor="ctr"/>
              <a:lstStyle/>
              <a:p>
                <a:endParaRPr lang="zh-CN" altLang="en-US"/>
              </a:p>
            </p:txBody>
          </p:sp>
          <p:sp>
            <p:nvSpPr>
              <p:cNvPr id="200" name="任意多边形: 形状 199">
                <a:extLst>
                  <a:ext uri="{FF2B5EF4-FFF2-40B4-BE49-F238E27FC236}">
                    <a16:creationId xmlns:a16="http://schemas.microsoft.com/office/drawing/2014/main" id="{1C0F1254-8BFE-CDA4-9BA8-271700DD8744}"/>
                  </a:ext>
                </a:extLst>
              </p:cNvPr>
              <p:cNvSpPr/>
              <p:nvPr/>
            </p:nvSpPr>
            <p:spPr>
              <a:xfrm>
                <a:off x="7421130" y="1869700"/>
                <a:ext cx="735368" cy="141401"/>
              </a:xfrm>
              <a:custGeom>
                <a:avLst/>
                <a:gdLst>
                  <a:gd name="connsiteX0" fmla="*/ 0 w 735368"/>
                  <a:gd name="connsiteY0" fmla="*/ 0 h 141401"/>
                  <a:gd name="connsiteX1" fmla="*/ 735368 w 735368"/>
                  <a:gd name="connsiteY1" fmla="*/ 0 h 141401"/>
                  <a:gd name="connsiteX2" fmla="*/ 735368 w 735368"/>
                  <a:gd name="connsiteY2" fmla="*/ 141402 h 141401"/>
                  <a:gd name="connsiteX3" fmla="*/ 0 w 735368"/>
                  <a:gd name="connsiteY3" fmla="*/ 141402 h 141401"/>
                </a:gdLst>
                <a:ahLst/>
                <a:cxnLst>
                  <a:cxn ang="0">
                    <a:pos x="connsiteX0" y="connsiteY0"/>
                  </a:cxn>
                  <a:cxn ang="0">
                    <a:pos x="connsiteX1" y="connsiteY1"/>
                  </a:cxn>
                  <a:cxn ang="0">
                    <a:pos x="connsiteX2" y="connsiteY2"/>
                  </a:cxn>
                  <a:cxn ang="0">
                    <a:pos x="connsiteX3" y="connsiteY3"/>
                  </a:cxn>
                </a:cxnLst>
                <a:rect l="l" t="t" r="r" b="b"/>
                <a:pathLst>
                  <a:path w="735368" h="141401">
                    <a:moveTo>
                      <a:pt x="0" y="0"/>
                    </a:moveTo>
                    <a:lnTo>
                      <a:pt x="735368" y="0"/>
                    </a:lnTo>
                    <a:lnTo>
                      <a:pt x="735368" y="141402"/>
                    </a:lnTo>
                    <a:lnTo>
                      <a:pt x="0" y="141402"/>
                    </a:lnTo>
                    <a:close/>
                  </a:path>
                </a:pathLst>
              </a:custGeom>
              <a:solidFill>
                <a:srgbClr val="3F6FD5"/>
              </a:solidFill>
              <a:ln w="6350" cap="flat">
                <a:noFill/>
                <a:prstDash val="solid"/>
                <a:miter/>
              </a:ln>
            </p:spPr>
            <p:txBody>
              <a:bodyPr rtlCol="0" anchor="ctr"/>
              <a:lstStyle/>
              <a:p>
                <a:endParaRPr lang="zh-CN" altLang="en-US"/>
              </a:p>
            </p:txBody>
          </p:sp>
        </p:grpSp>
      </p:grpSp>
      <p:sp>
        <p:nvSpPr>
          <p:cNvPr id="5" name="016aed74-051e-4c15-b8e4-51c826cbacbf"/>
          <p:cNvSpPr>
            <a:spLocks noGrp="1"/>
          </p:cNvSpPr>
          <p:nvPr>
            <p:ph type="ctrTitle" hasCustomPrompt="1"/>
          </p:nvPr>
        </p:nvSpPr>
        <p:spPr>
          <a:xfrm>
            <a:off x="660399" y="1130300"/>
            <a:ext cx="6221665" cy="2920955"/>
          </a:xfrm>
          <a:prstGeom prst="rect">
            <a:avLst/>
          </a:prstGeom>
        </p:spPr>
        <p:txBody>
          <a:bodyPr wrap="square" anchor="b">
            <a:normAutofit/>
          </a:bodyPr>
          <a:lstStyle>
            <a:lvl1pPr>
              <a:lnSpc>
                <a:spcPct val="100000"/>
              </a:lnSpc>
              <a:defRPr sz="8000">
                <a:ln w="19050">
                  <a:noFill/>
                </a:ln>
                <a:solidFill>
                  <a:schemeClr val="tx1"/>
                </a:solidFill>
              </a:defRPr>
            </a:lvl1pPr>
          </a:lstStyle>
          <a:p>
            <a:pPr lvl="0"/>
            <a:r>
              <a:rPr lang="zh-CN" altLang="en-US" dirty="0"/>
              <a:t>Click to add title</a:t>
            </a:r>
            <a:endParaRPr lang="en-US" dirty="0"/>
          </a:p>
        </p:txBody>
      </p:sp>
      <p:sp>
        <p:nvSpPr>
          <p:cNvPr id="4" name="文本占位符 3"/>
          <p:cNvSpPr>
            <a:spLocks noGrp="1"/>
          </p:cNvSpPr>
          <p:nvPr>
            <p:ph type="body" sz="quarter" idx="13" hasCustomPrompt="1"/>
          </p:nvPr>
        </p:nvSpPr>
        <p:spPr>
          <a:xfrm>
            <a:off x="660399" y="5580102"/>
            <a:ext cx="6221665" cy="276999"/>
          </a:xfrm>
          <a:prstGeom prst="rect">
            <a:avLst/>
          </a:prstGeom>
        </p:spPr>
        <p:txBody>
          <a:bodyPr wrap="square" lIns="90000">
            <a:normAutofit/>
          </a:bodyPr>
          <a:lstStyle>
            <a:lvl1pPr marL="0" indent="0" algn="l">
              <a:lnSpc>
                <a:spcPct val="100000"/>
              </a:lnSpc>
              <a:buNone/>
              <a:defRPr sz="1200">
                <a:solidFill>
                  <a:srgbClr val="000000"/>
                </a:solidFill>
              </a:defRPr>
            </a:lvl1pPr>
          </a:lstStyle>
          <a:p>
            <a:pPr lvl="0"/>
            <a:r>
              <a:rPr lang="zh-CN" altLang="en-US" dirty="0"/>
              <a:t>Presenter name</a:t>
            </a:r>
            <a:endParaRPr lang="en-US" dirty="0"/>
          </a:p>
        </p:txBody>
      </p:sp>
      <p:sp>
        <p:nvSpPr>
          <p:cNvPr id="7" name="文本占位符 6"/>
          <p:cNvSpPr>
            <a:spLocks noGrp="1"/>
          </p:cNvSpPr>
          <p:nvPr>
            <p:ph type="body" sz="quarter" idx="14" hasCustomPrompt="1"/>
          </p:nvPr>
        </p:nvSpPr>
        <p:spPr>
          <a:xfrm>
            <a:off x="660399" y="5857101"/>
            <a:ext cx="6221665" cy="276999"/>
          </a:xfrm>
          <a:prstGeom prst="rect">
            <a:avLst/>
          </a:prstGeom>
        </p:spPr>
        <p:txBody>
          <a:bodyPr wrap="none">
            <a:normAutofit/>
          </a:bodyPr>
          <a:lstStyle>
            <a:lvl1pPr marL="0" indent="0" algn="l">
              <a:lnSpc>
                <a:spcPct val="100000"/>
              </a:lnSpc>
              <a:buNone/>
              <a:defRPr sz="1200">
                <a:solidFill>
                  <a:srgbClr val="000000"/>
                </a:solidFill>
              </a:defRPr>
            </a:lvl1pPr>
          </a:lstStyle>
          <a:p>
            <a:pPr lvl="0"/>
            <a:r>
              <a:rPr lang="zh-CN" altLang="en-US" dirty="0"/>
              <a:t>20XX.XX.XX</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 Master">
    <p:bg>
      <p:bgPr>
        <a:solidFill>
          <a:schemeClr val="accent1">
            <a:lumMod val="20000"/>
            <a:lumOff val="80000"/>
            <a:alpha val="50000"/>
          </a:schemeClr>
        </a:solidFill>
        <a:effectLst/>
      </p:bgPr>
    </p:bg>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A2B40703-2750-F87B-ED80-1E6511C5462F}"/>
              </a:ext>
            </a:extLst>
          </p:cNvPr>
          <p:cNvGrpSpPr/>
          <p:nvPr userDrawn="1"/>
        </p:nvGrpSpPr>
        <p:grpSpPr>
          <a:xfrm>
            <a:off x="-12700" y="613362"/>
            <a:ext cx="12204700" cy="6244638"/>
            <a:chOff x="-12700" y="613362"/>
            <a:chExt cx="12204700" cy="6244638"/>
          </a:xfrm>
        </p:grpSpPr>
        <p:sp>
          <p:nvSpPr>
            <p:cNvPr id="15" name="矩形 14">
              <a:extLst>
                <a:ext uri="{FF2B5EF4-FFF2-40B4-BE49-F238E27FC236}">
                  <a16:creationId xmlns:a16="http://schemas.microsoft.com/office/drawing/2014/main" id="{E8FEDBDA-07F8-8728-934D-9AA4A2EB0C6A}"/>
                </a:ext>
              </a:extLst>
            </p:cNvPr>
            <p:cNvSpPr/>
            <p:nvPr userDrawn="1"/>
          </p:nvSpPr>
          <p:spPr>
            <a:xfrm>
              <a:off x="-12700" y="6538077"/>
              <a:ext cx="12204700" cy="31992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3" name="组合 12">
              <a:extLst>
                <a:ext uri="{FF2B5EF4-FFF2-40B4-BE49-F238E27FC236}">
                  <a16:creationId xmlns:a16="http://schemas.microsoft.com/office/drawing/2014/main" id="{1CED2522-0B28-0FA2-C5A8-C69C87618215}"/>
                </a:ext>
              </a:extLst>
            </p:cNvPr>
            <p:cNvGrpSpPr/>
            <p:nvPr userDrawn="1"/>
          </p:nvGrpSpPr>
          <p:grpSpPr>
            <a:xfrm>
              <a:off x="10558052" y="613362"/>
              <a:ext cx="1016622" cy="482695"/>
              <a:chOff x="10558052" y="613362"/>
              <a:chExt cx="1016622" cy="482695"/>
            </a:xfrm>
          </p:grpSpPr>
          <p:sp>
            <p:nvSpPr>
              <p:cNvPr id="7" name="任意多边形: 形状 6">
                <a:extLst>
                  <a:ext uri="{FF2B5EF4-FFF2-40B4-BE49-F238E27FC236}">
                    <a16:creationId xmlns:a16="http://schemas.microsoft.com/office/drawing/2014/main" id="{C2E421AA-8AD1-7D8D-ABFD-A308CD7C4111}"/>
                  </a:ext>
                </a:extLst>
              </p:cNvPr>
              <p:cNvSpPr/>
              <p:nvPr userDrawn="1"/>
            </p:nvSpPr>
            <p:spPr>
              <a:xfrm>
                <a:off x="10558052" y="613362"/>
                <a:ext cx="376428" cy="482695"/>
              </a:xfrm>
              <a:custGeom>
                <a:avLst/>
                <a:gdLst>
                  <a:gd name="connsiteX0" fmla="*/ 0 w 376428"/>
                  <a:gd name="connsiteY0" fmla="*/ 0 h 482695"/>
                  <a:gd name="connsiteX1" fmla="*/ 376428 w 376428"/>
                  <a:gd name="connsiteY1" fmla="*/ 234188 h 482695"/>
                  <a:gd name="connsiteX2" fmla="*/ 0 w 376428"/>
                  <a:gd name="connsiteY2" fmla="*/ 482695 h 482695"/>
                </a:gdLst>
                <a:ahLst/>
                <a:cxnLst>
                  <a:cxn ang="0">
                    <a:pos x="connsiteX0" y="connsiteY0"/>
                  </a:cxn>
                  <a:cxn ang="0">
                    <a:pos x="connsiteX1" y="connsiteY1"/>
                  </a:cxn>
                  <a:cxn ang="0">
                    <a:pos x="connsiteX2" y="connsiteY2"/>
                  </a:cxn>
                </a:cxnLst>
                <a:rect l="l" t="t" r="r" b="b"/>
                <a:pathLst>
                  <a:path w="376428" h="482695">
                    <a:moveTo>
                      <a:pt x="0" y="0"/>
                    </a:moveTo>
                    <a:lnTo>
                      <a:pt x="376428" y="234188"/>
                    </a:lnTo>
                    <a:lnTo>
                      <a:pt x="0" y="482695"/>
                    </a:lnTo>
                    <a:close/>
                  </a:path>
                </a:pathLst>
              </a:custGeom>
              <a:solidFill>
                <a:schemeClr val="accent1"/>
              </a:solidFill>
              <a:ln w="6350" cap="flat">
                <a:noFill/>
                <a:prstDash val="solid"/>
                <a:miter/>
              </a:ln>
            </p:spPr>
            <p:txBody>
              <a:bodyPr rtlCol="0" anchor="ctr"/>
              <a:lstStyle/>
              <a:p>
                <a:endParaRPr lang="zh-CN" altLang="en-US"/>
              </a:p>
            </p:txBody>
          </p:sp>
          <p:sp>
            <p:nvSpPr>
              <p:cNvPr id="8" name="任意多边形: 形状 7">
                <a:extLst>
                  <a:ext uri="{FF2B5EF4-FFF2-40B4-BE49-F238E27FC236}">
                    <a16:creationId xmlns:a16="http://schemas.microsoft.com/office/drawing/2014/main" id="{D8A1EB2F-31EE-954C-7375-55F9BC09B984}"/>
                  </a:ext>
                </a:extLst>
              </p:cNvPr>
              <p:cNvSpPr/>
              <p:nvPr userDrawn="1"/>
            </p:nvSpPr>
            <p:spPr>
              <a:xfrm>
                <a:off x="10873469" y="613362"/>
                <a:ext cx="376428" cy="482695"/>
              </a:xfrm>
              <a:custGeom>
                <a:avLst/>
                <a:gdLst>
                  <a:gd name="connsiteX0" fmla="*/ 0 w 376428"/>
                  <a:gd name="connsiteY0" fmla="*/ 0 h 482695"/>
                  <a:gd name="connsiteX1" fmla="*/ 376428 w 376428"/>
                  <a:gd name="connsiteY1" fmla="*/ 234188 h 482695"/>
                  <a:gd name="connsiteX2" fmla="*/ 0 w 376428"/>
                  <a:gd name="connsiteY2" fmla="*/ 482695 h 482695"/>
                </a:gdLst>
                <a:ahLst/>
                <a:cxnLst>
                  <a:cxn ang="0">
                    <a:pos x="connsiteX0" y="connsiteY0"/>
                  </a:cxn>
                  <a:cxn ang="0">
                    <a:pos x="connsiteX1" y="connsiteY1"/>
                  </a:cxn>
                  <a:cxn ang="0">
                    <a:pos x="connsiteX2" y="connsiteY2"/>
                  </a:cxn>
                </a:cxnLst>
                <a:rect l="l" t="t" r="r" b="b"/>
                <a:pathLst>
                  <a:path w="376428" h="482695">
                    <a:moveTo>
                      <a:pt x="0" y="0"/>
                    </a:moveTo>
                    <a:lnTo>
                      <a:pt x="376428" y="234188"/>
                    </a:lnTo>
                    <a:lnTo>
                      <a:pt x="0" y="482695"/>
                    </a:lnTo>
                    <a:close/>
                  </a:path>
                </a:pathLst>
              </a:custGeom>
              <a:solidFill>
                <a:schemeClr val="accent1"/>
              </a:solidFill>
              <a:ln w="6350" cap="flat">
                <a:noFill/>
                <a:prstDash val="solid"/>
                <a:miter/>
              </a:ln>
            </p:spPr>
            <p:txBody>
              <a:bodyPr rtlCol="0" anchor="ctr"/>
              <a:lstStyle/>
              <a:p>
                <a:endParaRPr lang="zh-CN" altLang="en-US"/>
              </a:p>
            </p:txBody>
          </p:sp>
          <p:sp>
            <p:nvSpPr>
              <p:cNvPr id="9" name="任意多边形: 形状 8">
                <a:extLst>
                  <a:ext uri="{FF2B5EF4-FFF2-40B4-BE49-F238E27FC236}">
                    <a16:creationId xmlns:a16="http://schemas.microsoft.com/office/drawing/2014/main" id="{5D9C3BED-9BC2-23E4-C3AA-A4839B429C3B}"/>
                  </a:ext>
                </a:extLst>
              </p:cNvPr>
              <p:cNvSpPr/>
              <p:nvPr userDrawn="1"/>
            </p:nvSpPr>
            <p:spPr>
              <a:xfrm>
                <a:off x="11198246" y="613362"/>
                <a:ext cx="376428" cy="482695"/>
              </a:xfrm>
              <a:custGeom>
                <a:avLst/>
                <a:gdLst>
                  <a:gd name="connsiteX0" fmla="*/ 0 w 376428"/>
                  <a:gd name="connsiteY0" fmla="*/ 0 h 482695"/>
                  <a:gd name="connsiteX1" fmla="*/ 376428 w 376428"/>
                  <a:gd name="connsiteY1" fmla="*/ 234188 h 482695"/>
                  <a:gd name="connsiteX2" fmla="*/ 0 w 376428"/>
                  <a:gd name="connsiteY2" fmla="*/ 482695 h 482695"/>
                </a:gdLst>
                <a:ahLst/>
                <a:cxnLst>
                  <a:cxn ang="0">
                    <a:pos x="connsiteX0" y="connsiteY0"/>
                  </a:cxn>
                  <a:cxn ang="0">
                    <a:pos x="connsiteX1" y="connsiteY1"/>
                  </a:cxn>
                  <a:cxn ang="0">
                    <a:pos x="connsiteX2" y="connsiteY2"/>
                  </a:cxn>
                </a:cxnLst>
                <a:rect l="l" t="t" r="r" b="b"/>
                <a:pathLst>
                  <a:path w="376428" h="482695">
                    <a:moveTo>
                      <a:pt x="0" y="0"/>
                    </a:moveTo>
                    <a:lnTo>
                      <a:pt x="376428" y="234188"/>
                    </a:lnTo>
                    <a:lnTo>
                      <a:pt x="0" y="482695"/>
                    </a:lnTo>
                    <a:close/>
                  </a:path>
                </a:pathLst>
              </a:custGeom>
              <a:solidFill>
                <a:schemeClr val="accent1"/>
              </a:solidFill>
              <a:ln w="6350" cap="flat">
                <a:noFill/>
                <a:prstDash val="solid"/>
                <a:miter/>
              </a:ln>
            </p:spPr>
            <p:txBody>
              <a:bodyPr rtlCol="0" anchor="ctr"/>
              <a:lstStyle/>
              <a:p>
                <a:endParaRPr lang="zh-CN" altLang="en-US"/>
              </a:p>
            </p:txBody>
          </p:sp>
        </p:grpSp>
      </p:grpSp>
      <p:sp>
        <p:nvSpPr>
          <p:cNvPr id="2" name="01317c66-5c9a-44ef-8e6a-f28294f1e6c6"/>
          <p:cNvSpPr>
            <a:spLocks noGrp="1"/>
          </p:cNvSpPr>
          <p:nvPr userDrawn="1">
            <p:ph type="title"/>
          </p:nvPr>
        </p:nvSpPr>
        <p:spPr>
          <a:xfrm>
            <a:off x="660400" y="128587"/>
            <a:ext cx="10858500" cy="900112"/>
          </a:xfrm>
          <a:prstGeom prst="rect">
            <a:avLst/>
          </a:prstGeom>
        </p:spPr>
        <p:txBody>
          <a:bodyPr vert="horz" lIns="91440" tIns="45720" rIns="91440" bIns="45720" rtlCol="0" anchor="b">
            <a:normAutofit/>
          </a:bodyPr>
          <a:lstStyle/>
          <a:p>
            <a:pPr lvl="0"/>
            <a:r>
              <a:rPr lang="en-US"/>
              <a:t>Click to add title</a:t>
            </a:r>
          </a:p>
        </p:txBody>
      </p:sp>
      <p:sp>
        <p:nvSpPr>
          <p:cNvPr id="3" name="文本占位符 2"/>
          <p:cNvSpPr>
            <a:spLocks noGrp="1"/>
          </p:cNvSpPr>
          <p:nvPr userDrawn="1">
            <p:ph type="body" idx="1"/>
          </p:nvPr>
        </p:nvSpPr>
        <p:spPr>
          <a:xfrm>
            <a:off x="660400" y="1130300"/>
            <a:ext cx="10858500" cy="5003800"/>
          </a:xfrm>
          <a:prstGeom prst="rect">
            <a:avLst/>
          </a:prstGeom>
        </p:spPr>
        <p:txBody>
          <a:bodyPr vert="horz" lIns="91440" tIns="45720" rIns="91440" bIns="45720" rtlCol="0">
            <a:normAutofit/>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userDrawn="1">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5" name="页脚占位符 4"/>
          <p:cNvSpPr>
            <a:spLocks noGrp="1"/>
          </p:cNvSpPr>
          <p:nvPr userDrawn="1">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灯片编号占位符 5"/>
          <p:cNvSpPr>
            <a:spLocks noGrp="1"/>
          </p:cNvSpPr>
          <p:nvPr userDrawn="1">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1" r:id="rId4"/>
    <p:sldLayoutId id="2147483654" r:id="rId5"/>
    <p:sldLayoutId id="2147483655" r:id="rId6"/>
    <p:sldLayoutId id="2147483657" r:id="rId7"/>
  </p:sldLayoutIdLst>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5.xml"/><Relationship Id="rId1" Type="http://schemas.openxmlformats.org/officeDocument/2006/relationships/themeOverride" Target="../theme/themeOverride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5.xml"/><Relationship Id="rId1" Type="http://schemas.openxmlformats.org/officeDocument/2006/relationships/themeOverride" Target="../theme/themeOverride5.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5.xml"/><Relationship Id="rId1" Type="http://schemas.openxmlformats.org/officeDocument/2006/relationships/themeOverride" Target="../theme/themeOverride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hemeOverride" Target="../theme/themeOverride8.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5.xml"/><Relationship Id="rId1" Type="http://schemas.openxmlformats.org/officeDocument/2006/relationships/themeOverride" Target="../theme/themeOverride9.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hemeOverride" Target="../theme/themeOverr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5.xml"/><Relationship Id="rId1" Type="http://schemas.openxmlformats.org/officeDocument/2006/relationships/themeOverride" Target="../theme/themeOverride11.xml"/><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5.xml"/><Relationship Id="rId1" Type="http://schemas.openxmlformats.org/officeDocument/2006/relationships/themeOverride" Target="../theme/themeOverride1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5.xml"/><Relationship Id="rId1" Type="http://schemas.openxmlformats.org/officeDocument/2006/relationships/themeOverride" Target="../theme/themeOverride1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hemeOverride" Target="../theme/themeOverr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5.xml"/><Relationship Id="rId1" Type="http://schemas.openxmlformats.org/officeDocument/2006/relationships/themeOverride" Target="../theme/themeOverr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slideLayout" Target="../slideLayouts/slideLayout5.xml"/><Relationship Id="rId1" Type="http://schemas.openxmlformats.org/officeDocument/2006/relationships/themeOverride" Target="../theme/themeOverride1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8.xml"/></Relationships>
</file>

<file path=ppt/slides/_rels/slide19.xml.rels>&#65279;<?xml version="1.0" encoding="utf-8"?><Relationships xmlns="http://schemas.openxmlformats.org/package/2006/relationships"><Relationship Type="http://schemas.openxmlformats.org/officeDocument/2006/relationships/image" Target="/ppt/media/image212.png" Id="rId8" /><Relationship Type="http://schemas.openxmlformats.org/officeDocument/2006/relationships/image" Target="/ppt/media/image613.png" Id="rId13" /><Relationship Type="http://schemas.openxmlformats.org/officeDocument/2006/relationships/image" Target="/ppt/media/image514.png" Id="rId12" /><Relationship Type="http://schemas.openxmlformats.org/officeDocument/2006/relationships/image" Target="/ppt/media/image415.png" Id="rId11" /><Relationship Type="http://schemas.openxmlformats.org/officeDocument/2006/relationships/image" Target="/ppt/media/image316.png" Id="rId10" /><Relationship Type="http://schemas.openxmlformats.org/officeDocument/2006/relationships/image" Target="/ppt/media/image73.jpg" Id="rId14" /><Relationship Type="http://schemas.openxmlformats.org/officeDocument/2006/relationships/hyperlink" Target="http://www.islide.cc/" TargetMode="External" Id="rId3" /><Relationship Type="http://schemas.openxmlformats.org/officeDocument/2006/relationships/hyperlink" Target="https://qr10.cn/AvcOJF" TargetMode="External" Id="rId7" /><Relationship Type="http://schemas.openxmlformats.org/officeDocument/2006/relationships/hyperlink" Target="https://qr10.cn/AJClXH" TargetMode="External" Id="rId6" /><Relationship Type="http://schemas.openxmlformats.org/officeDocument/2006/relationships/hyperlink" Target="https://qr10.cn/BlrYkD" TargetMode="External" Id="rId5" /><Relationship Type="http://schemas.openxmlformats.org/officeDocument/2006/relationships/hyperlink" Target="https://qr10.cn/EqbapX" TargetMode="External" Id="rId4" /><Relationship Type="http://schemas.openxmlformats.org/officeDocument/2006/relationships/hyperlink" Target="https://www.toutiao.com/c/user/token/MS4wLjABAAAA4iEx56C0_-0TYakxi5ZDzkL63vnOXTDA_u8TGCGhUo4/?source=m_redirect" TargetMode="External" Id="rId9" /><Relationship Type="http://schemas.openxmlformats.org/officeDocument/2006/relationships/slideLayout" Target="/ppt/slideLayouts/slideLayout6.xml" Id="R96a87475cacd45b2" /></Relationships>
</file>

<file path=ppt/slides/_rels/slide20.xml.rels>&#65279;<?xml version="1.0" encoding="utf-8"?><Relationships xmlns="http://schemas.openxmlformats.org/package/2006/relationships"><Relationship Type="http://schemas.openxmlformats.org/officeDocument/2006/relationships/image" Target="/ppt/media/image117.png" Id="rId5" /><Relationship Type="http://schemas.openxmlformats.org/officeDocument/2006/relationships/hyperlink" Target="http://www.islide.cc/" TargetMode="External" Id="rId3" /><Relationship Type="http://schemas.openxmlformats.org/officeDocument/2006/relationships/hyperlink" Target="https://www.islide.cc/" TargetMode="External" Id="rId4" /><Relationship Type="http://schemas.openxmlformats.org/officeDocument/2006/relationships/slideLayout" Target="/ppt/slideLayouts/slideLayout6.xml" Id="Rc52243471fc84ab3"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845155" y="1130300"/>
            <a:ext cx="6036910" cy="2339975"/>
          </a:xfrm>
        </p:spPr>
        <p:txBody>
          <a:bodyPr/>
          <a:lstStyle/>
          <a:p>
            <a:r>
              <a:rPr lang="zh-CN" altLang="en-US" sz="7200" dirty="0"/>
              <a:t>通用行业</a:t>
            </a:r>
            <a:br>
              <a:rPr lang="en-US" altLang="zh-CN" dirty="0"/>
            </a:br>
            <a:r>
              <a:rPr lang="zh-CN" altLang="en-US" dirty="0"/>
              <a:t>季度总结汇报</a:t>
            </a:r>
            <a:endParaRPr lang="en-US" dirty="0"/>
          </a:p>
        </p:txBody>
      </p:sp>
      <p:sp>
        <p:nvSpPr>
          <p:cNvPr id="9" name="副标题 8"/>
          <p:cNvSpPr>
            <a:spLocks noGrp="1"/>
          </p:cNvSpPr>
          <p:nvPr>
            <p:ph type="subTitle" sz="quarter" idx="1" hasCustomPrompt="1"/>
          </p:nvPr>
        </p:nvSpPr>
        <p:spPr>
          <a:xfrm>
            <a:off x="847103" y="3719874"/>
            <a:ext cx="6034962" cy="547791"/>
          </a:xfrm>
        </p:spPr>
        <p:txBody>
          <a:bodyPr>
            <a:normAutofit/>
          </a:bodyPr>
          <a:lstStyle/>
          <a:p>
            <a:r>
              <a:rPr lang="zh-CN" altLang="en-US" dirty="0"/>
              <a:t>本季度通用行业总结汇报，涵盖主要业务进展</a:t>
            </a:r>
            <a:endParaRPr lang="en-US" dirty="0"/>
          </a:p>
        </p:txBody>
      </p:sp>
      <p:sp>
        <p:nvSpPr>
          <p:cNvPr id="4" name="文本占位符 3"/>
          <p:cNvSpPr>
            <a:spLocks noGrp="1"/>
          </p:cNvSpPr>
          <p:nvPr>
            <p:ph type="body" sz="quarter" idx="13" hasCustomPrompt="1"/>
          </p:nvPr>
        </p:nvSpPr>
        <p:spPr>
          <a:xfrm>
            <a:off x="847103" y="5580102"/>
            <a:ext cx="5771593" cy="276999"/>
          </a:xfrm>
        </p:spPr>
        <p:txBody>
          <a:bodyPr/>
          <a:lstStyle/>
          <a:p>
            <a:r>
              <a:rPr lang="zh-CN" altLang="en-US" dirty="0"/>
              <a:t>Presenter name</a:t>
            </a:r>
            <a:endParaRPr lang="en-US" dirty="0"/>
          </a:p>
        </p:txBody>
      </p:sp>
      <p:sp>
        <p:nvSpPr>
          <p:cNvPr id="7" name="文本占位符 6"/>
          <p:cNvSpPr>
            <a:spLocks noGrp="1"/>
          </p:cNvSpPr>
          <p:nvPr>
            <p:ph type="body" sz="quarter" idx="14" hasCustomPrompt="1"/>
          </p:nvPr>
        </p:nvSpPr>
        <p:spPr>
          <a:xfrm>
            <a:off x="847103" y="5857101"/>
            <a:ext cx="5771593" cy="276999"/>
          </a:xfrm>
        </p:spPr>
        <p:txBody>
          <a:bodyPr/>
          <a:lstStyle/>
          <a:p>
            <a:r>
              <a:rPr lang="zh-CN" altLang="en-US" dirty="0"/>
              <a:t>20XX.XX.XX</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6" name="组合 345">
            <a:extLst>
              <a:ext uri="{FF2B5EF4-FFF2-40B4-BE49-F238E27FC236}">
                <a16:creationId xmlns:a16="http://schemas.microsoft.com/office/drawing/2014/main" id="{BBCFCD3C-EDA5-03D4-E5D3-A158D6EFA421}"/>
              </a:ext>
            </a:extLst>
          </p:cNvPr>
          <p:cNvGrpSpPr/>
          <p:nvPr/>
        </p:nvGrpSpPr>
        <p:grpSpPr>
          <a:xfrm>
            <a:off x="-12700" y="196257"/>
            <a:ext cx="12204700" cy="6661743"/>
            <a:chOff x="-12700" y="196257"/>
            <a:chExt cx="12204700" cy="6661743"/>
          </a:xfrm>
        </p:grpSpPr>
        <p:sp>
          <p:nvSpPr>
            <p:cNvPr id="231" name="矩形 230">
              <a:extLst>
                <a:ext uri="{FF2B5EF4-FFF2-40B4-BE49-F238E27FC236}">
                  <a16:creationId xmlns:a16="http://schemas.microsoft.com/office/drawing/2014/main" id="{67F4B130-DB01-6BCA-1D5D-2BE9BCA518E9}"/>
                </a:ext>
              </a:extLst>
            </p:cNvPr>
            <p:cNvSpPr/>
            <p:nvPr/>
          </p:nvSpPr>
          <p:spPr>
            <a:xfrm>
              <a:off x="-12700" y="3727861"/>
              <a:ext cx="12204700" cy="31301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9" name="图形 8">
              <a:extLst>
                <a:ext uri="{FF2B5EF4-FFF2-40B4-BE49-F238E27FC236}">
                  <a16:creationId xmlns:a16="http://schemas.microsoft.com/office/drawing/2014/main" id="{B498C35E-86FD-0C75-6D04-4036A404ACE7}"/>
                </a:ext>
              </a:extLst>
            </p:cNvPr>
            <p:cNvGrpSpPr/>
            <p:nvPr/>
          </p:nvGrpSpPr>
          <p:grpSpPr>
            <a:xfrm flipH="1" flipV="1">
              <a:off x="637669" y="466942"/>
              <a:ext cx="4813927" cy="5753518"/>
              <a:chOff x="6944779" y="453428"/>
              <a:chExt cx="4813927" cy="6009016"/>
            </a:xfrm>
          </p:grpSpPr>
          <p:sp>
            <p:nvSpPr>
              <p:cNvPr id="20" name="任意多边形: 形状 19">
                <a:extLst>
                  <a:ext uri="{FF2B5EF4-FFF2-40B4-BE49-F238E27FC236}">
                    <a16:creationId xmlns:a16="http://schemas.microsoft.com/office/drawing/2014/main" id="{8077037B-99F6-E388-9457-D423EF7D3BBD}"/>
                  </a:ext>
                </a:extLst>
              </p:cNvPr>
              <p:cNvSpPr/>
              <p:nvPr/>
            </p:nvSpPr>
            <p:spPr>
              <a:xfrm rot="-5400000">
                <a:off x="8161471" y="2860456"/>
                <a:ext cx="1195870" cy="1195876"/>
              </a:xfrm>
              <a:custGeom>
                <a:avLst/>
                <a:gdLst>
                  <a:gd name="connsiteX0" fmla="*/ 0 w 1195870"/>
                  <a:gd name="connsiteY0" fmla="*/ 0 h 1195876"/>
                  <a:gd name="connsiteX1" fmla="*/ 1195871 w 1195870"/>
                  <a:gd name="connsiteY1" fmla="*/ 0 h 1195876"/>
                  <a:gd name="connsiteX2" fmla="*/ 1195871 w 1195870"/>
                  <a:gd name="connsiteY2" fmla="*/ 1195877 h 1195876"/>
                  <a:gd name="connsiteX3" fmla="*/ 0 w 1195870"/>
                  <a:gd name="connsiteY3" fmla="*/ 1195877 h 1195876"/>
                </a:gdLst>
                <a:ahLst/>
                <a:cxnLst>
                  <a:cxn ang="0">
                    <a:pos x="connsiteX0" y="connsiteY0"/>
                  </a:cxn>
                  <a:cxn ang="0">
                    <a:pos x="connsiteX1" y="connsiteY1"/>
                  </a:cxn>
                  <a:cxn ang="0">
                    <a:pos x="connsiteX2" y="connsiteY2"/>
                  </a:cxn>
                  <a:cxn ang="0">
                    <a:pos x="connsiteX3" y="connsiteY3"/>
                  </a:cxn>
                </a:cxnLst>
                <a:rect l="l" t="t" r="r" b="b"/>
                <a:pathLst>
                  <a:path w="1195870" h="1195876">
                    <a:moveTo>
                      <a:pt x="0" y="0"/>
                    </a:moveTo>
                    <a:lnTo>
                      <a:pt x="1195871" y="0"/>
                    </a:lnTo>
                    <a:lnTo>
                      <a:pt x="1195871" y="1195877"/>
                    </a:lnTo>
                    <a:lnTo>
                      <a:pt x="0" y="1195877"/>
                    </a:lnTo>
                    <a:close/>
                  </a:path>
                </a:pathLst>
              </a:custGeom>
              <a:solidFill>
                <a:srgbClr val="DC4245"/>
              </a:solidFill>
              <a:ln w="6350" cap="flat">
                <a:noFill/>
                <a:prstDash val="solid"/>
                <a:miter/>
              </a:ln>
            </p:spPr>
            <p:txBody>
              <a:bodyPr rtlCol="0" anchor="ctr"/>
              <a:lstStyle/>
              <a:p>
                <a:endParaRPr lang="zh-CN" altLang="en-US"/>
              </a:p>
            </p:txBody>
          </p:sp>
          <p:sp>
            <p:nvSpPr>
              <p:cNvPr id="21" name="任意多边形: 形状 20">
                <a:extLst>
                  <a:ext uri="{FF2B5EF4-FFF2-40B4-BE49-F238E27FC236}">
                    <a16:creationId xmlns:a16="http://schemas.microsoft.com/office/drawing/2014/main" id="{F9C04038-9536-9930-B2FA-5BC508EBFF8A}"/>
                  </a:ext>
                </a:extLst>
              </p:cNvPr>
              <p:cNvSpPr/>
              <p:nvPr/>
            </p:nvSpPr>
            <p:spPr>
              <a:xfrm rot="-5400000">
                <a:off x="8161465" y="4056325"/>
                <a:ext cx="1195876" cy="1195876"/>
              </a:xfrm>
              <a:custGeom>
                <a:avLst/>
                <a:gdLst>
                  <a:gd name="connsiteX0" fmla="*/ 0 w 1195876"/>
                  <a:gd name="connsiteY0" fmla="*/ 0 h 1195876"/>
                  <a:gd name="connsiteX1" fmla="*/ 1195877 w 1195876"/>
                  <a:gd name="connsiteY1" fmla="*/ 0 h 1195876"/>
                  <a:gd name="connsiteX2" fmla="*/ 1195877 w 1195876"/>
                  <a:gd name="connsiteY2" fmla="*/ 1195877 h 1195876"/>
                  <a:gd name="connsiteX3" fmla="*/ 0 w 1195876"/>
                  <a:gd name="connsiteY3" fmla="*/ 1195877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7"/>
                    </a:lnTo>
                    <a:lnTo>
                      <a:pt x="0" y="1195877"/>
                    </a:lnTo>
                    <a:close/>
                  </a:path>
                </a:pathLst>
              </a:custGeom>
              <a:solidFill>
                <a:srgbClr val="FBF5E2"/>
              </a:solidFill>
              <a:ln w="6350" cap="flat">
                <a:noFill/>
                <a:prstDash val="solid"/>
                <a:miter/>
              </a:ln>
            </p:spPr>
            <p:txBody>
              <a:bodyPr rtlCol="0" anchor="ctr"/>
              <a:lstStyle/>
              <a:p>
                <a:endParaRPr lang="zh-CN" altLang="en-US"/>
              </a:p>
            </p:txBody>
          </p:sp>
          <p:sp>
            <p:nvSpPr>
              <p:cNvPr id="22" name="任意多边形: 形状 21">
                <a:extLst>
                  <a:ext uri="{FF2B5EF4-FFF2-40B4-BE49-F238E27FC236}">
                    <a16:creationId xmlns:a16="http://schemas.microsoft.com/office/drawing/2014/main" id="{0F1EB9F0-FB20-346A-C084-F9A3A7A98D09}"/>
                  </a:ext>
                </a:extLst>
              </p:cNvPr>
              <p:cNvSpPr/>
              <p:nvPr/>
            </p:nvSpPr>
            <p:spPr>
              <a:xfrm>
                <a:off x="6962343" y="463797"/>
                <a:ext cx="1195876" cy="1195870"/>
              </a:xfrm>
              <a:custGeom>
                <a:avLst/>
                <a:gdLst>
                  <a:gd name="connsiteX0" fmla="*/ 0 w 1195876"/>
                  <a:gd name="connsiteY0" fmla="*/ 1195870 h 1195870"/>
                  <a:gd name="connsiteX1" fmla="*/ 0 w 1195876"/>
                  <a:gd name="connsiteY1" fmla="*/ 0 h 1195870"/>
                  <a:gd name="connsiteX2" fmla="*/ 1195877 w 1195876"/>
                  <a:gd name="connsiteY2" fmla="*/ 0 h 1195870"/>
                  <a:gd name="connsiteX3" fmla="*/ 1195877 w 1195876"/>
                  <a:gd name="connsiteY3" fmla="*/ 521799 h 1195870"/>
                  <a:gd name="connsiteX4" fmla="*/ 521805 w 1195876"/>
                  <a:gd name="connsiteY4" fmla="*/ 1195870 h 1195870"/>
                  <a:gd name="connsiteX5" fmla="*/ 0 w 1195876"/>
                  <a:gd name="connsiteY5" fmla="*/ 1195870 h 1195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5876" h="1195870">
                    <a:moveTo>
                      <a:pt x="0" y="1195870"/>
                    </a:moveTo>
                    <a:lnTo>
                      <a:pt x="0" y="0"/>
                    </a:lnTo>
                    <a:lnTo>
                      <a:pt x="1195877" y="0"/>
                    </a:lnTo>
                    <a:lnTo>
                      <a:pt x="1195877" y="521799"/>
                    </a:lnTo>
                    <a:cubicBezTo>
                      <a:pt x="1195877" y="894080"/>
                      <a:pt x="894087" y="1195870"/>
                      <a:pt x="521805" y="1195870"/>
                    </a:cubicBezTo>
                    <a:lnTo>
                      <a:pt x="0" y="1195870"/>
                    </a:lnTo>
                    <a:close/>
                  </a:path>
                </a:pathLst>
              </a:custGeom>
              <a:solidFill>
                <a:srgbClr val="EFC590">
                  <a:alpha val="70000"/>
                </a:srgbClr>
              </a:solidFill>
              <a:ln w="6350" cap="flat">
                <a:noFill/>
                <a:prstDash val="solid"/>
                <a:miter/>
              </a:ln>
            </p:spPr>
            <p:txBody>
              <a:bodyPr rtlCol="0" anchor="ctr"/>
              <a:lstStyle/>
              <a:p>
                <a:endParaRPr lang="zh-CN" altLang="en-US"/>
              </a:p>
            </p:txBody>
          </p:sp>
          <p:sp>
            <p:nvSpPr>
              <p:cNvPr id="23" name="任意多边形: 形状 22">
                <a:extLst>
                  <a:ext uri="{FF2B5EF4-FFF2-40B4-BE49-F238E27FC236}">
                    <a16:creationId xmlns:a16="http://schemas.microsoft.com/office/drawing/2014/main" id="{8A4028BF-A4CC-C7F5-4740-B3CCEB3E983E}"/>
                  </a:ext>
                </a:extLst>
              </p:cNvPr>
              <p:cNvSpPr/>
              <p:nvPr/>
            </p:nvSpPr>
            <p:spPr>
              <a:xfrm rot="-5400000">
                <a:off x="6965583" y="2860458"/>
                <a:ext cx="1195870" cy="1195870"/>
              </a:xfrm>
              <a:custGeom>
                <a:avLst/>
                <a:gdLst>
                  <a:gd name="connsiteX0" fmla="*/ 0 w 1195870"/>
                  <a:gd name="connsiteY0" fmla="*/ 0 h 1195870"/>
                  <a:gd name="connsiteX1" fmla="*/ 1195871 w 1195870"/>
                  <a:gd name="connsiteY1" fmla="*/ 0 h 1195870"/>
                  <a:gd name="connsiteX2" fmla="*/ 1195871 w 1195870"/>
                  <a:gd name="connsiteY2" fmla="*/ 1195870 h 1195870"/>
                  <a:gd name="connsiteX3" fmla="*/ 0 w 1195870"/>
                  <a:gd name="connsiteY3" fmla="*/ 1195870 h 1195870"/>
                </a:gdLst>
                <a:ahLst/>
                <a:cxnLst>
                  <a:cxn ang="0">
                    <a:pos x="connsiteX0" y="connsiteY0"/>
                  </a:cxn>
                  <a:cxn ang="0">
                    <a:pos x="connsiteX1" y="connsiteY1"/>
                  </a:cxn>
                  <a:cxn ang="0">
                    <a:pos x="connsiteX2" y="connsiteY2"/>
                  </a:cxn>
                  <a:cxn ang="0">
                    <a:pos x="connsiteX3" y="connsiteY3"/>
                  </a:cxn>
                </a:cxnLst>
                <a:rect l="l" t="t" r="r" b="b"/>
                <a:pathLst>
                  <a:path w="1195870" h="1195870">
                    <a:moveTo>
                      <a:pt x="0" y="0"/>
                    </a:moveTo>
                    <a:lnTo>
                      <a:pt x="1195871" y="0"/>
                    </a:lnTo>
                    <a:lnTo>
                      <a:pt x="1195871" y="1195870"/>
                    </a:lnTo>
                    <a:lnTo>
                      <a:pt x="0" y="1195870"/>
                    </a:lnTo>
                    <a:close/>
                  </a:path>
                </a:pathLst>
              </a:custGeom>
              <a:solidFill>
                <a:srgbClr val="E9A650"/>
              </a:solidFill>
              <a:ln w="6350" cap="flat">
                <a:noFill/>
                <a:prstDash val="solid"/>
                <a:miter/>
              </a:ln>
            </p:spPr>
            <p:txBody>
              <a:bodyPr rtlCol="0" anchor="ctr"/>
              <a:lstStyle/>
              <a:p>
                <a:endParaRPr lang="zh-CN" altLang="en-US"/>
              </a:p>
            </p:txBody>
          </p:sp>
          <p:sp>
            <p:nvSpPr>
              <p:cNvPr id="24" name="任意多边形: 形状 23">
                <a:extLst>
                  <a:ext uri="{FF2B5EF4-FFF2-40B4-BE49-F238E27FC236}">
                    <a16:creationId xmlns:a16="http://schemas.microsoft.com/office/drawing/2014/main" id="{2698433D-4348-05D3-10FA-BDCF4B109411}"/>
                  </a:ext>
                </a:extLst>
              </p:cNvPr>
              <p:cNvSpPr/>
              <p:nvPr/>
            </p:nvSpPr>
            <p:spPr>
              <a:xfrm rot="-5400000">
                <a:off x="6965577" y="4056327"/>
                <a:ext cx="1195876" cy="1195870"/>
              </a:xfrm>
              <a:custGeom>
                <a:avLst/>
                <a:gdLst>
                  <a:gd name="connsiteX0" fmla="*/ 0 w 1195876"/>
                  <a:gd name="connsiteY0" fmla="*/ 0 h 1195870"/>
                  <a:gd name="connsiteX1" fmla="*/ 1195877 w 1195876"/>
                  <a:gd name="connsiteY1" fmla="*/ 0 h 1195870"/>
                  <a:gd name="connsiteX2" fmla="*/ 1195877 w 1195876"/>
                  <a:gd name="connsiteY2" fmla="*/ 1195870 h 1195870"/>
                  <a:gd name="connsiteX3" fmla="*/ 0 w 1195876"/>
                  <a:gd name="connsiteY3" fmla="*/ 1195870 h 1195870"/>
                </a:gdLst>
                <a:ahLst/>
                <a:cxnLst>
                  <a:cxn ang="0">
                    <a:pos x="connsiteX0" y="connsiteY0"/>
                  </a:cxn>
                  <a:cxn ang="0">
                    <a:pos x="connsiteX1" y="connsiteY1"/>
                  </a:cxn>
                  <a:cxn ang="0">
                    <a:pos x="connsiteX2" y="connsiteY2"/>
                  </a:cxn>
                  <a:cxn ang="0">
                    <a:pos x="connsiteX3" y="connsiteY3"/>
                  </a:cxn>
                </a:cxnLst>
                <a:rect l="l" t="t" r="r" b="b"/>
                <a:pathLst>
                  <a:path w="1195876" h="1195870">
                    <a:moveTo>
                      <a:pt x="0" y="0"/>
                    </a:moveTo>
                    <a:lnTo>
                      <a:pt x="1195877" y="0"/>
                    </a:lnTo>
                    <a:lnTo>
                      <a:pt x="1195877" y="1195870"/>
                    </a:lnTo>
                    <a:lnTo>
                      <a:pt x="0" y="1195870"/>
                    </a:lnTo>
                    <a:close/>
                  </a:path>
                </a:pathLst>
              </a:custGeom>
              <a:solidFill>
                <a:srgbClr val="DC4245"/>
              </a:solidFill>
              <a:ln w="6350" cap="flat">
                <a:noFill/>
                <a:prstDash val="solid"/>
                <a:miter/>
              </a:ln>
            </p:spPr>
            <p:txBody>
              <a:bodyPr rtlCol="0" anchor="ctr"/>
              <a:lstStyle/>
              <a:p>
                <a:endParaRPr lang="zh-CN" altLang="en-US"/>
              </a:p>
            </p:txBody>
          </p:sp>
          <p:sp>
            <p:nvSpPr>
              <p:cNvPr id="25" name="任意多边形: 形状 24">
                <a:extLst>
                  <a:ext uri="{FF2B5EF4-FFF2-40B4-BE49-F238E27FC236}">
                    <a16:creationId xmlns:a16="http://schemas.microsoft.com/office/drawing/2014/main" id="{6143D0B1-805C-7138-EEEA-71B826E0B90F}"/>
                  </a:ext>
                </a:extLst>
              </p:cNvPr>
              <p:cNvSpPr/>
              <p:nvPr/>
            </p:nvSpPr>
            <p:spPr>
              <a:xfrm rot="5400000">
                <a:off x="8158222" y="1659665"/>
                <a:ext cx="1195876" cy="1195876"/>
              </a:xfrm>
              <a:custGeom>
                <a:avLst/>
                <a:gdLst>
                  <a:gd name="connsiteX0" fmla="*/ 0 w 1195876"/>
                  <a:gd name="connsiteY0" fmla="*/ 0 h 1195876"/>
                  <a:gd name="connsiteX1" fmla="*/ 1195877 w 1195876"/>
                  <a:gd name="connsiteY1" fmla="*/ 0 h 1195876"/>
                  <a:gd name="connsiteX2" fmla="*/ 1195877 w 1195876"/>
                  <a:gd name="connsiteY2" fmla="*/ 1195876 h 1195876"/>
                  <a:gd name="connsiteX3" fmla="*/ 0 w 1195876"/>
                  <a:gd name="connsiteY3" fmla="*/ 1195876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6"/>
                    </a:lnTo>
                    <a:lnTo>
                      <a:pt x="0" y="1195876"/>
                    </a:lnTo>
                    <a:close/>
                  </a:path>
                </a:pathLst>
              </a:custGeom>
              <a:solidFill>
                <a:srgbClr val="EFC590">
                  <a:alpha val="70000"/>
                </a:srgbClr>
              </a:solidFill>
              <a:ln w="6350" cap="flat">
                <a:noFill/>
                <a:prstDash val="solid"/>
                <a:miter/>
              </a:ln>
            </p:spPr>
            <p:txBody>
              <a:bodyPr rtlCol="0" anchor="ctr"/>
              <a:lstStyle/>
              <a:p>
                <a:endParaRPr lang="zh-CN" altLang="en-US"/>
              </a:p>
            </p:txBody>
          </p:sp>
          <p:sp>
            <p:nvSpPr>
              <p:cNvPr id="26" name="任意多边形: 形状 25">
                <a:extLst>
                  <a:ext uri="{FF2B5EF4-FFF2-40B4-BE49-F238E27FC236}">
                    <a16:creationId xmlns:a16="http://schemas.microsoft.com/office/drawing/2014/main" id="{3B38290C-792A-723F-BED4-5B1836EFE663}"/>
                  </a:ext>
                </a:extLst>
              </p:cNvPr>
              <p:cNvSpPr/>
              <p:nvPr/>
            </p:nvSpPr>
            <p:spPr>
              <a:xfrm>
                <a:off x="8158226" y="463797"/>
                <a:ext cx="1195876" cy="1195870"/>
              </a:xfrm>
              <a:custGeom>
                <a:avLst/>
                <a:gdLst>
                  <a:gd name="connsiteX0" fmla="*/ 1195877 w 1195876"/>
                  <a:gd name="connsiteY0" fmla="*/ 0 h 1195870"/>
                  <a:gd name="connsiteX1" fmla="*/ 1195877 w 1195876"/>
                  <a:gd name="connsiteY1" fmla="*/ 1195870 h 1195870"/>
                  <a:gd name="connsiteX2" fmla="*/ 0 w 1195876"/>
                  <a:gd name="connsiteY2" fmla="*/ 1195870 h 1195870"/>
                  <a:gd name="connsiteX3" fmla="*/ 0 w 1195876"/>
                  <a:gd name="connsiteY3" fmla="*/ 597935 h 1195870"/>
                  <a:gd name="connsiteX4" fmla="*/ 597935 w 1195876"/>
                  <a:gd name="connsiteY4" fmla="*/ 0 h 1195870"/>
                  <a:gd name="connsiteX5" fmla="*/ 1195877 w 1195876"/>
                  <a:gd name="connsiteY5" fmla="*/ 0 h 1195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5876" h="1195870">
                    <a:moveTo>
                      <a:pt x="1195877" y="0"/>
                    </a:moveTo>
                    <a:lnTo>
                      <a:pt x="1195877" y="1195870"/>
                    </a:lnTo>
                    <a:lnTo>
                      <a:pt x="0" y="1195870"/>
                    </a:lnTo>
                    <a:lnTo>
                      <a:pt x="0" y="597935"/>
                    </a:lnTo>
                    <a:cubicBezTo>
                      <a:pt x="0" y="267703"/>
                      <a:pt x="267703" y="0"/>
                      <a:pt x="597935" y="0"/>
                    </a:cubicBezTo>
                    <a:lnTo>
                      <a:pt x="1195877" y="0"/>
                    </a:lnTo>
                    <a:close/>
                  </a:path>
                </a:pathLst>
              </a:custGeom>
              <a:solidFill>
                <a:srgbClr val="1C1C61"/>
              </a:solidFill>
              <a:ln w="6350" cap="flat">
                <a:noFill/>
                <a:prstDash val="solid"/>
                <a:miter/>
              </a:ln>
            </p:spPr>
            <p:txBody>
              <a:bodyPr rtlCol="0" anchor="ctr"/>
              <a:lstStyle/>
              <a:p>
                <a:endParaRPr lang="zh-CN" altLang="en-US"/>
              </a:p>
            </p:txBody>
          </p:sp>
          <p:sp>
            <p:nvSpPr>
              <p:cNvPr id="27" name="任意多边形: 形状 26">
                <a:extLst>
                  <a:ext uri="{FF2B5EF4-FFF2-40B4-BE49-F238E27FC236}">
                    <a16:creationId xmlns:a16="http://schemas.microsoft.com/office/drawing/2014/main" id="{5E655DDD-DF24-DFF7-C3C3-FBC2E046B792}"/>
                  </a:ext>
                </a:extLst>
              </p:cNvPr>
              <p:cNvSpPr/>
              <p:nvPr/>
            </p:nvSpPr>
            <p:spPr>
              <a:xfrm rot="5400000">
                <a:off x="9354092" y="4051258"/>
                <a:ext cx="1195876" cy="1195876"/>
              </a:xfrm>
              <a:custGeom>
                <a:avLst/>
                <a:gdLst>
                  <a:gd name="connsiteX0" fmla="*/ 0 w 1195876"/>
                  <a:gd name="connsiteY0" fmla="*/ 0 h 1195876"/>
                  <a:gd name="connsiteX1" fmla="*/ 1195877 w 1195876"/>
                  <a:gd name="connsiteY1" fmla="*/ 0 h 1195876"/>
                  <a:gd name="connsiteX2" fmla="*/ 1195877 w 1195876"/>
                  <a:gd name="connsiteY2" fmla="*/ 1195877 h 1195876"/>
                  <a:gd name="connsiteX3" fmla="*/ 0 w 1195876"/>
                  <a:gd name="connsiteY3" fmla="*/ 1195877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7"/>
                    </a:lnTo>
                    <a:lnTo>
                      <a:pt x="0" y="1195877"/>
                    </a:lnTo>
                    <a:close/>
                  </a:path>
                </a:pathLst>
              </a:custGeom>
              <a:solidFill>
                <a:srgbClr val="DC4245"/>
              </a:solidFill>
              <a:ln w="6350" cap="flat">
                <a:noFill/>
                <a:prstDash val="solid"/>
                <a:miter/>
              </a:ln>
            </p:spPr>
            <p:txBody>
              <a:bodyPr rtlCol="0" anchor="ctr"/>
              <a:lstStyle/>
              <a:p>
                <a:endParaRPr lang="zh-CN" altLang="en-US"/>
              </a:p>
            </p:txBody>
          </p:sp>
          <p:sp>
            <p:nvSpPr>
              <p:cNvPr id="28" name="任意多边形: 形状 27">
                <a:extLst>
                  <a:ext uri="{FF2B5EF4-FFF2-40B4-BE49-F238E27FC236}">
                    <a16:creationId xmlns:a16="http://schemas.microsoft.com/office/drawing/2014/main" id="{F0F3F330-0FFF-C2AB-000D-3BDBF68BC6D8}"/>
                  </a:ext>
                </a:extLst>
              </p:cNvPr>
              <p:cNvSpPr/>
              <p:nvPr/>
            </p:nvSpPr>
            <p:spPr>
              <a:xfrm rot="5400000">
                <a:off x="9354090" y="1659668"/>
                <a:ext cx="1195876" cy="1195876"/>
              </a:xfrm>
              <a:custGeom>
                <a:avLst/>
                <a:gdLst>
                  <a:gd name="connsiteX0" fmla="*/ 0 w 1195876"/>
                  <a:gd name="connsiteY0" fmla="*/ 0 h 1195876"/>
                  <a:gd name="connsiteX1" fmla="*/ 1195877 w 1195876"/>
                  <a:gd name="connsiteY1" fmla="*/ 0 h 1195876"/>
                  <a:gd name="connsiteX2" fmla="*/ 1195877 w 1195876"/>
                  <a:gd name="connsiteY2" fmla="*/ 1195876 h 1195876"/>
                  <a:gd name="connsiteX3" fmla="*/ 0 w 1195876"/>
                  <a:gd name="connsiteY3" fmla="*/ 1195876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6"/>
                    </a:lnTo>
                    <a:lnTo>
                      <a:pt x="0" y="1195876"/>
                    </a:lnTo>
                    <a:close/>
                  </a:path>
                </a:pathLst>
              </a:custGeom>
              <a:solidFill>
                <a:srgbClr val="FBF5E2"/>
              </a:solidFill>
              <a:ln w="6350" cap="flat">
                <a:noFill/>
                <a:prstDash val="solid"/>
                <a:miter/>
              </a:ln>
            </p:spPr>
            <p:txBody>
              <a:bodyPr rtlCol="0" anchor="ctr"/>
              <a:lstStyle/>
              <a:p>
                <a:endParaRPr lang="zh-CN" altLang="en-US"/>
              </a:p>
            </p:txBody>
          </p:sp>
          <p:sp>
            <p:nvSpPr>
              <p:cNvPr id="29" name="任意多边形: 形状 28">
                <a:extLst>
                  <a:ext uri="{FF2B5EF4-FFF2-40B4-BE49-F238E27FC236}">
                    <a16:creationId xmlns:a16="http://schemas.microsoft.com/office/drawing/2014/main" id="{F96AD06A-488C-B726-E5ED-B94E0E3F477D}"/>
                  </a:ext>
                </a:extLst>
              </p:cNvPr>
              <p:cNvSpPr/>
              <p:nvPr/>
            </p:nvSpPr>
            <p:spPr>
              <a:xfrm rot="5400000">
                <a:off x="9354098" y="463791"/>
                <a:ext cx="1195870" cy="1195876"/>
              </a:xfrm>
              <a:custGeom>
                <a:avLst/>
                <a:gdLst>
                  <a:gd name="connsiteX0" fmla="*/ 0 w 1195870"/>
                  <a:gd name="connsiteY0" fmla="*/ 0 h 1195876"/>
                  <a:gd name="connsiteX1" fmla="*/ 1195871 w 1195870"/>
                  <a:gd name="connsiteY1" fmla="*/ 0 h 1195876"/>
                  <a:gd name="connsiteX2" fmla="*/ 1195871 w 1195870"/>
                  <a:gd name="connsiteY2" fmla="*/ 1195876 h 1195876"/>
                  <a:gd name="connsiteX3" fmla="*/ 0 w 1195870"/>
                  <a:gd name="connsiteY3" fmla="*/ 1195876 h 1195876"/>
                </a:gdLst>
                <a:ahLst/>
                <a:cxnLst>
                  <a:cxn ang="0">
                    <a:pos x="connsiteX0" y="connsiteY0"/>
                  </a:cxn>
                  <a:cxn ang="0">
                    <a:pos x="connsiteX1" y="connsiteY1"/>
                  </a:cxn>
                  <a:cxn ang="0">
                    <a:pos x="connsiteX2" y="connsiteY2"/>
                  </a:cxn>
                  <a:cxn ang="0">
                    <a:pos x="connsiteX3" y="connsiteY3"/>
                  </a:cxn>
                </a:cxnLst>
                <a:rect l="l" t="t" r="r" b="b"/>
                <a:pathLst>
                  <a:path w="1195870" h="1195876">
                    <a:moveTo>
                      <a:pt x="0" y="0"/>
                    </a:moveTo>
                    <a:lnTo>
                      <a:pt x="1195871" y="0"/>
                    </a:lnTo>
                    <a:lnTo>
                      <a:pt x="1195871" y="1195876"/>
                    </a:lnTo>
                    <a:lnTo>
                      <a:pt x="0" y="1195876"/>
                    </a:lnTo>
                    <a:close/>
                  </a:path>
                </a:pathLst>
              </a:custGeom>
              <a:solidFill>
                <a:srgbClr val="EFC590">
                  <a:alpha val="70000"/>
                </a:srgbClr>
              </a:solidFill>
              <a:ln w="6350" cap="flat">
                <a:noFill/>
                <a:prstDash val="solid"/>
                <a:miter/>
              </a:ln>
            </p:spPr>
            <p:txBody>
              <a:bodyPr rtlCol="0" anchor="ctr"/>
              <a:lstStyle/>
              <a:p>
                <a:endParaRPr lang="zh-CN" altLang="en-US"/>
              </a:p>
            </p:txBody>
          </p:sp>
          <p:sp>
            <p:nvSpPr>
              <p:cNvPr id="30" name="任意多边形: 形状 29">
                <a:extLst>
                  <a:ext uri="{FF2B5EF4-FFF2-40B4-BE49-F238E27FC236}">
                    <a16:creationId xmlns:a16="http://schemas.microsoft.com/office/drawing/2014/main" id="{DAA3ECB6-EE16-DD18-0616-AD91DDACCD3E}"/>
                  </a:ext>
                </a:extLst>
              </p:cNvPr>
              <p:cNvSpPr/>
              <p:nvPr/>
            </p:nvSpPr>
            <p:spPr>
              <a:xfrm rot="5400000">
                <a:off x="10546592" y="4051258"/>
                <a:ext cx="1195876" cy="1195876"/>
              </a:xfrm>
              <a:custGeom>
                <a:avLst/>
                <a:gdLst>
                  <a:gd name="connsiteX0" fmla="*/ 0 w 1195876"/>
                  <a:gd name="connsiteY0" fmla="*/ 0 h 1195876"/>
                  <a:gd name="connsiteX1" fmla="*/ 1195877 w 1195876"/>
                  <a:gd name="connsiteY1" fmla="*/ 0 h 1195876"/>
                  <a:gd name="connsiteX2" fmla="*/ 1195877 w 1195876"/>
                  <a:gd name="connsiteY2" fmla="*/ 1195877 h 1195876"/>
                  <a:gd name="connsiteX3" fmla="*/ 0 w 1195876"/>
                  <a:gd name="connsiteY3" fmla="*/ 1195877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7"/>
                    </a:lnTo>
                    <a:lnTo>
                      <a:pt x="0" y="1195877"/>
                    </a:lnTo>
                    <a:close/>
                  </a:path>
                </a:pathLst>
              </a:custGeom>
              <a:solidFill>
                <a:srgbClr val="F9ECA4"/>
              </a:solidFill>
              <a:ln w="6350" cap="flat">
                <a:noFill/>
                <a:prstDash val="solid"/>
                <a:miter/>
              </a:ln>
            </p:spPr>
            <p:txBody>
              <a:bodyPr rtlCol="0" anchor="ctr"/>
              <a:lstStyle/>
              <a:p>
                <a:endParaRPr lang="zh-CN" altLang="en-US"/>
              </a:p>
            </p:txBody>
          </p:sp>
          <p:sp>
            <p:nvSpPr>
              <p:cNvPr id="31" name="任意多边形: 形状 30">
                <a:extLst>
                  <a:ext uri="{FF2B5EF4-FFF2-40B4-BE49-F238E27FC236}">
                    <a16:creationId xmlns:a16="http://schemas.microsoft.com/office/drawing/2014/main" id="{94C1510A-6B7F-D632-9C47-A8E84EF3FE61}"/>
                  </a:ext>
                </a:extLst>
              </p:cNvPr>
              <p:cNvSpPr/>
              <p:nvPr/>
            </p:nvSpPr>
            <p:spPr>
              <a:xfrm>
                <a:off x="10546594" y="2855379"/>
                <a:ext cx="1195876" cy="1195876"/>
              </a:xfrm>
              <a:custGeom>
                <a:avLst/>
                <a:gdLst>
                  <a:gd name="connsiteX0" fmla="*/ 0 w 1195876"/>
                  <a:gd name="connsiteY0" fmla="*/ 1195876 h 1195876"/>
                  <a:gd name="connsiteX1" fmla="*/ 0 w 1195876"/>
                  <a:gd name="connsiteY1" fmla="*/ 1193940 h 1195876"/>
                  <a:gd name="connsiteX2" fmla="*/ 1193940 w 1195876"/>
                  <a:gd name="connsiteY2" fmla="*/ 0 h 1195876"/>
                  <a:gd name="connsiteX3" fmla="*/ 1195877 w 1195876"/>
                  <a:gd name="connsiteY3" fmla="*/ 0 h 1195876"/>
                  <a:gd name="connsiteX4" fmla="*/ 1195877 w 1195876"/>
                  <a:gd name="connsiteY4" fmla="*/ 1937 h 1195876"/>
                  <a:gd name="connsiteX5" fmla="*/ 1937 w 1195876"/>
                  <a:gd name="connsiteY5" fmla="*/ 1195876 h 1195876"/>
                  <a:gd name="connsiteX6" fmla="*/ 0 w 1195876"/>
                  <a:gd name="connsiteY6" fmla="*/ 1195876 h 1195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5876" h="1195876">
                    <a:moveTo>
                      <a:pt x="0" y="1195876"/>
                    </a:moveTo>
                    <a:lnTo>
                      <a:pt x="0" y="1193940"/>
                    </a:lnTo>
                    <a:cubicBezTo>
                      <a:pt x="0" y="534549"/>
                      <a:pt x="534543" y="0"/>
                      <a:pt x="1193940" y="0"/>
                    </a:cubicBezTo>
                    <a:lnTo>
                      <a:pt x="1195877" y="0"/>
                    </a:lnTo>
                    <a:lnTo>
                      <a:pt x="1195877" y="1937"/>
                    </a:lnTo>
                    <a:cubicBezTo>
                      <a:pt x="1195877" y="661327"/>
                      <a:pt x="661333" y="1195876"/>
                      <a:pt x="1937" y="1195876"/>
                    </a:cubicBezTo>
                    <a:lnTo>
                      <a:pt x="0" y="1195876"/>
                    </a:lnTo>
                    <a:close/>
                  </a:path>
                </a:pathLst>
              </a:custGeom>
              <a:solidFill>
                <a:srgbClr val="1C1C61"/>
              </a:solidFill>
              <a:ln w="6350" cap="flat">
                <a:noFill/>
                <a:prstDash val="solid"/>
                <a:miter/>
              </a:ln>
            </p:spPr>
            <p:txBody>
              <a:bodyPr rtlCol="0" anchor="ctr"/>
              <a:lstStyle/>
              <a:p>
                <a:endParaRPr lang="zh-CN" altLang="en-US"/>
              </a:p>
            </p:txBody>
          </p:sp>
          <p:sp>
            <p:nvSpPr>
              <p:cNvPr id="32" name="任意多边形: 形状 31">
                <a:extLst>
                  <a:ext uri="{FF2B5EF4-FFF2-40B4-BE49-F238E27FC236}">
                    <a16:creationId xmlns:a16="http://schemas.microsoft.com/office/drawing/2014/main" id="{360414FB-CC75-9656-F964-849956A9609E}"/>
                  </a:ext>
                </a:extLst>
              </p:cNvPr>
              <p:cNvSpPr/>
              <p:nvPr/>
            </p:nvSpPr>
            <p:spPr>
              <a:xfrm rot="5400000">
                <a:off x="10546589" y="1659667"/>
                <a:ext cx="1195876" cy="1195876"/>
              </a:xfrm>
              <a:custGeom>
                <a:avLst/>
                <a:gdLst>
                  <a:gd name="connsiteX0" fmla="*/ 0 w 1195876"/>
                  <a:gd name="connsiteY0" fmla="*/ 0 h 1195876"/>
                  <a:gd name="connsiteX1" fmla="*/ 1195877 w 1195876"/>
                  <a:gd name="connsiteY1" fmla="*/ 0 h 1195876"/>
                  <a:gd name="connsiteX2" fmla="*/ 1195877 w 1195876"/>
                  <a:gd name="connsiteY2" fmla="*/ 1195876 h 1195876"/>
                  <a:gd name="connsiteX3" fmla="*/ 0 w 1195876"/>
                  <a:gd name="connsiteY3" fmla="*/ 1195876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6"/>
                    </a:lnTo>
                    <a:lnTo>
                      <a:pt x="0" y="1195876"/>
                    </a:lnTo>
                    <a:close/>
                  </a:path>
                </a:pathLst>
              </a:custGeom>
              <a:solidFill>
                <a:srgbClr val="EFC590">
                  <a:alpha val="70000"/>
                </a:srgbClr>
              </a:solidFill>
              <a:ln w="6350" cap="flat">
                <a:noFill/>
                <a:prstDash val="solid"/>
                <a:miter/>
              </a:ln>
            </p:spPr>
            <p:txBody>
              <a:bodyPr rtlCol="0" anchor="ctr"/>
              <a:lstStyle/>
              <a:p>
                <a:endParaRPr lang="zh-CN" altLang="en-US"/>
              </a:p>
            </p:txBody>
          </p:sp>
          <p:sp>
            <p:nvSpPr>
              <p:cNvPr id="33" name="任意多边形: 形状 32">
                <a:extLst>
                  <a:ext uri="{FF2B5EF4-FFF2-40B4-BE49-F238E27FC236}">
                    <a16:creationId xmlns:a16="http://schemas.microsoft.com/office/drawing/2014/main" id="{31D62306-A990-B46C-B1EC-4C012DBC246A}"/>
                  </a:ext>
                </a:extLst>
              </p:cNvPr>
              <p:cNvSpPr/>
              <p:nvPr/>
            </p:nvSpPr>
            <p:spPr>
              <a:xfrm rot="5400000">
                <a:off x="10546596" y="463791"/>
                <a:ext cx="1195870" cy="1195876"/>
              </a:xfrm>
              <a:custGeom>
                <a:avLst/>
                <a:gdLst>
                  <a:gd name="connsiteX0" fmla="*/ 0 w 1195870"/>
                  <a:gd name="connsiteY0" fmla="*/ 0 h 1195876"/>
                  <a:gd name="connsiteX1" fmla="*/ 1195870 w 1195870"/>
                  <a:gd name="connsiteY1" fmla="*/ 0 h 1195876"/>
                  <a:gd name="connsiteX2" fmla="*/ 1195870 w 1195870"/>
                  <a:gd name="connsiteY2" fmla="*/ 1195876 h 1195876"/>
                  <a:gd name="connsiteX3" fmla="*/ 0 w 1195870"/>
                  <a:gd name="connsiteY3" fmla="*/ 1195876 h 1195876"/>
                </a:gdLst>
                <a:ahLst/>
                <a:cxnLst>
                  <a:cxn ang="0">
                    <a:pos x="connsiteX0" y="connsiteY0"/>
                  </a:cxn>
                  <a:cxn ang="0">
                    <a:pos x="connsiteX1" y="connsiteY1"/>
                  </a:cxn>
                  <a:cxn ang="0">
                    <a:pos x="connsiteX2" y="connsiteY2"/>
                  </a:cxn>
                  <a:cxn ang="0">
                    <a:pos x="connsiteX3" y="connsiteY3"/>
                  </a:cxn>
                </a:cxnLst>
                <a:rect l="l" t="t" r="r" b="b"/>
                <a:pathLst>
                  <a:path w="1195870" h="1195876">
                    <a:moveTo>
                      <a:pt x="0" y="0"/>
                    </a:moveTo>
                    <a:lnTo>
                      <a:pt x="1195870" y="0"/>
                    </a:lnTo>
                    <a:lnTo>
                      <a:pt x="1195870" y="1195876"/>
                    </a:lnTo>
                    <a:lnTo>
                      <a:pt x="0" y="1195876"/>
                    </a:lnTo>
                    <a:close/>
                  </a:path>
                </a:pathLst>
              </a:custGeom>
              <a:solidFill>
                <a:srgbClr val="DC4245"/>
              </a:solidFill>
              <a:ln w="6350" cap="flat">
                <a:noFill/>
                <a:prstDash val="solid"/>
                <a:miter/>
              </a:ln>
            </p:spPr>
            <p:txBody>
              <a:bodyPr rtlCol="0" anchor="ctr"/>
              <a:lstStyle/>
              <a:p>
                <a:endParaRPr lang="zh-CN" altLang="en-US"/>
              </a:p>
            </p:txBody>
          </p:sp>
          <p:sp>
            <p:nvSpPr>
              <p:cNvPr id="34" name="任意多边形: 形状 33">
                <a:extLst>
                  <a:ext uri="{FF2B5EF4-FFF2-40B4-BE49-F238E27FC236}">
                    <a16:creationId xmlns:a16="http://schemas.microsoft.com/office/drawing/2014/main" id="{36E10E04-202E-E3A8-283D-724B5F3AE9E4}"/>
                  </a:ext>
                </a:extLst>
              </p:cNvPr>
              <p:cNvSpPr/>
              <p:nvPr/>
            </p:nvSpPr>
            <p:spPr>
              <a:xfrm>
                <a:off x="6962343" y="5247360"/>
                <a:ext cx="1195870" cy="1195870"/>
              </a:xfrm>
              <a:custGeom>
                <a:avLst/>
                <a:gdLst>
                  <a:gd name="connsiteX0" fmla="*/ 0 w 1195870"/>
                  <a:gd name="connsiteY0" fmla="*/ 0 h 1195870"/>
                  <a:gd name="connsiteX1" fmla="*/ 597935 w 1195870"/>
                  <a:gd name="connsiteY1" fmla="*/ 0 h 1195870"/>
                  <a:gd name="connsiteX2" fmla="*/ 1195870 w 1195870"/>
                  <a:gd name="connsiteY2" fmla="*/ 597935 h 1195870"/>
                  <a:gd name="connsiteX3" fmla="*/ 1195870 w 1195870"/>
                  <a:gd name="connsiteY3" fmla="*/ 597935 h 1195870"/>
                  <a:gd name="connsiteX4" fmla="*/ 597935 w 1195870"/>
                  <a:gd name="connsiteY4" fmla="*/ 1195870 h 1195870"/>
                  <a:gd name="connsiteX5" fmla="*/ 0 w 1195870"/>
                  <a:gd name="connsiteY5" fmla="*/ 1195870 h 1195870"/>
                  <a:gd name="connsiteX6" fmla="*/ 0 w 1195870"/>
                  <a:gd name="connsiteY6" fmla="*/ 0 h 1195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5870" h="1195870">
                    <a:moveTo>
                      <a:pt x="0" y="0"/>
                    </a:moveTo>
                    <a:lnTo>
                      <a:pt x="597935" y="0"/>
                    </a:lnTo>
                    <a:cubicBezTo>
                      <a:pt x="928167" y="0"/>
                      <a:pt x="1195870" y="267703"/>
                      <a:pt x="1195870" y="597935"/>
                    </a:cubicBezTo>
                    <a:lnTo>
                      <a:pt x="1195870" y="597935"/>
                    </a:lnTo>
                    <a:cubicBezTo>
                      <a:pt x="1195870" y="928167"/>
                      <a:pt x="928167" y="1195870"/>
                      <a:pt x="597935" y="1195870"/>
                    </a:cubicBezTo>
                    <a:lnTo>
                      <a:pt x="0" y="1195870"/>
                    </a:lnTo>
                    <a:lnTo>
                      <a:pt x="0" y="0"/>
                    </a:lnTo>
                    <a:close/>
                  </a:path>
                </a:pathLst>
              </a:custGeom>
              <a:solidFill>
                <a:srgbClr val="E9A650"/>
              </a:solidFill>
              <a:ln w="6350" cap="flat">
                <a:noFill/>
                <a:prstDash val="solid"/>
                <a:miter/>
              </a:ln>
            </p:spPr>
            <p:txBody>
              <a:bodyPr rtlCol="0" anchor="ctr"/>
              <a:lstStyle/>
              <a:p>
                <a:endParaRPr lang="zh-CN" altLang="en-US"/>
              </a:p>
            </p:txBody>
          </p:sp>
          <p:sp>
            <p:nvSpPr>
              <p:cNvPr id="35" name="任意多边形: 形状 34">
                <a:extLst>
                  <a:ext uri="{FF2B5EF4-FFF2-40B4-BE49-F238E27FC236}">
                    <a16:creationId xmlns:a16="http://schemas.microsoft.com/office/drawing/2014/main" id="{A1DE710C-0781-1B12-D6E3-F84C53812689}"/>
                  </a:ext>
                </a:extLst>
              </p:cNvPr>
              <p:cNvSpPr/>
              <p:nvPr/>
            </p:nvSpPr>
            <p:spPr>
              <a:xfrm rot="5400000">
                <a:off x="8158225" y="5247359"/>
                <a:ext cx="1195876" cy="1195876"/>
              </a:xfrm>
              <a:custGeom>
                <a:avLst/>
                <a:gdLst>
                  <a:gd name="connsiteX0" fmla="*/ 0 w 1195876"/>
                  <a:gd name="connsiteY0" fmla="*/ 0 h 1195876"/>
                  <a:gd name="connsiteX1" fmla="*/ 1195877 w 1195876"/>
                  <a:gd name="connsiteY1" fmla="*/ 0 h 1195876"/>
                  <a:gd name="connsiteX2" fmla="*/ 1195877 w 1195876"/>
                  <a:gd name="connsiteY2" fmla="*/ 1195877 h 1195876"/>
                  <a:gd name="connsiteX3" fmla="*/ 0 w 1195876"/>
                  <a:gd name="connsiteY3" fmla="*/ 1195877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7"/>
                    </a:lnTo>
                    <a:lnTo>
                      <a:pt x="0" y="1195877"/>
                    </a:lnTo>
                    <a:close/>
                  </a:path>
                </a:pathLst>
              </a:custGeom>
              <a:solidFill>
                <a:srgbClr val="EFC590">
                  <a:alpha val="70000"/>
                </a:srgbClr>
              </a:solidFill>
              <a:ln w="6350" cap="flat">
                <a:noFill/>
                <a:prstDash val="solid"/>
                <a:miter/>
              </a:ln>
            </p:spPr>
            <p:txBody>
              <a:bodyPr rtlCol="0" anchor="ctr"/>
              <a:lstStyle/>
              <a:p>
                <a:endParaRPr lang="zh-CN" altLang="en-US"/>
              </a:p>
            </p:txBody>
          </p:sp>
          <p:sp>
            <p:nvSpPr>
              <p:cNvPr id="36" name="任意多边形: 形状 35">
                <a:extLst>
                  <a:ext uri="{FF2B5EF4-FFF2-40B4-BE49-F238E27FC236}">
                    <a16:creationId xmlns:a16="http://schemas.microsoft.com/office/drawing/2014/main" id="{EF8A7317-026A-4F8B-DDCD-7FD9C0ABEF60}"/>
                  </a:ext>
                </a:extLst>
              </p:cNvPr>
              <p:cNvSpPr/>
              <p:nvPr/>
            </p:nvSpPr>
            <p:spPr>
              <a:xfrm rot="5400000">
                <a:off x="9354093" y="5247363"/>
                <a:ext cx="1195876" cy="1195876"/>
              </a:xfrm>
              <a:custGeom>
                <a:avLst/>
                <a:gdLst>
                  <a:gd name="connsiteX0" fmla="*/ 0 w 1195876"/>
                  <a:gd name="connsiteY0" fmla="*/ 0 h 1195876"/>
                  <a:gd name="connsiteX1" fmla="*/ 1195877 w 1195876"/>
                  <a:gd name="connsiteY1" fmla="*/ 0 h 1195876"/>
                  <a:gd name="connsiteX2" fmla="*/ 1195877 w 1195876"/>
                  <a:gd name="connsiteY2" fmla="*/ 1195877 h 1195876"/>
                  <a:gd name="connsiteX3" fmla="*/ 0 w 1195876"/>
                  <a:gd name="connsiteY3" fmla="*/ 1195877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7"/>
                    </a:lnTo>
                    <a:lnTo>
                      <a:pt x="0" y="1195877"/>
                    </a:lnTo>
                    <a:close/>
                  </a:path>
                </a:pathLst>
              </a:custGeom>
              <a:solidFill>
                <a:srgbClr val="FBF5E2"/>
              </a:solidFill>
              <a:ln w="6350" cap="flat">
                <a:noFill/>
                <a:prstDash val="solid"/>
                <a:miter/>
              </a:ln>
            </p:spPr>
            <p:txBody>
              <a:bodyPr rtlCol="0" anchor="ctr"/>
              <a:lstStyle/>
              <a:p>
                <a:endParaRPr lang="zh-CN" altLang="en-US"/>
              </a:p>
            </p:txBody>
          </p:sp>
          <p:sp>
            <p:nvSpPr>
              <p:cNvPr id="37" name="任意多边形: 形状 36">
                <a:extLst>
                  <a:ext uri="{FF2B5EF4-FFF2-40B4-BE49-F238E27FC236}">
                    <a16:creationId xmlns:a16="http://schemas.microsoft.com/office/drawing/2014/main" id="{97320BB2-6028-FC2F-C7A3-C8A96E11E19F}"/>
                  </a:ext>
                </a:extLst>
              </p:cNvPr>
              <p:cNvSpPr/>
              <p:nvPr/>
            </p:nvSpPr>
            <p:spPr>
              <a:xfrm rot="5400000">
                <a:off x="10546592" y="5247362"/>
                <a:ext cx="1195876" cy="1195876"/>
              </a:xfrm>
              <a:custGeom>
                <a:avLst/>
                <a:gdLst>
                  <a:gd name="connsiteX0" fmla="*/ 0 w 1195876"/>
                  <a:gd name="connsiteY0" fmla="*/ 0 h 1195876"/>
                  <a:gd name="connsiteX1" fmla="*/ 1195877 w 1195876"/>
                  <a:gd name="connsiteY1" fmla="*/ 0 h 1195876"/>
                  <a:gd name="connsiteX2" fmla="*/ 1195877 w 1195876"/>
                  <a:gd name="connsiteY2" fmla="*/ 1195877 h 1195876"/>
                  <a:gd name="connsiteX3" fmla="*/ 0 w 1195876"/>
                  <a:gd name="connsiteY3" fmla="*/ 1195877 h 1195876"/>
                </a:gdLst>
                <a:ahLst/>
                <a:cxnLst>
                  <a:cxn ang="0">
                    <a:pos x="connsiteX0" y="connsiteY0"/>
                  </a:cxn>
                  <a:cxn ang="0">
                    <a:pos x="connsiteX1" y="connsiteY1"/>
                  </a:cxn>
                  <a:cxn ang="0">
                    <a:pos x="connsiteX2" y="connsiteY2"/>
                  </a:cxn>
                  <a:cxn ang="0">
                    <a:pos x="connsiteX3" y="connsiteY3"/>
                  </a:cxn>
                </a:cxnLst>
                <a:rect l="l" t="t" r="r" b="b"/>
                <a:pathLst>
                  <a:path w="1195876" h="1195876">
                    <a:moveTo>
                      <a:pt x="0" y="0"/>
                    </a:moveTo>
                    <a:lnTo>
                      <a:pt x="1195877" y="0"/>
                    </a:lnTo>
                    <a:lnTo>
                      <a:pt x="1195877" y="1195877"/>
                    </a:lnTo>
                    <a:lnTo>
                      <a:pt x="0" y="1195877"/>
                    </a:lnTo>
                    <a:close/>
                  </a:path>
                </a:pathLst>
              </a:custGeom>
              <a:solidFill>
                <a:srgbClr val="1C1C61"/>
              </a:solidFill>
              <a:ln w="6350" cap="flat">
                <a:noFill/>
                <a:prstDash val="solid"/>
                <a:miter/>
              </a:ln>
            </p:spPr>
            <p:txBody>
              <a:bodyPr rtlCol="0" anchor="ctr"/>
              <a:lstStyle/>
              <a:p>
                <a:endParaRPr lang="zh-CN" altLang="en-US"/>
              </a:p>
            </p:txBody>
          </p:sp>
          <p:sp>
            <p:nvSpPr>
              <p:cNvPr id="38" name="任意多边形: 形状 37">
                <a:extLst>
                  <a:ext uri="{FF2B5EF4-FFF2-40B4-BE49-F238E27FC236}">
                    <a16:creationId xmlns:a16="http://schemas.microsoft.com/office/drawing/2014/main" id="{EDDA6164-C869-98EE-057D-C1ADF1F3ECB7}"/>
                  </a:ext>
                </a:extLst>
              </p:cNvPr>
              <p:cNvSpPr/>
              <p:nvPr/>
            </p:nvSpPr>
            <p:spPr>
              <a:xfrm>
                <a:off x="9794297" y="2200854"/>
                <a:ext cx="754423" cy="662911"/>
              </a:xfrm>
              <a:custGeom>
                <a:avLst/>
                <a:gdLst>
                  <a:gd name="connsiteX0" fmla="*/ 0 w 754423"/>
                  <a:gd name="connsiteY0" fmla="*/ 976 h 662911"/>
                  <a:gd name="connsiteX1" fmla="*/ 754424 w 754423"/>
                  <a:gd name="connsiteY1" fmla="*/ 661935 h 662911"/>
                  <a:gd name="connsiteX2" fmla="*/ 754424 w 754423"/>
                  <a:gd name="connsiteY2" fmla="*/ 661935 h 662911"/>
                  <a:gd name="connsiteX3" fmla="*/ 754424 w 754423"/>
                  <a:gd name="connsiteY3" fmla="*/ 661935 h 662911"/>
                  <a:gd name="connsiteX4" fmla="*/ 0 w 754423"/>
                  <a:gd name="connsiteY4" fmla="*/ 976 h 662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4423" h="662911">
                    <a:moveTo>
                      <a:pt x="0" y="976"/>
                    </a:moveTo>
                    <a:cubicBezTo>
                      <a:pt x="351320" y="-20334"/>
                      <a:pt x="733113" y="310615"/>
                      <a:pt x="754424" y="661935"/>
                    </a:cubicBezTo>
                    <a:lnTo>
                      <a:pt x="754424" y="661935"/>
                    </a:lnTo>
                    <a:lnTo>
                      <a:pt x="754424" y="661935"/>
                    </a:lnTo>
                    <a:cubicBezTo>
                      <a:pt x="403110" y="683246"/>
                      <a:pt x="21310" y="352297"/>
                      <a:pt x="0" y="976"/>
                    </a:cubicBezTo>
                    <a:close/>
                  </a:path>
                </a:pathLst>
              </a:custGeom>
              <a:solidFill>
                <a:srgbClr val="3F6FD5"/>
              </a:solidFill>
              <a:ln w="6350" cap="flat">
                <a:noFill/>
                <a:prstDash val="solid"/>
                <a:miter/>
              </a:ln>
            </p:spPr>
            <p:txBody>
              <a:bodyPr rtlCol="0" anchor="ctr"/>
              <a:lstStyle/>
              <a:p>
                <a:endParaRPr lang="zh-CN" altLang="en-US"/>
              </a:p>
            </p:txBody>
          </p:sp>
          <p:sp>
            <p:nvSpPr>
              <p:cNvPr id="39" name="任意多边形: 形状 38">
                <a:extLst>
                  <a:ext uri="{FF2B5EF4-FFF2-40B4-BE49-F238E27FC236}">
                    <a16:creationId xmlns:a16="http://schemas.microsoft.com/office/drawing/2014/main" id="{526CB994-82EB-8BAE-D2F1-868A03DE5A92}"/>
                  </a:ext>
                </a:extLst>
              </p:cNvPr>
              <p:cNvSpPr/>
              <p:nvPr/>
            </p:nvSpPr>
            <p:spPr>
              <a:xfrm>
                <a:off x="10549280" y="2200854"/>
                <a:ext cx="754424" cy="662911"/>
              </a:xfrm>
              <a:custGeom>
                <a:avLst/>
                <a:gdLst>
                  <a:gd name="connsiteX0" fmla="*/ 754425 w 754424"/>
                  <a:gd name="connsiteY0" fmla="*/ 976 h 662911"/>
                  <a:gd name="connsiteX1" fmla="*/ 0 w 754424"/>
                  <a:gd name="connsiteY1" fmla="*/ 661935 h 662911"/>
                  <a:gd name="connsiteX2" fmla="*/ 0 w 754424"/>
                  <a:gd name="connsiteY2" fmla="*/ 661935 h 662911"/>
                  <a:gd name="connsiteX3" fmla="*/ 0 w 754424"/>
                  <a:gd name="connsiteY3" fmla="*/ 661935 h 662911"/>
                  <a:gd name="connsiteX4" fmla="*/ 754425 w 754424"/>
                  <a:gd name="connsiteY4" fmla="*/ 976 h 662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4424" h="662911">
                    <a:moveTo>
                      <a:pt x="754425" y="976"/>
                    </a:moveTo>
                    <a:cubicBezTo>
                      <a:pt x="403105" y="-20334"/>
                      <a:pt x="21311" y="310615"/>
                      <a:pt x="0" y="661935"/>
                    </a:cubicBezTo>
                    <a:lnTo>
                      <a:pt x="0" y="661935"/>
                    </a:lnTo>
                    <a:lnTo>
                      <a:pt x="0" y="661935"/>
                    </a:lnTo>
                    <a:cubicBezTo>
                      <a:pt x="351314" y="683246"/>
                      <a:pt x="733114" y="352297"/>
                      <a:pt x="754425" y="976"/>
                    </a:cubicBezTo>
                    <a:close/>
                  </a:path>
                </a:pathLst>
              </a:custGeom>
              <a:solidFill>
                <a:srgbClr val="FBF5E2"/>
              </a:solidFill>
              <a:ln w="6350" cap="flat">
                <a:noFill/>
                <a:prstDash val="solid"/>
                <a:miter/>
              </a:ln>
            </p:spPr>
            <p:txBody>
              <a:bodyPr rtlCol="0" anchor="ctr"/>
              <a:lstStyle/>
              <a:p>
                <a:endParaRPr lang="zh-CN" altLang="en-US"/>
              </a:p>
            </p:txBody>
          </p:sp>
          <p:sp>
            <p:nvSpPr>
              <p:cNvPr id="40" name="任意多边形: 形状 39">
                <a:extLst>
                  <a:ext uri="{FF2B5EF4-FFF2-40B4-BE49-F238E27FC236}">
                    <a16:creationId xmlns:a16="http://schemas.microsoft.com/office/drawing/2014/main" id="{A7977480-A3F9-E525-514F-9C9E9C94061B}"/>
                  </a:ext>
                </a:extLst>
              </p:cNvPr>
              <p:cNvSpPr/>
              <p:nvPr/>
            </p:nvSpPr>
            <p:spPr>
              <a:xfrm>
                <a:off x="9794297" y="1672737"/>
                <a:ext cx="754423" cy="662910"/>
              </a:xfrm>
              <a:custGeom>
                <a:avLst/>
                <a:gdLst>
                  <a:gd name="connsiteX0" fmla="*/ 0 w 754423"/>
                  <a:gd name="connsiteY0" fmla="*/ 976 h 662910"/>
                  <a:gd name="connsiteX1" fmla="*/ 754424 w 754423"/>
                  <a:gd name="connsiteY1" fmla="*/ 661935 h 662910"/>
                  <a:gd name="connsiteX2" fmla="*/ 754424 w 754423"/>
                  <a:gd name="connsiteY2" fmla="*/ 661935 h 662910"/>
                  <a:gd name="connsiteX3" fmla="*/ 754424 w 754423"/>
                  <a:gd name="connsiteY3" fmla="*/ 661935 h 662910"/>
                  <a:gd name="connsiteX4" fmla="*/ 0 w 754423"/>
                  <a:gd name="connsiteY4" fmla="*/ 976 h 662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4423" h="662910">
                    <a:moveTo>
                      <a:pt x="0" y="976"/>
                    </a:moveTo>
                    <a:cubicBezTo>
                      <a:pt x="351320" y="-20334"/>
                      <a:pt x="733113" y="310615"/>
                      <a:pt x="754424" y="661935"/>
                    </a:cubicBezTo>
                    <a:lnTo>
                      <a:pt x="754424" y="661935"/>
                    </a:lnTo>
                    <a:lnTo>
                      <a:pt x="754424" y="661935"/>
                    </a:lnTo>
                    <a:cubicBezTo>
                      <a:pt x="403110" y="683239"/>
                      <a:pt x="21310" y="352290"/>
                      <a:pt x="0" y="976"/>
                    </a:cubicBezTo>
                    <a:close/>
                  </a:path>
                </a:pathLst>
              </a:custGeom>
              <a:solidFill>
                <a:srgbClr val="3F6FD5"/>
              </a:solidFill>
              <a:ln w="6350" cap="flat">
                <a:noFill/>
                <a:prstDash val="solid"/>
                <a:miter/>
              </a:ln>
            </p:spPr>
            <p:txBody>
              <a:bodyPr rtlCol="0" anchor="ctr"/>
              <a:lstStyle/>
              <a:p>
                <a:endParaRPr lang="zh-CN" altLang="en-US"/>
              </a:p>
            </p:txBody>
          </p:sp>
          <p:sp>
            <p:nvSpPr>
              <p:cNvPr id="41" name="任意多边形: 形状 40">
                <a:extLst>
                  <a:ext uri="{FF2B5EF4-FFF2-40B4-BE49-F238E27FC236}">
                    <a16:creationId xmlns:a16="http://schemas.microsoft.com/office/drawing/2014/main" id="{64B16570-95E8-9EB6-D360-D3AF9F5B85A4}"/>
                  </a:ext>
                </a:extLst>
              </p:cNvPr>
              <p:cNvSpPr/>
              <p:nvPr/>
            </p:nvSpPr>
            <p:spPr>
              <a:xfrm>
                <a:off x="10549280" y="1672737"/>
                <a:ext cx="754424" cy="662910"/>
              </a:xfrm>
              <a:custGeom>
                <a:avLst/>
                <a:gdLst>
                  <a:gd name="connsiteX0" fmla="*/ 754425 w 754424"/>
                  <a:gd name="connsiteY0" fmla="*/ 976 h 662910"/>
                  <a:gd name="connsiteX1" fmla="*/ 0 w 754424"/>
                  <a:gd name="connsiteY1" fmla="*/ 661935 h 662910"/>
                  <a:gd name="connsiteX2" fmla="*/ 0 w 754424"/>
                  <a:gd name="connsiteY2" fmla="*/ 661935 h 662910"/>
                  <a:gd name="connsiteX3" fmla="*/ 0 w 754424"/>
                  <a:gd name="connsiteY3" fmla="*/ 661935 h 662910"/>
                  <a:gd name="connsiteX4" fmla="*/ 754425 w 754424"/>
                  <a:gd name="connsiteY4" fmla="*/ 976 h 662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4424" h="662910">
                    <a:moveTo>
                      <a:pt x="754425" y="976"/>
                    </a:moveTo>
                    <a:cubicBezTo>
                      <a:pt x="403105" y="-20334"/>
                      <a:pt x="21311" y="310615"/>
                      <a:pt x="0" y="661935"/>
                    </a:cubicBezTo>
                    <a:lnTo>
                      <a:pt x="0" y="661935"/>
                    </a:lnTo>
                    <a:lnTo>
                      <a:pt x="0" y="661935"/>
                    </a:lnTo>
                    <a:cubicBezTo>
                      <a:pt x="351314" y="683239"/>
                      <a:pt x="733114" y="352290"/>
                      <a:pt x="754425" y="976"/>
                    </a:cubicBezTo>
                    <a:close/>
                  </a:path>
                </a:pathLst>
              </a:custGeom>
              <a:solidFill>
                <a:srgbClr val="FBF5E2"/>
              </a:solidFill>
              <a:ln w="6350" cap="flat">
                <a:noFill/>
                <a:prstDash val="solid"/>
                <a:miter/>
              </a:ln>
            </p:spPr>
            <p:txBody>
              <a:bodyPr rtlCol="0" anchor="ctr"/>
              <a:lstStyle/>
              <a:p>
                <a:endParaRPr lang="zh-CN" altLang="en-US"/>
              </a:p>
            </p:txBody>
          </p:sp>
          <p:sp>
            <p:nvSpPr>
              <p:cNvPr id="42" name="任意多边形: 形状 41">
                <a:extLst>
                  <a:ext uri="{FF2B5EF4-FFF2-40B4-BE49-F238E27FC236}">
                    <a16:creationId xmlns:a16="http://schemas.microsoft.com/office/drawing/2014/main" id="{65DD99AC-168B-40F5-AF95-773ABF446F79}"/>
                  </a:ext>
                </a:extLst>
              </p:cNvPr>
              <p:cNvSpPr/>
              <p:nvPr/>
            </p:nvSpPr>
            <p:spPr>
              <a:xfrm>
                <a:off x="8143754" y="5255977"/>
                <a:ext cx="300412" cy="301491"/>
              </a:xfrm>
              <a:custGeom>
                <a:avLst/>
                <a:gdLst>
                  <a:gd name="connsiteX0" fmla="*/ 0 w 300412"/>
                  <a:gd name="connsiteY0" fmla="*/ 0 h 301491"/>
                  <a:gd name="connsiteX1" fmla="*/ 300412 w 300412"/>
                  <a:gd name="connsiteY1" fmla="*/ 0 h 301491"/>
                  <a:gd name="connsiteX2" fmla="*/ 300412 w 300412"/>
                  <a:gd name="connsiteY2" fmla="*/ 301492 h 301491"/>
                  <a:gd name="connsiteX3" fmla="*/ 0 w 300412"/>
                  <a:gd name="connsiteY3" fmla="*/ 301492 h 301491"/>
                </a:gdLst>
                <a:ahLst/>
                <a:cxnLst>
                  <a:cxn ang="0">
                    <a:pos x="connsiteX0" y="connsiteY0"/>
                  </a:cxn>
                  <a:cxn ang="0">
                    <a:pos x="connsiteX1" y="connsiteY1"/>
                  </a:cxn>
                  <a:cxn ang="0">
                    <a:pos x="connsiteX2" y="connsiteY2"/>
                  </a:cxn>
                  <a:cxn ang="0">
                    <a:pos x="connsiteX3" y="connsiteY3"/>
                  </a:cxn>
                </a:cxnLst>
                <a:rect l="l" t="t" r="r" b="b"/>
                <a:pathLst>
                  <a:path w="300412" h="301491">
                    <a:moveTo>
                      <a:pt x="0" y="0"/>
                    </a:moveTo>
                    <a:lnTo>
                      <a:pt x="300412" y="0"/>
                    </a:lnTo>
                    <a:lnTo>
                      <a:pt x="300412" y="301492"/>
                    </a:lnTo>
                    <a:lnTo>
                      <a:pt x="0" y="301492"/>
                    </a:lnTo>
                    <a:close/>
                  </a:path>
                </a:pathLst>
              </a:custGeom>
              <a:solidFill>
                <a:srgbClr val="FBF5E2"/>
              </a:solidFill>
              <a:ln w="6350" cap="flat">
                <a:noFill/>
                <a:prstDash val="solid"/>
                <a:miter/>
              </a:ln>
            </p:spPr>
            <p:txBody>
              <a:bodyPr rtlCol="0" anchor="ctr"/>
              <a:lstStyle/>
              <a:p>
                <a:endParaRPr lang="zh-CN" altLang="en-US"/>
              </a:p>
            </p:txBody>
          </p:sp>
          <p:sp>
            <p:nvSpPr>
              <p:cNvPr id="43" name="任意多边形: 形状 42">
                <a:extLst>
                  <a:ext uri="{FF2B5EF4-FFF2-40B4-BE49-F238E27FC236}">
                    <a16:creationId xmlns:a16="http://schemas.microsoft.com/office/drawing/2014/main" id="{70EF6D51-2CB8-4720-AE51-0862EE2D54AE}"/>
                  </a:ext>
                </a:extLst>
              </p:cNvPr>
              <p:cNvSpPr/>
              <p:nvPr/>
            </p:nvSpPr>
            <p:spPr>
              <a:xfrm>
                <a:off x="8444318" y="5553805"/>
                <a:ext cx="300412" cy="301491"/>
              </a:xfrm>
              <a:custGeom>
                <a:avLst/>
                <a:gdLst>
                  <a:gd name="connsiteX0" fmla="*/ 0 w 300412"/>
                  <a:gd name="connsiteY0" fmla="*/ 0 h 301491"/>
                  <a:gd name="connsiteX1" fmla="*/ 300412 w 300412"/>
                  <a:gd name="connsiteY1" fmla="*/ 0 h 301491"/>
                  <a:gd name="connsiteX2" fmla="*/ 300412 w 300412"/>
                  <a:gd name="connsiteY2" fmla="*/ 301492 h 301491"/>
                  <a:gd name="connsiteX3" fmla="*/ 0 w 300412"/>
                  <a:gd name="connsiteY3" fmla="*/ 301492 h 301491"/>
                </a:gdLst>
                <a:ahLst/>
                <a:cxnLst>
                  <a:cxn ang="0">
                    <a:pos x="connsiteX0" y="connsiteY0"/>
                  </a:cxn>
                  <a:cxn ang="0">
                    <a:pos x="connsiteX1" y="connsiteY1"/>
                  </a:cxn>
                  <a:cxn ang="0">
                    <a:pos x="connsiteX2" y="connsiteY2"/>
                  </a:cxn>
                  <a:cxn ang="0">
                    <a:pos x="connsiteX3" y="connsiteY3"/>
                  </a:cxn>
                </a:cxnLst>
                <a:rect l="l" t="t" r="r" b="b"/>
                <a:pathLst>
                  <a:path w="300412" h="301491">
                    <a:moveTo>
                      <a:pt x="0" y="0"/>
                    </a:moveTo>
                    <a:lnTo>
                      <a:pt x="300412" y="0"/>
                    </a:lnTo>
                    <a:lnTo>
                      <a:pt x="300412" y="301492"/>
                    </a:lnTo>
                    <a:lnTo>
                      <a:pt x="0" y="301492"/>
                    </a:lnTo>
                    <a:close/>
                  </a:path>
                </a:pathLst>
              </a:custGeom>
              <a:solidFill>
                <a:srgbClr val="FBF5E2"/>
              </a:solidFill>
              <a:ln w="6350" cap="flat">
                <a:noFill/>
                <a:prstDash val="solid"/>
                <a:miter/>
              </a:ln>
            </p:spPr>
            <p:txBody>
              <a:bodyPr rtlCol="0" anchor="ctr"/>
              <a:lstStyle/>
              <a:p>
                <a:endParaRPr lang="zh-CN" altLang="en-US"/>
              </a:p>
            </p:txBody>
          </p:sp>
          <p:sp>
            <p:nvSpPr>
              <p:cNvPr id="44" name="任意多边形: 形状 43">
                <a:extLst>
                  <a:ext uri="{FF2B5EF4-FFF2-40B4-BE49-F238E27FC236}">
                    <a16:creationId xmlns:a16="http://schemas.microsoft.com/office/drawing/2014/main" id="{201986CA-D3CB-8489-8E9C-3DD5BA7D01DD}"/>
                  </a:ext>
                </a:extLst>
              </p:cNvPr>
              <p:cNvSpPr/>
              <p:nvPr/>
            </p:nvSpPr>
            <p:spPr>
              <a:xfrm>
                <a:off x="8744889" y="5853544"/>
                <a:ext cx="300412" cy="301491"/>
              </a:xfrm>
              <a:custGeom>
                <a:avLst/>
                <a:gdLst>
                  <a:gd name="connsiteX0" fmla="*/ 0 w 300412"/>
                  <a:gd name="connsiteY0" fmla="*/ 0 h 301491"/>
                  <a:gd name="connsiteX1" fmla="*/ 300412 w 300412"/>
                  <a:gd name="connsiteY1" fmla="*/ 0 h 301491"/>
                  <a:gd name="connsiteX2" fmla="*/ 300412 w 300412"/>
                  <a:gd name="connsiteY2" fmla="*/ 301492 h 301491"/>
                  <a:gd name="connsiteX3" fmla="*/ 0 w 300412"/>
                  <a:gd name="connsiteY3" fmla="*/ 301492 h 301491"/>
                </a:gdLst>
                <a:ahLst/>
                <a:cxnLst>
                  <a:cxn ang="0">
                    <a:pos x="connsiteX0" y="connsiteY0"/>
                  </a:cxn>
                  <a:cxn ang="0">
                    <a:pos x="connsiteX1" y="connsiteY1"/>
                  </a:cxn>
                  <a:cxn ang="0">
                    <a:pos x="connsiteX2" y="connsiteY2"/>
                  </a:cxn>
                  <a:cxn ang="0">
                    <a:pos x="connsiteX3" y="connsiteY3"/>
                  </a:cxn>
                </a:cxnLst>
                <a:rect l="l" t="t" r="r" b="b"/>
                <a:pathLst>
                  <a:path w="300412" h="301491">
                    <a:moveTo>
                      <a:pt x="0" y="0"/>
                    </a:moveTo>
                    <a:lnTo>
                      <a:pt x="300412" y="0"/>
                    </a:lnTo>
                    <a:lnTo>
                      <a:pt x="300412" y="301492"/>
                    </a:lnTo>
                    <a:lnTo>
                      <a:pt x="0" y="301492"/>
                    </a:lnTo>
                    <a:close/>
                  </a:path>
                </a:pathLst>
              </a:custGeom>
              <a:solidFill>
                <a:srgbClr val="FBF5E2"/>
              </a:solidFill>
              <a:ln w="6350" cap="flat">
                <a:noFill/>
                <a:prstDash val="solid"/>
                <a:miter/>
              </a:ln>
            </p:spPr>
            <p:txBody>
              <a:bodyPr rtlCol="0" anchor="ctr"/>
              <a:lstStyle/>
              <a:p>
                <a:endParaRPr lang="zh-CN" altLang="en-US"/>
              </a:p>
            </p:txBody>
          </p:sp>
          <p:sp>
            <p:nvSpPr>
              <p:cNvPr id="45" name="任意多边形: 形状 44">
                <a:extLst>
                  <a:ext uri="{FF2B5EF4-FFF2-40B4-BE49-F238E27FC236}">
                    <a16:creationId xmlns:a16="http://schemas.microsoft.com/office/drawing/2014/main" id="{E337B901-4F29-A0D3-D92B-80BA8A6F1FFD}"/>
                  </a:ext>
                </a:extLst>
              </p:cNvPr>
              <p:cNvSpPr/>
              <p:nvPr/>
            </p:nvSpPr>
            <p:spPr>
              <a:xfrm>
                <a:off x="9045454" y="6151378"/>
                <a:ext cx="303612" cy="301491"/>
              </a:xfrm>
              <a:custGeom>
                <a:avLst/>
                <a:gdLst>
                  <a:gd name="connsiteX0" fmla="*/ 0 w 303612"/>
                  <a:gd name="connsiteY0" fmla="*/ 0 h 301491"/>
                  <a:gd name="connsiteX1" fmla="*/ 303612 w 303612"/>
                  <a:gd name="connsiteY1" fmla="*/ 0 h 301491"/>
                  <a:gd name="connsiteX2" fmla="*/ 303612 w 303612"/>
                  <a:gd name="connsiteY2" fmla="*/ 301492 h 301491"/>
                  <a:gd name="connsiteX3" fmla="*/ 0 w 303612"/>
                  <a:gd name="connsiteY3" fmla="*/ 301492 h 301491"/>
                </a:gdLst>
                <a:ahLst/>
                <a:cxnLst>
                  <a:cxn ang="0">
                    <a:pos x="connsiteX0" y="connsiteY0"/>
                  </a:cxn>
                  <a:cxn ang="0">
                    <a:pos x="connsiteX1" y="connsiteY1"/>
                  </a:cxn>
                  <a:cxn ang="0">
                    <a:pos x="connsiteX2" y="connsiteY2"/>
                  </a:cxn>
                  <a:cxn ang="0">
                    <a:pos x="connsiteX3" y="connsiteY3"/>
                  </a:cxn>
                </a:cxnLst>
                <a:rect l="l" t="t" r="r" b="b"/>
                <a:pathLst>
                  <a:path w="303612" h="301491">
                    <a:moveTo>
                      <a:pt x="0" y="0"/>
                    </a:moveTo>
                    <a:lnTo>
                      <a:pt x="303612" y="0"/>
                    </a:lnTo>
                    <a:lnTo>
                      <a:pt x="303612" y="301492"/>
                    </a:lnTo>
                    <a:lnTo>
                      <a:pt x="0" y="301492"/>
                    </a:lnTo>
                    <a:close/>
                  </a:path>
                </a:pathLst>
              </a:custGeom>
              <a:solidFill>
                <a:srgbClr val="FBF5E2"/>
              </a:solidFill>
              <a:ln w="6350" cap="flat">
                <a:noFill/>
                <a:prstDash val="solid"/>
                <a:miter/>
              </a:ln>
            </p:spPr>
            <p:txBody>
              <a:bodyPr rtlCol="0" anchor="ctr"/>
              <a:lstStyle/>
              <a:p>
                <a:endParaRPr lang="zh-CN" altLang="en-US"/>
              </a:p>
            </p:txBody>
          </p:sp>
          <p:sp>
            <p:nvSpPr>
              <p:cNvPr id="46" name="任意多边形: 形状 45">
                <a:extLst>
                  <a:ext uri="{FF2B5EF4-FFF2-40B4-BE49-F238E27FC236}">
                    <a16:creationId xmlns:a16="http://schemas.microsoft.com/office/drawing/2014/main" id="{C08E4CC8-7027-F447-0FA9-A345BD2AB991}"/>
                  </a:ext>
                </a:extLst>
              </p:cNvPr>
              <p:cNvSpPr/>
              <p:nvPr/>
            </p:nvSpPr>
            <p:spPr>
              <a:xfrm>
                <a:off x="10892370" y="4051998"/>
                <a:ext cx="569417" cy="444055"/>
              </a:xfrm>
              <a:custGeom>
                <a:avLst/>
                <a:gdLst>
                  <a:gd name="connsiteX0" fmla="*/ 569417 w 569417"/>
                  <a:gd name="connsiteY0" fmla="*/ 0 h 444055"/>
                  <a:gd name="connsiteX1" fmla="*/ 293154 w 569417"/>
                  <a:gd name="connsiteY1" fmla="*/ 444055 h 444055"/>
                  <a:gd name="connsiteX2" fmla="*/ 0 w 569417"/>
                  <a:gd name="connsiteY2" fmla="*/ 0 h 444055"/>
                </a:gdLst>
                <a:ahLst/>
                <a:cxnLst>
                  <a:cxn ang="0">
                    <a:pos x="connsiteX0" y="connsiteY0"/>
                  </a:cxn>
                  <a:cxn ang="0">
                    <a:pos x="connsiteX1" y="connsiteY1"/>
                  </a:cxn>
                  <a:cxn ang="0">
                    <a:pos x="connsiteX2" y="connsiteY2"/>
                  </a:cxn>
                </a:cxnLst>
                <a:rect l="l" t="t" r="r" b="b"/>
                <a:pathLst>
                  <a:path w="569417" h="444055">
                    <a:moveTo>
                      <a:pt x="569417" y="0"/>
                    </a:moveTo>
                    <a:lnTo>
                      <a:pt x="293154" y="444055"/>
                    </a:lnTo>
                    <a:lnTo>
                      <a:pt x="0" y="0"/>
                    </a:lnTo>
                    <a:close/>
                  </a:path>
                </a:pathLst>
              </a:custGeom>
              <a:solidFill>
                <a:srgbClr val="3F6FD5"/>
              </a:solidFill>
              <a:ln w="6350" cap="flat">
                <a:noFill/>
                <a:prstDash val="solid"/>
                <a:miter/>
              </a:ln>
            </p:spPr>
            <p:txBody>
              <a:bodyPr rtlCol="0" anchor="ctr"/>
              <a:lstStyle/>
              <a:p>
                <a:endParaRPr lang="zh-CN" altLang="en-US"/>
              </a:p>
            </p:txBody>
          </p:sp>
          <p:sp>
            <p:nvSpPr>
              <p:cNvPr id="47" name="任意多边形: 形状 46">
                <a:extLst>
                  <a:ext uri="{FF2B5EF4-FFF2-40B4-BE49-F238E27FC236}">
                    <a16:creationId xmlns:a16="http://schemas.microsoft.com/office/drawing/2014/main" id="{9AABDA94-A342-4EFE-EED3-1E262B00886C}"/>
                  </a:ext>
                </a:extLst>
              </p:cNvPr>
              <p:cNvSpPr/>
              <p:nvPr/>
            </p:nvSpPr>
            <p:spPr>
              <a:xfrm>
                <a:off x="10892370" y="4424083"/>
                <a:ext cx="569417" cy="444055"/>
              </a:xfrm>
              <a:custGeom>
                <a:avLst/>
                <a:gdLst>
                  <a:gd name="connsiteX0" fmla="*/ 569417 w 569417"/>
                  <a:gd name="connsiteY0" fmla="*/ 0 h 444055"/>
                  <a:gd name="connsiteX1" fmla="*/ 293154 w 569417"/>
                  <a:gd name="connsiteY1" fmla="*/ 444055 h 444055"/>
                  <a:gd name="connsiteX2" fmla="*/ 0 w 569417"/>
                  <a:gd name="connsiteY2" fmla="*/ 0 h 444055"/>
                </a:gdLst>
                <a:ahLst/>
                <a:cxnLst>
                  <a:cxn ang="0">
                    <a:pos x="connsiteX0" y="connsiteY0"/>
                  </a:cxn>
                  <a:cxn ang="0">
                    <a:pos x="connsiteX1" y="connsiteY1"/>
                  </a:cxn>
                  <a:cxn ang="0">
                    <a:pos x="connsiteX2" y="connsiteY2"/>
                  </a:cxn>
                </a:cxnLst>
                <a:rect l="l" t="t" r="r" b="b"/>
                <a:pathLst>
                  <a:path w="569417" h="444055">
                    <a:moveTo>
                      <a:pt x="569417" y="0"/>
                    </a:moveTo>
                    <a:lnTo>
                      <a:pt x="293154" y="444055"/>
                    </a:lnTo>
                    <a:lnTo>
                      <a:pt x="0" y="0"/>
                    </a:lnTo>
                    <a:close/>
                  </a:path>
                </a:pathLst>
              </a:custGeom>
              <a:solidFill>
                <a:srgbClr val="3F6FD5"/>
              </a:solidFill>
              <a:ln w="6350" cap="flat">
                <a:noFill/>
                <a:prstDash val="solid"/>
                <a:miter/>
              </a:ln>
            </p:spPr>
            <p:txBody>
              <a:bodyPr rtlCol="0" anchor="ctr"/>
              <a:lstStyle/>
              <a:p>
                <a:endParaRPr lang="zh-CN" altLang="en-US"/>
              </a:p>
            </p:txBody>
          </p:sp>
          <p:sp>
            <p:nvSpPr>
              <p:cNvPr id="48" name="任意多边形: 形状 47">
                <a:extLst>
                  <a:ext uri="{FF2B5EF4-FFF2-40B4-BE49-F238E27FC236}">
                    <a16:creationId xmlns:a16="http://schemas.microsoft.com/office/drawing/2014/main" id="{2933EB4E-1FB5-140E-DF29-A001C1D131F2}"/>
                  </a:ext>
                </a:extLst>
              </p:cNvPr>
              <p:cNvSpPr/>
              <p:nvPr/>
            </p:nvSpPr>
            <p:spPr>
              <a:xfrm>
                <a:off x="10892370" y="4807203"/>
                <a:ext cx="569417" cy="444062"/>
              </a:xfrm>
              <a:custGeom>
                <a:avLst/>
                <a:gdLst>
                  <a:gd name="connsiteX0" fmla="*/ 569417 w 569417"/>
                  <a:gd name="connsiteY0" fmla="*/ 0 h 444062"/>
                  <a:gd name="connsiteX1" fmla="*/ 293154 w 569417"/>
                  <a:gd name="connsiteY1" fmla="*/ 444062 h 444062"/>
                  <a:gd name="connsiteX2" fmla="*/ 0 w 569417"/>
                  <a:gd name="connsiteY2" fmla="*/ 0 h 444062"/>
                </a:gdLst>
                <a:ahLst/>
                <a:cxnLst>
                  <a:cxn ang="0">
                    <a:pos x="connsiteX0" y="connsiteY0"/>
                  </a:cxn>
                  <a:cxn ang="0">
                    <a:pos x="connsiteX1" y="connsiteY1"/>
                  </a:cxn>
                  <a:cxn ang="0">
                    <a:pos x="connsiteX2" y="connsiteY2"/>
                  </a:cxn>
                </a:cxnLst>
                <a:rect l="l" t="t" r="r" b="b"/>
                <a:pathLst>
                  <a:path w="569417" h="444062">
                    <a:moveTo>
                      <a:pt x="569417" y="0"/>
                    </a:moveTo>
                    <a:lnTo>
                      <a:pt x="293154" y="444062"/>
                    </a:lnTo>
                    <a:lnTo>
                      <a:pt x="0" y="0"/>
                    </a:lnTo>
                    <a:close/>
                  </a:path>
                </a:pathLst>
              </a:custGeom>
              <a:solidFill>
                <a:srgbClr val="3F6FD5"/>
              </a:solidFill>
              <a:ln w="6350" cap="flat">
                <a:noFill/>
                <a:prstDash val="solid"/>
                <a:miter/>
              </a:ln>
            </p:spPr>
            <p:txBody>
              <a:bodyPr rtlCol="0" anchor="ctr"/>
              <a:lstStyle/>
              <a:p>
                <a:endParaRPr lang="zh-CN" altLang="en-US"/>
              </a:p>
            </p:txBody>
          </p:sp>
          <p:sp>
            <p:nvSpPr>
              <p:cNvPr id="49" name="任意多边形: 形状 48">
                <a:extLst>
                  <a:ext uri="{FF2B5EF4-FFF2-40B4-BE49-F238E27FC236}">
                    <a16:creationId xmlns:a16="http://schemas.microsoft.com/office/drawing/2014/main" id="{7783065D-469F-6717-8A81-50F9F037E516}"/>
                  </a:ext>
                </a:extLst>
              </p:cNvPr>
              <p:cNvSpPr/>
              <p:nvPr/>
            </p:nvSpPr>
            <p:spPr>
              <a:xfrm>
                <a:off x="6962343" y="4055078"/>
                <a:ext cx="1197120" cy="1197121"/>
              </a:xfrm>
              <a:custGeom>
                <a:avLst/>
                <a:gdLst>
                  <a:gd name="connsiteX0" fmla="*/ 0 w 1197120"/>
                  <a:gd name="connsiteY0" fmla="*/ 0 h 1197121"/>
                  <a:gd name="connsiteX1" fmla="*/ 1197121 w 1197120"/>
                  <a:gd name="connsiteY1" fmla="*/ 0 h 1197121"/>
                  <a:gd name="connsiteX2" fmla="*/ 1197121 w 1197120"/>
                  <a:gd name="connsiteY2" fmla="*/ 1197121 h 1197121"/>
                  <a:gd name="connsiteX3" fmla="*/ 1195184 w 1197120"/>
                  <a:gd name="connsiteY3" fmla="*/ 1197121 h 1197121"/>
                  <a:gd name="connsiteX4" fmla="*/ 0 w 1197120"/>
                  <a:gd name="connsiteY4" fmla="*/ 1937 h 1197121"/>
                  <a:gd name="connsiteX5" fmla="*/ 0 w 1197120"/>
                  <a:gd name="connsiteY5" fmla="*/ 0 h 119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120" h="1197121">
                    <a:moveTo>
                      <a:pt x="0" y="0"/>
                    </a:moveTo>
                    <a:lnTo>
                      <a:pt x="1197121" y="0"/>
                    </a:lnTo>
                    <a:lnTo>
                      <a:pt x="1197121" y="1197121"/>
                    </a:lnTo>
                    <a:lnTo>
                      <a:pt x="1195184" y="1197121"/>
                    </a:lnTo>
                    <a:cubicBezTo>
                      <a:pt x="535101" y="1197121"/>
                      <a:pt x="0" y="662019"/>
                      <a:pt x="0" y="1937"/>
                    </a:cubicBezTo>
                    <a:lnTo>
                      <a:pt x="0" y="0"/>
                    </a:lnTo>
                    <a:close/>
                  </a:path>
                </a:pathLst>
              </a:custGeom>
              <a:solidFill>
                <a:srgbClr val="FBF5E2"/>
              </a:solidFill>
              <a:ln w="6350" cap="flat">
                <a:noFill/>
                <a:prstDash val="solid"/>
                <a:miter/>
              </a:ln>
            </p:spPr>
            <p:txBody>
              <a:bodyPr rtlCol="0" anchor="ctr"/>
              <a:lstStyle/>
              <a:p>
                <a:endParaRPr lang="zh-CN" altLang="en-US"/>
              </a:p>
            </p:txBody>
          </p:sp>
          <p:sp>
            <p:nvSpPr>
              <p:cNvPr id="50" name="任意多边形: 形状 49">
                <a:extLst>
                  <a:ext uri="{FF2B5EF4-FFF2-40B4-BE49-F238E27FC236}">
                    <a16:creationId xmlns:a16="http://schemas.microsoft.com/office/drawing/2014/main" id="{1A5096CC-4464-7168-2FEF-5A19831A8806}"/>
                  </a:ext>
                </a:extLst>
              </p:cNvPr>
              <p:cNvSpPr/>
              <p:nvPr/>
            </p:nvSpPr>
            <p:spPr>
              <a:xfrm>
                <a:off x="8159495" y="4055078"/>
                <a:ext cx="1197121" cy="1197121"/>
              </a:xfrm>
              <a:custGeom>
                <a:avLst/>
                <a:gdLst>
                  <a:gd name="connsiteX0" fmla="*/ 0 w 1197121"/>
                  <a:gd name="connsiteY0" fmla="*/ 0 h 1197121"/>
                  <a:gd name="connsiteX1" fmla="*/ 1197122 w 1197121"/>
                  <a:gd name="connsiteY1" fmla="*/ 0 h 1197121"/>
                  <a:gd name="connsiteX2" fmla="*/ 1197122 w 1197121"/>
                  <a:gd name="connsiteY2" fmla="*/ 1937 h 1197121"/>
                  <a:gd name="connsiteX3" fmla="*/ 1937 w 1197121"/>
                  <a:gd name="connsiteY3" fmla="*/ 1197121 h 1197121"/>
                  <a:gd name="connsiteX4" fmla="*/ 0 w 1197121"/>
                  <a:gd name="connsiteY4" fmla="*/ 1197121 h 1197121"/>
                  <a:gd name="connsiteX5" fmla="*/ 0 w 1197121"/>
                  <a:gd name="connsiteY5" fmla="*/ 0 h 119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121" h="1197121">
                    <a:moveTo>
                      <a:pt x="0" y="0"/>
                    </a:moveTo>
                    <a:lnTo>
                      <a:pt x="1197122" y="0"/>
                    </a:lnTo>
                    <a:lnTo>
                      <a:pt x="1197122" y="1937"/>
                    </a:lnTo>
                    <a:cubicBezTo>
                      <a:pt x="1197122" y="662019"/>
                      <a:pt x="662019" y="1197121"/>
                      <a:pt x="1937" y="1197121"/>
                    </a:cubicBezTo>
                    <a:lnTo>
                      <a:pt x="0" y="1197121"/>
                    </a:lnTo>
                    <a:lnTo>
                      <a:pt x="0" y="0"/>
                    </a:lnTo>
                    <a:close/>
                  </a:path>
                </a:pathLst>
              </a:custGeom>
              <a:solidFill>
                <a:srgbClr val="1C1C61"/>
              </a:solidFill>
              <a:ln w="6350" cap="flat">
                <a:noFill/>
                <a:prstDash val="solid"/>
                <a:miter/>
              </a:ln>
            </p:spPr>
            <p:txBody>
              <a:bodyPr rtlCol="0" anchor="ctr"/>
              <a:lstStyle/>
              <a:p>
                <a:endParaRPr lang="zh-CN" altLang="en-US"/>
              </a:p>
            </p:txBody>
          </p:sp>
          <p:sp>
            <p:nvSpPr>
              <p:cNvPr id="51" name="任意多边形: 形状 50">
                <a:extLst>
                  <a:ext uri="{FF2B5EF4-FFF2-40B4-BE49-F238E27FC236}">
                    <a16:creationId xmlns:a16="http://schemas.microsoft.com/office/drawing/2014/main" id="{2CFF8185-95C1-34BB-BC5B-A64EFD1F1A2D}"/>
                  </a:ext>
                </a:extLst>
              </p:cNvPr>
              <p:cNvSpPr/>
              <p:nvPr/>
            </p:nvSpPr>
            <p:spPr>
              <a:xfrm>
                <a:off x="7411649" y="4055078"/>
                <a:ext cx="747821" cy="747820"/>
              </a:xfrm>
              <a:custGeom>
                <a:avLst/>
                <a:gdLst>
                  <a:gd name="connsiteX0" fmla="*/ 0 w 747821"/>
                  <a:gd name="connsiteY0" fmla="*/ 0 h 747820"/>
                  <a:gd name="connsiteX1" fmla="*/ 747821 w 747821"/>
                  <a:gd name="connsiteY1" fmla="*/ 0 h 747820"/>
                  <a:gd name="connsiteX2" fmla="*/ 747821 w 747821"/>
                  <a:gd name="connsiteY2" fmla="*/ 747821 h 747820"/>
                  <a:gd name="connsiteX3" fmla="*/ 746608 w 747821"/>
                  <a:gd name="connsiteY3" fmla="*/ 747821 h 747820"/>
                  <a:gd name="connsiteX4" fmla="*/ 0 w 747821"/>
                  <a:gd name="connsiteY4" fmla="*/ 1213 h 747820"/>
                  <a:gd name="connsiteX5" fmla="*/ 0 w 747821"/>
                  <a:gd name="connsiteY5" fmla="*/ 0 h 747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7821" h="747820">
                    <a:moveTo>
                      <a:pt x="0" y="0"/>
                    </a:moveTo>
                    <a:lnTo>
                      <a:pt x="747821" y="0"/>
                    </a:lnTo>
                    <a:lnTo>
                      <a:pt x="747821" y="747821"/>
                    </a:lnTo>
                    <a:lnTo>
                      <a:pt x="746608" y="747821"/>
                    </a:lnTo>
                    <a:cubicBezTo>
                      <a:pt x="334270" y="747821"/>
                      <a:pt x="0" y="413550"/>
                      <a:pt x="0" y="1213"/>
                    </a:cubicBezTo>
                    <a:lnTo>
                      <a:pt x="0" y="0"/>
                    </a:lnTo>
                    <a:close/>
                  </a:path>
                </a:pathLst>
              </a:custGeom>
              <a:solidFill>
                <a:srgbClr val="DC4245"/>
              </a:solidFill>
              <a:ln w="6350" cap="flat">
                <a:noFill/>
                <a:prstDash val="solid"/>
                <a:miter/>
              </a:ln>
            </p:spPr>
            <p:txBody>
              <a:bodyPr rtlCol="0" anchor="ctr"/>
              <a:lstStyle/>
              <a:p>
                <a:endParaRPr lang="zh-CN" altLang="en-US"/>
              </a:p>
            </p:txBody>
          </p:sp>
          <p:sp>
            <p:nvSpPr>
              <p:cNvPr id="52" name="任意多边形: 形状 51">
                <a:extLst>
                  <a:ext uri="{FF2B5EF4-FFF2-40B4-BE49-F238E27FC236}">
                    <a16:creationId xmlns:a16="http://schemas.microsoft.com/office/drawing/2014/main" id="{9A1D039D-8871-12E7-CF8B-F2A1A5A7AFF9}"/>
                  </a:ext>
                </a:extLst>
              </p:cNvPr>
              <p:cNvSpPr/>
              <p:nvPr/>
            </p:nvSpPr>
            <p:spPr>
              <a:xfrm>
                <a:off x="8159489" y="4055078"/>
                <a:ext cx="747820" cy="747820"/>
              </a:xfrm>
              <a:custGeom>
                <a:avLst/>
                <a:gdLst>
                  <a:gd name="connsiteX0" fmla="*/ 0 w 747820"/>
                  <a:gd name="connsiteY0" fmla="*/ 0 h 747820"/>
                  <a:gd name="connsiteX1" fmla="*/ 747820 w 747820"/>
                  <a:gd name="connsiteY1" fmla="*/ 0 h 747820"/>
                  <a:gd name="connsiteX2" fmla="*/ 747820 w 747820"/>
                  <a:gd name="connsiteY2" fmla="*/ 1213 h 747820"/>
                  <a:gd name="connsiteX3" fmla="*/ 1213 w 747820"/>
                  <a:gd name="connsiteY3" fmla="*/ 747821 h 747820"/>
                  <a:gd name="connsiteX4" fmla="*/ 0 w 747820"/>
                  <a:gd name="connsiteY4" fmla="*/ 747821 h 747820"/>
                  <a:gd name="connsiteX5" fmla="*/ 0 w 747820"/>
                  <a:gd name="connsiteY5" fmla="*/ 0 h 747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7820" h="747820">
                    <a:moveTo>
                      <a:pt x="0" y="0"/>
                    </a:moveTo>
                    <a:lnTo>
                      <a:pt x="747820" y="0"/>
                    </a:lnTo>
                    <a:lnTo>
                      <a:pt x="747820" y="1213"/>
                    </a:lnTo>
                    <a:cubicBezTo>
                      <a:pt x="747820" y="413550"/>
                      <a:pt x="413550" y="747821"/>
                      <a:pt x="1213" y="747821"/>
                    </a:cubicBezTo>
                    <a:lnTo>
                      <a:pt x="0" y="747821"/>
                    </a:lnTo>
                    <a:lnTo>
                      <a:pt x="0" y="0"/>
                    </a:lnTo>
                    <a:close/>
                  </a:path>
                </a:pathLst>
              </a:custGeom>
              <a:solidFill>
                <a:srgbClr val="FBF5E2"/>
              </a:solidFill>
              <a:ln w="6350" cap="flat">
                <a:noFill/>
                <a:prstDash val="solid"/>
                <a:miter/>
              </a:ln>
            </p:spPr>
            <p:txBody>
              <a:bodyPr rtlCol="0" anchor="ctr"/>
              <a:lstStyle/>
              <a:p>
                <a:endParaRPr lang="zh-CN" altLang="en-US"/>
              </a:p>
            </p:txBody>
          </p:sp>
          <p:sp>
            <p:nvSpPr>
              <p:cNvPr id="53" name="任意多边形: 形状 52">
                <a:extLst>
                  <a:ext uri="{FF2B5EF4-FFF2-40B4-BE49-F238E27FC236}">
                    <a16:creationId xmlns:a16="http://schemas.microsoft.com/office/drawing/2014/main" id="{7F2F846A-3886-A126-4989-F00848173340}"/>
                  </a:ext>
                </a:extLst>
              </p:cNvPr>
              <p:cNvSpPr/>
              <p:nvPr/>
            </p:nvSpPr>
            <p:spPr>
              <a:xfrm>
                <a:off x="8159495" y="2855385"/>
                <a:ext cx="1197121" cy="1197121"/>
              </a:xfrm>
              <a:custGeom>
                <a:avLst/>
                <a:gdLst>
                  <a:gd name="connsiteX0" fmla="*/ 1197122 w 1197121"/>
                  <a:gd name="connsiteY0" fmla="*/ 1197121 h 1197121"/>
                  <a:gd name="connsiteX1" fmla="*/ 0 w 1197121"/>
                  <a:gd name="connsiteY1" fmla="*/ 1197121 h 1197121"/>
                  <a:gd name="connsiteX2" fmla="*/ 0 w 1197121"/>
                  <a:gd name="connsiteY2" fmla="*/ 0 h 1197121"/>
                  <a:gd name="connsiteX3" fmla="*/ 1937 w 1197121"/>
                  <a:gd name="connsiteY3" fmla="*/ 0 h 1197121"/>
                  <a:gd name="connsiteX4" fmla="*/ 1197122 w 1197121"/>
                  <a:gd name="connsiteY4" fmla="*/ 1195184 h 1197121"/>
                  <a:gd name="connsiteX5" fmla="*/ 1197122 w 1197121"/>
                  <a:gd name="connsiteY5" fmla="*/ 1197121 h 119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121" h="1197121">
                    <a:moveTo>
                      <a:pt x="1197122" y="1197121"/>
                    </a:moveTo>
                    <a:lnTo>
                      <a:pt x="0" y="1197121"/>
                    </a:lnTo>
                    <a:lnTo>
                      <a:pt x="0" y="0"/>
                    </a:lnTo>
                    <a:lnTo>
                      <a:pt x="1937" y="0"/>
                    </a:lnTo>
                    <a:cubicBezTo>
                      <a:pt x="662019" y="0"/>
                      <a:pt x="1197122" y="535102"/>
                      <a:pt x="1197122" y="1195184"/>
                    </a:cubicBezTo>
                    <a:lnTo>
                      <a:pt x="1197122" y="1197121"/>
                    </a:lnTo>
                    <a:close/>
                  </a:path>
                </a:pathLst>
              </a:custGeom>
              <a:solidFill>
                <a:srgbClr val="FBF5E2"/>
              </a:solidFill>
              <a:ln w="6350" cap="flat">
                <a:noFill/>
                <a:prstDash val="solid"/>
                <a:miter/>
              </a:ln>
            </p:spPr>
            <p:txBody>
              <a:bodyPr rtlCol="0" anchor="ctr"/>
              <a:lstStyle/>
              <a:p>
                <a:endParaRPr lang="zh-CN" altLang="en-US"/>
              </a:p>
            </p:txBody>
          </p:sp>
          <p:sp>
            <p:nvSpPr>
              <p:cNvPr id="54" name="任意多边形: 形状 53">
                <a:extLst>
                  <a:ext uri="{FF2B5EF4-FFF2-40B4-BE49-F238E27FC236}">
                    <a16:creationId xmlns:a16="http://schemas.microsoft.com/office/drawing/2014/main" id="{0CE4CF72-01E9-EB03-DD1C-C093EDAB04D8}"/>
                  </a:ext>
                </a:extLst>
              </p:cNvPr>
              <p:cNvSpPr/>
              <p:nvPr/>
            </p:nvSpPr>
            <p:spPr>
              <a:xfrm>
                <a:off x="6962343" y="2855385"/>
                <a:ext cx="1197120" cy="1197121"/>
              </a:xfrm>
              <a:custGeom>
                <a:avLst/>
                <a:gdLst>
                  <a:gd name="connsiteX0" fmla="*/ 1197121 w 1197120"/>
                  <a:gd name="connsiteY0" fmla="*/ 1197121 h 1197121"/>
                  <a:gd name="connsiteX1" fmla="*/ 0 w 1197120"/>
                  <a:gd name="connsiteY1" fmla="*/ 1197121 h 1197121"/>
                  <a:gd name="connsiteX2" fmla="*/ 0 w 1197120"/>
                  <a:gd name="connsiteY2" fmla="*/ 1195184 h 1197121"/>
                  <a:gd name="connsiteX3" fmla="*/ 1195184 w 1197120"/>
                  <a:gd name="connsiteY3" fmla="*/ 0 h 1197121"/>
                  <a:gd name="connsiteX4" fmla="*/ 1197121 w 1197120"/>
                  <a:gd name="connsiteY4" fmla="*/ 0 h 1197121"/>
                  <a:gd name="connsiteX5" fmla="*/ 1197121 w 1197120"/>
                  <a:gd name="connsiteY5" fmla="*/ 1197121 h 119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120" h="1197121">
                    <a:moveTo>
                      <a:pt x="1197121" y="1197121"/>
                    </a:moveTo>
                    <a:lnTo>
                      <a:pt x="0" y="1197121"/>
                    </a:lnTo>
                    <a:lnTo>
                      <a:pt x="0" y="1195184"/>
                    </a:lnTo>
                    <a:cubicBezTo>
                      <a:pt x="0" y="535102"/>
                      <a:pt x="535101" y="0"/>
                      <a:pt x="1195184" y="0"/>
                    </a:cubicBezTo>
                    <a:lnTo>
                      <a:pt x="1197121" y="0"/>
                    </a:lnTo>
                    <a:lnTo>
                      <a:pt x="1197121" y="1197121"/>
                    </a:lnTo>
                    <a:close/>
                  </a:path>
                </a:pathLst>
              </a:custGeom>
              <a:solidFill>
                <a:srgbClr val="1C1C61"/>
              </a:solidFill>
              <a:ln w="6350" cap="flat">
                <a:noFill/>
                <a:prstDash val="solid"/>
                <a:miter/>
              </a:ln>
            </p:spPr>
            <p:txBody>
              <a:bodyPr rtlCol="0" anchor="ctr"/>
              <a:lstStyle/>
              <a:p>
                <a:endParaRPr lang="zh-CN" altLang="en-US"/>
              </a:p>
            </p:txBody>
          </p:sp>
          <p:sp>
            <p:nvSpPr>
              <p:cNvPr id="55" name="任意多边形: 形状 54">
                <a:extLst>
                  <a:ext uri="{FF2B5EF4-FFF2-40B4-BE49-F238E27FC236}">
                    <a16:creationId xmlns:a16="http://schemas.microsoft.com/office/drawing/2014/main" id="{31C72E95-91DD-D196-A7B7-5E55AF84132D}"/>
                  </a:ext>
                </a:extLst>
              </p:cNvPr>
              <p:cNvSpPr/>
              <p:nvPr/>
            </p:nvSpPr>
            <p:spPr>
              <a:xfrm>
                <a:off x="8159483" y="3304692"/>
                <a:ext cx="747820" cy="747814"/>
              </a:xfrm>
              <a:custGeom>
                <a:avLst/>
                <a:gdLst>
                  <a:gd name="connsiteX0" fmla="*/ 747820 w 747820"/>
                  <a:gd name="connsiteY0" fmla="*/ 747814 h 747814"/>
                  <a:gd name="connsiteX1" fmla="*/ 0 w 747820"/>
                  <a:gd name="connsiteY1" fmla="*/ 747814 h 747814"/>
                  <a:gd name="connsiteX2" fmla="*/ 0 w 747820"/>
                  <a:gd name="connsiteY2" fmla="*/ 0 h 747814"/>
                  <a:gd name="connsiteX3" fmla="*/ 1213 w 747820"/>
                  <a:gd name="connsiteY3" fmla="*/ 0 h 747814"/>
                  <a:gd name="connsiteX4" fmla="*/ 747820 w 747820"/>
                  <a:gd name="connsiteY4" fmla="*/ 746608 h 747814"/>
                  <a:gd name="connsiteX5" fmla="*/ 747820 w 747820"/>
                  <a:gd name="connsiteY5" fmla="*/ 747814 h 7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7820" h="747814">
                    <a:moveTo>
                      <a:pt x="747820" y="747814"/>
                    </a:moveTo>
                    <a:lnTo>
                      <a:pt x="0" y="747814"/>
                    </a:lnTo>
                    <a:lnTo>
                      <a:pt x="0" y="0"/>
                    </a:lnTo>
                    <a:lnTo>
                      <a:pt x="1213" y="0"/>
                    </a:lnTo>
                    <a:cubicBezTo>
                      <a:pt x="413556" y="0"/>
                      <a:pt x="747820" y="334270"/>
                      <a:pt x="747820" y="746608"/>
                    </a:cubicBezTo>
                    <a:lnTo>
                      <a:pt x="747820" y="747814"/>
                    </a:lnTo>
                    <a:close/>
                  </a:path>
                </a:pathLst>
              </a:custGeom>
              <a:solidFill>
                <a:srgbClr val="E9A650"/>
              </a:solidFill>
              <a:ln w="6350" cap="flat">
                <a:noFill/>
                <a:prstDash val="solid"/>
                <a:miter/>
              </a:ln>
            </p:spPr>
            <p:txBody>
              <a:bodyPr rtlCol="0" anchor="ctr"/>
              <a:lstStyle/>
              <a:p>
                <a:endParaRPr lang="zh-CN" altLang="en-US"/>
              </a:p>
            </p:txBody>
          </p:sp>
          <p:sp>
            <p:nvSpPr>
              <p:cNvPr id="56" name="任意多边形: 形状 55">
                <a:extLst>
                  <a:ext uri="{FF2B5EF4-FFF2-40B4-BE49-F238E27FC236}">
                    <a16:creationId xmlns:a16="http://schemas.microsoft.com/office/drawing/2014/main" id="{0F5B7842-0D70-B4A9-AD86-26FE0DC691A3}"/>
                  </a:ext>
                </a:extLst>
              </p:cNvPr>
              <p:cNvSpPr/>
              <p:nvPr/>
            </p:nvSpPr>
            <p:spPr>
              <a:xfrm>
                <a:off x="7411649" y="3304692"/>
                <a:ext cx="747821" cy="747814"/>
              </a:xfrm>
              <a:custGeom>
                <a:avLst/>
                <a:gdLst>
                  <a:gd name="connsiteX0" fmla="*/ 747821 w 747821"/>
                  <a:gd name="connsiteY0" fmla="*/ 747814 h 747814"/>
                  <a:gd name="connsiteX1" fmla="*/ 0 w 747821"/>
                  <a:gd name="connsiteY1" fmla="*/ 747814 h 747814"/>
                  <a:gd name="connsiteX2" fmla="*/ 0 w 747821"/>
                  <a:gd name="connsiteY2" fmla="*/ 746608 h 747814"/>
                  <a:gd name="connsiteX3" fmla="*/ 746608 w 747821"/>
                  <a:gd name="connsiteY3" fmla="*/ 0 h 747814"/>
                  <a:gd name="connsiteX4" fmla="*/ 747821 w 747821"/>
                  <a:gd name="connsiteY4" fmla="*/ 0 h 747814"/>
                  <a:gd name="connsiteX5" fmla="*/ 747821 w 747821"/>
                  <a:gd name="connsiteY5" fmla="*/ 747814 h 7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7821" h="747814">
                    <a:moveTo>
                      <a:pt x="747821" y="747814"/>
                    </a:moveTo>
                    <a:lnTo>
                      <a:pt x="0" y="747814"/>
                    </a:lnTo>
                    <a:lnTo>
                      <a:pt x="0" y="746608"/>
                    </a:lnTo>
                    <a:cubicBezTo>
                      <a:pt x="0" y="334270"/>
                      <a:pt x="334270" y="0"/>
                      <a:pt x="746608" y="0"/>
                    </a:cubicBezTo>
                    <a:lnTo>
                      <a:pt x="747821" y="0"/>
                    </a:lnTo>
                    <a:lnTo>
                      <a:pt x="747821" y="747814"/>
                    </a:lnTo>
                    <a:close/>
                  </a:path>
                </a:pathLst>
              </a:custGeom>
              <a:solidFill>
                <a:srgbClr val="FBF5E2"/>
              </a:solidFill>
              <a:ln w="6350" cap="flat">
                <a:noFill/>
                <a:prstDash val="solid"/>
                <a:miter/>
              </a:ln>
            </p:spPr>
            <p:txBody>
              <a:bodyPr rtlCol="0" anchor="ctr"/>
              <a:lstStyle/>
              <a:p>
                <a:endParaRPr lang="zh-CN" altLang="en-US"/>
              </a:p>
            </p:txBody>
          </p:sp>
          <p:sp>
            <p:nvSpPr>
              <p:cNvPr id="57" name="任意多边形: 形状 56">
                <a:extLst>
                  <a:ext uri="{FF2B5EF4-FFF2-40B4-BE49-F238E27FC236}">
                    <a16:creationId xmlns:a16="http://schemas.microsoft.com/office/drawing/2014/main" id="{85515433-786C-7F87-1EB3-AD4B67B4A0FE}"/>
                  </a:ext>
                </a:extLst>
              </p:cNvPr>
              <p:cNvSpPr/>
              <p:nvPr/>
            </p:nvSpPr>
            <p:spPr>
              <a:xfrm>
                <a:off x="10546607" y="5249919"/>
                <a:ext cx="1197120" cy="1197121"/>
              </a:xfrm>
              <a:custGeom>
                <a:avLst/>
                <a:gdLst>
                  <a:gd name="connsiteX0" fmla="*/ 1197121 w 1197120"/>
                  <a:gd name="connsiteY0" fmla="*/ 1197121 h 1197121"/>
                  <a:gd name="connsiteX1" fmla="*/ 0 w 1197120"/>
                  <a:gd name="connsiteY1" fmla="*/ 1197121 h 1197121"/>
                  <a:gd name="connsiteX2" fmla="*/ 0 w 1197120"/>
                  <a:gd name="connsiteY2" fmla="*/ 0 h 1197121"/>
                  <a:gd name="connsiteX3" fmla="*/ 1936 w 1197120"/>
                  <a:gd name="connsiteY3" fmla="*/ 0 h 1197121"/>
                  <a:gd name="connsiteX4" fmla="*/ 1197121 w 1197120"/>
                  <a:gd name="connsiteY4" fmla="*/ 1195184 h 1197121"/>
                  <a:gd name="connsiteX5" fmla="*/ 1197121 w 1197120"/>
                  <a:gd name="connsiteY5" fmla="*/ 1197121 h 119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120" h="1197121">
                    <a:moveTo>
                      <a:pt x="1197121" y="1197121"/>
                    </a:moveTo>
                    <a:lnTo>
                      <a:pt x="0" y="1197121"/>
                    </a:lnTo>
                    <a:lnTo>
                      <a:pt x="0" y="0"/>
                    </a:lnTo>
                    <a:lnTo>
                      <a:pt x="1936" y="0"/>
                    </a:lnTo>
                    <a:cubicBezTo>
                      <a:pt x="662019" y="0"/>
                      <a:pt x="1197121" y="535102"/>
                      <a:pt x="1197121" y="1195184"/>
                    </a:cubicBezTo>
                    <a:lnTo>
                      <a:pt x="1197121" y="1197121"/>
                    </a:lnTo>
                    <a:close/>
                  </a:path>
                </a:pathLst>
              </a:custGeom>
              <a:solidFill>
                <a:srgbClr val="DC4245"/>
              </a:solidFill>
              <a:ln w="6350" cap="flat">
                <a:noFill/>
                <a:prstDash val="solid"/>
                <a:miter/>
              </a:ln>
            </p:spPr>
            <p:txBody>
              <a:bodyPr rtlCol="0" anchor="ctr"/>
              <a:lstStyle/>
              <a:p>
                <a:endParaRPr lang="zh-CN" altLang="en-US"/>
              </a:p>
            </p:txBody>
          </p:sp>
          <p:sp>
            <p:nvSpPr>
              <p:cNvPr id="58" name="任意多边形: 形状 57">
                <a:extLst>
                  <a:ext uri="{FF2B5EF4-FFF2-40B4-BE49-F238E27FC236}">
                    <a16:creationId xmlns:a16="http://schemas.microsoft.com/office/drawing/2014/main" id="{B0A8E019-0920-FC4C-8783-344A05CCF6E9}"/>
                  </a:ext>
                </a:extLst>
              </p:cNvPr>
              <p:cNvSpPr/>
              <p:nvPr/>
            </p:nvSpPr>
            <p:spPr>
              <a:xfrm>
                <a:off x="9349454" y="5249919"/>
                <a:ext cx="1197121" cy="1197121"/>
              </a:xfrm>
              <a:custGeom>
                <a:avLst/>
                <a:gdLst>
                  <a:gd name="connsiteX0" fmla="*/ 1197122 w 1197121"/>
                  <a:gd name="connsiteY0" fmla="*/ 1197121 h 1197121"/>
                  <a:gd name="connsiteX1" fmla="*/ 0 w 1197121"/>
                  <a:gd name="connsiteY1" fmla="*/ 1197121 h 1197121"/>
                  <a:gd name="connsiteX2" fmla="*/ 0 w 1197121"/>
                  <a:gd name="connsiteY2" fmla="*/ 1195184 h 1197121"/>
                  <a:gd name="connsiteX3" fmla="*/ 1195184 w 1197121"/>
                  <a:gd name="connsiteY3" fmla="*/ 0 h 1197121"/>
                  <a:gd name="connsiteX4" fmla="*/ 1197122 w 1197121"/>
                  <a:gd name="connsiteY4" fmla="*/ 0 h 1197121"/>
                  <a:gd name="connsiteX5" fmla="*/ 1197122 w 1197121"/>
                  <a:gd name="connsiteY5" fmla="*/ 1197121 h 1197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121" h="1197121">
                    <a:moveTo>
                      <a:pt x="1197122" y="1197121"/>
                    </a:moveTo>
                    <a:lnTo>
                      <a:pt x="0" y="1197121"/>
                    </a:lnTo>
                    <a:lnTo>
                      <a:pt x="0" y="1195184"/>
                    </a:lnTo>
                    <a:cubicBezTo>
                      <a:pt x="0" y="535102"/>
                      <a:pt x="535102" y="0"/>
                      <a:pt x="1195184" y="0"/>
                    </a:cubicBezTo>
                    <a:lnTo>
                      <a:pt x="1197122" y="0"/>
                    </a:lnTo>
                    <a:lnTo>
                      <a:pt x="1197122" y="1197121"/>
                    </a:lnTo>
                    <a:close/>
                  </a:path>
                </a:pathLst>
              </a:custGeom>
              <a:solidFill>
                <a:srgbClr val="3F6FD5"/>
              </a:solidFill>
              <a:ln w="6350" cap="flat">
                <a:noFill/>
                <a:prstDash val="solid"/>
                <a:miter/>
              </a:ln>
            </p:spPr>
            <p:txBody>
              <a:bodyPr rtlCol="0" anchor="ctr"/>
              <a:lstStyle/>
              <a:p>
                <a:endParaRPr lang="zh-CN" altLang="en-US"/>
              </a:p>
            </p:txBody>
          </p:sp>
          <p:sp>
            <p:nvSpPr>
              <p:cNvPr id="59" name="任意多边形: 形状 58">
                <a:extLst>
                  <a:ext uri="{FF2B5EF4-FFF2-40B4-BE49-F238E27FC236}">
                    <a16:creationId xmlns:a16="http://schemas.microsoft.com/office/drawing/2014/main" id="{BDB087C5-9F78-A8AA-813A-00F618CB9093}"/>
                  </a:ext>
                </a:extLst>
              </p:cNvPr>
              <p:cNvSpPr/>
              <p:nvPr/>
            </p:nvSpPr>
            <p:spPr>
              <a:xfrm>
                <a:off x="10546600" y="5699226"/>
                <a:ext cx="747821" cy="747814"/>
              </a:xfrm>
              <a:custGeom>
                <a:avLst/>
                <a:gdLst>
                  <a:gd name="connsiteX0" fmla="*/ 747821 w 747821"/>
                  <a:gd name="connsiteY0" fmla="*/ 747814 h 747814"/>
                  <a:gd name="connsiteX1" fmla="*/ 0 w 747821"/>
                  <a:gd name="connsiteY1" fmla="*/ 747814 h 747814"/>
                  <a:gd name="connsiteX2" fmla="*/ 0 w 747821"/>
                  <a:gd name="connsiteY2" fmla="*/ 0 h 747814"/>
                  <a:gd name="connsiteX3" fmla="*/ 1213 w 747821"/>
                  <a:gd name="connsiteY3" fmla="*/ 0 h 747814"/>
                  <a:gd name="connsiteX4" fmla="*/ 747821 w 747821"/>
                  <a:gd name="connsiteY4" fmla="*/ 746608 h 747814"/>
                  <a:gd name="connsiteX5" fmla="*/ 747821 w 747821"/>
                  <a:gd name="connsiteY5" fmla="*/ 747814 h 74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7821" h="747814">
                    <a:moveTo>
                      <a:pt x="747821" y="747814"/>
                    </a:moveTo>
                    <a:lnTo>
                      <a:pt x="0" y="747814"/>
                    </a:lnTo>
                    <a:lnTo>
                      <a:pt x="0" y="0"/>
                    </a:lnTo>
                    <a:lnTo>
                      <a:pt x="1213" y="0"/>
                    </a:lnTo>
                    <a:cubicBezTo>
                      <a:pt x="413551" y="0"/>
                      <a:pt x="747821" y="334270"/>
                      <a:pt x="747821" y="746608"/>
                    </a:cubicBezTo>
                    <a:lnTo>
                      <a:pt x="747821" y="747814"/>
                    </a:lnTo>
                    <a:close/>
                  </a:path>
                </a:pathLst>
              </a:custGeom>
              <a:solidFill>
                <a:srgbClr val="1C1C61"/>
              </a:solidFill>
              <a:ln w="6350" cap="flat">
                <a:noFill/>
                <a:prstDash val="solid"/>
                <a:miter/>
              </a:ln>
            </p:spPr>
            <p:txBody>
              <a:bodyPr rtlCol="0" anchor="ctr"/>
              <a:lstStyle/>
              <a:p>
                <a:endParaRPr lang="zh-CN" altLang="en-US"/>
              </a:p>
            </p:txBody>
          </p:sp>
          <p:sp>
            <p:nvSpPr>
              <p:cNvPr id="60" name="任意多边形: 形状 59">
                <a:extLst>
                  <a:ext uri="{FF2B5EF4-FFF2-40B4-BE49-F238E27FC236}">
                    <a16:creationId xmlns:a16="http://schemas.microsoft.com/office/drawing/2014/main" id="{50727632-0958-0D09-C348-BC8A7068B055}"/>
                  </a:ext>
                </a:extLst>
              </p:cNvPr>
              <p:cNvSpPr/>
              <p:nvPr/>
            </p:nvSpPr>
            <p:spPr>
              <a:xfrm>
                <a:off x="9798761" y="5699226"/>
                <a:ext cx="747820" cy="748182"/>
              </a:xfrm>
              <a:custGeom>
                <a:avLst/>
                <a:gdLst>
                  <a:gd name="connsiteX0" fmla="*/ 747820 w 747820"/>
                  <a:gd name="connsiteY0" fmla="*/ 748183 h 748182"/>
                  <a:gd name="connsiteX1" fmla="*/ 0 w 747820"/>
                  <a:gd name="connsiteY1" fmla="*/ 748183 h 748182"/>
                  <a:gd name="connsiteX2" fmla="*/ 0 w 747820"/>
                  <a:gd name="connsiteY2" fmla="*/ 746608 h 748182"/>
                  <a:gd name="connsiteX3" fmla="*/ 746607 w 747820"/>
                  <a:gd name="connsiteY3" fmla="*/ 0 h 748182"/>
                  <a:gd name="connsiteX4" fmla="*/ 747820 w 747820"/>
                  <a:gd name="connsiteY4" fmla="*/ 0 h 748182"/>
                  <a:gd name="connsiteX5" fmla="*/ 747820 w 747820"/>
                  <a:gd name="connsiteY5" fmla="*/ 748183 h 748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7820" h="748182">
                    <a:moveTo>
                      <a:pt x="747820" y="748183"/>
                    </a:moveTo>
                    <a:lnTo>
                      <a:pt x="0" y="748183"/>
                    </a:lnTo>
                    <a:lnTo>
                      <a:pt x="0" y="746608"/>
                    </a:lnTo>
                    <a:cubicBezTo>
                      <a:pt x="0" y="334270"/>
                      <a:pt x="334270" y="0"/>
                      <a:pt x="746607" y="0"/>
                    </a:cubicBezTo>
                    <a:lnTo>
                      <a:pt x="747820" y="0"/>
                    </a:lnTo>
                    <a:lnTo>
                      <a:pt x="747820" y="748183"/>
                    </a:lnTo>
                    <a:close/>
                  </a:path>
                </a:pathLst>
              </a:custGeom>
              <a:solidFill>
                <a:srgbClr val="FBF5E2"/>
              </a:solidFill>
              <a:ln w="6350" cap="flat">
                <a:noFill/>
                <a:prstDash val="solid"/>
                <a:miter/>
              </a:ln>
            </p:spPr>
            <p:txBody>
              <a:bodyPr rtlCol="0" anchor="ctr"/>
              <a:lstStyle/>
              <a:p>
                <a:endParaRPr lang="zh-CN" altLang="en-US"/>
              </a:p>
            </p:txBody>
          </p:sp>
          <p:grpSp>
            <p:nvGrpSpPr>
              <p:cNvPr id="61" name="图形 8">
                <a:extLst>
                  <a:ext uri="{FF2B5EF4-FFF2-40B4-BE49-F238E27FC236}">
                    <a16:creationId xmlns:a16="http://schemas.microsoft.com/office/drawing/2014/main" id="{2CD0E882-6DB9-6490-5651-285487E2C63F}"/>
                  </a:ext>
                </a:extLst>
              </p:cNvPr>
              <p:cNvGrpSpPr/>
              <p:nvPr/>
            </p:nvGrpSpPr>
            <p:grpSpPr>
              <a:xfrm>
                <a:off x="8315073" y="1830558"/>
                <a:ext cx="875669" cy="880090"/>
                <a:chOff x="8315073" y="1830558"/>
                <a:chExt cx="875669" cy="880090"/>
              </a:xfrm>
              <a:solidFill>
                <a:srgbClr val="FBF5E2"/>
              </a:solidFill>
            </p:grpSpPr>
            <p:sp>
              <p:nvSpPr>
                <p:cNvPr id="109" name="任意多边形: 形状 108">
                  <a:extLst>
                    <a:ext uri="{FF2B5EF4-FFF2-40B4-BE49-F238E27FC236}">
                      <a16:creationId xmlns:a16="http://schemas.microsoft.com/office/drawing/2014/main" id="{0F5DBEB6-A446-9E2F-BAAB-456846155F8A}"/>
                    </a:ext>
                  </a:extLst>
                </p:cNvPr>
                <p:cNvSpPr/>
                <p:nvPr/>
              </p:nvSpPr>
              <p:spPr>
                <a:xfrm>
                  <a:off x="8810644" y="1830558"/>
                  <a:ext cx="122364" cy="122364"/>
                </a:xfrm>
                <a:custGeom>
                  <a:avLst/>
                  <a:gdLst>
                    <a:gd name="connsiteX0" fmla="*/ 122364 w 122364"/>
                    <a:gd name="connsiteY0" fmla="*/ 61182 h 122364"/>
                    <a:gd name="connsiteX1" fmla="*/ 61182 w 122364"/>
                    <a:gd name="connsiteY1" fmla="*/ 122364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4"/>
                        <a:pt x="61182" y="122364"/>
                      </a:cubicBezTo>
                      <a:cubicBezTo>
                        <a:pt x="27392" y="122364"/>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10" name="任意多边形: 形状 109">
                  <a:extLst>
                    <a:ext uri="{FF2B5EF4-FFF2-40B4-BE49-F238E27FC236}">
                      <a16:creationId xmlns:a16="http://schemas.microsoft.com/office/drawing/2014/main" id="{4A2FD50C-7288-AF7D-3090-0FF3EC121CC6}"/>
                    </a:ext>
                  </a:extLst>
                </p:cNvPr>
                <p:cNvSpPr/>
                <p:nvPr/>
              </p:nvSpPr>
              <p:spPr>
                <a:xfrm>
                  <a:off x="8810644" y="2091410"/>
                  <a:ext cx="122364" cy="122364"/>
                </a:xfrm>
                <a:custGeom>
                  <a:avLst/>
                  <a:gdLst>
                    <a:gd name="connsiteX0" fmla="*/ 122364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5"/>
                        <a:pt x="61182" y="122365"/>
                      </a:cubicBezTo>
                      <a:cubicBezTo>
                        <a:pt x="27392" y="122365"/>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11" name="任意多边形: 形状 110">
                  <a:extLst>
                    <a:ext uri="{FF2B5EF4-FFF2-40B4-BE49-F238E27FC236}">
                      <a16:creationId xmlns:a16="http://schemas.microsoft.com/office/drawing/2014/main" id="{CC321D1A-5F9A-499C-2168-53B78F8860B1}"/>
                    </a:ext>
                  </a:extLst>
                </p:cNvPr>
                <p:cNvSpPr/>
                <p:nvPr/>
              </p:nvSpPr>
              <p:spPr>
                <a:xfrm>
                  <a:off x="9059176" y="1830558"/>
                  <a:ext cx="122364" cy="122364"/>
                </a:xfrm>
                <a:custGeom>
                  <a:avLst/>
                  <a:gdLst>
                    <a:gd name="connsiteX0" fmla="*/ 122364 w 122364"/>
                    <a:gd name="connsiteY0" fmla="*/ 61182 h 122364"/>
                    <a:gd name="connsiteX1" fmla="*/ 61182 w 122364"/>
                    <a:gd name="connsiteY1" fmla="*/ 122364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4"/>
                        <a:pt x="61182" y="122364"/>
                      </a:cubicBezTo>
                      <a:cubicBezTo>
                        <a:pt x="27392" y="122364"/>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12" name="任意多边形: 形状 111">
                  <a:extLst>
                    <a:ext uri="{FF2B5EF4-FFF2-40B4-BE49-F238E27FC236}">
                      <a16:creationId xmlns:a16="http://schemas.microsoft.com/office/drawing/2014/main" id="{9278D8B0-4728-5188-8909-5A8CA42444DA}"/>
                    </a:ext>
                  </a:extLst>
                </p:cNvPr>
                <p:cNvSpPr/>
                <p:nvPr/>
              </p:nvSpPr>
              <p:spPr>
                <a:xfrm>
                  <a:off x="9059176" y="2091410"/>
                  <a:ext cx="122364" cy="122364"/>
                </a:xfrm>
                <a:custGeom>
                  <a:avLst/>
                  <a:gdLst>
                    <a:gd name="connsiteX0" fmla="*/ 122364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5"/>
                        <a:pt x="61182" y="122365"/>
                      </a:cubicBezTo>
                      <a:cubicBezTo>
                        <a:pt x="27392" y="122365"/>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13" name="任意多边形: 形状 112">
                  <a:extLst>
                    <a:ext uri="{FF2B5EF4-FFF2-40B4-BE49-F238E27FC236}">
                      <a16:creationId xmlns:a16="http://schemas.microsoft.com/office/drawing/2014/main" id="{30EEC0A6-5BFF-338C-7711-65FFAA7DB405}"/>
                    </a:ext>
                  </a:extLst>
                </p:cNvPr>
                <p:cNvSpPr/>
                <p:nvPr/>
              </p:nvSpPr>
              <p:spPr>
                <a:xfrm>
                  <a:off x="8810644" y="2347804"/>
                  <a:ext cx="122364" cy="122364"/>
                </a:xfrm>
                <a:custGeom>
                  <a:avLst/>
                  <a:gdLst>
                    <a:gd name="connsiteX0" fmla="*/ 122364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5"/>
                        <a:pt x="61182" y="122365"/>
                      </a:cubicBezTo>
                      <a:cubicBezTo>
                        <a:pt x="27392" y="122365"/>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14" name="任意多边形: 形状 113">
                  <a:extLst>
                    <a:ext uri="{FF2B5EF4-FFF2-40B4-BE49-F238E27FC236}">
                      <a16:creationId xmlns:a16="http://schemas.microsoft.com/office/drawing/2014/main" id="{C07754CD-6D26-4642-67A4-BB45A5BC695F}"/>
                    </a:ext>
                  </a:extLst>
                </p:cNvPr>
                <p:cNvSpPr/>
                <p:nvPr/>
              </p:nvSpPr>
              <p:spPr>
                <a:xfrm>
                  <a:off x="9059176" y="2347804"/>
                  <a:ext cx="122364" cy="122364"/>
                </a:xfrm>
                <a:custGeom>
                  <a:avLst/>
                  <a:gdLst>
                    <a:gd name="connsiteX0" fmla="*/ 122364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5"/>
                        <a:pt x="61182" y="122365"/>
                      </a:cubicBezTo>
                      <a:cubicBezTo>
                        <a:pt x="27392" y="122365"/>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15" name="任意多边形: 形状 114">
                  <a:extLst>
                    <a:ext uri="{FF2B5EF4-FFF2-40B4-BE49-F238E27FC236}">
                      <a16:creationId xmlns:a16="http://schemas.microsoft.com/office/drawing/2014/main" id="{24FFB20A-2703-AC13-FFDE-4074BF228BC6}"/>
                    </a:ext>
                  </a:extLst>
                </p:cNvPr>
                <p:cNvSpPr/>
                <p:nvPr/>
              </p:nvSpPr>
              <p:spPr>
                <a:xfrm>
                  <a:off x="8322640" y="1830558"/>
                  <a:ext cx="122364" cy="122364"/>
                </a:xfrm>
                <a:custGeom>
                  <a:avLst/>
                  <a:gdLst>
                    <a:gd name="connsiteX0" fmla="*/ 122364 w 122364"/>
                    <a:gd name="connsiteY0" fmla="*/ 61182 h 122364"/>
                    <a:gd name="connsiteX1" fmla="*/ 61182 w 122364"/>
                    <a:gd name="connsiteY1" fmla="*/ 122364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4"/>
                        <a:pt x="61182" y="122364"/>
                      </a:cubicBezTo>
                      <a:cubicBezTo>
                        <a:pt x="27392" y="122364"/>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16" name="任意多边形: 形状 115">
                  <a:extLst>
                    <a:ext uri="{FF2B5EF4-FFF2-40B4-BE49-F238E27FC236}">
                      <a16:creationId xmlns:a16="http://schemas.microsoft.com/office/drawing/2014/main" id="{477E7C50-479B-62D6-D394-5F098893279C}"/>
                    </a:ext>
                  </a:extLst>
                </p:cNvPr>
                <p:cNvSpPr/>
                <p:nvPr/>
              </p:nvSpPr>
              <p:spPr>
                <a:xfrm>
                  <a:off x="8322640" y="2091410"/>
                  <a:ext cx="122364" cy="122364"/>
                </a:xfrm>
                <a:custGeom>
                  <a:avLst/>
                  <a:gdLst>
                    <a:gd name="connsiteX0" fmla="*/ 122364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5"/>
                        <a:pt x="61182" y="122365"/>
                      </a:cubicBezTo>
                      <a:cubicBezTo>
                        <a:pt x="27392" y="122365"/>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17" name="任意多边形: 形状 116">
                  <a:extLst>
                    <a:ext uri="{FF2B5EF4-FFF2-40B4-BE49-F238E27FC236}">
                      <a16:creationId xmlns:a16="http://schemas.microsoft.com/office/drawing/2014/main" id="{DC7D6960-CFA1-700A-40A7-E23A1988B793}"/>
                    </a:ext>
                  </a:extLst>
                </p:cNvPr>
                <p:cNvSpPr/>
                <p:nvPr/>
              </p:nvSpPr>
              <p:spPr>
                <a:xfrm>
                  <a:off x="8571172" y="1830558"/>
                  <a:ext cx="122364" cy="122364"/>
                </a:xfrm>
                <a:custGeom>
                  <a:avLst/>
                  <a:gdLst>
                    <a:gd name="connsiteX0" fmla="*/ 122365 w 122364"/>
                    <a:gd name="connsiteY0" fmla="*/ 61182 h 122364"/>
                    <a:gd name="connsiteX1" fmla="*/ 61182 w 122364"/>
                    <a:gd name="connsiteY1" fmla="*/ 122364 h 122364"/>
                    <a:gd name="connsiteX2" fmla="*/ 0 w 122364"/>
                    <a:gd name="connsiteY2" fmla="*/ 61182 h 122364"/>
                    <a:gd name="connsiteX3" fmla="*/ 61182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2"/>
                        <a:pt x="94973" y="122364"/>
                        <a:pt x="61182" y="122364"/>
                      </a:cubicBezTo>
                      <a:cubicBezTo>
                        <a:pt x="27392" y="122364"/>
                        <a:pt x="0" y="94972"/>
                        <a:pt x="0" y="61182"/>
                      </a:cubicBezTo>
                      <a:cubicBezTo>
                        <a:pt x="0" y="27392"/>
                        <a:pt x="27392" y="0"/>
                        <a:pt x="61182" y="0"/>
                      </a:cubicBezTo>
                      <a:cubicBezTo>
                        <a:pt x="94973"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118" name="任意多边形: 形状 117">
                  <a:extLst>
                    <a:ext uri="{FF2B5EF4-FFF2-40B4-BE49-F238E27FC236}">
                      <a16:creationId xmlns:a16="http://schemas.microsoft.com/office/drawing/2014/main" id="{A4D9C7C4-EF02-5EE8-2963-4A383BD9AEFA}"/>
                    </a:ext>
                  </a:extLst>
                </p:cNvPr>
                <p:cNvSpPr/>
                <p:nvPr/>
              </p:nvSpPr>
              <p:spPr>
                <a:xfrm>
                  <a:off x="8571172" y="2091410"/>
                  <a:ext cx="122364" cy="122364"/>
                </a:xfrm>
                <a:custGeom>
                  <a:avLst/>
                  <a:gdLst>
                    <a:gd name="connsiteX0" fmla="*/ 122365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2"/>
                        <a:pt x="94973" y="122365"/>
                        <a:pt x="61182" y="122365"/>
                      </a:cubicBezTo>
                      <a:cubicBezTo>
                        <a:pt x="27392" y="122365"/>
                        <a:pt x="0" y="94972"/>
                        <a:pt x="0" y="61182"/>
                      </a:cubicBezTo>
                      <a:cubicBezTo>
                        <a:pt x="0" y="27392"/>
                        <a:pt x="27392" y="0"/>
                        <a:pt x="61182" y="0"/>
                      </a:cubicBezTo>
                      <a:cubicBezTo>
                        <a:pt x="94973"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119" name="任意多边形: 形状 118">
                  <a:extLst>
                    <a:ext uri="{FF2B5EF4-FFF2-40B4-BE49-F238E27FC236}">
                      <a16:creationId xmlns:a16="http://schemas.microsoft.com/office/drawing/2014/main" id="{7E5A7321-B526-BDEE-DE7B-7FB255CB8BAF}"/>
                    </a:ext>
                  </a:extLst>
                </p:cNvPr>
                <p:cNvSpPr/>
                <p:nvPr/>
              </p:nvSpPr>
              <p:spPr>
                <a:xfrm>
                  <a:off x="8322640" y="2347804"/>
                  <a:ext cx="122364" cy="122364"/>
                </a:xfrm>
                <a:custGeom>
                  <a:avLst/>
                  <a:gdLst>
                    <a:gd name="connsiteX0" fmla="*/ 122364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5"/>
                        <a:pt x="61182" y="122365"/>
                      </a:cubicBezTo>
                      <a:cubicBezTo>
                        <a:pt x="27392" y="122365"/>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20" name="任意多边形: 形状 119">
                  <a:extLst>
                    <a:ext uri="{FF2B5EF4-FFF2-40B4-BE49-F238E27FC236}">
                      <a16:creationId xmlns:a16="http://schemas.microsoft.com/office/drawing/2014/main" id="{91B703E9-39F9-5F3B-A36E-E486FC159C78}"/>
                    </a:ext>
                  </a:extLst>
                </p:cNvPr>
                <p:cNvSpPr/>
                <p:nvPr/>
              </p:nvSpPr>
              <p:spPr>
                <a:xfrm>
                  <a:off x="8571172" y="2347804"/>
                  <a:ext cx="122364" cy="122364"/>
                </a:xfrm>
                <a:custGeom>
                  <a:avLst/>
                  <a:gdLst>
                    <a:gd name="connsiteX0" fmla="*/ 122365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2"/>
                        <a:pt x="94973" y="122365"/>
                        <a:pt x="61182" y="122365"/>
                      </a:cubicBezTo>
                      <a:cubicBezTo>
                        <a:pt x="27392" y="122365"/>
                        <a:pt x="0" y="94972"/>
                        <a:pt x="0" y="61182"/>
                      </a:cubicBezTo>
                      <a:cubicBezTo>
                        <a:pt x="0" y="27392"/>
                        <a:pt x="27392" y="0"/>
                        <a:pt x="61182" y="0"/>
                      </a:cubicBezTo>
                      <a:cubicBezTo>
                        <a:pt x="94973"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121" name="任意多边形: 形状 120">
                  <a:extLst>
                    <a:ext uri="{FF2B5EF4-FFF2-40B4-BE49-F238E27FC236}">
                      <a16:creationId xmlns:a16="http://schemas.microsoft.com/office/drawing/2014/main" id="{DD8E2C18-154A-FADA-269B-80D2342D3D3F}"/>
                    </a:ext>
                  </a:extLst>
                </p:cNvPr>
                <p:cNvSpPr/>
                <p:nvPr/>
              </p:nvSpPr>
              <p:spPr>
                <a:xfrm rot="-4846898">
                  <a:off x="8810826" y="2579266"/>
                  <a:ext cx="122366" cy="122366"/>
                </a:xfrm>
                <a:custGeom>
                  <a:avLst/>
                  <a:gdLst>
                    <a:gd name="connsiteX0" fmla="*/ 122366 w 122366"/>
                    <a:gd name="connsiteY0" fmla="*/ 61183 h 122366"/>
                    <a:gd name="connsiteX1" fmla="*/ 61183 w 122366"/>
                    <a:gd name="connsiteY1" fmla="*/ 122366 h 122366"/>
                    <a:gd name="connsiteX2" fmla="*/ 0 w 122366"/>
                    <a:gd name="connsiteY2" fmla="*/ 61183 h 122366"/>
                    <a:gd name="connsiteX3" fmla="*/ 61183 w 122366"/>
                    <a:gd name="connsiteY3" fmla="*/ 0 h 122366"/>
                    <a:gd name="connsiteX4" fmla="*/ 122366 w 122366"/>
                    <a:gd name="connsiteY4" fmla="*/ 61183 h 122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6" h="122366">
                      <a:moveTo>
                        <a:pt x="122366" y="61183"/>
                      </a:moveTo>
                      <a:cubicBezTo>
                        <a:pt x="122366" y="94974"/>
                        <a:pt x="94974" y="122366"/>
                        <a:pt x="61183" y="122366"/>
                      </a:cubicBezTo>
                      <a:cubicBezTo>
                        <a:pt x="27392" y="122366"/>
                        <a:pt x="0" y="94974"/>
                        <a:pt x="0" y="61183"/>
                      </a:cubicBezTo>
                      <a:cubicBezTo>
                        <a:pt x="0" y="27393"/>
                        <a:pt x="27392" y="0"/>
                        <a:pt x="61183" y="0"/>
                      </a:cubicBezTo>
                      <a:cubicBezTo>
                        <a:pt x="94974" y="0"/>
                        <a:pt x="122366" y="27393"/>
                        <a:pt x="122366" y="61183"/>
                      </a:cubicBezTo>
                      <a:close/>
                    </a:path>
                  </a:pathLst>
                </a:custGeom>
                <a:solidFill>
                  <a:srgbClr val="FBF5E2"/>
                </a:solidFill>
                <a:ln w="6350" cap="flat">
                  <a:noFill/>
                  <a:prstDash val="solid"/>
                  <a:miter/>
                </a:ln>
              </p:spPr>
              <p:txBody>
                <a:bodyPr rtlCol="0" anchor="ctr"/>
                <a:lstStyle/>
                <a:p>
                  <a:endParaRPr lang="zh-CN" altLang="en-US"/>
                </a:p>
              </p:txBody>
            </p:sp>
            <p:sp>
              <p:nvSpPr>
                <p:cNvPr id="122" name="任意多边形: 形状 121">
                  <a:extLst>
                    <a:ext uri="{FF2B5EF4-FFF2-40B4-BE49-F238E27FC236}">
                      <a16:creationId xmlns:a16="http://schemas.microsoft.com/office/drawing/2014/main" id="{77C7B19E-50B0-1379-0CCA-E65BAE4308DE}"/>
                    </a:ext>
                  </a:extLst>
                </p:cNvPr>
                <p:cNvSpPr/>
                <p:nvPr/>
              </p:nvSpPr>
              <p:spPr>
                <a:xfrm rot="-4846898">
                  <a:off x="9059365" y="2579265"/>
                  <a:ext cx="122366" cy="122366"/>
                </a:xfrm>
                <a:custGeom>
                  <a:avLst/>
                  <a:gdLst>
                    <a:gd name="connsiteX0" fmla="*/ 122366 w 122366"/>
                    <a:gd name="connsiteY0" fmla="*/ 61183 h 122366"/>
                    <a:gd name="connsiteX1" fmla="*/ 61183 w 122366"/>
                    <a:gd name="connsiteY1" fmla="*/ 122366 h 122366"/>
                    <a:gd name="connsiteX2" fmla="*/ 0 w 122366"/>
                    <a:gd name="connsiteY2" fmla="*/ 61183 h 122366"/>
                    <a:gd name="connsiteX3" fmla="*/ 61183 w 122366"/>
                    <a:gd name="connsiteY3" fmla="*/ 0 h 122366"/>
                    <a:gd name="connsiteX4" fmla="*/ 122366 w 122366"/>
                    <a:gd name="connsiteY4" fmla="*/ 61183 h 122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6" h="122366">
                      <a:moveTo>
                        <a:pt x="122366" y="61183"/>
                      </a:moveTo>
                      <a:cubicBezTo>
                        <a:pt x="122366" y="94974"/>
                        <a:pt x="94974" y="122366"/>
                        <a:pt x="61183" y="122366"/>
                      </a:cubicBezTo>
                      <a:cubicBezTo>
                        <a:pt x="27392" y="122366"/>
                        <a:pt x="0" y="94974"/>
                        <a:pt x="0" y="61183"/>
                      </a:cubicBezTo>
                      <a:cubicBezTo>
                        <a:pt x="0" y="27393"/>
                        <a:pt x="27392" y="0"/>
                        <a:pt x="61183" y="0"/>
                      </a:cubicBezTo>
                      <a:cubicBezTo>
                        <a:pt x="94974" y="0"/>
                        <a:pt x="122366" y="27393"/>
                        <a:pt x="122366" y="61183"/>
                      </a:cubicBezTo>
                      <a:close/>
                    </a:path>
                  </a:pathLst>
                </a:custGeom>
                <a:solidFill>
                  <a:srgbClr val="FBF5E2"/>
                </a:solidFill>
                <a:ln w="6350" cap="flat">
                  <a:noFill/>
                  <a:prstDash val="solid"/>
                  <a:miter/>
                </a:ln>
              </p:spPr>
              <p:txBody>
                <a:bodyPr rtlCol="0" anchor="ctr"/>
                <a:lstStyle/>
                <a:p>
                  <a:endParaRPr lang="zh-CN" altLang="en-US"/>
                </a:p>
              </p:txBody>
            </p:sp>
            <p:sp>
              <p:nvSpPr>
                <p:cNvPr id="123" name="任意多边形: 形状 122">
                  <a:extLst>
                    <a:ext uri="{FF2B5EF4-FFF2-40B4-BE49-F238E27FC236}">
                      <a16:creationId xmlns:a16="http://schemas.microsoft.com/office/drawing/2014/main" id="{55AB218C-0145-FDEF-4059-FEC22E24C987}"/>
                    </a:ext>
                  </a:extLst>
                </p:cNvPr>
                <p:cNvSpPr/>
                <p:nvPr/>
              </p:nvSpPr>
              <p:spPr>
                <a:xfrm rot="-4952159">
                  <a:off x="8322502" y="2579532"/>
                  <a:ext cx="122361" cy="122361"/>
                </a:xfrm>
                <a:custGeom>
                  <a:avLst/>
                  <a:gdLst>
                    <a:gd name="connsiteX0" fmla="*/ 122361 w 122361"/>
                    <a:gd name="connsiteY0" fmla="*/ 61181 h 122361"/>
                    <a:gd name="connsiteX1" fmla="*/ 61181 w 122361"/>
                    <a:gd name="connsiteY1" fmla="*/ 122361 h 122361"/>
                    <a:gd name="connsiteX2" fmla="*/ 0 w 122361"/>
                    <a:gd name="connsiteY2" fmla="*/ 61181 h 122361"/>
                    <a:gd name="connsiteX3" fmla="*/ 61181 w 122361"/>
                    <a:gd name="connsiteY3" fmla="*/ 0 h 122361"/>
                    <a:gd name="connsiteX4" fmla="*/ 122361 w 122361"/>
                    <a:gd name="connsiteY4" fmla="*/ 61181 h 122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1" h="122361">
                      <a:moveTo>
                        <a:pt x="122361" y="61181"/>
                      </a:moveTo>
                      <a:cubicBezTo>
                        <a:pt x="122361" y="94970"/>
                        <a:pt x="94970" y="122361"/>
                        <a:pt x="61181" y="122361"/>
                      </a:cubicBezTo>
                      <a:cubicBezTo>
                        <a:pt x="27391" y="122361"/>
                        <a:pt x="0" y="94970"/>
                        <a:pt x="0" y="61181"/>
                      </a:cubicBezTo>
                      <a:cubicBezTo>
                        <a:pt x="0" y="27392"/>
                        <a:pt x="27391" y="0"/>
                        <a:pt x="61181" y="0"/>
                      </a:cubicBezTo>
                      <a:cubicBezTo>
                        <a:pt x="94970" y="0"/>
                        <a:pt x="122361" y="27392"/>
                        <a:pt x="122361" y="61181"/>
                      </a:cubicBezTo>
                      <a:close/>
                    </a:path>
                  </a:pathLst>
                </a:custGeom>
                <a:solidFill>
                  <a:srgbClr val="FBF5E2"/>
                </a:solidFill>
                <a:ln w="6350" cap="flat">
                  <a:noFill/>
                  <a:prstDash val="solid"/>
                  <a:miter/>
                </a:ln>
              </p:spPr>
              <p:txBody>
                <a:bodyPr rtlCol="0" anchor="ctr"/>
                <a:lstStyle/>
                <a:p>
                  <a:endParaRPr lang="zh-CN" altLang="en-US"/>
                </a:p>
              </p:txBody>
            </p:sp>
            <p:sp>
              <p:nvSpPr>
                <p:cNvPr id="124" name="任意多边形: 形状 123">
                  <a:extLst>
                    <a:ext uri="{FF2B5EF4-FFF2-40B4-BE49-F238E27FC236}">
                      <a16:creationId xmlns:a16="http://schemas.microsoft.com/office/drawing/2014/main" id="{C175FB77-FD3A-86E3-CF53-0E5395F5BF28}"/>
                    </a:ext>
                  </a:extLst>
                </p:cNvPr>
                <p:cNvSpPr/>
                <p:nvPr/>
              </p:nvSpPr>
              <p:spPr>
                <a:xfrm rot="-4846898">
                  <a:off x="8571353" y="2579271"/>
                  <a:ext cx="122366" cy="122366"/>
                </a:xfrm>
                <a:custGeom>
                  <a:avLst/>
                  <a:gdLst>
                    <a:gd name="connsiteX0" fmla="*/ 122367 w 122366"/>
                    <a:gd name="connsiteY0" fmla="*/ 61183 h 122366"/>
                    <a:gd name="connsiteX1" fmla="*/ 61183 w 122366"/>
                    <a:gd name="connsiteY1" fmla="*/ 122366 h 122366"/>
                    <a:gd name="connsiteX2" fmla="*/ 0 w 122366"/>
                    <a:gd name="connsiteY2" fmla="*/ 61183 h 122366"/>
                    <a:gd name="connsiteX3" fmla="*/ 61183 w 122366"/>
                    <a:gd name="connsiteY3" fmla="*/ 0 h 122366"/>
                    <a:gd name="connsiteX4" fmla="*/ 122367 w 122366"/>
                    <a:gd name="connsiteY4" fmla="*/ 61183 h 122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6" h="122366">
                      <a:moveTo>
                        <a:pt x="122367" y="61183"/>
                      </a:moveTo>
                      <a:cubicBezTo>
                        <a:pt x="122367" y="94974"/>
                        <a:pt x="94974" y="122366"/>
                        <a:pt x="61183" y="122366"/>
                      </a:cubicBezTo>
                      <a:cubicBezTo>
                        <a:pt x="27393" y="122366"/>
                        <a:pt x="0" y="94974"/>
                        <a:pt x="0" y="61183"/>
                      </a:cubicBezTo>
                      <a:cubicBezTo>
                        <a:pt x="0" y="27393"/>
                        <a:pt x="27393" y="0"/>
                        <a:pt x="61183" y="0"/>
                      </a:cubicBezTo>
                      <a:cubicBezTo>
                        <a:pt x="94974" y="0"/>
                        <a:pt x="122367" y="27393"/>
                        <a:pt x="122367" y="61183"/>
                      </a:cubicBezTo>
                      <a:close/>
                    </a:path>
                  </a:pathLst>
                </a:custGeom>
                <a:solidFill>
                  <a:srgbClr val="FBF5E2"/>
                </a:solidFill>
                <a:ln w="6350" cap="flat">
                  <a:noFill/>
                  <a:prstDash val="solid"/>
                  <a:miter/>
                </a:ln>
              </p:spPr>
              <p:txBody>
                <a:bodyPr rtlCol="0" anchor="ctr"/>
                <a:lstStyle/>
                <a:p>
                  <a:endParaRPr lang="zh-CN" altLang="en-US"/>
                </a:p>
              </p:txBody>
            </p:sp>
          </p:grpSp>
          <p:grpSp>
            <p:nvGrpSpPr>
              <p:cNvPr id="62" name="图形 8">
                <a:extLst>
                  <a:ext uri="{FF2B5EF4-FFF2-40B4-BE49-F238E27FC236}">
                    <a16:creationId xmlns:a16="http://schemas.microsoft.com/office/drawing/2014/main" id="{8593D61E-4076-C09D-E517-A0ACA3EA6FA4}"/>
                  </a:ext>
                </a:extLst>
              </p:cNvPr>
              <p:cNvGrpSpPr/>
              <p:nvPr/>
            </p:nvGrpSpPr>
            <p:grpSpPr>
              <a:xfrm>
                <a:off x="9537026" y="4200779"/>
                <a:ext cx="858901" cy="871143"/>
                <a:chOff x="9537026" y="4200779"/>
                <a:chExt cx="858901" cy="871143"/>
              </a:xfrm>
              <a:solidFill>
                <a:srgbClr val="FBF5E2"/>
              </a:solidFill>
            </p:grpSpPr>
            <p:sp>
              <p:nvSpPr>
                <p:cNvPr id="93" name="任意多边形: 形状 92">
                  <a:extLst>
                    <a:ext uri="{FF2B5EF4-FFF2-40B4-BE49-F238E27FC236}">
                      <a16:creationId xmlns:a16="http://schemas.microsoft.com/office/drawing/2014/main" id="{FCF61E27-EBF8-7376-F83C-9E921104234D}"/>
                    </a:ext>
                  </a:extLst>
                </p:cNvPr>
                <p:cNvSpPr/>
                <p:nvPr/>
              </p:nvSpPr>
              <p:spPr>
                <a:xfrm>
                  <a:off x="10025030" y="4200779"/>
                  <a:ext cx="122364" cy="122364"/>
                </a:xfrm>
                <a:custGeom>
                  <a:avLst/>
                  <a:gdLst>
                    <a:gd name="connsiteX0" fmla="*/ 122365 w 122364"/>
                    <a:gd name="connsiteY0" fmla="*/ 61182 h 122364"/>
                    <a:gd name="connsiteX1" fmla="*/ 61182 w 122364"/>
                    <a:gd name="connsiteY1" fmla="*/ 122364 h 122364"/>
                    <a:gd name="connsiteX2" fmla="*/ 0 w 122364"/>
                    <a:gd name="connsiteY2" fmla="*/ 61182 h 122364"/>
                    <a:gd name="connsiteX3" fmla="*/ 61182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2"/>
                        <a:pt x="94972" y="122364"/>
                        <a:pt x="61182" y="122364"/>
                      </a:cubicBezTo>
                      <a:cubicBezTo>
                        <a:pt x="27392" y="122364"/>
                        <a:pt x="0" y="94972"/>
                        <a:pt x="0" y="61182"/>
                      </a:cubicBezTo>
                      <a:cubicBezTo>
                        <a:pt x="0" y="27392"/>
                        <a:pt x="27392" y="0"/>
                        <a:pt x="61182" y="0"/>
                      </a:cubicBezTo>
                      <a:cubicBezTo>
                        <a:pt x="94972"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94" name="任意多边形: 形状 93">
                  <a:extLst>
                    <a:ext uri="{FF2B5EF4-FFF2-40B4-BE49-F238E27FC236}">
                      <a16:creationId xmlns:a16="http://schemas.microsoft.com/office/drawing/2014/main" id="{5D8857A4-3A46-7943-A80A-3AC7E303DDBF}"/>
                    </a:ext>
                  </a:extLst>
                </p:cNvPr>
                <p:cNvSpPr/>
                <p:nvPr/>
              </p:nvSpPr>
              <p:spPr>
                <a:xfrm>
                  <a:off x="10025030" y="4461630"/>
                  <a:ext cx="122364" cy="122364"/>
                </a:xfrm>
                <a:custGeom>
                  <a:avLst/>
                  <a:gdLst>
                    <a:gd name="connsiteX0" fmla="*/ 122365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3"/>
                        <a:pt x="94972" y="122365"/>
                        <a:pt x="61182" y="122365"/>
                      </a:cubicBezTo>
                      <a:cubicBezTo>
                        <a:pt x="27392" y="122365"/>
                        <a:pt x="0" y="94973"/>
                        <a:pt x="0" y="61182"/>
                      </a:cubicBezTo>
                      <a:cubicBezTo>
                        <a:pt x="0" y="27392"/>
                        <a:pt x="27392" y="0"/>
                        <a:pt x="61182" y="0"/>
                      </a:cubicBezTo>
                      <a:cubicBezTo>
                        <a:pt x="94972"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95" name="任意多边形: 形状 94">
                  <a:extLst>
                    <a:ext uri="{FF2B5EF4-FFF2-40B4-BE49-F238E27FC236}">
                      <a16:creationId xmlns:a16="http://schemas.microsoft.com/office/drawing/2014/main" id="{D9462D33-183B-C8E6-7FDF-2B4E268677E4}"/>
                    </a:ext>
                  </a:extLst>
                </p:cNvPr>
                <p:cNvSpPr/>
                <p:nvPr/>
              </p:nvSpPr>
              <p:spPr>
                <a:xfrm>
                  <a:off x="10273563" y="4200779"/>
                  <a:ext cx="122364" cy="122364"/>
                </a:xfrm>
                <a:custGeom>
                  <a:avLst/>
                  <a:gdLst>
                    <a:gd name="connsiteX0" fmla="*/ 122365 w 122364"/>
                    <a:gd name="connsiteY0" fmla="*/ 61182 h 122364"/>
                    <a:gd name="connsiteX1" fmla="*/ 61183 w 122364"/>
                    <a:gd name="connsiteY1" fmla="*/ 122364 h 122364"/>
                    <a:gd name="connsiteX2" fmla="*/ 0 w 122364"/>
                    <a:gd name="connsiteY2" fmla="*/ 61182 h 122364"/>
                    <a:gd name="connsiteX3" fmla="*/ 61183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2"/>
                        <a:pt x="94973" y="122364"/>
                        <a:pt x="61183" y="122364"/>
                      </a:cubicBezTo>
                      <a:cubicBezTo>
                        <a:pt x="27392" y="122364"/>
                        <a:pt x="0" y="94972"/>
                        <a:pt x="0" y="61182"/>
                      </a:cubicBezTo>
                      <a:cubicBezTo>
                        <a:pt x="0" y="27392"/>
                        <a:pt x="27392" y="0"/>
                        <a:pt x="61183" y="0"/>
                      </a:cubicBezTo>
                      <a:cubicBezTo>
                        <a:pt x="94973"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96" name="任意多边形: 形状 95">
                  <a:extLst>
                    <a:ext uri="{FF2B5EF4-FFF2-40B4-BE49-F238E27FC236}">
                      <a16:creationId xmlns:a16="http://schemas.microsoft.com/office/drawing/2014/main" id="{EA857C8E-EDCA-27F6-CA16-3AACA7001D2C}"/>
                    </a:ext>
                  </a:extLst>
                </p:cNvPr>
                <p:cNvSpPr/>
                <p:nvPr/>
              </p:nvSpPr>
              <p:spPr>
                <a:xfrm>
                  <a:off x="10273563" y="4461630"/>
                  <a:ext cx="122364" cy="122364"/>
                </a:xfrm>
                <a:custGeom>
                  <a:avLst/>
                  <a:gdLst>
                    <a:gd name="connsiteX0" fmla="*/ 122365 w 122364"/>
                    <a:gd name="connsiteY0" fmla="*/ 61182 h 122364"/>
                    <a:gd name="connsiteX1" fmla="*/ 61183 w 122364"/>
                    <a:gd name="connsiteY1" fmla="*/ 122365 h 122364"/>
                    <a:gd name="connsiteX2" fmla="*/ 0 w 122364"/>
                    <a:gd name="connsiteY2" fmla="*/ 61182 h 122364"/>
                    <a:gd name="connsiteX3" fmla="*/ 61183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3"/>
                        <a:pt x="94973" y="122365"/>
                        <a:pt x="61183" y="122365"/>
                      </a:cubicBezTo>
                      <a:cubicBezTo>
                        <a:pt x="27392" y="122365"/>
                        <a:pt x="0" y="94973"/>
                        <a:pt x="0" y="61182"/>
                      </a:cubicBezTo>
                      <a:cubicBezTo>
                        <a:pt x="0" y="27392"/>
                        <a:pt x="27392" y="0"/>
                        <a:pt x="61183" y="0"/>
                      </a:cubicBezTo>
                      <a:cubicBezTo>
                        <a:pt x="94973"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97" name="任意多边形: 形状 96">
                  <a:extLst>
                    <a:ext uri="{FF2B5EF4-FFF2-40B4-BE49-F238E27FC236}">
                      <a16:creationId xmlns:a16="http://schemas.microsoft.com/office/drawing/2014/main" id="{E61E23F2-8DA8-B1AC-EF9E-FDD74D1D6F32}"/>
                    </a:ext>
                  </a:extLst>
                </p:cNvPr>
                <p:cNvSpPr/>
                <p:nvPr/>
              </p:nvSpPr>
              <p:spPr>
                <a:xfrm>
                  <a:off x="10025030" y="4718024"/>
                  <a:ext cx="122364" cy="122364"/>
                </a:xfrm>
                <a:custGeom>
                  <a:avLst/>
                  <a:gdLst>
                    <a:gd name="connsiteX0" fmla="*/ 122365 w 122364"/>
                    <a:gd name="connsiteY0" fmla="*/ 61182 h 122364"/>
                    <a:gd name="connsiteX1" fmla="*/ 61182 w 122364"/>
                    <a:gd name="connsiteY1" fmla="*/ 122364 h 122364"/>
                    <a:gd name="connsiteX2" fmla="*/ 0 w 122364"/>
                    <a:gd name="connsiteY2" fmla="*/ 61182 h 122364"/>
                    <a:gd name="connsiteX3" fmla="*/ 61182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2"/>
                        <a:pt x="94972" y="122364"/>
                        <a:pt x="61182" y="122364"/>
                      </a:cubicBezTo>
                      <a:cubicBezTo>
                        <a:pt x="27392" y="122364"/>
                        <a:pt x="0" y="94972"/>
                        <a:pt x="0" y="61182"/>
                      </a:cubicBezTo>
                      <a:cubicBezTo>
                        <a:pt x="0" y="27392"/>
                        <a:pt x="27392" y="0"/>
                        <a:pt x="61182" y="0"/>
                      </a:cubicBezTo>
                      <a:cubicBezTo>
                        <a:pt x="94972"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98" name="任意多边形: 形状 97">
                  <a:extLst>
                    <a:ext uri="{FF2B5EF4-FFF2-40B4-BE49-F238E27FC236}">
                      <a16:creationId xmlns:a16="http://schemas.microsoft.com/office/drawing/2014/main" id="{55BABDCB-DE4A-1BC6-C314-84FBDABCAA6C}"/>
                    </a:ext>
                  </a:extLst>
                </p:cNvPr>
                <p:cNvSpPr/>
                <p:nvPr/>
              </p:nvSpPr>
              <p:spPr>
                <a:xfrm>
                  <a:off x="10273563" y="4718024"/>
                  <a:ext cx="122364" cy="122364"/>
                </a:xfrm>
                <a:custGeom>
                  <a:avLst/>
                  <a:gdLst>
                    <a:gd name="connsiteX0" fmla="*/ 122365 w 122364"/>
                    <a:gd name="connsiteY0" fmla="*/ 61182 h 122364"/>
                    <a:gd name="connsiteX1" fmla="*/ 61183 w 122364"/>
                    <a:gd name="connsiteY1" fmla="*/ 122364 h 122364"/>
                    <a:gd name="connsiteX2" fmla="*/ 0 w 122364"/>
                    <a:gd name="connsiteY2" fmla="*/ 61182 h 122364"/>
                    <a:gd name="connsiteX3" fmla="*/ 61183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2"/>
                        <a:pt x="94973" y="122364"/>
                        <a:pt x="61183" y="122364"/>
                      </a:cubicBezTo>
                      <a:cubicBezTo>
                        <a:pt x="27392" y="122364"/>
                        <a:pt x="0" y="94972"/>
                        <a:pt x="0" y="61182"/>
                      </a:cubicBezTo>
                      <a:cubicBezTo>
                        <a:pt x="0" y="27392"/>
                        <a:pt x="27392" y="0"/>
                        <a:pt x="61183" y="0"/>
                      </a:cubicBezTo>
                      <a:cubicBezTo>
                        <a:pt x="94973"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99" name="任意多边形: 形状 98">
                  <a:extLst>
                    <a:ext uri="{FF2B5EF4-FFF2-40B4-BE49-F238E27FC236}">
                      <a16:creationId xmlns:a16="http://schemas.microsoft.com/office/drawing/2014/main" id="{2B87BE18-E6DB-0842-DF77-AEA0041FAE63}"/>
                    </a:ext>
                  </a:extLst>
                </p:cNvPr>
                <p:cNvSpPr/>
                <p:nvPr/>
              </p:nvSpPr>
              <p:spPr>
                <a:xfrm>
                  <a:off x="9537026" y="4200779"/>
                  <a:ext cx="122364" cy="122364"/>
                </a:xfrm>
                <a:custGeom>
                  <a:avLst/>
                  <a:gdLst>
                    <a:gd name="connsiteX0" fmla="*/ 122364 w 122364"/>
                    <a:gd name="connsiteY0" fmla="*/ 61182 h 122364"/>
                    <a:gd name="connsiteX1" fmla="*/ 61182 w 122364"/>
                    <a:gd name="connsiteY1" fmla="*/ 122364 h 122364"/>
                    <a:gd name="connsiteX2" fmla="*/ -1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4"/>
                        <a:pt x="61182" y="122364"/>
                      </a:cubicBezTo>
                      <a:cubicBezTo>
                        <a:pt x="27392" y="122364"/>
                        <a:pt x="-1" y="94972"/>
                        <a:pt x="-1" y="61182"/>
                      </a:cubicBezTo>
                      <a:cubicBezTo>
                        <a:pt x="-1"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00" name="任意多边形: 形状 99">
                  <a:extLst>
                    <a:ext uri="{FF2B5EF4-FFF2-40B4-BE49-F238E27FC236}">
                      <a16:creationId xmlns:a16="http://schemas.microsoft.com/office/drawing/2014/main" id="{A3C72E1B-3AAB-DED7-94E5-11A3F53A68BB}"/>
                    </a:ext>
                  </a:extLst>
                </p:cNvPr>
                <p:cNvSpPr/>
                <p:nvPr/>
              </p:nvSpPr>
              <p:spPr>
                <a:xfrm>
                  <a:off x="9537026" y="4461630"/>
                  <a:ext cx="122364" cy="122364"/>
                </a:xfrm>
                <a:custGeom>
                  <a:avLst/>
                  <a:gdLst>
                    <a:gd name="connsiteX0" fmla="*/ 122364 w 122364"/>
                    <a:gd name="connsiteY0" fmla="*/ 61182 h 122364"/>
                    <a:gd name="connsiteX1" fmla="*/ 61182 w 122364"/>
                    <a:gd name="connsiteY1" fmla="*/ 122365 h 122364"/>
                    <a:gd name="connsiteX2" fmla="*/ -1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3"/>
                        <a:pt x="94972" y="122365"/>
                        <a:pt x="61182" y="122365"/>
                      </a:cubicBezTo>
                      <a:cubicBezTo>
                        <a:pt x="27392" y="122365"/>
                        <a:pt x="-1" y="94973"/>
                        <a:pt x="-1" y="61182"/>
                      </a:cubicBezTo>
                      <a:cubicBezTo>
                        <a:pt x="-1"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01" name="任意多边形: 形状 100">
                  <a:extLst>
                    <a:ext uri="{FF2B5EF4-FFF2-40B4-BE49-F238E27FC236}">
                      <a16:creationId xmlns:a16="http://schemas.microsoft.com/office/drawing/2014/main" id="{B34FEB40-9FEE-981E-1902-59788115B4CD}"/>
                    </a:ext>
                  </a:extLst>
                </p:cNvPr>
                <p:cNvSpPr/>
                <p:nvPr/>
              </p:nvSpPr>
              <p:spPr>
                <a:xfrm>
                  <a:off x="9785559" y="4200779"/>
                  <a:ext cx="122364" cy="122364"/>
                </a:xfrm>
                <a:custGeom>
                  <a:avLst/>
                  <a:gdLst>
                    <a:gd name="connsiteX0" fmla="*/ 122364 w 122364"/>
                    <a:gd name="connsiteY0" fmla="*/ 61182 h 122364"/>
                    <a:gd name="connsiteX1" fmla="*/ 61182 w 122364"/>
                    <a:gd name="connsiteY1" fmla="*/ 122364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4"/>
                        <a:pt x="61182" y="122364"/>
                      </a:cubicBezTo>
                      <a:cubicBezTo>
                        <a:pt x="27392" y="122364"/>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02" name="任意多边形: 形状 101">
                  <a:extLst>
                    <a:ext uri="{FF2B5EF4-FFF2-40B4-BE49-F238E27FC236}">
                      <a16:creationId xmlns:a16="http://schemas.microsoft.com/office/drawing/2014/main" id="{B654F21B-89C5-E7F7-5DC6-A67DB4AE5F48}"/>
                    </a:ext>
                  </a:extLst>
                </p:cNvPr>
                <p:cNvSpPr/>
                <p:nvPr/>
              </p:nvSpPr>
              <p:spPr>
                <a:xfrm>
                  <a:off x="9785559" y="4461630"/>
                  <a:ext cx="122364" cy="122364"/>
                </a:xfrm>
                <a:custGeom>
                  <a:avLst/>
                  <a:gdLst>
                    <a:gd name="connsiteX0" fmla="*/ 122364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3"/>
                        <a:pt x="94972" y="122365"/>
                        <a:pt x="61182" y="122365"/>
                      </a:cubicBezTo>
                      <a:cubicBezTo>
                        <a:pt x="27392" y="122365"/>
                        <a:pt x="0" y="94973"/>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03" name="任意多边形: 形状 102">
                  <a:extLst>
                    <a:ext uri="{FF2B5EF4-FFF2-40B4-BE49-F238E27FC236}">
                      <a16:creationId xmlns:a16="http://schemas.microsoft.com/office/drawing/2014/main" id="{4E337369-CE41-6FF5-320B-8644217C894D}"/>
                    </a:ext>
                  </a:extLst>
                </p:cNvPr>
                <p:cNvSpPr/>
                <p:nvPr/>
              </p:nvSpPr>
              <p:spPr>
                <a:xfrm>
                  <a:off x="9537026" y="4718024"/>
                  <a:ext cx="122364" cy="122364"/>
                </a:xfrm>
                <a:custGeom>
                  <a:avLst/>
                  <a:gdLst>
                    <a:gd name="connsiteX0" fmla="*/ 122364 w 122364"/>
                    <a:gd name="connsiteY0" fmla="*/ 61182 h 122364"/>
                    <a:gd name="connsiteX1" fmla="*/ 61182 w 122364"/>
                    <a:gd name="connsiteY1" fmla="*/ 122364 h 122364"/>
                    <a:gd name="connsiteX2" fmla="*/ -1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4"/>
                        <a:pt x="61182" y="122364"/>
                      </a:cubicBezTo>
                      <a:cubicBezTo>
                        <a:pt x="27392" y="122364"/>
                        <a:pt x="-1" y="94972"/>
                        <a:pt x="-1" y="61182"/>
                      </a:cubicBezTo>
                      <a:cubicBezTo>
                        <a:pt x="-1"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04" name="任意多边形: 形状 103">
                  <a:extLst>
                    <a:ext uri="{FF2B5EF4-FFF2-40B4-BE49-F238E27FC236}">
                      <a16:creationId xmlns:a16="http://schemas.microsoft.com/office/drawing/2014/main" id="{123C0B7A-CCD7-7476-061F-91B2B4435EE7}"/>
                    </a:ext>
                  </a:extLst>
                </p:cNvPr>
                <p:cNvSpPr/>
                <p:nvPr/>
              </p:nvSpPr>
              <p:spPr>
                <a:xfrm>
                  <a:off x="9785559" y="4718024"/>
                  <a:ext cx="122364" cy="122364"/>
                </a:xfrm>
                <a:custGeom>
                  <a:avLst/>
                  <a:gdLst>
                    <a:gd name="connsiteX0" fmla="*/ 122364 w 122364"/>
                    <a:gd name="connsiteY0" fmla="*/ 61182 h 122364"/>
                    <a:gd name="connsiteX1" fmla="*/ 61182 w 122364"/>
                    <a:gd name="connsiteY1" fmla="*/ 122364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2"/>
                        <a:pt x="94972" y="122364"/>
                        <a:pt x="61182" y="122364"/>
                      </a:cubicBezTo>
                      <a:cubicBezTo>
                        <a:pt x="27392" y="122364"/>
                        <a:pt x="0" y="94972"/>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05" name="任意多边形: 形状 104">
                  <a:extLst>
                    <a:ext uri="{FF2B5EF4-FFF2-40B4-BE49-F238E27FC236}">
                      <a16:creationId xmlns:a16="http://schemas.microsoft.com/office/drawing/2014/main" id="{39BDEB69-F5EE-AA92-30D7-84E0C291796A}"/>
                    </a:ext>
                  </a:extLst>
                </p:cNvPr>
                <p:cNvSpPr/>
                <p:nvPr/>
              </p:nvSpPr>
              <p:spPr>
                <a:xfrm>
                  <a:off x="10025030" y="4949558"/>
                  <a:ext cx="122364" cy="122364"/>
                </a:xfrm>
                <a:custGeom>
                  <a:avLst/>
                  <a:gdLst>
                    <a:gd name="connsiteX0" fmla="*/ 122365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3"/>
                        <a:pt x="94972" y="122365"/>
                        <a:pt x="61182" y="122365"/>
                      </a:cubicBezTo>
                      <a:cubicBezTo>
                        <a:pt x="27392" y="122365"/>
                        <a:pt x="0" y="94973"/>
                        <a:pt x="0" y="61182"/>
                      </a:cubicBezTo>
                      <a:cubicBezTo>
                        <a:pt x="0" y="27392"/>
                        <a:pt x="27392" y="0"/>
                        <a:pt x="61182" y="0"/>
                      </a:cubicBezTo>
                      <a:cubicBezTo>
                        <a:pt x="94972"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106" name="任意多边形: 形状 105">
                  <a:extLst>
                    <a:ext uri="{FF2B5EF4-FFF2-40B4-BE49-F238E27FC236}">
                      <a16:creationId xmlns:a16="http://schemas.microsoft.com/office/drawing/2014/main" id="{6543100D-0130-D814-A6D3-5D51FC1E3F3A}"/>
                    </a:ext>
                  </a:extLst>
                </p:cNvPr>
                <p:cNvSpPr/>
                <p:nvPr/>
              </p:nvSpPr>
              <p:spPr>
                <a:xfrm>
                  <a:off x="10273563" y="4949558"/>
                  <a:ext cx="122364" cy="122364"/>
                </a:xfrm>
                <a:custGeom>
                  <a:avLst/>
                  <a:gdLst>
                    <a:gd name="connsiteX0" fmla="*/ 122365 w 122364"/>
                    <a:gd name="connsiteY0" fmla="*/ 61182 h 122364"/>
                    <a:gd name="connsiteX1" fmla="*/ 61183 w 122364"/>
                    <a:gd name="connsiteY1" fmla="*/ 122365 h 122364"/>
                    <a:gd name="connsiteX2" fmla="*/ 0 w 122364"/>
                    <a:gd name="connsiteY2" fmla="*/ 61182 h 122364"/>
                    <a:gd name="connsiteX3" fmla="*/ 61183 w 122364"/>
                    <a:gd name="connsiteY3" fmla="*/ 0 h 122364"/>
                    <a:gd name="connsiteX4" fmla="*/ 122365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5" y="61182"/>
                      </a:moveTo>
                      <a:cubicBezTo>
                        <a:pt x="122365" y="94973"/>
                        <a:pt x="94973" y="122365"/>
                        <a:pt x="61183" y="122365"/>
                      </a:cubicBezTo>
                      <a:cubicBezTo>
                        <a:pt x="27392" y="122365"/>
                        <a:pt x="0" y="94973"/>
                        <a:pt x="0" y="61182"/>
                      </a:cubicBezTo>
                      <a:cubicBezTo>
                        <a:pt x="0" y="27392"/>
                        <a:pt x="27392" y="0"/>
                        <a:pt x="61183" y="0"/>
                      </a:cubicBezTo>
                      <a:cubicBezTo>
                        <a:pt x="94973" y="0"/>
                        <a:pt x="122365" y="27392"/>
                        <a:pt x="122365" y="61182"/>
                      </a:cubicBezTo>
                      <a:close/>
                    </a:path>
                  </a:pathLst>
                </a:custGeom>
                <a:solidFill>
                  <a:srgbClr val="FBF5E2"/>
                </a:solidFill>
                <a:ln w="6350" cap="flat">
                  <a:noFill/>
                  <a:prstDash val="solid"/>
                  <a:miter/>
                </a:ln>
              </p:spPr>
              <p:txBody>
                <a:bodyPr rtlCol="0" anchor="ctr"/>
                <a:lstStyle/>
                <a:p>
                  <a:endParaRPr lang="zh-CN" altLang="en-US"/>
                </a:p>
              </p:txBody>
            </p:sp>
            <p:sp>
              <p:nvSpPr>
                <p:cNvPr id="107" name="任意多边形: 形状 106">
                  <a:extLst>
                    <a:ext uri="{FF2B5EF4-FFF2-40B4-BE49-F238E27FC236}">
                      <a16:creationId xmlns:a16="http://schemas.microsoft.com/office/drawing/2014/main" id="{6500F2BD-6537-C920-BB40-5DF427BE298B}"/>
                    </a:ext>
                  </a:extLst>
                </p:cNvPr>
                <p:cNvSpPr/>
                <p:nvPr/>
              </p:nvSpPr>
              <p:spPr>
                <a:xfrm>
                  <a:off x="9537026" y="4949558"/>
                  <a:ext cx="122364" cy="122364"/>
                </a:xfrm>
                <a:custGeom>
                  <a:avLst/>
                  <a:gdLst>
                    <a:gd name="connsiteX0" fmla="*/ 122364 w 122364"/>
                    <a:gd name="connsiteY0" fmla="*/ 61182 h 122364"/>
                    <a:gd name="connsiteX1" fmla="*/ 61182 w 122364"/>
                    <a:gd name="connsiteY1" fmla="*/ 122365 h 122364"/>
                    <a:gd name="connsiteX2" fmla="*/ -1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3"/>
                        <a:pt x="94972" y="122365"/>
                        <a:pt x="61182" y="122365"/>
                      </a:cubicBezTo>
                      <a:cubicBezTo>
                        <a:pt x="27392" y="122365"/>
                        <a:pt x="-1" y="94973"/>
                        <a:pt x="-1" y="61182"/>
                      </a:cubicBezTo>
                      <a:cubicBezTo>
                        <a:pt x="-1"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sp>
              <p:nvSpPr>
                <p:cNvPr id="108" name="任意多边形: 形状 107">
                  <a:extLst>
                    <a:ext uri="{FF2B5EF4-FFF2-40B4-BE49-F238E27FC236}">
                      <a16:creationId xmlns:a16="http://schemas.microsoft.com/office/drawing/2014/main" id="{9A65E3A4-0C9D-92DE-12F1-9ED26CCF8524}"/>
                    </a:ext>
                  </a:extLst>
                </p:cNvPr>
                <p:cNvSpPr/>
                <p:nvPr/>
              </p:nvSpPr>
              <p:spPr>
                <a:xfrm>
                  <a:off x="9785559" y="4949558"/>
                  <a:ext cx="122364" cy="122364"/>
                </a:xfrm>
                <a:custGeom>
                  <a:avLst/>
                  <a:gdLst>
                    <a:gd name="connsiteX0" fmla="*/ 122364 w 122364"/>
                    <a:gd name="connsiteY0" fmla="*/ 61182 h 122364"/>
                    <a:gd name="connsiteX1" fmla="*/ 61182 w 122364"/>
                    <a:gd name="connsiteY1" fmla="*/ 122365 h 122364"/>
                    <a:gd name="connsiteX2" fmla="*/ 0 w 122364"/>
                    <a:gd name="connsiteY2" fmla="*/ 61182 h 122364"/>
                    <a:gd name="connsiteX3" fmla="*/ 61182 w 122364"/>
                    <a:gd name="connsiteY3" fmla="*/ 0 h 122364"/>
                    <a:gd name="connsiteX4" fmla="*/ 122364 w 122364"/>
                    <a:gd name="connsiteY4" fmla="*/ 61182 h 122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64" h="122364">
                      <a:moveTo>
                        <a:pt x="122364" y="61182"/>
                      </a:moveTo>
                      <a:cubicBezTo>
                        <a:pt x="122364" y="94973"/>
                        <a:pt x="94972" y="122365"/>
                        <a:pt x="61182" y="122365"/>
                      </a:cubicBezTo>
                      <a:cubicBezTo>
                        <a:pt x="27392" y="122365"/>
                        <a:pt x="0" y="94973"/>
                        <a:pt x="0" y="61182"/>
                      </a:cubicBezTo>
                      <a:cubicBezTo>
                        <a:pt x="0" y="27392"/>
                        <a:pt x="27392" y="0"/>
                        <a:pt x="61182" y="0"/>
                      </a:cubicBezTo>
                      <a:cubicBezTo>
                        <a:pt x="94972" y="0"/>
                        <a:pt x="122364" y="27392"/>
                        <a:pt x="122364" y="61182"/>
                      </a:cubicBezTo>
                      <a:close/>
                    </a:path>
                  </a:pathLst>
                </a:custGeom>
                <a:solidFill>
                  <a:srgbClr val="FBF5E2"/>
                </a:solidFill>
                <a:ln w="6350" cap="flat">
                  <a:noFill/>
                  <a:prstDash val="solid"/>
                  <a:miter/>
                </a:ln>
              </p:spPr>
              <p:txBody>
                <a:bodyPr rtlCol="0" anchor="ctr"/>
                <a:lstStyle/>
                <a:p>
                  <a:endParaRPr lang="zh-CN" altLang="en-US"/>
                </a:p>
              </p:txBody>
            </p:sp>
          </p:grpSp>
          <p:sp>
            <p:nvSpPr>
              <p:cNvPr id="63" name="任意多边形: 形状 62">
                <a:extLst>
                  <a:ext uri="{FF2B5EF4-FFF2-40B4-BE49-F238E27FC236}">
                    <a16:creationId xmlns:a16="http://schemas.microsoft.com/office/drawing/2014/main" id="{26317B33-AED0-FB52-4834-F9CCF63CC38B}"/>
                  </a:ext>
                </a:extLst>
              </p:cNvPr>
              <p:cNvSpPr/>
              <p:nvPr/>
            </p:nvSpPr>
            <p:spPr>
              <a:xfrm>
                <a:off x="6962343" y="463797"/>
                <a:ext cx="865555" cy="865555"/>
              </a:xfrm>
              <a:custGeom>
                <a:avLst/>
                <a:gdLst>
                  <a:gd name="connsiteX0" fmla="*/ 0 w 865555"/>
                  <a:gd name="connsiteY0" fmla="*/ 865549 h 865555"/>
                  <a:gd name="connsiteX1" fmla="*/ 0 w 865555"/>
                  <a:gd name="connsiteY1" fmla="*/ 0 h 865555"/>
                  <a:gd name="connsiteX2" fmla="*/ 865556 w 865555"/>
                  <a:gd name="connsiteY2" fmla="*/ 0 h 865555"/>
                  <a:gd name="connsiteX3" fmla="*/ 865556 w 865555"/>
                  <a:gd name="connsiteY3" fmla="*/ 377673 h 865555"/>
                  <a:gd name="connsiteX4" fmla="*/ 377672 w 865555"/>
                  <a:gd name="connsiteY4" fmla="*/ 865556 h 865555"/>
                  <a:gd name="connsiteX5" fmla="*/ 0 w 865555"/>
                  <a:gd name="connsiteY5" fmla="*/ 865556 h 86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5555" h="865555">
                    <a:moveTo>
                      <a:pt x="0" y="865549"/>
                    </a:moveTo>
                    <a:lnTo>
                      <a:pt x="0" y="0"/>
                    </a:lnTo>
                    <a:lnTo>
                      <a:pt x="865556" y="0"/>
                    </a:lnTo>
                    <a:lnTo>
                      <a:pt x="865556" y="377673"/>
                    </a:lnTo>
                    <a:cubicBezTo>
                      <a:pt x="865556" y="647122"/>
                      <a:pt x="647122" y="865556"/>
                      <a:pt x="377672" y="865556"/>
                    </a:cubicBezTo>
                    <a:lnTo>
                      <a:pt x="0" y="865556"/>
                    </a:lnTo>
                    <a:close/>
                  </a:path>
                </a:pathLst>
              </a:custGeom>
              <a:solidFill>
                <a:srgbClr val="3F6FD5"/>
              </a:solidFill>
              <a:ln w="6350" cap="flat">
                <a:noFill/>
                <a:prstDash val="solid"/>
                <a:miter/>
              </a:ln>
            </p:spPr>
            <p:txBody>
              <a:bodyPr rtlCol="0" anchor="ctr"/>
              <a:lstStyle/>
              <a:p>
                <a:endParaRPr lang="zh-CN" altLang="en-US"/>
              </a:p>
            </p:txBody>
          </p:sp>
          <p:sp>
            <p:nvSpPr>
              <p:cNvPr id="64" name="任意多边形: 形状 63">
                <a:extLst>
                  <a:ext uri="{FF2B5EF4-FFF2-40B4-BE49-F238E27FC236}">
                    <a16:creationId xmlns:a16="http://schemas.microsoft.com/office/drawing/2014/main" id="{E4CD9110-72D3-705F-0E1F-78393DAFFE74}"/>
                  </a:ext>
                </a:extLst>
              </p:cNvPr>
              <p:cNvSpPr/>
              <p:nvPr/>
            </p:nvSpPr>
            <p:spPr>
              <a:xfrm>
                <a:off x="9952316" y="473538"/>
                <a:ext cx="593890" cy="1179334"/>
              </a:xfrm>
              <a:custGeom>
                <a:avLst/>
                <a:gdLst>
                  <a:gd name="connsiteX0" fmla="*/ 0 w 593890"/>
                  <a:gd name="connsiteY0" fmla="*/ 589667 h 1179334"/>
                  <a:gd name="connsiteX1" fmla="*/ 593890 w 593890"/>
                  <a:gd name="connsiteY1" fmla="*/ 0 h 1179334"/>
                  <a:gd name="connsiteX2" fmla="*/ 593890 w 593890"/>
                  <a:gd name="connsiteY2" fmla="*/ 1179335 h 1179334"/>
                  <a:gd name="connsiteX3" fmla="*/ 0 w 593890"/>
                  <a:gd name="connsiteY3" fmla="*/ 589667 h 1179334"/>
                </a:gdLst>
                <a:ahLst/>
                <a:cxnLst>
                  <a:cxn ang="0">
                    <a:pos x="connsiteX0" y="connsiteY0"/>
                  </a:cxn>
                  <a:cxn ang="0">
                    <a:pos x="connsiteX1" y="connsiteY1"/>
                  </a:cxn>
                  <a:cxn ang="0">
                    <a:pos x="connsiteX2" y="connsiteY2"/>
                  </a:cxn>
                  <a:cxn ang="0">
                    <a:pos x="connsiteX3" y="connsiteY3"/>
                  </a:cxn>
                </a:cxnLst>
                <a:rect l="l" t="t" r="r" b="b"/>
                <a:pathLst>
                  <a:path w="593890" h="1179334">
                    <a:moveTo>
                      <a:pt x="0" y="589667"/>
                    </a:moveTo>
                    <a:cubicBezTo>
                      <a:pt x="0" y="264001"/>
                      <a:pt x="265894" y="0"/>
                      <a:pt x="593890" y="0"/>
                    </a:cubicBezTo>
                    <a:lnTo>
                      <a:pt x="593890" y="1179335"/>
                    </a:lnTo>
                    <a:cubicBezTo>
                      <a:pt x="265894" y="1179341"/>
                      <a:pt x="0" y="915334"/>
                      <a:pt x="0" y="589667"/>
                    </a:cubicBezTo>
                    <a:close/>
                  </a:path>
                </a:pathLst>
              </a:custGeom>
              <a:solidFill>
                <a:srgbClr val="E9A650"/>
              </a:solidFill>
              <a:ln w="6350" cap="flat">
                <a:noFill/>
                <a:prstDash val="solid"/>
                <a:miter/>
              </a:ln>
            </p:spPr>
            <p:txBody>
              <a:bodyPr rtlCol="0" anchor="ctr"/>
              <a:lstStyle/>
              <a:p>
                <a:endParaRPr lang="zh-CN" altLang="en-US"/>
              </a:p>
            </p:txBody>
          </p:sp>
          <p:sp>
            <p:nvSpPr>
              <p:cNvPr id="65" name="任意多边形: 形状 64">
                <a:extLst>
                  <a:ext uri="{FF2B5EF4-FFF2-40B4-BE49-F238E27FC236}">
                    <a16:creationId xmlns:a16="http://schemas.microsoft.com/office/drawing/2014/main" id="{57426613-1D04-651C-0E5F-D51EA7C5442B}"/>
                  </a:ext>
                </a:extLst>
              </p:cNvPr>
              <p:cNvSpPr/>
              <p:nvPr/>
            </p:nvSpPr>
            <p:spPr>
              <a:xfrm>
                <a:off x="9351181" y="464210"/>
                <a:ext cx="589667" cy="1194498"/>
              </a:xfrm>
              <a:custGeom>
                <a:avLst/>
                <a:gdLst>
                  <a:gd name="connsiteX0" fmla="*/ 589668 w 589667"/>
                  <a:gd name="connsiteY0" fmla="*/ 597249 h 1194498"/>
                  <a:gd name="connsiteX1" fmla="*/ 0 w 589667"/>
                  <a:gd name="connsiteY1" fmla="*/ 1194499 h 1194498"/>
                  <a:gd name="connsiteX2" fmla="*/ 0 w 589667"/>
                  <a:gd name="connsiteY2" fmla="*/ 0 h 1194498"/>
                  <a:gd name="connsiteX3" fmla="*/ 589668 w 589667"/>
                  <a:gd name="connsiteY3" fmla="*/ 597249 h 1194498"/>
                </a:gdLst>
                <a:ahLst/>
                <a:cxnLst>
                  <a:cxn ang="0">
                    <a:pos x="connsiteX0" y="connsiteY0"/>
                  </a:cxn>
                  <a:cxn ang="0">
                    <a:pos x="connsiteX1" y="connsiteY1"/>
                  </a:cxn>
                  <a:cxn ang="0">
                    <a:pos x="connsiteX2" y="connsiteY2"/>
                  </a:cxn>
                  <a:cxn ang="0">
                    <a:pos x="connsiteX3" y="connsiteY3"/>
                  </a:cxn>
                </a:cxnLst>
                <a:rect l="l" t="t" r="r" b="b"/>
                <a:pathLst>
                  <a:path w="589667" h="1194498">
                    <a:moveTo>
                      <a:pt x="589668" y="597249"/>
                    </a:moveTo>
                    <a:cubicBezTo>
                      <a:pt x="589668" y="927100"/>
                      <a:pt x="325666" y="1194499"/>
                      <a:pt x="0" y="1194499"/>
                    </a:cubicBezTo>
                    <a:lnTo>
                      <a:pt x="0" y="0"/>
                    </a:lnTo>
                    <a:cubicBezTo>
                      <a:pt x="325666" y="0"/>
                      <a:pt x="589668" y="267399"/>
                      <a:pt x="589668" y="597249"/>
                    </a:cubicBezTo>
                    <a:close/>
                  </a:path>
                </a:pathLst>
              </a:custGeom>
              <a:solidFill>
                <a:srgbClr val="1C1C61"/>
              </a:solidFill>
              <a:ln w="6350" cap="flat">
                <a:noFill/>
                <a:prstDash val="solid"/>
                <a:miter/>
              </a:ln>
            </p:spPr>
            <p:txBody>
              <a:bodyPr rtlCol="0" anchor="ctr"/>
              <a:lstStyle/>
              <a:p>
                <a:endParaRPr lang="zh-CN" altLang="en-US"/>
              </a:p>
            </p:txBody>
          </p:sp>
          <p:grpSp>
            <p:nvGrpSpPr>
              <p:cNvPr id="66" name="图形 8">
                <a:extLst>
                  <a:ext uri="{FF2B5EF4-FFF2-40B4-BE49-F238E27FC236}">
                    <a16:creationId xmlns:a16="http://schemas.microsoft.com/office/drawing/2014/main" id="{26E5E4CA-15D1-9CC0-8DA9-E22B5296488C}"/>
                  </a:ext>
                </a:extLst>
              </p:cNvPr>
              <p:cNvGrpSpPr/>
              <p:nvPr/>
            </p:nvGrpSpPr>
            <p:grpSpPr>
              <a:xfrm>
                <a:off x="10660303" y="453428"/>
                <a:ext cx="1098403" cy="1208735"/>
                <a:chOff x="10660303" y="453428"/>
                <a:chExt cx="1098403" cy="1208735"/>
              </a:xfrm>
            </p:grpSpPr>
            <p:sp>
              <p:nvSpPr>
                <p:cNvPr id="84" name="任意多边形: 形状 83">
                  <a:extLst>
                    <a:ext uri="{FF2B5EF4-FFF2-40B4-BE49-F238E27FC236}">
                      <a16:creationId xmlns:a16="http://schemas.microsoft.com/office/drawing/2014/main" id="{3671F98C-E776-49F7-1307-2B415C1FBB9D}"/>
                    </a:ext>
                  </a:extLst>
                </p:cNvPr>
                <p:cNvSpPr/>
                <p:nvPr/>
              </p:nvSpPr>
              <p:spPr>
                <a:xfrm>
                  <a:off x="11209642" y="453434"/>
                  <a:ext cx="6" cy="1208728"/>
                </a:xfrm>
                <a:custGeom>
                  <a:avLst/>
                  <a:gdLst>
                    <a:gd name="connsiteX0" fmla="*/ 6 w 6"/>
                    <a:gd name="connsiteY0" fmla="*/ 0 h 1208728"/>
                    <a:gd name="connsiteX1" fmla="*/ 0 w 6"/>
                    <a:gd name="connsiteY1" fmla="*/ 1208729 h 1208728"/>
                  </a:gdLst>
                  <a:ahLst/>
                  <a:cxnLst>
                    <a:cxn ang="0">
                      <a:pos x="connsiteX0" y="connsiteY0"/>
                    </a:cxn>
                    <a:cxn ang="0">
                      <a:pos x="connsiteX1" y="connsiteY1"/>
                    </a:cxn>
                  </a:cxnLst>
                  <a:rect l="l" t="t" r="r" b="b"/>
                  <a:pathLst>
                    <a:path w="6" h="1208728">
                      <a:moveTo>
                        <a:pt x="6" y="0"/>
                      </a:moveTo>
                      <a:lnTo>
                        <a:pt x="0" y="1208729"/>
                      </a:lnTo>
                    </a:path>
                  </a:pathLst>
                </a:custGeom>
                <a:ln w="18063" cap="flat">
                  <a:solidFill>
                    <a:srgbClr val="FFFFFF"/>
                  </a:solidFill>
                  <a:prstDash val="solid"/>
                  <a:miter/>
                </a:ln>
              </p:spPr>
              <p:txBody>
                <a:bodyPr rtlCol="0" anchor="ctr"/>
                <a:lstStyle/>
                <a:p>
                  <a:endParaRPr lang="zh-CN" altLang="en-US"/>
                </a:p>
              </p:txBody>
            </p:sp>
            <p:sp>
              <p:nvSpPr>
                <p:cNvPr id="85" name="任意多边形: 形状 84">
                  <a:extLst>
                    <a:ext uri="{FF2B5EF4-FFF2-40B4-BE49-F238E27FC236}">
                      <a16:creationId xmlns:a16="http://schemas.microsoft.com/office/drawing/2014/main" id="{A56A8D79-66E2-3AA1-3046-34EF1FE65CE4}"/>
                    </a:ext>
                  </a:extLst>
                </p:cNvPr>
                <p:cNvSpPr/>
                <p:nvPr/>
              </p:nvSpPr>
              <p:spPr>
                <a:xfrm>
                  <a:off x="11072361" y="453434"/>
                  <a:ext cx="6" cy="1208728"/>
                </a:xfrm>
                <a:custGeom>
                  <a:avLst/>
                  <a:gdLst>
                    <a:gd name="connsiteX0" fmla="*/ 7 w 6"/>
                    <a:gd name="connsiteY0" fmla="*/ 0 h 1208728"/>
                    <a:gd name="connsiteX1" fmla="*/ 0 w 6"/>
                    <a:gd name="connsiteY1" fmla="*/ 1208729 h 1208728"/>
                  </a:gdLst>
                  <a:ahLst/>
                  <a:cxnLst>
                    <a:cxn ang="0">
                      <a:pos x="connsiteX0" y="connsiteY0"/>
                    </a:cxn>
                    <a:cxn ang="0">
                      <a:pos x="connsiteX1" y="connsiteY1"/>
                    </a:cxn>
                  </a:cxnLst>
                  <a:rect l="l" t="t" r="r" b="b"/>
                  <a:pathLst>
                    <a:path w="6" h="1208728">
                      <a:moveTo>
                        <a:pt x="7" y="0"/>
                      </a:moveTo>
                      <a:lnTo>
                        <a:pt x="0" y="1208729"/>
                      </a:lnTo>
                    </a:path>
                  </a:pathLst>
                </a:custGeom>
                <a:ln w="18063" cap="flat">
                  <a:solidFill>
                    <a:srgbClr val="FFFFFF"/>
                  </a:solidFill>
                  <a:prstDash val="solid"/>
                  <a:miter/>
                </a:ln>
              </p:spPr>
              <p:txBody>
                <a:bodyPr rtlCol="0" anchor="ctr"/>
                <a:lstStyle/>
                <a:p>
                  <a:endParaRPr lang="zh-CN" altLang="en-US"/>
                </a:p>
              </p:txBody>
            </p:sp>
            <p:sp>
              <p:nvSpPr>
                <p:cNvPr id="86" name="任意多边形: 形状 85">
                  <a:extLst>
                    <a:ext uri="{FF2B5EF4-FFF2-40B4-BE49-F238E27FC236}">
                      <a16:creationId xmlns:a16="http://schemas.microsoft.com/office/drawing/2014/main" id="{79113DD9-1FBB-AD30-2601-A8CE8131D5EB}"/>
                    </a:ext>
                  </a:extLst>
                </p:cNvPr>
                <p:cNvSpPr/>
                <p:nvPr/>
              </p:nvSpPr>
              <p:spPr>
                <a:xfrm>
                  <a:off x="10935169" y="453434"/>
                  <a:ext cx="6" cy="1208728"/>
                </a:xfrm>
                <a:custGeom>
                  <a:avLst/>
                  <a:gdLst>
                    <a:gd name="connsiteX0" fmla="*/ 6 w 6"/>
                    <a:gd name="connsiteY0" fmla="*/ 0 h 1208728"/>
                    <a:gd name="connsiteX1" fmla="*/ 0 w 6"/>
                    <a:gd name="connsiteY1" fmla="*/ 1208729 h 1208728"/>
                  </a:gdLst>
                  <a:ahLst/>
                  <a:cxnLst>
                    <a:cxn ang="0">
                      <a:pos x="connsiteX0" y="connsiteY0"/>
                    </a:cxn>
                    <a:cxn ang="0">
                      <a:pos x="connsiteX1" y="connsiteY1"/>
                    </a:cxn>
                  </a:cxnLst>
                  <a:rect l="l" t="t" r="r" b="b"/>
                  <a:pathLst>
                    <a:path w="6" h="1208728">
                      <a:moveTo>
                        <a:pt x="6" y="0"/>
                      </a:moveTo>
                      <a:lnTo>
                        <a:pt x="0" y="1208729"/>
                      </a:lnTo>
                    </a:path>
                  </a:pathLst>
                </a:custGeom>
                <a:ln w="18063" cap="flat">
                  <a:solidFill>
                    <a:srgbClr val="FFFFFF"/>
                  </a:solidFill>
                  <a:prstDash val="solid"/>
                  <a:miter/>
                </a:ln>
              </p:spPr>
              <p:txBody>
                <a:bodyPr rtlCol="0" anchor="ctr"/>
                <a:lstStyle/>
                <a:p>
                  <a:endParaRPr lang="zh-CN" altLang="en-US"/>
                </a:p>
              </p:txBody>
            </p:sp>
            <p:sp>
              <p:nvSpPr>
                <p:cNvPr id="87" name="任意多边形: 形状 86">
                  <a:extLst>
                    <a:ext uri="{FF2B5EF4-FFF2-40B4-BE49-F238E27FC236}">
                      <a16:creationId xmlns:a16="http://schemas.microsoft.com/office/drawing/2014/main" id="{C3B4B2F2-9E63-976A-E7AF-FA6C116CB46B}"/>
                    </a:ext>
                  </a:extLst>
                </p:cNvPr>
                <p:cNvSpPr/>
                <p:nvPr/>
              </p:nvSpPr>
              <p:spPr>
                <a:xfrm>
                  <a:off x="10797781" y="453434"/>
                  <a:ext cx="6" cy="1208728"/>
                </a:xfrm>
                <a:custGeom>
                  <a:avLst/>
                  <a:gdLst>
                    <a:gd name="connsiteX0" fmla="*/ 6 w 6"/>
                    <a:gd name="connsiteY0" fmla="*/ 0 h 1208728"/>
                    <a:gd name="connsiteX1" fmla="*/ 0 w 6"/>
                    <a:gd name="connsiteY1" fmla="*/ 1208729 h 1208728"/>
                  </a:gdLst>
                  <a:ahLst/>
                  <a:cxnLst>
                    <a:cxn ang="0">
                      <a:pos x="connsiteX0" y="connsiteY0"/>
                    </a:cxn>
                    <a:cxn ang="0">
                      <a:pos x="connsiteX1" y="connsiteY1"/>
                    </a:cxn>
                  </a:cxnLst>
                  <a:rect l="l" t="t" r="r" b="b"/>
                  <a:pathLst>
                    <a:path w="6" h="1208728">
                      <a:moveTo>
                        <a:pt x="6" y="0"/>
                      </a:moveTo>
                      <a:lnTo>
                        <a:pt x="0" y="1208729"/>
                      </a:lnTo>
                    </a:path>
                  </a:pathLst>
                </a:custGeom>
                <a:ln w="18063" cap="flat">
                  <a:solidFill>
                    <a:srgbClr val="FFFFFF"/>
                  </a:solidFill>
                  <a:prstDash val="solid"/>
                  <a:miter/>
                </a:ln>
              </p:spPr>
              <p:txBody>
                <a:bodyPr rtlCol="0" anchor="ctr"/>
                <a:lstStyle/>
                <a:p>
                  <a:endParaRPr lang="zh-CN" altLang="en-US"/>
                </a:p>
              </p:txBody>
            </p:sp>
            <p:sp>
              <p:nvSpPr>
                <p:cNvPr id="88" name="任意多边形: 形状 87">
                  <a:extLst>
                    <a:ext uri="{FF2B5EF4-FFF2-40B4-BE49-F238E27FC236}">
                      <a16:creationId xmlns:a16="http://schemas.microsoft.com/office/drawing/2014/main" id="{A6EFE1C2-D8C9-8B09-4B00-03F19B3CAAB3}"/>
                    </a:ext>
                  </a:extLst>
                </p:cNvPr>
                <p:cNvSpPr/>
                <p:nvPr/>
              </p:nvSpPr>
              <p:spPr>
                <a:xfrm>
                  <a:off x="10660303" y="453428"/>
                  <a:ext cx="6" cy="1208735"/>
                </a:xfrm>
                <a:custGeom>
                  <a:avLst/>
                  <a:gdLst>
                    <a:gd name="connsiteX0" fmla="*/ 6 w 6"/>
                    <a:gd name="connsiteY0" fmla="*/ 0 h 1208735"/>
                    <a:gd name="connsiteX1" fmla="*/ 0 w 6"/>
                    <a:gd name="connsiteY1" fmla="*/ 1208735 h 1208735"/>
                  </a:gdLst>
                  <a:ahLst/>
                  <a:cxnLst>
                    <a:cxn ang="0">
                      <a:pos x="connsiteX0" y="connsiteY0"/>
                    </a:cxn>
                    <a:cxn ang="0">
                      <a:pos x="connsiteX1" y="connsiteY1"/>
                    </a:cxn>
                  </a:cxnLst>
                  <a:rect l="l" t="t" r="r" b="b"/>
                  <a:pathLst>
                    <a:path w="6" h="1208735">
                      <a:moveTo>
                        <a:pt x="6" y="0"/>
                      </a:moveTo>
                      <a:lnTo>
                        <a:pt x="0" y="1208735"/>
                      </a:lnTo>
                    </a:path>
                  </a:pathLst>
                </a:custGeom>
                <a:ln w="18063" cap="flat">
                  <a:solidFill>
                    <a:srgbClr val="FFFFFF"/>
                  </a:solidFill>
                  <a:prstDash val="solid"/>
                  <a:miter/>
                </a:ln>
              </p:spPr>
              <p:txBody>
                <a:bodyPr rtlCol="0" anchor="ctr"/>
                <a:lstStyle/>
                <a:p>
                  <a:endParaRPr lang="zh-CN" altLang="en-US"/>
                </a:p>
              </p:txBody>
            </p:sp>
            <p:sp>
              <p:nvSpPr>
                <p:cNvPr id="89" name="任意多边形: 形状 88">
                  <a:extLst>
                    <a:ext uri="{FF2B5EF4-FFF2-40B4-BE49-F238E27FC236}">
                      <a16:creationId xmlns:a16="http://schemas.microsoft.com/office/drawing/2014/main" id="{4F19C81D-0DEE-BC86-C0F2-3896DE632FE0}"/>
                    </a:ext>
                  </a:extLst>
                </p:cNvPr>
                <p:cNvSpPr/>
                <p:nvPr/>
              </p:nvSpPr>
              <p:spPr>
                <a:xfrm>
                  <a:off x="11758701" y="453434"/>
                  <a:ext cx="6" cy="1208728"/>
                </a:xfrm>
                <a:custGeom>
                  <a:avLst/>
                  <a:gdLst>
                    <a:gd name="connsiteX0" fmla="*/ 6 w 6"/>
                    <a:gd name="connsiteY0" fmla="*/ 0 h 1208728"/>
                    <a:gd name="connsiteX1" fmla="*/ 0 w 6"/>
                    <a:gd name="connsiteY1" fmla="*/ 1208729 h 1208728"/>
                  </a:gdLst>
                  <a:ahLst/>
                  <a:cxnLst>
                    <a:cxn ang="0">
                      <a:pos x="connsiteX0" y="connsiteY0"/>
                    </a:cxn>
                    <a:cxn ang="0">
                      <a:pos x="connsiteX1" y="connsiteY1"/>
                    </a:cxn>
                  </a:cxnLst>
                  <a:rect l="l" t="t" r="r" b="b"/>
                  <a:pathLst>
                    <a:path w="6" h="1208728">
                      <a:moveTo>
                        <a:pt x="6" y="0"/>
                      </a:moveTo>
                      <a:lnTo>
                        <a:pt x="0" y="1208729"/>
                      </a:lnTo>
                    </a:path>
                  </a:pathLst>
                </a:custGeom>
                <a:ln w="18063" cap="flat">
                  <a:solidFill>
                    <a:srgbClr val="FFFFFF"/>
                  </a:solidFill>
                  <a:prstDash val="solid"/>
                  <a:miter/>
                </a:ln>
              </p:spPr>
              <p:txBody>
                <a:bodyPr rtlCol="0" anchor="ctr"/>
                <a:lstStyle/>
                <a:p>
                  <a:endParaRPr lang="zh-CN" altLang="en-US"/>
                </a:p>
              </p:txBody>
            </p:sp>
            <p:sp>
              <p:nvSpPr>
                <p:cNvPr id="90" name="任意多边形: 形状 89">
                  <a:extLst>
                    <a:ext uri="{FF2B5EF4-FFF2-40B4-BE49-F238E27FC236}">
                      <a16:creationId xmlns:a16="http://schemas.microsoft.com/office/drawing/2014/main" id="{7D95E75F-579F-8BF6-4127-D94C777308B3}"/>
                    </a:ext>
                  </a:extLst>
                </p:cNvPr>
                <p:cNvSpPr/>
                <p:nvPr/>
              </p:nvSpPr>
              <p:spPr>
                <a:xfrm>
                  <a:off x="11621420" y="453434"/>
                  <a:ext cx="6" cy="1208728"/>
                </a:xfrm>
                <a:custGeom>
                  <a:avLst/>
                  <a:gdLst>
                    <a:gd name="connsiteX0" fmla="*/ 6 w 6"/>
                    <a:gd name="connsiteY0" fmla="*/ 0 h 1208728"/>
                    <a:gd name="connsiteX1" fmla="*/ 0 w 6"/>
                    <a:gd name="connsiteY1" fmla="*/ 1208729 h 1208728"/>
                  </a:gdLst>
                  <a:ahLst/>
                  <a:cxnLst>
                    <a:cxn ang="0">
                      <a:pos x="connsiteX0" y="connsiteY0"/>
                    </a:cxn>
                    <a:cxn ang="0">
                      <a:pos x="connsiteX1" y="connsiteY1"/>
                    </a:cxn>
                  </a:cxnLst>
                  <a:rect l="l" t="t" r="r" b="b"/>
                  <a:pathLst>
                    <a:path w="6" h="1208728">
                      <a:moveTo>
                        <a:pt x="6" y="0"/>
                      </a:moveTo>
                      <a:lnTo>
                        <a:pt x="0" y="1208729"/>
                      </a:lnTo>
                    </a:path>
                  </a:pathLst>
                </a:custGeom>
                <a:ln w="18063" cap="flat">
                  <a:solidFill>
                    <a:srgbClr val="FFFFFF"/>
                  </a:solidFill>
                  <a:prstDash val="solid"/>
                  <a:miter/>
                </a:ln>
              </p:spPr>
              <p:txBody>
                <a:bodyPr rtlCol="0" anchor="ctr"/>
                <a:lstStyle/>
                <a:p>
                  <a:endParaRPr lang="zh-CN" altLang="en-US"/>
                </a:p>
              </p:txBody>
            </p:sp>
            <p:sp>
              <p:nvSpPr>
                <p:cNvPr id="91" name="任意多边形: 形状 90">
                  <a:extLst>
                    <a:ext uri="{FF2B5EF4-FFF2-40B4-BE49-F238E27FC236}">
                      <a16:creationId xmlns:a16="http://schemas.microsoft.com/office/drawing/2014/main" id="{E83975AB-55AD-3AAB-DC8F-512E049659A8}"/>
                    </a:ext>
                  </a:extLst>
                </p:cNvPr>
                <p:cNvSpPr/>
                <p:nvPr/>
              </p:nvSpPr>
              <p:spPr>
                <a:xfrm>
                  <a:off x="11484229" y="453434"/>
                  <a:ext cx="6350" cy="1208728"/>
                </a:xfrm>
                <a:custGeom>
                  <a:avLst/>
                  <a:gdLst>
                    <a:gd name="connsiteX0" fmla="*/ 0 w 6350"/>
                    <a:gd name="connsiteY0" fmla="*/ 0 h 1208728"/>
                    <a:gd name="connsiteX1" fmla="*/ 0 w 6350"/>
                    <a:gd name="connsiteY1" fmla="*/ 1208729 h 1208728"/>
                  </a:gdLst>
                  <a:ahLst/>
                  <a:cxnLst>
                    <a:cxn ang="0">
                      <a:pos x="connsiteX0" y="connsiteY0"/>
                    </a:cxn>
                    <a:cxn ang="0">
                      <a:pos x="connsiteX1" y="connsiteY1"/>
                    </a:cxn>
                  </a:cxnLst>
                  <a:rect l="l" t="t" r="r" b="b"/>
                  <a:pathLst>
                    <a:path w="6350" h="1208728">
                      <a:moveTo>
                        <a:pt x="0" y="0"/>
                      </a:moveTo>
                      <a:lnTo>
                        <a:pt x="0" y="1208729"/>
                      </a:lnTo>
                    </a:path>
                  </a:pathLst>
                </a:custGeom>
                <a:ln w="18063" cap="flat">
                  <a:solidFill>
                    <a:srgbClr val="FFFFFF"/>
                  </a:solidFill>
                  <a:prstDash val="solid"/>
                  <a:miter/>
                </a:ln>
              </p:spPr>
              <p:txBody>
                <a:bodyPr rtlCol="0" anchor="ctr"/>
                <a:lstStyle/>
                <a:p>
                  <a:endParaRPr lang="zh-CN" altLang="en-US"/>
                </a:p>
              </p:txBody>
            </p:sp>
            <p:sp>
              <p:nvSpPr>
                <p:cNvPr id="92" name="任意多边形: 形状 91">
                  <a:extLst>
                    <a:ext uri="{FF2B5EF4-FFF2-40B4-BE49-F238E27FC236}">
                      <a16:creationId xmlns:a16="http://schemas.microsoft.com/office/drawing/2014/main" id="{159487CA-A4EA-B9B0-2833-A9A6D2D0985C}"/>
                    </a:ext>
                  </a:extLst>
                </p:cNvPr>
                <p:cNvSpPr/>
                <p:nvPr/>
              </p:nvSpPr>
              <p:spPr>
                <a:xfrm>
                  <a:off x="11346840" y="453434"/>
                  <a:ext cx="6" cy="1208728"/>
                </a:xfrm>
                <a:custGeom>
                  <a:avLst/>
                  <a:gdLst>
                    <a:gd name="connsiteX0" fmla="*/ 7 w 6"/>
                    <a:gd name="connsiteY0" fmla="*/ 0 h 1208728"/>
                    <a:gd name="connsiteX1" fmla="*/ 0 w 6"/>
                    <a:gd name="connsiteY1" fmla="*/ 1208729 h 1208728"/>
                  </a:gdLst>
                  <a:ahLst/>
                  <a:cxnLst>
                    <a:cxn ang="0">
                      <a:pos x="connsiteX0" y="connsiteY0"/>
                    </a:cxn>
                    <a:cxn ang="0">
                      <a:pos x="connsiteX1" y="connsiteY1"/>
                    </a:cxn>
                  </a:cxnLst>
                  <a:rect l="l" t="t" r="r" b="b"/>
                  <a:pathLst>
                    <a:path w="6" h="1208728">
                      <a:moveTo>
                        <a:pt x="7" y="0"/>
                      </a:moveTo>
                      <a:lnTo>
                        <a:pt x="0" y="1208729"/>
                      </a:lnTo>
                    </a:path>
                  </a:pathLst>
                </a:custGeom>
                <a:ln w="18063" cap="flat">
                  <a:solidFill>
                    <a:srgbClr val="FFFFFF"/>
                  </a:solidFill>
                  <a:prstDash val="solid"/>
                  <a:miter/>
                </a:ln>
              </p:spPr>
              <p:txBody>
                <a:bodyPr rtlCol="0" anchor="ctr"/>
                <a:lstStyle/>
                <a:p>
                  <a:endParaRPr lang="zh-CN" altLang="en-US"/>
                </a:p>
              </p:txBody>
            </p:sp>
          </p:grpSp>
          <p:sp>
            <p:nvSpPr>
              <p:cNvPr id="67" name="任意多边形: 形状 66">
                <a:extLst>
                  <a:ext uri="{FF2B5EF4-FFF2-40B4-BE49-F238E27FC236}">
                    <a16:creationId xmlns:a16="http://schemas.microsoft.com/office/drawing/2014/main" id="{E3DA651B-C414-D33E-15EF-79114A23DE45}"/>
                  </a:ext>
                </a:extLst>
              </p:cNvPr>
              <p:cNvSpPr/>
              <p:nvPr/>
            </p:nvSpPr>
            <p:spPr>
              <a:xfrm>
                <a:off x="8559495" y="807167"/>
                <a:ext cx="376428" cy="482695"/>
              </a:xfrm>
              <a:custGeom>
                <a:avLst/>
                <a:gdLst>
                  <a:gd name="connsiteX0" fmla="*/ 0 w 376428"/>
                  <a:gd name="connsiteY0" fmla="*/ 0 h 482695"/>
                  <a:gd name="connsiteX1" fmla="*/ 376428 w 376428"/>
                  <a:gd name="connsiteY1" fmla="*/ 234188 h 482695"/>
                  <a:gd name="connsiteX2" fmla="*/ 0 w 376428"/>
                  <a:gd name="connsiteY2" fmla="*/ 482695 h 482695"/>
                </a:gdLst>
                <a:ahLst/>
                <a:cxnLst>
                  <a:cxn ang="0">
                    <a:pos x="connsiteX0" y="connsiteY0"/>
                  </a:cxn>
                  <a:cxn ang="0">
                    <a:pos x="connsiteX1" y="connsiteY1"/>
                  </a:cxn>
                  <a:cxn ang="0">
                    <a:pos x="connsiteX2" y="connsiteY2"/>
                  </a:cxn>
                </a:cxnLst>
                <a:rect l="l" t="t" r="r" b="b"/>
                <a:pathLst>
                  <a:path w="376428" h="482695">
                    <a:moveTo>
                      <a:pt x="0" y="0"/>
                    </a:moveTo>
                    <a:lnTo>
                      <a:pt x="376428" y="234188"/>
                    </a:lnTo>
                    <a:lnTo>
                      <a:pt x="0" y="482695"/>
                    </a:lnTo>
                    <a:close/>
                  </a:path>
                </a:pathLst>
              </a:custGeom>
              <a:solidFill>
                <a:srgbClr val="FBF5E2"/>
              </a:solidFill>
              <a:ln w="6350" cap="flat">
                <a:noFill/>
                <a:prstDash val="solid"/>
                <a:miter/>
              </a:ln>
            </p:spPr>
            <p:txBody>
              <a:bodyPr rtlCol="0" anchor="ctr"/>
              <a:lstStyle/>
              <a:p>
                <a:endParaRPr lang="zh-CN" altLang="en-US"/>
              </a:p>
            </p:txBody>
          </p:sp>
          <p:sp>
            <p:nvSpPr>
              <p:cNvPr id="68" name="任意多边形: 形状 67">
                <a:extLst>
                  <a:ext uri="{FF2B5EF4-FFF2-40B4-BE49-F238E27FC236}">
                    <a16:creationId xmlns:a16="http://schemas.microsoft.com/office/drawing/2014/main" id="{F5622188-43F8-B9B5-6639-E593A68A5504}"/>
                  </a:ext>
                </a:extLst>
              </p:cNvPr>
              <p:cNvSpPr/>
              <p:nvPr/>
            </p:nvSpPr>
            <p:spPr>
              <a:xfrm>
                <a:off x="8874912" y="807167"/>
                <a:ext cx="376428" cy="482695"/>
              </a:xfrm>
              <a:custGeom>
                <a:avLst/>
                <a:gdLst>
                  <a:gd name="connsiteX0" fmla="*/ 0 w 376428"/>
                  <a:gd name="connsiteY0" fmla="*/ 0 h 482695"/>
                  <a:gd name="connsiteX1" fmla="*/ 376428 w 376428"/>
                  <a:gd name="connsiteY1" fmla="*/ 234188 h 482695"/>
                  <a:gd name="connsiteX2" fmla="*/ 0 w 376428"/>
                  <a:gd name="connsiteY2" fmla="*/ 482695 h 482695"/>
                </a:gdLst>
                <a:ahLst/>
                <a:cxnLst>
                  <a:cxn ang="0">
                    <a:pos x="connsiteX0" y="connsiteY0"/>
                  </a:cxn>
                  <a:cxn ang="0">
                    <a:pos x="connsiteX1" y="connsiteY1"/>
                  </a:cxn>
                  <a:cxn ang="0">
                    <a:pos x="connsiteX2" y="connsiteY2"/>
                  </a:cxn>
                </a:cxnLst>
                <a:rect l="l" t="t" r="r" b="b"/>
                <a:pathLst>
                  <a:path w="376428" h="482695">
                    <a:moveTo>
                      <a:pt x="0" y="0"/>
                    </a:moveTo>
                    <a:lnTo>
                      <a:pt x="376428" y="234188"/>
                    </a:lnTo>
                    <a:lnTo>
                      <a:pt x="0" y="482695"/>
                    </a:lnTo>
                    <a:close/>
                  </a:path>
                </a:pathLst>
              </a:custGeom>
              <a:solidFill>
                <a:srgbClr val="FBF5E2"/>
              </a:solidFill>
              <a:ln w="6350" cap="flat">
                <a:noFill/>
                <a:prstDash val="solid"/>
                <a:miter/>
              </a:ln>
            </p:spPr>
            <p:txBody>
              <a:bodyPr rtlCol="0" anchor="ctr"/>
              <a:lstStyle/>
              <a:p>
                <a:endParaRPr lang="zh-CN" altLang="en-US"/>
              </a:p>
            </p:txBody>
          </p:sp>
          <p:sp>
            <p:nvSpPr>
              <p:cNvPr id="69" name="任意多边形: 形状 68">
                <a:extLst>
                  <a:ext uri="{FF2B5EF4-FFF2-40B4-BE49-F238E27FC236}">
                    <a16:creationId xmlns:a16="http://schemas.microsoft.com/office/drawing/2014/main" id="{821D7A1F-4124-27D9-68C1-6CFEE54F6208}"/>
                  </a:ext>
                </a:extLst>
              </p:cNvPr>
              <p:cNvSpPr/>
              <p:nvPr/>
            </p:nvSpPr>
            <p:spPr>
              <a:xfrm>
                <a:off x="9199689" y="807167"/>
                <a:ext cx="376428" cy="482695"/>
              </a:xfrm>
              <a:custGeom>
                <a:avLst/>
                <a:gdLst>
                  <a:gd name="connsiteX0" fmla="*/ 0 w 376428"/>
                  <a:gd name="connsiteY0" fmla="*/ 0 h 482695"/>
                  <a:gd name="connsiteX1" fmla="*/ 376428 w 376428"/>
                  <a:gd name="connsiteY1" fmla="*/ 234188 h 482695"/>
                  <a:gd name="connsiteX2" fmla="*/ 0 w 376428"/>
                  <a:gd name="connsiteY2" fmla="*/ 482695 h 482695"/>
                </a:gdLst>
                <a:ahLst/>
                <a:cxnLst>
                  <a:cxn ang="0">
                    <a:pos x="connsiteX0" y="connsiteY0"/>
                  </a:cxn>
                  <a:cxn ang="0">
                    <a:pos x="connsiteX1" y="connsiteY1"/>
                  </a:cxn>
                  <a:cxn ang="0">
                    <a:pos x="connsiteX2" y="connsiteY2"/>
                  </a:cxn>
                </a:cxnLst>
                <a:rect l="l" t="t" r="r" b="b"/>
                <a:pathLst>
                  <a:path w="376428" h="482695">
                    <a:moveTo>
                      <a:pt x="0" y="0"/>
                    </a:moveTo>
                    <a:lnTo>
                      <a:pt x="376428" y="234188"/>
                    </a:lnTo>
                    <a:lnTo>
                      <a:pt x="0" y="482695"/>
                    </a:lnTo>
                    <a:close/>
                  </a:path>
                </a:pathLst>
              </a:custGeom>
              <a:solidFill>
                <a:srgbClr val="FBF5E2"/>
              </a:solidFill>
              <a:ln w="6350" cap="flat">
                <a:noFill/>
                <a:prstDash val="solid"/>
                <a:miter/>
              </a:ln>
            </p:spPr>
            <p:txBody>
              <a:bodyPr rtlCol="0" anchor="ctr"/>
              <a:lstStyle/>
              <a:p>
                <a:endParaRPr lang="zh-CN" altLang="en-US"/>
              </a:p>
            </p:txBody>
          </p:sp>
          <p:grpSp>
            <p:nvGrpSpPr>
              <p:cNvPr id="70" name="图形 8">
                <a:extLst>
                  <a:ext uri="{FF2B5EF4-FFF2-40B4-BE49-F238E27FC236}">
                    <a16:creationId xmlns:a16="http://schemas.microsoft.com/office/drawing/2014/main" id="{3B691E38-6D0A-FB0E-F69C-667606FC021F}"/>
                  </a:ext>
                </a:extLst>
              </p:cNvPr>
              <p:cNvGrpSpPr/>
              <p:nvPr/>
            </p:nvGrpSpPr>
            <p:grpSpPr>
              <a:xfrm>
                <a:off x="6944779" y="5364041"/>
                <a:ext cx="1208735" cy="1098403"/>
                <a:chOff x="6944779" y="5364041"/>
                <a:chExt cx="1208735" cy="1098403"/>
              </a:xfrm>
            </p:grpSpPr>
            <p:sp>
              <p:nvSpPr>
                <p:cNvPr id="75" name="任意多边形: 形状 74">
                  <a:extLst>
                    <a:ext uri="{FF2B5EF4-FFF2-40B4-BE49-F238E27FC236}">
                      <a16:creationId xmlns:a16="http://schemas.microsoft.com/office/drawing/2014/main" id="{468A42F2-9DD6-5290-3F3E-7BF44095487D}"/>
                    </a:ext>
                  </a:extLst>
                </p:cNvPr>
                <p:cNvSpPr/>
                <p:nvPr/>
              </p:nvSpPr>
              <p:spPr>
                <a:xfrm>
                  <a:off x="6944785" y="5913386"/>
                  <a:ext cx="1208728" cy="6350"/>
                </a:xfrm>
                <a:custGeom>
                  <a:avLst/>
                  <a:gdLst>
                    <a:gd name="connsiteX0" fmla="*/ 1208729 w 1208728"/>
                    <a:gd name="connsiteY0" fmla="*/ 0 h 6350"/>
                    <a:gd name="connsiteX1" fmla="*/ 0 w 1208728"/>
                    <a:gd name="connsiteY1" fmla="*/ 0 h 6350"/>
                  </a:gdLst>
                  <a:ahLst/>
                  <a:cxnLst>
                    <a:cxn ang="0">
                      <a:pos x="connsiteX0" y="connsiteY0"/>
                    </a:cxn>
                    <a:cxn ang="0">
                      <a:pos x="connsiteX1" y="connsiteY1"/>
                    </a:cxn>
                  </a:cxnLst>
                  <a:rect l="l" t="t" r="r" b="b"/>
                  <a:pathLst>
                    <a:path w="1208728" h="6350">
                      <a:moveTo>
                        <a:pt x="1208729" y="0"/>
                      </a:moveTo>
                      <a:lnTo>
                        <a:pt x="0" y="0"/>
                      </a:lnTo>
                    </a:path>
                  </a:pathLst>
                </a:custGeom>
                <a:ln w="18063" cap="flat">
                  <a:solidFill>
                    <a:srgbClr val="FFFFFF"/>
                  </a:solidFill>
                  <a:prstDash val="solid"/>
                  <a:miter/>
                </a:ln>
              </p:spPr>
              <p:txBody>
                <a:bodyPr rtlCol="0" anchor="ctr"/>
                <a:lstStyle/>
                <a:p>
                  <a:endParaRPr lang="zh-CN" altLang="en-US"/>
                </a:p>
              </p:txBody>
            </p:sp>
            <p:sp>
              <p:nvSpPr>
                <p:cNvPr id="76" name="任意多边形: 形状 75">
                  <a:extLst>
                    <a:ext uri="{FF2B5EF4-FFF2-40B4-BE49-F238E27FC236}">
                      <a16:creationId xmlns:a16="http://schemas.microsoft.com/office/drawing/2014/main" id="{02B9CE25-2B98-4C13-3A80-A0797AFB8EBC}"/>
                    </a:ext>
                  </a:extLst>
                </p:cNvPr>
                <p:cNvSpPr/>
                <p:nvPr/>
              </p:nvSpPr>
              <p:spPr>
                <a:xfrm>
                  <a:off x="6944785" y="5776106"/>
                  <a:ext cx="1208728" cy="6350"/>
                </a:xfrm>
                <a:custGeom>
                  <a:avLst/>
                  <a:gdLst>
                    <a:gd name="connsiteX0" fmla="*/ 1208729 w 1208728"/>
                    <a:gd name="connsiteY0" fmla="*/ 0 h 6350"/>
                    <a:gd name="connsiteX1" fmla="*/ 0 w 1208728"/>
                    <a:gd name="connsiteY1" fmla="*/ 0 h 6350"/>
                  </a:gdLst>
                  <a:ahLst/>
                  <a:cxnLst>
                    <a:cxn ang="0">
                      <a:pos x="connsiteX0" y="connsiteY0"/>
                    </a:cxn>
                    <a:cxn ang="0">
                      <a:pos x="connsiteX1" y="connsiteY1"/>
                    </a:cxn>
                  </a:cxnLst>
                  <a:rect l="l" t="t" r="r" b="b"/>
                  <a:pathLst>
                    <a:path w="1208728" h="6350">
                      <a:moveTo>
                        <a:pt x="1208729" y="0"/>
                      </a:moveTo>
                      <a:lnTo>
                        <a:pt x="0" y="0"/>
                      </a:lnTo>
                    </a:path>
                  </a:pathLst>
                </a:custGeom>
                <a:ln w="18063" cap="flat">
                  <a:solidFill>
                    <a:srgbClr val="FFFFFF"/>
                  </a:solidFill>
                  <a:prstDash val="solid"/>
                  <a:miter/>
                </a:ln>
              </p:spPr>
              <p:txBody>
                <a:bodyPr rtlCol="0" anchor="ctr"/>
                <a:lstStyle/>
                <a:p>
                  <a:endParaRPr lang="zh-CN" altLang="en-US"/>
                </a:p>
              </p:txBody>
            </p:sp>
            <p:sp>
              <p:nvSpPr>
                <p:cNvPr id="77" name="任意多边形: 形状 76">
                  <a:extLst>
                    <a:ext uri="{FF2B5EF4-FFF2-40B4-BE49-F238E27FC236}">
                      <a16:creationId xmlns:a16="http://schemas.microsoft.com/office/drawing/2014/main" id="{EE9DFEE6-0AA5-D8D9-FB01-2131A738DB5F}"/>
                    </a:ext>
                  </a:extLst>
                </p:cNvPr>
                <p:cNvSpPr/>
                <p:nvPr/>
              </p:nvSpPr>
              <p:spPr>
                <a:xfrm>
                  <a:off x="6944785" y="5638907"/>
                  <a:ext cx="1208728" cy="6"/>
                </a:xfrm>
                <a:custGeom>
                  <a:avLst/>
                  <a:gdLst>
                    <a:gd name="connsiteX0" fmla="*/ 1208729 w 1208728"/>
                    <a:gd name="connsiteY0" fmla="*/ 6 h 6"/>
                    <a:gd name="connsiteX1" fmla="*/ 0 w 1208728"/>
                    <a:gd name="connsiteY1" fmla="*/ 0 h 6"/>
                  </a:gdLst>
                  <a:ahLst/>
                  <a:cxnLst>
                    <a:cxn ang="0">
                      <a:pos x="connsiteX0" y="connsiteY0"/>
                    </a:cxn>
                    <a:cxn ang="0">
                      <a:pos x="connsiteX1" y="connsiteY1"/>
                    </a:cxn>
                  </a:cxnLst>
                  <a:rect l="l" t="t" r="r" b="b"/>
                  <a:pathLst>
                    <a:path w="1208728" h="6">
                      <a:moveTo>
                        <a:pt x="1208729" y="6"/>
                      </a:moveTo>
                      <a:lnTo>
                        <a:pt x="0" y="0"/>
                      </a:lnTo>
                    </a:path>
                  </a:pathLst>
                </a:custGeom>
                <a:ln w="18063" cap="flat">
                  <a:solidFill>
                    <a:srgbClr val="FFFFFF"/>
                  </a:solidFill>
                  <a:prstDash val="solid"/>
                  <a:miter/>
                </a:ln>
              </p:spPr>
              <p:txBody>
                <a:bodyPr rtlCol="0" anchor="ctr"/>
                <a:lstStyle/>
                <a:p>
                  <a:endParaRPr lang="zh-CN" altLang="en-US"/>
                </a:p>
              </p:txBody>
            </p:sp>
            <p:sp>
              <p:nvSpPr>
                <p:cNvPr id="78" name="任意多边形: 形状 77">
                  <a:extLst>
                    <a:ext uri="{FF2B5EF4-FFF2-40B4-BE49-F238E27FC236}">
                      <a16:creationId xmlns:a16="http://schemas.microsoft.com/office/drawing/2014/main" id="{ED10812A-9E9D-0F9A-E07E-AA7843E34983}"/>
                    </a:ext>
                  </a:extLst>
                </p:cNvPr>
                <p:cNvSpPr/>
                <p:nvPr/>
              </p:nvSpPr>
              <p:spPr>
                <a:xfrm>
                  <a:off x="6944785" y="5501525"/>
                  <a:ext cx="1208728" cy="6350"/>
                </a:xfrm>
                <a:custGeom>
                  <a:avLst/>
                  <a:gdLst>
                    <a:gd name="connsiteX0" fmla="*/ 1208729 w 1208728"/>
                    <a:gd name="connsiteY0" fmla="*/ 0 h 6350"/>
                    <a:gd name="connsiteX1" fmla="*/ 0 w 1208728"/>
                    <a:gd name="connsiteY1" fmla="*/ 0 h 6350"/>
                  </a:gdLst>
                  <a:ahLst/>
                  <a:cxnLst>
                    <a:cxn ang="0">
                      <a:pos x="connsiteX0" y="connsiteY0"/>
                    </a:cxn>
                    <a:cxn ang="0">
                      <a:pos x="connsiteX1" y="connsiteY1"/>
                    </a:cxn>
                  </a:cxnLst>
                  <a:rect l="l" t="t" r="r" b="b"/>
                  <a:pathLst>
                    <a:path w="1208728" h="6350">
                      <a:moveTo>
                        <a:pt x="1208729" y="0"/>
                      </a:moveTo>
                      <a:lnTo>
                        <a:pt x="0" y="0"/>
                      </a:lnTo>
                    </a:path>
                  </a:pathLst>
                </a:custGeom>
                <a:ln w="18063" cap="flat">
                  <a:solidFill>
                    <a:srgbClr val="FFFFFF"/>
                  </a:solidFill>
                  <a:prstDash val="solid"/>
                  <a:miter/>
                </a:ln>
              </p:spPr>
              <p:txBody>
                <a:bodyPr rtlCol="0" anchor="ctr"/>
                <a:lstStyle/>
                <a:p>
                  <a:endParaRPr lang="zh-CN" altLang="en-US"/>
                </a:p>
              </p:txBody>
            </p:sp>
            <p:sp>
              <p:nvSpPr>
                <p:cNvPr id="79" name="任意多边形: 形状 78">
                  <a:extLst>
                    <a:ext uri="{FF2B5EF4-FFF2-40B4-BE49-F238E27FC236}">
                      <a16:creationId xmlns:a16="http://schemas.microsoft.com/office/drawing/2014/main" id="{090199A4-0C63-C5F4-1F40-E8757BE303D2}"/>
                    </a:ext>
                  </a:extLst>
                </p:cNvPr>
                <p:cNvSpPr/>
                <p:nvPr/>
              </p:nvSpPr>
              <p:spPr>
                <a:xfrm>
                  <a:off x="6944785" y="5364041"/>
                  <a:ext cx="1208728" cy="6"/>
                </a:xfrm>
                <a:custGeom>
                  <a:avLst/>
                  <a:gdLst>
                    <a:gd name="connsiteX0" fmla="*/ 1208729 w 1208728"/>
                    <a:gd name="connsiteY0" fmla="*/ 6 h 6"/>
                    <a:gd name="connsiteX1" fmla="*/ 0 w 1208728"/>
                    <a:gd name="connsiteY1" fmla="*/ 0 h 6"/>
                  </a:gdLst>
                  <a:ahLst/>
                  <a:cxnLst>
                    <a:cxn ang="0">
                      <a:pos x="connsiteX0" y="connsiteY0"/>
                    </a:cxn>
                    <a:cxn ang="0">
                      <a:pos x="connsiteX1" y="connsiteY1"/>
                    </a:cxn>
                  </a:cxnLst>
                  <a:rect l="l" t="t" r="r" b="b"/>
                  <a:pathLst>
                    <a:path w="1208728" h="6">
                      <a:moveTo>
                        <a:pt x="1208729" y="6"/>
                      </a:moveTo>
                      <a:lnTo>
                        <a:pt x="0" y="0"/>
                      </a:lnTo>
                    </a:path>
                  </a:pathLst>
                </a:custGeom>
                <a:ln w="18063" cap="flat">
                  <a:solidFill>
                    <a:srgbClr val="FFFFFF"/>
                  </a:solidFill>
                  <a:prstDash val="solid"/>
                  <a:miter/>
                </a:ln>
              </p:spPr>
              <p:txBody>
                <a:bodyPr rtlCol="0" anchor="ctr"/>
                <a:lstStyle/>
                <a:p>
                  <a:endParaRPr lang="zh-CN" altLang="en-US"/>
                </a:p>
              </p:txBody>
            </p:sp>
            <p:sp>
              <p:nvSpPr>
                <p:cNvPr id="80" name="任意多边形: 形状 79">
                  <a:extLst>
                    <a:ext uri="{FF2B5EF4-FFF2-40B4-BE49-F238E27FC236}">
                      <a16:creationId xmlns:a16="http://schemas.microsoft.com/office/drawing/2014/main" id="{C7EC075E-6072-9E90-D523-98D3F7BAF0A8}"/>
                    </a:ext>
                  </a:extLst>
                </p:cNvPr>
                <p:cNvSpPr/>
                <p:nvPr/>
              </p:nvSpPr>
              <p:spPr>
                <a:xfrm>
                  <a:off x="6944779" y="6462445"/>
                  <a:ext cx="1208728" cy="6350"/>
                </a:xfrm>
                <a:custGeom>
                  <a:avLst/>
                  <a:gdLst>
                    <a:gd name="connsiteX0" fmla="*/ 1208729 w 1208728"/>
                    <a:gd name="connsiteY0" fmla="*/ 0 h 6350"/>
                    <a:gd name="connsiteX1" fmla="*/ 0 w 1208728"/>
                    <a:gd name="connsiteY1" fmla="*/ 0 h 6350"/>
                  </a:gdLst>
                  <a:ahLst/>
                  <a:cxnLst>
                    <a:cxn ang="0">
                      <a:pos x="connsiteX0" y="connsiteY0"/>
                    </a:cxn>
                    <a:cxn ang="0">
                      <a:pos x="connsiteX1" y="connsiteY1"/>
                    </a:cxn>
                  </a:cxnLst>
                  <a:rect l="l" t="t" r="r" b="b"/>
                  <a:pathLst>
                    <a:path w="1208728" h="6350">
                      <a:moveTo>
                        <a:pt x="1208729" y="0"/>
                      </a:moveTo>
                      <a:lnTo>
                        <a:pt x="0" y="0"/>
                      </a:lnTo>
                    </a:path>
                  </a:pathLst>
                </a:custGeom>
                <a:ln w="18063" cap="flat">
                  <a:solidFill>
                    <a:srgbClr val="FFFFFF"/>
                  </a:solidFill>
                  <a:prstDash val="solid"/>
                  <a:miter/>
                </a:ln>
              </p:spPr>
              <p:txBody>
                <a:bodyPr rtlCol="0" anchor="ctr"/>
                <a:lstStyle/>
                <a:p>
                  <a:endParaRPr lang="zh-CN" altLang="en-US"/>
                </a:p>
              </p:txBody>
            </p:sp>
            <p:sp>
              <p:nvSpPr>
                <p:cNvPr id="81" name="任意多边形: 形状 80">
                  <a:extLst>
                    <a:ext uri="{FF2B5EF4-FFF2-40B4-BE49-F238E27FC236}">
                      <a16:creationId xmlns:a16="http://schemas.microsoft.com/office/drawing/2014/main" id="{073E0052-BA55-E0BF-4232-9FAB30228C2E}"/>
                    </a:ext>
                  </a:extLst>
                </p:cNvPr>
                <p:cNvSpPr/>
                <p:nvPr/>
              </p:nvSpPr>
              <p:spPr>
                <a:xfrm>
                  <a:off x="6944785" y="6325165"/>
                  <a:ext cx="1208722" cy="6350"/>
                </a:xfrm>
                <a:custGeom>
                  <a:avLst/>
                  <a:gdLst>
                    <a:gd name="connsiteX0" fmla="*/ 1208722 w 1208722"/>
                    <a:gd name="connsiteY0" fmla="*/ 0 h 6350"/>
                    <a:gd name="connsiteX1" fmla="*/ 0 w 1208722"/>
                    <a:gd name="connsiteY1" fmla="*/ 0 h 6350"/>
                  </a:gdLst>
                  <a:ahLst/>
                  <a:cxnLst>
                    <a:cxn ang="0">
                      <a:pos x="connsiteX0" y="connsiteY0"/>
                    </a:cxn>
                    <a:cxn ang="0">
                      <a:pos x="connsiteX1" y="connsiteY1"/>
                    </a:cxn>
                  </a:cxnLst>
                  <a:rect l="l" t="t" r="r" b="b"/>
                  <a:pathLst>
                    <a:path w="1208722" h="6350">
                      <a:moveTo>
                        <a:pt x="1208722" y="0"/>
                      </a:moveTo>
                      <a:lnTo>
                        <a:pt x="0" y="0"/>
                      </a:lnTo>
                    </a:path>
                  </a:pathLst>
                </a:custGeom>
                <a:ln w="18063" cap="flat">
                  <a:solidFill>
                    <a:srgbClr val="FFFFFF"/>
                  </a:solidFill>
                  <a:prstDash val="solid"/>
                  <a:miter/>
                </a:ln>
              </p:spPr>
              <p:txBody>
                <a:bodyPr rtlCol="0" anchor="ctr"/>
                <a:lstStyle/>
                <a:p>
                  <a:endParaRPr lang="zh-CN" altLang="en-US"/>
                </a:p>
              </p:txBody>
            </p:sp>
            <p:sp>
              <p:nvSpPr>
                <p:cNvPr id="82" name="任意多边形: 形状 81">
                  <a:extLst>
                    <a:ext uri="{FF2B5EF4-FFF2-40B4-BE49-F238E27FC236}">
                      <a16:creationId xmlns:a16="http://schemas.microsoft.com/office/drawing/2014/main" id="{9119154E-D5BD-C369-D8BD-BCC22358B1F3}"/>
                    </a:ext>
                  </a:extLst>
                </p:cNvPr>
                <p:cNvSpPr/>
                <p:nvPr/>
              </p:nvSpPr>
              <p:spPr>
                <a:xfrm>
                  <a:off x="6944785" y="6187967"/>
                  <a:ext cx="1208722" cy="6"/>
                </a:xfrm>
                <a:custGeom>
                  <a:avLst/>
                  <a:gdLst>
                    <a:gd name="connsiteX0" fmla="*/ 1208722 w 1208722"/>
                    <a:gd name="connsiteY0" fmla="*/ 6 h 6"/>
                    <a:gd name="connsiteX1" fmla="*/ 0 w 1208722"/>
                    <a:gd name="connsiteY1" fmla="*/ 0 h 6"/>
                  </a:gdLst>
                  <a:ahLst/>
                  <a:cxnLst>
                    <a:cxn ang="0">
                      <a:pos x="connsiteX0" y="connsiteY0"/>
                    </a:cxn>
                    <a:cxn ang="0">
                      <a:pos x="connsiteX1" y="connsiteY1"/>
                    </a:cxn>
                  </a:cxnLst>
                  <a:rect l="l" t="t" r="r" b="b"/>
                  <a:pathLst>
                    <a:path w="1208722" h="6">
                      <a:moveTo>
                        <a:pt x="1208722" y="6"/>
                      </a:moveTo>
                      <a:lnTo>
                        <a:pt x="0" y="0"/>
                      </a:lnTo>
                    </a:path>
                  </a:pathLst>
                </a:custGeom>
                <a:ln w="18063" cap="flat">
                  <a:solidFill>
                    <a:srgbClr val="FFFFFF"/>
                  </a:solidFill>
                  <a:prstDash val="solid"/>
                  <a:miter/>
                </a:ln>
              </p:spPr>
              <p:txBody>
                <a:bodyPr rtlCol="0" anchor="ctr"/>
                <a:lstStyle/>
                <a:p>
                  <a:endParaRPr lang="zh-CN" altLang="en-US"/>
                </a:p>
              </p:txBody>
            </p:sp>
            <p:sp>
              <p:nvSpPr>
                <p:cNvPr id="83" name="任意多边形: 形状 82">
                  <a:extLst>
                    <a:ext uri="{FF2B5EF4-FFF2-40B4-BE49-F238E27FC236}">
                      <a16:creationId xmlns:a16="http://schemas.microsoft.com/office/drawing/2014/main" id="{DB83AE3B-9ADA-6503-E5E8-71103ECD8C46}"/>
                    </a:ext>
                  </a:extLst>
                </p:cNvPr>
                <p:cNvSpPr/>
                <p:nvPr/>
              </p:nvSpPr>
              <p:spPr>
                <a:xfrm>
                  <a:off x="6944785" y="6050578"/>
                  <a:ext cx="1208722" cy="6"/>
                </a:xfrm>
                <a:custGeom>
                  <a:avLst/>
                  <a:gdLst>
                    <a:gd name="connsiteX0" fmla="*/ 1208722 w 1208722"/>
                    <a:gd name="connsiteY0" fmla="*/ 6 h 6"/>
                    <a:gd name="connsiteX1" fmla="*/ 0 w 1208722"/>
                    <a:gd name="connsiteY1" fmla="*/ 0 h 6"/>
                  </a:gdLst>
                  <a:ahLst/>
                  <a:cxnLst>
                    <a:cxn ang="0">
                      <a:pos x="connsiteX0" y="connsiteY0"/>
                    </a:cxn>
                    <a:cxn ang="0">
                      <a:pos x="connsiteX1" y="connsiteY1"/>
                    </a:cxn>
                  </a:cxnLst>
                  <a:rect l="l" t="t" r="r" b="b"/>
                  <a:pathLst>
                    <a:path w="1208722" h="6">
                      <a:moveTo>
                        <a:pt x="1208722" y="6"/>
                      </a:moveTo>
                      <a:lnTo>
                        <a:pt x="0" y="0"/>
                      </a:lnTo>
                    </a:path>
                  </a:pathLst>
                </a:custGeom>
                <a:ln w="18063" cap="flat">
                  <a:solidFill>
                    <a:srgbClr val="FFFFFF"/>
                  </a:solidFill>
                  <a:prstDash val="solid"/>
                  <a:miter/>
                </a:ln>
              </p:spPr>
              <p:txBody>
                <a:bodyPr rtlCol="0" anchor="ctr"/>
                <a:lstStyle/>
                <a:p>
                  <a:endParaRPr lang="zh-CN" altLang="en-US"/>
                </a:p>
              </p:txBody>
            </p:sp>
          </p:grpSp>
          <p:sp>
            <p:nvSpPr>
              <p:cNvPr id="71" name="任意多边形: 形状 70">
                <a:extLst>
                  <a:ext uri="{FF2B5EF4-FFF2-40B4-BE49-F238E27FC236}">
                    <a16:creationId xmlns:a16="http://schemas.microsoft.com/office/drawing/2014/main" id="{FEB447C8-7A64-1FAA-01BA-01DE1F365827}"/>
                  </a:ext>
                </a:extLst>
              </p:cNvPr>
              <p:cNvSpPr/>
              <p:nvPr/>
            </p:nvSpPr>
            <p:spPr>
              <a:xfrm>
                <a:off x="9362961" y="2855385"/>
                <a:ext cx="1195875" cy="1195876"/>
              </a:xfrm>
              <a:custGeom>
                <a:avLst/>
                <a:gdLst>
                  <a:gd name="connsiteX0" fmla="*/ 0 w 1195875"/>
                  <a:gd name="connsiteY0" fmla="*/ 0 h 1195876"/>
                  <a:gd name="connsiteX1" fmla="*/ 0 w 1195875"/>
                  <a:gd name="connsiteY1" fmla="*/ 1937 h 1195876"/>
                  <a:gd name="connsiteX2" fmla="*/ 1193940 w 1195875"/>
                  <a:gd name="connsiteY2" fmla="*/ 1195877 h 1195876"/>
                  <a:gd name="connsiteX3" fmla="*/ 1195876 w 1195875"/>
                  <a:gd name="connsiteY3" fmla="*/ 1195877 h 1195876"/>
                  <a:gd name="connsiteX4" fmla="*/ 1195876 w 1195875"/>
                  <a:gd name="connsiteY4" fmla="*/ 1193940 h 1195876"/>
                  <a:gd name="connsiteX5" fmla="*/ 1936 w 1195875"/>
                  <a:gd name="connsiteY5" fmla="*/ 0 h 1195876"/>
                  <a:gd name="connsiteX6" fmla="*/ 0 w 1195875"/>
                  <a:gd name="connsiteY6" fmla="*/ 0 h 1195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5875" h="1195876">
                    <a:moveTo>
                      <a:pt x="0" y="0"/>
                    </a:moveTo>
                    <a:lnTo>
                      <a:pt x="0" y="1937"/>
                    </a:lnTo>
                    <a:cubicBezTo>
                      <a:pt x="0" y="661327"/>
                      <a:pt x="534543" y="1195877"/>
                      <a:pt x="1193940" y="1195877"/>
                    </a:cubicBezTo>
                    <a:lnTo>
                      <a:pt x="1195876" y="1195877"/>
                    </a:lnTo>
                    <a:lnTo>
                      <a:pt x="1195876" y="1193940"/>
                    </a:lnTo>
                    <a:cubicBezTo>
                      <a:pt x="1195876" y="534550"/>
                      <a:pt x="661333" y="0"/>
                      <a:pt x="1936" y="0"/>
                    </a:cubicBezTo>
                    <a:lnTo>
                      <a:pt x="0" y="0"/>
                    </a:lnTo>
                    <a:close/>
                  </a:path>
                </a:pathLst>
              </a:custGeom>
              <a:solidFill>
                <a:srgbClr val="E9A650"/>
              </a:solidFill>
              <a:ln w="6350" cap="flat">
                <a:noFill/>
                <a:prstDash val="solid"/>
                <a:miter/>
              </a:ln>
            </p:spPr>
            <p:txBody>
              <a:bodyPr rtlCol="0" anchor="ctr"/>
              <a:lstStyle/>
              <a:p>
                <a:endParaRPr lang="zh-CN" altLang="en-US"/>
              </a:p>
            </p:txBody>
          </p:sp>
          <p:sp>
            <p:nvSpPr>
              <p:cNvPr id="72" name="任意多边形: 形状 71">
                <a:extLst>
                  <a:ext uri="{FF2B5EF4-FFF2-40B4-BE49-F238E27FC236}">
                    <a16:creationId xmlns:a16="http://schemas.microsoft.com/office/drawing/2014/main" id="{CE2B5AE5-4E34-2E9F-75DB-E730F0FF3540}"/>
                  </a:ext>
                </a:extLst>
              </p:cNvPr>
              <p:cNvSpPr/>
              <p:nvPr/>
            </p:nvSpPr>
            <p:spPr>
              <a:xfrm>
                <a:off x="7186383" y="2199855"/>
                <a:ext cx="970114" cy="141401"/>
              </a:xfrm>
              <a:custGeom>
                <a:avLst/>
                <a:gdLst>
                  <a:gd name="connsiteX0" fmla="*/ 0 w 970114"/>
                  <a:gd name="connsiteY0" fmla="*/ 0 h 141401"/>
                  <a:gd name="connsiteX1" fmla="*/ 970115 w 970114"/>
                  <a:gd name="connsiteY1" fmla="*/ 0 h 141401"/>
                  <a:gd name="connsiteX2" fmla="*/ 970115 w 970114"/>
                  <a:gd name="connsiteY2" fmla="*/ 141402 h 141401"/>
                  <a:gd name="connsiteX3" fmla="*/ 0 w 970114"/>
                  <a:gd name="connsiteY3" fmla="*/ 141402 h 141401"/>
                </a:gdLst>
                <a:ahLst/>
                <a:cxnLst>
                  <a:cxn ang="0">
                    <a:pos x="connsiteX0" y="connsiteY0"/>
                  </a:cxn>
                  <a:cxn ang="0">
                    <a:pos x="connsiteX1" y="connsiteY1"/>
                  </a:cxn>
                  <a:cxn ang="0">
                    <a:pos x="connsiteX2" y="connsiteY2"/>
                  </a:cxn>
                  <a:cxn ang="0">
                    <a:pos x="connsiteX3" y="connsiteY3"/>
                  </a:cxn>
                </a:cxnLst>
                <a:rect l="l" t="t" r="r" b="b"/>
                <a:pathLst>
                  <a:path w="970114" h="141401">
                    <a:moveTo>
                      <a:pt x="0" y="0"/>
                    </a:moveTo>
                    <a:lnTo>
                      <a:pt x="970115" y="0"/>
                    </a:lnTo>
                    <a:lnTo>
                      <a:pt x="970115" y="141402"/>
                    </a:lnTo>
                    <a:lnTo>
                      <a:pt x="0" y="141402"/>
                    </a:lnTo>
                    <a:close/>
                  </a:path>
                </a:pathLst>
              </a:custGeom>
              <a:solidFill>
                <a:srgbClr val="3F6FD5"/>
              </a:solidFill>
              <a:ln w="6350" cap="flat">
                <a:noFill/>
                <a:prstDash val="solid"/>
                <a:miter/>
              </a:ln>
            </p:spPr>
            <p:txBody>
              <a:bodyPr rtlCol="0" anchor="ctr"/>
              <a:lstStyle/>
              <a:p>
                <a:endParaRPr lang="zh-CN" altLang="en-US"/>
              </a:p>
            </p:txBody>
          </p:sp>
          <p:sp>
            <p:nvSpPr>
              <p:cNvPr id="73" name="任意多边形: 形状 72">
                <a:extLst>
                  <a:ext uri="{FF2B5EF4-FFF2-40B4-BE49-F238E27FC236}">
                    <a16:creationId xmlns:a16="http://schemas.microsoft.com/office/drawing/2014/main" id="{0CE5A6EB-541E-62D9-1572-D67453A66594}"/>
                  </a:ext>
                </a:extLst>
              </p:cNvPr>
              <p:cNvSpPr/>
              <p:nvPr/>
            </p:nvSpPr>
            <p:spPr>
              <a:xfrm>
                <a:off x="6969486" y="2523763"/>
                <a:ext cx="1187011" cy="141401"/>
              </a:xfrm>
              <a:custGeom>
                <a:avLst/>
                <a:gdLst>
                  <a:gd name="connsiteX0" fmla="*/ 0 w 1187011"/>
                  <a:gd name="connsiteY0" fmla="*/ 0 h 141401"/>
                  <a:gd name="connsiteX1" fmla="*/ 1187012 w 1187011"/>
                  <a:gd name="connsiteY1" fmla="*/ 0 h 141401"/>
                  <a:gd name="connsiteX2" fmla="*/ 1187012 w 1187011"/>
                  <a:gd name="connsiteY2" fmla="*/ 141402 h 141401"/>
                  <a:gd name="connsiteX3" fmla="*/ 0 w 1187011"/>
                  <a:gd name="connsiteY3" fmla="*/ 141402 h 141401"/>
                </a:gdLst>
                <a:ahLst/>
                <a:cxnLst>
                  <a:cxn ang="0">
                    <a:pos x="connsiteX0" y="connsiteY0"/>
                  </a:cxn>
                  <a:cxn ang="0">
                    <a:pos x="connsiteX1" y="connsiteY1"/>
                  </a:cxn>
                  <a:cxn ang="0">
                    <a:pos x="connsiteX2" y="connsiteY2"/>
                  </a:cxn>
                  <a:cxn ang="0">
                    <a:pos x="connsiteX3" y="connsiteY3"/>
                  </a:cxn>
                </a:cxnLst>
                <a:rect l="l" t="t" r="r" b="b"/>
                <a:pathLst>
                  <a:path w="1187011" h="141401">
                    <a:moveTo>
                      <a:pt x="0" y="0"/>
                    </a:moveTo>
                    <a:lnTo>
                      <a:pt x="1187012" y="0"/>
                    </a:lnTo>
                    <a:lnTo>
                      <a:pt x="1187012" y="141402"/>
                    </a:lnTo>
                    <a:lnTo>
                      <a:pt x="0" y="141402"/>
                    </a:lnTo>
                    <a:close/>
                  </a:path>
                </a:pathLst>
              </a:custGeom>
              <a:solidFill>
                <a:srgbClr val="3F6FD5"/>
              </a:solidFill>
              <a:ln w="6350" cap="flat">
                <a:noFill/>
                <a:prstDash val="solid"/>
                <a:miter/>
              </a:ln>
            </p:spPr>
            <p:txBody>
              <a:bodyPr rtlCol="0" anchor="ctr"/>
              <a:lstStyle/>
              <a:p>
                <a:endParaRPr lang="zh-CN" altLang="en-US"/>
              </a:p>
            </p:txBody>
          </p:sp>
          <p:sp>
            <p:nvSpPr>
              <p:cNvPr id="74" name="任意多边形: 形状 73">
                <a:extLst>
                  <a:ext uri="{FF2B5EF4-FFF2-40B4-BE49-F238E27FC236}">
                    <a16:creationId xmlns:a16="http://schemas.microsoft.com/office/drawing/2014/main" id="{6E46B900-8055-526C-FCBD-8B7D37679DAE}"/>
                  </a:ext>
                </a:extLst>
              </p:cNvPr>
              <p:cNvSpPr/>
              <p:nvPr/>
            </p:nvSpPr>
            <p:spPr>
              <a:xfrm>
                <a:off x="7421130" y="1869700"/>
                <a:ext cx="735368" cy="141401"/>
              </a:xfrm>
              <a:custGeom>
                <a:avLst/>
                <a:gdLst>
                  <a:gd name="connsiteX0" fmla="*/ 0 w 735368"/>
                  <a:gd name="connsiteY0" fmla="*/ 0 h 141401"/>
                  <a:gd name="connsiteX1" fmla="*/ 735368 w 735368"/>
                  <a:gd name="connsiteY1" fmla="*/ 0 h 141401"/>
                  <a:gd name="connsiteX2" fmla="*/ 735368 w 735368"/>
                  <a:gd name="connsiteY2" fmla="*/ 141402 h 141401"/>
                  <a:gd name="connsiteX3" fmla="*/ 0 w 735368"/>
                  <a:gd name="connsiteY3" fmla="*/ 141402 h 141401"/>
                </a:gdLst>
                <a:ahLst/>
                <a:cxnLst>
                  <a:cxn ang="0">
                    <a:pos x="connsiteX0" y="connsiteY0"/>
                  </a:cxn>
                  <a:cxn ang="0">
                    <a:pos x="connsiteX1" y="connsiteY1"/>
                  </a:cxn>
                  <a:cxn ang="0">
                    <a:pos x="connsiteX2" y="connsiteY2"/>
                  </a:cxn>
                  <a:cxn ang="0">
                    <a:pos x="connsiteX3" y="connsiteY3"/>
                  </a:cxn>
                </a:cxnLst>
                <a:rect l="l" t="t" r="r" b="b"/>
                <a:pathLst>
                  <a:path w="735368" h="141401">
                    <a:moveTo>
                      <a:pt x="0" y="0"/>
                    </a:moveTo>
                    <a:lnTo>
                      <a:pt x="735368" y="0"/>
                    </a:lnTo>
                    <a:lnTo>
                      <a:pt x="735368" y="141402"/>
                    </a:lnTo>
                    <a:lnTo>
                      <a:pt x="0" y="141402"/>
                    </a:lnTo>
                    <a:close/>
                  </a:path>
                </a:pathLst>
              </a:custGeom>
              <a:solidFill>
                <a:srgbClr val="3F6FD5"/>
              </a:solidFill>
              <a:ln w="6350" cap="flat">
                <a:noFill/>
                <a:prstDash val="solid"/>
                <a:miter/>
              </a:ln>
            </p:spPr>
            <p:txBody>
              <a:bodyPr rtlCol="0" anchor="ctr"/>
              <a:lstStyle/>
              <a:p>
                <a:endParaRPr lang="zh-CN" altLang="en-US"/>
              </a:p>
            </p:txBody>
          </p:sp>
        </p:grpSp>
        <p:sp>
          <p:nvSpPr>
            <p:cNvPr id="6" name="Title">
              <a:extLst>
                <a:ext uri="{FF2B5EF4-FFF2-40B4-BE49-F238E27FC236}">
                  <a16:creationId xmlns:a16="http://schemas.microsoft.com/office/drawing/2014/main" id="{E5960D0F-5769-4038-3A45-C478971C4A5B}"/>
                </a:ext>
              </a:extLst>
            </p:cNvPr>
            <p:cNvSpPr>
              <a:spLocks/>
            </p:cNvSpPr>
            <p:nvPr/>
          </p:nvSpPr>
          <p:spPr>
            <a:xfrm>
              <a:off x="679589" y="196257"/>
              <a:ext cx="10858500" cy="1098272"/>
            </a:xfrm>
            <a:prstGeom prst="rect">
              <a:avLst/>
            </a:prstGeom>
            <a:noFill/>
            <a:ln w="7620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algn="r"/>
              <a:r>
                <a:rPr lang="zh-CN" altLang="en-US" sz="5400" b="1" dirty="0">
                  <a:solidFill>
                    <a:schemeClr val="tx1"/>
                  </a:solidFill>
                </a:rPr>
                <a:t>目录</a:t>
              </a:r>
              <a:endParaRPr lang="en-US" sz="5400" b="1" dirty="0">
                <a:solidFill>
                  <a:schemeClr val="tx1"/>
                </a:solidFill>
              </a:endParaRPr>
            </a:p>
          </p:txBody>
        </p:sp>
        <p:sp>
          <p:nvSpPr>
            <p:cNvPr id="5" name="c">
              <a:extLst>
                <a:ext uri="{FF2B5EF4-FFF2-40B4-BE49-F238E27FC236}">
                  <a16:creationId xmlns:a16="http://schemas.microsoft.com/office/drawing/2014/main" id="{25C3C0D7-39DA-BB87-0838-27A3380F8476}"/>
                </a:ext>
              </a:extLst>
            </p:cNvPr>
            <p:cNvSpPr/>
            <p:nvPr/>
          </p:nvSpPr>
          <p:spPr>
            <a:xfrm>
              <a:off x="4211878" y="1620875"/>
              <a:ext cx="7326211" cy="4596427"/>
            </a:xfrm>
            <a:prstGeom prst="roundRect">
              <a:avLst>
                <a:gd name="adj" fmla="val 0"/>
              </a:avLst>
            </a:prstGeom>
            <a:solidFill>
              <a:srgbClr val="FFFFFF"/>
            </a:solidFill>
            <a:ln w="6350">
              <a:noFill/>
              <a:prstDash val="solid"/>
            </a:ln>
            <a:effectLst>
              <a:outerShdw blurRad="1270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lnSpc>
                  <a:spcPct val="120000"/>
                </a:lnSpc>
              </a:pPr>
              <a:endParaRPr lang="zh-CN" altLang="en-US" b="1" dirty="0">
                <a:solidFill>
                  <a:srgbClr val="000000"/>
                </a:solidFill>
              </a:endParaRPr>
            </a:p>
          </p:txBody>
        </p:sp>
        <p:sp>
          <p:nvSpPr>
            <p:cNvPr id="17" name="Number1">
              <a:extLst>
                <a:ext uri="{FF2B5EF4-FFF2-40B4-BE49-F238E27FC236}">
                  <a16:creationId xmlns:a16="http://schemas.microsoft.com/office/drawing/2014/main" id="{F8BBE1E5-6634-7794-DC92-30321A3BC47D}"/>
                </a:ext>
              </a:extLst>
            </p:cNvPr>
            <p:cNvSpPr>
              <a:spLocks/>
            </p:cNvSpPr>
            <p:nvPr/>
          </p:nvSpPr>
          <p:spPr>
            <a:xfrm>
              <a:off x="4964819" y="1935404"/>
              <a:ext cx="870798" cy="860890"/>
            </a:xfrm>
            <a:prstGeom prst="rect">
              <a:avLst/>
            </a:prstGeom>
            <a:solidFill>
              <a:schemeClr val="accent1">
                <a:lumMod val="10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a:r>
                <a:rPr lang="en-US" altLang="zh-CN" sz="2800" b="1" dirty="0">
                  <a:solidFill>
                    <a:schemeClr val="tx1"/>
                  </a:solidFill>
                  <a:cs typeface="+mn-ea"/>
                </a:rPr>
                <a:t>1</a:t>
              </a:r>
              <a:endParaRPr lang="zh-CN" altLang="en-US" sz="2800" b="1" dirty="0">
                <a:solidFill>
                  <a:schemeClr val="tx1"/>
                </a:solidFill>
                <a:cs typeface="+mn-ea"/>
              </a:endParaRPr>
            </a:p>
          </p:txBody>
        </p:sp>
        <p:sp>
          <p:nvSpPr>
            <p:cNvPr id="18" name="Bullet1">
              <a:extLst>
                <a:ext uri="{FF2B5EF4-FFF2-40B4-BE49-F238E27FC236}">
                  <a16:creationId xmlns:a16="http://schemas.microsoft.com/office/drawing/2014/main" id="{172AD5E8-6C79-160A-0B23-01A9B786431D}"/>
                </a:ext>
              </a:extLst>
            </p:cNvPr>
            <p:cNvSpPr txBox="1">
              <a:spLocks/>
            </p:cNvSpPr>
            <p:nvPr/>
          </p:nvSpPr>
          <p:spPr>
            <a:xfrm>
              <a:off x="6545474" y="2085507"/>
              <a:ext cx="3626542" cy="675375"/>
            </a:xfrm>
            <a:prstGeom prst="rect">
              <a:avLst/>
            </a:prstGeom>
            <a:noFill/>
            <a:ln>
              <a:noFill/>
            </a:ln>
          </p:spPr>
          <p:txBody>
            <a:bodyPr wrap="square" lIns="91440" tIns="45720" rIns="91440" bIns="45720" anchor="ctr" anchorCtr="0">
              <a:normAutofit/>
            </a:bodyPr>
            <a:lstStyle/>
            <a:p>
              <a:pPr algn="ctr">
                <a:lnSpc>
                  <a:spcPct val="120000"/>
                </a:lnSpc>
              </a:pPr>
              <a:r>
                <a:rPr lang="zh-CN" altLang="en-US" sz="2400" b="1" dirty="0"/>
                <a:t>业务进展</a:t>
              </a:r>
              <a:endParaRPr lang="en-US" altLang="zh-CN" sz="2400" b="1" dirty="0"/>
            </a:p>
          </p:txBody>
        </p:sp>
        <p:sp>
          <p:nvSpPr>
            <p:cNvPr id="14" name="Number2">
              <a:extLst>
                <a:ext uri="{FF2B5EF4-FFF2-40B4-BE49-F238E27FC236}">
                  <a16:creationId xmlns:a16="http://schemas.microsoft.com/office/drawing/2014/main" id="{A5E9EA19-D8CA-C717-9BF0-767D66BC172C}"/>
                </a:ext>
              </a:extLst>
            </p:cNvPr>
            <p:cNvSpPr>
              <a:spLocks/>
            </p:cNvSpPr>
            <p:nvPr/>
          </p:nvSpPr>
          <p:spPr>
            <a:xfrm>
              <a:off x="4964819" y="3524604"/>
              <a:ext cx="870798" cy="860890"/>
            </a:xfrm>
            <a:prstGeom prst="rect">
              <a:avLst/>
            </a:prstGeom>
            <a:solidFill>
              <a:schemeClr val="accent1">
                <a:lumMod val="10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a:r>
                <a:rPr lang="en-US" altLang="zh-CN" sz="2800" b="1">
                  <a:solidFill>
                    <a:schemeClr val="tx1"/>
                  </a:solidFill>
                  <a:cs typeface="+mn-ea"/>
                </a:rPr>
                <a:t>2</a:t>
              </a:r>
              <a:endParaRPr lang="zh-CN" altLang="en-US" sz="2800" b="1" dirty="0">
                <a:solidFill>
                  <a:schemeClr val="tx1"/>
                </a:solidFill>
                <a:cs typeface="+mn-ea"/>
              </a:endParaRPr>
            </a:p>
          </p:txBody>
        </p:sp>
        <p:sp>
          <p:nvSpPr>
            <p:cNvPr id="15" name="Bullet2">
              <a:extLst>
                <a:ext uri="{FF2B5EF4-FFF2-40B4-BE49-F238E27FC236}">
                  <a16:creationId xmlns:a16="http://schemas.microsoft.com/office/drawing/2014/main" id="{8DD69719-1AF6-E906-E9F1-4DEBE821FFF9}"/>
                </a:ext>
              </a:extLst>
            </p:cNvPr>
            <p:cNvSpPr txBox="1">
              <a:spLocks/>
            </p:cNvSpPr>
            <p:nvPr/>
          </p:nvSpPr>
          <p:spPr>
            <a:xfrm>
              <a:off x="6545474" y="3580550"/>
              <a:ext cx="3626542" cy="675375"/>
            </a:xfrm>
            <a:prstGeom prst="rect">
              <a:avLst/>
            </a:prstGeom>
            <a:noFill/>
            <a:ln>
              <a:noFill/>
            </a:ln>
          </p:spPr>
          <p:txBody>
            <a:bodyPr wrap="square" lIns="91440" tIns="45720" rIns="91440" bIns="45720" anchor="ctr" anchorCtr="0">
              <a:normAutofit/>
            </a:bodyPr>
            <a:lstStyle/>
            <a:p>
              <a:pPr algn="ctr">
                <a:lnSpc>
                  <a:spcPct val="120000"/>
                </a:lnSpc>
              </a:pPr>
              <a:r>
                <a:rPr lang="zh-CN" altLang="en-US" sz="2400" b="1"/>
                <a:t>市场动态</a:t>
              </a:r>
              <a:endParaRPr lang="en-US" altLang="zh-CN" sz="2400" b="1" dirty="0"/>
            </a:p>
          </p:txBody>
        </p:sp>
        <p:sp>
          <p:nvSpPr>
            <p:cNvPr id="11" name="Number3">
              <a:extLst>
                <a:ext uri="{FF2B5EF4-FFF2-40B4-BE49-F238E27FC236}">
                  <a16:creationId xmlns:a16="http://schemas.microsoft.com/office/drawing/2014/main" id="{7CBC4551-D487-7AF0-3250-4BCB7C552E8A}"/>
                </a:ext>
              </a:extLst>
            </p:cNvPr>
            <p:cNvSpPr>
              <a:spLocks/>
            </p:cNvSpPr>
            <p:nvPr/>
          </p:nvSpPr>
          <p:spPr>
            <a:xfrm>
              <a:off x="4964819" y="5113804"/>
              <a:ext cx="870798" cy="860890"/>
            </a:xfrm>
            <a:prstGeom prst="rect">
              <a:avLst/>
            </a:prstGeom>
            <a:solidFill>
              <a:schemeClr val="accent1">
                <a:lumMod val="10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a:r>
                <a:rPr lang="en-US" altLang="zh-CN" sz="2800" b="1" dirty="0">
                  <a:solidFill>
                    <a:schemeClr val="tx1"/>
                  </a:solidFill>
                  <a:cs typeface="+mn-ea"/>
                </a:rPr>
                <a:t>3</a:t>
              </a:r>
              <a:endParaRPr lang="zh-CN" altLang="en-US" sz="2800" b="1" dirty="0">
                <a:solidFill>
                  <a:schemeClr val="tx1"/>
                </a:solidFill>
                <a:cs typeface="+mn-ea"/>
              </a:endParaRPr>
            </a:p>
          </p:txBody>
        </p:sp>
        <p:sp>
          <p:nvSpPr>
            <p:cNvPr id="12" name="Bullet3">
              <a:extLst>
                <a:ext uri="{FF2B5EF4-FFF2-40B4-BE49-F238E27FC236}">
                  <a16:creationId xmlns:a16="http://schemas.microsoft.com/office/drawing/2014/main" id="{BD131327-0863-B95F-1CA6-16AF50937FB6}"/>
                </a:ext>
              </a:extLst>
            </p:cNvPr>
            <p:cNvSpPr txBox="1">
              <a:spLocks/>
            </p:cNvSpPr>
            <p:nvPr/>
          </p:nvSpPr>
          <p:spPr>
            <a:xfrm>
              <a:off x="6545474" y="5263907"/>
              <a:ext cx="3626542" cy="675375"/>
            </a:xfrm>
            <a:prstGeom prst="rect">
              <a:avLst/>
            </a:prstGeom>
            <a:noFill/>
            <a:ln>
              <a:noFill/>
            </a:ln>
          </p:spPr>
          <p:txBody>
            <a:bodyPr wrap="square" lIns="91440" tIns="45720" rIns="91440" bIns="45720" anchor="ctr" anchorCtr="0">
              <a:normAutofit/>
            </a:bodyPr>
            <a:lstStyle/>
            <a:p>
              <a:pPr algn="ctr">
                <a:lnSpc>
                  <a:spcPct val="120000"/>
                </a:lnSpc>
              </a:pPr>
              <a:r>
                <a:rPr lang="zh-CN" altLang="en-US" sz="2400" b="1"/>
                <a:t>未来展望</a:t>
              </a:r>
              <a:endParaRPr lang="en-US" altLang="zh-CN" sz="2400" b="1" dirty="0"/>
            </a:p>
          </p:txBody>
        </p:sp>
        <p:cxnSp>
          <p:nvCxnSpPr>
            <p:cNvPr id="340" name="直接连接符 339">
              <a:extLst>
                <a:ext uri="{FF2B5EF4-FFF2-40B4-BE49-F238E27FC236}">
                  <a16:creationId xmlns:a16="http://schemas.microsoft.com/office/drawing/2014/main" id="{0CE82874-C98B-4234-628D-A992B2DB46C9}"/>
                </a:ext>
              </a:extLst>
            </p:cNvPr>
            <p:cNvCxnSpPr>
              <a:cxnSpLocks/>
            </p:cNvCxnSpPr>
            <p:nvPr/>
          </p:nvCxnSpPr>
          <p:spPr>
            <a:xfrm>
              <a:off x="4211878" y="3138715"/>
              <a:ext cx="7326211" cy="0"/>
            </a:xfrm>
            <a:prstGeom prst="line">
              <a:avLst/>
            </a:prstGeom>
            <a:ln>
              <a:solidFill>
                <a:schemeClr val="accent1">
                  <a:alpha val="60000"/>
                </a:schemeClr>
              </a:solidFill>
            </a:ln>
          </p:spPr>
          <p:style>
            <a:lnRef idx="1">
              <a:schemeClr val="accent1"/>
            </a:lnRef>
            <a:fillRef idx="0">
              <a:schemeClr val="accent1"/>
            </a:fillRef>
            <a:effectRef idx="0">
              <a:schemeClr val="accent1"/>
            </a:effectRef>
            <a:fontRef idx="minor">
              <a:schemeClr val="tx1"/>
            </a:fontRef>
          </p:style>
        </p:cxnSp>
        <p:cxnSp>
          <p:nvCxnSpPr>
            <p:cNvPr id="342" name="直接连接符 341">
              <a:extLst>
                <a:ext uri="{FF2B5EF4-FFF2-40B4-BE49-F238E27FC236}">
                  <a16:creationId xmlns:a16="http://schemas.microsoft.com/office/drawing/2014/main" id="{E9D55A5A-4492-4A68-E861-E55CFDA5DAD6}"/>
                </a:ext>
              </a:extLst>
            </p:cNvPr>
            <p:cNvCxnSpPr>
              <a:cxnSpLocks/>
            </p:cNvCxnSpPr>
            <p:nvPr/>
          </p:nvCxnSpPr>
          <p:spPr>
            <a:xfrm>
              <a:off x="4211878" y="4714504"/>
              <a:ext cx="7303218" cy="0"/>
            </a:xfrm>
            <a:prstGeom prst="line">
              <a:avLst/>
            </a:prstGeom>
            <a:ln>
              <a:solidFill>
                <a:schemeClr val="accent1">
                  <a:alpha val="6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512208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p:txBody>
          <a:bodyPr/>
          <a:lstStyle/>
          <a:p>
            <a:r>
              <a:rPr lang="zh-CN" altLang="en-US" dirty="0"/>
              <a:t>业务进展</a:t>
            </a:r>
            <a:endParaRPr lang="en-US" dirty="0"/>
          </a:p>
        </p:txBody>
      </p:sp>
      <p:sp>
        <p:nvSpPr>
          <p:cNvPr id="25" name="文本占位符 24"/>
          <p:cNvSpPr>
            <a:spLocks noGrp="1"/>
          </p:cNvSpPr>
          <p:nvPr>
            <p:ph type="body" sz="quarter" idx="1" hasCustomPrompt="1"/>
          </p:nvPr>
        </p:nvSpPr>
        <p:spPr/>
        <p:txBody>
          <a:bodyPr/>
          <a:lstStyle/>
          <a:p>
            <a:r>
              <a:rPr lang="zh-CN" altLang="en-US" dirty="0"/>
              <a:t>本季度通用行业主要业务进展回顾</a:t>
            </a:r>
            <a:endParaRPr lang="en-US" dirty="0"/>
          </a:p>
        </p:txBody>
      </p:sp>
      <p:sp>
        <p:nvSpPr>
          <p:cNvPr id="2" name="文本框 1">
            <a:extLst>
              <a:ext uri="{FF2B5EF4-FFF2-40B4-BE49-F238E27FC236}">
                <a16:creationId xmlns:a16="http://schemas.microsoft.com/office/drawing/2014/main" id="{3AA011E5-8725-B7A2-BD67-8EE662E0C126}"/>
              </a:ext>
            </a:extLst>
          </p:cNvPr>
          <p:cNvSpPr txBox="1"/>
          <p:nvPr/>
        </p:nvSpPr>
        <p:spPr>
          <a:xfrm>
            <a:off x="5389418" y="1022579"/>
            <a:ext cx="1413164" cy="1323439"/>
          </a:xfrm>
          <a:prstGeom prst="rect">
            <a:avLst/>
          </a:prstGeom>
          <a:noFill/>
        </p:spPr>
        <p:txBody>
          <a:bodyPr wrap="square" rtlCol="0" anchor="ctr">
            <a:normAutofit/>
          </a:bodyPr>
          <a:lstStyle/>
          <a:p>
            <a:pPr algn="ctr"/>
            <a:r>
              <a:rPr lang="en-US" altLang="zh-CN" sz="8000" b="1" dirty="0"/>
              <a:t>01</a:t>
            </a:r>
            <a:endParaRPr lang="zh-CN" altLang="en-US" sz="80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D14A53BD-5524-3CFA-5B6F-4E10E9D782D8}"/>
              </a:ext>
            </a:extLst>
          </p:cNvPr>
          <p:cNvGrpSpPr/>
          <p:nvPr/>
        </p:nvGrpSpPr>
        <p:grpSpPr>
          <a:xfrm>
            <a:off x="666749" y="1130300"/>
            <a:ext cx="10858501" cy="5025571"/>
            <a:chOff x="666749" y="1130300"/>
            <a:chExt cx="10858501" cy="5025571"/>
          </a:xfrm>
        </p:grpSpPr>
        <p:cxnSp>
          <p:nvCxnSpPr>
            <p:cNvPr id="4" name="直接连接符 3">
              <a:extLst>
                <a:ext uri="{FF2B5EF4-FFF2-40B4-BE49-F238E27FC236}">
                  <a16:creationId xmlns:a16="http://schemas.microsoft.com/office/drawing/2014/main" id="{9538197D-FF99-C2D8-7870-EB3BA79D1B66}"/>
                </a:ext>
              </a:extLst>
            </p:cNvPr>
            <p:cNvCxnSpPr>
              <a:cxnSpLocks/>
              <a:stCxn id="5" idx="6"/>
            </p:cNvCxnSpPr>
            <p:nvPr/>
          </p:nvCxnSpPr>
          <p:spPr>
            <a:xfrm>
              <a:off x="850907" y="2782392"/>
              <a:ext cx="10667992" cy="0"/>
            </a:xfrm>
            <a:prstGeom prst="line">
              <a:avLst/>
            </a:prstGeom>
            <a:ln w="6350" cap="flat" cmpd="sng" algn="ctr">
              <a:solidFill>
                <a:schemeClr val="accent1">
                  <a:alpha val="5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 name="椭圆 4">
              <a:extLst>
                <a:ext uri="{FF2B5EF4-FFF2-40B4-BE49-F238E27FC236}">
                  <a16:creationId xmlns:a16="http://schemas.microsoft.com/office/drawing/2014/main" id="{6FFEE762-939F-89E0-2E9B-0CF2B692E5D8}"/>
                </a:ext>
              </a:extLst>
            </p:cNvPr>
            <p:cNvSpPr/>
            <p:nvPr/>
          </p:nvSpPr>
          <p:spPr>
            <a:xfrm>
              <a:off x="711207" y="2712542"/>
              <a:ext cx="139700" cy="139700"/>
            </a:xfrm>
            <a:prstGeom prst="ellipse">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3765"/>
              <a:endParaRPr lang="zh-CN" altLang="en-US" sz="2000" b="1">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6" name="椭圆 5">
              <a:extLst>
                <a:ext uri="{FF2B5EF4-FFF2-40B4-BE49-F238E27FC236}">
                  <a16:creationId xmlns:a16="http://schemas.microsoft.com/office/drawing/2014/main" id="{51DA81B3-73C6-2612-E63C-CEE2D2A3872B}"/>
                </a:ext>
              </a:extLst>
            </p:cNvPr>
            <p:cNvSpPr/>
            <p:nvPr/>
          </p:nvSpPr>
          <p:spPr>
            <a:xfrm>
              <a:off x="6353628" y="2712542"/>
              <a:ext cx="139700" cy="139700"/>
            </a:xfrm>
            <a:prstGeom prst="ellipse">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p>
              <a:pPr algn="ctr" defTabSz="913765"/>
              <a:endParaRPr lang="zh-CN" altLang="en-US" sz="2000" b="1">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Title">
              <a:extLst>
                <a:ext uri="{FF2B5EF4-FFF2-40B4-BE49-F238E27FC236}">
                  <a16:creationId xmlns:a16="http://schemas.microsoft.com/office/drawing/2014/main" id="{8FC4CB5B-820C-AF3C-3D6F-86F7E1051F63}"/>
                </a:ext>
              </a:extLst>
            </p:cNvPr>
            <p:cNvSpPr txBox="1"/>
            <p:nvPr/>
          </p:nvSpPr>
          <p:spPr>
            <a:xfrm>
              <a:off x="673107" y="1130300"/>
              <a:ext cx="10845792" cy="697491"/>
            </a:xfrm>
            <a:prstGeom prst="rect">
              <a:avLst/>
            </a:prstGeom>
            <a:noFill/>
            <a:ln>
              <a:noFill/>
            </a:ln>
          </p:spPr>
          <p:txBody>
            <a:bodyPr wrap="square" lIns="91440" tIns="45720" rIns="91440" bIns="45720" anchor="ctr" anchorCtr="1">
              <a:normAutofit/>
            </a:bodyPr>
            <a:lstStyle/>
            <a:p>
              <a:pPr algn="ctr">
                <a:buSzPct val="25000"/>
              </a:pPr>
              <a:r>
                <a:rPr lang="zh-CN" altLang="en-US" sz="2400" b="1">
                  <a:latin typeface="Arial" panose="020B0604020202020204" pitchFamily="34" charset="0"/>
                  <a:ea typeface="微软雅黑" panose="020B0503020204020204" pitchFamily="34" charset="-122"/>
                  <a:sym typeface="Arial" panose="020B0604020202020204" pitchFamily="34" charset="0"/>
                </a:rPr>
                <a:t>新市场开发及合作进展</a:t>
              </a:r>
              <a:endParaRPr lang="en-US" sz="2400" b="1" dirty="0">
                <a:latin typeface="Arial" panose="020B0604020202020204" pitchFamily="34" charset="0"/>
                <a:ea typeface="微软雅黑" panose="020B0503020204020204" pitchFamily="34" charset="-122"/>
                <a:sym typeface="Arial" panose="020B0604020202020204" pitchFamily="34" charset="0"/>
              </a:endParaRPr>
            </a:p>
          </p:txBody>
        </p:sp>
        <p:grpSp>
          <p:nvGrpSpPr>
            <p:cNvPr id="8" name="组合 7">
              <a:extLst>
                <a:ext uri="{FF2B5EF4-FFF2-40B4-BE49-F238E27FC236}">
                  <a16:creationId xmlns:a16="http://schemas.microsoft.com/office/drawing/2014/main" id="{F5764765-2E14-6C75-3233-2003C2D59FE9}"/>
                </a:ext>
              </a:extLst>
            </p:cNvPr>
            <p:cNvGrpSpPr/>
            <p:nvPr/>
          </p:nvGrpSpPr>
          <p:grpSpPr>
            <a:xfrm>
              <a:off x="666749" y="1867253"/>
              <a:ext cx="10858501" cy="4288618"/>
              <a:chOff x="666749" y="1867253"/>
              <a:chExt cx="10858501" cy="4288618"/>
            </a:xfrm>
          </p:grpSpPr>
          <p:sp>
            <p:nvSpPr>
              <p:cNvPr id="13" name="Picture">
                <a:extLst>
                  <a:ext uri="{FF2B5EF4-FFF2-40B4-BE49-F238E27FC236}">
                    <a16:creationId xmlns:a16="http://schemas.microsoft.com/office/drawing/2014/main" id="{D28F813B-9F62-B025-F878-08DFF3C26D37}"/>
                  </a:ext>
                </a:extLst>
              </p:cNvPr>
              <p:cNvSpPr/>
              <p:nvPr/>
            </p:nvSpPr>
            <p:spPr>
              <a:xfrm>
                <a:off x="666750" y="4432253"/>
                <a:ext cx="10858500" cy="1723618"/>
              </a:xfrm>
              <a:prstGeom prst="roundRect">
                <a:avLst>
                  <a:gd name="adj" fmla="val 0"/>
                </a:avLst>
              </a:prstGeom>
              <a:blipFill>
                <a:blip r:embed="rId3">
                  <a:extLst>
                    <a:ext uri="{BEBA8EAE-BF5A-486C-A8C5-ECC9F3942E4B}">
                      <a14:imgProps xmlns:a14="http://schemas.microsoft.com/office/drawing/2010/main">
                        <a14:imgLayer>
                          <a14:imgEffect>
                            <a14:colorTemperature colorTemp="8000"/>
                          </a14:imgEffect>
                        </a14:imgLayer>
                      </a14:imgProps>
                    </a:ext>
                  </a:extLst>
                </a:blip>
                <a:srcRect/>
                <a:stretch>
                  <a:fillRect t="-145210" b="-174778"/>
                </a:stretch>
              </a:blip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14" name="Bullet1">
                <a:extLst>
                  <a:ext uri="{FF2B5EF4-FFF2-40B4-BE49-F238E27FC236}">
                    <a16:creationId xmlns:a16="http://schemas.microsoft.com/office/drawing/2014/main" id="{16F896BF-C2B1-A852-0A8D-9E0C900B0E00}"/>
                  </a:ext>
                </a:extLst>
              </p:cNvPr>
              <p:cNvSpPr txBox="1"/>
              <p:nvPr/>
            </p:nvSpPr>
            <p:spPr>
              <a:xfrm>
                <a:off x="666749" y="2819623"/>
                <a:ext cx="5165271" cy="656117"/>
              </a:xfrm>
              <a:prstGeom prst="rect">
                <a:avLst/>
              </a:prstGeom>
              <a:noFill/>
            </p:spPr>
            <p:txBody>
              <a:bodyPr wrap="square" rtlCol="0" anchor="b" anchorCtr="0">
                <a:normAutofit/>
              </a:bodyPr>
              <a:lstStyle/>
              <a:p>
                <a:pPr>
                  <a:lnSpc>
                    <a:spcPct val="120000"/>
                  </a:lnSpc>
                </a:pPr>
                <a:r>
                  <a:rPr lang="zh-CN" altLang="en-US" b="1">
                    <a:latin typeface="Arial" panose="020B0604020202020204" pitchFamily="34" charset="0"/>
                    <a:ea typeface="微软雅黑" panose="020B0503020204020204" pitchFamily="34" charset="-122"/>
                    <a:sym typeface="Arial" panose="020B0604020202020204" pitchFamily="34" charset="0"/>
                  </a:rPr>
                  <a:t>新区域拓展</a:t>
                </a:r>
                <a:endParaRPr lang="zh-CN" altLang="en-US" b="1" dirty="0">
                  <a:latin typeface="Arial" panose="020B0604020202020204" pitchFamily="34" charset="0"/>
                  <a:ea typeface="微软雅黑" panose="020B0503020204020204" pitchFamily="34" charset="-122"/>
                  <a:sym typeface="Arial" panose="020B0604020202020204" pitchFamily="34" charset="0"/>
                </a:endParaRPr>
              </a:p>
            </p:txBody>
          </p:sp>
          <p:sp>
            <p:nvSpPr>
              <p:cNvPr id="15" name="Text1">
                <a:extLst>
                  <a:ext uri="{FF2B5EF4-FFF2-40B4-BE49-F238E27FC236}">
                    <a16:creationId xmlns:a16="http://schemas.microsoft.com/office/drawing/2014/main" id="{970593A8-5234-7D6E-F08E-53168D71B2B5}"/>
                  </a:ext>
                </a:extLst>
              </p:cNvPr>
              <p:cNvSpPr txBox="1"/>
              <p:nvPr/>
            </p:nvSpPr>
            <p:spPr>
              <a:xfrm>
                <a:off x="666749" y="3538427"/>
                <a:ext cx="5165271" cy="732677"/>
              </a:xfrm>
              <a:prstGeom prst="rect">
                <a:avLst/>
              </a:prstGeom>
              <a:noFill/>
            </p:spPr>
            <p:txBody>
              <a:bodyPr wrap="square" rtlCol="0" anchor="t" anchorCtr="0">
                <a:normAutofit/>
              </a:bodyPr>
              <a:lstStyle/>
              <a:p>
                <a:pPr defTabSz="913765">
                  <a:lnSpc>
                    <a:spcPct val="120000"/>
                  </a:lnSpc>
                  <a:buSzPct val="25000"/>
                  <a:defRPr/>
                </a:pPr>
                <a:r>
                  <a:rPr kumimoji="0" lang="zh-CN" altLang="en-US" sz="1200" i="0" u="none" strike="noStrike" kern="1200" cap="none" spc="0" normalizeH="0" baseline="0" noProof="0" dirty="0">
                    <a:ln>
                      <a:noFill/>
                    </a:ln>
                    <a:effectLst/>
                    <a:uLnTx/>
                    <a:uFillTx/>
                    <a:latin typeface="Arial" panose="020B0604020202020204" pitchFamily="34" charset="0"/>
                    <a:ea typeface="微软雅黑" panose="020B0503020204020204" pitchFamily="34" charset="-122"/>
                    <a:sym typeface="Arial" panose="020B0604020202020204" pitchFamily="34" charset="0"/>
                  </a:rPr>
                  <a:t>近季度成功进入三个新区域，包括华北、华东及华南，市场覆盖面扩大</a:t>
                </a:r>
                <a:r>
                  <a:rPr kumimoji="0" lang="en-US" altLang="zh-CN" sz="1200" i="0" u="none" strike="noStrike" kern="1200" cap="none" spc="0" normalizeH="0" baseline="0" noProof="0" dirty="0">
                    <a:ln>
                      <a:noFill/>
                    </a:ln>
                    <a:effectLst/>
                    <a:uLnTx/>
                    <a:uFillTx/>
                    <a:latin typeface="Arial" panose="020B0604020202020204" pitchFamily="34" charset="0"/>
                    <a:ea typeface="微软雅黑" panose="020B0503020204020204" pitchFamily="34" charset="-122"/>
                    <a:sym typeface="Arial" panose="020B0604020202020204" pitchFamily="34" charset="0"/>
                  </a:rPr>
                  <a:t>20%</a:t>
                </a:r>
                <a:r>
                  <a:rPr kumimoji="0" lang="zh-CN" altLang="en-US" sz="1200" i="0" u="none" strike="noStrike" kern="1200" cap="none" spc="0" normalizeH="0" baseline="0" noProof="0" dirty="0">
                    <a:ln>
                      <a:noFill/>
                    </a:ln>
                    <a:effectLst/>
                    <a:uLnTx/>
                    <a:uFillTx/>
                    <a:latin typeface="Arial" panose="020B0604020202020204" pitchFamily="34" charset="0"/>
                    <a:ea typeface="微软雅黑" panose="020B0503020204020204" pitchFamily="34" charset="-122"/>
                    <a:sym typeface="Arial" panose="020B0604020202020204" pitchFamily="34" charset="0"/>
                  </a:rPr>
                  <a:t>。</a:t>
                </a:r>
                <a:endParaRPr kumimoji="0" lang="en-US" altLang="zh-CN" sz="1200" i="0" u="none" strike="noStrike" kern="1200" cap="none" spc="0" normalizeH="0" baseline="0" noProof="0" dirty="0">
                  <a:ln>
                    <a:noFill/>
                  </a:ln>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16" name="Number1">
                <a:extLst>
                  <a:ext uri="{FF2B5EF4-FFF2-40B4-BE49-F238E27FC236}">
                    <a16:creationId xmlns:a16="http://schemas.microsoft.com/office/drawing/2014/main" id="{42FDA0F7-5E9A-21F8-E119-41F09D6894F3}"/>
                  </a:ext>
                </a:extLst>
              </p:cNvPr>
              <p:cNvSpPr txBox="1"/>
              <p:nvPr/>
            </p:nvSpPr>
            <p:spPr>
              <a:xfrm>
                <a:off x="666750" y="1867253"/>
                <a:ext cx="595993" cy="591257"/>
              </a:xfrm>
              <a:prstGeom prst="rect">
                <a:avLst/>
              </a:prstGeom>
              <a:solidFill>
                <a:schemeClr val="accent1">
                  <a:lumMod val="10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defPPr>
                  <a:defRPr lang="en-US"/>
                </a:defPPr>
                <a:lvl1pPr algn="ctr">
                  <a:defRPr sz="2000" b="1">
                    <a:solidFill>
                      <a:srgbClr val="FFFFFF"/>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solidFill>
                      <a:schemeClr val="tx1"/>
                    </a:solidFill>
                    <a:sym typeface="Arial" panose="020B0604020202020204" pitchFamily="34" charset="0"/>
                  </a:rPr>
                  <a:t>1</a:t>
                </a:r>
                <a:endParaRPr lang="zh-CN" altLang="en-US" dirty="0">
                  <a:solidFill>
                    <a:schemeClr val="tx1"/>
                  </a:solidFill>
                  <a:sym typeface="Arial" panose="020B0604020202020204" pitchFamily="34" charset="0"/>
                </a:endParaRPr>
              </a:p>
            </p:txBody>
          </p:sp>
        </p:grpSp>
        <p:grpSp>
          <p:nvGrpSpPr>
            <p:cNvPr id="9" name="组合 8">
              <a:extLst>
                <a:ext uri="{FF2B5EF4-FFF2-40B4-BE49-F238E27FC236}">
                  <a16:creationId xmlns:a16="http://schemas.microsoft.com/office/drawing/2014/main" id="{14CEC3E6-39B3-EC21-714D-5914E48430B6}"/>
                </a:ext>
              </a:extLst>
            </p:cNvPr>
            <p:cNvGrpSpPr/>
            <p:nvPr/>
          </p:nvGrpSpPr>
          <p:grpSpPr>
            <a:xfrm>
              <a:off x="6353627" y="1867253"/>
              <a:ext cx="5165271" cy="2403851"/>
              <a:chOff x="6353627" y="1867253"/>
              <a:chExt cx="5165271" cy="2403851"/>
            </a:xfrm>
          </p:grpSpPr>
          <p:sp>
            <p:nvSpPr>
              <p:cNvPr id="10" name="Bullet2">
                <a:extLst>
                  <a:ext uri="{FF2B5EF4-FFF2-40B4-BE49-F238E27FC236}">
                    <a16:creationId xmlns:a16="http://schemas.microsoft.com/office/drawing/2014/main" id="{AC28D6E7-3C06-7E02-85F3-2D741B38C9A2}"/>
                  </a:ext>
                </a:extLst>
              </p:cNvPr>
              <p:cNvSpPr txBox="1"/>
              <p:nvPr/>
            </p:nvSpPr>
            <p:spPr>
              <a:xfrm>
                <a:off x="6353627" y="2819623"/>
                <a:ext cx="5165271" cy="656117"/>
              </a:xfrm>
              <a:prstGeom prst="rect">
                <a:avLst/>
              </a:prstGeom>
              <a:noFill/>
            </p:spPr>
            <p:txBody>
              <a:bodyPr wrap="square" rtlCol="0" anchor="b" anchorCtr="0">
                <a:normAutofit/>
              </a:bodyPr>
              <a:lstStyle/>
              <a:p>
                <a:pPr>
                  <a:lnSpc>
                    <a:spcPct val="120000"/>
                  </a:lnSpc>
                </a:pPr>
                <a:r>
                  <a:rPr lang="zh-CN" altLang="en-US" b="1">
                    <a:latin typeface="Arial" panose="020B0604020202020204" pitchFamily="34" charset="0"/>
                    <a:ea typeface="微软雅黑" panose="020B0503020204020204" pitchFamily="34" charset="-122"/>
                    <a:sym typeface="Arial" panose="020B0604020202020204" pitchFamily="34" charset="0"/>
                  </a:rPr>
                  <a:t>合作伙伴增加</a:t>
                </a:r>
                <a:endParaRPr lang="zh-CN" altLang="en-US" b="1" dirty="0">
                  <a:latin typeface="Arial" panose="020B0604020202020204" pitchFamily="34" charset="0"/>
                  <a:ea typeface="微软雅黑" panose="020B0503020204020204" pitchFamily="34" charset="-122"/>
                  <a:sym typeface="Arial" panose="020B0604020202020204" pitchFamily="34" charset="0"/>
                </a:endParaRPr>
              </a:p>
            </p:txBody>
          </p:sp>
          <p:sp>
            <p:nvSpPr>
              <p:cNvPr id="11" name="Text2">
                <a:extLst>
                  <a:ext uri="{FF2B5EF4-FFF2-40B4-BE49-F238E27FC236}">
                    <a16:creationId xmlns:a16="http://schemas.microsoft.com/office/drawing/2014/main" id="{F57F29A2-1BB6-1D4A-EA02-6EBB9460A9DD}"/>
                  </a:ext>
                </a:extLst>
              </p:cNvPr>
              <p:cNvSpPr txBox="1"/>
              <p:nvPr/>
            </p:nvSpPr>
            <p:spPr>
              <a:xfrm>
                <a:off x="6353627" y="3538427"/>
                <a:ext cx="5165271" cy="732677"/>
              </a:xfrm>
              <a:prstGeom prst="rect">
                <a:avLst/>
              </a:prstGeom>
              <a:noFill/>
            </p:spPr>
            <p:txBody>
              <a:bodyPr wrap="square" rtlCol="0" anchor="t" anchorCtr="0">
                <a:normAutofit/>
              </a:bodyPr>
              <a:lstStyle/>
              <a:p>
                <a:pPr defTabSz="913765">
                  <a:lnSpc>
                    <a:spcPct val="120000"/>
                  </a:lnSpc>
                  <a:buSzPct val="25000"/>
                  <a:defRPr/>
                </a:pPr>
                <a:r>
                  <a:rPr kumimoji="0" lang="zh-CN" altLang="en-US" sz="1200" i="0" u="none" strike="noStrike" kern="1200" cap="none" spc="0" normalizeH="0" baseline="0" noProof="0">
                    <a:ln>
                      <a:noFill/>
                    </a:ln>
                    <a:effectLst/>
                    <a:uLnTx/>
                    <a:uFillTx/>
                    <a:latin typeface="Arial" panose="020B0604020202020204" pitchFamily="34" charset="0"/>
                    <a:ea typeface="微软雅黑" panose="020B0503020204020204" pitchFamily="34" charset="-122"/>
                    <a:sym typeface="Arial" panose="020B0604020202020204" pitchFamily="34" charset="0"/>
                  </a:rPr>
                  <a:t>与五家新合作伙伴建立合作关系，涉及供应链、销售渠道等领域，助力产品多元化。</a:t>
                </a:r>
                <a:endParaRPr kumimoji="0" lang="en-US" altLang="zh-CN" sz="1200" i="0" u="none" strike="noStrike" kern="1200" cap="none" spc="0" normalizeH="0" baseline="0" noProof="0" dirty="0">
                  <a:ln>
                    <a:noFill/>
                  </a:ln>
                  <a:effectLst/>
                  <a:uLnTx/>
                  <a:uFillTx/>
                  <a:latin typeface="Arial" panose="020B0604020202020204" pitchFamily="34" charset="0"/>
                  <a:ea typeface="微软雅黑" panose="020B0503020204020204" pitchFamily="34" charset="-122"/>
                  <a:sym typeface="Arial" panose="020B0604020202020204" pitchFamily="34" charset="0"/>
                </a:endParaRPr>
              </a:p>
            </p:txBody>
          </p:sp>
          <p:sp>
            <p:nvSpPr>
              <p:cNvPr id="12" name="Number2">
                <a:extLst>
                  <a:ext uri="{FF2B5EF4-FFF2-40B4-BE49-F238E27FC236}">
                    <a16:creationId xmlns:a16="http://schemas.microsoft.com/office/drawing/2014/main" id="{D24924B1-2F03-83C6-C80D-C56D4ECA2DCD}"/>
                  </a:ext>
                </a:extLst>
              </p:cNvPr>
              <p:cNvSpPr txBox="1"/>
              <p:nvPr/>
            </p:nvSpPr>
            <p:spPr>
              <a:xfrm>
                <a:off x="6353627" y="1867253"/>
                <a:ext cx="595993" cy="591257"/>
              </a:xfrm>
              <a:prstGeom prst="rect">
                <a:avLst/>
              </a:prstGeom>
              <a:solidFill>
                <a:schemeClr val="accent1">
                  <a:lumMod val="10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defPPr>
                  <a:defRPr lang="en-US"/>
                </a:defPPr>
                <a:lvl1pPr algn="ctr">
                  <a:defRPr sz="2000" b="1">
                    <a:solidFill>
                      <a:srgbClr val="FFFFFF"/>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solidFill>
                      <a:schemeClr val="tx1"/>
                    </a:solidFill>
                    <a:sym typeface="Arial" panose="020B0604020202020204" pitchFamily="34" charset="0"/>
                  </a:rPr>
                  <a:t>2</a:t>
                </a:r>
                <a:endParaRPr lang="zh-CN" altLang="en-US" dirty="0">
                  <a:solidFill>
                    <a:schemeClr val="tx1"/>
                  </a:solidFill>
                  <a:sym typeface="Arial" panose="020B0604020202020204" pitchFamily="34" charset="0"/>
                </a:endParaRPr>
              </a:p>
            </p:txBody>
          </p:sp>
        </p:grpSp>
      </p:grpSp>
      <p:sp>
        <p:nvSpPr>
          <p:cNvPr id="2" name="标题 1">
            <a:extLst>
              <a:ext uri="{FF2B5EF4-FFF2-40B4-BE49-F238E27FC236}">
                <a16:creationId xmlns:a16="http://schemas.microsoft.com/office/drawing/2014/main" id="{AEFD9492-67F3-10B8-4B9D-EA243CA03786}"/>
              </a:ext>
            </a:extLst>
          </p:cNvPr>
          <p:cNvSpPr>
            <a:spLocks noGrp="1"/>
          </p:cNvSpPr>
          <p:nvPr>
            <p:ph type="title"/>
          </p:nvPr>
        </p:nvSpPr>
        <p:spPr/>
        <p:txBody>
          <a:bodyPr/>
          <a:lstStyle/>
          <a:p>
            <a:r>
              <a:rPr lang="zh-CN" altLang="en-US"/>
              <a:t>市场拓展</a:t>
            </a:r>
          </a:p>
        </p:txBody>
      </p:sp>
    </p:spTree>
    <p:extLst>
      <p:ext uri="{BB962C8B-B14F-4D97-AF65-F5344CB8AC3E}">
        <p14:creationId xmlns:p14="http://schemas.microsoft.com/office/powerpoint/2010/main" val="1889986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a:extLst>
              <a:ext uri="{FF2B5EF4-FFF2-40B4-BE49-F238E27FC236}">
                <a16:creationId xmlns:a16="http://schemas.microsoft.com/office/drawing/2014/main" id="{BCDEF9EF-5CF8-8497-683A-2EDE8B56B5CC}"/>
              </a:ext>
            </a:extLst>
          </p:cNvPr>
          <p:cNvGrpSpPr/>
          <p:nvPr/>
        </p:nvGrpSpPr>
        <p:grpSpPr>
          <a:xfrm>
            <a:off x="0" y="0"/>
            <a:ext cx="11518900" cy="6858000"/>
            <a:chOff x="0" y="0"/>
            <a:chExt cx="11518900" cy="6858000"/>
          </a:xfrm>
        </p:grpSpPr>
        <p:sp>
          <p:nvSpPr>
            <p:cNvPr id="25" name="c">
              <a:extLst>
                <a:ext uri="{FF2B5EF4-FFF2-40B4-BE49-F238E27FC236}">
                  <a16:creationId xmlns:a16="http://schemas.microsoft.com/office/drawing/2014/main" id="{87AF91A8-FF97-B9E0-27FE-985B7855A9D9}"/>
                </a:ext>
              </a:extLst>
            </p:cNvPr>
            <p:cNvSpPr/>
            <p:nvPr/>
          </p:nvSpPr>
          <p:spPr>
            <a:xfrm>
              <a:off x="4167289" y="2501901"/>
              <a:ext cx="7326211" cy="3683000"/>
            </a:xfrm>
            <a:prstGeom prst="roundRect">
              <a:avLst>
                <a:gd name="adj" fmla="val 0"/>
              </a:avLst>
            </a:prstGeom>
            <a:solidFill>
              <a:srgbClr val="FFFFFF"/>
            </a:solidFill>
            <a:ln w="6350">
              <a:noFill/>
              <a:prstDash val="solid"/>
            </a:ln>
            <a:effectLst>
              <a:outerShdw blurRad="1270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lnSpc>
                  <a:spcPct val="120000"/>
                </a:lnSpc>
              </a:pPr>
              <a:endParaRPr lang="zh-CN" altLang="en-US" b="1" dirty="0">
                <a:solidFill>
                  <a:srgbClr val="000000"/>
                </a:solidFill>
              </a:endParaRPr>
            </a:p>
          </p:txBody>
        </p:sp>
        <p:grpSp>
          <p:nvGrpSpPr>
            <p:cNvPr id="3" name="组合 2">
              <a:extLst>
                <a:ext uri="{FF2B5EF4-FFF2-40B4-BE49-F238E27FC236}">
                  <a16:creationId xmlns:a16="http://schemas.microsoft.com/office/drawing/2014/main" id="{DABC71DF-972F-C370-C015-4E68E5B9EE2E}"/>
                </a:ext>
              </a:extLst>
            </p:cNvPr>
            <p:cNvGrpSpPr/>
            <p:nvPr/>
          </p:nvGrpSpPr>
          <p:grpSpPr>
            <a:xfrm>
              <a:off x="0" y="0"/>
              <a:ext cx="11518900" cy="6858000"/>
              <a:chOff x="0" y="0"/>
              <a:chExt cx="11518900" cy="6858000"/>
            </a:xfrm>
          </p:grpSpPr>
          <p:sp>
            <p:nvSpPr>
              <p:cNvPr id="26" name="PictureMisc">
                <a:extLst>
                  <a:ext uri="{FF2B5EF4-FFF2-40B4-BE49-F238E27FC236}">
                    <a16:creationId xmlns:a16="http://schemas.microsoft.com/office/drawing/2014/main" id="{8C8A6851-7DE8-DCDB-92EB-3AC473DC11B6}"/>
                  </a:ext>
                </a:extLst>
              </p:cNvPr>
              <p:cNvSpPr/>
              <p:nvPr/>
            </p:nvSpPr>
            <p:spPr>
              <a:xfrm>
                <a:off x="0" y="1157286"/>
                <a:ext cx="4406897" cy="5493151"/>
              </a:xfrm>
              <a:prstGeom prst="rect">
                <a:avLst/>
              </a:prstGeom>
              <a:solidFill>
                <a:schemeClr val="accent1"/>
              </a:solidFill>
              <a:ln w="762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cxnSp>
            <p:nvCxnSpPr>
              <p:cNvPr id="4" name="直接连接符 3">
                <a:extLst>
                  <a:ext uri="{FF2B5EF4-FFF2-40B4-BE49-F238E27FC236}">
                    <a16:creationId xmlns:a16="http://schemas.microsoft.com/office/drawing/2014/main" id="{2C9D4427-525B-6627-60B0-80A965131E9B}"/>
                  </a:ext>
                </a:extLst>
              </p:cNvPr>
              <p:cNvCxnSpPr>
                <a:cxnSpLocks/>
              </p:cNvCxnSpPr>
              <p:nvPr/>
            </p:nvCxnSpPr>
            <p:spPr>
              <a:xfrm>
                <a:off x="660400" y="0"/>
                <a:ext cx="0" cy="6858000"/>
              </a:xfrm>
              <a:prstGeom prst="line">
                <a:avLst/>
              </a:prstGeom>
              <a:ln>
                <a:solidFill>
                  <a:schemeClr val="tx2">
                    <a:alpha val="10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9E26E6B5-A7D7-87D7-7205-FDBB5BFF7D8B}"/>
                  </a:ext>
                </a:extLst>
              </p:cNvPr>
              <p:cNvCxnSpPr>
                <a:cxnSpLocks/>
              </p:cNvCxnSpPr>
              <p:nvPr/>
            </p:nvCxnSpPr>
            <p:spPr>
              <a:xfrm>
                <a:off x="11518900" y="0"/>
                <a:ext cx="0" cy="6858000"/>
              </a:xfrm>
              <a:prstGeom prst="line">
                <a:avLst/>
              </a:prstGeom>
              <a:ln>
                <a:solidFill>
                  <a:schemeClr val="tx1">
                    <a:lumMod val="50000"/>
                    <a:lumOff val="50000"/>
                    <a:alpha val="10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721B010D-97A2-A1D6-BA63-2FBBC690AA40}"/>
                  </a:ext>
                </a:extLst>
              </p:cNvPr>
              <p:cNvCxnSpPr>
                <a:cxnSpLocks/>
              </p:cNvCxnSpPr>
              <p:nvPr/>
            </p:nvCxnSpPr>
            <p:spPr>
              <a:xfrm>
                <a:off x="5003800" y="0"/>
                <a:ext cx="0" cy="6858000"/>
              </a:xfrm>
              <a:prstGeom prst="line">
                <a:avLst/>
              </a:prstGeom>
              <a:ln>
                <a:solidFill>
                  <a:schemeClr val="tx2">
                    <a:alpha val="10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A3E5A702-90F4-3D96-8551-5ACECEBAA419}"/>
                  </a:ext>
                </a:extLst>
              </p:cNvPr>
              <p:cNvCxnSpPr>
                <a:cxnSpLocks/>
              </p:cNvCxnSpPr>
              <p:nvPr/>
            </p:nvCxnSpPr>
            <p:spPr>
              <a:xfrm>
                <a:off x="2832100" y="0"/>
                <a:ext cx="0" cy="6858000"/>
              </a:xfrm>
              <a:prstGeom prst="line">
                <a:avLst/>
              </a:prstGeom>
              <a:ln>
                <a:solidFill>
                  <a:schemeClr val="tx2">
                    <a:alpha val="10000"/>
                  </a:schemeClr>
                </a:solidFill>
              </a:ln>
            </p:spPr>
            <p:style>
              <a:lnRef idx="1">
                <a:schemeClr val="accent1"/>
              </a:lnRef>
              <a:fillRef idx="0">
                <a:schemeClr val="accent1"/>
              </a:fillRef>
              <a:effectRef idx="0">
                <a:schemeClr val="accent1"/>
              </a:effectRef>
              <a:fontRef idx="minor">
                <a:schemeClr val="tx1"/>
              </a:fontRef>
            </p:style>
          </p:cxnSp>
          <p:sp>
            <p:nvSpPr>
              <p:cNvPr id="10" name="PictureMisc">
                <a:extLst>
                  <a:ext uri="{FF2B5EF4-FFF2-40B4-BE49-F238E27FC236}">
                    <a16:creationId xmlns:a16="http://schemas.microsoft.com/office/drawing/2014/main" id="{E30E7DEA-C8A3-2376-09E9-5DD22DD5D1ED}"/>
                  </a:ext>
                </a:extLst>
              </p:cNvPr>
              <p:cNvSpPr/>
              <p:nvPr/>
            </p:nvSpPr>
            <p:spPr>
              <a:xfrm>
                <a:off x="0" y="1364848"/>
                <a:ext cx="5016498" cy="5493151"/>
              </a:xfrm>
              <a:prstGeom prst="rect">
                <a:avLst/>
              </a:prstGeom>
              <a:blipFill>
                <a:blip r:embed="rId3">
                  <a:extLst>
                    <a:ext uri="{BEBA8EAE-BF5A-486C-A8C5-ECC9F3942E4B}">
                      <a14:imgProps xmlns:a14="http://schemas.microsoft.com/office/drawing/2010/main">
                        <a14:imgLayer>
                          <a14:imgEffect>
                            <a14:colorTemperature colorTemp="8000"/>
                          </a14:imgEffect>
                        </a14:imgLayer>
                      </a14:imgProps>
                    </a:ext>
                  </a:extLst>
                </a:blip>
                <a:stretch>
                  <a:fillRect l="-32206" r="-32046"/>
                </a:stretch>
              </a:blipFill>
              <a:ln w="762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1" name="矩形 10">
                <a:extLst>
                  <a:ext uri="{FF2B5EF4-FFF2-40B4-BE49-F238E27FC236}">
                    <a16:creationId xmlns:a16="http://schemas.microsoft.com/office/drawing/2014/main" id="{5E0348E3-BC80-D6B4-5A18-CF248BD6463A}"/>
                  </a:ext>
                </a:extLst>
              </p:cNvPr>
              <p:cNvSpPr/>
              <p:nvPr/>
            </p:nvSpPr>
            <p:spPr>
              <a:xfrm>
                <a:off x="4821382" y="3753445"/>
                <a:ext cx="6672117" cy="11309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0" lang="en-US" sz="1200" b="1" i="0" u="none" strike="noStrike" kern="1200" cap="none" spc="0" normalizeH="0" baseline="0" noProof="0" dirty="0">
                  <a:ln>
                    <a:noFill/>
                  </a:ln>
                  <a:effectLst/>
                  <a:uLnTx/>
                  <a:uFillTx/>
                </a:endParaRPr>
              </a:p>
            </p:txBody>
          </p:sp>
          <p:sp>
            <p:nvSpPr>
              <p:cNvPr id="12" name="Title">
                <a:extLst>
                  <a:ext uri="{FF2B5EF4-FFF2-40B4-BE49-F238E27FC236}">
                    <a16:creationId xmlns:a16="http://schemas.microsoft.com/office/drawing/2014/main" id="{C2303AEF-5E5D-F422-2DA7-AC9CAABD25F4}"/>
                  </a:ext>
                </a:extLst>
              </p:cNvPr>
              <p:cNvSpPr txBox="1"/>
              <p:nvPr/>
            </p:nvSpPr>
            <p:spPr>
              <a:xfrm>
                <a:off x="5041898" y="1712065"/>
                <a:ext cx="4957949" cy="451406"/>
              </a:xfrm>
              <a:prstGeom prst="rect">
                <a:avLst/>
              </a:prstGeom>
              <a:noFill/>
              <a:ln>
                <a:noFill/>
              </a:ln>
            </p:spPr>
            <p:txBody>
              <a:bodyPr wrap="square" lIns="91440" tIns="45720" rIns="91440" bIns="45720" anchor="t" anchorCtr="0">
                <a:normAutofit lnSpcReduction="10000"/>
              </a:bodyPr>
              <a:lstStyle/>
              <a:p>
                <a:pPr algn="ctr" defTabSz="913765">
                  <a:buSzPct val="25000"/>
                  <a:defRPr/>
                </a:pPr>
                <a:r>
                  <a:rPr kumimoji="0" lang="zh-CN" altLang="en-US" sz="2400" b="1" i="0" u="none" strike="noStrike" kern="1200" cap="none" spc="0" normalizeH="0" baseline="0" noProof="0" dirty="0">
                    <a:ln>
                      <a:noFill/>
                    </a:ln>
                    <a:effectLst/>
                    <a:uLnTx/>
                    <a:uFillTx/>
                  </a:rPr>
                  <a:t>品牌推广活动及效果评估</a:t>
                </a:r>
                <a:endParaRPr kumimoji="0" lang="en-US" altLang="zh-CN" sz="2400" b="1" i="0" u="none" strike="noStrike" kern="1200" cap="none" spc="0" normalizeH="0" baseline="0" noProof="0" dirty="0">
                  <a:ln>
                    <a:noFill/>
                  </a:ln>
                  <a:effectLst/>
                  <a:uLnTx/>
                  <a:uFillTx/>
                </a:endParaRPr>
              </a:p>
            </p:txBody>
          </p:sp>
          <p:grpSp>
            <p:nvGrpSpPr>
              <p:cNvPr id="13" name="组合 12">
                <a:extLst>
                  <a:ext uri="{FF2B5EF4-FFF2-40B4-BE49-F238E27FC236}">
                    <a16:creationId xmlns:a16="http://schemas.microsoft.com/office/drawing/2014/main" id="{FD170E3B-180B-4CFB-7331-667C1F6AE332}"/>
                  </a:ext>
                </a:extLst>
              </p:cNvPr>
              <p:cNvGrpSpPr/>
              <p:nvPr/>
            </p:nvGrpSpPr>
            <p:grpSpPr>
              <a:xfrm>
                <a:off x="5759067" y="2704269"/>
                <a:ext cx="4646179" cy="947723"/>
                <a:chOff x="5759067" y="2704269"/>
                <a:chExt cx="4646179" cy="947723"/>
              </a:xfrm>
            </p:grpSpPr>
            <p:sp>
              <p:nvSpPr>
                <p:cNvPr id="22" name="Number1">
                  <a:extLst>
                    <a:ext uri="{FF2B5EF4-FFF2-40B4-BE49-F238E27FC236}">
                      <a16:creationId xmlns:a16="http://schemas.microsoft.com/office/drawing/2014/main" id="{D713542A-D545-64D3-0001-F98F48917F37}"/>
                    </a:ext>
                  </a:extLst>
                </p:cNvPr>
                <p:cNvSpPr txBox="1"/>
                <p:nvPr/>
              </p:nvSpPr>
              <p:spPr>
                <a:xfrm>
                  <a:off x="5759067" y="2949751"/>
                  <a:ext cx="605529" cy="584775"/>
                </a:xfrm>
                <a:prstGeom prst="rect">
                  <a:avLst/>
                </a:prstGeom>
                <a:noFill/>
              </p:spPr>
              <p:txBody>
                <a:bodyPr wrap="square" rtlCol="0" anchor="ctr" anchorCtr="0">
                  <a:spAutoFit/>
                </a:bodyPr>
                <a:lstStyle/>
                <a:p>
                  <a:r>
                    <a:rPr lang="en-GB" sz="3200" b="1" dirty="0">
                      <a:solidFill>
                        <a:schemeClr val="accent1"/>
                      </a:solidFill>
                    </a:rPr>
                    <a:t>1</a:t>
                  </a:r>
                </a:p>
              </p:txBody>
            </p:sp>
            <p:sp>
              <p:nvSpPr>
                <p:cNvPr id="23" name="Bullet1">
                  <a:extLst>
                    <a:ext uri="{FF2B5EF4-FFF2-40B4-BE49-F238E27FC236}">
                      <a16:creationId xmlns:a16="http://schemas.microsoft.com/office/drawing/2014/main" id="{AD5D568E-C274-801F-A269-EEEC1F82C376}"/>
                    </a:ext>
                  </a:extLst>
                </p:cNvPr>
                <p:cNvSpPr txBox="1"/>
                <p:nvPr/>
              </p:nvSpPr>
              <p:spPr>
                <a:xfrm>
                  <a:off x="7188197" y="2704269"/>
                  <a:ext cx="3217049" cy="503050"/>
                </a:xfrm>
                <a:prstGeom prst="rect">
                  <a:avLst/>
                </a:prstGeom>
                <a:noFill/>
              </p:spPr>
              <p:txBody>
                <a:bodyPr wrap="square" rtlCol="0" anchor="b" anchorCtr="0">
                  <a:normAutofit/>
                </a:bodyPr>
                <a:lstStyle/>
                <a:p>
                  <a:r>
                    <a:rPr kumimoji="0" lang="zh-CN" altLang="en-US" b="1" i="0" u="none" strike="noStrike" kern="1200" cap="none" spc="0" normalizeH="0" baseline="0" noProof="0" dirty="0">
                      <a:ln>
                        <a:noFill/>
                      </a:ln>
                      <a:effectLst/>
                      <a:uLnTx/>
                      <a:uFillTx/>
                    </a:rPr>
                    <a:t>线上推广活动</a:t>
                  </a:r>
                  <a:endParaRPr kumimoji="0" lang="en-US" b="1" i="0" u="none" strike="noStrike" kern="1200" cap="none" spc="0" normalizeH="0" baseline="0" noProof="0" dirty="0">
                    <a:ln>
                      <a:noFill/>
                    </a:ln>
                    <a:effectLst/>
                    <a:uLnTx/>
                    <a:uFillTx/>
                  </a:endParaRPr>
                </a:p>
              </p:txBody>
            </p:sp>
            <p:sp>
              <p:nvSpPr>
                <p:cNvPr id="24" name="Text1">
                  <a:extLst>
                    <a:ext uri="{FF2B5EF4-FFF2-40B4-BE49-F238E27FC236}">
                      <a16:creationId xmlns:a16="http://schemas.microsoft.com/office/drawing/2014/main" id="{816C7B85-F476-F985-6C86-775059953C06}"/>
                    </a:ext>
                  </a:extLst>
                </p:cNvPr>
                <p:cNvSpPr txBox="1"/>
                <p:nvPr/>
              </p:nvSpPr>
              <p:spPr>
                <a:xfrm>
                  <a:off x="7188195" y="3207318"/>
                  <a:ext cx="3217037" cy="444674"/>
                </a:xfrm>
                <a:prstGeom prst="rect">
                  <a:avLst/>
                </a:prstGeom>
                <a:noFill/>
              </p:spPr>
              <p:txBody>
                <a:bodyPr wrap="square" rtlCol="0" anchor="t" anchorCtr="0">
                  <a:normAutofit fontScale="92500" lnSpcReduction="20000"/>
                </a:bodyPr>
                <a:lstStyle/>
                <a:p>
                  <a:pPr>
                    <a:lnSpc>
                      <a:spcPct val="120000"/>
                    </a:lnSpc>
                  </a:pPr>
                  <a:r>
                    <a:rPr kumimoji="0" lang="zh-CN" altLang="en-US" sz="1200" i="0" u="none" strike="noStrike" kern="1200" cap="none" spc="0" normalizeH="0" baseline="0" noProof="0">
                      <a:ln>
                        <a:noFill/>
                      </a:ln>
                      <a:effectLst/>
                      <a:uLnTx/>
                      <a:uFillTx/>
                    </a:rPr>
                    <a:t>本季度通过社交媒体平台和行业论坛开展了多场线上推广活动，提升了品牌知名度和用户互动。</a:t>
                  </a:r>
                  <a:endParaRPr kumimoji="0" lang="en-GB" sz="1200" i="0" u="none" strike="noStrike" kern="1200" cap="none" spc="0" normalizeH="0" baseline="0" noProof="0" dirty="0">
                    <a:ln>
                      <a:noFill/>
                    </a:ln>
                    <a:effectLst/>
                    <a:uLnTx/>
                    <a:uFillTx/>
                  </a:endParaRPr>
                </a:p>
              </p:txBody>
            </p:sp>
          </p:grpSp>
          <p:grpSp>
            <p:nvGrpSpPr>
              <p:cNvPr id="14" name="组合 13">
                <a:extLst>
                  <a:ext uri="{FF2B5EF4-FFF2-40B4-BE49-F238E27FC236}">
                    <a16:creationId xmlns:a16="http://schemas.microsoft.com/office/drawing/2014/main" id="{74E54D95-F2F8-856B-68EA-B269F30B71AA}"/>
                  </a:ext>
                </a:extLst>
              </p:cNvPr>
              <p:cNvGrpSpPr/>
              <p:nvPr/>
            </p:nvGrpSpPr>
            <p:grpSpPr>
              <a:xfrm>
                <a:off x="5759067" y="3835169"/>
                <a:ext cx="4646179" cy="947723"/>
                <a:chOff x="5759067" y="3835169"/>
                <a:chExt cx="4646179" cy="947723"/>
              </a:xfrm>
            </p:grpSpPr>
            <p:sp>
              <p:nvSpPr>
                <p:cNvPr id="19" name="Number2">
                  <a:extLst>
                    <a:ext uri="{FF2B5EF4-FFF2-40B4-BE49-F238E27FC236}">
                      <a16:creationId xmlns:a16="http://schemas.microsoft.com/office/drawing/2014/main" id="{A673C426-614F-8A04-245E-70B18906E066}"/>
                    </a:ext>
                  </a:extLst>
                </p:cNvPr>
                <p:cNvSpPr txBox="1"/>
                <p:nvPr/>
              </p:nvSpPr>
              <p:spPr>
                <a:xfrm>
                  <a:off x="5759067" y="4031031"/>
                  <a:ext cx="605529" cy="584775"/>
                </a:xfrm>
                <a:prstGeom prst="rect">
                  <a:avLst/>
                </a:prstGeom>
                <a:noFill/>
              </p:spPr>
              <p:txBody>
                <a:bodyPr wrap="square" rtlCol="0" anchor="ctr" anchorCtr="0">
                  <a:spAutoFit/>
                </a:bodyPr>
                <a:lstStyle/>
                <a:p>
                  <a:r>
                    <a:rPr lang="en-US" altLang="zh-CN" sz="3200" b="1" dirty="0"/>
                    <a:t>2</a:t>
                  </a:r>
                  <a:endParaRPr lang="en-GB" sz="3200" b="1" dirty="0"/>
                </a:p>
              </p:txBody>
            </p:sp>
            <p:sp>
              <p:nvSpPr>
                <p:cNvPr id="20" name="Bullet2">
                  <a:extLst>
                    <a:ext uri="{FF2B5EF4-FFF2-40B4-BE49-F238E27FC236}">
                      <a16:creationId xmlns:a16="http://schemas.microsoft.com/office/drawing/2014/main" id="{33CCBAC3-F728-EFEE-42A1-FC9016D09CEF}"/>
                    </a:ext>
                  </a:extLst>
                </p:cNvPr>
                <p:cNvSpPr txBox="1"/>
                <p:nvPr/>
              </p:nvSpPr>
              <p:spPr>
                <a:xfrm>
                  <a:off x="7188197" y="3835169"/>
                  <a:ext cx="3217049" cy="503050"/>
                </a:xfrm>
                <a:prstGeom prst="rect">
                  <a:avLst/>
                </a:prstGeom>
                <a:noFill/>
              </p:spPr>
              <p:txBody>
                <a:bodyPr wrap="square" rtlCol="0" anchor="b" anchorCtr="0">
                  <a:normAutofit/>
                </a:bodyPr>
                <a:lstStyle/>
                <a:p>
                  <a:r>
                    <a:rPr kumimoji="0" lang="zh-CN" altLang="en-US" b="1" i="0" u="none" strike="noStrike" kern="1200" cap="none" spc="0" normalizeH="0" baseline="0" noProof="0" dirty="0">
                      <a:ln>
                        <a:noFill/>
                      </a:ln>
                      <a:effectLst/>
                      <a:uLnTx/>
                      <a:uFillTx/>
                    </a:rPr>
                    <a:t>线下活动执行</a:t>
                  </a:r>
                  <a:endParaRPr kumimoji="0" lang="en-US" b="1" i="0" u="none" strike="noStrike" kern="1200" cap="none" spc="0" normalizeH="0" baseline="0" noProof="0" dirty="0">
                    <a:ln>
                      <a:noFill/>
                    </a:ln>
                    <a:effectLst/>
                    <a:uLnTx/>
                    <a:uFillTx/>
                  </a:endParaRPr>
                </a:p>
              </p:txBody>
            </p:sp>
            <p:sp>
              <p:nvSpPr>
                <p:cNvPr id="21" name="Text2">
                  <a:extLst>
                    <a:ext uri="{FF2B5EF4-FFF2-40B4-BE49-F238E27FC236}">
                      <a16:creationId xmlns:a16="http://schemas.microsoft.com/office/drawing/2014/main" id="{5F228CD6-8058-E99B-134D-EF74CD9BC881}"/>
                    </a:ext>
                  </a:extLst>
                </p:cNvPr>
                <p:cNvSpPr txBox="1"/>
                <p:nvPr/>
              </p:nvSpPr>
              <p:spPr>
                <a:xfrm>
                  <a:off x="7188195" y="4338218"/>
                  <a:ext cx="3217037" cy="444674"/>
                </a:xfrm>
                <a:prstGeom prst="rect">
                  <a:avLst/>
                </a:prstGeom>
                <a:noFill/>
              </p:spPr>
              <p:txBody>
                <a:bodyPr wrap="square" rtlCol="0" anchor="t" anchorCtr="0">
                  <a:normAutofit fontScale="92500" lnSpcReduction="20000"/>
                </a:bodyPr>
                <a:lstStyle/>
                <a:p>
                  <a:pPr>
                    <a:lnSpc>
                      <a:spcPct val="120000"/>
                    </a:lnSpc>
                  </a:pPr>
                  <a:r>
                    <a:rPr kumimoji="0" lang="zh-CN" altLang="en-US" sz="1200" i="0" u="none" strike="noStrike" kern="1200" cap="none" spc="0" normalizeH="0" baseline="0" noProof="0">
                      <a:ln>
                        <a:noFill/>
                      </a:ln>
                      <a:effectLst/>
                      <a:uLnTx/>
                      <a:uFillTx/>
                    </a:rPr>
                    <a:t>成功举办了</a:t>
                  </a:r>
                  <a:r>
                    <a:rPr kumimoji="0" lang="en-US" altLang="zh-CN" sz="1200" i="0" u="none" strike="noStrike" kern="1200" cap="none" spc="0" normalizeH="0" baseline="0" noProof="0">
                      <a:ln>
                        <a:noFill/>
                      </a:ln>
                      <a:effectLst/>
                      <a:uLnTx/>
                      <a:uFillTx/>
                    </a:rPr>
                    <a:t>3</a:t>
                  </a:r>
                  <a:r>
                    <a:rPr kumimoji="0" lang="zh-CN" altLang="en-US" sz="1200" i="0" u="none" strike="noStrike" kern="1200" cap="none" spc="0" normalizeH="0" baseline="0" noProof="0">
                      <a:ln>
                        <a:noFill/>
                      </a:ln>
                      <a:effectLst/>
                      <a:uLnTx/>
                      <a:uFillTx/>
                    </a:rPr>
                    <a:t>场线下品牌活动，与目标客户群体深入交流，增强了品牌形象。</a:t>
                  </a:r>
                  <a:endParaRPr kumimoji="0" lang="en-GB" sz="1200" i="0" u="none" strike="noStrike" kern="1200" cap="none" spc="0" normalizeH="0" baseline="0" noProof="0" dirty="0">
                    <a:ln>
                      <a:noFill/>
                    </a:ln>
                    <a:effectLst/>
                    <a:uLnTx/>
                    <a:uFillTx/>
                  </a:endParaRPr>
                </a:p>
              </p:txBody>
            </p:sp>
          </p:grpSp>
          <p:grpSp>
            <p:nvGrpSpPr>
              <p:cNvPr id="15" name="组合 14">
                <a:extLst>
                  <a:ext uri="{FF2B5EF4-FFF2-40B4-BE49-F238E27FC236}">
                    <a16:creationId xmlns:a16="http://schemas.microsoft.com/office/drawing/2014/main" id="{CF74CF0A-2283-4086-09AB-30728BFEBCB2}"/>
                  </a:ext>
                </a:extLst>
              </p:cNvPr>
              <p:cNvGrpSpPr/>
              <p:nvPr/>
            </p:nvGrpSpPr>
            <p:grpSpPr>
              <a:xfrm>
                <a:off x="5759067" y="4966070"/>
                <a:ext cx="4646179" cy="947723"/>
                <a:chOff x="5759067" y="4966070"/>
                <a:chExt cx="4646179" cy="947723"/>
              </a:xfrm>
            </p:grpSpPr>
            <p:sp>
              <p:nvSpPr>
                <p:cNvPr id="16" name="Number3">
                  <a:extLst>
                    <a:ext uri="{FF2B5EF4-FFF2-40B4-BE49-F238E27FC236}">
                      <a16:creationId xmlns:a16="http://schemas.microsoft.com/office/drawing/2014/main" id="{EBCF880C-3989-CD43-0020-CB5D8AA8B075}"/>
                    </a:ext>
                  </a:extLst>
                </p:cNvPr>
                <p:cNvSpPr txBox="1"/>
                <p:nvPr/>
              </p:nvSpPr>
              <p:spPr>
                <a:xfrm>
                  <a:off x="5759067" y="5161931"/>
                  <a:ext cx="605529" cy="584775"/>
                </a:xfrm>
                <a:prstGeom prst="rect">
                  <a:avLst/>
                </a:prstGeom>
                <a:noFill/>
              </p:spPr>
              <p:txBody>
                <a:bodyPr wrap="square" rtlCol="0" anchor="ctr" anchorCtr="0">
                  <a:spAutoFit/>
                </a:bodyPr>
                <a:lstStyle/>
                <a:p>
                  <a:r>
                    <a:rPr lang="en-US" altLang="zh-CN" sz="3200" b="1" dirty="0">
                      <a:solidFill>
                        <a:schemeClr val="accent1"/>
                      </a:solidFill>
                    </a:rPr>
                    <a:t>3</a:t>
                  </a:r>
                  <a:endParaRPr lang="en-GB" sz="3200" b="1" dirty="0">
                    <a:solidFill>
                      <a:schemeClr val="accent1"/>
                    </a:solidFill>
                  </a:endParaRPr>
                </a:p>
              </p:txBody>
            </p:sp>
            <p:sp>
              <p:nvSpPr>
                <p:cNvPr id="17" name="Bullet3">
                  <a:extLst>
                    <a:ext uri="{FF2B5EF4-FFF2-40B4-BE49-F238E27FC236}">
                      <a16:creationId xmlns:a16="http://schemas.microsoft.com/office/drawing/2014/main" id="{A8D6C6C6-239B-88D7-A3BB-BB96552FF58A}"/>
                    </a:ext>
                  </a:extLst>
                </p:cNvPr>
                <p:cNvSpPr txBox="1"/>
                <p:nvPr/>
              </p:nvSpPr>
              <p:spPr>
                <a:xfrm>
                  <a:off x="7188197" y="4966070"/>
                  <a:ext cx="3217049" cy="503050"/>
                </a:xfrm>
                <a:prstGeom prst="rect">
                  <a:avLst/>
                </a:prstGeom>
                <a:noFill/>
              </p:spPr>
              <p:txBody>
                <a:bodyPr wrap="square" rtlCol="0" anchor="b" anchorCtr="0">
                  <a:normAutofit/>
                </a:bodyPr>
                <a:lstStyle/>
                <a:p>
                  <a:r>
                    <a:rPr kumimoji="0" lang="zh-CN" altLang="en-US" b="1" i="0" u="none" strike="noStrike" kern="1200" cap="none" spc="0" normalizeH="0" baseline="0" noProof="0">
                      <a:ln>
                        <a:noFill/>
                      </a:ln>
                      <a:effectLst/>
                      <a:uLnTx/>
                      <a:uFillTx/>
                    </a:rPr>
                    <a:t>媒体合作与报道</a:t>
                  </a:r>
                  <a:endParaRPr kumimoji="0" lang="en-US" b="1" i="0" u="none" strike="noStrike" kern="1200" cap="none" spc="0" normalizeH="0" baseline="0" noProof="0" dirty="0">
                    <a:ln>
                      <a:noFill/>
                    </a:ln>
                    <a:effectLst/>
                    <a:uLnTx/>
                    <a:uFillTx/>
                  </a:endParaRPr>
                </a:p>
              </p:txBody>
            </p:sp>
            <p:sp>
              <p:nvSpPr>
                <p:cNvPr id="18" name="Text3">
                  <a:extLst>
                    <a:ext uri="{FF2B5EF4-FFF2-40B4-BE49-F238E27FC236}">
                      <a16:creationId xmlns:a16="http://schemas.microsoft.com/office/drawing/2014/main" id="{0AF41B9F-9F8F-4AEC-D1EA-1B86C0592B45}"/>
                    </a:ext>
                  </a:extLst>
                </p:cNvPr>
                <p:cNvSpPr txBox="1"/>
                <p:nvPr/>
              </p:nvSpPr>
              <p:spPr>
                <a:xfrm>
                  <a:off x="7188195" y="5469119"/>
                  <a:ext cx="3217037" cy="444674"/>
                </a:xfrm>
                <a:prstGeom prst="rect">
                  <a:avLst/>
                </a:prstGeom>
                <a:noFill/>
              </p:spPr>
              <p:txBody>
                <a:bodyPr wrap="square" rtlCol="0" anchor="t" anchorCtr="0">
                  <a:normAutofit fontScale="92500" lnSpcReduction="20000"/>
                </a:bodyPr>
                <a:lstStyle/>
                <a:p>
                  <a:pPr>
                    <a:lnSpc>
                      <a:spcPct val="120000"/>
                    </a:lnSpc>
                  </a:pPr>
                  <a:r>
                    <a:rPr kumimoji="0" lang="zh-CN" altLang="en-US" sz="1200" i="0" u="none" strike="noStrike" kern="1200" cap="none" spc="0" normalizeH="0" baseline="0" noProof="0">
                      <a:ln>
                        <a:noFill/>
                      </a:ln>
                      <a:effectLst/>
                      <a:uLnTx/>
                      <a:uFillTx/>
                    </a:rPr>
                    <a:t>与</a:t>
                  </a:r>
                  <a:r>
                    <a:rPr kumimoji="0" lang="en-US" altLang="zh-CN" sz="1200" i="0" u="none" strike="noStrike" kern="1200" cap="none" spc="0" normalizeH="0" baseline="0" noProof="0">
                      <a:ln>
                        <a:noFill/>
                      </a:ln>
                      <a:effectLst/>
                      <a:uLnTx/>
                      <a:uFillTx/>
                    </a:rPr>
                    <a:t>5</a:t>
                  </a:r>
                  <a:r>
                    <a:rPr kumimoji="0" lang="zh-CN" altLang="en-US" sz="1200" i="0" u="none" strike="noStrike" kern="1200" cap="none" spc="0" normalizeH="0" baseline="0" noProof="0">
                      <a:ln>
                        <a:noFill/>
                      </a:ln>
                      <a:effectLst/>
                      <a:uLnTx/>
                      <a:uFillTx/>
                    </a:rPr>
                    <a:t>家行业媒体达成合作，通过专题报道提升了品牌在行业内的权威性和影响力。</a:t>
                  </a:r>
                  <a:endParaRPr kumimoji="0" lang="en-GB" sz="1200" i="0" u="none" strike="noStrike" kern="1200" cap="none" spc="0" normalizeH="0" baseline="0" noProof="0" dirty="0">
                    <a:ln>
                      <a:noFill/>
                    </a:ln>
                    <a:effectLst/>
                    <a:uLnTx/>
                    <a:uFillTx/>
                  </a:endParaRPr>
                </a:p>
              </p:txBody>
            </p:sp>
          </p:grpSp>
        </p:grpSp>
      </p:grpSp>
      <p:sp>
        <p:nvSpPr>
          <p:cNvPr id="2" name="标题 1">
            <a:extLst>
              <a:ext uri="{FF2B5EF4-FFF2-40B4-BE49-F238E27FC236}">
                <a16:creationId xmlns:a16="http://schemas.microsoft.com/office/drawing/2014/main" id="{0F30225F-D458-F705-3E0D-17F29F4D3FA0}"/>
              </a:ext>
            </a:extLst>
          </p:cNvPr>
          <p:cNvSpPr>
            <a:spLocks noGrp="1"/>
          </p:cNvSpPr>
          <p:nvPr>
            <p:ph type="title"/>
          </p:nvPr>
        </p:nvSpPr>
        <p:spPr/>
        <p:txBody>
          <a:bodyPr/>
          <a:lstStyle/>
          <a:p>
            <a:r>
              <a:rPr lang="zh-CN" altLang="en-US"/>
              <a:t>品牌建设</a:t>
            </a:r>
          </a:p>
        </p:txBody>
      </p:sp>
    </p:spTree>
    <p:extLst>
      <p:ext uri="{BB962C8B-B14F-4D97-AF65-F5344CB8AC3E}">
        <p14:creationId xmlns:p14="http://schemas.microsoft.com/office/powerpoint/2010/main" val="1227810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0F5BB044-47B9-2194-CEB0-AE0F2E00979A}"/>
              </a:ext>
            </a:extLst>
          </p:cNvPr>
          <p:cNvGrpSpPr/>
          <p:nvPr/>
        </p:nvGrpSpPr>
        <p:grpSpPr>
          <a:xfrm>
            <a:off x="660400" y="1130300"/>
            <a:ext cx="10858500" cy="5003800"/>
            <a:chOff x="660400" y="1130300"/>
            <a:chExt cx="10858500" cy="5003800"/>
          </a:xfrm>
        </p:grpSpPr>
        <p:sp>
          <p:nvSpPr>
            <p:cNvPr id="4" name="ïṣļíḋè">
              <a:extLst>
                <a:ext uri="{FF2B5EF4-FFF2-40B4-BE49-F238E27FC236}">
                  <a16:creationId xmlns:a16="http://schemas.microsoft.com/office/drawing/2014/main" id="{93F3FCD4-35BE-4349-FD75-E5089F39A38B}"/>
                </a:ext>
              </a:extLst>
            </p:cNvPr>
            <p:cNvSpPr/>
            <p:nvPr/>
          </p:nvSpPr>
          <p:spPr bwMode="auto">
            <a:xfrm>
              <a:off x="660400" y="1703954"/>
              <a:ext cx="9953936" cy="2300708"/>
            </a:xfrm>
            <a:prstGeom prst="parallelogram">
              <a:avLst/>
            </a:prstGeom>
            <a:solidFill>
              <a:schemeClr val="accent1"/>
            </a:solid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zh-CN" altLang="en-US" sz="1200" b="1" dirty="0">
                <a:solidFill>
                  <a:schemeClr val="tx1">
                    <a:lumMod val="75000"/>
                    <a:lumOff val="25000"/>
                  </a:schemeClr>
                </a:solidFill>
              </a:endParaRPr>
            </a:p>
          </p:txBody>
        </p:sp>
        <p:sp>
          <p:nvSpPr>
            <p:cNvPr id="5" name="îşḻïḑé">
              <a:extLst>
                <a:ext uri="{FF2B5EF4-FFF2-40B4-BE49-F238E27FC236}">
                  <a16:creationId xmlns:a16="http://schemas.microsoft.com/office/drawing/2014/main" id="{006369A8-665F-E7C5-B2A1-2AE5BD26254F}"/>
                </a:ext>
              </a:extLst>
            </p:cNvPr>
            <p:cNvSpPr/>
            <p:nvPr/>
          </p:nvSpPr>
          <p:spPr>
            <a:xfrm>
              <a:off x="2832469" y="5103951"/>
              <a:ext cx="589506" cy="471604"/>
            </a:xfrm>
            <a:prstGeom prst="rightArrow">
              <a:avLst/>
            </a:prstGeom>
            <a:solidFill>
              <a:schemeClr val="accent1">
                <a:alpha val="15000"/>
              </a:schemeClr>
            </a:solidFill>
            <a:ln w="6055" cap="flat">
              <a:noFill/>
              <a:prstDash val="solid"/>
              <a:miter/>
            </a:ln>
          </p:spPr>
          <p:txBody>
            <a:bodyPr rtlCol="0" anchor="ctr"/>
            <a:lstStyle/>
            <a:p>
              <a:endParaRPr lang="zh-CN" altLang="en-US"/>
            </a:p>
          </p:txBody>
        </p:sp>
        <p:sp>
          <p:nvSpPr>
            <p:cNvPr id="6" name="íṥ1iḑê">
              <a:extLst>
                <a:ext uri="{FF2B5EF4-FFF2-40B4-BE49-F238E27FC236}">
                  <a16:creationId xmlns:a16="http://schemas.microsoft.com/office/drawing/2014/main" id="{BACE083F-6662-8F7C-0DBF-E895A719055E}"/>
                </a:ext>
              </a:extLst>
            </p:cNvPr>
            <p:cNvSpPr/>
            <p:nvPr/>
          </p:nvSpPr>
          <p:spPr>
            <a:xfrm>
              <a:off x="8690517" y="5078038"/>
              <a:ext cx="589506" cy="471604"/>
            </a:xfrm>
            <a:prstGeom prst="rightArrow">
              <a:avLst/>
            </a:prstGeom>
            <a:solidFill>
              <a:schemeClr val="accent1">
                <a:alpha val="15000"/>
              </a:schemeClr>
            </a:solidFill>
            <a:ln w="6055" cap="flat">
              <a:noFill/>
              <a:prstDash val="solid"/>
              <a:miter/>
            </a:ln>
          </p:spPr>
          <p:txBody>
            <a:bodyPr rtlCol="0" anchor="ctr"/>
            <a:lstStyle/>
            <a:p>
              <a:endParaRPr lang="zh-CN" altLang="en-US"/>
            </a:p>
          </p:txBody>
        </p:sp>
        <p:sp>
          <p:nvSpPr>
            <p:cNvPr id="7" name="íṧļîḋé">
              <a:extLst>
                <a:ext uri="{FF2B5EF4-FFF2-40B4-BE49-F238E27FC236}">
                  <a16:creationId xmlns:a16="http://schemas.microsoft.com/office/drawing/2014/main" id="{F412CACC-E2EA-8DA7-9AA6-937FFE3F11B6}"/>
                </a:ext>
              </a:extLst>
            </p:cNvPr>
            <p:cNvSpPr/>
            <p:nvPr/>
          </p:nvSpPr>
          <p:spPr>
            <a:xfrm>
              <a:off x="5761493" y="5129864"/>
              <a:ext cx="589506" cy="471604"/>
            </a:xfrm>
            <a:prstGeom prst="rightArrow">
              <a:avLst/>
            </a:prstGeom>
            <a:solidFill>
              <a:schemeClr val="accent1">
                <a:alpha val="15000"/>
              </a:schemeClr>
            </a:solidFill>
            <a:ln w="6055" cap="flat">
              <a:noFill/>
              <a:prstDash val="solid"/>
              <a:miter/>
            </a:ln>
          </p:spPr>
          <p:txBody>
            <a:bodyPr rtlCol="0" anchor="ctr"/>
            <a:lstStyle/>
            <a:p>
              <a:endParaRPr lang="zh-CN" altLang="en-US"/>
            </a:p>
          </p:txBody>
        </p:sp>
        <p:sp>
          <p:nvSpPr>
            <p:cNvPr id="8" name="Title">
              <a:extLst>
                <a:ext uri="{FF2B5EF4-FFF2-40B4-BE49-F238E27FC236}">
                  <a16:creationId xmlns:a16="http://schemas.microsoft.com/office/drawing/2014/main" id="{9D6EE3DB-6445-0A4D-97A5-69A4CA03D40E}"/>
                </a:ext>
              </a:extLst>
            </p:cNvPr>
            <p:cNvSpPr txBox="1"/>
            <p:nvPr/>
          </p:nvSpPr>
          <p:spPr>
            <a:xfrm>
              <a:off x="660400" y="1130300"/>
              <a:ext cx="10858500" cy="461665"/>
            </a:xfrm>
            <a:prstGeom prst="rect">
              <a:avLst/>
            </a:prstGeom>
            <a:noFill/>
          </p:spPr>
          <p:txBody>
            <a:bodyPr vert="horz" wrap="square" rtlCol="0" anchor="t" anchorCtr="1">
              <a:normAutofit/>
            </a:bodyPr>
            <a:lstStyle/>
            <a:p>
              <a:pPr algn="ctr"/>
              <a:r>
                <a:rPr lang="zh-CN" altLang="en-US" sz="2400" b="1"/>
                <a:t>管理层决策及执行情况</a:t>
              </a:r>
              <a:endParaRPr lang="zh-CN" altLang="en-US" sz="2400" b="1" dirty="0"/>
            </a:p>
          </p:txBody>
        </p:sp>
        <p:grpSp>
          <p:nvGrpSpPr>
            <p:cNvPr id="9" name="组合 8">
              <a:extLst>
                <a:ext uri="{FF2B5EF4-FFF2-40B4-BE49-F238E27FC236}">
                  <a16:creationId xmlns:a16="http://schemas.microsoft.com/office/drawing/2014/main" id="{871310E9-781A-4427-AE5E-7ABB31FC9F7B}"/>
                </a:ext>
              </a:extLst>
            </p:cNvPr>
            <p:cNvGrpSpPr/>
            <p:nvPr/>
          </p:nvGrpSpPr>
          <p:grpSpPr>
            <a:xfrm>
              <a:off x="771791" y="1931785"/>
              <a:ext cx="10747109" cy="4114698"/>
              <a:chOff x="771791" y="1931785"/>
              <a:chExt cx="10747109" cy="4114698"/>
            </a:xfrm>
          </p:grpSpPr>
          <p:sp>
            <p:nvSpPr>
              <p:cNvPr id="22" name="PictureMisc">
                <a:extLst>
                  <a:ext uri="{FF2B5EF4-FFF2-40B4-BE49-F238E27FC236}">
                    <a16:creationId xmlns:a16="http://schemas.microsoft.com/office/drawing/2014/main" id="{EDAAB373-6AAD-7717-AB04-E52710780D70}"/>
                  </a:ext>
                </a:extLst>
              </p:cNvPr>
              <p:cNvSpPr/>
              <p:nvPr/>
            </p:nvSpPr>
            <p:spPr bwMode="auto">
              <a:xfrm>
                <a:off x="894576" y="1931785"/>
                <a:ext cx="10624324" cy="2300708"/>
              </a:xfrm>
              <a:prstGeom prst="parallelogram">
                <a:avLst>
                  <a:gd name="adj" fmla="val 24410"/>
                </a:avLst>
              </a:prstGeom>
              <a:blipFill>
                <a:blip r:embed="rId3">
                  <a:extLst>
                    <a:ext uri="{BEBA8EAE-BF5A-486C-A8C5-ECC9F3942E4B}">
                      <a14:imgProps xmlns:a14="http://schemas.microsoft.com/office/drawing/2010/main">
                        <a14:imgLayer>
                          <a14:imgEffect>
                            <a14:colorTemperature colorTemp="7000"/>
                          </a14:imgEffect>
                        </a14:imgLayer>
                      </a14:imgProps>
                    </a:ext>
                  </a:extLst>
                </a:blip>
                <a:srcRect/>
                <a:stretch>
                  <a:fillRect t="-135458" b="-133970"/>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dirty="0">
                  <a:solidFill>
                    <a:schemeClr val="lt1"/>
                  </a:solidFill>
                </a:endParaRPr>
              </a:p>
            </p:txBody>
          </p:sp>
          <p:sp>
            <p:nvSpPr>
              <p:cNvPr id="23" name="Bullet1">
                <a:extLst>
                  <a:ext uri="{FF2B5EF4-FFF2-40B4-BE49-F238E27FC236}">
                    <a16:creationId xmlns:a16="http://schemas.microsoft.com/office/drawing/2014/main" id="{23C7DD8E-3513-B79F-2E6B-A43C0E794B1E}"/>
                  </a:ext>
                </a:extLst>
              </p:cNvPr>
              <p:cNvSpPr/>
              <p:nvPr/>
            </p:nvSpPr>
            <p:spPr>
              <a:xfrm>
                <a:off x="771792" y="5198600"/>
                <a:ext cx="1781837" cy="3385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lnSpcReduction="10000"/>
              </a:bodyPr>
              <a:lstStyle/>
              <a:p>
                <a:r>
                  <a:rPr kumimoji="1" lang="zh-CN" altLang="en-US" b="1" dirty="0">
                    <a:solidFill>
                      <a:schemeClr val="tx1"/>
                    </a:solidFill>
                  </a:rPr>
                  <a:t>决策优化</a:t>
                </a:r>
                <a:endParaRPr kumimoji="1" lang="en-US" altLang="zh-CN" b="1" dirty="0">
                  <a:solidFill>
                    <a:schemeClr val="tx1"/>
                  </a:solidFill>
                </a:endParaRPr>
              </a:p>
            </p:txBody>
          </p:sp>
          <p:sp>
            <p:nvSpPr>
              <p:cNvPr id="24" name="Text1">
                <a:extLst>
                  <a:ext uri="{FF2B5EF4-FFF2-40B4-BE49-F238E27FC236}">
                    <a16:creationId xmlns:a16="http://schemas.microsoft.com/office/drawing/2014/main" id="{82914442-E432-97DA-95D4-2BDE254AE4BD}"/>
                  </a:ext>
                </a:extLst>
              </p:cNvPr>
              <p:cNvSpPr/>
              <p:nvPr/>
            </p:nvSpPr>
            <p:spPr>
              <a:xfrm>
                <a:off x="771792" y="5549642"/>
                <a:ext cx="1956599" cy="4968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lnSpcReduction="10000"/>
              </a:bodyPr>
              <a:lstStyle/>
              <a:p>
                <a:pPr>
                  <a:lnSpc>
                    <a:spcPct val="120000"/>
                  </a:lnSpc>
                </a:pPr>
                <a:r>
                  <a:rPr kumimoji="1" lang="zh-CN" altLang="en-US" sz="1200" dirty="0">
                    <a:solidFill>
                      <a:schemeClr val="tx1"/>
                    </a:solidFill>
                  </a:rPr>
                  <a:t>本季度，管理层对内部管理流程进行了全面梳理。</a:t>
                </a:r>
                <a:endParaRPr kumimoji="1" lang="en-US" altLang="zh-CN" sz="1200" dirty="0">
                  <a:solidFill>
                    <a:schemeClr val="tx1"/>
                  </a:solidFill>
                </a:endParaRPr>
              </a:p>
            </p:txBody>
          </p:sp>
          <p:sp>
            <p:nvSpPr>
              <p:cNvPr id="25" name="Number1">
                <a:extLst>
                  <a:ext uri="{FF2B5EF4-FFF2-40B4-BE49-F238E27FC236}">
                    <a16:creationId xmlns:a16="http://schemas.microsoft.com/office/drawing/2014/main" id="{33D7B77B-1B14-783B-BF0D-9BEFA32F0716}"/>
                  </a:ext>
                </a:extLst>
              </p:cNvPr>
              <p:cNvSpPr txBox="1"/>
              <p:nvPr/>
            </p:nvSpPr>
            <p:spPr>
              <a:xfrm>
                <a:off x="771791" y="4461211"/>
                <a:ext cx="813043" cy="769441"/>
              </a:xfrm>
              <a:prstGeom prst="rect">
                <a:avLst/>
              </a:prstGeom>
              <a:noFill/>
            </p:spPr>
            <p:txBody>
              <a:bodyPr wrap="none" lIns="91440" tIns="45720" rIns="91440" bIns="45720" rtlCol="0" anchor="ctr" anchorCtr="0">
                <a:spAutoFit/>
              </a:bodyPr>
              <a:lstStyle/>
              <a:p>
                <a:pPr algn="ctr"/>
                <a:r>
                  <a:rPr kumimoji="1" lang="en-US" altLang="zh-CN" sz="4400" b="1" dirty="0">
                    <a:solidFill>
                      <a:schemeClr val="accent1"/>
                    </a:solidFill>
                  </a:rPr>
                  <a:t>1</a:t>
                </a:r>
                <a:endParaRPr kumimoji="1" lang="zh-CN" altLang="en-US" sz="4400" b="1" dirty="0">
                  <a:solidFill>
                    <a:schemeClr val="accent1"/>
                  </a:solidFill>
                </a:endParaRPr>
              </a:p>
            </p:txBody>
          </p:sp>
        </p:grpSp>
        <p:grpSp>
          <p:nvGrpSpPr>
            <p:cNvPr id="10" name="组合 9">
              <a:extLst>
                <a:ext uri="{FF2B5EF4-FFF2-40B4-BE49-F238E27FC236}">
                  <a16:creationId xmlns:a16="http://schemas.microsoft.com/office/drawing/2014/main" id="{184ED627-FA56-DA51-36CA-8F670E022338}"/>
                </a:ext>
              </a:extLst>
            </p:cNvPr>
            <p:cNvGrpSpPr/>
            <p:nvPr/>
          </p:nvGrpSpPr>
          <p:grpSpPr>
            <a:xfrm>
              <a:off x="3700815" y="4461211"/>
              <a:ext cx="1956600" cy="1672889"/>
              <a:chOff x="3700815" y="4461211"/>
              <a:chExt cx="1956600" cy="1672889"/>
            </a:xfrm>
          </p:grpSpPr>
          <p:sp>
            <p:nvSpPr>
              <p:cNvPr id="19" name="Bullet2">
                <a:extLst>
                  <a:ext uri="{FF2B5EF4-FFF2-40B4-BE49-F238E27FC236}">
                    <a16:creationId xmlns:a16="http://schemas.microsoft.com/office/drawing/2014/main" id="{E6FA25EB-5369-C896-244F-26AF5877CC77}"/>
                  </a:ext>
                </a:extLst>
              </p:cNvPr>
              <p:cNvSpPr/>
              <p:nvPr/>
            </p:nvSpPr>
            <p:spPr>
              <a:xfrm>
                <a:off x="3700816" y="5198600"/>
                <a:ext cx="1781837" cy="3385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lnSpcReduction="10000"/>
              </a:bodyPr>
              <a:lstStyle/>
              <a:p>
                <a:r>
                  <a:rPr kumimoji="1" lang="zh-CN" altLang="en-US" b="1" dirty="0">
                    <a:solidFill>
                      <a:schemeClr val="tx1"/>
                    </a:solidFill>
                  </a:rPr>
                  <a:t>执行跟踪</a:t>
                </a:r>
                <a:endParaRPr kumimoji="1" lang="en-US" altLang="zh-CN" b="1" dirty="0">
                  <a:solidFill>
                    <a:schemeClr val="tx1"/>
                  </a:solidFill>
                </a:endParaRPr>
              </a:p>
            </p:txBody>
          </p:sp>
          <p:sp>
            <p:nvSpPr>
              <p:cNvPr id="20" name="Text2">
                <a:extLst>
                  <a:ext uri="{FF2B5EF4-FFF2-40B4-BE49-F238E27FC236}">
                    <a16:creationId xmlns:a16="http://schemas.microsoft.com/office/drawing/2014/main" id="{1840FEB9-CFF0-7A80-C00B-B12214A01E76}"/>
                  </a:ext>
                </a:extLst>
              </p:cNvPr>
              <p:cNvSpPr/>
              <p:nvPr/>
            </p:nvSpPr>
            <p:spPr>
              <a:xfrm>
                <a:off x="3700816" y="5549642"/>
                <a:ext cx="1956599" cy="5844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20000"/>
                  </a:lnSpc>
                </a:pPr>
                <a:r>
                  <a:rPr kumimoji="1" lang="zh-CN" altLang="en-US" sz="1200" dirty="0">
                    <a:solidFill>
                      <a:schemeClr val="tx1"/>
                    </a:solidFill>
                  </a:rPr>
                  <a:t>对各项决策实施情况进行实时跟踪。</a:t>
                </a:r>
                <a:endParaRPr kumimoji="1" lang="en-US" altLang="zh-CN" sz="1200" dirty="0">
                  <a:solidFill>
                    <a:schemeClr val="tx1"/>
                  </a:solidFill>
                </a:endParaRPr>
              </a:p>
            </p:txBody>
          </p:sp>
          <p:sp>
            <p:nvSpPr>
              <p:cNvPr id="21" name="Number2">
                <a:extLst>
                  <a:ext uri="{FF2B5EF4-FFF2-40B4-BE49-F238E27FC236}">
                    <a16:creationId xmlns:a16="http://schemas.microsoft.com/office/drawing/2014/main" id="{F8F6A408-BDC7-BACE-CAFD-A9D35D679C6C}"/>
                  </a:ext>
                </a:extLst>
              </p:cNvPr>
              <p:cNvSpPr txBox="1"/>
              <p:nvPr/>
            </p:nvSpPr>
            <p:spPr>
              <a:xfrm>
                <a:off x="3700815" y="4461211"/>
                <a:ext cx="813043" cy="769441"/>
              </a:xfrm>
              <a:prstGeom prst="rect">
                <a:avLst/>
              </a:prstGeom>
              <a:noFill/>
            </p:spPr>
            <p:txBody>
              <a:bodyPr wrap="none" lIns="91440" tIns="45720" rIns="91440" bIns="45720" rtlCol="0" anchor="ctr" anchorCtr="0">
                <a:spAutoFit/>
              </a:bodyPr>
              <a:lstStyle/>
              <a:p>
                <a:pPr algn="ctr"/>
                <a:r>
                  <a:rPr kumimoji="1" lang="en-US" altLang="zh-CN" sz="4400" b="1" dirty="0">
                    <a:solidFill>
                      <a:schemeClr val="accent1"/>
                    </a:solidFill>
                  </a:rPr>
                  <a:t>2</a:t>
                </a:r>
                <a:endParaRPr kumimoji="1" lang="zh-CN" altLang="en-US" sz="4400" b="1" dirty="0">
                  <a:solidFill>
                    <a:schemeClr val="accent1"/>
                  </a:solidFill>
                </a:endParaRPr>
              </a:p>
            </p:txBody>
          </p:sp>
        </p:grpSp>
        <p:grpSp>
          <p:nvGrpSpPr>
            <p:cNvPr id="11" name="组合 10">
              <a:extLst>
                <a:ext uri="{FF2B5EF4-FFF2-40B4-BE49-F238E27FC236}">
                  <a16:creationId xmlns:a16="http://schemas.microsoft.com/office/drawing/2014/main" id="{EB92D80F-A487-77EC-D892-74A8D67E3457}"/>
                </a:ext>
              </a:extLst>
            </p:cNvPr>
            <p:cNvGrpSpPr/>
            <p:nvPr/>
          </p:nvGrpSpPr>
          <p:grpSpPr>
            <a:xfrm>
              <a:off x="6629839" y="4461211"/>
              <a:ext cx="1956600" cy="1585272"/>
              <a:chOff x="6629839" y="4461211"/>
              <a:chExt cx="1956600" cy="1585272"/>
            </a:xfrm>
          </p:grpSpPr>
          <p:sp>
            <p:nvSpPr>
              <p:cNvPr id="16" name="Bullet3">
                <a:extLst>
                  <a:ext uri="{FF2B5EF4-FFF2-40B4-BE49-F238E27FC236}">
                    <a16:creationId xmlns:a16="http://schemas.microsoft.com/office/drawing/2014/main" id="{4CA7CAD6-21DA-7624-1550-83BA32053210}"/>
                  </a:ext>
                </a:extLst>
              </p:cNvPr>
              <p:cNvSpPr/>
              <p:nvPr/>
            </p:nvSpPr>
            <p:spPr>
              <a:xfrm>
                <a:off x="6629840" y="5198600"/>
                <a:ext cx="1781837" cy="3385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lnSpcReduction="10000"/>
              </a:bodyPr>
              <a:lstStyle/>
              <a:p>
                <a:r>
                  <a:rPr kumimoji="1" lang="zh-CN" altLang="en-US" b="1">
                    <a:solidFill>
                      <a:schemeClr val="tx1"/>
                    </a:solidFill>
                  </a:rPr>
                  <a:t>团队建设</a:t>
                </a:r>
                <a:endParaRPr kumimoji="1" lang="en-US" altLang="zh-CN" b="1" dirty="0">
                  <a:solidFill>
                    <a:schemeClr val="tx1"/>
                  </a:solidFill>
                </a:endParaRPr>
              </a:p>
            </p:txBody>
          </p:sp>
          <p:sp>
            <p:nvSpPr>
              <p:cNvPr id="17" name="Text3">
                <a:extLst>
                  <a:ext uri="{FF2B5EF4-FFF2-40B4-BE49-F238E27FC236}">
                    <a16:creationId xmlns:a16="http://schemas.microsoft.com/office/drawing/2014/main" id="{BE0719DC-250E-2381-4C8D-86F5BE68E398}"/>
                  </a:ext>
                </a:extLst>
              </p:cNvPr>
              <p:cNvSpPr/>
              <p:nvPr/>
            </p:nvSpPr>
            <p:spPr>
              <a:xfrm>
                <a:off x="6629840" y="5549642"/>
                <a:ext cx="1956599" cy="4968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lnSpcReduction="10000"/>
              </a:bodyPr>
              <a:lstStyle/>
              <a:p>
                <a:pPr>
                  <a:lnSpc>
                    <a:spcPct val="120000"/>
                  </a:lnSpc>
                </a:pPr>
                <a:r>
                  <a:rPr kumimoji="1" lang="zh-CN" altLang="en-US" sz="1200" dirty="0">
                    <a:solidFill>
                      <a:schemeClr val="tx1"/>
                    </a:solidFill>
                  </a:rPr>
                  <a:t>加强团队建设，提升员工凝聚力和执行力。</a:t>
                </a:r>
                <a:endParaRPr kumimoji="1" lang="en-US" altLang="zh-CN" sz="1200" dirty="0">
                  <a:solidFill>
                    <a:schemeClr val="tx1"/>
                  </a:solidFill>
                </a:endParaRPr>
              </a:p>
            </p:txBody>
          </p:sp>
          <p:sp>
            <p:nvSpPr>
              <p:cNvPr id="18" name="Number3">
                <a:extLst>
                  <a:ext uri="{FF2B5EF4-FFF2-40B4-BE49-F238E27FC236}">
                    <a16:creationId xmlns:a16="http://schemas.microsoft.com/office/drawing/2014/main" id="{E2398951-5D6A-45DB-7925-B3CC41B1649E}"/>
                  </a:ext>
                </a:extLst>
              </p:cNvPr>
              <p:cNvSpPr txBox="1"/>
              <p:nvPr/>
            </p:nvSpPr>
            <p:spPr>
              <a:xfrm>
                <a:off x="6629839" y="4461211"/>
                <a:ext cx="813043" cy="769441"/>
              </a:xfrm>
              <a:prstGeom prst="rect">
                <a:avLst/>
              </a:prstGeom>
              <a:noFill/>
            </p:spPr>
            <p:txBody>
              <a:bodyPr wrap="none" lIns="91440" tIns="45720" rIns="91440" bIns="45720" rtlCol="0" anchor="ctr" anchorCtr="0">
                <a:spAutoFit/>
              </a:bodyPr>
              <a:lstStyle/>
              <a:p>
                <a:pPr algn="ctr"/>
                <a:r>
                  <a:rPr kumimoji="1" lang="en-US" altLang="zh-CN" sz="4400" b="1" dirty="0">
                    <a:solidFill>
                      <a:schemeClr val="accent1"/>
                    </a:solidFill>
                  </a:rPr>
                  <a:t>3</a:t>
                </a:r>
                <a:endParaRPr kumimoji="1" lang="zh-CN" altLang="en-US" sz="4400" b="1" dirty="0">
                  <a:solidFill>
                    <a:schemeClr val="accent1"/>
                  </a:solidFill>
                </a:endParaRPr>
              </a:p>
            </p:txBody>
          </p:sp>
        </p:grpSp>
        <p:grpSp>
          <p:nvGrpSpPr>
            <p:cNvPr id="12" name="组合 11">
              <a:extLst>
                <a:ext uri="{FF2B5EF4-FFF2-40B4-BE49-F238E27FC236}">
                  <a16:creationId xmlns:a16="http://schemas.microsoft.com/office/drawing/2014/main" id="{9A7793B6-3140-5C86-C006-3D3F54814E22}"/>
                </a:ext>
              </a:extLst>
            </p:cNvPr>
            <p:cNvGrpSpPr/>
            <p:nvPr/>
          </p:nvGrpSpPr>
          <p:grpSpPr>
            <a:xfrm>
              <a:off x="9558860" y="4461211"/>
              <a:ext cx="1956600" cy="1585272"/>
              <a:chOff x="9558860" y="4461211"/>
              <a:chExt cx="1956600" cy="1585272"/>
            </a:xfrm>
          </p:grpSpPr>
          <p:sp>
            <p:nvSpPr>
              <p:cNvPr id="13" name="Bullet4">
                <a:extLst>
                  <a:ext uri="{FF2B5EF4-FFF2-40B4-BE49-F238E27FC236}">
                    <a16:creationId xmlns:a16="http://schemas.microsoft.com/office/drawing/2014/main" id="{76650523-91D8-3D23-7D43-2596B0715AE7}"/>
                  </a:ext>
                </a:extLst>
              </p:cNvPr>
              <p:cNvSpPr/>
              <p:nvPr/>
            </p:nvSpPr>
            <p:spPr>
              <a:xfrm>
                <a:off x="9558861" y="5198600"/>
                <a:ext cx="1781837" cy="3385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lnSpcReduction="10000"/>
              </a:bodyPr>
              <a:lstStyle/>
              <a:p>
                <a:r>
                  <a:rPr kumimoji="1" lang="zh-CN" altLang="en-US" b="1" dirty="0">
                    <a:solidFill>
                      <a:schemeClr val="tx1"/>
                    </a:solidFill>
                  </a:rPr>
                  <a:t>质量控制</a:t>
                </a:r>
                <a:endParaRPr kumimoji="1" lang="en-US" altLang="zh-CN" b="1" dirty="0">
                  <a:solidFill>
                    <a:schemeClr val="tx1"/>
                  </a:solidFill>
                </a:endParaRPr>
              </a:p>
            </p:txBody>
          </p:sp>
          <p:sp>
            <p:nvSpPr>
              <p:cNvPr id="14" name="Text4">
                <a:extLst>
                  <a:ext uri="{FF2B5EF4-FFF2-40B4-BE49-F238E27FC236}">
                    <a16:creationId xmlns:a16="http://schemas.microsoft.com/office/drawing/2014/main" id="{3E360683-02BF-04D1-463F-A1626F09D775}"/>
                  </a:ext>
                </a:extLst>
              </p:cNvPr>
              <p:cNvSpPr/>
              <p:nvPr/>
            </p:nvSpPr>
            <p:spPr>
              <a:xfrm>
                <a:off x="9558861" y="5549642"/>
                <a:ext cx="1956599" cy="4968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lnSpcReduction="10000"/>
              </a:bodyPr>
              <a:lstStyle/>
              <a:p>
                <a:pPr>
                  <a:lnSpc>
                    <a:spcPct val="120000"/>
                  </a:lnSpc>
                </a:pPr>
                <a:r>
                  <a:rPr kumimoji="1" lang="zh-CN" altLang="en-US" sz="1200" dirty="0">
                    <a:solidFill>
                      <a:schemeClr val="tx1"/>
                    </a:solidFill>
                  </a:rPr>
                  <a:t>强化内部管理，严格把控产品质量。</a:t>
                </a:r>
                <a:endParaRPr kumimoji="1" lang="en-US" altLang="zh-CN" sz="1200" dirty="0">
                  <a:solidFill>
                    <a:schemeClr val="tx1"/>
                  </a:solidFill>
                </a:endParaRPr>
              </a:p>
            </p:txBody>
          </p:sp>
          <p:sp>
            <p:nvSpPr>
              <p:cNvPr id="15" name="Number4">
                <a:extLst>
                  <a:ext uri="{FF2B5EF4-FFF2-40B4-BE49-F238E27FC236}">
                    <a16:creationId xmlns:a16="http://schemas.microsoft.com/office/drawing/2014/main" id="{85C36D6E-4D39-7947-077B-B9DCB69FF801}"/>
                  </a:ext>
                </a:extLst>
              </p:cNvPr>
              <p:cNvSpPr txBox="1"/>
              <p:nvPr/>
            </p:nvSpPr>
            <p:spPr>
              <a:xfrm>
                <a:off x="9558860" y="4461211"/>
                <a:ext cx="813043" cy="769441"/>
              </a:xfrm>
              <a:prstGeom prst="rect">
                <a:avLst/>
              </a:prstGeom>
              <a:noFill/>
            </p:spPr>
            <p:txBody>
              <a:bodyPr wrap="none" lIns="91440" tIns="45720" rIns="91440" bIns="45720" rtlCol="0" anchor="ctr" anchorCtr="0">
                <a:spAutoFit/>
              </a:bodyPr>
              <a:lstStyle/>
              <a:p>
                <a:pPr algn="ctr"/>
                <a:r>
                  <a:rPr kumimoji="1" lang="en-US" altLang="zh-CN" sz="4400" b="1" dirty="0">
                    <a:solidFill>
                      <a:schemeClr val="accent1"/>
                    </a:solidFill>
                  </a:rPr>
                  <a:t>4</a:t>
                </a:r>
                <a:endParaRPr kumimoji="1" lang="zh-CN" altLang="en-US" sz="4400" b="1" dirty="0">
                  <a:solidFill>
                    <a:schemeClr val="accent1"/>
                  </a:solidFill>
                </a:endParaRPr>
              </a:p>
            </p:txBody>
          </p:sp>
        </p:grpSp>
      </p:grpSp>
      <p:sp>
        <p:nvSpPr>
          <p:cNvPr id="2" name="标题 1">
            <a:extLst>
              <a:ext uri="{FF2B5EF4-FFF2-40B4-BE49-F238E27FC236}">
                <a16:creationId xmlns:a16="http://schemas.microsoft.com/office/drawing/2014/main" id="{764839F8-E912-F9AC-0514-1A09B163093C}"/>
              </a:ext>
            </a:extLst>
          </p:cNvPr>
          <p:cNvSpPr>
            <a:spLocks noGrp="1"/>
          </p:cNvSpPr>
          <p:nvPr>
            <p:ph type="title"/>
          </p:nvPr>
        </p:nvSpPr>
        <p:spPr/>
        <p:txBody>
          <a:bodyPr/>
          <a:lstStyle/>
          <a:p>
            <a:r>
              <a:rPr lang="zh-CN" altLang="en-US"/>
              <a:t>内部管理</a:t>
            </a:r>
          </a:p>
        </p:txBody>
      </p:sp>
    </p:spTree>
    <p:extLst>
      <p:ext uri="{BB962C8B-B14F-4D97-AF65-F5344CB8AC3E}">
        <p14:creationId xmlns:p14="http://schemas.microsoft.com/office/powerpoint/2010/main" val="18636687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p:txBody>
          <a:bodyPr/>
          <a:lstStyle/>
          <a:p>
            <a:r>
              <a:rPr lang="zh-CN" altLang="en-US" dirty="0"/>
              <a:t>市场动态</a:t>
            </a:r>
            <a:endParaRPr lang="en-US" dirty="0"/>
          </a:p>
        </p:txBody>
      </p:sp>
      <p:sp>
        <p:nvSpPr>
          <p:cNvPr id="25" name="文本占位符 24"/>
          <p:cNvSpPr>
            <a:spLocks noGrp="1"/>
          </p:cNvSpPr>
          <p:nvPr>
            <p:ph type="body" sz="quarter" idx="1" hasCustomPrompt="1"/>
          </p:nvPr>
        </p:nvSpPr>
        <p:spPr/>
        <p:txBody>
          <a:bodyPr/>
          <a:lstStyle/>
          <a:p>
            <a:r>
              <a:rPr lang="zh-CN" altLang="en-US" dirty="0"/>
              <a:t>本季度通用行业市场动态分析</a:t>
            </a:r>
            <a:endParaRPr lang="en-US" dirty="0"/>
          </a:p>
        </p:txBody>
      </p:sp>
      <p:sp>
        <p:nvSpPr>
          <p:cNvPr id="2" name="文本框 1">
            <a:extLst>
              <a:ext uri="{FF2B5EF4-FFF2-40B4-BE49-F238E27FC236}">
                <a16:creationId xmlns:a16="http://schemas.microsoft.com/office/drawing/2014/main" id="{1AB0C6F8-27B9-652D-1B8E-C81F34DE9736}"/>
              </a:ext>
            </a:extLst>
          </p:cNvPr>
          <p:cNvSpPr txBox="1"/>
          <p:nvPr/>
        </p:nvSpPr>
        <p:spPr>
          <a:xfrm>
            <a:off x="5389418" y="1022579"/>
            <a:ext cx="1413164" cy="1323439"/>
          </a:xfrm>
          <a:prstGeom prst="rect">
            <a:avLst/>
          </a:prstGeom>
          <a:noFill/>
        </p:spPr>
        <p:txBody>
          <a:bodyPr wrap="square" rtlCol="0" anchor="ctr">
            <a:normAutofit/>
          </a:bodyPr>
          <a:lstStyle/>
          <a:p>
            <a:pPr algn="ctr"/>
            <a:r>
              <a:rPr lang="en-US" altLang="zh-CN" sz="8000" b="1" dirty="0"/>
              <a:t>02</a:t>
            </a:r>
            <a:endParaRPr lang="zh-CN" altLang="en-US" sz="80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F04DA-3ACB-A288-37F2-E1FD1945C32D}"/>
            </a:ext>
          </a:extLst>
        </p:cNvPr>
        <p:cNvGrpSpPr/>
        <p:nvPr/>
      </p:nvGrpSpPr>
      <p:grpSpPr>
        <a:xfrm>
          <a:off x="0" y="0"/>
          <a:ext cx="0" cy="0"/>
          <a:chOff x="0" y="0"/>
          <a:chExt cx="0" cy="0"/>
        </a:xfrm>
      </p:grpSpPr>
      <p:grpSp>
        <p:nvGrpSpPr>
          <p:cNvPr id="104" name="组合 103">
            <a:extLst>
              <a:ext uri="{FF2B5EF4-FFF2-40B4-BE49-F238E27FC236}">
                <a16:creationId xmlns:a16="http://schemas.microsoft.com/office/drawing/2014/main" id="{BCA84F5E-ACBC-C3A3-4D26-D6449BB13A30}"/>
              </a:ext>
            </a:extLst>
          </p:cNvPr>
          <p:cNvGrpSpPr/>
          <p:nvPr/>
        </p:nvGrpSpPr>
        <p:grpSpPr>
          <a:xfrm>
            <a:off x="2" y="1133308"/>
            <a:ext cx="12191998" cy="5000792"/>
            <a:chOff x="2" y="1133308"/>
            <a:chExt cx="12191998" cy="5000792"/>
          </a:xfrm>
        </p:grpSpPr>
        <p:sp>
          <p:nvSpPr>
            <p:cNvPr id="13" name="islide-7">
              <a:extLst>
                <a:ext uri="{FF2B5EF4-FFF2-40B4-BE49-F238E27FC236}">
                  <a16:creationId xmlns:a16="http://schemas.microsoft.com/office/drawing/2014/main" id="{779EC2D8-832B-9781-DFBC-992C49302752}"/>
                </a:ext>
              </a:extLst>
            </p:cNvPr>
            <p:cNvSpPr/>
            <p:nvPr/>
          </p:nvSpPr>
          <p:spPr>
            <a:xfrm>
              <a:off x="2" y="3492500"/>
              <a:ext cx="12191998" cy="1016000"/>
            </a:xfrm>
            <a:custGeom>
              <a:avLst/>
              <a:gdLst>
                <a:gd name="connsiteX0" fmla="*/ 12191999 w 12191999"/>
                <a:gd name="connsiteY0" fmla="*/ 0 h 2776171"/>
                <a:gd name="connsiteX1" fmla="*/ 12191999 w 12191999"/>
                <a:gd name="connsiteY1" fmla="*/ 991254 h 2776171"/>
                <a:gd name="connsiteX2" fmla="*/ 11882346 w 12191999"/>
                <a:gd name="connsiteY2" fmla="*/ 994644 h 2776171"/>
                <a:gd name="connsiteX3" fmla="*/ 43214 w 12191999"/>
                <a:gd name="connsiteY3" fmla="*/ 2760976 h 2776171"/>
                <a:gd name="connsiteX4" fmla="*/ 0 w 12191999"/>
                <a:gd name="connsiteY4" fmla="*/ 2776171 h 2776171"/>
                <a:gd name="connsiteX5" fmla="*/ 0 w 12191999"/>
                <a:gd name="connsiteY5" fmla="*/ 2351226 h 2776171"/>
                <a:gd name="connsiteX6" fmla="*/ 43214 w 12191999"/>
                <a:gd name="connsiteY6" fmla="*/ 2331228 h 2776171"/>
                <a:gd name="connsiteX7" fmla="*/ 11882346 w 12191999"/>
                <a:gd name="connsiteY7" fmla="*/ 6710 h 2776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2776171">
                  <a:moveTo>
                    <a:pt x="12191999" y="0"/>
                  </a:moveTo>
                  <a:lnTo>
                    <a:pt x="12191999" y="991254"/>
                  </a:lnTo>
                  <a:lnTo>
                    <a:pt x="11882346" y="994644"/>
                  </a:lnTo>
                  <a:cubicBezTo>
                    <a:pt x="7179460" y="1097990"/>
                    <a:pt x="2990831" y="1759781"/>
                    <a:pt x="43214" y="2760976"/>
                  </a:cubicBezTo>
                  <a:lnTo>
                    <a:pt x="0" y="2776171"/>
                  </a:lnTo>
                  <a:lnTo>
                    <a:pt x="0" y="2351226"/>
                  </a:lnTo>
                  <a:lnTo>
                    <a:pt x="43214" y="2331228"/>
                  </a:lnTo>
                  <a:cubicBezTo>
                    <a:pt x="2990831" y="1013641"/>
                    <a:pt x="7179460" y="142714"/>
                    <a:pt x="11882346" y="6710"/>
                  </a:cubicBezTo>
                  <a:close/>
                </a:path>
              </a:pathLst>
            </a:custGeom>
            <a:solidFill>
              <a:schemeClr val="accent1">
                <a:alpha val="15000"/>
              </a:schemeClr>
            </a:solidFill>
            <a:ln w="25400" cap="flat">
              <a:noFill/>
              <a:prstDash val="solid"/>
              <a:miter/>
            </a:ln>
            <a:effectLst/>
          </p:spPr>
          <p:txBody>
            <a:bodyPr rtlCol="0" anchor="ctr"/>
            <a:lstStyle/>
            <a:p>
              <a:pPr algn="ctr"/>
              <a:endParaRPr lang="zh-CN" altLang="en-US" sz="2400" b="1">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Title">
              <a:extLst>
                <a:ext uri="{FF2B5EF4-FFF2-40B4-BE49-F238E27FC236}">
                  <a16:creationId xmlns:a16="http://schemas.microsoft.com/office/drawing/2014/main" id="{A65EF1E4-146F-946A-BEFA-AE276A9668AB}"/>
                </a:ext>
              </a:extLst>
            </p:cNvPr>
            <p:cNvSpPr txBox="1">
              <a:spLocks/>
            </p:cNvSpPr>
            <p:nvPr/>
          </p:nvSpPr>
          <p:spPr>
            <a:xfrm>
              <a:off x="590429" y="1133308"/>
              <a:ext cx="6026271" cy="517692"/>
            </a:xfrm>
            <a:prstGeom prst="rect">
              <a:avLst/>
            </a:prstGeom>
            <a:noFill/>
            <a:ln>
              <a:noFill/>
            </a:ln>
            <a:effectLst/>
          </p:spPr>
          <p:txBody>
            <a:bodyPr wrap="square" lIns="91440" tIns="45720" rIns="91440" bIns="45720" anchor="t" anchorCtr="0">
              <a:normAutofit/>
            </a:bodyPr>
            <a:lstStyle/>
            <a:p>
              <a:r>
                <a:rPr lang="zh-CN" altLang="en-US" sz="2400" b="1" dirty="0"/>
                <a:t>行业整体发展趋势及预测</a:t>
              </a:r>
            </a:p>
          </p:txBody>
        </p:sp>
        <p:grpSp>
          <p:nvGrpSpPr>
            <p:cNvPr id="18" name="组合 17">
              <a:extLst>
                <a:ext uri="{FF2B5EF4-FFF2-40B4-BE49-F238E27FC236}">
                  <a16:creationId xmlns:a16="http://schemas.microsoft.com/office/drawing/2014/main" id="{BFFF1C3E-48B7-0B46-6BBF-ABB6F722A041}"/>
                </a:ext>
              </a:extLst>
            </p:cNvPr>
            <p:cNvGrpSpPr/>
            <p:nvPr/>
          </p:nvGrpSpPr>
          <p:grpSpPr>
            <a:xfrm>
              <a:off x="1073513" y="1978025"/>
              <a:ext cx="2231874" cy="2262966"/>
              <a:chOff x="708455" y="2224405"/>
              <a:chExt cx="2231874" cy="2262966"/>
            </a:xfrm>
          </p:grpSpPr>
          <p:sp>
            <p:nvSpPr>
              <p:cNvPr id="19" name="ComponentBackground1">
                <a:extLst>
                  <a:ext uri="{FF2B5EF4-FFF2-40B4-BE49-F238E27FC236}">
                    <a16:creationId xmlns:a16="http://schemas.microsoft.com/office/drawing/2014/main" id="{0659359E-28F3-4E31-4B51-E5E941D6C8F1}"/>
                  </a:ext>
                </a:extLst>
              </p:cNvPr>
              <p:cNvSpPr/>
              <p:nvPr/>
            </p:nvSpPr>
            <p:spPr>
              <a:xfrm>
                <a:off x="708455" y="2496507"/>
                <a:ext cx="2231874" cy="1383011"/>
              </a:xfrm>
              <a:prstGeom prst="rect">
                <a:avLst/>
              </a:prstGeom>
              <a:solidFill>
                <a:srgbClr val="FFFFFF"/>
              </a:solidFill>
              <a:ln w="6350">
                <a:noFill/>
                <a:prstDash val="solid"/>
              </a:ln>
              <a:effectLst>
                <a:outerShdw blurRad="1270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lnSpc>
                    <a:spcPct val="120000"/>
                  </a:lnSpc>
                </a:pPr>
                <a:endParaRPr lang="zh-CN" altLang="en-US" b="1" dirty="0">
                  <a:solidFill>
                    <a:srgbClr val="000000"/>
                  </a:solidFill>
                  <a:sym typeface="Arial" panose="020B0604020202020204" pitchFamily="34" charset="0"/>
                </a:endParaRPr>
              </a:p>
            </p:txBody>
          </p:sp>
          <p:sp>
            <p:nvSpPr>
              <p:cNvPr id="24" name="Text1">
                <a:extLst>
                  <a:ext uri="{FF2B5EF4-FFF2-40B4-BE49-F238E27FC236}">
                    <a16:creationId xmlns:a16="http://schemas.microsoft.com/office/drawing/2014/main" id="{66743EC8-0FDE-24DC-EA6E-2879C33219D3}"/>
                  </a:ext>
                </a:extLst>
              </p:cNvPr>
              <p:cNvSpPr txBox="1"/>
              <p:nvPr/>
            </p:nvSpPr>
            <p:spPr>
              <a:xfrm>
                <a:off x="762169" y="2792730"/>
                <a:ext cx="2124446" cy="1022349"/>
              </a:xfrm>
              <a:prstGeom prst="rect">
                <a:avLst/>
              </a:prstGeom>
              <a:noFill/>
            </p:spPr>
            <p:txBody>
              <a:bodyPr wrap="square" lIns="91440" tIns="45720" rIns="91440" bIns="45720" rtlCol="0" anchor="t" anchorCtr="0">
                <a:normAutofit/>
              </a:bodyPr>
              <a:lstStyle>
                <a:defPPr>
                  <a:defRPr lang="zh-CN"/>
                </a:defPPr>
                <a:lvl1pPr marR="0" lvl="0" indent="0" fontAlgn="auto">
                  <a:lnSpc>
                    <a:spcPct val="130000"/>
                  </a:lnSpc>
                  <a:spcBef>
                    <a:spcPts val="0"/>
                  </a:spcBef>
                  <a:spcAft>
                    <a:spcPts val="0"/>
                  </a:spcAft>
                  <a:buClrTx/>
                  <a:buSzTx/>
                  <a:buFontTx/>
                  <a:buNone/>
                  <a:tabLst/>
                  <a:defRPr sz="1400">
                    <a:solidFill>
                      <a:schemeClr val="tx1">
                        <a:lumMod val="85000"/>
                        <a:lumOff val="15000"/>
                      </a:schemeClr>
                    </a:solidFill>
                    <a:latin typeface="OPPOSans R" panose="00020600040101010101" pitchFamily="18" charset="-122"/>
                    <a:ea typeface="OPPOSans R" panose="00020600040101010101" pitchFamily="18" charset="-122"/>
                    <a:cs typeface="OPPOSans R" panose="00020600040101010101" pitchFamily="18" charset="-122"/>
                  </a:defRPr>
                </a:lvl1pPr>
              </a:lstStyle>
              <a:p>
                <a:pPr>
                  <a:lnSpc>
                    <a:spcPct val="120000"/>
                  </a:lnSpc>
                </a:pPr>
                <a:r>
                  <a:rPr lang="zh-CN" altLang="en-US" sz="1200" dirty="0"/>
                  <a:t>行业发展加速，新技术不断涌现，推动整体技术升级。</a:t>
                </a:r>
                <a:endParaRPr lang="en-US" altLang="zh-CN" sz="1200" dirty="0"/>
              </a:p>
            </p:txBody>
          </p:sp>
          <p:sp>
            <p:nvSpPr>
              <p:cNvPr id="29" name="Bullet1">
                <a:extLst>
                  <a:ext uri="{FF2B5EF4-FFF2-40B4-BE49-F238E27FC236}">
                    <a16:creationId xmlns:a16="http://schemas.microsoft.com/office/drawing/2014/main" id="{DCA4AEFB-A6B3-DAF5-3C0C-B718BAEBF598}"/>
                  </a:ext>
                </a:extLst>
              </p:cNvPr>
              <p:cNvSpPr>
                <a:spLocks noChangeArrowheads="1"/>
              </p:cNvSpPr>
              <p:nvPr/>
            </p:nvSpPr>
            <p:spPr bwMode="auto">
              <a:xfrm>
                <a:off x="836320" y="2224405"/>
                <a:ext cx="1976144" cy="537682"/>
              </a:xfrm>
              <a:prstGeom prst="rect">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r>
                  <a:rPr lang="zh-CN" altLang="en-US" b="1" dirty="0">
                    <a:solidFill>
                      <a:schemeClr val="tx1"/>
                    </a:solidFill>
                  </a:rPr>
                  <a:t>技术创新驱动</a:t>
                </a:r>
                <a:endParaRPr lang="en-US" altLang="zh-CN" b="1" dirty="0">
                  <a:solidFill>
                    <a:schemeClr val="tx1"/>
                  </a:solidFill>
                </a:endParaRPr>
              </a:p>
            </p:txBody>
          </p:sp>
          <p:sp>
            <p:nvSpPr>
              <p:cNvPr id="34" name="Line1">
                <a:extLst>
                  <a:ext uri="{FF2B5EF4-FFF2-40B4-BE49-F238E27FC236}">
                    <a16:creationId xmlns:a16="http://schemas.microsoft.com/office/drawing/2014/main" id="{8E2CCF47-9C53-1105-61B4-7532E22FD113}"/>
                  </a:ext>
                </a:extLst>
              </p:cNvPr>
              <p:cNvSpPr>
                <a:spLocks noChangeShapeType="1"/>
              </p:cNvSpPr>
              <p:nvPr/>
            </p:nvSpPr>
            <p:spPr bwMode="auto">
              <a:xfrm flipV="1">
                <a:off x="1824392" y="4004585"/>
                <a:ext cx="0" cy="482786"/>
              </a:xfrm>
              <a:prstGeom prst="line">
                <a:avLst/>
              </a:prstGeom>
              <a:noFill/>
              <a:ln w="19050" cap="flat">
                <a:gradFill>
                  <a:gsLst>
                    <a:gs pos="0">
                      <a:schemeClr val="accent1">
                        <a:alpha val="0"/>
                      </a:schemeClr>
                    </a:gs>
                    <a:gs pos="90000">
                      <a:schemeClr val="accent1"/>
                    </a:gs>
                  </a:gsLst>
                  <a:lin ang="5400000" scaled="1"/>
                </a:gradFill>
                <a:prstDash val="solid"/>
                <a:miter lim="800000"/>
                <a:tailEnd type="oval"/>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55" name="组合 54">
              <a:extLst>
                <a:ext uri="{FF2B5EF4-FFF2-40B4-BE49-F238E27FC236}">
                  <a16:creationId xmlns:a16="http://schemas.microsoft.com/office/drawing/2014/main" id="{7103FCFA-D8B8-9F1C-6BFD-9FA2B55139FD}"/>
                </a:ext>
              </a:extLst>
            </p:cNvPr>
            <p:cNvGrpSpPr/>
            <p:nvPr/>
          </p:nvGrpSpPr>
          <p:grpSpPr>
            <a:xfrm>
              <a:off x="3023613" y="3871134"/>
              <a:ext cx="2231874" cy="2262966"/>
              <a:chOff x="2826113" y="3871134"/>
              <a:chExt cx="2231874" cy="2262966"/>
            </a:xfrm>
          </p:grpSpPr>
          <p:grpSp>
            <p:nvGrpSpPr>
              <p:cNvPr id="54" name="组合 53">
                <a:extLst>
                  <a:ext uri="{FF2B5EF4-FFF2-40B4-BE49-F238E27FC236}">
                    <a16:creationId xmlns:a16="http://schemas.microsoft.com/office/drawing/2014/main" id="{C7658C7E-6406-1D9E-0E3B-C2F06E545934}"/>
                  </a:ext>
                </a:extLst>
              </p:cNvPr>
              <p:cNvGrpSpPr/>
              <p:nvPr/>
            </p:nvGrpSpPr>
            <p:grpSpPr>
              <a:xfrm>
                <a:off x="2826113" y="4478987"/>
                <a:ext cx="2231874" cy="1655113"/>
                <a:chOff x="2826113" y="4478987"/>
                <a:chExt cx="2231874" cy="1655113"/>
              </a:xfrm>
            </p:grpSpPr>
            <p:sp>
              <p:nvSpPr>
                <p:cNvPr id="50" name="ComponentBackground2">
                  <a:extLst>
                    <a:ext uri="{FF2B5EF4-FFF2-40B4-BE49-F238E27FC236}">
                      <a16:creationId xmlns:a16="http://schemas.microsoft.com/office/drawing/2014/main" id="{E70FEA43-FA04-CC39-3588-576E4330FB06}"/>
                    </a:ext>
                  </a:extLst>
                </p:cNvPr>
                <p:cNvSpPr/>
                <p:nvPr/>
              </p:nvSpPr>
              <p:spPr>
                <a:xfrm>
                  <a:off x="2826113" y="4478987"/>
                  <a:ext cx="2231874" cy="1383011"/>
                </a:xfrm>
                <a:prstGeom prst="rect">
                  <a:avLst/>
                </a:prstGeom>
                <a:solidFill>
                  <a:srgbClr val="FFFFFF"/>
                </a:solidFill>
                <a:ln w="6350">
                  <a:noFill/>
                  <a:prstDash val="solid"/>
                </a:ln>
                <a:effectLst>
                  <a:outerShdw blurRad="1270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lnSpc>
                      <a:spcPct val="120000"/>
                    </a:lnSpc>
                  </a:pPr>
                  <a:endParaRPr lang="zh-CN" altLang="en-US" b="1" dirty="0">
                    <a:solidFill>
                      <a:srgbClr val="000000"/>
                    </a:solidFill>
                    <a:sym typeface="Arial" panose="020B0604020202020204" pitchFamily="34" charset="0"/>
                  </a:endParaRPr>
                </a:p>
              </p:txBody>
            </p:sp>
            <p:sp>
              <p:nvSpPr>
                <p:cNvPr id="51" name="Text2">
                  <a:extLst>
                    <a:ext uri="{FF2B5EF4-FFF2-40B4-BE49-F238E27FC236}">
                      <a16:creationId xmlns:a16="http://schemas.microsoft.com/office/drawing/2014/main" id="{6B779BCD-A841-02BE-5A3D-44B0FDB67750}"/>
                    </a:ext>
                  </a:extLst>
                </p:cNvPr>
                <p:cNvSpPr txBox="1"/>
                <p:nvPr/>
              </p:nvSpPr>
              <p:spPr>
                <a:xfrm>
                  <a:off x="2879827" y="4543426"/>
                  <a:ext cx="2124446" cy="1022349"/>
                </a:xfrm>
                <a:prstGeom prst="rect">
                  <a:avLst/>
                </a:prstGeom>
                <a:noFill/>
              </p:spPr>
              <p:txBody>
                <a:bodyPr wrap="square" lIns="91440" tIns="45720" rIns="91440" bIns="45720" rtlCol="0" anchor="t" anchorCtr="0">
                  <a:normAutofit/>
                </a:bodyPr>
                <a:lstStyle>
                  <a:defPPr>
                    <a:defRPr lang="zh-CN"/>
                  </a:defPPr>
                  <a:lvl1pPr marR="0" lvl="0" indent="0" fontAlgn="auto">
                    <a:lnSpc>
                      <a:spcPct val="130000"/>
                    </a:lnSpc>
                    <a:spcBef>
                      <a:spcPts val="0"/>
                    </a:spcBef>
                    <a:spcAft>
                      <a:spcPts val="0"/>
                    </a:spcAft>
                    <a:buClrTx/>
                    <a:buSzTx/>
                    <a:buFontTx/>
                    <a:buNone/>
                    <a:tabLst/>
                    <a:defRPr sz="1400">
                      <a:solidFill>
                        <a:schemeClr val="tx1">
                          <a:lumMod val="85000"/>
                          <a:lumOff val="15000"/>
                        </a:schemeClr>
                      </a:solidFill>
                      <a:latin typeface="OPPOSans R" panose="00020600040101010101" pitchFamily="18" charset="-122"/>
                      <a:ea typeface="OPPOSans R" panose="00020600040101010101" pitchFamily="18" charset="-122"/>
                      <a:cs typeface="OPPOSans R" panose="00020600040101010101" pitchFamily="18" charset="-122"/>
                    </a:defRPr>
                  </a:lvl1pPr>
                </a:lstStyle>
                <a:p>
                  <a:pPr>
                    <a:lnSpc>
                      <a:spcPct val="120000"/>
                    </a:lnSpc>
                  </a:pPr>
                  <a:r>
                    <a:rPr lang="zh-CN" altLang="en-US" sz="1200" dirty="0"/>
                    <a:t>随着消费升级，市场需求持续增长，市场规模逐年扩大。</a:t>
                  </a:r>
                  <a:endParaRPr lang="en-US" altLang="zh-CN" sz="1200" dirty="0"/>
                </a:p>
              </p:txBody>
            </p:sp>
            <p:sp>
              <p:nvSpPr>
                <p:cNvPr id="52" name="Bullet2">
                  <a:extLst>
                    <a:ext uri="{FF2B5EF4-FFF2-40B4-BE49-F238E27FC236}">
                      <a16:creationId xmlns:a16="http://schemas.microsoft.com/office/drawing/2014/main" id="{42387B25-0C84-CED2-A971-DDAED874E8C5}"/>
                    </a:ext>
                  </a:extLst>
                </p:cNvPr>
                <p:cNvSpPr>
                  <a:spLocks noChangeArrowheads="1"/>
                </p:cNvSpPr>
                <p:nvPr/>
              </p:nvSpPr>
              <p:spPr bwMode="auto">
                <a:xfrm>
                  <a:off x="2953979" y="5596418"/>
                  <a:ext cx="1976144" cy="537682"/>
                </a:xfrm>
                <a:prstGeom prst="rect">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r>
                    <a:rPr lang="zh-CN" altLang="en-US" b="1" dirty="0">
                      <a:solidFill>
                        <a:schemeClr val="tx1"/>
                      </a:solidFill>
                    </a:rPr>
                    <a:t>市场规模扩大</a:t>
                  </a:r>
                  <a:endParaRPr lang="en-US" altLang="zh-CN" b="1" dirty="0">
                    <a:solidFill>
                      <a:schemeClr val="tx1"/>
                    </a:solidFill>
                  </a:endParaRPr>
                </a:p>
              </p:txBody>
            </p:sp>
          </p:grpSp>
          <p:sp>
            <p:nvSpPr>
              <p:cNvPr id="53" name="Line1">
                <a:extLst>
                  <a:ext uri="{FF2B5EF4-FFF2-40B4-BE49-F238E27FC236}">
                    <a16:creationId xmlns:a16="http://schemas.microsoft.com/office/drawing/2014/main" id="{F4CE3314-292D-EB63-1E6F-F136C34B2C4B}"/>
                  </a:ext>
                </a:extLst>
              </p:cNvPr>
              <p:cNvSpPr>
                <a:spLocks noChangeShapeType="1"/>
              </p:cNvSpPr>
              <p:nvPr/>
            </p:nvSpPr>
            <p:spPr bwMode="auto">
              <a:xfrm>
                <a:off x="3942050" y="3871134"/>
                <a:ext cx="0" cy="482786"/>
              </a:xfrm>
              <a:prstGeom prst="line">
                <a:avLst/>
              </a:prstGeom>
              <a:noFill/>
              <a:ln w="19050" cap="flat">
                <a:gradFill>
                  <a:gsLst>
                    <a:gs pos="0">
                      <a:schemeClr val="accent1">
                        <a:alpha val="0"/>
                      </a:schemeClr>
                    </a:gs>
                    <a:gs pos="90000">
                      <a:schemeClr val="accent1"/>
                    </a:gs>
                  </a:gsLst>
                  <a:lin ang="5400000" scaled="1"/>
                </a:gradFill>
                <a:prstDash val="solid"/>
                <a:miter lim="800000"/>
                <a:tailEnd type="oval"/>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78" name="组合 77">
              <a:extLst>
                <a:ext uri="{FF2B5EF4-FFF2-40B4-BE49-F238E27FC236}">
                  <a16:creationId xmlns:a16="http://schemas.microsoft.com/office/drawing/2014/main" id="{1971E25D-C0BE-2D90-5D8F-BEAB7273A64F}"/>
                </a:ext>
              </a:extLst>
            </p:cNvPr>
            <p:cNvGrpSpPr/>
            <p:nvPr/>
          </p:nvGrpSpPr>
          <p:grpSpPr>
            <a:xfrm>
              <a:off x="4973713" y="1660525"/>
              <a:ext cx="2231874" cy="2262966"/>
              <a:chOff x="708455" y="2224405"/>
              <a:chExt cx="2231874" cy="2262966"/>
            </a:xfrm>
          </p:grpSpPr>
          <p:sp>
            <p:nvSpPr>
              <p:cNvPr id="79" name="ComponentBackground3">
                <a:extLst>
                  <a:ext uri="{FF2B5EF4-FFF2-40B4-BE49-F238E27FC236}">
                    <a16:creationId xmlns:a16="http://schemas.microsoft.com/office/drawing/2014/main" id="{BEAF9B45-DC37-AA47-05DF-1A31D73AA019}"/>
                  </a:ext>
                </a:extLst>
              </p:cNvPr>
              <p:cNvSpPr/>
              <p:nvPr/>
            </p:nvSpPr>
            <p:spPr>
              <a:xfrm>
                <a:off x="708455" y="2496507"/>
                <a:ext cx="2231874" cy="1383011"/>
              </a:xfrm>
              <a:prstGeom prst="rect">
                <a:avLst/>
              </a:prstGeom>
              <a:solidFill>
                <a:srgbClr val="FFFFFF"/>
              </a:solidFill>
              <a:ln w="6350">
                <a:noFill/>
                <a:prstDash val="solid"/>
              </a:ln>
              <a:effectLst>
                <a:outerShdw blurRad="1270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lnSpc>
                    <a:spcPct val="120000"/>
                  </a:lnSpc>
                </a:pPr>
                <a:endParaRPr lang="zh-CN" altLang="en-US" b="1" dirty="0">
                  <a:solidFill>
                    <a:srgbClr val="000000"/>
                  </a:solidFill>
                  <a:sym typeface="Arial" panose="020B0604020202020204" pitchFamily="34" charset="0"/>
                </a:endParaRPr>
              </a:p>
            </p:txBody>
          </p:sp>
          <p:sp>
            <p:nvSpPr>
              <p:cNvPr id="80" name="Text3">
                <a:extLst>
                  <a:ext uri="{FF2B5EF4-FFF2-40B4-BE49-F238E27FC236}">
                    <a16:creationId xmlns:a16="http://schemas.microsoft.com/office/drawing/2014/main" id="{65928A92-2E6A-37CA-8B95-82F5E7B53C67}"/>
                  </a:ext>
                </a:extLst>
              </p:cNvPr>
              <p:cNvSpPr txBox="1"/>
              <p:nvPr/>
            </p:nvSpPr>
            <p:spPr>
              <a:xfrm>
                <a:off x="762169" y="2792730"/>
                <a:ext cx="2124446" cy="1022349"/>
              </a:xfrm>
              <a:prstGeom prst="rect">
                <a:avLst/>
              </a:prstGeom>
              <a:noFill/>
            </p:spPr>
            <p:txBody>
              <a:bodyPr wrap="square" lIns="91440" tIns="45720" rIns="91440" bIns="45720" rtlCol="0" anchor="t" anchorCtr="0">
                <a:normAutofit/>
              </a:bodyPr>
              <a:lstStyle>
                <a:defPPr>
                  <a:defRPr lang="zh-CN"/>
                </a:defPPr>
                <a:lvl1pPr marR="0" lvl="0" indent="0" fontAlgn="auto">
                  <a:lnSpc>
                    <a:spcPct val="130000"/>
                  </a:lnSpc>
                  <a:spcBef>
                    <a:spcPts val="0"/>
                  </a:spcBef>
                  <a:spcAft>
                    <a:spcPts val="0"/>
                  </a:spcAft>
                  <a:buClrTx/>
                  <a:buSzTx/>
                  <a:buFontTx/>
                  <a:buNone/>
                  <a:tabLst/>
                  <a:defRPr sz="1400">
                    <a:solidFill>
                      <a:schemeClr val="tx1">
                        <a:lumMod val="85000"/>
                        <a:lumOff val="15000"/>
                      </a:schemeClr>
                    </a:solidFill>
                    <a:latin typeface="OPPOSans R" panose="00020600040101010101" pitchFamily="18" charset="-122"/>
                    <a:ea typeface="OPPOSans R" panose="00020600040101010101" pitchFamily="18" charset="-122"/>
                    <a:cs typeface="OPPOSans R" panose="00020600040101010101" pitchFamily="18" charset="-122"/>
                  </a:defRPr>
                </a:lvl1pPr>
              </a:lstStyle>
              <a:p>
                <a:pPr>
                  <a:lnSpc>
                    <a:spcPct val="120000"/>
                  </a:lnSpc>
                </a:pPr>
                <a:r>
                  <a:rPr lang="zh-CN" altLang="en-US" sz="1200" dirty="0"/>
                  <a:t>市场竞争加剧，新兴企业崛起，传统企业面临转型压力。</a:t>
                </a:r>
                <a:endParaRPr lang="en-US" altLang="zh-CN" sz="1200" dirty="0"/>
              </a:p>
            </p:txBody>
          </p:sp>
          <p:sp>
            <p:nvSpPr>
              <p:cNvPr id="81" name="Bullet3">
                <a:extLst>
                  <a:ext uri="{FF2B5EF4-FFF2-40B4-BE49-F238E27FC236}">
                    <a16:creationId xmlns:a16="http://schemas.microsoft.com/office/drawing/2014/main" id="{48FE0667-93FA-54FB-E5F1-421E5227CDE9}"/>
                  </a:ext>
                </a:extLst>
              </p:cNvPr>
              <p:cNvSpPr>
                <a:spLocks noChangeArrowheads="1"/>
              </p:cNvSpPr>
              <p:nvPr/>
            </p:nvSpPr>
            <p:spPr bwMode="auto">
              <a:xfrm>
                <a:off x="836321" y="2224405"/>
                <a:ext cx="1976144" cy="537682"/>
              </a:xfrm>
              <a:prstGeom prst="rect">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r>
                  <a:rPr lang="zh-CN" altLang="en-US" b="1" dirty="0">
                    <a:solidFill>
                      <a:schemeClr val="tx1"/>
                    </a:solidFill>
                  </a:rPr>
                  <a:t>竞争格局演变</a:t>
                </a:r>
                <a:endParaRPr lang="en-US" altLang="zh-CN" b="1" dirty="0">
                  <a:solidFill>
                    <a:schemeClr val="tx1"/>
                  </a:solidFill>
                </a:endParaRPr>
              </a:p>
            </p:txBody>
          </p:sp>
          <p:sp>
            <p:nvSpPr>
              <p:cNvPr id="82" name="Line1">
                <a:extLst>
                  <a:ext uri="{FF2B5EF4-FFF2-40B4-BE49-F238E27FC236}">
                    <a16:creationId xmlns:a16="http://schemas.microsoft.com/office/drawing/2014/main" id="{25392B9F-B782-FC48-E706-81E3B4C107E6}"/>
                  </a:ext>
                </a:extLst>
              </p:cNvPr>
              <p:cNvSpPr>
                <a:spLocks noChangeShapeType="1"/>
              </p:cNvSpPr>
              <p:nvPr/>
            </p:nvSpPr>
            <p:spPr bwMode="auto">
              <a:xfrm flipV="1">
                <a:off x="1824392" y="4004585"/>
                <a:ext cx="0" cy="482786"/>
              </a:xfrm>
              <a:prstGeom prst="line">
                <a:avLst/>
              </a:prstGeom>
              <a:noFill/>
              <a:ln w="19050" cap="flat">
                <a:gradFill>
                  <a:gsLst>
                    <a:gs pos="0">
                      <a:schemeClr val="accent1">
                        <a:alpha val="0"/>
                      </a:schemeClr>
                    </a:gs>
                    <a:gs pos="90000">
                      <a:schemeClr val="accent1"/>
                    </a:gs>
                  </a:gsLst>
                  <a:lin ang="5400000" scaled="1"/>
                </a:gradFill>
                <a:prstDash val="solid"/>
                <a:miter lim="800000"/>
                <a:tailEnd type="oval"/>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83" name="组合 82">
              <a:extLst>
                <a:ext uri="{FF2B5EF4-FFF2-40B4-BE49-F238E27FC236}">
                  <a16:creationId xmlns:a16="http://schemas.microsoft.com/office/drawing/2014/main" id="{ED1BAE56-35F0-9D0F-5B88-A17716B42817}"/>
                </a:ext>
              </a:extLst>
            </p:cNvPr>
            <p:cNvGrpSpPr/>
            <p:nvPr/>
          </p:nvGrpSpPr>
          <p:grpSpPr>
            <a:xfrm>
              <a:off x="6923813" y="3782234"/>
              <a:ext cx="2231874" cy="2262966"/>
              <a:chOff x="2826113" y="3871134"/>
              <a:chExt cx="2231874" cy="2262966"/>
            </a:xfrm>
          </p:grpSpPr>
          <p:grpSp>
            <p:nvGrpSpPr>
              <p:cNvPr id="84" name="组合 83">
                <a:extLst>
                  <a:ext uri="{FF2B5EF4-FFF2-40B4-BE49-F238E27FC236}">
                    <a16:creationId xmlns:a16="http://schemas.microsoft.com/office/drawing/2014/main" id="{BBAA643E-ADDE-E980-2643-F72792B3D6D6}"/>
                  </a:ext>
                </a:extLst>
              </p:cNvPr>
              <p:cNvGrpSpPr/>
              <p:nvPr/>
            </p:nvGrpSpPr>
            <p:grpSpPr>
              <a:xfrm>
                <a:off x="2826113" y="4478987"/>
                <a:ext cx="2231874" cy="1655113"/>
                <a:chOff x="2826113" y="4478987"/>
                <a:chExt cx="2231874" cy="1655113"/>
              </a:xfrm>
            </p:grpSpPr>
            <p:sp>
              <p:nvSpPr>
                <p:cNvPr id="86" name="ComponentBackground4">
                  <a:extLst>
                    <a:ext uri="{FF2B5EF4-FFF2-40B4-BE49-F238E27FC236}">
                      <a16:creationId xmlns:a16="http://schemas.microsoft.com/office/drawing/2014/main" id="{A7003AD9-F896-3A91-D88A-BAD3FE727699}"/>
                    </a:ext>
                  </a:extLst>
                </p:cNvPr>
                <p:cNvSpPr/>
                <p:nvPr/>
              </p:nvSpPr>
              <p:spPr>
                <a:xfrm>
                  <a:off x="2826113" y="4478987"/>
                  <a:ext cx="2231874" cy="1383011"/>
                </a:xfrm>
                <a:prstGeom prst="rect">
                  <a:avLst/>
                </a:prstGeom>
                <a:solidFill>
                  <a:srgbClr val="FFFFFF"/>
                </a:solidFill>
                <a:ln w="6350">
                  <a:noFill/>
                  <a:prstDash val="solid"/>
                </a:ln>
                <a:effectLst>
                  <a:outerShdw blurRad="1270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lnSpc>
                      <a:spcPct val="120000"/>
                    </a:lnSpc>
                  </a:pPr>
                  <a:endParaRPr lang="zh-CN" altLang="en-US" b="1" dirty="0">
                    <a:solidFill>
                      <a:srgbClr val="000000"/>
                    </a:solidFill>
                    <a:sym typeface="Arial" panose="020B0604020202020204" pitchFamily="34" charset="0"/>
                  </a:endParaRPr>
                </a:p>
              </p:txBody>
            </p:sp>
            <p:sp>
              <p:nvSpPr>
                <p:cNvPr id="87" name="Text4">
                  <a:extLst>
                    <a:ext uri="{FF2B5EF4-FFF2-40B4-BE49-F238E27FC236}">
                      <a16:creationId xmlns:a16="http://schemas.microsoft.com/office/drawing/2014/main" id="{0FD8FA6B-3658-BE98-F073-4D2FE5F78960}"/>
                    </a:ext>
                  </a:extLst>
                </p:cNvPr>
                <p:cNvSpPr txBox="1"/>
                <p:nvPr/>
              </p:nvSpPr>
              <p:spPr>
                <a:xfrm>
                  <a:off x="2879827" y="4543426"/>
                  <a:ext cx="2124446" cy="1022349"/>
                </a:xfrm>
                <a:prstGeom prst="rect">
                  <a:avLst/>
                </a:prstGeom>
                <a:noFill/>
              </p:spPr>
              <p:txBody>
                <a:bodyPr wrap="square" lIns="91440" tIns="45720" rIns="91440" bIns="45720" rtlCol="0" anchor="t" anchorCtr="0">
                  <a:normAutofit/>
                </a:bodyPr>
                <a:lstStyle>
                  <a:defPPr>
                    <a:defRPr lang="zh-CN"/>
                  </a:defPPr>
                  <a:lvl1pPr marR="0" lvl="0" indent="0" fontAlgn="auto">
                    <a:lnSpc>
                      <a:spcPct val="130000"/>
                    </a:lnSpc>
                    <a:spcBef>
                      <a:spcPts val="0"/>
                    </a:spcBef>
                    <a:spcAft>
                      <a:spcPts val="0"/>
                    </a:spcAft>
                    <a:buClrTx/>
                    <a:buSzTx/>
                    <a:buFontTx/>
                    <a:buNone/>
                    <a:tabLst/>
                    <a:defRPr sz="1400">
                      <a:solidFill>
                        <a:schemeClr val="tx1">
                          <a:lumMod val="85000"/>
                          <a:lumOff val="15000"/>
                        </a:schemeClr>
                      </a:solidFill>
                      <a:latin typeface="OPPOSans R" panose="00020600040101010101" pitchFamily="18" charset="-122"/>
                      <a:ea typeface="OPPOSans R" panose="00020600040101010101" pitchFamily="18" charset="-122"/>
                      <a:cs typeface="OPPOSans R" panose="00020600040101010101" pitchFamily="18" charset="-122"/>
                    </a:defRPr>
                  </a:lvl1pPr>
                </a:lstStyle>
                <a:p>
                  <a:pPr>
                    <a:lnSpc>
                      <a:spcPct val="120000"/>
                    </a:lnSpc>
                  </a:pPr>
                  <a:r>
                    <a:rPr lang="zh-CN" altLang="en-US" sz="1200" dirty="0"/>
                    <a:t>政策支持力度加大，行业规范逐渐完善，有利于健康发展。</a:t>
                  </a:r>
                  <a:endParaRPr lang="en-US" altLang="zh-CN" sz="1200" dirty="0"/>
                </a:p>
              </p:txBody>
            </p:sp>
            <p:sp>
              <p:nvSpPr>
                <p:cNvPr id="88" name="Bullet4">
                  <a:extLst>
                    <a:ext uri="{FF2B5EF4-FFF2-40B4-BE49-F238E27FC236}">
                      <a16:creationId xmlns:a16="http://schemas.microsoft.com/office/drawing/2014/main" id="{79EF889A-593C-0E9F-65EA-9D1DE462543A}"/>
                    </a:ext>
                  </a:extLst>
                </p:cNvPr>
                <p:cNvSpPr>
                  <a:spLocks noChangeArrowheads="1"/>
                </p:cNvSpPr>
                <p:nvPr/>
              </p:nvSpPr>
              <p:spPr bwMode="auto">
                <a:xfrm>
                  <a:off x="2953979" y="5596418"/>
                  <a:ext cx="1976144" cy="537682"/>
                </a:xfrm>
                <a:prstGeom prst="rect">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r>
                    <a:rPr lang="zh-CN" altLang="en-US" b="1" dirty="0">
                      <a:solidFill>
                        <a:schemeClr val="tx1"/>
                      </a:solidFill>
                    </a:rPr>
                    <a:t>政策导向明显</a:t>
                  </a:r>
                  <a:endParaRPr lang="en-US" altLang="zh-CN" b="1" dirty="0">
                    <a:solidFill>
                      <a:schemeClr val="tx1"/>
                    </a:solidFill>
                  </a:endParaRPr>
                </a:p>
              </p:txBody>
            </p:sp>
          </p:grpSp>
          <p:sp>
            <p:nvSpPr>
              <p:cNvPr id="85" name="Line1">
                <a:extLst>
                  <a:ext uri="{FF2B5EF4-FFF2-40B4-BE49-F238E27FC236}">
                    <a16:creationId xmlns:a16="http://schemas.microsoft.com/office/drawing/2014/main" id="{E5DE83DF-1D6A-91C0-7790-B51EC9D763CE}"/>
                  </a:ext>
                </a:extLst>
              </p:cNvPr>
              <p:cNvSpPr>
                <a:spLocks noChangeShapeType="1"/>
              </p:cNvSpPr>
              <p:nvPr/>
            </p:nvSpPr>
            <p:spPr bwMode="auto">
              <a:xfrm>
                <a:off x="3942050" y="3871134"/>
                <a:ext cx="0" cy="482786"/>
              </a:xfrm>
              <a:prstGeom prst="line">
                <a:avLst/>
              </a:prstGeom>
              <a:noFill/>
              <a:ln w="19050" cap="flat">
                <a:gradFill>
                  <a:gsLst>
                    <a:gs pos="0">
                      <a:schemeClr val="accent1">
                        <a:alpha val="0"/>
                      </a:schemeClr>
                    </a:gs>
                    <a:gs pos="90000">
                      <a:schemeClr val="accent1"/>
                    </a:gs>
                  </a:gsLst>
                  <a:lin ang="5400000" scaled="1"/>
                </a:gradFill>
                <a:prstDash val="solid"/>
                <a:miter lim="800000"/>
                <a:tailEnd type="oval"/>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89" name="组合 88">
              <a:extLst>
                <a:ext uri="{FF2B5EF4-FFF2-40B4-BE49-F238E27FC236}">
                  <a16:creationId xmlns:a16="http://schemas.microsoft.com/office/drawing/2014/main" id="{5D0F9FBF-8D0C-DD85-F1A8-C5D27990319D}"/>
                </a:ext>
              </a:extLst>
            </p:cNvPr>
            <p:cNvGrpSpPr/>
            <p:nvPr/>
          </p:nvGrpSpPr>
          <p:grpSpPr>
            <a:xfrm>
              <a:off x="8873913" y="1508125"/>
              <a:ext cx="2231874" cy="2262966"/>
              <a:chOff x="708455" y="2224405"/>
              <a:chExt cx="2231874" cy="2262966"/>
            </a:xfrm>
          </p:grpSpPr>
          <p:sp>
            <p:nvSpPr>
              <p:cNvPr id="90" name="ComponentBackground5">
                <a:extLst>
                  <a:ext uri="{FF2B5EF4-FFF2-40B4-BE49-F238E27FC236}">
                    <a16:creationId xmlns:a16="http://schemas.microsoft.com/office/drawing/2014/main" id="{61CD617B-F343-7302-39E5-6312527B94AA}"/>
                  </a:ext>
                </a:extLst>
              </p:cNvPr>
              <p:cNvSpPr/>
              <p:nvPr/>
            </p:nvSpPr>
            <p:spPr>
              <a:xfrm>
                <a:off x="708455" y="2496507"/>
                <a:ext cx="2231874" cy="1383011"/>
              </a:xfrm>
              <a:prstGeom prst="rect">
                <a:avLst/>
              </a:prstGeom>
              <a:solidFill>
                <a:srgbClr val="FFFFFF"/>
              </a:solidFill>
              <a:ln w="6350">
                <a:noFill/>
                <a:prstDash val="solid"/>
              </a:ln>
              <a:effectLst>
                <a:outerShdw blurRad="1270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lnSpc>
                    <a:spcPct val="120000"/>
                  </a:lnSpc>
                </a:pPr>
                <a:endParaRPr lang="zh-CN" altLang="en-US" b="1" dirty="0">
                  <a:solidFill>
                    <a:srgbClr val="000000"/>
                  </a:solidFill>
                  <a:sym typeface="Arial" panose="020B0604020202020204" pitchFamily="34" charset="0"/>
                </a:endParaRPr>
              </a:p>
            </p:txBody>
          </p:sp>
          <p:sp>
            <p:nvSpPr>
              <p:cNvPr id="91" name="Text5">
                <a:extLst>
                  <a:ext uri="{FF2B5EF4-FFF2-40B4-BE49-F238E27FC236}">
                    <a16:creationId xmlns:a16="http://schemas.microsoft.com/office/drawing/2014/main" id="{6F7B81DB-B6AB-2EA7-8E98-42B435580B85}"/>
                  </a:ext>
                </a:extLst>
              </p:cNvPr>
              <p:cNvSpPr txBox="1"/>
              <p:nvPr/>
            </p:nvSpPr>
            <p:spPr>
              <a:xfrm>
                <a:off x="762169" y="2792730"/>
                <a:ext cx="2124446" cy="1022349"/>
              </a:xfrm>
              <a:prstGeom prst="rect">
                <a:avLst/>
              </a:prstGeom>
              <a:noFill/>
            </p:spPr>
            <p:txBody>
              <a:bodyPr wrap="square" lIns="91440" tIns="45720" rIns="91440" bIns="45720" rtlCol="0" anchor="t" anchorCtr="0">
                <a:normAutofit/>
              </a:bodyPr>
              <a:lstStyle>
                <a:defPPr>
                  <a:defRPr lang="zh-CN"/>
                </a:defPPr>
                <a:lvl1pPr marR="0" lvl="0" indent="0" fontAlgn="auto">
                  <a:lnSpc>
                    <a:spcPct val="130000"/>
                  </a:lnSpc>
                  <a:spcBef>
                    <a:spcPts val="0"/>
                  </a:spcBef>
                  <a:spcAft>
                    <a:spcPts val="0"/>
                  </a:spcAft>
                  <a:buClrTx/>
                  <a:buSzTx/>
                  <a:buFontTx/>
                  <a:buNone/>
                  <a:tabLst/>
                  <a:defRPr sz="1400">
                    <a:solidFill>
                      <a:schemeClr val="tx1">
                        <a:lumMod val="85000"/>
                        <a:lumOff val="15000"/>
                      </a:schemeClr>
                    </a:solidFill>
                    <a:latin typeface="OPPOSans R" panose="00020600040101010101" pitchFamily="18" charset="-122"/>
                    <a:ea typeface="OPPOSans R" panose="00020600040101010101" pitchFamily="18" charset="-122"/>
                    <a:cs typeface="OPPOSans R" panose="00020600040101010101" pitchFamily="18" charset="-122"/>
                  </a:defRPr>
                </a:lvl1pPr>
              </a:lstStyle>
              <a:p>
                <a:pPr>
                  <a:lnSpc>
                    <a:spcPct val="120000"/>
                  </a:lnSpc>
                </a:pPr>
                <a:r>
                  <a:rPr lang="zh-CN" altLang="en-US" sz="1200" dirty="0"/>
                  <a:t>国际市场拓展加速，行业品牌影响力不断提升，全球化趋势明显。</a:t>
                </a:r>
                <a:endParaRPr lang="en-US" altLang="zh-CN" sz="1200" dirty="0"/>
              </a:p>
            </p:txBody>
          </p:sp>
          <p:sp>
            <p:nvSpPr>
              <p:cNvPr id="92" name="Bullet5">
                <a:extLst>
                  <a:ext uri="{FF2B5EF4-FFF2-40B4-BE49-F238E27FC236}">
                    <a16:creationId xmlns:a16="http://schemas.microsoft.com/office/drawing/2014/main" id="{82679D46-CFBF-3EDE-8EC5-ED73837CE5B5}"/>
                  </a:ext>
                </a:extLst>
              </p:cNvPr>
              <p:cNvSpPr>
                <a:spLocks noChangeArrowheads="1"/>
              </p:cNvSpPr>
              <p:nvPr/>
            </p:nvSpPr>
            <p:spPr bwMode="auto">
              <a:xfrm>
                <a:off x="836321" y="2224405"/>
                <a:ext cx="1976144" cy="537682"/>
              </a:xfrm>
              <a:prstGeom prst="rect">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r>
                  <a:rPr lang="zh-CN" altLang="en-US" b="1" dirty="0">
                    <a:solidFill>
                      <a:schemeClr val="tx1"/>
                    </a:solidFill>
                  </a:rPr>
                  <a:t>国际化步伐加快</a:t>
                </a:r>
                <a:endParaRPr lang="en-US" altLang="zh-CN" b="1" dirty="0">
                  <a:solidFill>
                    <a:schemeClr val="tx1"/>
                  </a:solidFill>
                </a:endParaRPr>
              </a:p>
            </p:txBody>
          </p:sp>
          <p:sp>
            <p:nvSpPr>
              <p:cNvPr id="93" name="Line1">
                <a:extLst>
                  <a:ext uri="{FF2B5EF4-FFF2-40B4-BE49-F238E27FC236}">
                    <a16:creationId xmlns:a16="http://schemas.microsoft.com/office/drawing/2014/main" id="{D45EE721-91F2-757A-41C5-EAC22B62D620}"/>
                  </a:ext>
                </a:extLst>
              </p:cNvPr>
              <p:cNvSpPr>
                <a:spLocks noChangeShapeType="1"/>
              </p:cNvSpPr>
              <p:nvPr/>
            </p:nvSpPr>
            <p:spPr bwMode="auto">
              <a:xfrm flipV="1">
                <a:off x="1824392" y="4004585"/>
                <a:ext cx="0" cy="482786"/>
              </a:xfrm>
              <a:prstGeom prst="line">
                <a:avLst/>
              </a:prstGeom>
              <a:noFill/>
              <a:ln w="19050" cap="flat">
                <a:gradFill>
                  <a:gsLst>
                    <a:gs pos="0">
                      <a:schemeClr val="accent1">
                        <a:alpha val="0"/>
                      </a:schemeClr>
                    </a:gs>
                    <a:gs pos="90000">
                      <a:schemeClr val="accent1"/>
                    </a:gs>
                  </a:gsLst>
                  <a:lin ang="5400000" scaled="1"/>
                </a:gradFill>
                <a:prstDash val="solid"/>
                <a:miter lim="800000"/>
                <a:tailEnd type="oval"/>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sp>
        <p:nvSpPr>
          <p:cNvPr id="2" name="标题 1">
            <a:extLst>
              <a:ext uri="{FF2B5EF4-FFF2-40B4-BE49-F238E27FC236}">
                <a16:creationId xmlns:a16="http://schemas.microsoft.com/office/drawing/2014/main" id="{74039836-0B4F-AF43-290F-A33EEDFA0D15}"/>
              </a:ext>
            </a:extLst>
          </p:cNvPr>
          <p:cNvSpPr>
            <a:spLocks noGrp="1"/>
          </p:cNvSpPr>
          <p:nvPr>
            <p:ph type="title"/>
          </p:nvPr>
        </p:nvSpPr>
        <p:spPr/>
        <p:txBody>
          <a:bodyPr/>
          <a:lstStyle/>
          <a:p>
            <a:r>
              <a:rPr lang="zh-CN" altLang="en-US" dirty="0"/>
              <a:t>行业趋势</a:t>
            </a:r>
          </a:p>
        </p:txBody>
      </p:sp>
    </p:spTree>
    <p:extLst>
      <p:ext uri="{BB962C8B-B14F-4D97-AF65-F5344CB8AC3E}">
        <p14:creationId xmlns:p14="http://schemas.microsoft.com/office/powerpoint/2010/main" val="1175142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9B75D1-1AFE-66A1-FB69-EB3827AFCBDA}"/>
              </a:ext>
            </a:extLst>
          </p:cNvPr>
          <p:cNvSpPr>
            <a:spLocks noGrp="1"/>
          </p:cNvSpPr>
          <p:nvPr>
            <p:ph type="title"/>
          </p:nvPr>
        </p:nvSpPr>
        <p:spPr/>
        <p:txBody>
          <a:bodyPr/>
          <a:lstStyle/>
          <a:p>
            <a:r>
              <a:rPr lang="zh-CN" altLang="en-US"/>
              <a:t>竞争格局</a:t>
            </a:r>
          </a:p>
        </p:txBody>
      </p:sp>
      <p:grpSp>
        <p:nvGrpSpPr>
          <p:cNvPr id="49" name="组合 48">
            <a:extLst>
              <a:ext uri="{FF2B5EF4-FFF2-40B4-BE49-F238E27FC236}">
                <a16:creationId xmlns:a16="http://schemas.microsoft.com/office/drawing/2014/main" id="{AE74CB12-8765-55C6-DE11-4AB8634FCFDD}"/>
              </a:ext>
            </a:extLst>
          </p:cNvPr>
          <p:cNvGrpSpPr/>
          <p:nvPr/>
        </p:nvGrpSpPr>
        <p:grpSpPr>
          <a:xfrm>
            <a:off x="0" y="-8792"/>
            <a:ext cx="12193122" cy="6875584"/>
            <a:chOff x="0" y="-8792"/>
            <a:chExt cx="12193122" cy="6875584"/>
          </a:xfrm>
        </p:grpSpPr>
        <p:grpSp>
          <p:nvGrpSpPr>
            <p:cNvPr id="3" name="组合 2">
              <a:extLst>
                <a:ext uri="{FF2B5EF4-FFF2-40B4-BE49-F238E27FC236}">
                  <a16:creationId xmlns:a16="http://schemas.microsoft.com/office/drawing/2014/main" id="{8B2B1497-5A5F-B654-1B24-3657377597E3}"/>
                </a:ext>
              </a:extLst>
            </p:cNvPr>
            <p:cNvGrpSpPr/>
            <p:nvPr/>
          </p:nvGrpSpPr>
          <p:grpSpPr>
            <a:xfrm>
              <a:off x="444500" y="-8792"/>
              <a:ext cx="11748622" cy="6875584"/>
              <a:chOff x="444500" y="-8792"/>
              <a:chExt cx="11748622" cy="6875584"/>
            </a:xfrm>
          </p:grpSpPr>
          <p:sp>
            <p:nvSpPr>
              <p:cNvPr id="4" name="PictureMisc">
                <a:extLst>
                  <a:ext uri="{FF2B5EF4-FFF2-40B4-BE49-F238E27FC236}">
                    <a16:creationId xmlns:a16="http://schemas.microsoft.com/office/drawing/2014/main" id="{2F5235A3-3D71-94AB-6AA5-73A1AD8400DF}"/>
                  </a:ext>
                </a:extLst>
              </p:cNvPr>
              <p:cNvSpPr/>
              <p:nvPr/>
            </p:nvSpPr>
            <p:spPr>
              <a:xfrm>
                <a:off x="5511799" y="-8792"/>
                <a:ext cx="6681323" cy="6875584"/>
              </a:xfrm>
              <a:custGeom>
                <a:avLst/>
                <a:gdLst/>
                <a:ahLst/>
                <a:cxnLst/>
                <a:rect l="l" t="t" r="r" b="b"/>
                <a:pathLst>
                  <a:path w="10674350" h="9753600" extrusionOk="0">
                    <a:moveTo>
                      <a:pt x="10674146" y="0"/>
                    </a:moveTo>
                    <a:lnTo>
                      <a:pt x="7496911" y="0"/>
                    </a:lnTo>
                    <a:lnTo>
                      <a:pt x="0" y="9753600"/>
                    </a:lnTo>
                    <a:lnTo>
                      <a:pt x="10674146" y="9753600"/>
                    </a:lnTo>
                    <a:lnTo>
                      <a:pt x="10674146" y="0"/>
                    </a:lnTo>
                    <a:close/>
                  </a:path>
                </a:pathLst>
              </a:custGeom>
              <a:blipFill>
                <a:blip r:embed="rId3">
                  <a:extLst>
                    <a:ext uri="{BEBA8EAE-BF5A-486C-A8C5-ECC9F3942E4B}">
                      <a14:imgProps xmlns:a14="http://schemas.microsoft.com/office/drawing/2010/main">
                        <a14:imgLayer>
                          <a14:imgEffect>
                            <a14:colorTemperature colorTemp="8000"/>
                          </a14:imgEffect>
                        </a14:imgLayer>
                      </a14:imgProps>
                    </a:ext>
                  </a:extLst>
                </a:blip>
                <a:stretch>
                  <a:fillRect l="-27234" r="-27130"/>
                </a:stretch>
              </a:blipFill>
              <a:ln w="28575"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solidFill>
                    <a:schemeClr val="lt1"/>
                  </a:solidFill>
                </a:endParaRPr>
              </a:p>
            </p:txBody>
          </p:sp>
          <p:sp>
            <p:nvSpPr>
              <p:cNvPr id="5" name="Title">
                <a:extLst>
                  <a:ext uri="{FF2B5EF4-FFF2-40B4-BE49-F238E27FC236}">
                    <a16:creationId xmlns:a16="http://schemas.microsoft.com/office/drawing/2014/main" id="{E1285FE3-B012-39F3-4221-2148576AED51}"/>
                  </a:ext>
                </a:extLst>
              </p:cNvPr>
              <p:cNvSpPr txBox="1"/>
              <p:nvPr/>
            </p:nvSpPr>
            <p:spPr>
              <a:xfrm>
                <a:off x="660400" y="1130300"/>
                <a:ext cx="10858500" cy="461665"/>
              </a:xfrm>
              <a:prstGeom prst="rect">
                <a:avLst/>
              </a:prstGeom>
              <a:noFill/>
            </p:spPr>
            <p:txBody>
              <a:bodyPr vert="horz" wrap="square" rtlCol="0" anchor="t" anchorCtr="0">
                <a:normAutofit/>
              </a:bodyPr>
              <a:lstStyle/>
              <a:p>
                <a:r>
                  <a:rPr lang="zh-CN" altLang="en-US" sz="2400" b="1"/>
                  <a:t>主要竞争对手动态及市场份额分析</a:t>
                </a:r>
                <a:endParaRPr lang="zh-CN" altLang="en-US" sz="2400" b="1" dirty="0"/>
              </a:p>
            </p:txBody>
          </p:sp>
          <p:grpSp>
            <p:nvGrpSpPr>
              <p:cNvPr id="6" name="组合 5">
                <a:extLst>
                  <a:ext uri="{FF2B5EF4-FFF2-40B4-BE49-F238E27FC236}">
                    <a16:creationId xmlns:a16="http://schemas.microsoft.com/office/drawing/2014/main" id="{DCE87446-140B-4447-6ADF-5808F9851CDE}"/>
                  </a:ext>
                </a:extLst>
              </p:cNvPr>
              <p:cNvGrpSpPr/>
              <p:nvPr/>
            </p:nvGrpSpPr>
            <p:grpSpPr>
              <a:xfrm>
                <a:off x="2054302" y="1976836"/>
                <a:ext cx="5067299" cy="1208942"/>
                <a:chOff x="2054302" y="1976836"/>
                <a:chExt cx="5067299" cy="1208942"/>
              </a:xfrm>
            </p:grpSpPr>
            <p:sp>
              <p:nvSpPr>
                <p:cNvPr id="17" name="Text1">
                  <a:extLst>
                    <a:ext uri="{FF2B5EF4-FFF2-40B4-BE49-F238E27FC236}">
                      <a16:creationId xmlns:a16="http://schemas.microsoft.com/office/drawing/2014/main" id="{CDDC19FA-BB6F-2C59-B8A2-F9FF221FA74B}"/>
                    </a:ext>
                  </a:extLst>
                </p:cNvPr>
                <p:cNvSpPr/>
                <p:nvPr/>
              </p:nvSpPr>
              <p:spPr bwMode="auto">
                <a:xfrm>
                  <a:off x="3164690" y="2429778"/>
                  <a:ext cx="3956911" cy="75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a:t>对本季度主要竞争对手进行了全面梳理，包括市场份额、产品特点、业务策略等。</a:t>
                  </a:r>
                  <a:endParaRPr lang="en-US" altLang="zh-CN" sz="1200" dirty="0"/>
                </a:p>
              </p:txBody>
            </p:sp>
            <p:sp>
              <p:nvSpPr>
                <p:cNvPr id="18" name="Bullet1">
                  <a:extLst>
                    <a:ext uri="{FF2B5EF4-FFF2-40B4-BE49-F238E27FC236}">
                      <a16:creationId xmlns:a16="http://schemas.microsoft.com/office/drawing/2014/main" id="{82838A10-3D41-06A5-1D59-EC3CDBA6BCF0}"/>
                    </a:ext>
                  </a:extLst>
                </p:cNvPr>
                <p:cNvSpPr txBox="1"/>
                <p:nvPr/>
              </p:nvSpPr>
              <p:spPr bwMode="auto">
                <a:xfrm>
                  <a:off x="3164690" y="1984363"/>
                  <a:ext cx="3956911" cy="445413"/>
                </a:xfrm>
                <a:prstGeom prst="rect">
                  <a:avLst/>
                </a:prstGeom>
                <a:noFill/>
                <a:ln>
                  <a:noFill/>
                </a:ln>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b="1" dirty="0"/>
                    <a:t>竞争对手概览</a:t>
                  </a:r>
                  <a:endParaRPr lang="en-US" altLang="zh-CN" b="1" dirty="0"/>
                </a:p>
              </p:txBody>
            </p:sp>
            <p:sp>
              <p:nvSpPr>
                <p:cNvPr id="19" name="Number1">
                  <a:extLst>
                    <a:ext uri="{FF2B5EF4-FFF2-40B4-BE49-F238E27FC236}">
                      <a16:creationId xmlns:a16="http://schemas.microsoft.com/office/drawing/2014/main" id="{DD7E3A17-1F1E-2C4E-568C-3A8DDE8518FE}"/>
                    </a:ext>
                  </a:extLst>
                </p:cNvPr>
                <p:cNvSpPr/>
                <p:nvPr/>
              </p:nvSpPr>
              <p:spPr>
                <a:xfrm>
                  <a:off x="2054302" y="1976836"/>
                  <a:ext cx="862738" cy="862738"/>
                </a:xfrm>
                <a:prstGeom prst="rect">
                  <a:avLst/>
                </a:prstGeom>
                <a:noFill/>
                <a:ln w="12700">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lang="en-US" altLang="zh-CN" sz="3200" dirty="0">
                      <a:solidFill>
                        <a:schemeClr val="accent1"/>
                      </a:solidFill>
                    </a:rPr>
                    <a:t>1</a:t>
                  </a:r>
                  <a:endParaRPr lang="en-US" sz="3200" dirty="0">
                    <a:solidFill>
                      <a:schemeClr val="accent1"/>
                    </a:solidFill>
                  </a:endParaRPr>
                </a:p>
              </p:txBody>
            </p:sp>
            <p:cxnSp>
              <p:nvCxnSpPr>
                <p:cNvPr id="20" name="iślíḑè">
                  <a:extLst>
                    <a:ext uri="{FF2B5EF4-FFF2-40B4-BE49-F238E27FC236}">
                      <a16:creationId xmlns:a16="http://schemas.microsoft.com/office/drawing/2014/main" id="{DCA4E9C1-6629-3363-EA16-960D9C98B648}"/>
                    </a:ext>
                  </a:extLst>
                </p:cNvPr>
                <p:cNvCxnSpPr/>
                <p:nvPr/>
              </p:nvCxnSpPr>
              <p:spPr>
                <a:xfrm>
                  <a:off x="3002765" y="2030205"/>
                  <a:ext cx="0" cy="756000"/>
                </a:xfrm>
                <a:prstGeom prst="line">
                  <a:avLst/>
                </a:prstGeom>
                <a:ln w="38100" cap="flat">
                  <a:solidFill>
                    <a:schemeClr val="accent1">
                      <a:alpha val="70000"/>
                    </a:schemeClr>
                  </a:solidFill>
                  <a:miter lim="800000"/>
                </a:ln>
              </p:spPr>
              <p:style>
                <a:lnRef idx="1">
                  <a:schemeClr val="accent1"/>
                </a:lnRef>
                <a:fillRef idx="0">
                  <a:schemeClr val="accent1"/>
                </a:fillRef>
                <a:effectRef idx="0">
                  <a:schemeClr val="accent1"/>
                </a:effectRef>
                <a:fontRef idx="minor">
                  <a:schemeClr val="tx1"/>
                </a:fontRef>
              </p:style>
            </p:cxnSp>
          </p:grpSp>
          <p:grpSp>
            <p:nvGrpSpPr>
              <p:cNvPr id="7" name="组合 6">
                <a:extLst>
                  <a:ext uri="{FF2B5EF4-FFF2-40B4-BE49-F238E27FC236}">
                    <a16:creationId xmlns:a16="http://schemas.microsoft.com/office/drawing/2014/main" id="{B9A6DC00-E24F-718A-9E97-8E3C2F6737FA}"/>
                  </a:ext>
                </a:extLst>
              </p:cNvPr>
              <p:cNvGrpSpPr/>
              <p:nvPr/>
            </p:nvGrpSpPr>
            <p:grpSpPr>
              <a:xfrm>
                <a:off x="1198478" y="3370170"/>
                <a:ext cx="5067299" cy="1208942"/>
                <a:chOff x="1198478" y="3370170"/>
                <a:chExt cx="5067299" cy="1208942"/>
              </a:xfrm>
            </p:grpSpPr>
            <p:sp>
              <p:nvSpPr>
                <p:cNvPr id="13" name="Text2">
                  <a:extLst>
                    <a:ext uri="{FF2B5EF4-FFF2-40B4-BE49-F238E27FC236}">
                      <a16:creationId xmlns:a16="http://schemas.microsoft.com/office/drawing/2014/main" id="{BFB2077C-F8BC-E580-A1FE-5D6E303F17AF}"/>
                    </a:ext>
                  </a:extLst>
                </p:cNvPr>
                <p:cNvSpPr/>
                <p:nvPr/>
              </p:nvSpPr>
              <p:spPr bwMode="auto">
                <a:xfrm>
                  <a:off x="2308866" y="3823112"/>
                  <a:ext cx="3956911" cy="75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a:t>分析了主要竞争对手在本季度的市场动态，包括产品更新、市场拓展、合作情况等。</a:t>
                  </a:r>
                  <a:endParaRPr lang="en-US" altLang="zh-CN" sz="1200" dirty="0"/>
                </a:p>
              </p:txBody>
            </p:sp>
            <p:sp>
              <p:nvSpPr>
                <p:cNvPr id="14" name="Bullet2">
                  <a:extLst>
                    <a:ext uri="{FF2B5EF4-FFF2-40B4-BE49-F238E27FC236}">
                      <a16:creationId xmlns:a16="http://schemas.microsoft.com/office/drawing/2014/main" id="{FE1688B5-5FE8-02DD-EB13-086A987D4D76}"/>
                    </a:ext>
                  </a:extLst>
                </p:cNvPr>
                <p:cNvSpPr txBox="1"/>
                <p:nvPr/>
              </p:nvSpPr>
              <p:spPr bwMode="auto">
                <a:xfrm>
                  <a:off x="2308866" y="3377697"/>
                  <a:ext cx="3956911" cy="445413"/>
                </a:xfrm>
                <a:prstGeom prst="rect">
                  <a:avLst/>
                </a:prstGeom>
                <a:noFill/>
                <a:ln>
                  <a:noFill/>
                </a:ln>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b="1" dirty="0"/>
                    <a:t>动态分析</a:t>
                  </a:r>
                  <a:endParaRPr lang="en-US" altLang="zh-CN" b="1" dirty="0"/>
                </a:p>
              </p:txBody>
            </p:sp>
            <p:sp>
              <p:nvSpPr>
                <p:cNvPr id="15" name="Number2">
                  <a:extLst>
                    <a:ext uri="{FF2B5EF4-FFF2-40B4-BE49-F238E27FC236}">
                      <a16:creationId xmlns:a16="http://schemas.microsoft.com/office/drawing/2014/main" id="{E26F8D2C-306A-113E-631C-AEC9AED1631B}"/>
                    </a:ext>
                  </a:extLst>
                </p:cNvPr>
                <p:cNvSpPr/>
                <p:nvPr/>
              </p:nvSpPr>
              <p:spPr>
                <a:xfrm>
                  <a:off x="1198478" y="3370170"/>
                  <a:ext cx="862738" cy="862738"/>
                </a:xfrm>
                <a:prstGeom prst="rect">
                  <a:avLst/>
                </a:prstGeom>
                <a:noFill/>
                <a:ln w="12700">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lang="en-US" altLang="zh-CN" sz="3200" dirty="0">
                      <a:solidFill>
                        <a:schemeClr val="accent1"/>
                      </a:solidFill>
                    </a:rPr>
                    <a:t>2</a:t>
                  </a:r>
                  <a:endParaRPr lang="en-US" sz="3200" dirty="0">
                    <a:solidFill>
                      <a:schemeClr val="accent1"/>
                    </a:solidFill>
                  </a:endParaRPr>
                </a:p>
              </p:txBody>
            </p:sp>
            <p:cxnSp>
              <p:nvCxnSpPr>
                <p:cNvPr id="16" name="íṥ1îdê">
                  <a:extLst>
                    <a:ext uri="{FF2B5EF4-FFF2-40B4-BE49-F238E27FC236}">
                      <a16:creationId xmlns:a16="http://schemas.microsoft.com/office/drawing/2014/main" id="{8F5E854C-C19B-27A4-FE1A-D8E9B115D2D0}"/>
                    </a:ext>
                  </a:extLst>
                </p:cNvPr>
                <p:cNvCxnSpPr/>
                <p:nvPr/>
              </p:nvCxnSpPr>
              <p:spPr>
                <a:xfrm>
                  <a:off x="2146941" y="3423539"/>
                  <a:ext cx="0" cy="756000"/>
                </a:xfrm>
                <a:prstGeom prst="line">
                  <a:avLst/>
                </a:prstGeom>
                <a:ln w="38100" cap="flat">
                  <a:solidFill>
                    <a:schemeClr val="accent1">
                      <a:alpha val="70000"/>
                    </a:schemeClr>
                  </a:solidFill>
                  <a:miter lim="800000"/>
                </a:ln>
              </p:spPr>
              <p:style>
                <a:lnRef idx="1">
                  <a:schemeClr val="accent1"/>
                </a:lnRef>
                <a:fillRef idx="0">
                  <a:schemeClr val="accent1"/>
                </a:fillRef>
                <a:effectRef idx="0">
                  <a:schemeClr val="accent1"/>
                </a:effectRef>
                <a:fontRef idx="minor">
                  <a:schemeClr val="tx1"/>
                </a:fontRef>
              </p:style>
            </p:cxnSp>
          </p:grpSp>
          <p:grpSp>
            <p:nvGrpSpPr>
              <p:cNvPr id="8" name="组合 7">
                <a:extLst>
                  <a:ext uri="{FF2B5EF4-FFF2-40B4-BE49-F238E27FC236}">
                    <a16:creationId xmlns:a16="http://schemas.microsoft.com/office/drawing/2014/main" id="{87055297-6A7F-2EDB-56DE-49B0E0E13103}"/>
                  </a:ext>
                </a:extLst>
              </p:cNvPr>
              <p:cNvGrpSpPr/>
              <p:nvPr/>
            </p:nvGrpSpPr>
            <p:grpSpPr>
              <a:xfrm>
                <a:off x="444500" y="4787117"/>
                <a:ext cx="5067299" cy="1208942"/>
                <a:chOff x="444500" y="4787117"/>
                <a:chExt cx="5067299" cy="1208942"/>
              </a:xfrm>
            </p:grpSpPr>
            <p:sp>
              <p:nvSpPr>
                <p:cNvPr id="9" name="Text3">
                  <a:extLst>
                    <a:ext uri="{FF2B5EF4-FFF2-40B4-BE49-F238E27FC236}">
                      <a16:creationId xmlns:a16="http://schemas.microsoft.com/office/drawing/2014/main" id="{587BB636-5C50-84F9-EC8F-FAAE7C49CCB3}"/>
                    </a:ext>
                  </a:extLst>
                </p:cNvPr>
                <p:cNvSpPr/>
                <p:nvPr/>
              </p:nvSpPr>
              <p:spPr bwMode="auto">
                <a:xfrm>
                  <a:off x="1554888" y="5240059"/>
                  <a:ext cx="3956911" cy="75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a:t>对比分析了主要竞争对手在本季度的市场份额变化，揭示了行业竞争格局的演变趋势。</a:t>
                  </a:r>
                  <a:endParaRPr lang="en-US" altLang="zh-CN" sz="1200" dirty="0"/>
                </a:p>
              </p:txBody>
            </p:sp>
            <p:sp>
              <p:nvSpPr>
                <p:cNvPr id="10" name="Bullet3">
                  <a:extLst>
                    <a:ext uri="{FF2B5EF4-FFF2-40B4-BE49-F238E27FC236}">
                      <a16:creationId xmlns:a16="http://schemas.microsoft.com/office/drawing/2014/main" id="{B9FCCB48-A3F2-288A-9FA3-B3891CA8118B}"/>
                    </a:ext>
                  </a:extLst>
                </p:cNvPr>
                <p:cNvSpPr txBox="1"/>
                <p:nvPr/>
              </p:nvSpPr>
              <p:spPr bwMode="auto">
                <a:xfrm>
                  <a:off x="1554888" y="4794644"/>
                  <a:ext cx="3956911" cy="445413"/>
                </a:xfrm>
                <a:prstGeom prst="rect">
                  <a:avLst/>
                </a:prstGeom>
                <a:noFill/>
                <a:ln>
                  <a:noFill/>
                </a:ln>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b="1"/>
                    <a:t>市场份额对比</a:t>
                  </a:r>
                  <a:endParaRPr lang="en-US" altLang="zh-CN" b="1" dirty="0"/>
                </a:p>
              </p:txBody>
            </p:sp>
            <p:sp>
              <p:nvSpPr>
                <p:cNvPr id="11" name="Number3">
                  <a:extLst>
                    <a:ext uri="{FF2B5EF4-FFF2-40B4-BE49-F238E27FC236}">
                      <a16:creationId xmlns:a16="http://schemas.microsoft.com/office/drawing/2014/main" id="{E57245C5-0EC6-D08F-A9F7-86BF5DA312B4}"/>
                    </a:ext>
                  </a:extLst>
                </p:cNvPr>
                <p:cNvSpPr/>
                <p:nvPr/>
              </p:nvSpPr>
              <p:spPr>
                <a:xfrm>
                  <a:off x="444500" y="4787117"/>
                  <a:ext cx="862738" cy="862738"/>
                </a:xfrm>
                <a:prstGeom prst="rect">
                  <a:avLst/>
                </a:prstGeom>
                <a:noFill/>
                <a:ln w="12700">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lang="en-US" altLang="zh-CN" sz="3200" dirty="0">
                      <a:solidFill>
                        <a:schemeClr val="accent1"/>
                      </a:solidFill>
                    </a:rPr>
                    <a:t>3</a:t>
                  </a:r>
                  <a:endParaRPr lang="en-US" sz="3200" dirty="0">
                    <a:solidFill>
                      <a:schemeClr val="accent1"/>
                    </a:solidFill>
                  </a:endParaRPr>
                </a:p>
              </p:txBody>
            </p:sp>
            <p:cxnSp>
              <p:nvCxnSpPr>
                <p:cNvPr id="12" name="îṩḷíḑè">
                  <a:extLst>
                    <a:ext uri="{FF2B5EF4-FFF2-40B4-BE49-F238E27FC236}">
                      <a16:creationId xmlns:a16="http://schemas.microsoft.com/office/drawing/2014/main" id="{DC3B7863-3C68-637A-BAD8-86749BF0B8FA}"/>
                    </a:ext>
                  </a:extLst>
                </p:cNvPr>
                <p:cNvCxnSpPr/>
                <p:nvPr/>
              </p:nvCxnSpPr>
              <p:spPr>
                <a:xfrm>
                  <a:off x="1392963" y="4840486"/>
                  <a:ext cx="0" cy="756000"/>
                </a:xfrm>
                <a:prstGeom prst="line">
                  <a:avLst/>
                </a:prstGeom>
                <a:ln w="38100" cap="flat">
                  <a:solidFill>
                    <a:schemeClr val="accent1">
                      <a:alpha val="70000"/>
                    </a:schemeClr>
                  </a:solidFill>
                  <a:miter lim="800000"/>
                </a:ln>
              </p:spPr>
              <p:style>
                <a:lnRef idx="1">
                  <a:schemeClr val="accent1"/>
                </a:lnRef>
                <a:fillRef idx="0">
                  <a:schemeClr val="accent1"/>
                </a:fillRef>
                <a:effectRef idx="0">
                  <a:schemeClr val="accent1"/>
                </a:effectRef>
                <a:fontRef idx="minor">
                  <a:schemeClr val="tx1"/>
                </a:fontRef>
              </p:style>
            </p:cxnSp>
          </p:grpSp>
        </p:grpSp>
        <p:cxnSp>
          <p:nvCxnSpPr>
            <p:cNvPr id="41" name="直接连接符 40">
              <a:extLst>
                <a:ext uri="{FF2B5EF4-FFF2-40B4-BE49-F238E27FC236}">
                  <a16:creationId xmlns:a16="http://schemas.microsoft.com/office/drawing/2014/main" id="{BC1C518F-28DC-9893-1097-76F4756615D8}"/>
                </a:ext>
              </a:extLst>
            </p:cNvPr>
            <p:cNvCxnSpPr>
              <a:cxnSpLocks/>
            </p:cNvCxnSpPr>
            <p:nvPr/>
          </p:nvCxnSpPr>
          <p:spPr>
            <a:xfrm>
              <a:off x="0" y="3142236"/>
              <a:ext cx="8084457" cy="0"/>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4AE3AFF2-F50A-17CB-64D5-674875C8E92B}"/>
                </a:ext>
              </a:extLst>
            </p:cNvPr>
            <p:cNvCxnSpPr>
              <a:cxnSpLocks/>
            </p:cNvCxnSpPr>
            <p:nvPr/>
          </p:nvCxnSpPr>
          <p:spPr>
            <a:xfrm>
              <a:off x="0" y="4579112"/>
              <a:ext cx="7121601" cy="0"/>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691481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6E527390-B81A-570F-47CC-600B8DFAA383}"/>
              </a:ext>
            </a:extLst>
          </p:cNvPr>
          <p:cNvGrpSpPr/>
          <p:nvPr/>
        </p:nvGrpSpPr>
        <p:grpSpPr>
          <a:xfrm>
            <a:off x="660399" y="1130300"/>
            <a:ext cx="10858500" cy="5268154"/>
            <a:chOff x="660399" y="1130300"/>
            <a:chExt cx="10858500" cy="5268154"/>
          </a:xfrm>
        </p:grpSpPr>
        <p:cxnSp>
          <p:nvCxnSpPr>
            <p:cNvPr id="4" name="直接连接符 3">
              <a:extLst>
                <a:ext uri="{FF2B5EF4-FFF2-40B4-BE49-F238E27FC236}">
                  <a16:creationId xmlns:a16="http://schemas.microsoft.com/office/drawing/2014/main" id="{DB802690-8790-A50F-D1D4-4CBCEA1E3FA8}"/>
                </a:ext>
              </a:extLst>
            </p:cNvPr>
            <p:cNvCxnSpPr>
              <a:cxnSpLocks/>
            </p:cNvCxnSpPr>
            <p:nvPr/>
          </p:nvCxnSpPr>
          <p:spPr>
            <a:xfrm>
              <a:off x="6089810" y="2144886"/>
              <a:ext cx="0" cy="4253568"/>
            </a:xfrm>
            <a:prstGeom prst="line">
              <a:avLst/>
            </a:prstGeom>
            <a:ln w="22225">
              <a:solidFill>
                <a:schemeClr val="accent1">
                  <a:alpha val="50000"/>
                </a:schemeClr>
              </a:solidFill>
              <a:prstDash val="sysDash"/>
            </a:ln>
          </p:spPr>
          <p:style>
            <a:lnRef idx="2">
              <a:schemeClr val="accent1"/>
            </a:lnRef>
            <a:fillRef idx="0">
              <a:schemeClr val="accent1"/>
            </a:fillRef>
            <a:effectRef idx="1">
              <a:schemeClr val="accent1"/>
            </a:effectRef>
            <a:fontRef idx="minor">
              <a:schemeClr val="tx1"/>
            </a:fontRef>
          </p:style>
        </p:cxnSp>
        <p:grpSp>
          <p:nvGrpSpPr>
            <p:cNvPr id="36" name="组合 35">
              <a:extLst>
                <a:ext uri="{FF2B5EF4-FFF2-40B4-BE49-F238E27FC236}">
                  <a16:creationId xmlns:a16="http://schemas.microsoft.com/office/drawing/2014/main" id="{B96D5348-671C-C063-6AEF-9C4925B2C544}"/>
                </a:ext>
              </a:extLst>
            </p:cNvPr>
            <p:cNvGrpSpPr/>
            <p:nvPr/>
          </p:nvGrpSpPr>
          <p:grpSpPr>
            <a:xfrm>
              <a:off x="839252" y="2144886"/>
              <a:ext cx="5339711" cy="1147141"/>
              <a:chOff x="839252" y="2144886"/>
              <a:chExt cx="5339711" cy="1147141"/>
            </a:xfrm>
          </p:grpSpPr>
          <p:sp>
            <p:nvSpPr>
              <p:cNvPr id="28" name="ComponentBackground1">
                <a:extLst>
                  <a:ext uri="{FF2B5EF4-FFF2-40B4-BE49-F238E27FC236}">
                    <a16:creationId xmlns:a16="http://schemas.microsoft.com/office/drawing/2014/main" id="{9938630E-76D5-9B8B-F091-3B9EC8E34963}"/>
                  </a:ext>
                </a:extLst>
              </p:cNvPr>
              <p:cNvSpPr>
                <a:spLocks/>
              </p:cNvSpPr>
              <p:nvPr/>
            </p:nvSpPr>
            <p:spPr>
              <a:xfrm>
                <a:off x="1184599" y="2144886"/>
                <a:ext cx="4536499" cy="1147141"/>
              </a:xfrm>
              <a:prstGeom prst="rect">
                <a:avLst/>
              </a:prstGeom>
              <a:solidFill>
                <a:srgbClr val="FFFFFF"/>
              </a:solidFill>
              <a:ln w="6350">
                <a:noFill/>
                <a:prstDash val="solid"/>
              </a:ln>
              <a:effectLst>
                <a:outerShdw blurRad="1270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lnSpc>
                    <a:spcPct val="120000"/>
                  </a:lnSpc>
                </a:pPr>
                <a:endParaRPr lang="zh-CN" altLang="en-US" b="1" dirty="0">
                  <a:solidFill>
                    <a:srgbClr val="000000"/>
                  </a:solidFill>
                  <a:sym typeface="Arial" panose="020B0604020202020204" pitchFamily="34" charset="0"/>
                </a:endParaRPr>
              </a:p>
            </p:txBody>
          </p:sp>
          <p:sp>
            <p:nvSpPr>
              <p:cNvPr id="30" name="Number1">
                <a:extLst>
                  <a:ext uri="{FF2B5EF4-FFF2-40B4-BE49-F238E27FC236}">
                    <a16:creationId xmlns:a16="http://schemas.microsoft.com/office/drawing/2014/main" id="{4553621A-2B90-7DB3-514D-1B94D663A684}"/>
                  </a:ext>
                </a:extLst>
              </p:cNvPr>
              <p:cNvSpPr>
                <a:spLocks/>
              </p:cNvSpPr>
              <p:nvPr/>
            </p:nvSpPr>
            <p:spPr>
              <a:xfrm>
                <a:off x="839252" y="2358456"/>
                <a:ext cx="720000" cy="720000"/>
              </a:xfrm>
              <a:prstGeom prst="rect">
                <a:avLst/>
              </a:prstGeom>
              <a:solidFill>
                <a:schemeClr val="accent1">
                  <a:lumMod val="10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a:r>
                  <a:rPr lang="en-US" altLang="zh-CN" sz="2800" b="1" dirty="0">
                    <a:solidFill>
                      <a:schemeClr val="tx1"/>
                    </a:solidFill>
                    <a:cs typeface="+mn-ea"/>
                    <a:sym typeface="Arial" panose="020B0604020202020204" pitchFamily="34" charset="0"/>
                  </a:rPr>
                  <a:t>1</a:t>
                </a:r>
              </a:p>
            </p:txBody>
          </p:sp>
          <p:grpSp>
            <p:nvGrpSpPr>
              <p:cNvPr id="32" name="组合 31">
                <a:extLst>
                  <a:ext uri="{FF2B5EF4-FFF2-40B4-BE49-F238E27FC236}">
                    <a16:creationId xmlns:a16="http://schemas.microsoft.com/office/drawing/2014/main" id="{5E837A61-DF2A-8E69-349C-07FEA922105F}"/>
                  </a:ext>
                </a:extLst>
              </p:cNvPr>
              <p:cNvGrpSpPr/>
              <p:nvPr/>
            </p:nvGrpSpPr>
            <p:grpSpPr>
              <a:xfrm>
                <a:off x="1779384" y="2256343"/>
                <a:ext cx="3570819" cy="924226"/>
                <a:chOff x="1779384" y="2218344"/>
                <a:chExt cx="3570819" cy="924226"/>
              </a:xfrm>
            </p:grpSpPr>
            <p:sp>
              <p:nvSpPr>
                <p:cNvPr id="29" name="Bullet1">
                  <a:extLst>
                    <a:ext uri="{FF2B5EF4-FFF2-40B4-BE49-F238E27FC236}">
                      <a16:creationId xmlns:a16="http://schemas.microsoft.com/office/drawing/2014/main" id="{E247472A-E6E5-A88C-5C1E-DAE00380F5A8}"/>
                    </a:ext>
                  </a:extLst>
                </p:cNvPr>
                <p:cNvSpPr txBox="1">
                  <a:spLocks/>
                </p:cNvSpPr>
                <p:nvPr/>
              </p:nvSpPr>
              <p:spPr bwMode="auto">
                <a:xfrm>
                  <a:off x="1779384" y="2218344"/>
                  <a:ext cx="3570819" cy="43376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b="1" dirty="0"/>
                    <a:t>财税优惠政策</a:t>
                  </a:r>
                  <a:endParaRPr lang="en-US" altLang="zh-CN" b="1" dirty="0"/>
                </a:p>
              </p:txBody>
            </p:sp>
            <p:sp>
              <p:nvSpPr>
                <p:cNvPr id="31" name="Text1">
                  <a:extLst>
                    <a:ext uri="{FF2B5EF4-FFF2-40B4-BE49-F238E27FC236}">
                      <a16:creationId xmlns:a16="http://schemas.microsoft.com/office/drawing/2014/main" id="{D35A0B22-1F5A-FA57-A304-086A28D8F2A8}"/>
                    </a:ext>
                  </a:extLst>
                </p:cNvPr>
                <p:cNvSpPr txBox="1">
                  <a:spLocks/>
                </p:cNvSpPr>
                <p:nvPr/>
              </p:nvSpPr>
              <p:spPr bwMode="auto">
                <a:xfrm>
                  <a:off x="1779384" y="2652112"/>
                  <a:ext cx="3570819" cy="49045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defTabSz="913765" rtl="0" eaLnBrk="1" fontAlgn="auto" latinLnBrk="0" hangingPunct="1">
                    <a:spcBef>
                      <a:spcPts val="0"/>
                    </a:spcBef>
                    <a:spcAft>
                      <a:spcPts val="0"/>
                    </a:spcAft>
                    <a:buClrTx/>
                    <a:buSzPct val="25000"/>
                    <a:buFontTx/>
                    <a:buNone/>
                    <a:defRPr/>
                  </a:pPr>
                  <a:r>
                    <a:rPr kumimoji="0" lang="zh-CN" altLang="en-US" sz="1200" i="0" u="none" strike="noStrike" kern="1200" cap="none" spc="0" normalizeH="0" baseline="0" noProof="0">
                      <a:ln>
                        <a:noFill/>
                      </a:ln>
                      <a:effectLst/>
                      <a:uLnTx/>
                      <a:uFillTx/>
                      <a:latin typeface="Arial" panose="020B0604020202020204" pitchFamily="34" charset="0"/>
                      <a:cs typeface="Arial" panose="020B0604020202020204" pitchFamily="34" charset="0"/>
                    </a:rPr>
                    <a:t>最新财税政策出台，降低企业成本，促进行业健康发展。</a:t>
                  </a:r>
                  <a:endParaRPr kumimoji="0" lang="de-DE" altLang="zh-CN"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sp>
            <p:nvSpPr>
              <p:cNvPr id="11" name="椭圆 10">
                <a:extLst>
                  <a:ext uri="{FF2B5EF4-FFF2-40B4-BE49-F238E27FC236}">
                    <a16:creationId xmlns:a16="http://schemas.microsoft.com/office/drawing/2014/main" id="{207DF749-5480-43E8-BDB2-F48D7243448D}"/>
                  </a:ext>
                </a:extLst>
              </p:cNvPr>
              <p:cNvSpPr/>
              <p:nvPr/>
            </p:nvSpPr>
            <p:spPr>
              <a:xfrm>
                <a:off x="6000657" y="2628456"/>
                <a:ext cx="178306" cy="180000"/>
              </a:xfrm>
              <a:prstGeom prst="ellipse">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endParaRPr lang="zh-CN" altLang="en-US" b="1">
                  <a:solidFill>
                    <a:srgbClr val="FFFFFF"/>
                  </a:solidFill>
                  <a:cs typeface="+mn-ea"/>
                </a:endParaRPr>
              </a:p>
            </p:txBody>
          </p:sp>
        </p:grpSp>
        <p:grpSp>
          <p:nvGrpSpPr>
            <p:cNvPr id="37" name="组合 36">
              <a:extLst>
                <a:ext uri="{FF2B5EF4-FFF2-40B4-BE49-F238E27FC236}">
                  <a16:creationId xmlns:a16="http://schemas.microsoft.com/office/drawing/2014/main" id="{64E51B8B-49F5-6C5A-5715-D308E398DBEB}"/>
                </a:ext>
              </a:extLst>
            </p:cNvPr>
            <p:cNvGrpSpPr/>
            <p:nvPr/>
          </p:nvGrpSpPr>
          <p:grpSpPr>
            <a:xfrm>
              <a:off x="6000657" y="3084099"/>
              <a:ext cx="5333621" cy="1147141"/>
              <a:chOff x="6000657" y="3084099"/>
              <a:chExt cx="5333621" cy="1147141"/>
            </a:xfrm>
          </p:grpSpPr>
          <p:sp>
            <p:nvSpPr>
              <p:cNvPr id="20" name="ComponentBackground3">
                <a:extLst>
                  <a:ext uri="{FF2B5EF4-FFF2-40B4-BE49-F238E27FC236}">
                    <a16:creationId xmlns:a16="http://schemas.microsoft.com/office/drawing/2014/main" id="{03F1BD94-384A-D797-C72B-A3E823BD9BFC}"/>
                  </a:ext>
                </a:extLst>
              </p:cNvPr>
              <p:cNvSpPr>
                <a:spLocks/>
              </p:cNvSpPr>
              <p:nvPr/>
            </p:nvSpPr>
            <p:spPr>
              <a:xfrm flipH="1">
                <a:off x="6445502" y="3084099"/>
                <a:ext cx="4709633" cy="1147141"/>
              </a:xfrm>
              <a:prstGeom prst="rect">
                <a:avLst/>
              </a:prstGeom>
              <a:solidFill>
                <a:srgbClr val="FFFFFF"/>
              </a:solidFill>
              <a:ln w="6350">
                <a:noFill/>
                <a:prstDash val="solid"/>
              </a:ln>
              <a:effectLst>
                <a:outerShdw blurRad="1270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lnSpc>
                    <a:spcPct val="120000"/>
                  </a:lnSpc>
                </a:pPr>
                <a:endParaRPr lang="zh-CN" altLang="en-US" b="1">
                  <a:solidFill>
                    <a:srgbClr val="000000"/>
                  </a:solidFill>
                  <a:sym typeface="Arial" panose="020B0604020202020204" pitchFamily="34" charset="0"/>
                </a:endParaRPr>
              </a:p>
            </p:txBody>
          </p:sp>
          <p:sp>
            <p:nvSpPr>
              <p:cNvPr id="21" name="Number3">
                <a:extLst>
                  <a:ext uri="{FF2B5EF4-FFF2-40B4-BE49-F238E27FC236}">
                    <a16:creationId xmlns:a16="http://schemas.microsoft.com/office/drawing/2014/main" id="{9D21F336-EF6E-4918-D321-7D67D4D3FE92}"/>
                  </a:ext>
                </a:extLst>
              </p:cNvPr>
              <p:cNvSpPr>
                <a:spLocks/>
              </p:cNvSpPr>
              <p:nvPr/>
            </p:nvSpPr>
            <p:spPr>
              <a:xfrm>
                <a:off x="10614278" y="3297669"/>
                <a:ext cx="720000" cy="720000"/>
              </a:xfrm>
              <a:prstGeom prst="rect">
                <a:avLst/>
              </a:prstGeom>
              <a:solidFill>
                <a:schemeClr val="accent1">
                  <a:lumMod val="10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a:r>
                  <a:rPr lang="en-US" altLang="zh-CN" sz="2800" b="1" dirty="0">
                    <a:solidFill>
                      <a:schemeClr val="tx1"/>
                    </a:solidFill>
                    <a:cs typeface="+mn-ea"/>
                    <a:sym typeface="Arial" panose="020B0604020202020204" pitchFamily="34" charset="0"/>
                  </a:rPr>
                  <a:t>3</a:t>
                </a:r>
              </a:p>
            </p:txBody>
          </p:sp>
          <p:grpSp>
            <p:nvGrpSpPr>
              <p:cNvPr id="34" name="组合 33">
                <a:extLst>
                  <a:ext uri="{FF2B5EF4-FFF2-40B4-BE49-F238E27FC236}">
                    <a16:creationId xmlns:a16="http://schemas.microsoft.com/office/drawing/2014/main" id="{5F9CD031-3074-8E03-FA8C-0EDC39F617F9}"/>
                  </a:ext>
                </a:extLst>
              </p:cNvPr>
              <p:cNvGrpSpPr/>
              <p:nvPr/>
            </p:nvGrpSpPr>
            <p:grpSpPr>
              <a:xfrm>
                <a:off x="6738819" y="3195557"/>
                <a:ext cx="3570818" cy="924224"/>
                <a:chOff x="6738819" y="3157556"/>
                <a:chExt cx="3570818" cy="924224"/>
              </a:xfrm>
            </p:grpSpPr>
            <p:sp>
              <p:nvSpPr>
                <p:cNvPr id="22" name="Bullet3">
                  <a:extLst>
                    <a:ext uri="{FF2B5EF4-FFF2-40B4-BE49-F238E27FC236}">
                      <a16:creationId xmlns:a16="http://schemas.microsoft.com/office/drawing/2014/main" id="{311C3819-DC40-59A5-B358-1186468890E0}"/>
                    </a:ext>
                  </a:extLst>
                </p:cNvPr>
                <p:cNvSpPr txBox="1">
                  <a:spLocks/>
                </p:cNvSpPr>
                <p:nvPr/>
              </p:nvSpPr>
              <p:spPr bwMode="auto">
                <a:xfrm>
                  <a:off x="6738819" y="3157556"/>
                  <a:ext cx="3570818" cy="43376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b="1" dirty="0"/>
                    <a:t>产业扶持政策</a:t>
                  </a:r>
                  <a:endParaRPr lang="en-US" altLang="zh-CN" b="1" dirty="0"/>
                </a:p>
              </p:txBody>
            </p:sp>
            <p:sp>
              <p:nvSpPr>
                <p:cNvPr id="23" name="Text3">
                  <a:extLst>
                    <a:ext uri="{FF2B5EF4-FFF2-40B4-BE49-F238E27FC236}">
                      <a16:creationId xmlns:a16="http://schemas.microsoft.com/office/drawing/2014/main" id="{DE4894D8-15C0-31CA-0151-DFB93FEE5570}"/>
                    </a:ext>
                  </a:extLst>
                </p:cNvPr>
                <p:cNvSpPr txBox="1">
                  <a:spLocks/>
                </p:cNvSpPr>
                <p:nvPr/>
              </p:nvSpPr>
              <p:spPr bwMode="auto">
                <a:xfrm>
                  <a:off x="6738819" y="3591323"/>
                  <a:ext cx="3570818" cy="49045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defTabSz="913765" rtl="0" eaLnBrk="1" fontAlgn="auto" latinLnBrk="0" hangingPunct="1">
                    <a:spcBef>
                      <a:spcPts val="0"/>
                    </a:spcBef>
                    <a:spcAft>
                      <a:spcPts val="0"/>
                    </a:spcAft>
                    <a:buClrTx/>
                    <a:buSzPct val="25000"/>
                    <a:buFontTx/>
                    <a:buNone/>
                    <a:defRPr/>
                  </a:pPr>
                  <a:r>
                    <a:rPr kumimoji="0" lang="zh-CN" altLang="en-US" sz="1200" i="0" u="none" strike="noStrike" kern="1200" cap="none" spc="0" normalizeH="0" baseline="0" noProof="0">
                      <a:ln>
                        <a:noFill/>
                      </a:ln>
                      <a:effectLst/>
                      <a:uLnTx/>
                      <a:uFillTx/>
                      <a:latin typeface="Arial" panose="020B0604020202020204" pitchFamily="34" charset="0"/>
                      <a:cs typeface="Arial" panose="020B0604020202020204" pitchFamily="34" charset="0"/>
                    </a:rPr>
                    <a:t>各地政府出台产业扶持政策，助力行业转型升级，优化产业结构。</a:t>
                  </a:r>
                  <a:endParaRPr kumimoji="0" lang="de-DE" altLang="zh-CN"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sp>
            <p:nvSpPr>
              <p:cNvPr id="12" name="椭圆 11">
                <a:extLst>
                  <a:ext uri="{FF2B5EF4-FFF2-40B4-BE49-F238E27FC236}">
                    <a16:creationId xmlns:a16="http://schemas.microsoft.com/office/drawing/2014/main" id="{AEA97E5E-CBA8-E4B1-29A1-40336C73430D}"/>
                  </a:ext>
                </a:extLst>
              </p:cNvPr>
              <p:cNvSpPr/>
              <p:nvPr/>
            </p:nvSpPr>
            <p:spPr>
              <a:xfrm>
                <a:off x="6000657" y="3567669"/>
                <a:ext cx="178306" cy="180000"/>
              </a:xfrm>
              <a:prstGeom prst="ellipse">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endParaRPr lang="zh-CN" altLang="en-US" b="1">
                  <a:solidFill>
                    <a:srgbClr val="FFFFFF"/>
                  </a:solidFill>
                  <a:cs typeface="+mn-ea"/>
                </a:endParaRPr>
              </a:p>
            </p:txBody>
          </p:sp>
        </p:grpSp>
        <p:grpSp>
          <p:nvGrpSpPr>
            <p:cNvPr id="38" name="组合 37">
              <a:extLst>
                <a:ext uri="{FF2B5EF4-FFF2-40B4-BE49-F238E27FC236}">
                  <a16:creationId xmlns:a16="http://schemas.microsoft.com/office/drawing/2014/main" id="{86F69743-2749-0C5E-5A77-41144CE5AF87}"/>
                </a:ext>
              </a:extLst>
            </p:cNvPr>
            <p:cNvGrpSpPr/>
            <p:nvPr/>
          </p:nvGrpSpPr>
          <p:grpSpPr>
            <a:xfrm>
              <a:off x="839252" y="4023312"/>
              <a:ext cx="5339711" cy="1147141"/>
              <a:chOff x="839252" y="4023312"/>
              <a:chExt cx="5339711" cy="1147141"/>
            </a:xfrm>
          </p:grpSpPr>
          <p:sp>
            <p:nvSpPr>
              <p:cNvPr id="24" name="ComponentBackground2">
                <a:extLst>
                  <a:ext uri="{FF2B5EF4-FFF2-40B4-BE49-F238E27FC236}">
                    <a16:creationId xmlns:a16="http://schemas.microsoft.com/office/drawing/2014/main" id="{C22C3087-0E3B-C14C-8D83-28F3BDBA5C73}"/>
                  </a:ext>
                </a:extLst>
              </p:cNvPr>
              <p:cNvSpPr>
                <a:spLocks/>
              </p:cNvSpPr>
              <p:nvPr/>
            </p:nvSpPr>
            <p:spPr>
              <a:xfrm>
                <a:off x="1184599" y="4023312"/>
                <a:ext cx="4536499" cy="1147141"/>
              </a:xfrm>
              <a:prstGeom prst="rect">
                <a:avLst/>
              </a:prstGeom>
              <a:solidFill>
                <a:srgbClr val="FFFFFF"/>
              </a:solidFill>
              <a:ln w="6350">
                <a:noFill/>
                <a:prstDash val="solid"/>
              </a:ln>
              <a:effectLst>
                <a:outerShdw blurRad="1270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lnSpc>
                    <a:spcPct val="120000"/>
                  </a:lnSpc>
                </a:pPr>
                <a:endParaRPr lang="zh-CN" altLang="en-US" b="1">
                  <a:solidFill>
                    <a:srgbClr val="000000"/>
                  </a:solidFill>
                  <a:sym typeface="Arial" panose="020B0604020202020204" pitchFamily="34" charset="0"/>
                </a:endParaRPr>
              </a:p>
            </p:txBody>
          </p:sp>
          <p:sp>
            <p:nvSpPr>
              <p:cNvPr id="26" name="Number2">
                <a:extLst>
                  <a:ext uri="{FF2B5EF4-FFF2-40B4-BE49-F238E27FC236}">
                    <a16:creationId xmlns:a16="http://schemas.microsoft.com/office/drawing/2014/main" id="{F51F15D1-B9FA-412D-0C58-04384E83DAF2}"/>
                  </a:ext>
                </a:extLst>
              </p:cNvPr>
              <p:cNvSpPr>
                <a:spLocks/>
              </p:cNvSpPr>
              <p:nvPr/>
            </p:nvSpPr>
            <p:spPr>
              <a:xfrm>
                <a:off x="839252" y="4236882"/>
                <a:ext cx="720000" cy="720000"/>
              </a:xfrm>
              <a:prstGeom prst="rect">
                <a:avLst/>
              </a:prstGeom>
              <a:solidFill>
                <a:schemeClr val="accent1">
                  <a:lumMod val="10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a:r>
                  <a:rPr lang="en-US" altLang="zh-CN" sz="2800" b="1">
                    <a:solidFill>
                      <a:schemeClr val="tx1"/>
                    </a:solidFill>
                    <a:cs typeface="+mn-ea"/>
                    <a:sym typeface="Arial" panose="020B0604020202020204" pitchFamily="34" charset="0"/>
                  </a:rPr>
                  <a:t>2</a:t>
                </a:r>
                <a:endParaRPr lang="en-US" altLang="zh-CN" sz="2800" b="1" dirty="0">
                  <a:solidFill>
                    <a:schemeClr val="tx1"/>
                  </a:solidFill>
                  <a:cs typeface="+mn-ea"/>
                  <a:sym typeface="Arial" panose="020B0604020202020204" pitchFamily="34" charset="0"/>
                </a:endParaRPr>
              </a:p>
            </p:txBody>
          </p:sp>
          <p:grpSp>
            <p:nvGrpSpPr>
              <p:cNvPr id="33" name="组合 32">
                <a:extLst>
                  <a:ext uri="{FF2B5EF4-FFF2-40B4-BE49-F238E27FC236}">
                    <a16:creationId xmlns:a16="http://schemas.microsoft.com/office/drawing/2014/main" id="{B6FCA1A0-C9EF-CB95-AACC-83DA6D09A2B3}"/>
                  </a:ext>
                </a:extLst>
              </p:cNvPr>
              <p:cNvGrpSpPr/>
              <p:nvPr/>
            </p:nvGrpSpPr>
            <p:grpSpPr>
              <a:xfrm>
                <a:off x="1779384" y="4134769"/>
                <a:ext cx="3570819" cy="924226"/>
                <a:chOff x="1779384" y="4096770"/>
                <a:chExt cx="3570819" cy="924226"/>
              </a:xfrm>
            </p:grpSpPr>
            <p:sp>
              <p:nvSpPr>
                <p:cNvPr id="25" name="Bullet2">
                  <a:extLst>
                    <a:ext uri="{FF2B5EF4-FFF2-40B4-BE49-F238E27FC236}">
                      <a16:creationId xmlns:a16="http://schemas.microsoft.com/office/drawing/2014/main" id="{D36DA47B-72D7-784D-147E-7F73214408F9}"/>
                    </a:ext>
                  </a:extLst>
                </p:cNvPr>
                <p:cNvSpPr txBox="1">
                  <a:spLocks/>
                </p:cNvSpPr>
                <p:nvPr/>
              </p:nvSpPr>
              <p:spPr bwMode="auto">
                <a:xfrm>
                  <a:off x="1779384" y="4096770"/>
                  <a:ext cx="3570819" cy="43376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b="1" dirty="0"/>
                    <a:t>环保法规升级</a:t>
                  </a:r>
                  <a:endParaRPr lang="en-US" altLang="zh-CN" b="1" dirty="0"/>
                </a:p>
              </p:txBody>
            </p:sp>
            <p:sp>
              <p:nvSpPr>
                <p:cNvPr id="27" name="Text2">
                  <a:extLst>
                    <a:ext uri="{FF2B5EF4-FFF2-40B4-BE49-F238E27FC236}">
                      <a16:creationId xmlns:a16="http://schemas.microsoft.com/office/drawing/2014/main" id="{FCCDD1CD-7271-83B8-789A-D177D88AA613}"/>
                    </a:ext>
                  </a:extLst>
                </p:cNvPr>
                <p:cNvSpPr txBox="1">
                  <a:spLocks/>
                </p:cNvSpPr>
                <p:nvPr/>
              </p:nvSpPr>
              <p:spPr bwMode="auto">
                <a:xfrm>
                  <a:off x="1779384" y="4530538"/>
                  <a:ext cx="3570819" cy="49045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defTabSz="913765" rtl="0" eaLnBrk="1" fontAlgn="auto" latinLnBrk="0" hangingPunct="1">
                    <a:spcBef>
                      <a:spcPts val="0"/>
                    </a:spcBef>
                    <a:spcAft>
                      <a:spcPts val="0"/>
                    </a:spcAft>
                    <a:buClrTx/>
                    <a:buSzPct val="25000"/>
                    <a:buFontTx/>
                    <a:buNone/>
                    <a:defRPr/>
                  </a:pPr>
                  <a:r>
                    <a:rPr kumimoji="0" lang="zh-CN" altLang="en-US" sz="1200" i="0" u="none" strike="noStrike" kern="1200" cap="none" spc="0" normalizeH="0" baseline="0" noProof="0">
                      <a:ln>
                        <a:noFill/>
                      </a:ln>
                      <a:effectLst/>
                      <a:uLnTx/>
                      <a:uFillTx/>
                      <a:latin typeface="Arial" panose="020B0604020202020204" pitchFamily="34" charset="0"/>
                      <a:cs typeface="Arial" panose="020B0604020202020204" pitchFamily="34" charset="0"/>
                    </a:rPr>
                    <a:t>环保法规不断升级，推动行业绿色转型，提高资源利用效率。</a:t>
                  </a:r>
                  <a:endParaRPr kumimoji="0" lang="de-DE" altLang="zh-CN"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sp>
            <p:nvSpPr>
              <p:cNvPr id="13" name="椭圆 12">
                <a:extLst>
                  <a:ext uri="{FF2B5EF4-FFF2-40B4-BE49-F238E27FC236}">
                    <a16:creationId xmlns:a16="http://schemas.microsoft.com/office/drawing/2014/main" id="{C3FBC406-F750-F773-22F6-24DB3D06CF27}"/>
                  </a:ext>
                </a:extLst>
              </p:cNvPr>
              <p:cNvSpPr/>
              <p:nvPr/>
            </p:nvSpPr>
            <p:spPr>
              <a:xfrm>
                <a:off x="6000657" y="4506882"/>
                <a:ext cx="178306" cy="180000"/>
              </a:xfrm>
              <a:prstGeom prst="ellipse">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endParaRPr lang="zh-CN" altLang="en-US" b="1">
                  <a:solidFill>
                    <a:srgbClr val="FFFFFF"/>
                  </a:solidFill>
                  <a:cs typeface="+mn-ea"/>
                </a:endParaRPr>
              </a:p>
            </p:txBody>
          </p:sp>
        </p:grpSp>
        <p:grpSp>
          <p:nvGrpSpPr>
            <p:cNvPr id="39" name="组合 38">
              <a:extLst>
                <a:ext uri="{FF2B5EF4-FFF2-40B4-BE49-F238E27FC236}">
                  <a16:creationId xmlns:a16="http://schemas.microsoft.com/office/drawing/2014/main" id="{C5DA3137-D6F2-8AD4-DEB2-D7D32BA1C768}"/>
                </a:ext>
              </a:extLst>
            </p:cNvPr>
            <p:cNvGrpSpPr/>
            <p:nvPr/>
          </p:nvGrpSpPr>
          <p:grpSpPr>
            <a:xfrm>
              <a:off x="6000657" y="4962524"/>
              <a:ext cx="5333621" cy="1147141"/>
              <a:chOff x="6000657" y="4962524"/>
              <a:chExt cx="5333621" cy="1147141"/>
            </a:xfrm>
          </p:grpSpPr>
          <p:sp>
            <p:nvSpPr>
              <p:cNvPr id="16" name="ComponentBackground4">
                <a:extLst>
                  <a:ext uri="{FF2B5EF4-FFF2-40B4-BE49-F238E27FC236}">
                    <a16:creationId xmlns:a16="http://schemas.microsoft.com/office/drawing/2014/main" id="{DD6BA709-A55C-F955-56FE-6F76EA7DD93A}"/>
                  </a:ext>
                </a:extLst>
              </p:cNvPr>
              <p:cNvSpPr>
                <a:spLocks/>
              </p:cNvSpPr>
              <p:nvPr/>
            </p:nvSpPr>
            <p:spPr>
              <a:xfrm flipH="1">
                <a:off x="6445502" y="4962524"/>
                <a:ext cx="4709633" cy="1147141"/>
              </a:xfrm>
              <a:prstGeom prst="rect">
                <a:avLst/>
              </a:prstGeom>
              <a:solidFill>
                <a:srgbClr val="FFFFFF"/>
              </a:solidFill>
              <a:ln w="6350">
                <a:noFill/>
                <a:prstDash val="solid"/>
              </a:ln>
              <a:effectLst>
                <a:outerShdw blurRad="1270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lnSpc>
                    <a:spcPct val="120000"/>
                  </a:lnSpc>
                </a:pPr>
                <a:endParaRPr lang="zh-CN" altLang="en-US" b="1">
                  <a:solidFill>
                    <a:srgbClr val="000000"/>
                  </a:solidFill>
                  <a:sym typeface="Arial" panose="020B0604020202020204" pitchFamily="34" charset="0"/>
                </a:endParaRPr>
              </a:p>
            </p:txBody>
          </p:sp>
          <p:sp>
            <p:nvSpPr>
              <p:cNvPr id="18" name="Number4">
                <a:extLst>
                  <a:ext uri="{FF2B5EF4-FFF2-40B4-BE49-F238E27FC236}">
                    <a16:creationId xmlns:a16="http://schemas.microsoft.com/office/drawing/2014/main" id="{BF22FEC8-A0E4-AF3C-8D2F-B08490F6832A}"/>
                  </a:ext>
                </a:extLst>
              </p:cNvPr>
              <p:cNvSpPr>
                <a:spLocks/>
              </p:cNvSpPr>
              <p:nvPr/>
            </p:nvSpPr>
            <p:spPr>
              <a:xfrm>
                <a:off x="10614278" y="5176094"/>
                <a:ext cx="720000" cy="720000"/>
              </a:xfrm>
              <a:prstGeom prst="rect">
                <a:avLst/>
              </a:prstGeom>
              <a:solidFill>
                <a:schemeClr val="accent1">
                  <a:lumMod val="10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a:r>
                  <a:rPr lang="en-US" altLang="zh-CN" sz="2800" b="1">
                    <a:solidFill>
                      <a:schemeClr val="tx1"/>
                    </a:solidFill>
                    <a:cs typeface="+mn-ea"/>
                    <a:sym typeface="Arial" panose="020B0604020202020204" pitchFamily="34" charset="0"/>
                  </a:rPr>
                  <a:t>4</a:t>
                </a:r>
                <a:endParaRPr lang="en-US" altLang="zh-CN" sz="2800" b="1" dirty="0">
                  <a:solidFill>
                    <a:schemeClr val="tx1"/>
                  </a:solidFill>
                  <a:cs typeface="+mn-ea"/>
                  <a:sym typeface="Arial" panose="020B0604020202020204" pitchFamily="34" charset="0"/>
                </a:endParaRPr>
              </a:p>
            </p:txBody>
          </p:sp>
          <p:grpSp>
            <p:nvGrpSpPr>
              <p:cNvPr id="35" name="组合 34">
                <a:extLst>
                  <a:ext uri="{FF2B5EF4-FFF2-40B4-BE49-F238E27FC236}">
                    <a16:creationId xmlns:a16="http://schemas.microsoft.com/office/drawing/2014/main" id="{0F01ED5A-F702-C92E-4528-BB06BB6ACCBB}"/>
                  </a:ext>
                </a:extLst>
              </p:cNvPr>
              <p:cNvGrpSpPr/>
              <p:nvPr/>
            </p:nvGrpSpPr>
            <p:grpSpPr>
              <a:xfrm>
                <a:off x="6738819" y="5073982"/>
                <a:ext cx="3570818" cy="924224"/>
                <a:chOff x="6738819" y="5035981"/>
                <a:chExt cx="3570818" cy="924224"/>
              </a:xfrm>
            </p:grpSpPr>
            <p:sp>
              <p:nvSpPr>
                <p:cNvPr id="17" name="Bullet4">
                  <a:extLst>
                    <a:ext uri="{FF2B5EF4-FFF2-40B4-BE49-F238E27FC236}">
                      <a16:creationId xmlns:a16="http://schemas.microsoft.com/office/drawing/2014/main" id="{E91F68D5-C912-574B-00CD-AA25697C649A}"/>
                    </a:ext>
                  </a:extLst>
                </p:cNvPr>
                <p:cNvSpPr txBox="1">
                  <a:spLocks/>
                </p:cNvSpPr>
                <p:nvPr/>
              </p:nvSpPr>
              <p:spPr bwMode="auto">
                <a:xfrm>
                  <a:off x="6738819" y="5035981"/>
                  <a:ext cx="3570818" cy="43376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spcBef>
                      <a:spcPct val="0"/>
                    </a:spcBef>
                    <a:buFontTx/>
                    <a:buNone/>
                  </a:pPr>
                  <a:r>
                    <a:rPr lang="zh-CN" altLang="en-US" b="1" dirty="0"/>
                    <a:t>市场准入规范</a:t>
                  </a:r>
                  <a:endParaRPr lang="en-US" altLang="zh-CN" b="1" dirty="0"/>
                </a:p>
              </p:txBody>
            </p:sp>
            <p:sp>
              <p:nvSpPr>
                <p:cNvPr id="19" name="Text4">
                  <a:extLst>
                    <a:ext uri="{FF2B5EF4-FFF2-40B4-BE49-F238E27FC236}">
                      <a16:creationId xmlns:a16="http://schemas.microsoft.com/office/drawing/2014/main" id="{02F6CF97-D1AE-03EC-A149-9644D0371E0F}"/>
                    </a:ext>
                  </a:extLst>
                </p:cNvPr>
                <p:cNvSpPr txBox="1">
                  <a:spLocks/>
                </p:cNvSpPr>
                <p:nvPr/>
              </p:nvSpPr>
              <p:spPr bwMode="auto">
                <a:xfrm>
                  <a:off x="6738819" y="5469748"/>
                  <a:ext cx="3570818" cy="49045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defTabSz="913765" rtl="0" eaLnBrk="1" fontAlgn="auto" latinLnBrk="0" hangingPunct="1">
                    <a:spcBef>
                      <a:spcPts val="0"/>
                    </a:spcBef>
                    <a:spcAft>
                      <a:spcPts val="0"/>
                    </a:spcAft>
                    <a:buClrTx/>
                    <a:buSzPct val="25000"/>
                    <a:buFontTx/>
                    <a:buNone/>
                    <a:defRPr/>
                  </a:pPr>
                  <a:r>
                    <a:rPr kumimoji="0" lang="zh-CN" altLang="en-US" sz="1200" i="0" u="none" strike="noStrike" kern="1200" cap="none" spc="0" normalizeH="0" baseline="0" noProof="0">
                      <a:ln>
                        <a:noFill/>
                      </a:ln>
                      <a:effectLst/>
                      <a:uLnTx/>
                      <a:uFillTx/>
                      <a:latin typeface="Arial" panose="020B0604020202020204" pitchFamily="34" charset="0"/>
                      <a:cs typeface="Arial" panose="020B0604020202020204" pitchFamily="34" charset="0"/>
                    </a:rPr>
                    <a:t>市场准入门槛提高，规范行业竞争秩序，保障消费者权益。</a:t>
                  </a:r>
                  <a:endParaRPr kumimoji="0" lang="de-DE" altLang="zh-CN"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sp>
            <p:nvSpPr>
              <p:cNvPr id="14" name="椭圆 13">
                <a:extLst>
                  <a:ext uri="{FF2B5EF4-FFF2-40B4-BE49-F238E27FC236}">
                    <a16:creationId xmlns:a16="http://schemas.microsoft.com/office/drawing/2014/main" id="{05E5A6EB-266A-380A-F4D5-7221229B832E}"/>
                  </a:ext>
                </a:extLst>
              </p:cNvPr>
              <p:cNvSpPr/>
              <p:nvPr/>
            </p:nvSpPr>
            <p:spPr>
              <a:xfrm>
                <a:off x="6000657" y="5446094"/>
                <a:ext cx="178306" cy="180000"/>
              </a:xfrm>
              <a:prstGeom prst="ellipse">
                <a:avLst/>
              </a:prstGeom>
              <a:gradFill flip="none" rotWithShape="1">
                <a:gsLst>
                  <a:gs pos="0">
                    <a:schemeClr val="accent1">
                      <a:lumMod val="60000"/>
                      <a:lumOff val="40000"/>
                    </a:schemeClr>
                  </a:gs>
                  <a:gs pos="75000">
                    <a:schemeClr val="accent1"/>
                  </a:gs>
                </a:gsLst>
                <a:lin ang="2700000" scaled="1"/>
                <a:tileRect/>
              </a:gradFill>
              <a:ln w="12700">
                <a:no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endParaRPr lang="zh-CN" altLang="en-US" b="1">
                  <a:solidFill>
                    <a:srgbClr val="FFFFFF"/>
                  </a:solidFill>
                  <a:cs typeface="+mn-ea"/>
                </a:endParaRPr>
              </a:p>
            </p:txBody>
          </p:sp>
        </p:grpSp>
        <p:sp>
          <p:nvSpPr>
            <p:cNvPr id="15" name="Title">
              <a:extLst>
                <a:ext uri="{FF2B5EF4-FFF2-40B4-BE49-F238E27FC236}">
                  <a16:creationId xmlns:a16="http://schemas.microsoft.com/office/drawing/2014/main" id="{BE8FDC4F-6DFA-9C39-3612-B1C81193FB13}"/>
                </a:ext>
              </a:extLst>
            </p:cNvPr>
            <p:cNvSpPr>
              <a:spLocks noChangeAspect="1"/>
            </p:cNvSpPr>
            <p:nvPr/>
          </p:nvSpPr>
          <p:spPr>
            <a:xfrm>
              <a:off x="660399" y="1130300"/>
              <a:ext cx="10858500" cy="72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buSzPct val="25000"/>
              </a:pPr>
              <a:r>
                <a:rPr lang="zh-CN" altLang="en-US" sz="2400" b="1" dirty="0">
                  <a:solidFill>
                    <a:schemeClr val="tx1"/>
                  </a:solidFill>
                </a:rPr>
                <a:t>相关政策法规对行业的影响</a:t>
              </a:r>
              <a:endParaRPr lang="en-US" altLang="zh-CN" sz="2400" b="1" dirty="0">
                <a:solidFill>
                  <a:schemeClr val="tx1"/>
                </a:solidFill>
              </a:endParaRPr>
            </a:p>
          </p:txBody>
        </p:sp>
      </p:grpSp>
      <p:sp>
        <p:nvSpPr>
          <p:cNvPr id="2" name="标题 1">
            <a:extLst>
              <a:ext uri="{FF2B5EF4-FFF2-40B4-BE49-F238E27FC236}">
                <a16:creationId xmlns:a16="http://schemas.microsoft.com/office/drawing/2014/main" id="{8663E064-1E29-2574-2A56-7F04E6E73441}"/>
              </a:ext>
            </a:extLst>
          </p:cNvPr>
          <p:cNvSpPr>
            <a:spLocks noGrp="1"/>
          </p:cNvSpPr>
          <p:nvPr>
            <p:ph type="title"/>
          </p:nvPr>
        </p:nvSpPr>
        <p:spPr/>
        <p:txBody>
          <a:bodyPr/>
          <a:lstStyle/>
          <a:p>
            <a:r>
              <a:rPr lang="zh-CN" altLang="en-US"/>
              <a:t>政策法规</a:t>
            </a:r>
          </a:p>
        </p:txBody>
      </p:sp>
    </p:spTree>
    <p:extLst>
      <p:ext uri="{BB962C8B-B14F-4D97-AF65-F5344CB8AC3E}">
        <p14:creationId xmlns:p14="http://schemas.microsoft.com/office/powerpoint/2010/main" val="39357585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95A28ADB-AD26-BC64-6BD3-C74878BA95D5}"/>
              </a:ext>
            </a:extLst>
          </p:cNvPr>
          <p:cNvGrpSpPr/>
          <p:nvPr/>
        </p:nvGrpSpPr>
        <p:grpSpPr>
          <a:xfrm>
            <a:off x="660400" y="1130300"/>
            <a:ext cx="10858500" cy="5003800"/>
            <a:chOff x="660400" y="1130300"/>
            <a:chExt cx="10858500" cy="5003800"/>
          </a:xfrm>
        </p:grpSpPr>
        <p:grpSp>
          <p:nvGrpSpPr>
            <p:cNvPr id="4" name="组合 3">
              <a:extLst>
                <a:ext uri="{FF2B5EF4-FFF2-40B4-BE49-F238E27FC236}">
                  <a16:creationId xmlns:a16="http://schemas.microsoft.com/office/drawing/2014/main" id="{747F48BA-5D11-CD75-B122-BAB897999862}"/>
                </a:ext>
              </a:extLst>
            </p:cNvPr>
            <p:cNvGrpSpPr/>
            <p:nvPr/>
          </p:nvGrpSpPr>
          <p:grpSpPr>
            <a:xfrm>
              <a:off x="660400" y="2013159"/>
              <a:ext cx="10858500" cy="4120941"/>
              <a:chOff x="660400" y="2013159"/>
              <a:chExt cx="10858500" cy="4120941"/>
            </a:xfrm>
          </p:grpSpPr>
          <p:grpSp>
            <p:nvGrpSpPr>
              <p:cNvPr id="6" name="is1iḋe">
                <a:extLst>
                  <a:ext uri="{FF2B5EF4-FFF2-40B4-BE49-F238E27FC236}">
                    <a16:creationId xmlns:a16="http://schemas.microsoft.com/office/drawing/2014/main" id="{DCC51208-CFC0-20E9-588A-8C5198FA08FA}"/>
                  </a:ext>
                </a:extLst>
              </p:cNvPr>
              <p:cNvGrpSpPr/>
              <p:nvPr/>
            </p:nvGrpSpPr>
            <p:grpSpPr>
              <a:xfrm>
                <a:off x="660400" y="2013159"/>
                <a:ext cx="3056430" cy="4120941"/>
                <a:chOff x="3485457" y="2013159"/>
                <a:chExt cx="3056430" cy="4120941"/>
              </a:xfrm>
            </p:grpSpPr>
            <p:sp>
              <p:nvSpPr>
                <p:cNvPr id="17" name="Bullet1">
                  <a:extLst>
                    <a:ext uri="{FF2B5EF4-FFF2-40B4-BE49-F238E27FC236}">
                      <a16:creationId xmlns:a16="http://schemas.microsoft.com/office/drawing/2014/main" id="{91C2AAFB-B211-E9A2-B41C-181B74D5B1DE}"/>
                    </a:ext>
                  </a:extLst>
                </p:cNvPr>
                <p:cNvSpPr/>
                <p:nvPr/>
              </p:nvSpPr>
              <p:spPr>
                <a:xfrm>
                  <a:off x="4068786" y="2013159"/>
                  <a:ext cx="2309646" cy="495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b"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kumimoji="1" lang="en-US" altLang="zh-CN" b="1" dirty="0">
                      <a:solidFill>
                        <a:schemeClr val="tx1"/>
                      </a:solidFill>
                    </a:rPr>
                    <a:t>5G</a:t>
                  </a:r>
                  <a:r>
                    <a:rPr kumimoji="1" lang="zh-CN" altLang="en-US" b="1" dirty="0">
                      <a:solidFill>
                        <a:schemeClr val="tx1"/>
                      </a:solidFill>
                    </a:rPr>
                    <a:t>技术应用</a:t>
                  </a:r>
                  <a:endParaRPr kumimoji="1" lang="en-US" altLang="zh-CN" b="1" dirty="0">
                    <a:solidFill>
                      <a:schemeClr val="tx1"/>
                    </a:solidFill>
                  </a:endParaRPr>
                </a:p>
              </p:txBody>
            </p:sp>
            <p:sp>
              <p:nvSpPr>
                <p:cNvPr id="18" name="Text1">
                  <a:extLst>
                    <a:ext uri="{FF2B5EF4-FFF2-40B4-BE49-F238E27FC236}">
                      <a16:creationId xmlns:a16="http://schemas.microsoft.com/office/drawing/2014/main" id="{7D0328B0-18DD-EC7B-1F2D-1EA9D896E676}"/>
                    </a:ext>
                  </a:extLst>
                </p:cNvPr>
                <p:cNvSpPr/>
                <p:nvPr/>
              </p:nvSpPr>
              <p:spPr>
                <a:xfrm>
                  <a:off x="4068786" y="2508267"/>
                  <a:ext cx="2307940" cy="8086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rmAutofit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nSpc>
                      <a:spcPct val="120000"/>
                    </a:lnSpc>
                  </a:pPr>
                  <a:r>
                    <a:rPr kumimoji="1" lang="en-US" altLang="zh-CN" sz="1200" dirty="0">
                      <a:solidFill>
                        <a:schemeClr val="tx1"/>
                      </a:solidFill>
                    </a:rPr>
                    <a:t>5G</a:t>
                  </a:r>
                  <a:r>
                    <a:rPr kumimoji="1" lang="zh-CN" altLang="en-US" sz="1200" dirty="0">
                      <a:solidFill>
                        <a:schemeClr val="tx1"/>
                      </a:solidFill>
                    </a:rPr>
                    <a:t>技术逐渐普及，为行业带来高速数据传输，推动物联网、智能制造等领域快速发展。</a:t>
                  </a:r>
                  <a:endParaRPr kumimoji="1" lang="en-US" altLang="zh-CN" sz="1200" dirty="0">
                    <a:solidFill>
                      <a:schemeClr val="tx1"/>
                    </a:solidFill>
                  </a:endParaRPr>
                </a:p>
              </p:txBody>
            </p:sp>
            <p:sp>
              <p:nvSpPr>
                <p:cNvPr id="19" name="Number1">
                  <a:extLst>
                    <a:ext uri="{FF2B5EF4-FFF2-40B4-BE49-F238E27FC236}">
                      <a16:creationId xmlns:a16="http://schemas.microsoft.com/office/drawing/2014/main" id="{70188079-A625-CD4E-EFC9-F537B5345479}"/>
                    </a:ext>
                  </a:extLst>
                </p:cNvPr>
                <p:cNvSpPr txBox="1"/>
                <p:nvPr/>
              </p:nvSpPr>
              <p:spPr>
                <a:xfrm>
                  <a:off x="3485457" y="2013159"/>
                  <a:ext cx="540000" cy="540000"/>
                </a:xfrm>
                <a:prstGeom prst="rect">
                  <a:avLst/>
                </a:prstGeom>
                <a:solidFill>
                  <a:schemeClr val="accent1"/>
                </a:solidFill>
              </p:spPr>
              <p:txBody>
                <a:bodyPr wrap="none" lIns="108000" tIns="108000" rIns="108000" bIns="108000" rtlCol="0" anchor="ctr" anchorCtr="0">
                  <a:noAutofit/>
                </a:bodyPr>
                <a:lstStyle/>
                <a:p>
                  <a:pPr algn="ctr"/>
                  <a:r>
                    <a:rPr kumimoji="1" lang="en-US" altLang="zh-CN" sz="2000" b="1" dirty="0"/>
                    <a:t>01</a:t>
                  </a:r>
                  <a:endParaRPr kumimoji="1" lang="zh-CN" altLang="en-US" sz="2000" b="1" dirty="0"/>
                </a:p>
              </p:txBody>
            </p:sp>
            <p:sp>
              <p:nvSpPr>
                <p:cNvPr id="20" name="Picture1">
                  <a:extLst>
                    <a:ext uri="{FF2B5EF4-FFF2-40B4-BE49-F238E27FC236}">
                      <a16:creationId xmlns:a16="http://schemas.microsoft.com/office/drawing/2014/main" id="{F938D6CE-96BD-2211-B325-B099FE20A956}"/>
                    </a:ext>
                  </a:extLst>
                </p:cNvPr>
                <p:cNvSpPr/>
                <p:nvPr/>
              </p:nvSpPr>
              <p:spPr>
                <a:xfrm>
                  <a:off x="3485457" y="3393831"/>
                  <a:ext cx="3056430" cy="2740269"/>
                </a:xfrm>
                <a:prstGeom prst="round2DiagRect">
                  <a:avLst>
                    <a:gd name="adj1" fmla="val 0"/>
                    <a:gd name="adj2" fmla="val 0"/>
                  </a:avLst>
                </a:prstGeom>
                <a:blipFill>
                  <a:blip r:embed="rId3">
                    <a:extLst>
                      <a:ext uri="{BEBA8EAE-BF5A-486C-A8C5-ECC9F3942E4B}">
                        <a14:imgProps xmlns:a14="http://schemas.microsoft.com/office/drawing/2010/main">
                          <a14:imgLayer>
                            <a14:imgEffect>
                              <a14:colorTemperature colorTemp="10000"/>
                            </a14:imgEffect>
                          </a14:imgLayer>
                        </a14:imgProps>
                      </a:ext>
                    </a:extLst>
                  </a:blip>
                  <a:srcRect/>
                  <a:stretch>
                    <a:fillRect l="-17241" r="-17241"/>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solidFill>
                      <a:schemeClr val="lt1"/>
                    </a:solidFill>
                  </a:endParaRPr>
                </a:p>
              </p:txBody>
            </p:sp>
          </p:grpSp>
          <p:grpSp>
            <p:nvGrpSpPr>
              <p:cNvPr id="7" name="ïṥ1íďê">
                <a:extLst>
                  <a:ext uri="{FF2B5EF4-FFF2-40B4-BE49-F238E27FC236}">
                    <a16:creationId xmlns:a16="http://schemas.microsoft.com/office/drawing/2014/main" id="{76FA891C-C90D-AC2C-172A-2F43A4B10541}"/>
                  </a:ext>
                </a:extLst>
              </p:cNvPr>
              <p:cNvGrpSpPr/>
              <p:nvPr/>
            </p:nvGrpSpPr>
            <p:grpSpPr>
              <a:xfrm>
                <a:off x="4561435" y="2971520"/>
                <a:ext cx="3056430" cy="3162580"/>
                <a:chOff x="6310514" y="2971520"/>
                <a:chExt cx="3056430" cy="3162580"/>
              </a:xfrm>
            </p:grpSpPr>
            <p:sp>
              <p:nvSpPr>
                <p:cNvPr id="13" name="Bullet2">
                  <a:extLst>
                    <a:ext uri="{FF2B5EF4-FFF2-40B4-BE49-F238E27FC236}">
                      <a16:creationId xmlns:a16="http://schemas.microsoft.com/office/drawing/2014/main" id="{AEC35D03-B9CA-FD2D-9B8F-A833B9BA68BD}"/>
                    </a:ext>
                  </a:extLst>
                </p:cNvPr>
                <p:cNvSpPr/>
                <p:nvPr/>
              </p:nvSpPr>
              <p:spPr>
                <a:xfrm>
                  <a:off x="6893843" y="2971520"/>
                  <a:ext cx="2309646" cy="495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b"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kumimoji="1" lang="en-US" altLang="zh-CN" b="1" dirty="0">
                      <a:solidFill>
                        <a:schemeClr val="tx1"/>
                      </a:solidFill>
                    </a:rPr>
                    <a:t>AI</a:t>
                  </a:r>
                  <a:r>
                    <a:rPr kumimoji="1" lang="zh-CN" altLang="en-US" b="1" dirty="0">
                      <a:solidFill>
                        <a:schemeClr val="tx1"/>
                      </a:solidFill>
                    </a:rPr>
                    <a:t>赋能行业</a:t>
                  </a:r>
                  <a:endParaRPr kumimoji="1" lang="en-US" altLang="zh-CN" b="1" dirty="0">
                    <a:solidFill>
                      <a:schemeClr val="tx1"/>
                    </a:solidFill>
                  </a:endParaRPr>
                </a:p>
              </p:txBody>
            </p:sp>
            <p:sp>
              <p:nvSpPr>
                <p:cNvPr id="14" name="Text2">
                  <a:extLst>
                    <a:ext uri="{FF2B5EF4-FFF2-40B4-BE49-F238E27FC236}">
                      <a16:creationId xmlns:a16="http://schemas.microsoft.com/office/drawing/2014/main" id="{F2AA910F-E7BB-4DDB-B658-1A21C706F24F}"/>
                    </a:ext>
                  </a:extLst>
                </p:cNvPr>
                <p:cNvSpPr/>
                <p:nvPr/>
              </p:nvSpPr>
              <p:spPr>
                <a:xfrm>
                  <a:off x="6893843" y="3466628"/>
                  <a:ext cx="2307940" cy="8086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rmAutofit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nSpc>
                      <a:spcPct val="120000"/>
                    </a:lnSpc>
                  </a:pPr>
                  <a:r>
                    <a:rPr kumimoji="1" lang="zh-CN" altLang="en-US" sz="1200" dirty="0">
                      <a:solidFill>
                        <a:schemeClr val="tx1"/>
                      </a:solidFill>
                    </a:rPr>
                    <a:t>人工智能在数据分析、预测模型等方面应用广泛，提高行业决策效率和智能化水平。</a:t>
                  </a:r>
                  <a:endParaRPr kumimoji="1" lang="en-US" altLang="zh-CN" sz="1200" dirty="0">
                    <a:solidFill>
                      <a:schemeClr val="tx1"/>
                    </a:solidFill>
                  </a:endParaRPr>
                </a:p>
              </p:txBody>
            </p:sp>
            <p:sp>
              <p:nvSpPr>
                <p:cNvPr id="15" name="Number2">
                  <a:extLst>
                    <a:ext uri="{FF2B5EF4-FFF2-40B4-BE49-F238E27FC236}">
                      <a16:creationId xmlns:a16="http://schemas.microsoft.com/office/drawing/2014/main" id="{F75EC935-E084-4B38-9102-522BD6E2A181}"/>
                    </a:ext>
                  </a:extLst>
                </p:cNvPr>
                <p:cNvSpPr txBox="1"/>
                <p:nvPr/>
              </p:nvSpPr>
              <p:spPr>
                <a:xfrm>
                  <a:off x="6310514" y="2971520"/>
                  <a:ext cx="540000" cy="540000"/>
                </a:xfrm>
                <a:prstGeom prst="rect">
                  <a:avLst/>
                </a:prstGeom>
                <a:solidFill>
                  <a:schemeClr val="accent1"/>
                </a:solidFill>
              </p:spPr>
              <p:txBody>
                <a:bodyPr wrap="none" lIns="108000" tIns="108000" rIns="108000" bIns="108000" rtlCol="0" anchor="ctr" anchorCtr="0">
                  <a:noAutofit/>
                </a:bodyPr>
                <a:lstStyle/>
                <a:p>
                  <a:pPr algn="ctr"/>
                  <a:r>
                    <a:rPr kumimoji="1" lang="en-US" altLang="zh-CN" sz="2000" b="1" dirty="0"/>
                    <a:t>02</a:t>
                  </a:r>
                  <a:endParaRPr kumimoji="1" lang="zh-CN" altLang="en-US" sz="2000" b="1" dirty="0"/>
                </a:p>
              </p:txBody>
            </p:sp>
            <p:sp>
              <p:nvSpPr>
                <p:cNvPr id="16" name="Picture2">
                  <a:extLst>
                    <a:ext uri="{FF2B5EF4-FFF2-40B4-BE49-F238E27FC236}">
                      <a16:creationId xmlns:a16="http://schemas.microsoft.com/office/drawing/2014/main" id="{6B4BC2EC-9642-BA44-806C-9F4475A89FB1}"/>
                    </a:ext>
                  </a:extLst>
                </p:cNvPr>
                <p:cNvSpPr/>
                <p:nvPr/>
              </p:nvSpPr>
              <p:spPr>
                <a:xfrm>
                  <a:off x="6310514" y="4334100"/>
                  <a:ext cx="3056430" cy="1800000"/>
                </a:xfrm>
                <a:prstGeom prst="round2DiagRect">
                  <a:avLst>
                    <a:gd name="adj1" fmla="val 0"/>
                    <a:gd name="adj2" fmla="val 0"/>
                  </a:avLst>
                </a:prstGeom>
                <a:blipFill>
                  <a:blip r:embed="rId4">
                    <a:extLst>
                      <a:ext uri="{BEBA8EAE-BF5A-486C-A8C5-ECC9F3942E4B}">
                        <a14:imgProps xmlns:a14="http://schemas.microsoft.com/office/drawing/2010/main">
                          <a14:imgLayer>
                            <a14:imgEffect>
                              <a14:colorTemperature colorTemp="10000"/>
                            </a14:imgEffect>
                          </a14:imgLayer>
                        </a14:imgProps>
                      </a:ext>
                    </a:extLst>
                  </a:blip>
                  <a:srcRect/>
                  <a:stretch>
                    <a:fillRect t="-77401" b="-77401"/>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grpSp>
          <p:grpSp>
            <p:nvGrpSpPr>
              <p:cNvPr id="8" name="í$ľïḓê">
                <a:extLst>
                  <a:ext uri="{FF2B5EF4-FFF2-40B4-BE49-F238E27FC236}">
                    <a16:creationId xmlns:a16="http://schemas.microsoft.com/office/drawing/2014/main" id="{C56F1C71-5E6B-A30B-7D20-E83731AEAA52}"/>
                  </a:ext>
                </a:extLst>
              </p:cNvPr>
              <p:cNvGrpSpPr/>
              <p:nvPr/>
            </p:nvGrpSpPr>
            <p:grpSpPr>
              <a:xfrm>
                <a:off x="8462470" y="2013159"/>
                <a:ext cx="3056430" cy="4120941"/>
                <a:chOff x="9135570" y="2013159"/>
                <a:chExt cx="3056430" cy="4120941"/>
              </a:xfrm>
            </p:grpSpPr>
            <p:sp>
              <p:nvSpPr>
                <p:cNvPr id="9" name="Bullet3">
                  <a:extLst>
                    <a:ext uri="{FF2B5EF4-FFF2-40B4-BE49-F238E27FC236}">
                      <a16:creationId xmlns:a16="http://schemas.microsoft.com/office/drawing/2014/main" id="{670C0E3F-B7D2-4A95-A61F-6D8B148B9948}"/>
                    </a:ext>
                  </a:extLst>
                </p:cNvPr>
                <p:cNvSpPr/>
                <p:nvPr/>
              </p:nvSpPr>
              <p:spPr>
                <a:xfrm>
                  <a:off x="9718899" y="2013159"/>
                  <a:ext cx="2309646" cy="495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b"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kumimoji="1" lang="zh-CN" altLang="en-US" b="1" dirty="0">
                      <a:solidFill>
                        <a:schemeClr val="tx1"/>
                      </a:solidFill>
                    </a:rPr>
                    <a:t>云计算普及</a:t>
                  </a:r>
                  <a:endParaRPr kumimoji="1" lang="en-US" altLang="zh-CN" b="1" dirty="0">
                    <a:solidFill>
                      <a:schemeClr val="tx1"/>
                    </a:solidFill>
                  </a:endParaRPr>
                </a:p>
              </p:txBody>
            </p:sp>
            <p:sp>
              <p:nvSpPr>
                <p:cNvPr id="10" name="Text3">
                  <a:extLst>
                    <a:ext uri="{FF2B5EF4-FFF2-40B4-BE49-F238E27FC236}">
                      <a16:creationId xmlns:a16="http://schemas.microsoft.com/office/drawing/2014/main" id="{D203C699-507A-5B55-2DAE-36DC5B2AD7E6}"/>
                    </a:ext>
                  </a:extLst>
                </p:cNvPr>
                <p:cNvSpPr/>
                <p:nvPr/>
              </p:nvSpPr>
              <p:spPr>
                <a:xfrm>
                  <a:off x="9718899" y="2508267"/>
                  <a:ext cx="2307940" cy="8086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normAutofit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nSpc>
                      <a:spcPct val="120000"/>
                    </a:lnSpc>
                  </a:pPr>
                  <a:r>
                    <a:rPr kumimoji="1" lang="zh-CN" altLang="en-US" sz="1200" dirty="0">
                      <a:solidFill>
                        <a:schemeClr val="tx1"/>
                      </a:solidFill>
                    </a:rPr>
                    <a:t>云计算降低企业</a:t>
                  </a:r>
                  <a:r>
                    <a:rPr kumimoji="1" lang="en-US" altLang="zh-CN" sz="1200" dirty="0">
                      <a:solidFill>
                        <a:schemeClr val="tx1"/>
                      </a:solidFill>
                    </a:rPr>
                    <a:t>IT</a:t>
                  </a:r>
                  <a:r>
                    <a:rPr kumimoji="1" lang="zh-CN" altLang="en-US" sz="1200" dirty="0">
                      <a:solidFill>
                        <a:schemeClr val="tx1"/>
                      </a:solidFill>
                    </a:rPr>
                    <a:t>成本，提供弹性资源，助力企业实现数字化转型和业务拓展。</a:t>
                  </a:r>
                  <a:endParaRPr kumimoji="1" lang="en-US" altLang="zh-CN" sz="1200" dirty="0">
                    <a:solidFill>
                      <a:schemeClr val="tx1"/>
                    </a:solidFill>
                  </a:endParaRPr>
                </a:p>
              </p:txBody>
            </p:sp>
            <p:sp>
              <p:nvSpPr>
                <p:cNvPr id="11" name="Number3">
                  <a:extLst>
                    <a:ext uri="{FF2B5EF4-FFF2-40B4-BE49-F238E27FC236}">
                      <a16:creationId xmlns:a16="http://schemas.microsoft.com/office/drawing/2014/main" id="{203C1EB2-3EA9-FB23-312B-2D92043AA822}"/>
                    </a:ext>
                  </a:extLst>
                </p:cNvPr>
                <p:cNvSpPr txBox="1"/>
                <p:nvPr/>
              </p:nvSpPr>
              <p:spPr>
                <a:xfrm>
                  <a:off x="9135570" y="2013159"/>
                  <a:ext cx="540000" cy="540000"/>
                </a:xfrm>
                <a:prstGeom prst="rect">
                  <a:avLst/>
                </a:prstGeom>
                <a:solidFill>
                  <a:schemeClr val="accent1"/>
                </a:solidFill>
              </p:spPr>
              <p:txBody>
                <a:bodyPr wrap="none" lIns="108000" tIns="108000" rIns="108000" bIns="108000" rtlCol="0" anchor="ctr" anchorCtr="0">
                  <a:noAutofit/>
                </a:bodyPr>
                <a:lstStyle/>
                <a:p>
                  <a:pPr algn="ctr"/>
                  <a:r>
                    <a:rPr kumimoji="1" lang="en-US" altLang="zh-CN" sz="2000" b="1" dirty="0"/>
                    <a:t>03</a:t>
                  </a:r>
                  <a:endParaRPr kumimoji="1" lang="zh-CN" altLang="en-US" sz="2000" b="1" dirty="0"/>
                </a:p>
              </p:txBody>
            </p:sp>
            <p:sp>
              <p:nvSpPr>
                <p:cNvPr id="12" name="Picture3">
                  <a:extLst>
                    <a:ext uri="{FF2B5EF4-FFF2-40B4-BE49-F238E27FC236}">
                      <a16:creationId xmlns:a16="http://schemas.microsoft.com/office/drawing/2014/main" id="{258361BB-454A-5DD9-E133-DC3EFE4FAA72}"/>
                    </a:ext>
                  </a:extLst>
                </p:cNvPr>
                <p:cNvSpPr/>
                <p:nvPr/>
              </p:nvSpPr>
              <p:spPr>
                <a:xfrm>
                  <a:off x="9135570" y="3393831"/>
                  <a:ext cx="3056430" cy="2740269"/>
                </a:xfrm>
                <a:prstGeom prst="round2DiagRect">
                  <a:avLst>
                    <a:gd name="adj1" fmla="val 0"/>
                    <a:gd name="adj2" fmla="val 0"/>
                  </a:avLst>
                </a:prstGeom>
                <a:blipFill>
                  <a:blip r:embed="rId5">
                    <a:extLst>
                      <a:ext uri="{BEBA8EAE-BF5A-486C-A8C5-ECC9F3942E4B}">
                        <a14:imgProps xmlns:a14="http://schemas.microsoft.com/office/drawing/2010/main">
                          <a14:imgLayer>
                            <a14:imgEffect>
                              <a14:colorTemperature colorTemp="10000"/>
                            </a14:imgEffect>
                          </a14:imgLayer>
                        </a14:imgProps>
                      </a:ext>
                    </a:extLst>
                  </a:blip>
                  <a:srcRect/>
                  <a:stretch>
                    <a:fillRect l="-17241" r="-17241"/>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grpSp>
        </p:grpSp>
        <p:sp>
          <p:nvSpPr>
            <p:cNvPr id="5" name="Title">
              <a:extLst>
                <a:ext uri="{FF2B5EF4-FFF2-40B4-BE49-F238E27FC236}">
                  <a16:creationId xmlns:a16="http://schemas.microsoft.com/office/drawing/2014/main" id="{909DF51F-5A1F-BEDE-75F8-B2F707BAAC3E}"/>
                </a:ext>
              </a:extLst>
            </p:cNvPr>
            <p:cNvSpPr txBox="1"/>
            <p:nvPr/>
          </p:nvSpPr>
          <p:spPr>
            <a:xfrm>
              <a:off x="660400" y="1130300"/>
              <a:ext cx="10858500" cy="781258"/>
            </a:xfrm>
            <a:prstGeom prst="rect">
              <a:avLst/>
            </a:prstGeom>
            <a:noFill/>
          </p:spPr>
          <p:txBody>
            <a:bodyPr vert="horz" wrap="square" rtlCol="0" anchor="ctr">
              <a:normAutofit/>
            </a:bodyPr>
            <a:lstStyle/>
            <a:p>
              <a:pPr algn="ctr"/>
              <a:r>
                <a:rPr lang="zh-CN" altLang="en-US" sz="2400" b="1"/>
                <a:t>新技术应用及对行业的影响</a:t>
              </a:r>
              <a:endParaRPr lang="zh-CN" altLang="en-US" sz="2400" b="1" dirty="0"/>
            </a:p>
          </p:txBody>
        </p:sp>
      </p:grpSp>
      <p:sp>
        <p:nvSpPr>
          <p:cNvPr id="2" name="标题 1">
            <a:extLst>
              <a:ext uri="{FF2B5EF4-FFF2-40B4-BE49-F238E27FC236}">
                <a16:creationId xmlns:a16="http://schemas.microsoft.com/office/drawing/2014/main" id="{12B0AA3B-D65D-5396-A653-604FEB628573}"/>
              </a:ext>
            </a:extLst>
          </p:cNvPr>
          <p:cNvSpPr>
            <a:spLocks noGrp="1"/>
          </p:cNvSpPr>
          <p:nvPr>
            <p:ph type="title"/>
          </p:nvPr>
        </p:nvSpPr>
        <p:spPr/>
        <p:txBody>
          <a:bodyPr/>
          <a:lstStyle/>
          <a:p>
            <a:r>
              <a:rPr lang="zh-CN" altLang="en-US"/>
              <a:t>技术创新</a:t>
            </a:r>
          </a:p>
        </p:txBody>
      </p:sp>
    </p:spTree>
    <p:extLst>
      <p:ext uri="{BB962C8B-B14F-4D97-AF65-F5344CB8AC3E}">
        <p14:creationId xmlns:p14="http://schemas.microsoft.com/office/powerpoint/2010/main" val="3043671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a:extLst>
              <a:ext uri="{FF2B5EF4-FFF2-40B4-BE49-F238E27FC236}">
                <a16:creationId xmlns:a16="http://schemas.microsoft.com/office/drawing/2014/main" id="{6DDC52CD-C0CD-3DD1-F8F0-1705144165A7}"/>
              </a:ext>
            </a:extLst>
          </p:cNvPr>
          <p:cNvGrpSpPr/>
          <p:nvPr/>
        </p:nvGrpSpPr>
        <p:grpSpPr>
          <a:xfrm>
            <a:off x="660400" y="1130299"/>
            <a:ext cx="10858500" cy="5008434"/>
            <a:chOff x="660400" y="1130299"/>
            <a:chExt cx="10858500" cy="5008434"/>
          </a:xfrm>
        </p:grpSpPr>
        <p:sp>
          <p:nvSpPr>
            <p:cNvPr id="24" name="ComponentBackground1">
              <a:extLst>
                <a:ext uri="{FF2B5EF4-FFF2-40B4-BE49-F238E27FC236}">
                  <a16:creationId xmlns:a16="http://schemas.microsoft.com/office/drawing/2014/main" id="{4060FF1D-87F7-95F7-8C5D-337E3903EC9D}"/>
                </a:ext>
              </a:extLst>
            </p:cNvPr>
            <p:cNvSpPr>
              <a:spLocks/>
            </p:cNvSpPr>
            <p:nvPr/>
          </p:nvSpPr>
          <p:spPr>
            <a:xfrm>
              <a:off x="660400" y="2404739"/>
              <a:ext cx="6016173" cy="372936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dirty="0">
                <a:sym typeface="Arial" panose="020B0604020202020204" pitchFamily="34" charset="0"/>
              </a:endParaRPr>
            </a:p>
          </p:txBody>
        </p:sp>
        <p:grpSp>
          <p:nvGrpSpPr>
            <p:cNvPr id="3" name="组合 2">
              <a:extLst>
                <a:ext uri="{FF2B5EF4-FFF2-40B4-BE49-F238E27FC236}">
                  <a16:creationId xmlns:a16="http://schemas.microsoft.com/office/drawing/2014/main" id="{49414085-EF9E-D3C4-421D-5AB34143673F}"/>
                </a:ext>
              </a:extLst>
            </p:cNvPr>
            <p:cNvGrpSpPr/>
            <p:nvPr/>
          </p:nvGrpSpPr>
          <p:grpSpPr>
            <a:xfrm>
              <a:off x="660400" y="1130299"/>
              <a:ext cx="10858500" cy="5008434"/>
              <a:chOff x="660400" y="1130299"/>
              <a:chExt cx="10858500" cy="5008434"/>
            </a:xfrm>
          </p:grpSpPr>
          <p:grpSp>
            <p:nvGrpSpPr>
              <p:cNvPr id="4" name="组合 3">
                <a:extLst>
                  <a:ext uri="{FF2B5EF4-FFF2-40B4-BE49-F238E27FC236}">
                    <a16:creationId xmlns:a16="http://schemas.microsoft.com/office/drawing/2014/main" id="{0281D0B6-59F1-4CAC-1CF8-6D6C66A76781}"/>
                  </a:ext>
                </a:extLst>
              </p:cNvPr>
              <p:cNvGrpSpPr/>
              <p:nvPr/>
            </p:nvGrpSpPr>
            <p:grpSpPr>
              <a:xfrm>
                <a:off x="6128337" y="1130299"/>
                <a:ext cx="5390563" cy="5003801"/>
                <a:chOff x="6128337" y="1130299"/>
                <a:chExt cx="5390563" cy="5003801"/>
              </a:xfrm>
            </p:grpSpPr>
            <p:sp>
              <p:nvSpPr>
                <p:cNvPr id="22" name="Picture1">
                  <a:extLst>
                    <a:ext uri="{FF2B5EF4-FFF2-40B4-BE49-F238E27FC236}">
                      <a16:creationId xmlns:a16="http://schemas.microsoft.com/office/drawing/2014/main" id="{F7C4792C-A484-BA35-CAEB-D510EE054384}"/>
                    </a:ext>
                  </a:extLst>
                </p:cNvPr>
                <p:cNvSpPr/>
                <p:nvPr/>
              </p:nvSpPr>
              <p:spPr>
                <a:xfrm>
                  <a:off x="7289481" y="1130299"/>
                  <a:ext cx="4229419" cy="4214193"/>
                </a:xfrm>
                <a:prstGeom prst="roundRect">
                  <a:avLst>
                    <a:gd name="adj" fmla="val 0"/>
                  </a:avLst>
                </a:prstGeom>
                <a:blipFill>
                  <a:blip r:embed="rId3">
                    <a:extLst>
                      <a:ext uri="{BEBA8EAE-BF5A-486C-A8C5-ECC9F3942E4B}">
                        <a14:imgProps xmlns:a14="http://schemas.microsoft.com/office/drawing/2010/main">
                          <a14:imgLayer>
                            <a14:imgEffect>
                              <a14:colorTemperature colorTemp="8000"/>
                            </a14:imgEffect>
                          </a14:imgLayer>
                        </a14:imgProps>
                      </a:ext>
                    </a:extLst>
                  </a:blip>
                  <a:stretch>
                    <a:fillRect t="-22814" b="-22814"/>
                  </a:stretch>
                </a:blip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a:p>
              </p:txBody>
            </p:sp>
            <p:sp>
              <p:nvSpPr>
                <p:cNvPr id="23" name="Picture2">
                  <a:extLst>
                    <a:ext uri="{FF2B5EF4-FFF2-40B4-BE49-F238E27FC236}">
                      <a16:creationId xmlns:a16="http://schemas.microsoft.com/office/drawing/2014/main" id="{2AB16E79-9876-CD10-EC1C-65B045882521}"/>
                    </a:ext>
                  </a:extLst>
                </p:cNvPr>
                <p:cNvSpPr/>
                <p:nvPr/>
              </p:nvSpPr>
              <p:spPr>
                <a:xfrm>
                  <a:off x="6128337" y="3897085"/>
                  <a:ext cx="2237015" cy="2237015"/>
                </a:xfrm>
                <a:prstGeom prst="roundRect">
                  <a:avLst>
                    <a:gd name="adj" fmla="val 0"/>
                  </a:avLst>
                </a:prstGeom>
                <a:blipFill>
                  <a:blip r:embed="rId4">
                    <a:extLst>
                      <a:ext uri="{BEBA8EAE-BF5A-486C-A8C5-ECC9F3942E4B}">
                        <a14:imgProps xmlns:a14="http://schemas.microsoft.com/office/drawing/2010/main">
                          <a14:imgLayer>
                            <a14:imgEffect>
                              <a14:colorTemperature colorTemp="8000"/>
                            </a14:imgEffect>
                          </a14:imgLayer>
                        </a14:imgProps>
                      </a:ext>
                    </a:extLst>
                  </a:blip>
                  <a:stretch>
                    <a:fillRect l="-33009" r="-33009"/>
                  </a:stretch>
                </a:blip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a:p>
              </p:txBody>
            </p:sp>
          </p:grpSp>
          <p:sp>
            <p:nvSpPr>
              <p:cNvPr id="5" name="Title">
                <a:extLst>
                  <a:ext uri="{FF2B5EF4-FFF2-40B4-BE49-F238E27FC236}">
                    <a16:creationId xmlns:a16="http://schemas.microsoft.com/office/drawing/2014/main" id="{179E14EF-08D3-3E88-DDB2-44C94B196C36}"/>
                  </a:ext>
                </a:extLst>
              </p:cNvPr>
              <p:cNvSpPr txBox="1"/>
              <p:nvPr/>
            </p:nvSpPr>
            <p:spPr>
              <a:xfrm>
                <a:off x="660400" y="1204459"/>
                <a:ext cx="6794618" cy="713241"/>
              </a:xfrm>
              <a:prstGeom prst="rect">
                <a:avLst/>
              </a:prstGeom>
              <a:noFill/>
              <a:ln>
                <a:noFill/>
              </a:ln>
            </p:spPr>
            <p:txBody>
              <a:bodyPr wrap="square" lIns="91440" tIns="45720" rIns="91440" bIns="45720" anchor="ctr" anchorCtr="0">
                <a:normAutofit/>
              </a:bodyPr>
              <a:lstStyle/>
              <a:p>
                <a:pPr>
                  <a:buSzPct val="25000"/>
                </a:pPr>
                <a:r>
                  <a:rPr lang="zh-CN" altLang="en-US" sz="2400" b="1"/>
                  <a:t>消费者需求变化及市场响应</a:t>
                </a:r>
                <a:endParaRPr lang="en-US" altLang="zh-CN" sz="2400" b="1" dirty="0"/>
              </a:p>
            </p:txBody>
          </p:sp>
          <p:grpSp>
            <p:nvGrpSpPr>
              <p:cNvPr id="6" name="组合 5">
                <a:extLst>
                  <a:ext uri="{FF2B5EF4-FFF2-40B4-BE49-F238E27FC236}">
                    <a16:creationId xmlns:a16="http://schemas.microsoft.com/office/drawing/2014/main" id="{EE71156F-B727-52E8-84B5-55CB615CCA81}"/>
                  </a:ext>
                </a:extLst>
              </p:cNvPr>
              <p:cNvGrpSpPr/>
              <p:nvPr/>
            </p:nvGrpSpPr>
            <p:grpSpPr>
              <a:xfrm>
                <a:off x="890694" y="2593016"/>
                <a:ext cx="4645337" cy="3545717"/>
                <a:chOff x="890694" y="2593016"/>
                <a:chExt cx="4645337" cy="3545717"/>
              </a:xfrm>
            </p:grpSpPr>
            <p:grpSp>
              <p:nvGrpSpPr>
                <p:cNvPr id="7" name="组合 6">
                  <a:extLst>
                    <a:ext uri="{FF2B5EF4-FFF2-40B4-BE49-F238E27FC236}">
                      <a16:creationId xmlns:a16="http://schemas.microsoft.com/office/drawing/2014/main" id="{E8CDA69E-1F88-8131-B72E-CEA8900F17EB}"/>
                    </a:ext>
                  </a:extLst>
                </p:cNvPr>
                <p:cNvGrpSpPr/>
                <p:nvPr/>
              </p:nvGrpSpPr>
              <p:grpSpPr>
                <a:xfrm>
                  <a:off x="890694" y="2593016"/>
                  <a:ext cx="4645337" cy="1061121"/>
                  <a:chOff x="890694" y="2593016"/>
                  <a:chExt cx="4645337" cy="1061121"/>
                </a:xfrm>
              </p:grpSpPr>
              <p:sp>
                <p:nvSpPr>
                  <p:cNvPr id="18" name="Number1">
                    <a:extLst>
                      <a:ext uri="{FF2B5EF4-FFF2-40B4-BE49-F238E27FC236}">
                        <a16:creationId xmlns:a16="http://schemas.microsoft.com/office/drawing/2014/main" id="{75DC81A4-B02D-A3C0-6505-B3E29308430B}"/>
                      </a:ext>
                    </a:extLst>
                  </p:cNvPr>
                  <p:cNvSpPr txBox="1"/>
                  <p:nvPr/>
                </p:nvSpPr>
                <p:spPr>
                  <a:xfrm>
                    <a:off x="890694" y="2798274"/>
                    <a:ext cx="448824" cy="448824"/>
                  </a:xfrm>
                  <a:prstGeom prst="rect">
                    <a:avLst/>
                  </a:prstGeom>
                  <a:solidFill>
                    <a:schemeClr val="accent1">
                      <a:lumMod val="10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defPPr>
                      <a:defRPr lang="en-US"/>
                    </a:defPPr>
                    <a:lvl1pPr algn="ctr">
                      <a:defRPr sz="2800" b="1">
                        <a:solidFill>
                          <a:srgbClr val="FFFFFF"/>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000" dirty="0">
                        <a:solidFill>
                          <a:schemeClr val="tx1"/>
                        </a:solidFill>
                      </a:rPr>
                      <a:t>1</a:t>
                    </a:r>
                    <a:endParaRPr lang="zh-CN" altLang="en-US" sz="2000" dirty="0">
                      <a:solidFill>
                        <a:schemeClr val="tx1"/>
                      </a:solidFill>
                    </a:endParaRPr>
                  </a:p>
                </p:txBody>
              </p:sp>
              <p:grpSp>
                <p:nvGrpSpPr>
                  <p:cNvPr id="19" name="组合 18">
                    <a:extLst>
                      <a:ext uri="{FF2B5EF4-FFF2-40B4-BE49-F238E27FC236}">
                        <a16:creationId xmlns:a16="http://schemas.microsoft.com/office/drawing/2014/main" id="{B7153BE5-9B51-8E57-6F83-2BBA62E5028B}"/>
                      </a:ext>
                    </a:extLst>
                  </p:cNvPr>
                  <p:cNvGrpSpPr/>
                  <p:nvPr/>
                </p:nvGrpSpPr>
                <p:grpSpPr>
                  <a:xfrm>
                    <a:off x="1418585" y="2593016"/>
                    <a:ext cx="4117446" cy="1061121"/>
                    <a:chOff x="1418585" y="2593016"/>
                    <a:chExt cx="4117446" cy="1061121"/>
                  </a:xfrm>
                </p:grpSpPr>
                <p:sp>
                  <p:nvSpPr>
                    <p:cNvPr id="20" name="Text1">
                      <a:extLst>
                        <a:ext uri="{FF2B5EF4-FFF2-40B4-BE49-F238E27FC236}">
                          <a16:creationId xmlns:a16="http://schemas.microsoft.com/office/drawing/2014/main" id="{2BB9488E-E9BB-6AF0-F3E8-11F038D881CB}"/>
                        </a:ext>
                      </a:extLst>
                    </p:cNvPr>
                    <p:cNvSpPr/>
                    <p:nvPr/>
                  </p:nvSpPr>
                  <p:spPr>
                    <a:xfrm flipH="1">
                      <a:off x="1418585" y="3041982"/>
                      <a:ext cx="4096844" cy="612155"/>
                    </a:xfrm>
                    <a:prstGeom prst="rect">
                      <a:avLst/>
                    </a:prstGeom>
                    <a:ln>
                      <a:noFill/>
                    </a:ln>
                  </p:spPr>
                  <p:txBody>
                    <a:bodyPr wrap="square" lIns="91440" tIns="45720" rIns="91440" bIns="45720" anchor="t">
                      <a:normAutofit/>
                    </a:bodyPr>
                    <a:lstStyle/>
                    <a:p>
                      <a:pPr defTabSz="913765">
                        <a:lnSpc>
                          <a:spcPct val="120000"/>
                        </a:lnSpc>
                        <a:buSzPct val="25000"/>
                        <a:defRPr/>
                      </a:pPr>
                      <a:r>
                        <a:rPr kumimoji="0" lang="zh-CN" altLang="en-US" sz="1200" i="0" u="none" strike="noStrike" kern="1200" cap="none" spc="0" normalizeH="0" baseline="0" noProof="0">
                          <a:ln>
                            <a:noFill/>
                          </a:ln>
                          <a:effectLst/>
                          <a:uLnTx/>
                          <a:uFillTx/>
                        </a:rPr>
                        <a:t>随着疫情常态化，线上购物成为主流，消费者对便捷性需求增加。</a:t>
                      </a:r>
                      <a:endParaRPr kumimoji="0" lang="en-US" altLang="zh-CN" sz="1200" i="0" u="none" strike="noStrike" kern="1200" cap="none" spc="0" normalizeH="0" baseline="0" noProof="0" dirty="0">
                        <a:ln>
                          <a:noFill/>
                        </a:ln>
                        <a:effectLst/>
                        <a:uLnTx/>
                        <a:uFillTx/>
                      </a:endParaRPr>
                    </a:p>
                  </p:txBody>
                </p:sp>
                <p:sp>
                  <p:nvSpPr>
                    <p:cNvPr id="21" name="Bullet1">
                      <a:extLst>
                        <a:ext uri="{FF2B5EF4-FFF2-40B4-BE49-F238E27FC236}">
                          <a16:creationId xmlns:a16="http://schemas.microsoft.com/office/drawing/2014/main" id="{376F32D2-A799-04A0-88F2-87960AF3FBDD}"/>
                        </a:ext>
                      </a:extLst>
                    </p:cNvPr>
                    <p:cNvSpPr txBox="1"/>
                    <p:nvPr/>
                  </p:nvSpPr>
                  <p:spPr>
                    <a:xfrm>
                      <a:off x="1439188" y="2593016"/>
                      <a:ext cx="4096843" cy="448824"/>
                    </a:xfrm>
                    <a:prstGeom prst="rect">
                      <a:avLst/>
                    </a:prstGeom>
                    <a:noFill/>
                  </p:spPr>
                  <p:txBody>
                    <a:bodyPr wrap="square" rtlCol="0" anchor="b" anchorCtr="0">
                      <a:normAutofit/>
                    </a:bodyPr>
                    <a:lstStyle>
                      <a:defPPr>
                        <a:defRPr lang="zh-CN"/>
                      </a:defPPr>
                      <a:lvl1pPr algn="r">
                        <a:defRPr sz="2000" b="1">
                          <a:solidFill>
                            <a:schemeClr val="accent5"/>
                          </a:solidFill>
                          <a:effectLst>
                            <a:outerShdw blurRad="254000" dist="127000" algn="ctr" rotWithShape="0">
                              <a:schemeClr val="accent5">
                                <a:alpha val="40000"/>
                              </a:schemeClr>
                            </a:outerShdw>
                          </a:effectLst>
                        </a:defRPr>
                      </a:lvl1pPr>
                    </a:lstStyle>
                    <a:p>
                      <a:pPr algn="l"/>
                      <a:r>
                        <a:rPr lang="zh-CN" altLang="en-US" sz="1800" dirty="0">
                          <a:solidFill>
                            <a:schemeClr val="tx1"/>
                          </a:solidFill>
                          <a:effectLst/>
                        </a:rPr>
                        <a:t>线上购物热潮</a:t>
                      </a:r>
                      <a:endParaRPr lang="en-US" altLang="zh-CN" sz="1800" dirty="0">
                        <a:solidFill>
                          <a:schemeClr val="tx1"/>
                        </a:solidFill>
                        <a:effectLst/>
                      </a:endParaRPr>
                    </a:p>
                  </p:txBody>
                </p:sp>
              </p:grpSp>
            </p:grpSp>
            <p:grpSp>
              <p:nvGrpSpPr>
                <p:cNvPr id="8" name="组合 7">
                  <a:extLst>
                    <a:ext uri="{FF2B5EF4-FFF2-40B4-BE49-F238E27FC236}">
                      <a16:creationId xmlns:a16="http://schemas.microsoft.com/office/drawing/2014/main" id="{54B5ECFB-3D70-1F65-7B82-4F10624D45E6}"/>
                    </a:ext>
                  </a:extLst>
                </p:cNvPr>
                <p:cNvGrpSpPr/>
                <p:nvPr/>
              </p:nvGrpSpPr>
              <p:grpSpPr>
                <a:xfrm>
                  <a:off x="890694" y="3835314"/>
                  <a:ext cx="4645337" cy="1061121"/>
                  <a:chOff x="890694" y="3835314"/>
                  <a:chExt cx="4645337" cy="1061121"/>
                </a:xfrm>
              </p:grpSpPr>
              <p:sp>
                <p:nvSpPr>
                  <p:cNvPr id="14" name="Number2">
                    <a:extLst>
                      <a:ext uri="{FF2B5EF4-FFF2-40B4-BE49-F238E27FC236}">
                        <a16:creationId xmlns:a16="http://schemas.microsoft.com/office/drawing/2014/main" id="{2B76DAB5-E653-FE58-8EB5-23FF813B331A}"/>
                      </a:ext>
                    </a:extLst>
                  </p:cNvPr>
                  <p:cNvSpPr txBox="1"/>
                  <p:nvPr/>
                </p:nvSpPr>
                <p:spPr>
                  <a:xfrm>
                    <a:off x="890694" y="4040572"/>
                    <a:ext cx="448824" cy="448824"/>
                  </a:xfrm>
                  <a:prstGeom prst="rect">
                    <a:avLst/>
                  </a:prstGeom>
                  <a:solidFill>
                    <a:schemeClr val="accent1">
                      <a:lumMod val="10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defPPr>
                      <a:defRPr lang="en-US"/>
                    </a:defPPr>
                    <a:lvl1pPr algn="ctr">
                      <a:defRPr sz="2800" b="1">
                        <a:solidFill>
                          <a:srgbClr val="FFFFFF"/>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000" dirty="0">
                        <a:solidFill>
                          <a:schemeClr val="tx1"/>
                        </a:solidFill>
                      </a:rPr>
                      <a:t>2</a:t>
                    </a:r>
                    <a:endParaRPr lang="zh-CN" altLang="en-US" sz="2000" dirty="0">
                      <a:solidFill>
                        <a:schemeClr val="tx1"/>
                      </a:solidFill>
                    </a:endParaRPr>
                  </a:p>
                </p:txBody>
              </p:sp>
              <p:grpSp>
                <p:nvGrpSpPr>
                  <p:cNvPr id="15" name="组合 14">
                    <a:extLst>
                      <a:ext uri="{FF2B5EF4-FFF2-40B4-BE49-F238E27FC236}">
                        <a16:creationId xmlns:a16="http://schemas.microsoft.com/office/drawing/2014/main" id="{CA00980B-8B96-531C-AF8C-BB5CBDC26C56}"/>
                      </a:ext>
                    </a:extLst>
                  </p:cNvPr>
                  <p:cNvGrpSpPr/>
                  <p:nvPr/>
                </p:nvGrpSpPr>
                <p:grpSpPr>
                  <a:xfrm>
                    <a:off x="1418585" y="3835314"/>
                    <a:ext cx="4117446" cy="1061121"/>
                    <a:chOff x="1418585" y="3835314"/>
                    <a:chExt cx="4117446" cy="1061121"/>
                  </a:xfrm>
                </p:grpSpPr>
                <p:sp>
                  <p:nvSpPr>
                    <p:cNvPr id="16" name="Text2">
                      <a:extLst>
                        <a:ext uri="{FF2B5EF4-FFF2-40B4-BE49-F238E27FC236}">
                          <a16:creationId xmlns:a16="http://schemas.microsoft.com/office/drawing/2014/main" id="{1AFA2350-A7C9-A5C4-1211-E85BD33A9BE9}"/>
                        </a:ext>
                      </a:extLst>
                    </p:cNvPr>
                    <p:cNvSpPr/>
                    <p:nvPr/>
                  </p:nvSpPr>
                  <p:spPr>
                    <a:xfrm flipH="1">
                      <a:off x="1418585" y="4284280"/>
                      <a:ext cx="4096844" cy="612155"/>
                    </a:xfrm>
                    <a:prstGeom prst="rect">
                      <a:avLst/>
                    </a:prstGeom>
                    <a:ln>
                      <a:noFill/>
                    </a:ln>
                  </p:spPr>
                  <p:txBody>
                    <a:bodyPr wrap="square" lIns="91440" tIns="45720" rIns="91440" bIns="45720" anchor="t">
                      <a:normAutofit/>
                    </a:bodyPr>
                    <a:lstStyle/>
                    <a:p>
                      <a:pPr defTabSz="913765">
                        <a:lnSpc>
                          <a:spcPct val="120000"/>
                        </a:lnSpc>
                        <a:buSzPct val="25000"/>
                        <a:defRPr/>
                      </a:pPr>
                      <a:r>
                        <a:rPr kumimoji="0" lang="zh-CN" altLang="en-US" sz="1200" i="0" u="none" strike="noStrike" kern="1200" cap="none" spc="0" normalizeH="0" baseline="0" noProof="0">
                          <a:ln>
                            <a:noFill/>
                          </a:ln>
                          <a:effectLst/>
                          <a:uLnTx/>
                          <a:uFillTx/>
                        </a:rPr>
                        <a:t>消费者对环保产品需求上升，绿色消费成为新趋势。</a:t>
                      </a:r>
                      <a:endParaRPr kumimoji="0" lang="en-US" altLang="zh-CN" sz="1200" i="0" u="none" strike="noStrike" kern="1200" cap="none" spc="0" normalizeH="0" baseline="0" noProof="0" dirty="0">
                        <a:ln>
                          <a:noFill/>
                        </a:ln>
                        <a:effectLst/>
                        <a:uLnTx/>
                        <a:uFillTx/>
                      </a:endParaRPr>
                    </a:p>
                  </p:txBody>
                </p:sp>
                <p:sp>
                  <p:nvSpPr>
                    <p:cNvPr id="17" name="Bullet2">
                      <a:extLst>
                        <a:ext uri="{FF2B5EF4-FFF2-40B4-BE49-F238E27FC236}">
                          <a16:creationId xmlns:a16="http://schemas.microsoft.com/office/drawing/2014/main" id="{7FDE1EDF-2456-8400-B51C-B4A169E2038C}"/>
                        </a:ext>
                      </a:extLst>
                    </p:cNvPr>
                    <p:cNvSpPr txBox="1"/>
                    <p:nvPr/>
                  </p:nvSpPr>
                  <p:spPr>
                    <a:xfrm>
                      <a:off x="1439188" y="3835314"/>
                      <a:ext cx="4096843" cy="448824"/>
                    </a:xfrm>
                    <a:prstGeom prst="rect">
                      <a:avLst/>
                    </a:prstGeom>
                    <a:noFill/>
                  </p:spPr>
                  <p:txBody>
                    <a:bodyPr wrap="square" rtlCol="0" anchor="b" anchorCtr="0">
                      <a:normAutofit/>
                    </a:bodyPr>
                    <a:lstStyle>
                      <a:defPPr>
                        <a:defRPr lang="zh-CN"/>
                      </a:defPPr>
                      <a:lvl1pPr algn="r">
                        <a:defRPr sz="2000" b="1">
                          <a:solidFill>
                            <a:schemeClr val="accent5"/>
                          </a:solidFill>
                          <a:effectLst>
                            <a:outerShdw blurRad="254000" dist="127000" algn="ctr" rotWithShape="0">
                              <a:schemeClr val="accent5">
                                <a:alpha val="40000"/>
                              </a:schemeClr>
                            </a:outerShdw>
                          </a:effectLst>
                        </a:defRPr>
                      </a:lvl1pPr>
                    </a:lstStyle>
                    <a:p>
                      <a:pPr algn="l"/>
                      <a:r>
                        <a:rPr lang="zh-CN" altLang="en-US" sz="1800" dirty="0">
                          <a:solidFill>
                            <a:schemeClr val="tx1"/>
                          </a:solidFill>
                          <a:effectLst/>
                        </a:rPr>
                        <a:t>绿色环保意识</a:t>
                      </a:r>
                      <a:endParaRPr lang="en-US" altLang="zh-CN" sz="1800" dirty="0">
                        <a:solidFill>
                          <a:schemeClr val="tx1"/>
                        </a:solidFill>
                        <a:effectLst/>
                      </a:endParaRPr>
                    </a:p>
                  </p:txBody>
                </p:sp>
              </p:grpSp>
            </p:grpSp>
            <p:grpSp>
              <p:nvGrpSpPr>
                <p:cNvPr id="9" name="组合 8">
                  <a:extLst>
                    <a:ext uri="{FF2B5EF4-FFF2-40B4-BE49-F238E27FC236}">
                      <a16:creationId xmlns:a16="http://schemas.microsoft.com/office/drawing/2014/main" id="{B2A61809-1AB4-902A-F444-3667FD8E7131}"/>
                    </a:ext>
                  </a:extLst>
                </p:cNvPr>
                <p:cNvGrpSpPr/>
                <p:nvPr/>
              </p:nvGrpSpPr>
              <p:grpSpPr>
                <a:xfrm>
                  <a:off x="890694" y="5077612"/>
                  <a:ext cx="4645337" cy="1061121"/>
                  <a:chOff x="890694" y="5077612"/>
                  <a:chExt cx="4645337" cy="1061121"/>
                </a:xfrm>
              </p:grpSpPr>
              <p:sp>
                <p:nvSpPr>
                  <p:cNvPr id="10" name="Number3">
                    <a:extLst>
                      <a:ext uri="{FF2B5EF4-FFF2-40B4-BE49-F238E27FC236}">
                        <a16:creationId xmlns:a16="http://schemas.microsoft.com/office/drawing/2014/main" id="{C05FA83B-5646-D3ED-04D4-079EC2D06DBE}"/>
                      </a:ext>
                    </a:extLst>
                  </p:cNvPr>
                  <p:cNvSpPr txBox="1"/>
                  <p:nvPr/>
                </p:nvSpPr>
                <p:spPr>
                  <a:xfrm>
                    <a:off x="890694" y="5282870"/>
                    <a:ext cx="448824" cy="448824"/>
                  </a:xfrm>
                  <a:prstGeom prst="rect">
                    <a:avLst/>
                  </a:prstGeom>
                  <a:solidFill>
                    <a:schemeClr val="accent1">
                      <a:lumMod val="10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defPPr>
                      <a:defRPr lang="en-US"/>
                    </a:defPPr>
                    <a:lvl1pPr algn="ctr">
                      <a:defRPr sz="2800" b="1">
                        <a:solidFill>
                          <a:srgbClr val="FFFFFF"/>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000" dirty="0">
                        <a:solidFill>
                          <a:schemeClr val="tx1"/>
                        </a:solidFill>
                      </a:rPr>
                      <a:t>3</a:t>
                    </a:r>
                    <a:endParaRPr lang="zh-CN" altLang="en-US" sz="2000" dirty="0">
                      <a:solidFill>
                        <a:schemeClr val="tx1"/>
                      </a:solidFill>
                    </a:endParaRPr>
                  </a:p>
                </p:txBody>
              </p:sp>
              <p:grpSp>
                <p:nvGrpSpPr>
                  <p:cNvPr id="11" name="组合 10">
                    <a:extLst>
                      <a:ext uri="{FF2B5EF4-FFF2-40B4-BE49-F238E27FC236}">
                        <a16:creationId xmlns:a16="http://schemas.microsoft.com/office/drawing/2014/main" id="{E5DA6ECA-8B8C-6BA6-9C1E-5EF0D2C427F9}"/>
                      </a:ext>
                    </a:extLst>
                  </p:cNvPr>
                  <p:cNvGrpSpPr/>
                  <p:nvPr/>
                </p:nvGrpSpPr>
                <p:grpSpPr>
                  <a:xfrm>
                    <a:off x="1418585" y="5077612"/>
                    <a:ext cx="4117446" cy="1061121"/>
                    <a:chOff x="1418585" y="5077612"/>
                    <a:chExt cx="4117446" cy="1061121"/>
                  </a:xfrm>
                </p:grpSpPr>
                <p:sp>
                  <p:nvSpPr>
                    <p:cNvPr id="12" name="Text3">
                      <a:extLst>
                        <a:ext uri="{FF2B5EF4-FFF2-40B4-BE49-F238E27FC236}">
                          <a16:creationId xmlns:a16="http://schemas.microsoft.com/office/drawing/2014/main" id="{A5282329-10AC-36C7-A396-D367839DC06B}"/>
                        </a:ext>
                      </a:extLst>
                    </p:cNvPr>
                    <p:cNvSpPr/>
                    <p:nvPr/>
                  </p:nvSpPr>
                  <p:spPr>
                    <a:xfrm flipH="1">
                      <a:off x="1418585" y="5526578"/>
                      <a:ext cx="4096844" cy="612155"/>
                    </a:xfrm>
                    <a:prstGeom prst="rect">
                      <a:avLst/>
                    </a:prstGeom>
                    <a:ln>
                      <a:noFill/>
                    </a:ln>
                  </p:spPr>
                  <p:txBody>
                    <a:bodyPr wrap="square" lIns="91440" tIns="45720" rIns="91440" bIns="45720" anchor="t">
                      <a:normAutofit/>
                    </a:bodyPr>
                    <a:lstStyle/>
                    <a:p>
                      <a:pPr defTabSz="913765">
                        <a:lnSpc>
                          <a:spcPct val="120000"/>
                        </a:lnSpc>
                        <a:buSzPct val="25000"/>
                        <a:defRPr/>
                      </a:pPr>
                      <a:r>
                        <a:rPr kumimoji="0" lang="zh-CN" altLang="en-US" sz="1200" i="0" u="none" strike="noStrike" kern="1200" cap="none" spc="0" normalizeH="0" baseline="0" noProof="0">
                          <a:ln>
                            <a:noFill/>
                          </a:ln>
                          <a:effectLst/>
                          <a:uLnTx/>
                          <a:uFillTx/>
                        </a:rPr>
                        <a:t>消费者对产品品质要求提高，追求个性化、高品质。</a:t>
                      </a:r>
                      <a:endParaRPr kumimoji="0" lang="en-US" altLang="zh-CN" sz="1200" i="0" u="none" strike="noStrike" kern="1200" cap="none" spc="0" normalizeH="0" baseline="0" noProof="0" dirty="0">
                        <a:ln>
                          <a:noFill/>
                        </a:ln>
                        <a:effectLst/>
                        <a:uLnTx/>
                        <a:uFillTx/>
                      </a:endParaRPr>
                    </a:p>
                  </p:txBody>
                </p:sp>
                <p:sp>
                  <p:nvSpPr>
                    <p:cNvPr id="13" name="Bullet3">
                      <a:extLst>
                        <a:ext uri="{FF2B5EF4-FFF2-40B4-BE49-F238E27FC236}">
                          <a16:creationId xmlns:a16="http://schemas.microsoft.com/office/drawing/2014/main" id="{ADF1F721-F52E-FCC8-9485-6BA643F535A1}"/>
                        </a:ext>
                      </a:extLst>
                    </p:cNvPr>
                    <p:cNvSpPr txBox="1"/>
                    <p:nvPr/>
                  </p:nvSpPr>
                  <p:spPr>
                    <a:xfrm>
                      <a:off x="1439188" y="5077612"/>
                      <a:ext cx="4096843" cy="448824"/>
                    </a:xfrm>
                    <a:prstGeom prst="rect">
                      <a:avLst/>
                    </a:prstGeom>
                    <a:noFill/>
                  </p:spPr>
                  <p:txBody>
                    <a:bodyPr wrap="square" rtlCol="0" anchor="b" anchorCtr="0">
                      <a:normAutofit/>
                    </a:bodyPr>
                    <a:lstStyle>
                      <a:defPPr>
                        <a:defRPr lang="zh-CN"/>
                      </a:defPPr>
                      <a:lvl1pPr algn="r">
                        <a:defRPr sz="2000" b="1">
                          <a:solidFill>
                            <a:schemeClr val="accent5"/>
                          </a:solidFill>
                          <a:effectLst>
                            <a:outerShdw blurRad="254000" dist="127000" algn="ctr" rotWithShape="0">
                              <a:schemeClr val="accent5">
                                <a:alpha val="40000"/>
                              </a:schemeClr>
                            </a:outerShdw>
                          </a:effectLst>
                        </a:defRPr>
                      </a:lvl1pPr>
                    </a:lstStyle>
                    <a:p>
                      <a:pPr algn="l"/>
                      <a:r>
                        <a:rPr lang="zh-CN" altLang="en-US" sz="1800" dirty="0">
                          <a:solidFill>
                            <a:schemeClr val="tx1"/>
                          </a:solidFill>
                          <a:effectLst/>
                        </a:rPr>
                        <a:t>品质追求升级</a:t>
                      </a:r>
                      <a:endParaRPr lang="en-US" altLang="zh-CN" sz="1800" dirty="0">
                        <a:solidFill>
                          <a:schemeClr val="tx1"/>
                        </a:solidFill>
                        <a:effectLst/>
                      </a:endParaRPr>
                    </a:p>
                  </p:txBody>
                </p:sp>
              </p:grpSp>
            </p:grpSp>
          </p:grpSp>
        </p:grpSp>
      </p:grpSp>
      <p:sp>
        <p:nvSpPr>
          <p:cNvPr id="2" name="标题 1">
            <a:extLst>
              <a:ext uri="{FF2B5EF4-FFF2-40B4-BE49-F238E27FC236}">
                <a16:creationId xmlns:a16="http://schemas.microsoft.com/office/drawing/2014/main" id="{9461C577-632D-1FDD-8999-7DED4099CA1D}"/>
              </a:ext>
            </a:extLst>
          </p:cNvPr>
          <p:cNvSpPr>
            <a:spLocks noGrp="1"/>
          </p:cNvSpPr>
          <p:nvPr>
            <p:ph type="title"/>
          </p:nvPr>
        </p:nvSpPr>
        <p:spPr/>
        <p:txBody>
          <a:bodyPr/>
          <a:lstStyle/>
          <a:p>
            <a:r>
              <a:rPr lang="zh-CN" altLang="en-US"/>
              <a:t>消费者行为</a:t>
            </a:r>
          </a:p>
        </p:txBody>
      </p:sp>
    </p:spTree>
    <p:extLst>
      <p:ext uri="{BB962C8B-B14F-4D97-AF65-F5344CB8AC3E}">
        <p14:creationId xmlns:p14="http://schemas.microsoft.com/office/powerpoint/2010/main" val="9124390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p:txBody>
          <a:bodyPr/>
          <a:lstStyle/>
          <a:p>
            <a:r>
              <a:rPr lang="zh-CN" altLang="en-US" dirty="0"/>
              <a:t>未来展望</a:t>
            </a:r>
            <a:endParaRPr lang="en-US" dirty="0"/>
          </a:p>
        </p:txBody>
      </p:sp>
      <p:sp>
        <p:nvSpPr>
          <p:cNvPr id="25" name="文本占位符 24"/>
          <p:cNvSpPr>
            <a:spLocks noGrp="1"/>
          </p:cNvSpPr>
          <p:nvPr>
            <p:ph type="body" sz="quarter" idx="1" hasCustomPrompt="1"/>
          </p:nvPr>
        </p:nvSpPr>
        <p:spPr/>
        <p:txBody>
          <a:bodyPr/>
          <a:lstStyle/>
          <a:p>
            <a:r>
              <a:rPr lang="zh-CN" altLang="en-US" dirty="0"/>
              <a:t>对通用行业未来发展的预测及建议</a:t>
            </a:r>
            <a:endParaRPr lang="en-US" dirty="0"/>
          </a:p>
        </p:txBody>
      </p:sp>
      <p:sp>
        <p:nvSpPr>
          <p:cNvPr id="2" name="文本框 1">
            <a:extLst>
              <a:ext uri="{FF2B5EF4-FFF2-40B4-BE49-F238E27FC236}">
                <a16:creationId xmlns:a16="http://schemas.microsoft.com/office/drawing/2014/main" id="{8721E24B-1EB9-B31D-90AB-27F885C6A220}"/>
              </a:ext>
            </a:extLst>
          </p:cNvPr>
          <p:cNvSpPr txBox="1"/>
          <p:nvPr/>
        </p:nvSpPr>
        <p:spPr>
          <a:xfrm>
            <a:off x="5389418" y="1022579"/>
            <a:ext cx="1413164" cy="1323439"/>
          </a:xfrm>
          <a:prstGeom prst="rect">
            <a:avLst/>
          </a:prstGeom>
          <a:noFill/>
        </p:spPr>
        <p:txBody>
          <a:bodyPr wrap="square" rtlCol="0" anchor="ctr">
            <a:normAutofit/>
          </a:bodyPr>
          <a:lstStyle/>
          <a:p>
            <a:pPr algn="ctr"/>
            <a:r>
              <a:rPr lang="en-US" altLang="zh-CN" sz="8000" b="1" dirty="0"/>
              <a:t>03</a:t>
            </a:r>
            <a:endParaRPr lang="zh-CN" altLang="en-US" sz="8000"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05A2BC6C-241B-89DD-5F3D-5B9439C4537A}"/>
              </a:ext>
            </a:extLst>
          </p:cNvPr>
          <p:cNvGrpSpPr/>
          <p:nvPr/>
        </p:nvGrpSpPr>
        <p:grpSpPr>
          <a:xfrm>
            <a:off x="0" y="1275820"/>
            <a:ext cx="12192000" cy="4890030"/>
            <a:chOff x="0" y="1275820"/>
            <a:chExt cx="12192000" cy="4890030"/>
          </a:xfrm>
        </p:grpSpPr>
        <p:sp>
          <p:nvSpPr>
            <p:cNvPr id="4" name="Title">
              <a:extLst>
                <a:ext uri="{FF2B5EF4-FFF2-40B4-BE49-F238E27FC236}">
                  <a16:creationId xmlns:a16="http://schemas.microsoft.com/office/drawing/2014/main" id="{B18208EC-4266-A309-FC7A-2303AD7E6707}"/>
                </a:ext>
              </a:extLst>
            </p:cNvPr>
            <p:cNvSpPr txBox="1"/>
            <p:nvPr/>
          </p:nvSpPr>
          <p:spPr>
            <a:xfrm>
              <a:off x="673100" y="1275820"/>
              <a:ext cx="10845800" cy="562692"/>
            </a:xfrm>
            <a:prstGeom prst="rect">
              <a:avLst/>
            </a:prstGeom>
            <a:noFill/>
          </p:spPr>
          <p:txBody>
            <a:bodyPr vert="horz" wrap="square" rtlCol="0" anchor="t" anchorCtr="1">
              <a:normAutofit/>
            </a:bodyPr>
            <a:lstStyle/>
            <a:p>
              <a:pPr algn="ctr"/>
              <a:r>
                <a:rPr lang="zh-CN" altLang="en-US" sz="2400" b="1" dirty="0"/>
                <a:t>行业未来发展趋势及潜力</a:t>
              </a:r>
            </a:p>
          </p:txBody>
        </p:sp>
        <p:cxnSp>
          <p:nvCxnSpPr>
            <p:cNvPr id="5" name="îşḻîḑê">
              <a:extLst>
                <a:ext uri="{FF2B5EF4-FFF2-40B4-BE49-F238E27FC236}">
                  <a16:creationId xmlns:a16="http://schemas.microsoft.com/office/drawing/2014/main" id="{D7334BB4-10A9-3CD9-7D81-13CFB2B1CEEF}"/>
                </a:ext>
              </a:extLst>
            </p:cNvPr>
            <p:cNvCxnSpPr>
              <a:cxnSpLocks/>
            </p:cNvCxnSpPr>
            <p:nvPr/>
          </p:nvCxnSpPr>
          <p:spPr>
            <a:xfrm>
              <a:off x="8948147" y="4653194"/>
              <a:ext cx="0" cy="1512656"/>
            </a:xfrm>
            <a:prstGeom prst="line">
              <a:avLst/>
            </a:prstGeom>
            <a:ln w="12700" cap="rnd">
              <a:solidFill>
                <a:schemeClr val="tx2">
                  <a:alpha val="50000"/>
                </a:schemeClr>
              </a:solidFill>
              <a:round/>
            </a:ln>
          </p:spPr>
          <p:style>
            <a:lnRef idx="1">
              <a:schemeClr val="accent1"/>
            </a:lnRef>
            <a:fillRef idx="0">
              <a:schemeClr val="accent1"/>
            </a:fillRef>
            <a:effectRef idx="0">
              <a:schemeClr val="accent1"/>
            </a:effectRef>
            <a:fontRef idx="minor">
              <a:schemeClr val="tx1"/>
            </a:fontRef>
          </p:style>
        </p:cxnSp>
        <p:cxnSp>
          <p:nvCxnSpPr>
            <p:cNvPr id="6" name="îşḻîḑê">
              <a:extLst>
                <a:ext uri="{FF2B5EF4-FFF2-40B4-BE49-F238E27FC236}">
                  <a16:creationId xmlns:a16="http://schemas.microsoft.com/office/drawing/2014/main" id="{E473430B-C775-04CA-A91F-0CE69C6F70C8}"/>
                </a:ext>
              </a:extLst>
            </p:cNvPr>
            <p:cNvCxnSpPr>
              <a:cxnSpLocks/>
            </p:cNvCxnSpPr>
            <p:nvPr/>
          </p:nvCxnSpPr>
          <p:spPr>
            <a:xfrm>
              <a:off x="6274257" y="4653194"/>
              <a:ext cx="0" cy="1512656"/>
            </a:xfrm>
            <a:prstGeom prst="line">
              <a:avLst/>
            </a:prstGeom>
            <a:ln w="12700" cap="rnd">
              <a:solidFill>
                <a:schemeClr val="tx2">
                  <a:alpha val="50000"/>
                </a:schemeClr>
              </a:solidFill>
              <a:round/>
            </a:ln>
          </p:spPr>
          <p:style>
            <a:lnRef idx="1">
              <a:schemeClr val="accent1"/>
            </a:lnRef>
            <a:fillRef idx="0">
              <a:schemeClr val="accent1"/>
            </a:fillRef>
            <a:effectRef idx="0">
              <a:schemeClr val="accent1"/>
            </a:effectRef>
            <a:fontRef idx="minor">
              <a:schemeClr val="tx1"/>
            </a:fontRef>
          </p:style>
        </p:cxnSp>
        <p:cxnSp>
          <p:nvCxnSpPr>
            <p:cNvPr id="7" name="îşḻîḑê">
              <a:extLst>
                <a:ext uri="{FF2B5EF4-FFF2-40B4-BE49-F238E27FC236}">
                  <a16:creationId xmlns:a16="http://schemas.microsoft.com/office/drawing/2014/main" id="{420B658D-1C2F-F8D8-B152-59EDACB8DA03}"/>
                </a:ext>
              </a:extLst>
            </p:cNvPr>
            <p:cNvCxnSpPr>
              <a:cxnSpLocks/>
            </p:cNvCxnSpPr>
            <p:nvPr/>
          </p:nvCxnSpPr>
          <p:spPr>
            <a:xfrm>
              <a:off x="3614333" y="4653194"/>
              <a:ext cx="0" cy="1512656"/>
            </a:xfrm>
            <a:prstGeom prst="line">
              <a:avLst/>
            </a:prstGeom>
            <a:ln w="12700" cap="rnd">
              <a:solidFill>
                <a:schemeClr val="tx2">
                  <a:alpha val="50000"/>
                </a:schemeClr>
              </a:solidFill>
              <a:round/>
            </a:ln>
          </p:spPr>
          <p:style>
            <a:lnRef idx="1">
              <a:schemeClr val="accent1"/>
            </a:lnRef>
            <a:fillRef idx="0">
              <a:schemeClr val="accent1"/>
            </a:fillRef>
            <a:effectRef idx="0">
              <a:schemeClr val="accent1"/>
            </a:effectRef>
            <a:fontRef idx="minor">
              <a:schemeClr val="tx1"/>
            </a:fontRef>
          </p:style>
        </p:cxnSp>
        <p:grpSp>
          <p:nvGrpSpPr>
            <p:cNvPr id="8" name="组合 7">
              <a:extLst>
                <a:ext uri="{FF2B5EF4-FFF2-40B4-BE49-F238E27FC236}">
                  <a16:creationId xmlns:a16="http://schemas.microsoft.com/office/drawing/2014/main" id="{0F242619-19CB-AD90-967A-D1592920E165}"/>
                </a:ext>
              </a:extLst>
            </p:cNvPr>
            <p:cNvGrpSpPr/>
            <p:nvPr/>
          </p:nvGrpSpPr>
          <p:grpSpPr>
            <a:xfrm>
              <a:off x="0" y="1937226"/>
              <a:ext cx="12192000" cy="4206399"/>
              <a:chOff x="0" y="1937226"/>
              <a:chExt cx="12192000" cy="4206399"/>
            </a:xfrm>
          </p:grpSpPr>
          <p:sp>
            <p:nvSpPr>
              <p:cNvPr id="21" name="PictureMisc">
                <a:extLst>
                  <a:ext uri="{FF2B5EF4-FFF2-40B4-BE49-F238E27FC236}">
                    <a16:creationId xmlns:a16="http://schemas.microsoft.com/office/drawing/2014/main" id="{4AC0DD41-959D-F196-1B33-038C76148C92}"/>
                  </a:ext>
                </a:extLst>
              </p:cNvPr>
              <p:cNvSpPr/>
              <p:nvPr/>
            </p:nvSpPr>
            <p:spPr>
              <a:xfrm>
                <a:off x="0" y="1937226"/>
                <a:ext cx="12192000" cy="1906156"/>
              </a:xfrm>
              <a:prstGeom prst="rect">
                <a:avLst/>
              </a:prstGeom>
              <a:blipFill>
                <a:blip r:embed="rId3">
                  <a:extLst>
                    <a:ext uri="{BEBA8EAE-BF5A-486C-A8C5-ECC9F3942E4B}">
                      <a14:imgProps xmlns:a14="http://schemas.microsoft.com/office/drawing/2010/main">
                        <a14:imgLayer>
                          <a14:imgEffect>
                            <a14:colorTemperature colorTemp="8000"/>
                          </a14:imgEffect>
                        </a14:imgLayer>
                      </a14:imgProps>
                    </a:ext>
                  </a:extLst>
                </a:blip>
                <a:srcRect/>
                <a:stretch>
                  <a:fillRect t="-178392" b="-148016"/>
                </a:stretch>
              </a:blip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dirty="0"/>
              </a:p>
            </p:txBody>
          </p:sp>
          <p:sp>
            <p:nvSpPr>
              <p:cNvPr id="22" name="Text1">
                <a:extLst>
                  <a:ext uri="{FF2B5EF4-FFF2-40B4-BE49-F238E27FC236}">
                    <a16:creationId xmlns:a16="http://schemas.microsoft.com/office/drawing/2014/main" id="{34E3D75B-970D-E4AC-3B40-F19E4FC87BFA}"/>
                  </a:ext>
                </a:extLst>
              </p:cNvPr>
              <p:cNvSpPr txBox="1"/>
              <p:nvPr/>
            </p:nvSpPr>
            <p:spPr>
              <a:xfrm>
                <a:off x="899707" y="4920775"/>
                <a:ext cx="2519772" cy="1222850"/>
              </a:xfrm>
              <a:prstGeom prst="rect">
                <a:avLst/>
              </a:prstGeom>
              <a:noFill/>
              <a:ln>
                <a:noFill/>
              </a:ln>
            </p:spPr>
            <p:txBody>
              <a:bodyPr wrap="square" lIns="91440" tIns="45720" rIns="91440" bIns="45720" anchor="t" anchorCtr="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t>未来，技术创新将引领行业发展，智能化、自动化程度提升，推动行业向更高效率、更优品质迈进。</a:t>
                </a:r>
                <a:endParaRPr lang="en-US" altLang="zh-CN" sz="1200" dirty="0"/>
              </a:p>
            </p:txBody>
          </p:sp>
          <p:sp>
            <p:nvSpPr>
              <p:cNvPr id="23" name="Bullet1">
                <a:extLst>
                  <a:ext uri="{FF2B5EF4-FFF2-40B4-BE49-F238E27FC236}">
                    <a16:creationId xmlns:a16="http://schemas.microsoft.com/office/drawing/2014/main" id="{5D922972-7076-8813-4C1A-5C0DB1EC8FF7}"/>
                  </a:ext>
                </a:extLst>
              </p:cNvPr>
              <p:cNvSpPr/>
              <p:nvPr/>
            </p:nvSpPr>
            <p:spPr>
              <a:xfrm>
                <a:off x="899707" y="4504789"/>
                <a:ext cx="2519772" cy="415985"/>
              </a:xfrm>
              <a:prstGeom prst="rect">
                <a:avLst/>
              </a:prstGeom>
              <a:ln w="19050">
                <a:noFill/>
              </a:ln>
            </p:spPr>
            <p:txBody>
              <a:bodyPr wrap="square" lIns="91440" tIns="45720" rIns="91440" bIns="45720" anchor="b" anchorCtr="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r>
                  <a:rPr lang="zh-CN" altLang="en-US" b="1" dirty="0"/>
                  <a:t>技术革新驱动</a:t>
                </a:r>
              </a:p>
            </p:txBody>
          </p:sp>
          <p:sp>
            <p:nvSpPr>
              <p:cNvPr id="24" name="Number1">
                <a:extLst>
                  <a:ext uri="{FF2B5EF4-FFF2-40B4-BE49-F238E27FC236}">
                    <a16:creationId xmlns:a16="http://schemas.microsoft.com/office/drawing/2014/main" id="{EF37A088-53BC-8C31-F061-7B02F4D6A26C}"/>
                  </a:ext>
                </a:extLst>
              </p:cNvPr>
              <p:cNvSpPr/>
              <p:nvPr/>
            </p:nvSpPr>
            <p:spPr>
              <a:xfrm>
                <a:off x="1924592" y="4104679"/>
                <a:ext cx="470000" cy="400110"/>
              </a:xfrm>
              <a:prstGeom prst="rect">
                <a:avLst/>
              </a:prstGeom>
            </p:spPr>
            <p:txBody>
              <a:bodyPr wrap="none" lIns="91440" tIns="45720" rIns="91440" bIns="45720">
                <a:normAutofit fontScale="92500" lnSpcReduction="10000"/>
              </a:bodyPr>
              <a:lstStyle/>
              <a:p>
                <a:pPr lvl="0" algn="ctr"/>
                <a:r>
                  <a:rPr lang="en-US" altLang="zh-CN" sz="2400" b="1" dirty="0">
                    <a:solidFill>
                      <a:schemeClr val="accent1"/>
                    </a:solidFill>
                  </a:rPr>
                  <a:t>1</a:t>
                </a:r>
                <a:endParaRPr lang="zh-CN" altLang="en-US" sz="2400" b="1" dirty="0">
                  <a:solidFill>
                    <a:schemeClr val="accent1"/>
                  </a:solidFill>
                </a:endParaRPr>
              </a:p>
            </p:txBody>
          </p:sp>
        </p:grpSp>
        <p:grpSp>
          <p:nvGrpSpPr>
            <p:cNvPr id="9" name="组合 8">
              <a:extLst>
                <a:ext uri="{FF2B5EF4-FFF2-40B4-BE49-F238E27FC236}">
                  <a16:creationId xmlns:a16="http://schemas.microsoft.com/office/drawing/2014/main" id="{37A893BA-8733-130B-D612-328FF434A254}"/>
                </a:ext>
              </a:extLst>
            </p:cNvPr>
            <p:cNvGrpSpPr/>
            <p:nvPr/>
          </p:nvGrpSpPr>
          <p:grpSpPr>
            <a:xfrm>
              <a:off x="3614333" y="4104679"/>
              <a:ext cx="2519772" cy="2038946"/>
              <a:chOff x="3614333" y="4104679"/>
              <a:chExt cx="2519772" cy="2038946"/>
            </a:xfrm>
          </p:grpSpPr>
          <p:sp>
            <p:nvSpPr>
              <p:cNvPr id="18" name="Text2">
                <a:extLst>
                  <a:ext uri="{FF2B5EF4-FFF2-40B4-BE49-F238E27FC236}">
                    <a16:creationId xmlns:a16="http://schemas.microsoft.com/office/drawing/2014/main" id="{ECF895DC-D776-EFF9-26F7-701706E286E1}"/>
                  </a:ext>
                </a:extLst>
              </p:cNvPr>
              <p:cNvSpPr txBox="1"/>
              <p:nvPr/>
            </p:nvSpPr>
            <p:spPr>
              <a:xfrm>
                <a:off x="3614333" y="4920775"/>
                <a:ext cx="2519772" cy="1222850"/>
              </a:xfrm>
              <a:prstGeom prst="rect">
                <a:avLst/>
              </a:prstGeom>
              <a:noFill/>
              <a:ln>
                <a:noFill/>
              </a:ln>
            </p:spPr>
            <p:txBody>
              <a:bodyPr wrap="square" lIns="91440" tIns="45720" rIns="91440" bIns="45720" anchor="t" anchorCtr="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t>随着消费升级，市场需求不断增长，行业有望进一步扩大市场份额，拓展新的应用领域。</a:t>
                </a:r>
                <a:endParaRPr lang="en-US" altLang="zh-CN" sz="1200" dirty="0"/>
              </a:p>
            </p:txBody>
          </p:sp>
          <p:sp>
            <p:nvSpPr>
              <p:cNvPr id="19" name="Bullet2">
                <a:extLst>
                  <a:ext uri="{FF2B5EF4-FFF2-40B4-BE49-F238E27FC236}">
                    <a16:creationId xmlns:a16="http://schemas.microsoft.com/office/drawing/2014/main" id="{5C7B5E1A-1BF6-B684-E992-AD3FDB8B6D73}"/>
                  </a:ext>
                </a:extLst>
              </p:cNvPr>
              <p:cNvSpPr/>
              <p:nvPr/>
            </p:nvSpPr>
            <p:spPr>
              <a:xfrm>
                <a:off x="3614333" y="4504789"/>
                <a:ext cx="2519772" cy="415985"/>
              </a:xfrm>
              <a:prstGeom prst="rect">
                <a:avLst/>
              </a:prstGeom>
              <a:ln w="19050">
                <a:noFill/>
              </a:ln>
            </p:spPr>
            <p:txBody>
              <a:bodyPr wrap="square" lIns="91440" tIns="45720" rIns="91440" bIns="45720" anchor="b" anchorCtr="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r>
                  <a:rPr lang="zh-CN" altLang="en-US" b="1"/>
                  <a:t>市场需求扩大</a:t>
                </a:r>
                <a:endParaRPr lang="zh-CN" altLang="en-US" b="1" dirty="0"/>
              </a:p>
            </p:txBody>
          </p:sp>
          <p:sp>
            <p:nvSpPr>
              <p:cNvPr id="20" name="Number2">
                <a:extLst>
                  <a:ext uri="{FF2B5EF4-FFF2-40B4-BE49-F238E27FC236}">
                    <a16:creationId xmlns:a16="http://schemas.microsoft.com/office/drawing/2014/main" id="{12396D14-C37C-B27F-3280-66632E4FAD8A}"/>
                  </a:ext>
                </a:extLst>
              </p:cNvPr>
              <p:cNvSpPr/>
              <p:nvPr/>
            </p:nvSpPr>
            <p:spPr>
              <a:xfrm>
                <a:off x="4639218" y="4104679"/>
                <a:ext cx="470000" cy="400110"/>
              </a:xfrm>
              <a:prstGeom prst="rect">
                <a:avLst/>
              </a:prstGeom>
            </p:spPr>
            <p:txBody>
              <a:bodyPr wrap="none" lIns="91440" tIns="45720" rIns="91440" bIns="45720">
                <a:normAutofit fontScale="92500" lnSpcReduction="10000"/>
              </a:bodyPr>
              <a:lstStyle/>
              <a:p>
                <a:pPr lvl="0" algn="ctr"/>
                <a:r>
                  <a:rPr lang="en-US" altLang="zh-CN" sz="2400" b="1">
                    <a:solidFill>
                      <a:schemeClr val="accent1"/>
                    </a:solidFill>
                  </a:rPr>
                  <a:t>2</a:t>
                </a:r>
                <a:endParaRPr lang="zh-CN" altLang="en-US" sz="2400" b="1" dirty="0">
                  <a:solidFill>
                    <a:schemeClr val="accent1"/>
                  </a:solidFill>
                </a:endParaRPr>
              </a:p>
            </p:txBody>
          </p:sp>
        </p:grpSp>
        <p:grpSp>
          <p:nvGrpSpPr>
            <p:cNvPr id="10" name="组合 9">
              <a:extLst>
                <a:ext uri="{FF2B5EF4-FFF2-40B4-BE49-F238E27FC236}">
                  <a16:creationId xmlns:a16="http://schemas.microsoft.com/office/drawing/2014/main" id="{08161D00-AD68-E5FF-5736-893F2AC8E3E4}"/>
                </a:ext>
              </a:extLst>
            </p:cNvPr>
            <p:cNvGrpSpPr/>
            <p:nvPr/>
          </p:nvGrpSpPr>
          <p:grpSpPr>
            <a:xfrm>
              <a:off x="6281424" y="4104679"/>
              <a:ext cx="2519772" cy="2038946"/>
              <a:chOff x="6281424" y="4104679"/>
              <a:chExt cx="2519772" cy="2038946"/>
            </a:xfrm>
          </p:grpSpPr>
          <p:sp>
            <p:nvSpPr>
              <p:cNvPr id="15" name="Text3">
                <a:extLst>
                  <a:ext uri="{FF2B5EF4-FFF2-40B4-BE49-F238E27FC236}">
                    <a16:creationId xmlns:a16="http://schemas.microsoft.com/office/drawing/2014/main" id="{18A35D13-9575-80C2-8BEF-B0804FA5E6D6}"/>
                  </a:ext>
                </a:extLst>
              </p:cNvPr>
              <p:cNvSpPr txBox="1"/>
              <p:nvPr/>
            </p:nvSpPr>
            <p:spPr>
              <a:xfrm>
                <a:off x="6281424" y="4920775"/>
                <a:ext cx="2519772" cy="1222850"/>
              </a:xfrm>
              <a:prstGeom prst="rect">
                <a:avLst/>
              </a:prstGeom>
              <a:noFill/>
              <a:ln>
                <a:noFill/>
              </a:ln>
            </p:spPr>
            <p:txBody>
              <a:bodyPr wrap="square" lIns="91440" tIns="45720" rIns="91440" bIns="45720" anchor="t" anchorCtr="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a:t>国家政策对行业的扶持力度持续加大，为行业发展提供有力保障，行业前景广阔。</a:t>
                </a:r>
                <a:endParaRPr lang="en-US" altLang="zh-CN" sz="1200" dirty="0"/>
              </a:p>
            </p:txBody>
          </p:sp>
          <p:sp>
            <p:nvSpPr>
              <p:cNvPr id="16" name="Bullet3">
                <a:extLst>
                  <a:ext uri="{FF2B5EF4-FFF2-40B4-BE49-F238E27FC236}">
                    <a16:creationId xmlns:a16="http://schemas.microsoft.com/office/drawing/2014/main" id="{A95FA6B6-E086-1F0F-1711-3FDCAE4B6F64}"/>
                  </a:ext>
                </a:extLst>
              </p:cNvPr>
              <p:cNvSpPr/>
              <p:nvPr/>
            </p:nvSpPr>
            <p:spPr>
              <a:xfrm>
                <a:off x="6281424" y="4504789"/>
                <a:ext cx="2519772" cy="415985"/>
              </a:xfrm>
              <a:prstGeom prst="rect">
                <a:avLst/>
              </a:prstGeom>
              <a:ln w="19050">
                <a:noFill/>
              </a:ln>
            </p:spPr>
            <p:txBody>
              <a:bodyPr wrap="square" lIns="91440" tIns="45720" rIns="91440" bIns="45720" anchor="b" anchorCtr="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r>
                  <a:rPr lang="zh-CN" altLang="en-US" b="1"/>
                  <a:t>政策支持力度</a:t>
                </a:r>
                <a:endParaRPr lang="zh-CN" altLang="en-US" b="1" dirty="0"/>
              </a:p>
            </p:txBody>
          </p:sp>
          <p:sp>
            <p:nvSpPr>
              <p:cNvPr id="17" name="Number3">
                <a:extLst>
                  <a:ext uri="{FF2B5EF4-FFF2-40B4-BE49-F238E27FC236}">
                    <a16:creationId xmlns:a16="http://schemas.microsoft.com/office/drawing/2014/main" id="{F6EEA179-30F5-D713-7FFB-BE182E206A5C}"/>
                  </a:ext>
                </a:extLst>
              </p:cNvPr>
              <p:cNvSpPr/>
              <p:nvPr/>
            </p:nvSpPr>
            <p:spPr>
              <a:xfrm>
                <a:off x="7306309" y="4104679"/>
                <a:ext cx="470000" cy="400110"/>
              </a:xfrm>
              <a:prstGeom prst="rect">
                <a:avLst/>
              </a:prstGeom>
            </p:spPr>
            <p:txBody>
              <a:bodyPr wrap="none" lIns="91440" tIns="45720" rIns="91440" bIns="45720">
                <a:normAutofit fontScale="92500" lnSpcReduction="10000"/>
              </a:bodyPr>
              <a:lstStyle/>
              <a:p>
                <a:pPr lvl="0" algn="ctr"/>
                <a:r>
                  <a:rPr lang="en-US" altLang="zh-CN" sz="2400" b="1">
                    <a:solidFill>
                      <a:schemeClr val="accent1"/>
                    </a:solidFill>
                  </a:rPr>
                  <a:t>3</a:t>
                </a:r>
                <a:endParaRPr lang="zh-CN" altLang="en-US" sz="2400" b="1" dirty="0">
                  <a:solidFill>
                    <a:schemeClr val="accent1"/>
                  </a:solidFill>
                </a:endParaRPr>
              </a:p>
            </p:txBody>
          </p:sp>
        </p:grpSp>
        <p:grpSp>
          <p:nvGrpSpPr>
            <p:cNvPr id="11" name="组合 10">
              <a:extLst>
                <a:ext uri="{FF2B5EF4-FFF2-40B4-BE49-F238E27FC236}">
                  <a16:creationId xmlns:a16="http://schemas.microsoft.com/office/drawing/2014/main" id="{52AE3C9E-0171-9AB6-BDB7-EE685CF2BB39}"/>
                </a:ext>
              </a:extLst>
            </p:cNvPr>
            <p:cNvGrpSpPr/>
            <p:nvPr/>
          </p:nvGrpSpPr>
          <p:grpSpPr>
            <a:xfrm>
              <a:off x="8999128" y="4104679"/>
              <a:ext cx="2519772" cy="2038946"/>
              <a:chOff x="8999128" y="4104679"/>
              <a:chExt cx="2519772" cy="2038946"/>
            </a:xfrm>
          </p:grpSpPr>
          <p:sp>
            <p:nvSpPr>
              <p:cNvPr id="12" name="Text4">
                <a:extLst>
                  <a:ext uri="{FF2B5EF4-FFF2-40B4-BE49-F238E27FC236}">
                    <a16:creationId xmlns:a16="http://schemas.microsoft.com/office/drawing/2014/main" id="{271FF818-C192-0864-DFB1-FF8EE65B7863}"/>
                  </a:ext>
                </a:extLst>
              </p:cNvPr>
              <p:cNvSpPr txBox="1"/>
              <p:nvPr/>
            </p:nvSpPr>
            <p:spPr>
              <a:xfrm>
                <a:off x="8999128" y="4920775"/>
                <a:ext cx="2519772" cy="1222850"/>
              </a:xfrm>
              <a:prstGeom prst="rect">
                <a:avLst/>
              </a:prstGeom>
              <a:noFill/>
              <a:ln>
                <a:noFill/>
              </a:ln>
            </p:spPr>
            <p:txBody>
              <a:bodyPr wrap="square" lIns="91440" tIns="45720" rIns="91440" bIns="45720" anchor="t" anchorCtr="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a:t>国际化趋势明显，行业将加强与国际市场的合作，拓展海外市场，提升国际竞争力。</a:t>
                </a:r>
                <a:endParaRPr lang="en-US" altLang="zh-CN" sz="1200" dirty="0"/>
              </a:p>
            </p:txBody>
          </p:sp>
          <p:sp>
            <p:nvSpPr>
              <p:cNvPr id="13" name="Bullet4">
                <a:extLst>
                  <a:ext uri="{FF2B5EF4-FFF2-40B4-BE49-F238E27FC236}">
                    <a16:creationId xmlns:a16="http://schemas.microsoft.com/office/drawing/2014/main" id="{686C38C1-734E-517B-1FBA-CC9AADD83098}"/>
                  </a:ext>
                </a:extLst>
              </p:cNvPr>
              <p:cNvSpPr/>
              <p:nvPr/>
            </p:nvSpPr>
            <p:spPr>
              <a:xfrm>
                <a:off x="8999128" y="4504789"/>
                <a:ext cx="2519772" cy="415985"/>
              </a:xfrm>
              <a:prstGeom prst="rect">
                <a:avLst/>
              </a:prstGeom>
              <a:ln w="19050">
                <a:noFill/>
              </a:ln>
            </p:spPr>
            <p:txBody>
              <a:bodyPr wrap="square" lIns="91440" tIns="45720" rIns="91440" bIns="45720" anchor="b" anchorCtr="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r>
                  <a:rPr lang="zh-CN" altLang="en-US" b="1"/>
                  <a:t>国际合作拓展</a:t>
                </a:r>
                <a:endParaRPr lang="zh-CN" altLang="en-US" b="1" dirty="0"/>
              </a:p>
            </p:txBody>
          </p:sp>
          <p:sp>
            <p:nvSpPr>
              <p:cNvPr id="14" name="Number4">
                <a:extLst>
                  <a:ext uri="{FF2B5EF4-FFF2-40B4-BE49-F238E27FC236}">
                    <a16:creationId xmlns:a16="http://schemas.microsoft.com/office/drawing/2014/main" id="{1E38CE16-42CA-B335-3BF2-D4CA962F988F}"/>
                  </a:ext>
                </a:extLst>
              </p:cNvPr>
              <p:cNvSpPr/>
              <p:nvPr/>
            </p:nvSpPr>
            <p:spPr>
              <a:xfrm>
                <a:off x="10024013" y="4104679"/>
                <a:ext cx="470000" cy="400110"/>
              </a:xfrm>
              <a:prstGeom prst="rect">
                <a:avLst/>
              </a:prstGeom>
            </p:spPr>
            <p:txBody>
              <a:bodyPr wrap="none" lIns="91440" tIns="45720" rIns="91440" bIns="45720">
                <a:normAutofit fontScale="92500" lnSpcReduction="10000"/>
              </a:bodyPr>
              <a:lstStyle/>
              <a:p>
                <a:pPr lvl="0" algn="ctr"/>
                <a:r>
                  <a:rPr lang="en-US" altLang="zh-CN" sz="2400" b="1" dirty="0">
                    <a:solidFill>
                      <a:schemeClr val="accent1"/>
                    </a:solidFill>
                  </a:rPr>
                  <a:t>4</a:t>
                </a:r>
                <a:endParaRPr lang="zh-CN" altLang="en-US" sz="2400" b="1" dirty="0">
                  <a:solidFill>
                    <a:schemeClr val="accent1"/>
                  </a:solidFill>
                </a:endParaRPr>
              </a:p>
            </p:txBody>
          </p:sp>
        </p:grpSp>
      </p:grpSp>
      <p:sp>
        <p:nvSpPr>
          <p:cNvPr id="2" name="标题 1">
            <a:extLst>
              <a:ext uri="{FF2B5EF4-FFF2-40B4-BE49-F238E27FC236}">
                <a16:creationId xmlns:a16="http://schemas.microsoft.com/office/drawing/2014/main" id="{4DC3A1DE-8094-7C94-A3E3-27366CA1B0DB}"/>
              </a:ext>
            </a:extLst>
          </p:cNvPr>
          <p:cNvSpPr>
            <a:spLocks noGrp="1"/>
          </p:cNvSpPr>
          <p:nvPr>
            <p:ph type="title"/>
          </p:nvPr>
        </p:nvSpPr>
        <p:spPr/>
        <p:txBody>
          <a:bodyPr/>
          <a:lstStyle/>
          <a:p>
            <a:r>
              <a:rPr lang="zh-CN" altLang="en-US"/>
              <a:t>发展前景</a:t>
            </a:r>
          </a:p>
        </p:txBody>
      </p:sp>
    </p:spTree>
    <p:extLst>
      <p:ext uri="{BB962C8B-B14F-4D97-AF65-F5344CB8AC3E}">
        <p14:creationId xmlns:p14="http://schemas.microsoft.com/office/powerpoint/2010/main" val="2934362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965E5837-307C-F808-3693-11509C133344}"/>
              </a:ext>
            </a:extLst>
          </p:cNvPr>
          <p:cNvGrpSpPr/>
          <p:nvPr/>
        </p:nvGrpSpPr>
        <p:grpSpPr>
          <a:xfrm>
            <a:off x="547782" y="1028700"/>
            <a:ext cx="10971118" cy="4744055"/>
            <a:chOff x="547782" y="1028700"/>
            <a:chExt cx="10971118" cy="4744055"/>
          </a:xfrm>
        </p:grpSpPr>
        <p:sp>
          <p:nvSpPr>
            <p:cNvPr id="6" name="任意多边形 18">
              <a:extLst>
                <a:ext uri="{FF2B5EF4-FFF2-40B4-BE49-F238E27FC236}">
                  <a16:creationId xmlns:a16="http://schemas.microsoft.com/office/drawing/2014/main" id="{570F2C62-32E1-C63F-9357-DEAD25EB6E58}"/>
                </a:ext>
              </a:extLst>
            </p:cNvPr>
            <p:cNvSpPr/>
            <p:nvPr/>
          </p:nvSpPr>
          <p:spPr>
            <a:xfrm>
              <a:off x="547782" y="1028700"/>
              <a:ext cx="360000" cy="360000"/>
            </a:xfrm>
            <a:custGeom>
              <a:avLst/>
              <a:gdLst>
                <a:gd name="connsiteX0" fmla="*/ 0 w 2598238"/>
                <a:gd name="connsiteY0" fmla="*/ 0 h 2204784"/>
                <a:gd name="connsiteX1" fmla="*/ 2598238 w 2598238"/>
                <a:gd name="connsiteY1" fmla="*/ 0 h 2204784"/>
                <a:gd name="connsiteX2" fmla="*/ 2598238 w 2598238"/>
                <a:gd name="connsiteY2" fmla="*/ 2204784 h 2204784"/>
                <a:gd name="connsiteX3" fmla="*/ 0 w 2598238"/>
                <a:gd name="connsiteY3" fmla="*/ 2204784 h 2204784"/>
              </a:gdLst>
              <a:ahLst/>
              <a:cxnLst>
                <a:cxn ang="0">
                  <a:pos x="connsiteX0" y="connsiteY0"/>
                </a:cxn>
                <a:cxn ang="0">
                  <a:pos x="connsiteX1" y="connsiteY1"/>
                </a:cxn>
                <a:cxn ang="0">
                  <a:pos x="connsiteX2" y="connsiteY2"/>
                </a:cxn>
                <a:cxn ang="0">
                  <a:pos x="connsiteX3" y="connsiteY3"/>
                </a:cxn>
              </a:cxnLst>
              <a:rect l="l" t="t" r="r" b="b"/>
              <a:pathLst>
                <a:path w="2598238" h="2204784">
                  <a:moveTo>
                    <a:pt x="0" y="0"/>
                  </a:moveTo>
                  <a:lnTo>
                    <a:pt x="2598238" y="0"/>
                  </a:lnTo>
                  <a:lnTo>
                    <a:pt x="2598238" y="2204784"/>
                  </a:lnTo>
                  <a:lnTo>
                    <a:pt x="0" y="2204784"/>
                  </a:ln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Title">
              <a:extLst>
                <a:ext uri="{FF2B5EF4-FFF2-40B4-BE49-F238E27FC236}">
                  <a16:creationId xmlns:a16="http://schemas.microsoft.com/office/drawing/2014/main" id="{8A0DDE8F-E3B9-87AA-BAE8-104BE63A64D4}"/>
                </a:ext>
              </a:extLst>
            </p:cNvPr>
            <p:cNvSpPr txBox="1"/>
            <p:nvPr/>
          </p:nvSpPr>
          <p:spPr>
            <a:xfrm>
              <a:off x="660400" y="1130300"/>
              <a:ext cx="10858500" cy="632490"/>
            </a:xfrm>
            <a:prstGeom prst="rect">
              <a:avLst/>
            </a:prstGeom>
          </p:spPr>
          <p:txBody>
            <a:bodyPr wrap="square" anchor="ctr" anchorCtr="0">
              <a:normAutofit/>
            </a:bodyPr>
            <a:lstStyle>
              <a:defPPr>
                <a:defRPr lang="zh-CN"/>
              </a:defPPr>
              <a:lvl1pPr>
                <a:buSzPct val="25000"/>
                <a:defRPr sz="2400" b="1">
                  <a:cs typeface="+mn-ea"/>
                </a:defRPr>
              </a:lvl1pPr>
            </a:lstStyle>
            <a:p>
              <a:r>
                <a:rPr lang="zh-CN" altLang="en-US">
                  <a:sym typeface="+mn-lt"/>
                </a:rPr>
                <a:t>可挖掘的市场机会及潜在增长点</a:t>
              </a:r>
              <a:endParaRPr lang="en-US" altLang="zh-CN" dirty="0">
                <a:sym typeface="+mn-lt"/>
              </a:endParaRPr>
            </a:p>
          </p:txBody>
        </p:sp>
        <p:grpSp>
          <p:nvGrpSpPr>
            <p:cNvPr id="9" name="组合 8">
              <a:extLst>
                <a:ext uri="{FF2B5EF4-FFF2-40B4-BE49-F238E27FC236}">
                  <a16:creationId xmlns:a16="http://schemas.microsoft.com/office/drawing/2014/main" id="{0FA49CC1-51E7-C829-3E6C-C97D0B43A32B}"/>
                </a:ext>
              </a:extLst>
            </p:cNvPr>
            <p:cNvGrpSpPr/>
            <p:nvPr/>
          </p:nvGrpSpPr>
          <p:grpSpPr>
            <a:xfrm>
              <a:off x="660400" y="2190750"/>
              <a:ext cx="10858500" cy="3582005"/>
              <a:chOff x="660402" y="2190750"/>
              <a:chExt cx="8098658" cy="3582005"/>
            </a:xfrm>
          </p:grpSpPr>
          <p:grpSp>
            <p:nvGrpSpPr>
              <p:cNvPr id="10" name="组合 9">
                <a:extLst>
                  <a:ext uri="{FF2B5EF4-FFF2-40B4-BE49-F238E27FC236}">
                    <a16:creationId xmlns:a16="http://schemas.microsoft.com/office/drawing/2014/main" id="{0E080130-1DF5-BFBD-72E1-0A64C609D76A}"/>
                  </a:ext>
                </a:extLst>
              </p:cNvPr>
              <p:cNvGrpSpPr/>
              <p:nvPr/>
            </p:nvGrpSpPr>
            <p:grpSpPr>
              <a:xfrm>
                <a:off x="660402" y="2190750"/>
                <a:ext cx="2578980" cy="3582005"/>
                <a:chOff x="660401" y="2903682"/>
                <a:chExt cx="3612252" cy="2401421"/>
              </a:xfrm>
            </p:grpSpPr>
            <p:sp>
              <p:nvSpPr>
                <p:cNvPr id="21" name="ComponentBackground1">
                  <a:extLst>
                    <a:ext uri="{FF2B5EF4-FFF2-40B4-BE49-F238E27FC236}">
                      <a16:creationId xmlns:a16="http://schemas.microsoft.com/office/drawing/2014/main" id="{0188109F-CD89-3382-E0E2-6D4ED4D25A1D}"/>
                    </a:ext>
                  </a:extLst>
                </p:cNvPr>
                <p:cNvSpPr/>
                <p:nvPr/>
              </p:nvSpPr>
              <p:spPr>
                <a:xfrm>
                  <a:off x="660401" y="2903682"/>
                  <a:ext cx="3612251" cy="1947187"/>
                </a:xfrm>
                <a:prstGeom prst="rect">
                  <a:avLst/>
                </a:prstGeom>
                <a:solidFill>
                  <a:srgbClr val="FFFFFF"/>
                </a:solidFill>
                <a:ln w="6350">
                  <a:noFill/>
                  <a:prstDash val="solid"/>
                </a:ln>
                <a:effectLst>
                  <a:outerShdw blurRad="1270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lnSpc>
                      <a:spcPct val="120000"/>
                    </a:lnSpc>
                  </a:pPr>
                  <a:endParaRPr lang="zh-CN" altLang="en-US" b="1" dirty="0">
                    <a:solidFill>
                      <a:srgbClr val="000000"/>
                    </a:solidFill>
                    <a:sym typeface="+mn-lt"/>
                  </a:endParaRPr>
                </a:p>
              </p:txBody>
            </p:sp>
            <p:sp>
              <p:nvSpPr>
                <p:cNvPr id="22" name="Number1">
                  <a:extLst>
                    <a:ext uri="{FF2B5EF4-FFF2-40B4-BE49-F238E27FC236}">
                      <a16:creationId xmlns:a16="http://schemas.microsoft.com/office/drawing/2014/main" id="{EEDCDC4B-C75A-67F6-619B-7A950CAB6DC5}"/>
                    </a:ext>
                  </a:extLst>
                </p:cNvPr>
                <p:cNvSpPr/>
                <p:nvPr/>
              </p:nvSpPr>
              <p:spPr>
                <a:xfrm>
                  <a:off x="1964566" y="5026431"/>
                  <a:ext cx="2308087" cy="278672"/>
                </a:xfrm>
                <a:prstGeom prst="rect">
                  <a:avLst/>
                </a:prstGeom>
                <a:solidFill>
                  <a:schemeClr val="accent1"/>
                </a:solidFill>
              </p:spPr>
              <p:txBody>
                <a:bodyPr wrap="square" anchor="ctr" anchorCtr="1">
                  <a:normAutofit/>
                </a:bodyPr>
                <a:lstStyle/>
                <a:p>
                  <a:pPr algn="ctr" defTabSz="913765">
                    <a:buSzPct val="25000"/>
                  </a:pPr>
                  <a:r>
                    <a:rPr lang="en-US" altLang="zh-CN" b="1" dirty="0">
                      <a:cs typeface="+mn-ea"/>
                      <a:sym typeface="+mn-lt"/>
                    </a:rPr>
                    <a:t>01</a:t>
                  </a:r>
                </a:p>
              </p:txBody>
            </p:sp>
            <p:sp>
              <p:nvSpPr>
                <p:cNvPr id="23" name="Text1">
                  <a:extLst>
                    <a:ext uri="{FF2B5EF4-FFF2-40B4-BE49-F238E27FC236}">
                      <a16:creationId xmlns:a16="http://schemas.microsoft.com/office/drawing/2014/main" id="{4F11586F-0EBA-E1B5-47A8-B641AFBFE04D}"/>
                    </a:ext>
                  </a:extLst>
                </p:cNvPr>
                <p:cNvSpPr txBox="1"/>
                <p:nvPr/>
              </p:nvSpPr>
              <p:spPr>
                <a:xfrm>
                  <a:off x="754777" y="3652802"/>
                  <a:ext cx="3423497" cy="1108006"/>
                </a:xfrm>
                <a:prstGeom prst="rect">
                  <a:avLst/>
                </a:prstGeom>
                <a:noFill/>
              </p:spPr>
              <p:txBody>
                <a:bodyPr wrap="square" rtlCol="0" anchor="t" anchorCtr="0">
                  <a:normAutofit/>
                </a:bodyPr>
                <a:lstStyle/>
                <a:p>
                  <a:pPr>
                    <a:lnSpc>
                      <a:spcPct val="120000"/>
                    </a:lnSpc>
                  </a:pPr>
                  <a:r>
                    <a:rPr kumimoji="0" lang="zh-CN" altLang="en-US" sz="1200" i="0" u="none" strike="noStrike" kern="1200" cap="none" spc="0" normalizeH="0" baseline="0" noProof="0" dirty="0">
                      <a:ln>
                        <a:noFill/>
                      </a:ln>
                      <a:effectLst/>
                      <a:uLnTx/>
                      <a:uFillTx/>
                      <a:cs typeface="+mn-ea"/>
                      <a:sym typeface="+mn-lt"/>
                    </a:rPr>
                    <a:t>深入挖掘新兴市场潜力，针对特定区域开发定制化产品，拓展新的客户群体。</a:t>
                  </a:r>
                  <a:endParaRPr kumimoji="0" lang="en-US" altLang="zh-CN" sz="1200" i="0" u="none" strike="noStrike" kern="1200" cap="none" spc="0" normalizeH="0" baseline="0" noProof="0" dirty="0">
                    <a:ln>
                      <a:noFill/>
                    </a:ln>
                    <a:effectLst/>
                    <a:uLnTx/>
                    <a:uFillTx/>
                    <a:cs typeface="+mn-ea"/>
                    <a:sym typeface="+mn-lt"/>
                  </a:endParaRPr>
                </a:p>
              </p:txBody>
            </p:sp>
            <p:sp>
              <p:nvSpPr>
                <p:cNvPr id="24" name="Bullet1">
                  <a:extLst>
                    <a:ext uri="{FF2B5EF4-FFF2-40B4-BE49-F238E27FC236}">
                      <a16:creationId xmlns:a16="http://schemas.microsoft.com/office/drawing/2014/main" id="{E6EF1FFD-1FD0-73E1-84F9-552CCFAD5C4D}"/>
                    </a:ext>
                  </a:extLst>
                </p:cNvPr>
                <p:cNvSpPr txBox="1"/>
                <p:nvPr/>
              </p:nvSpPr>
              <p:spPr>
                <a:xfrm>
                  <a:off x="754777" y="3124920"/>
                  <a:ext cx="3423497" cy="527882"/>
                </a:xfrm>
                <a:prstGeom prst="rect">
                  <a:avLst/>
                </a:prstGeom>
                <a:noFill/>
              </p:spPr>
              <p:txBody>
                <a:bodyPr wrap="square" rtlCol="0" anchor="t" anchorCtr="0">
                  <a:normAutofit/>
                </a:bodyPr>
                <a:lstStyle/>
                <a:p>
                  <a:pPr>
                    <a:lnSpc>
                      <a:spcPct val="120000"/>
                    </a:lnSpc>
                  </a:pPr>
                  <a:r>
                    <a:rPr lang="zh-CN" altLang="en-US" b="1" dirty="0">
                      <a:cs typeface="+mn-ea"/>
                      <a:sym typeface="+mn-lt"/>
                    </a:rPr>
                    <a:t>新兴市场拓展</a:t>
                  </a:r>
                  <a:endParaRPr lang="en-US" altLang="zh-CN" b="1" dirty="0">
                    <a:cs typeface="+mn-ea"/>
                    <a:sym typeface="+mn-lt"/>
                  </a:endParaRPr>
                </a:p>
              </p:txBody>
            </p:sp>
          </p:grpSp>
          <p:grpSp>
            <p:nvGrpSpPr>
              <p:cNvPr id="11" name="组合 10">
                <a:extLst>
                  <a:ext uri="{FF2B5EF4-FFF2-40B4-BE49-F238E27FC236}">
                    <a16:creationId xmlns:a16="http://schemas.microsoft.com/office/drawing/2014/main" id="{80797B0B-5529-9A93-B906-DD8B8C736A32}"/>
                  </a:ext>
                </a:extLst>
              </p:cNvPr>
              <p:cNvGrpSpPr/>
              <p:nvPr/>
            </p:nvGrpSpPr>
            <p:grpSpPr>
              <a:xfrm>
                <a:off x="3420241" y="2190750"/>
                <a:ext cx="2578980" cy="3582005"/>
                <a:chOff x="4283525" y="2903682"/>
                <a:chExt cx="3612252" cy="2401421"/>
              </a:xfrm>
            </p:grpSpPr>
            <p:sp>
              <p:nvSpPr>
                <p:cNvPr id="17" name="ComponentBackground2">
                  <a:extLst>
                    <a:ext uri="{FF2B5EF4-FFF2-40B4-BE49-F238E27FC236}">
                      <a16:creationId xmlns:a16="http://schemas.microsoft.com/office/drawing/2014/main" id="{BB8E3368-64D3-E8FB-5A26-3018AECDAC0E}"/>
                    </a:ext>
                  </a:extLst>
                </p:cNvPr>
                <p:cNvSpPr/>
                <p:nvPr/>
              </p:nvSpPr>
              <p:spPr>
                <a:xfrm>
                  <a:off x="4283525" y="2903682"/>
                  <a:ext cx="3612251" cy="19471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schemeClr val="lt1"/>
                    </a:solidFill>
                    <a:sym typeface="+mn-lt"/>
                  </a:endParaRPr>
                </a:p>
              </p:txBody>
            </p:sp>
            <p:sp>
              <p:nvSpPr>
                <p:cNvPr id="18" name="Number2">
                  <a:extLst>
                    <a:ext uri="{FF2B5EF4-FFF2-40B4-BE49-F238E27FC236}">
                      <a16:creationId xmlns:a16="http://schemas.microsoft.com/office/drawing/2014/main" id="{66C876A4-66F0-D12A-5DCF-E4C856C83E63}"/>
                    </a:ext>
                  </a:extLst>
                </p:cNvPr>
                <p:cNvSpPr/>
                <p:nvPr/>
              </p:nvSpPr>
              <p:spPr>
                <a:xfrm>
                  <a:off x="5587690" y="5026431"/>
                  <a:ext cx="2308087" cy="278672"/>
                </a:xfrm>
                <a:prstGeom prst="rect">
                  <a:avLst/>
                </a:prstGeom>
                <a:solidFill>
                  <a:srgbClr val="FFFFFF"/>
                </a:solidFill>
                <a:ln w="6350">
                  <a:noFill/>
                  <a:prstDash val="solid"/>
                </a:ln>
                <a:effectLst>
                  <a:outerShdw blurRad="1270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lnSpc>
                      <a:spcPct val="120000"/>
                    </a:lnSpc>
                  </a:pPr>
                  <a:r>
                    <a:rPr lang="en-US" altLang="zh-CN" b="1" dirty="0">
                      <a:solidFill>
                        <a:srgbClr val="000000"/>
                      </a:solidFill>
                      <a:sym typeface="+mn-lt"/>
                    </a:rPr>
                    <a:t>02</a:t>
                  </a:r>
                </a:p>
              </p:txBody>
            </p:sp>
            <p:sp>
              <p:nvSpPr>
                <p:cNvPr id="19" name="Text2">
                  <a:extLst>
                    <a:ext uri="{FF2B5EF4-FFF2-40B4-BE49-F238E27FC236}">
                      <a16:creationId xmlns:a16="http://schemas.microsoft.com/office/drawing/2014/main" id="{0C83EDC3-8AB1-A6AF-B65C-62BFEACE3679}"/>
                    </a:ext>
                  </a:extLst>
                </p:cNvPr>
                <p:cNvSpPr txBox="1"/>
                <p:nvPr/>
              </p:nvSpPr>
              <p:spPr>
                <a:xfrm>
                  <a:off x="4377901" y="3652802"/>
                  <a:ext cx="3423497" cy="1108006"/>
                </a:xfrm>
                <a:prstGeom prst="rect">
                  <a:avLst/>
                </a:prstGeom>
                <a:noFill/>
              </p:spPr>
              <p:txBody>
                <a:bodyPr wrap="square" rtlCol="0" anchor="t" anchorCtr="0">
                  <a:normAutofit/>
                </a:bodyPr>
                <a:lstStyle/>
                <a:p>
                  <a:pPr>
                    <a:lnSpc>
                      <a:spcPct val="120000"/>
                    </a:lnSpc>
                  </a:pPr>
                  <a:r>
                    <a:rPr kumimoji="0" lang="zh-CN" altLang="en-US" sz="1200" i="0" u="none" strike="noStrike" kern="1200" cap="none" spc="0" normalizeH="0" baseline="0" noProof="0" dirty="0">
                      <a:ln>
                        <a:noFill/>
                      </a:ln>
                      <a:effectLst/>
                      <a:uLnTx/>
                      <a:uFillTx/>
                      <a:cs typeface="+mn-ea"/>
                      <a:sym typeface="+mn-lt"/>
                    </a:rPr>
                    <a:t>推动行业智能化升级，引入大数据、人工智能等技术，提升生产效率和产品质量。</a:t>
                  </a:r>
                  <a:endParaRPr kumimoji="0" lang="en-US" altLang="zh-CN" sz="1200" i="0" u="none" strike="noStrike" kern="1200" cap="none" spc="0" normalizeH="0" baseline="0" noProof="0" dirty="0">
                    <a:ln>
                      <a:noFill/>
                    </a:ln>
                    <a:effectLst/>
                    <a:uLnTx/>
                    <a:uFillTx/>
                    <a:cs typeface="+mn-ea"/>
                    <a:sym typeface="+mn-lt"/>
                  </a:endParaRPr>
                </a:p>
              </p:txBody>
            </p:sp>
            <p:sp>
              <p:nvSpPr>
                <p:cNvPr id="20" name="Bullet2">
                  <a:extLst>
                    <a:ext uri="{FF2B5EF4-FFF2-40B4-BE49-F238E27FC236}">
                      <a16:creationId xmlns:a16="http://schemas.microsoft.com/office/drawing/2014/main" id="{12FE1C7B-5484-C8E1-D475-DA6BA9F058F5}"/>
                    </a:ext>
                  </a:extLst>
                </p:cNvPr>
                <p:cNvSpPr txBox="1"/>
                <p:nvPr/>
              </p:nvSpPr>
              <p:spPr>
                <a:xfrm>
                  <a:off x="4377901" y="3124920"/>
                  <a:ext cx="3423497" cy="527882"/>
                </a:xfrm>
                <a:prstGeom prst="rect">
                  <a:avLst/>
                </a:prstGeom>
                <a:noFill/>
              </p:spPr>
              <p:txBody>
                <a:bodyPr wrap="square" rtlCol="0" anchor="t" anchorCtr="0">
                  <a:normAutofit/>
                </a:bodyPr>
                <a:lstStyle/>
                <a:p>
                  <a:pPr>
                    <a:lnSpc>
                      <a:spcPct val="120000"/>
                    </a:lnSpc>
                  </a:pPr>
                  <a:r>
                    <a:rPr lang="zh-CN" altLang="en-US" b="1" dirty="0">
                      <a:cs typeface="+mn-ea"/>
                      <a:sym typeface="+mn-lt"/>
                    </a:rPr>
                    <a:t>智能化升级</a:t>
                  </a:r>
                  <a:endParaRPr lang="en-US" altLang="zh-CN" b="1" dirty="0">
                    <a:cs typeface="+mn-ea"/>
                    <a:sym typeface="+mn-lt"/>
                  </a:endParaRPr>
                </a:p>
              </p:txBody>
            </p:sp>
          </p:grpSp>
          <p:grpSp>
            <p:nvGrpSpPr>
              <p:cNvPr id="12" name="组合 11">
                <a:extLst>
                  <a:ext uri="{FF2B5EF4-FFF2-40B4-BE49-F238E27FC236}">
                    <a16:creationId xmlns:a16="http://schemas.microsoft.com/office/drawing/2014/main" id="{2635E8FB-2C83-800A-0E2F-856AEA28CAB4}"/>
                  </a:ext>
                </a:extLst>
              </p:cNvPr>
              <p:cNvGrpSpPr/>
              <p:nvPr/>
            </p:nvGrpSpPr>
            <p:grpSpPr>
              <a:xfrm>
                <a:off x="6180080" y="2190750"/>
                <a:ext cx="2578980" cy="3582005"/>
                <a:chOff x="7906649" y="2903682"/>
                <a:chExt cx="3612252" cy="2401421"/>
              </a:xfrm>
            </p:grpSpPr>
            <p:sp>
              <p:nvSpPr>
                <p:cNvPr id="13" name="ComponentBackground3">
                  <a:extLst>
                    <a:ext uri="{FF2B5EF4-FFF2-40B4-BE49-F238E27FC236}">
                      <a16:creationId xmlns:a16="http://schemas.microsoft.com/office/drawing/2014/main" id="{78D2CF8E-6FB9-2A3E-3B13-74621DF2ABB9}"/>
                    </a:ext>
                  </a:extLst>
                </p:cNvPr>
                <p:cNvSpPr/>
                <p:nvPr/>
              </p:nvSpPr>
              <p:spPr>
                <a:xfrm>
                  <a:off x="7906649" y="2903682"/>
                  <a:ext cx="3612251" cy="1947187"/>
                </a:xfrm>
                <a:prstGeom prst="rect">
                  <a:avLst/>
                </a:prstGeom>
                <a:solidFill>
                  <a:srgbClr val="FFFFFF"/>
                </a:solidFill>
                <a:ln w="6350">
                  <a:noFill/>
                  <a:prstDash val="solid"/>
                </a:ln>
                <a:effectLst>
                  <a:outerShdw blurRad="1270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lnSpc>
                      <a:spcPct val="120000"/>
                    </a:lnSpc>
                  </a:pPr>
                  <a:endParaRPr lang="zh-CN" altLang="en-US" b="1">
                    <a:solidFill>
                      <a:srgbClr val="000000"/>
                    </a:solidFill>
                    <a:sym typeface="+mn-lt"/>
                  </a:endParaRPr>
                </a:p>
              </p:txBody>
            </p:sp>
            <p:sp>
              <p:nvSpPr>
                <p:cNvPr id="14" name="Number3">
                  <a:extLst>
                    <a:ext uri="{FF2B5EF4-FFF2-40B4-BE49-F238E27FC236}">
                      <a16:creationId xmlns:a16="http://schemas.microsoft.com/office/drawing/2014/main" id="{F70C46F5-FA01-749A-F221-374E59AB1435}"/>
                    </a:ext>
                  </a:extLst>
                </p:cNvPr>
                <p:cNvSpPr/>
                <p:nvPr/>
              </p:nvSpPr>
              <p:spPr>
                <a:xfrm>
                  <a:off x="9210814" y="5026431"/>
                  <a:ext cx="2308087" cy="278672"/>
                </a:xfrm>
                <a:prstGeom prst="rect">
                  <a:avLst/>
                </a:prstGeom>
                <a:solidFill>
                  <a:schemeClr val="accent1"/>
                </a:solidFill>
              </p:spPr>
              <p:txBody>
                <a:bodyPr wrap="square" anchor="ctr" anchorCtr="1">
                  <a:normAutofit/>
                </a:bodyPr>
                <a:lstStyle/>
                <a:p>
                  <a:pPr algn="ctr" defTabSz="913765">
                    <a:buSzPct val="25000"/>
                  </a:pPr>
                  <a:r>
                    <a:rPr lang="en-US" altLang="zh-CN" b="1" dirty="0">
                      <a:cs typeface="+mn-ea"/>
                      <a:sym typeface="+mn-lt"/>
                    </a:rPr>
                    <a:t>03</a:t>
                  </a:r>
                </a:p>
              </p:txBody>
            </p:sp>
            <p:sp>
              <p:nvSpPr>
                <p:cNvPr id="15" name="Text3">
                  <a:extLst>
                    <a:ext uri="{FF2B5EF4-FFF2-40B4-BE49-F238E27FC236}">
                      <a16:creationId xmlns:a16="http://schemas.microsoft.com/office/drawing/2014/main" id="{D50C0183-4FC5-9D2A-8724-B8DAED768EEF}"/>
                    </a:ext>
                  </a:extLst>
                </p:cNvPr>
                <p:cNvSpPr txBox="1"/>
                <p:nvPr/>
              </p:nvSpPr>
              <p:spPr>
                <a:xfrm>
                  <a:off x="8001025" y="3652802"/>
                  <a:ext cx="3423497" cy="1108006"/>
                </a:xfrm>
                <a:prstGeom prst="rect">
                  <a:avLst/>
                </a:prstGeom>
                <a:noFill/>
              </p:spPr>
              <p:txBody>
                <a:bodyPr wrap="square" rtlCol="0" anchor="t" anchorCtr="0">
                  <a:normAutofit/>
                </a:bodyPr>
                <a:lstStyle/>
                <a:p>
                  <a:pPr>
                    <a:lnSpc>
                      <a:spcPct val="120000"/>
                    </a:lnSpc>
                  </a:pPr>
                  <a:r>
                    <a:rPr kumimoji="0" lang="zh-CN" altLang="en-US" sz="1200" i="0" u="none" strike="noStrike" kern="1200" cap="none" spc="0" normalizeH="0" baseline="0" noProof="0">
                      <a:ln>
                        <a:noFill/>
                      </a:ln>
                      <a:effectLst/>
                      <a:uLnTx/>
                      <a:uFillTx/>
                      <a:cs typeface="+mn-ea"/>
                      <a:sym typeface="+mn-lt"/>
                    </a:rPr>
                    <a:t>关注环保趋势，开发绿色产品，拓展绿色市场，响应可持续发展战略。</a:t>
                  </a:r>
                  <a:endParaRPr kumimoji="0" lang="en-US" altLang="zh-CN" sz="1200" i="0" u="none" strike="noStrike" kern="1200" cap="none" spc="0" normalizeH="0" baseline="0" noProof="0" dirty="0">
                    <a:ln>
                      <a:noFill/>
                    </a:ln>
                    <a:effectLst/>
                    <a:uLnTx/>
                    <a:uFillTx/>
                    <a:cs typeface="+mn-ea"/>
                    <a:sym typeface="+mn-lt"/>
                  </a:endParaRPr>
                </a:p>
              </p:txBody>
            </p:sp>
            <p:sp>
              <p:nvSpPr>
                <p:cNvPr id="16" name="Bullet3">
                  <a:extLst>
                    <a:ext uri="{FF2B5EF4-FFF2-40B4-BE49-F238E27FC236}">
                      <a16:creationId xmlns:a16="http://schemas.microsoft.com/office/drawing/2014/main" id="{A8C99722-0206-5974-C260-C93E1E7FF368}"/>
                    </a:ext>
                  </a:extLst>
                </p:cNvPr>
                <p:cNvSpPr txBox="1"/>
                <p:nvPr/>
              </p:nvSpPr>
              <p:spPr>
                <a:xfrm>
                  <a:off x="8001025" y="3124920"/>
                  <a:ext cx="3423497" cy="527882"/>
                </a:xfrm>
                <a:prstGeom prst="rect">
                  <a:avLst/>
                </a:prstGeom>
                <a:noFill/>
              </p:spPr>
              <p:txBody>
                <a:bodyPr wrap="square" rtlCol="0" anchor="t" anchorCtr="0">
                  <a:normAutofit/>
                </a:bodyPr>
                <a:lstStyle/>
                <a:p>
                  <a:pPr>
                    <a:lnSpc>
                      <a:spcPct val="120000"/>
                    </a:lnSpc>
                  </a:pPr>
                  <a:r>
                    <a:rPr lang="zh-CN" altLang="en-US" b="1">
                      <a:cs typeface="+mn-ea"/>
                      <a:sym typeface="+mn-lt"/>
                    </a:rPr>
                    <a:t>绿色可持续发展</a:t>
                  </a:r>
                  <a:endParaRPr lang="en-US" altLang="zh-CN" b="1" dirty="0">
                    <a:cs typeface="+mn-ea"/>
                    <a:sym typeface="+mn-lt"/>
                  </a:endParaRPr>
                </a:p>
              </p:txBody>
            </p:sp>
          </p:grpSp>
        </p:grpSp>
      </p:grpSp>
      <p:sp>
        <p:nvSpPr>
          <p:cNvPr id="2" name="标题 1">
            <a:extLst>
              <a:ext uri="{FF2B5EF4-FFF2-40B4-BE49-F238E27FC236}">
                <a16:creationId xmlns:a16="http://schemas.microsoft.com/office/drawing/2014/main" id="{50091F2C-77EC-095A-C2D2-6EC890179720}"/>
              </a:ext>
            </a:extLst>
          </p:cNvPr>
          <p:cNvSpPr>
            <a:spLocks noGrp="1"/>
          </p:cNvSpPr>
          <p:nvPr>
            <p:ph type="title"/>
          </p:nvPr>
        </p:nvSpPr>
        <p:spPr/>
        <p:txBody>
          <a:bodyPr/>
          <a:lstStyle/>
          <a:p>
            <a:r>
              <a:rPr lang="zh-CN" altLang="en-US"/>
              <a:t>市场机会</a:t>
            </a:r>
          </a:p>
        </p:txBody>
      </p:sp>
    </p:spTree>
    <p:extLst>
      <p:ext uri="{BB962C8B-B14F-4D97-AF65-F5344CB8AC3E}">
        <p14:creationId xmlns:p14="http://schemas.microsoft.com/office/powerpoint/2010/main" val="27712814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3E8E3AC3-27CE-934B-785A-5FB9AF9B1ECC}"/>
              </a:ext>
            </a:extLst>
          </p:cNvPr>
          <p:cNvGrpSpPr/>
          <p:nvPr/>
        </p:nvGrpSpPr>
        <p:grpSpPr>
          <a:xfrm>
            <a:off x="0" y="1130299"/>
            <a:ext cx="12192000" cy="5731934"/>
            <a:chOff x="0" y="1130299"/>
            <a:chExt cx="12192000" cy="5731934"/>
          </a:xfrm>
        </p:grpSpPr>
        <p:sp>
          <p:nvSpPr>
            <p:cNvPr id="4" name="矩形 3">
              <a:extLst>
                <a:ext uri="{FF2B5EF4-FFF2-40B4-BE49-F238E27FC236}">
                  <a16:creationId xmlns:a16="http://schemas.microsoft.com/office/drawing/2014/main" id="{1C1DF8BC-1149-FA18-F473-B88EC2B5181B}"/>
                </a:ext>
              </a:extLst>
            </p:cNvPr>
            <p:cNvSpPr/>
            <p:nvPr/>
          </p:nvSpPr>
          <p:spPr>
            <a:xfrm>
              <a:off x="165243" y="3786537"/>
              <a:ext cx="12026757" cy="1240007"/>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solidFill>
                  <a:srgbClr val="FFFFFF"/>
                </a:solidFill>
                <a:cs typeface="+mn-ea"/>
              </a:endParaRPr>
            </a:p>
          </p:txBody>
        </p:sp>
        <p:sp>
          <p:nvSpPr>
            <p:cNvPr id="5" name="PictureMisc1">
              <a:extLst>
                <a:ext uri="{FF2B5EF4-FFF2-40B4-BE49-F238E27FC236}">
                  <a16:creationId xmlns:a16="http://schemas.microsoft.com/office/drawing/2014/main" id="{81CB4390-15AE-1D5F-1D22-18C55ED7F93D}"/>
                </a:ext>
              </a:extLst>
            </p:cNvPr>
            <p:cNvSpPr/>
            <p:nvPr/>
          </p:nvSpPr>
          <p:spPr>
            <a:xfrm>
              <a:off x="0" y="1130300"/>
              <a:ext cx="3337560" cy="5731933"/>
            </a:xfrm>
            <a:prstGeom prst="round1Rect">
              <a:avLst>
                <a:gd name="adj" fmla="val 0"/>
              </a:avLst>
            </a:prstGeom>
            <a:blipFill>
              <a:blip r:embed="rId3">
                <a:extLst>
                  <a:ext uri="{BEBA8EAE-BF5A-486C-A8C5-ECC9F3942E4B}">
                    <a14:imgProps xmlns:a14="http://schemas.microsoft.com/office/drawing/2010/main">
                      <a14:imgLayer>
                        <a14:imgEffect>
                          <a14:colorTemperature colorTemp="8000"/>
                        </a14:imgEffect>
                      </a14:imgLayer>
                    </a14:imgProps>
                  </a:ext>
                </a:extLst>
              </a:blip>
              <a:srcRect/>
              <a:stretch>
                <a:fillRect l="-89234" r="-88558"/>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solidFill>
                  <a:schemeClr val="lt1"/>
                </a:solidFill>
                <a:cs typeface="+mn-ea"/>
                <a:sym typeface="+mn-lt"/>
              </a:endParaRPr>
            </a:p>
          </p:txBody>
        </p:sp>
        <p:sp>
          <p:nvSpPr>
            <p:cNvPr id="6" name="Title">
              <a:extLst>
                <a:ext uri="{FF2B5EF4-FFF2-40B4-BE49-F238E27FC236}">
                  <a16:creationId xmlns:a16="http://schemas.microsoft.com/office/drawing/2014/main" id="{0E463E31-491E-9969-03E9-E453063B5575}"/>
                </a:ext>
              </a:extLst>
            </p:cNvPr>
            <p:cNvSpPr txBox="1"/>
            <p:nvPr/>
          </p:nvSpPr>
          <p:spPr>
            <a:xfrm>
              <a:off x="3916680" y="1130299"/>
              <a:ext cx="7602220" cy="515264"/>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3765" rtl="0" eaLnBrk="1" fontAlgn="auto" latinLnBrk="0" hangingPunct="1">
                <a:spcBef>
                  <a:spcPts val="0"/>
                </a:spcBef>
                <a:spcAft>
                  <a:spcPts val="0"/>
                </a:spcAft>
                <a:buClrTx/>
                <a:buSzPct val="25000"/>
                <a:buFontTx/>
                <a:buNone/>
                <a:defRPr/>
              </a:pPr>
              <a:r>
                <a:rPr lang="zh-CN" altLang="en-US" sz="2400" b="1">
                  <a:cs typeface="+mn-ea"/>
                  <a:sym typeface="+mn-lt"/>
                </a:rPr>
                <a:t>技术创新对行业的影响及应对策略</a:t>
              </a:r>
              <a:endParaRPr kumimoji="0" lang="de-DE" sz="2400" b="1" i="0" u="none" strike="noStrike" kern="1200" cap="none" spc="0" normalizeH="0" baseline="0" noProof="0" dirty="0">
                <a:ln>
                  <a:noFill/>
                </a:ln>
                <a:effectLst/>
                <a:uLnTx/>
                <a:uFillTx/>
                <a:cs typeface="+mn-ea"/>
                <a:sym typeface="+mn-lt"/>
              </a:endParaRPr>
            </a:p>
          </p:txBody>
        </p:sp>
        <p:grpSp>
          <p:nvGrpSpPr>
            <p:cNvPr id="7" name="组合 6">
              <a:extLst>
                <a:ext uri="{FF2B5EF4-FFF2-40B4-BE49-F238E27FC236}">
                  <a16:creationId xmlns:a16="http://schemas.microsoft.com/office/drawing/2014/main" id="{429E2FAF-A1B9-5382-86AB-AAA5BC2783AC}"/>
                </a:ext>
              </a:extLst>
            </p:cNvPr>
            <p:cNvGrpSpPr>
              <a:grpSpLocks/>
            </p:cNvGrpSpPr>
            <p:nvPr/>
          </p:nvGrpSpPr>
          <p:grpSpPr>
            <a:xfrm>
              <a:off x="3916681" y="1736015"/>
              <a:ext cx="7500892" cy="4398083"/>
              <a:chOff x="660401" y="1664411"/>
              <a:chExt cx="7500892" cy="3575751"/>
            </a:xfrm>
          </p:grpSpPr>
          <p:grpSp>
            <p:nvGrpSpPr>
              <p:cNvPr id="8" name="组合 7">
                <a:extLst>
                  <a:ext uri="{FF2B5EF4-FFF2-40B4-BE49-F238E27FC236}">
                    <a16:creationId xmlns:a16="http://schemas.microsoft.com/office/drawing/2014/main" id="{1328F9DB-38E1-4BE5-6019-5DC048DC783E}"/>
                  </a:ext>
                </a:extLst>
              </p:cNvPr>
              <p:cNvGrpSpPr/>
              <p:nvPr/>
            </p:nvGrpSpPr>
            <p:grpSpPr>
              <a:xfrm>
                <a:off x="660401" y="1664411"/>
                <a:ext cx="7500891" cy="877662"/>
                <a:chOff x="955160" y="1247839"/>
                <a:chExt cx="10144640" cy="1180908"/>
              </a:xfrm>
            </p:grpSpPr>
            <p:grpSp>
              <p:nvGrpSpPr>
                <p:cNvPr id="24" name="组合 23">
                  <a:extLst>
                    <a:ext uri="{FF2B5EF4-FFF2-40B4-BE49-F238E27FC236}">
                      <a16:creationId xmlns:a16="http://schemas.microsoft.com/office/drawing/2014/main" id="{D2F2421D-90F8-EFEA-DB59-A6B5BA94B152}"/>
                    </a:ext>
                  </a:extLst>
                </p:cNvPr>
                <p:cNvGrpSpPr/>
                <p:nvPr/>
              </p:nvGrpSpPr>
              <p:grpSpPr>
                <a:xfrm>
                  <a:off x="1682693" y="1276838"/>
                  <a:ext cx="9417107" cy="1151909"/>
                  <a:chOff x="1682693" y="1276838"/>
                  <a:chExt cx="9417107" cy="1151909"/>
                </a:xfrm>
              </p:grpSpPr>
              <p:sp>
                <p:nvSpPr>
                  <p:cNvPr id="26" name="Bullet1">
                    <a:extLst>
                      <a:ext uri="{FF2B5EF4-FFF2-40B4-BE49-F238E27FC236}">
                        <a16:creationId xmlns:a16="http://schemas.microsoft.com/office/drawing/2014/main" id="{9DFF1D56-08EE-B7AF-F298-90E63BDC8CE0}"/>
                      </a:ext>
                    </a:extLst>
                  </p:cNvPr>
                  <p:cNvSpPr/>
                  <p:nvPr/>
                </p:nvSpPr>
                <p:spPr>
                  <a:xfrm>
                    <a:off x="1682693" y="1276838"/>
                    <a:ext cx="9417107" cy="5410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r>
                      <a:rPr kumimoji="1" lang="zh-CN" altLang="en-US" b="1">
                        <a:solidFill>
                          <a:schemeClr val="tx1"/>
                        </a:solidFill>
                        <a:cs typeface="+mn-ea"/>
                        <a:sym typeface="+mn-lt"/>
                      </a:rPr>
                      <a:t>技术变革趋势</a:t>
                    </a:r>
                    <a:endParaRPr kumimoji="1" lang="en-US" altLang="zh-CN" b="1" dirty="0">
                      <a:solidFill>
                        <a:schemeClr val="tx1"/>
                      </a:solidFill>
                      <a:cs typeface="+mn-ea"/>
                      <a:sym typeface="+mn-lt"/>
                    </a:endParaRPr>
                  </a:p>
                </p:txBody>
              </p:sp>
              <p:sp>
                <p:nvSpPr>
                  <p:cNvPr id="27" name="Text1">
                    <a:extLst>
                      <a:ext uri="{FF2B5EF4-FFF2-40B4-BE49-F238E27FC236}">
                        <a16:creationId xmlns:a16="http://schemas.microsoft.com/office/drawing/2014/main" id="{B9B5613B-A6AB-1359-FC21-5544B09BB5CE}"/>
                      </a:ext>
                    </a:extLst>
                  </p:cNvPr>
                  <p:cNvSpPr/>
                  <p:nvPr/>
                </p:nvSpPr>
                <p:spPr>
                  <a:xfrm>
                    <a:off x="1682694" y="1822392"/>
                    <a:ext cx="9417106" cy="606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20000"/>
                      </a:lnSpc>
                    </a:pPr>
                    <a:r>
                      <a:rPr kumimoji="1" lang="zh-CN" altLang="en-US" sz="1200">
                        <a:solidFill>
                          <a:schemeClr val="tx1"/>
                        </a:solidFill>
                        <a:cs typeface="+mn-ea"/>
                        <a:sym typeface="+mn-lt"/>
                      </a:rPr>
                      <a:t>未来，行业将面临更多新兴技术的冲击，如人工智能、大数据等，需紧跟技术步伐。</a:t>
                    </a:r>
                    <a:endParaRPr kumimoji="1" lang="en-US" altLang="zh-CN" sz="1200" dirty="0">
                      <a:solidFill>
                        <a:schemeClr val="tx1"/>
                      </a:solidFill>
                      <a:cs typeface="+mn-ea"/>
                      <a:sym typeface="+mn-lt"/>
                    </a:endParaRPr>
                  </a:p>
                </p:txBody>
              </p:sp>
            </p:grpSp>
            <p:sp>
              <p:nvSpPr>
                <p:cNvPr id="25" name="Number1">
                  <a:extLst>
                    <a:ext uri="{FF2B5EF4-FFF2-40B4-BE49-F238E27FC236}">
                      <a16:creationId xmlns:a16="http://schemas.microsoft.com/office/drawing/2014/main" id="{757A604A-27A4-7D8C-49FC-225FBEA639AD}"/>
                    </a:ext>
                  </a:extLst>
                </p:cNvPr>
                <p:cNvSpPr txBox="1"/>
                <p:nvPr/>
              </p:nvSpPr>
              <p:spPr>
                <a:xfrm>
                  <a:off x="955160" y="1247839"/>
                  <a:ext cx="613577" cy="920405"/>
                </a:xfrm>
                <a:prstGeom prst="rect">
                  <a:avLst/>
                </a:prstGeom>
                <a:noFill/>
              </p:spPr>
              <p:txBody>
                <a:bodyPr wrap="none" lIns="108000" tIns="108000" rIns="108000" bIns="108000" rtlCol="0" anchor="ctr" anchorCtr="0">
                  <a:noAutofit/>
                </a:bodyPr>
                <a:lstStyle>
                  <a:defPPr>
                    <a:defRPr lang="zh-CN"/>
                  </a:defPPr>
                  <a:lvl1pPr algn="ctr">
                    <a:defRPr kumimoji="1" sz="2800" b="1">
                      <a:solidFill>
                        <a:schemeClr val="bg1"/>
                      </a:solidFill>
                      <a:cs typeface="+mn-ea"/>
                    </a:defRPr>
                  </a:lvl1pPr>
                </a:lstStyle>
                <a:p>
                  <a:r>
                    <a:rPr lang="en-US" altLang="zh-CN">
                      <a:solidFill>
                        <a:schemeClr val="tx1"/>
                      </a:solidFill>
                      <a:sym typeface="+mn-lt"/>
                    </a:rPr>
                    <a:t>1</a:t>
                  </a:r>
                  <a:endParaRPr lang="zh-CN" altLang="en-US" dirty="0">
                    <a:solidFill>
                      <a:schemeClr val="tx1"/>
                    </a:solidFill>
                    <a:sym typeface="+mn-lt"/>
                  </a:endParaRPr>
                </a:p>
              </p:txBody>
            </p:sp>
          </p:grpSp>
          <p:grpSp>
            <p:nvGrpSpPr>
              <p:cNvPr id="9" name="组合 8">
                <a:extLst>
                  <a:ext uri="{FF2B5EF4-FFF2-40B4-BE49-F238E27FC236}">
                    <a16:creationId xmlns:a16="http://schemas.microsoft.com/office/drawing/2014/main" id="{6BDFCFBD-77DA-A54B-077A-82C9CA8864CA}"/>
                  </a:ext>
                </a:extLst>
              </p:cNvPr>
              <p:cNvGrpSpPr/>
              <p:nvPr/>
            </p:nvGrpSpPr>
            <p:grpSpPr>
              <a:xfrm>
                <a:off x="660401" y="2564879"/>
                <a:ext cx="7500891" cy="874340"/>
                <a:chOff x="955160" y="2512329"/>
                <a:chExt cx="10144640" cy="1176441"/>
              </a:xfrm>
            </p:grpSpPr>
            <p:grpSp>
              <p:nvGrpSpPr>
                <p:cNvPr id="20" name="组合 19">
                  <a:extLst>
                    <a:ext uri="{FF2B5EF4-FFF2-40B4-BE49-F238E27FC236}">
                      <a16:creationId xmlns:a16="http://schemas.microsoft.com/office/drawing/2014/main" id="{1B157DFE-87FA-3A0E-449F-50FC534DD8E3}"/>
                    </a:ext>
                  </a:extLst>
                </p:cNvPr>
                <p:cNvGrpSpPr/>
                <p:nvPr/>
              </p:nvGrpSpPr>
              <p:grpSpPr>
                <a:xfrm>
                  <a:off x="1682693" y="2541327"/>
                  <a:ext cx="9417107" cy="1147443"/>
                  <a:chOff x="1682693" y="2541327"/>
                  <a:chExt cx="9417107" cy="1147443"/>
                </a:xfrm>
              </p:grpSpPr>
              <p:sp>
                <p:nvSpPr>
                  <p:cNvPr id="22" name="Bullet2">
                    <a:extLst>
                      <a:ext uri="{FF2B5EF4-FFF2-40B4-BE49-F238E27FC236}">
                        <a16:creationId xmlns:a16="http://schemas.microsoft.com/office/drawing/2014/main" id="{F5815E87-FB07-B3DA-47E8-873B48792F0A}"/>
                      </a:ext>
                    </a:extLst>
                  </p:cNvPr>
                  <p:cNvSpPr/>
                  <p:nvPr/>
                </p:nvSpPr>
                <p:spPr>
                  <a:xfrm>
                    <a:off x="1682693" y="2541327"/>
                    <a:ext cx="9417107" cy="5410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r>
                      <a:rPr kumimoji="1" lang="zh-CN" altLang="en-US" b="1">
                        <a:solidFill>
                          <a:schemeClr val="tx1"/>
                        </a:solidFill>
                        <a:cs typeface="+mn-ea"/>
                        <a:sym typeface="+mn-lt"/>
                      </a:rPr>
                      <a:t>竞争力提升</a:t>
                    </a:r>
                    <a:endParaRPr kumimoji="1" lang="en-US" altLang="zh-CN" b="1" dirty="0">
                      <a:solidFill>
                        <a:schemeClr val="tx1"/>
                      </a:solidFill>
                      <a:cs typeface="+mn-ea"/>
                      <a:sym typeface="+mn-lt"/>
                    </a:endParaRPr>
                  </a:p>
                </p:txBody>
              </p:sp>
              <p:sp>
                <p:nvSpPr>
                  <p:cNvPr id="23" name="Text2">
                    <a:extLst>
                      <a:ext uri="{FF2B5EF4-FFF2-40B4-BE49-F238E27FC236}">
                        <a16:creationId xmlns:a16="http://schemas.microsoft.com/office/drawing/2014/main" id="{C3263C1F-5FF4-33AB-44BC-62FFC6931D28}"/>
                      </a:ext>
                    </a:extLst>
                  </p:cNvPr>
                  <p:cNvSpPr/>
                  <p:nvPr/>
                </p:nvSpPr>
                <p:spPr>
                  <a:xfrm>
                    <a:off x="1682694" y="3082421"/>
                    <a:ext cx="9417106" cy="6063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20000"/>
                      </a:lnSpc>
                    </a:pPr>
                    <a:r>
                      <a:rPr kumimoji="1" lang="zh-CN" altLang="en-US" sz="1200">
                        <a:solidFill>
                          <a:schemeClr val="tx1"/>
                        </a:solidFill>
                        <a:cs typeface="+mn-ea"/>
                        <a:sym typeface="+mn-lt"/>
                      </a:rPr>
                      <a:t>技术创新有助于提升行业竞争力，企业需加大研发投入，提升产品和服务的技术含量。</a:t>
                    </a:r>
                    <a:endParaRPr kumimoji="1" lang="en-US" altLang="zh-CN" sz="1200" dirty="0">
                      <a:solidFill>
                        <a:schemeClr val="tx1"/>
                      </a:solidFill>
                      <a:cs typeface="+mn-ea"/>
                      <a:sym typeface="+mn-lt"/>
                    </a:endParaRPr>
                  </a:p>
                </p:txBody>
              </p:sp>
            </p:grpSp>
            <p:sp>
              <p:nvSpPr>
                <p:cNvPr id="21" name="Number2">
                  <a:extLst>
                    <a:ext uri="{FF2B5EF4-FFF2-40B4-BE49-F238E27FC236}">
                      <a16:creationId xmlns:a16="http://schemas.microsoft.com/office/drawing/2014/main" id="{65D173B4-4CBA-50A0-07E9-883071104C55}"/>
                    </a:ext>
                  </a:extLst>
                </p:cNvPr>
                <p:cNvSpPr txBox="1"/>
                <p:nvPr/>
              </p:nvSpPr>
              <p:spPr>
                <a:xfrm>
                  <a:off x="955160" y="2512329"/>
                  <a:ext cx="613577" cy="920406"/>
                </a:xfrm>
                <a:prstGeom prst="rect">
                  <a:avLst/>
                </a:prstGeom>
                <a:noFill/>
              </p:spPr>
              <p:txBody>
                <a:bodyPr wrap="none" lIns="108000" tIns="108000" rIns="108000" bIns="108000" rtlCol="0" anchor="ctr" anchorCtr="0">
                  <a:noAutofit/>
                </a:bodyPr>
                <a:lstStyle>
                  <a:defPPr>
                    <a:defRPr lang="zh-CN"/>
                  </a:defPPr>
                  <a:lvl1pPr algn="ctr">
                    <a:defRPr kumimoji="1" sz="2800" b="1">
                      <a:solidFill>
                        <a:schemeClr val="bg1"/>
                      </a:solidFill>
                      <a:cs typeface="+mn-ea"/>
                    </a:defRPr>
                  </a:lvl1pPr>
                </a:lstStyle>
                <a:p>
                  <a:r>
                    <a:rPr lang="en-US" altLang="zh-CN">
                      <a:solidFill>
                        <a:schemeClr val="tx1"/>
                      </a:solidFill>
                      <a:sym typeface="+mn-lt"/>
                    </a:rPr>
                    <a:t>2</a:t>
                  </a:r>
                  <a:endParaRPr lang="zh-CN" altLang="en-US" dirty="0">
                    <a:solidFill>
                      <a:schemeClr val="tx1"/>
                    </a:solidFill>
                    <a:sym typeface="+mn-lt"/>
                  </a:endParaRPr>
                </a:p>
              </p:txBody>
            </p:sp>
          </p:grpSp>
          <p:grpSp>
            <p:nvGrpSpPr>
              <p:cNvPr id="10" name="组合 9">
                <a:extLst>
                  <a:ext uri="{FF2B5EF4-FFF2-40B4-BE49-F238E27FC236}">
                    <a16:creationId xmlns:a16="http://schemas.microsoft.com/office/drawing/2014/main" id="{18B946AB-9D6C-BC5E-E87E-CE2E9DF07B95}"/>
                  </a:ext>
                </a:extLst>
              </p:cNvPr>
              <p:cNvGrpSpPr/>
              <p:nvPr/>
            </p:nvGrpSpPr>
            <p:grpSpPr>
              <a:xfrm>
                <a:off x="660401" y="3465349"/>
                <a:ext cx="7500892" cy="874344"/>
                <a:chOff x="955159" y="3776819"/>
                <a:chExt cx="10144641" cy="1176444"/>
              </a:xfrm>
            </p:grpSpPr>
            <p:grpSp>
              <p:nvGrpSpPr>
                <p:cNvPr id="16" name="组合 15">
                  <a:extLst>
                    <a:ext uri="{FF2B5EF4-FFF2-40B4-BE49-F238E27FC236}">
                      <a16:creationId xmlns:a16="http://schemas.microsoft.com/office/drawing/2014/main" id="{4FB5EA46-AA1B-F285-6B11-347CF88BD2FB}"/>
                    </a:ext>
                  </a:extLst>
                </p:cNvPr>
                <p:cNvGrpSpPr/>
                <p:nvPr/>
              </p:nvGrpSpPr>
              <p:grpSpPr>
                <a:xfrm>
                  <a:off x="1682693" y="3801355"/>
                  <a:ext cx="9417107" cy="1151908"/>
                  <a:chOff x="1682693" y="3801355"/>
                  <a:chExt cx="9417107" cy="1151908"/>
                </a:xfrm>
              </p:grpSpPr>
              <p:sp>
                <p:nvSpPr>
                  <p:cNvPr id="18" name="Bullet3">
                    <a:extLst>
                      <a:ext uri="{FF2B5EF4-FFF2-40B4-BE49-F238E27FC236}">
                        <a16:creationId xmlns:a16="http://schemas.microsoft.com/office/drawing/2014/main" id="{2B96BAEA-9597-BC99-A9E9-D28332752854}"/>
                      </a:ext>
                    </a:extLst>
                  </p:cNvPr>
                  <p:cNvSpPr/>
                  <p:nvPr/>
                </p:nvSpPr>
                <p:spPr>
                  <a:xfrm>
                    <a:off x="1682693" y="3801355"/>
                    <a:ext cx="9417107" cy="5410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r>
                      <a:rPr kumimoji="1" lang="zh-CN" altLang="en-US" b="1" dirty="0">
                        <a:solidFill>
                          <a:schemeClr val="tx1"/>
                        </a:solidFill>
                        <a:cs typeface="+mn-ea"/>
                        <a:sym typeface="+mn-lt"/>
                      </a:rPr>
                      <a:t>风险应对</a:t>
                    </a:r>
                    <a:endParaRPr kumimoji="1" lang="en-US" altLang="zh-CN" b="1" dirty="0">
                      <a:solidFill>
                        <a:schemeClr val="tx1"/>
                      </a:solidFill>
                      <a:cs typeface="+mn-ea"/>
                      <a:sym typeface="+mn-lt"/>
                    </a:endParaRPr>
                  </a:p>
                </p:txBody>
              </p:sp>
              <p:sp>
                <p:nvSpPr>
                  <p:cNvPr id="19" name="Text3">
                    <a:extLst>
                      <a:ext uri="{FF2B5EF4-FFF2-40B4-BE49-F238E27FC236}">
                        <a16:creationId xmlns:a16="http://schemas.microsoft.com/office/drawing/2014/main" id="{E8A669AE-A71B-C422-9338-8FC0CF0020F7}"/>
                      </a:ext>
                    </a:extLst>
                  </p:cNvPr>
                  <p:cNvSpPr/>
                  <p:nvPr/>
                </p:nvSpPr>
                <p:spPr>
                  <a:xfrm>
                    <a:off x="1682694" y="4346911"/>
                    <a:ext cx="9417106" cy="6063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20000"/>
                      </a:lnSpc>
                    </a:pPr>
                    <a:r>
                      <a:rPr kumimoji="1" lang="zh-CN" altLang="en-US" sz="1200">
                        <a:solidFill>
                          <a:schemeClr val="tx1"/>
                        </a:solidFill>
                        <a:cs typeface="+mn-ea"/>
                        <a:sym typeface="+mn-lt"/>
                      </a:rPr>
                      <a:t>技术革新可能带来潜在风险，企业应建立风险预警机制，及时调整应对策略。</a:t>
                    </a:r>
                    <a:endParaRPr kumimoji="1" lang="en-US" altLang="zh-CN" sz="1200" dirty="0">
                      <a:solidFill>
                        <a:schemeClr val="tx1"/>
                      </a:solidFill>
                      <a:cs typeface="+mn-ea"/>
                      <a:sym typeface="+mn-lt"/>
                    </a:endParaRPr>
                  </a:p>
                </p:txBody>
              </p:sp>
            </p:grpSp>
            <p:sp>
              <p:nvSpPr>
                <p:cNvPr id="17" name="Number3">
                  <a:extLst>
                    <a:ext uri="{FF2B5EF4-FFF2-40B4-BE49-F238E27FC236}">
                      <a16:creationId xmlns:a16="http://schemas.microsoft.com/office/drawing/2014/main" id="{9D042D7D-4522-84DC-A2DD-9D294021609A}"/>
                    </a:ext>
                  </a:extLst>
                </p:cNvPr>
                <p:cNvSpPr txBox="1"/>
                <p:nvPr/>
              </p:nvSpPr>
              <p:spPr>
                <a:xfrm>
                  <a:off x="955159" y="3776819"/>
                  <a:ext cx="613577" cy="920406"/>
                </a:xfrm>
                <a:prstGeom prst="rect">
                  <a:avLst/>
                </a:prstGeom>
                <a:noFill/>
              </p:spPr>
              <p:txBody>
                <a:bodyPr wrap="none" lIns="108000" tIns="108000" rIns="108000" bIns="108000" rtlCol="0" anchor="ctr" anchorCtr="0">
                  <a:noAutofit/>
                </a:bodyPr>
                <a:lstStyle>
                  <a:defPPr>
                    <a:defRPr lang="zh-CN"/>
                  </a:defPPr>
                  <a:lvl1pPr algn="ctr">
                    <a:defRPr kumimoji="1" sz="2800" b="1">
                      <a:solidFill>
                        <a:schemeClr val="bg1"/>
                      </a:solidFill>
                      <a:cs typeface="+mn-ea"/>
                    </a:defRPr>
                  </a:lvl1pPr>
                </a:lstStyle>
                <a:p>
                  <a:r>
                    <a:rPr lang="en-US" altLang="zh-CN" dirty="0">
                      <a:solidFill>
                        <a:schemeClr val="tx1"/>
                      </a:solidFill>
                      <a:sym typeface="+mn-lt"/>
                    </a:rPr>
                    <a:t>3</a:t>
                  </a:r>
                  <a:endParaRPr lang="zh-CN" altLang="en-US" dirty="0">
                    <a:solidFill>
                      <a:schemeClr val="tx1"/>
                    </a:solidFill>
                    <a:sym typeface="+mn-lt"/>
                  </a:endParaRPr>
                </a:p>
              </p:txBody>
            </p:sp>
          </p:grpSp>
          <p:grpSp>
            <p:nvGrpSpPr>
              <p:cNvPr id="11" name="组合 10">
                <a:extLst>
                  <a:ext uri="{FF2B5EF4-FFF2-40B4-BE49-F238E27FC236}">
                    <a16:creationId xmlns:a16="http://schemas.microsoft.com/office/drawing/2014/main" id="{66753315-C236-E94D-439F-29F3FFB8C1F5}"/>
                  </a:ext>
                </a:extLst>
              </p:cNvPr>
              <p:cNvGrpSpPr/>
              <p:nvPr/>
            </p:nvGrpSpPr>
            <p:grpSpPr>
              <a:xfrm>
                <a:off x="660401" y="4365818"/>
                <a:ext cx="7500892" cy="874344"/>
                <a:chOff x="955159" y="5041308"/>
                <a:chExt cx="10144641" cy="1176444"/>
              </a:xfrm>
            </p:grpSpPr>
            <p:grpSp>
              <p:nvGrpSpPr>
                <p:cNvPr id="12" name="组合 11">
                  <a:extLst>
                    <a:ext uri="{FF2B5EF4-FFF2-40B4-BE49-F238E27FC236}">
                      <a16:creationId xmlns:a16="http://schemas.microsoft.com/office/drawing/2014/main" id="{4B36201D-FBB5-D7F5-783F-B0E5591FDCF6}"/>
                    </a:ext>
                  </a:extLst>
                </p:cNvPr>
                <p:cNvGrpSpPr/>
                <p:nvPr/>
              </p:nvGrpSpPr>
              <p:grpSpPr>
                <a:xfrm>
                  <a:off x="1682693" y="5065844"/>
                  <a:ext cx="9417107" cy="1151908"/>
                  <a:chOff x="1682693" y="5065844"/>
                  <a:chExt cx="9417107" cy="1151908"/>
                </a:xfrm>
              </p:grpSpPr>
              <p:sp>
                <p:nvSpPr>
                  <p:cNvPr id="14" name="Bullet4">
                    <a:extLst>
                      <a:ext uri="{FF2B5EF4-FFF2-40B4-BE49-F238E27FC236}">
                        <a16:creationId xmlns:a16="http://schemas.microsoft.com/office/drawing/2014/main" id="{715C4730-4694-1975-B410-F54F13A4A0C9}"/>
                      </a:ext>
                    </a:extLst>
                  </p:cNvPr>
                  <p:cNvSpPr/>
                  <p:nvPr/>
                </p:nvSpPr>
                <p:spPr>
                  <a:xfrm>
                    <a:off x="1682693" y="5065844"/>
                    <a:ext cx="9417107" cy="5410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r>
                      <a:rPr kumimoji="1" lang="zh-CN" altLang="en-US" b="1" dirty="0">
                        <a:solidFill>
                          <a:schemeClr val="tx1"/>
                        </a:solidFill>
                        <a:cs typeface="+mn-ea"/>
                        <a:sym typeface="+mn-lt"/>
                      </a:rPr>
                      <a:t>人才培养策略</a:t>
                    </a:r>
                    <a:endParaRPr kumimoji="1" lang="en-US" altLang="zh-CN" b="1" dirty="0">
                      <a:solidFill>
                        <a:schemeClr val="tx1"/>
                      </a:solidFill>
                      <a:cs typeface="+mn-ea"/>
                      <a:sym typeface="+mn-lt"/>
                    </a:endParaRPr>
                  </a:p>
                </p:txBody>
              </p:sp>
              <p:sp>
                <p:nvSpPr>
                  <p:cNvPr id="15" name="Text4">
                    <a:extLst>
                      <a:ext uri="{FF2B5EF4-FFF2-40B4-BE49-F238E27FC236}">
                        <a16:creationId xmlns:a16="http://schemas.microsoft.com/office/drawing/2014/main" id="{4B1BB766-2C43-F1D2-4C4C-848C4CEB2C15}"/>
                      </a:ext>
                    </a:extLst>
                  </p:cNvPr>
                  <p:cNvSpPr/>
                  <p:nvPr/>
                </p:nvSpPr>
                <p:spPr>
                  <a:xfrm>
                    <a:off x="1682694" y="5611400"/>
                    <a:ext cx="9417106" cy="6063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20000"/>
                      </a:lnSpc>
                    </a:pPr>
                    <a:r>
                      <a:rPr kumimoji="1" lang="zh-CN" altLang="en-US" sz="1200">
                        <a:solidFill>
                          <a:schemeClr val="tx1"/>
                        </a:solidFill>
                        <a:cs typeface="+mn-ea"/>
                        <a:sym typeface="+mn-lt"/>
                      </a:rPr>
                      <a:t>技术创新需要人才支撑，企业应重视人才培养，提升员工的技术水平和创新能力。</a:t>
                    </a:r>
                    <a:endParaRPr kumimoji="1" lang="en-US" altLang="zh-CN" sz="1200" dirty="0">
                      <a:solidFill>
                        <a:schemeClr val="tx1"/>
                      </a:solidFill>
                      <a:cs typeface="+mn-ea"/>
                      <a:sym typeface="+mn-lt"/>
                    </a:endParaRPr>
                  </a:p>
                </p:txBody>
              </p:sp>
            </p:grpSp>
            <p:sp>
              <p:nvSpPr>
                <p:cNvPr id="13" name="Number4">
                  <a:extLst>
                    <a:ext uri="{FF2B5EF4-FFF2-40B4-BE49-F238E27FC236}">
                      <a16:creationId xmlns:a16="http://schemas.microsoft.com/office/drawing/2014/main" id="{630F93BE-6C7D-75CE-C637-C61EEF572924}"/>
                    </a:ext>
                  </a:extLst>
                </p:cNvPr>
                <p:cNvSpPr txBox="1"/>
                <p:nvPr/>
              </p:nvSpPr>
              <p:spPr>
                <a:xfrm>
                  <a:off x="955159" y="5041308"/>
                  <a:ext cx="613577" cy="920406"/>
                </a:xfrm>
                <a:prstGeom prst="rect">
                  <a:avLst/>
                </a:prstGeom>
                <a:noFill/>
              </p:spPr>
              <p:txBody>
                <a:bodyPr wrap="none" lIns="108000" tIns="108000" rIns="108000" bIns="108000" rtlCol="0" anchor="ctr" anchorCtr="0">
                  <a:noAutofit/>
                </a:bodyPr>
                <a:lstStyle>
                  <a:defPPr>
                    <a:defRPr lang="zh-CN"/>
                  </a:defPPr>
                  <a:lvl1pPr algn="ctr">
                    <a:defRPr kumimoji="1" sz="2800" b="1">
                      <a:solidFill>
                        <a:schemeClr val="bg1"/>
                      </a:solidFill>
                      <a:cs typeface="+mn-ea"/>
                    </a:defRPr>
                  </a:lvl1pPr>
                </a:lstStyle>
                <a:p>
                  <a:r>
                    <a:rPr lang="en-US" altLang="zh-CN">
                      <a:solidFill>
                        <a:schemeClr val="tx1"/>
                      </a:solidFill>
                      <a:sym typeface="+mn-lt"/>
                    </a:rPr>
                    <a:t>4</a:t>
                  </a:r>
                  <a:endParaRPr lang="zh-CN" altLang="en-US" dirty="0">
                    <a:solidFill>
                      <a:schemeClr val="tx1"/>
                    </a:solidFill>
                    <a:sym typeface="+mn-lt"/>
                  </a:endParaRPr>
                </a:p>
              </p:txBody>
            </p:sp>
          </p:grpSp>
        </p:grpSp>
      </p:grpSp>
      <p:sp>
        <p:nvSpPr>
          <p:cNvPr id="2" name="标题 1">
            <a:extLst>
              <a:ext uri="{FF2B5EF4-FFF2-40B4-BE49-F238E27FC236}">
                <a16:creationId xmlns:a16="http://schemas.microsoft.com/office/drawing/2014/main" id="{680974EC-4F95-ADC8-42F2-6FFD601888EA}"/>
              </a:ext>
            </a:extLst>
          </p:cNvPr>
          <p:cNvSpPr>
            <a:spLocks noGrp="1"/>
          </p:cNvSpPr>
          <p:nvPr>
            <p:ph type="title"/>
          </p:nvPr>
        </p:nvSpPr>
        <p:spPr/>
        <p:txBody>
          <a:bodyPr/>
          <a:lstStyle/>
          <a:p>
            <a:r>
              <a:rPr lang="zh-CN" altLang="en-US"/>
              <a:t>技术创新</a:t>
            </a:r>
          </a:p>
        </p:txBody>
      </p:sp>
    </p:spTree>
    <p:extLst>
      <p:ext uri="{BB962C8B-B14F-4D97-AF65-F5344CB8AC3E}">
        <p14:creationId xmlns:p14="http://schemas.microsoft.com/office/powerpoint/2010/main" val="25250141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032A0F4B-9569-1A64-699A-ECAE86E8197B}"/>
              </a:ext>
            </a:extLst>
          </p:cNvPr>
          <p:cNvGrpSpPr/>
          <p:nvPr/>
        </p:nvGrpSpPr>
        <p:grpSpPr>
          <a:xfrm>
            <a:off x="-9525" y="1130300"/>
            <a:ext cx="11528425" cy="5003800"/>
            <a:chOff x="-9525" y="1130300"/>
            <a:chExt cx="11528425" cy="5003800"/>
          </a:xfrm>
        </p:grpSpPr>
        <p:sp>
          <p:nvSpPr>
            <p:cNvPr id="4" name="PictureMisc">
              <a:extLst>
                <a:ext uri="{FF2B5EF4-FFF2-40B4-BE49-F238E27FC236}">
                  <a16:creationId xmlns:a16="http://schemas.microsoft.com/office/drawing/2014/main" id="{05F39F46-A5F3-6E15-1910-D23DC0780923}"/>
                </a:ext>
              </a:extLst>
            </p:cNvPr>
            <p:cNvSpPr/>
            <p:nvPr/>
          </p:nvSpPr>
          <p:spPr>
            <a:xfrm>
              <a:off x="-9525" y="2157452"/>
              <a:ext cx="6105525" cy="3760748"/>
            </a:xfrm>
            <a:prstGeom prst="rect">
              <a:avLst/>
            </a:prstGeom>
            <a:blipFill>
              <a:blip r:embed="rId3"/>
              <a:stretch>
                <a:fillRect t="-4116" b="-4116"/>
              </a:stretch>
            </a:blipFill>
            <a:ln w="38100" cap="flat" cmpd="sng" algn="ctr">
              <a:noFill/>
              <a:prstDash val="solid"/>
              <a:miter lim="800000"/>
            </a:ln>
            <a:effectLst>
              <a:outerShdw dist="38100" dir="16200000"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defTabSz="914377"/>
              <a:endParaRPr lang="zh-CN" altLang="en-US"/>
            </a:p>
          </p:txBody>
        </p:sp>
        <p:sp>
          <p:nvSpPr>
            <p:cNvPr id="5" name="îş1iḋé">
              <a:extLst>
                <a:ext uri="{FF2B5EF4-FFF2-40B4-BE49-F238E27FC236}">
                  <a16:creationId xmlns:a16="http://schemas.microsoft.com/office/drawing/2014/main" id="{ACD07E2C-2D25-D3B2-9F57-C91F9B0CAC00}"/>
                </a:ext>
              </a:extLst>
            </p:cNvPr>
            <p:cNvSpPr/>
            <p:nvPr/>
          </p:nvSpPr>
          <p:spPr>
            <a:xfrm>
              <a:off x="6753471" y="1808159"/>
              <a:ext cx="4765429" cy="432594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dirty="0"/>
            </a:p>
          </p:txBody>
        </p:sp>
        <p:cxnSp>
          <p:nvCxnSpPr>
            <p:cNvPr id="6" name="ís1îḍê">
              <a:extLst>
                <a:ext uri="{FF2B5EF4-FFF2-40B4-BE49-F238E27FC236}">
                  <a16:creationId xmlns:a16="http://schemas.microsoft.com/office/drawing/2014/main" id="{50A55CF4-E466-BDCC-AC2B-CC136577A432}"/>
                </a:ext>
              </a:extLst>
            </p:cNvPr>
            <p:cNvCxnSpPr/>
            <p:nvPr/>
          </p:nvCxnSpPr>
          <p:spPr>
            <a:xfrm>
              <a:off x="7744982" y="2756246"/>
              <a:ext cx="3360284" cy="0"/>
            </a:xfrm>
            <a:prstGeom prst="line">
              <a:avLst/>
            </a:prstGeom>
            <a:ln w="6350" cap="rnd">
              <a:solidFill>
                <a:srgbClr val="FFFFFF">
                  <a:alpha val="50000"/>
                </a:srgbClr>
              </a:solidFill>
              <a:round/>
            </a:ln>
          </p:spPr>
          <p:style>
            <a:lnRef idx="1">
              <a:schemeClr val="accent1"/>
            </a:lnRef>
            <a:fillRef idx="0">
              <a:schemeClr val="accent1"/>
            </a:fillRef>
            <a:effectRef idx="0">
              <a:schemeClr val="accent1"/>
            </a:effectRef>
            <a:fontRef idx="minor">
              <a:schemeClr val="tx1"/>
            </a:fontRef>
          </p:style>
        </p:cxnSp>
        <p:cxnSp>
          <p:nvCxnSpPr>
            <p:cNvPr id="7" name="ísḷíďé">
              <a:extLst>
                <a:ext uri="{FF2B5EF4-FFF2-40B4-BE49-F238E27FC236}">
                  <a16:creationId xmlns:a16="http://schemas.microsoft.com/office/drawing/2014/main" id="{4B4C82A8-1C9C-0F12-4A84-94C8CB193E57}"/>
                </a:ext>
              </a:extLst>
            </p:cNvPr>
            <p:cNvCxnSpPr/>
            <p:nvPr/>
          </p:nvCxnSpPr>
          <p:spPr>
            <a:xfrm>
              <a:off x="7744982" y="3545103"/>
              <a:ext cx="3360284" cy="0"/>
            </a:xfrm>
            <a:prstGeom prst="line">
              <a:avLst/>
            </a:prstGeom>
            <a:ln w="6350" cap="rnd">
              <a:solidFill>
                <a:srgbClr val="FFFFFF">
                  <a:alpha val="50000"/>
                </a:srgbClr>
              </a:solidFill>
              <a:round/>
            </a:ln>
          </p:spPr>
          <p:style>
            <a:lnRef idx="1">
              <a:schemeClr val="accent1"/>
            </a:lnRef>
            <a:fillRef idx="0">
              <a:schemeClr val="accent1"/>
            </a:fillRef>
            <a:effectRef idx="0">
              <a:schemeClr val="accent1"/>
            </a:effectRef>
            <a:fontRef idx="minor">
              <a:schemeClr val="tx1"/>
            </a:fontRef>
          </p:style>
        </p:cxnSp>
        <p:cxnSp>
          <p:nvCxnSpPr>
            <p:cNvPr id="8" name="íṣḻide">
              <a:extLst>
                <a:ext uri="{FF2B5EF4-FFF2-40B4-BE49-F238E27FC236}">
                  <a16:creationId xmlns:a16="http://schemas.microsoft.com/office/drawing/2014/main" id="{C010F41F-426E-59BA-89CE-A5705B875FCF}"/>
                </a:ext>
              </a:extLst>
            </p:cNvPr>
            <p:cNvCxnSpPr/>
            <p:nvPr/>
          </p:nvCxnSpPr>
          <p:spPr>
            <a:xfrm>
              <a:off x="7744982" y="4333961"/>
              <a:ext cx="3360284" cy="0"/>
            </a:xfrm>
            <a:prstGeom prst="line">
              <a:avLst/>
            </a:prstGeom>
            <a:ln w="6350" cap="rnd">
              <a:solidFill>
                <a:srgbClr val="FFFFFF">
                  <a:alpha val="50000"/>
                </a:srgbClr>
              </a:solidFill>
              <a:round/>
            </a:ln>
          </p:spPr>
          <p:style>
            <a:lnRef idx="1">
              <a:schemeClr val="accent1"/>
            </a:lnRef>
            <a:fillRef idx="0">
              <a:schemeClr val="accent1"/>
            </a:fillRef>
            <a:effectRef idx="0">
              <a:schemeClr val="accent1"/>
            </a:effectRef>
            <a:fontRef idx="minor">
              <a:schemeClr val="tx1"/>
            </a:fontRef>
          </p:style>
        </p:cxnSp>
        <p:cxnSp>
          <p:nvCxnSpPr>
            <p:cNvPr id="9" name="ïṣḷídé">
              <a:extLst>
                <a:ext uri="{FF2B5EF4-FFF2-40B4-BE49-F238E27FC236}">
                  <a16:creationId xmlns:a16="http://schemas.microsoft.com/office/drawing/2014/main" id="{C30C7245-C53C-7571-7F27-D70625230649}"/>
                </a:ext>
              </a:extLst>
            </p:cNvPr>
            <p:cNvCxnSpPr/>
            <p:nvPr/>
          </p:nvCxnSpPr>
          <p:spPr>
            <a:xfrm>
              <a:off x="7744982" y="5122818"/>
              <a:ext cx="3360284" cy="0"/>
            </a:xfrm>
            <a:prstGeom prst="line">
              <a:avLst/>
            </a:prstGeom>
            <a:ln w="6350" cap="rnd">
              <a:solidFill>
                <a:srgbClr val="FFFFFF">
                  <a:alpha val="50000"/>
                </a:srgbClr>
              </a:solidFill>
              <a:round/>
            </a:ln>
          </p:spPr>
          <p:style>
            <a:lnRef idx="1">
              <a:schemeClr val="accent1"/>
            </a:lnRef>
            <a:fillRef idx="0">
              <a:schemeClr val="accent1"/>
            </a:fillRef>
            <a:effectRef idx="0">
              <a:schemeClr val="accent1"/>
            </a:effectRef>
            <a:fontRef idx="minor">
              <a:schemeClr val="tx1"/>
            </a:fontRef>
          </p:style>
        </p:cxnSp>
        <p:sp>
          <p:nvSpPr>
            <p:cNvPr id="10" name="Title">
              <a:extLst>
                <a:ext uri="{FF2B5EF4-FFF2-40B4-BE49-F238E27FC236}">
                  <a16:creationId xmlns:a16="http://schemas.microsoft.com/office/drawing/2014/main" id="{F4738120-AD26-4BB1-CBCB-DA5EAEA1938C}"/>
                </a:ext>
              </a:extLst>
            </p:cNvPr>
            <p:cNvSpPr txBox="1"/>
            <p:nvPr/>
          </p:nvSpPr>
          <p:spPr>
            <a:xfrm>
              <a:off x="660400" y="1130300"/>
              <a:ext cx="10858500" cy="461665"/>
            </a:xfrm>
            <a:prstGeom prst="rect">
              <a:avLst/>
            </a:prstGeom>
            <a:noFill/>
          </p:spPr>
          <p:txBody>
            <a:bodyPr vert="horz" wrap="square" rtlCol="0" anchor="t" anchorCtr="1">
              <a:normAutofit/>
            </a:bodyPr>
            <a:lstStyle/>
            <a:p>
              <a:pPr algn="ctr"/>
              <a:r>
                <a:rPr lang="zh-CN" altLang="en-US" sz="2400" b="1" dirty="0"/>
                <a:t>对行业政策制定的建议及预期效果</a:t>
              </a:r>
            </a:p>
          </p:txBody>
        </p:sp>
        <p:grpSp>
          <p:nvGrpSpPr>
            <p:cNvPr id="11" name="组合 10">
              <a:extLst>
                <a:ext uri="{FF2B5EF4-FFF2-40B4-BE49-F238E27FC236}">
                  <a16:creationId xmlns:a16="http://schemas.microsoft.com/office/drawing/2014/main" id="{B25E385B-6CEF-967B-9659-9B2884373CA1}"/>
                </a:ext>
              </a:extLst>
            </p:cNvPr>
            <p:cNvGrpSpPr/>
            <p:nvPr/>
          </p:nvGrpSpPr>
          <p:grpSpPr>
            <a:xfrm>
              <a:off x="7055243" y="2057384"/>
              <a:ext cx="4184843" cy="608866"/>
              <a:chOff x="7055243" y="2057384"/>
              <a:chExt cx="4184843" cy="608866"/>
            </a:xfrm>
          </p:grpSpPr>
          <p:sp>
            <p:nvSpPr>
              <p:cNvPr id="28" name="Number1">
                <a:extLst>
                  <a:ext uri="{FF2B5EF4-FFF2-40B4-BE49-F238E27FC236}">
                    <a16:creationId xmlns:a16="http://schemas.microsoft.com/office/drawing/2014/main" id="{9F680ED0-9E0C-4DEF-6789-32B385BC1195}"/>
                  </a:ext>
                </a:extLst>
              </p:cNvPr>
              <p:cNvSpPr/>
              <p:nvPr/>
            </p:nvSpPr>
            <p:spPr>
              <a:xfrm>
                <a:off x="7055243" y="2118330"/>
                <a:ext cx="486976" cy="486976"/>
              </a:xfrm>
              <a:prstGeom prst="ellipse">
                <a:avLst/>
              </a:prstGeom>
              <a:solidFill>
                <a:schemeClr val="accent1"/>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lnSpcReduction="10000"/>
              </a:bodyPr>
              <a:lstStyle/>
              <a:p>
                <a:pPr algn="ctr" defTabSz="914354"/>
                <a:r>
                  <a:rPr lang="en-US" altLang="zh-CN" b="1" dirty="0">
                    <a:solidFill>
                      <a:schemeClr val="tx1"/>
                    </a:solidFill>
                  </a:rPr>
                  <a:t>1</a:t>
                </a:r>
                <a:endParaRPr lang="zh-CN" altLang="en-US" b="1" dirty="0">
                  <a:solidFill>
                    <a:schemeClr val="tx1"/>
                  </a:solidFill>
                </a:endParaRPr>
              </a:p>
            </p:txBody>
          </p:sp>
          <p:sp>
            <p:nvSpPr>
              <p:cNvPr id="29" name="Text1">
                <a:extLst>
                  <a:ext uri="{FF2B5EF4-FFF2-40B4-BE49-F238E27FC236}">
                    <a16:creationId xmlns:a16="http://schemas.microsoft.com/office/drawing/2014/main" id="{AF21CE29-D745-04DB-B8DB-509D20F80339}"/>
                  </a:ext>
                </a:extLst>
              </p:cNvPr>
              <p:cNvSpPr/>
              <p:nvPr/>
            </p:nvSpPr>
            <p:spPr bwMode="auto">
              <a:xfrm>
                <a:off x="9355014" y="2057384"/>
                <a:ext cx="1885072" cy="608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t>建议对现有法规进行梳理，填补空白。</a:t>
                </a:r>
                <a:endParaRPr lang="en-US" altLang="zh-CN" sz="1200" dirty="0"/>
              </a:p>
            </p:txBody>
          </p:sp>
          <p:sp>
            <p:nvSpPr>
              <p:cNvPr id="30" name="Bullet1">
                <a:extLst>
                  <a:ext uri="{FF2B5EF4-FFF2-40B4-BE49-F238E27FC236}">
                    <a16:creationId xmlns:a16="http://schemas.microsoft.com/office/drawing/2014/main" id="{D1B10662-700D-6AF0-D371-2F74578024BB}"/>
                  </a:ext>
                </a:extLst>
              </p:cNvPr>
              <p:cNvSpPr/>
              <p:nvPr/>
            </p:nvSpPr>
            <p:spPr bwMode="auto">
              <a:xfrm>
                <a:off x="7604763" y="2057384"/>
                <a:ext cx="1750251" cy="608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r>
                  <a:rPr lang="zh-CN" altLang="en-US" b="1" dirty="0"/>
                  <a:t>完善法规体系</a:t>
                </a:r>
                <a:endParaRPr lang="en-US" altLang="zh-CN" b="1" dirty="0"/>
              </a:p>
            </p:txBody>
          </p:sp>
        </p:grpSp>
        <p:grpSp>
          <p:nvGrpSpPr>
            <p:cNvPr id="12" name="组合 11">
              <a:extLst>
                <a:ext uri="{FF2B5EF4-FFF2-40B4-BE49-F238E27FC236}">
                  <a16:creationId xmlns:a16="http://schemas.microsoft.com/office/drawing/2014/main" id="{38728BA1-15E6-86FB-1AF5-8F30119E7ED8}"/>
                </a:ext>
              </a:extLst>
            </p:cNvPr>
            <p:cNvGrpSpPr/>
            <p:nvPr/>
          </p:nvGrpSpPr>
          <p:grpSpPr>
            <a:xfrm>
              <a:off x="7055243" y="2846242"/>
              <a:ext cx="4184843" cy="608866"/>
              <a:chOff x="7055243" y="2846242"/>
              <a:chExt cx="4184843" cy="608866"/>
            </a:xfrm>
          </p:grpSpPr>
          <p:sp>
            <p:nvSpPr>
              <p:cNvPr id="25" name="Number2">
                <a:extLst>
                  <a:ext uri="{FF2B5EF4-FFF2-40B4-BE49-F238E27FC236}">
                    <a16:creationId xmlns:a16="http://schemas.microsoft.com/office/drawing/2014/main" id="{AFCC174B-C000-D8B9-5D48-7A8F11E13E09}"/>
                  </a:ext>
                </a:extLst>
              </p:cNvPr>
              <p:cNvSpPr/>
              <p:nvPr/>
            </p:nvSpPr>
            <p:spPr>
              <a:xfrm>
                <a:off x="7055243" y="2907187"/>
                <a:ext cx="486976" cy="486976"/>
              </a:xfrm>
              <a:prstGeom prst="ellipse">
                <a:avLst/>
              </a:prstGeom>
              <a:solidFill>
                <a:schemeClr val="accent1"/>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lnSpcReduction="10000"/>
              </a:bodyPr>
              <a:lstStyle/>
              <a:p>
                <a:pPr algn="ctr" defTabSz="914354"/>
                <a:r>
                  <a:rPr lang="en-US" altLang="zh-CN" b="1">
                    <a:solidFill>
                      <a:schemeClr val="tx1"/>
                    </a:solidFill>
                  </a:rPr>
                  <a:t>3</a:t>
                </a:r>
                <a:endParaRPr lang="zh-CN" altLang="en-US" b="1" dirty="0">
                  <a:solidFill>
                    <a:schemeClr val="tx1"/>
                  </a:solidFill>
                </a:endParaRPr>
              </a:p>
            </p:txBody>
          </p:sp>
          <p:sp>
            <p:nvSpPr>
              <p:cNvPr id="26" name="Text2">
                <a:extLst>
                  <a:ext uri="{FF2B5EF4-FFF2-40B4-BE49-F238E27FC236}">
                    <a16:creationId xmlns:a16="http://schemas.microsoft.com/office/drawing/2014/main" id="{F21A23D7-89F1-3FAB-DC0D-5BC35CF340A3}"/>
                  </a:ext>
                </a:extLst>
              </p:cNvPr>
              <p:cNvSpPr/>
              <p:nvPr/>
            </p:nvSpPr>
            <p:spPr bwMode="auto">
              <a:xfrm>
                <a:off x="9355014" y="2846242"/>
                <a:ext cx="1885072" cy="608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t>提出政策优惠措施，降低企业运营成本。</a:t>
                </a:r>
                <a:endParaRPr lang="en-US" altLang="zh-CN" sz="1200" dirty="0"/>
              </a:p>
            </p:txBody>
          </p:sp>
          <p:sp>
            <p:nvSpPr>
              <p:cNvPr id="27" name="Bullet2">
                <a:extLst>
                  <a:ext uri="{FF2B5EF4-FFF2-40B4-BE49-F238E27FC236}">
                    <a16:creationId xmlns:a16="http://schemas.microsoft.com/office/drawing/2014/main" id="{D11AC2DB-1315-06C7-E68A-19BFC55656F7}"/>
                  </a:ext>
                </a:extLst>
              </p:cNvPr>
              <p:cNvSpPr/>
              <p:nvPr/>
            </p:nvSpPr>
            <p:spPr bwMode="auto">
              <a:xfrm>
                <a:off x="7604763" y="2846242"/>
                <a:ext cx="1750251" cy="608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r>
                  <a:rPr lang="zh-CN" altLang="en-US" b="1"/>
                  <a:t>优化政策环境</a:t>
                </a:r>
                <a:endParaRPr lang="en-US" altLang="zh-CN" b="1" dirty="0"/>
              </a:p>
            </p:txBody>
          </p:sp>
        </p:grpSp>
        <p:grpSp>
          <p:nvGrpSpPr>
            <p:cNvPr id="13" name="组合 12">
              <a:extLst>
                <a:ext uri="{FF2B5EF4-FFF2-40B4-BE49-F238E27FC236}">
                  <a16:creationId xmlns:a16="http://schemas.microsoft.com/office/drawing/2014/main" id="{88A0A9EE-7C6C-EA66-81FD-52E376F14E92}"/>
                </a:ext>
              </a:extLst>
            </p:cNvPr>
            <p:cNvGrpSpPr/>
            <p:nvPr/>
          </p:nvGrpSpPr>
          <p:grpSpPr>
            <a:xfrm>
              <a:off x="7055243" y="3635099"/>
              <a:ext cx="4184843" cy="608866"/>
              <a:chOff x="7055243" y="3635099"/>
              <a:chExt cx="4184843" cy="608866"/>
            </a:xfrm>
          </p:grpSpPr>
          <p:sp>
            <p:nvSpPr>
              <p:cNvPr id="22" name="Number3">
                <a:extLst>
                  <a:ext uri="{FF2B5EF4-FFF2-40B4-BE49-F238E27FC236}">
                    <a16:creationId xmlns:a16="http://schemas.microsoft.com/office/drawing/2014/main" id="{F46861EC-118D-6C2C-A607-D2B186B0A687}"/>
                  </a:ext>
                </a:extLst>
              </p:cNvPr>
              <p:cNvSpPr/>
              <p:nvPr/>
            </p:nvSpPr>
            <p:spPr>
              <a:xfrm>
                <a:off x="7055243" y="3696045"/>
                <a:ext cx="486976" cy="486976"/>
              </a:xfrm>
              <a:prstGeom prst="ellipse">
                <a:avLst/>
              </a:prstGeom>
              <a:solidFill>
                <a:schemeClr val="accent1"/>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lnSpcReduction="10000"/>
              </a:bodyPr>
              <a:lstStyle/>
              <a:p>
                <a:pPr algn="ctr" defTabSz="914354"/>
                <a:r>
                  <a:rPr lang="en-US" altLang="zh-CN" b="1">
                    <a:solidFill>
                      <a:schemeClr val="tx1"/>
                    </a:solidFill>
                  </a:rPr>
                  <a:t>3</a:t>
                </a:r>
                <a:endParaRPr lang="zh-CN" altLang="en-US" b="1" dirty="0">
                  <a:solidFill>
                    <a:schemeClr val="tx1"/>
                  </a:solidFill>
                </a:endParaRPr>
              </a:p>
            </p:txBody>
          </p:sp>
          <p:sp>
            <p:nvSpPr>
              <p:cNvPr id="23" name="Text3">
                <a:extLst>
                  <a:ext uri="{FF2B5EF4-FFF2-40B4-BE49-F238E27FC236}">
                    <a16:creationId xmlns:a16="http://schemas.microsoft.com/office/drawing/2014/main" id="{9F04EAA5-9B0B-3A25-1DBD-0415B63B5ABC}"/>
                  </a:ext>
                </a:extLst>
              </p:cNvPr>
              <p:cNvSpPr/>
              <p:nvPr/>
            </p:nvSpPr>
            <p:spPr bwMode="auto">
              <a:xfrm>
                <a:off x="9355014" y="3635099"/>
                <a:ext cx="1885072" cy="608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t>完善市场监管机制，严厉打击违法行为。</a:t>
                </a:r>
                <a:endParaRPr lang="en-US" altLang="zh-CN" sz="1200" dirty="0"/>
              </a:p>
            </p:txBody>
          </p:sp>
          <p:sp>
            <p:nvSpPr>
              <p:cNvPr id="24" name="Bullet3">
                <a:extLst>
                  <a:ext uri="{FF2B5EF4-FFF2-40B4-BE49-F238E27FC236}">
                    <a16:creationId xmlns:a16="http://schemas.microsoft.com/office/drawing/2014/main" id="{78762457-B7FE-EF13-4DD5-D4D33DE730FA}"/>
                  </a:ext>
                </a:extLst>
              </p:cNvPr>
              <p:cNvSpPr/>
              <p:nvPr/>
            </p:nvSpPr>
            <p:spPr bwMode="auto">
              <a:xfrm>
                <a:off x="7604763" y="3635099"/>
                <a:ext cx="1750251" cy="608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r>
                  <a:rPr lang="zh-CN" altLang="en-US" b="1"/>
                  <a:t>强化市场监管</a:t>
                </a:r>
                <a:endParaRPr lang="en-US" altLang="zh-CN" b="1" dirty="0"/>
              </a:p>
            </p:txBody>
          </p:sp>
        </p:grpSp>
        <p:grpSp>
          <p:nvGrpSpPr>
            <p:cNvPr id="14" name="组合 13">
              <a:extLst>
                <a:ext uri="{FF2B5EF4-FFF2-40B4-BE49-F238E27FC236}">
                  <a16:creationId xmlns:a16="http://schemas.microsoft.com/office/drawing/2014/main" id="{18F02B1C-3AFB-B026-6F6D-FDC69B1269F1}"/>
                </a:ext>
              </a:extLst>
            </p:cNvPr>
            <p:cNvGrpSpPr/>
            <p:nvPr/>
          </p:nvGrpSpPr>
          <p:grpSpPr>
            <a:xfrm>
              <a:off x="7055243" y="4423956"/>
              <a:ext cx="4184843" cy="608866"/>
              <a:chOff x="7055243" y="4423956"/>
              <a:chExt cx="4184843" cy="608866"/>
            </a:xfrm>
          </p:grpSpPr>
          <p:sp>
            <p:nvSpPr>
              <p:cNvPr id="19" name="Number4">
                <a:extLst>
                  <a:ext uri="{FF2B5EF4-FFF2-40B4-BE49-F238E27FC236}">
                    <a16:creationId xmlns:a16="http://schemas.microsoft.com/office/drawing/2014/main" id="{6609178D-5513-AE5F-6A19-407B69F69BC0}"/>
                  </a:ext>
                </a:extLst>
              </p:cNvPr>
              <p:cNvSpPr/>
              <p:nvPr/>
            </p:nvSpPr>
            <p:spPr>
              <a:xfrm>
                <a:off x="7055243" y="4484902"/>
                <a:ext cx="486976" cy="486976"/>
              </a:xfrm>
              <a:prstGeom prst="ellipse">
                <a:avLst/>
              </a:prstGeom>
              <a:solidFill>
                <a:schemeClr val="accent1"/>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lnSpcReduction="10000"/>
              </a:bodyPr>
              <a:lstStyle/>
              <a:p>
                <a:pPr algn="ctr" defTabSz="914354"/>
                <a:r>
                  <a:rPr lang="en-US" altLang="zh-CN" b="1">
                    <a:solidFill>
                      <a:schemeClr val="tx1"/>
                    </a:solidFill>
                  </a:rPr>
                  <a:t>4</a:t>
                </a:r>
                <a:endParaRPr lang="zh-CN" altLang="en-US" b="1" dirty="0">
                  <a:solidFill>
                    <a:schemeClr val="tx1"/>
                  </a:solidFill>
                </a:endParaRPr>
              </a:p>
            </p:txBody>
          </p:sp>
          <p:sp>
            <p:nvSpPr>
              <p:cNvPr id="20" name="Text4">
                <a:extLst>
                  <a:ext uri="{FF2B5EF4-FFF2-40B4-BE49-F238E27FC236}">
                    <a16:creationId xmlns:a16="http://schemas.microsoft.com/office/drawing/2014/main" id="{4EED3318-ACE9-B7B8-38EA-A165DFAA3677}"/>
                  </a:ext>
                </a:extLst>
              </p:cNvPr>
              <p:cNvSpPr/>
              <p:nvPr/>
            </p:nvSpPr>
            <p:spPr bwMode="auto">
              <a:xfrm>
                <a:off x="9355014" y="4423956"/>
                <a:ext cx="1885072" cy="608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t>积极参与国际行业规则制定，拓展国际合作空间。</a:t>
                </a:r>
                <a:endParaRPr lang="en-US" altLang="zh-CN" sz="1200" dirty="0"/>
              </a:p>
            </p:txBody>
          </p:sp>
          <p:sp>
            <p:nvSpPr>
              <p:cNvPr id="21" name="Bullet4">
                <a:extLst>
                  <a:ext uri="{FF2B5EF4-FFF2-40B4-BE49-F238E27FC236}">
                    <a16:creationId xmlns:a16="http://schemas.microsoft.com/office/drawing/2014/main" id="{3B7D8173-27FD-6A7C-43B6-4BADBDF7C63D}"/>
                  </a:ext>
                </a:extLst>
              </p:cNvPr>
              <p:cNvSpPr/>
              <p:nvPr/>
            </p:nvSpPr>
            <p:spPr bwMode="auto">
              <a:xfrm>
                <a:off x="7604763" y="4423956"/>
                <a:ext cx="1750251" cy="608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r>
                  <a:rPr lang="zh-CN" altLang="en-US" b="1"/>
                  <a:t>深化国际合作</a:t>
                </a:r>
                <a:endParaRPr lang="en-US" altLang="zh-CN" b="1" dirty="0"/>
              </a:p>
            </p:txBody>
          </p:sp>
        </p:grpSp>
        <p:grpSp>
          <p:nvGrpSpPr>
            <p:cNvPr id="15" name="组合 14">
              <a:extLst>
                <a:ext uri="{FF2B5EF4-FFF2-40B4-BE49-F238E27FC236}">
                  <a16:creationId xmlns:a16="http://schemas.microsoft.com/office/drawing/2014/main" id="{6AA92536-EB8D-B3CB-2968-C2DE1E18F9F1}"/>
                </a:ext>
              </a:extLst>
            </p:cNvPr>
            <p:cNvGrpSpPr/>
            <p:nvPr/>
          </p:nvGrpSpPr>
          <p:grpSpPr>
            <a:xfrm>
              <a:off x="7055243" y="5212814"/>
              <a:ext cx="4184843" cy="608866"/>
              <a:chOff x="7055243" y="5212814"/>
              <a:chExt cx="4184843" cy="608866"/>
            </a:xfrm>
          </p:grpSpPr>
          <p:sp>
            <p:nvSpPr>
              <p:cNvPr id="16" name="Number5">
                <a:extLst>
                  <a:ext uri="{FF2B5EF4-FFF2-40B4-BE49-F238E27FC236}">
                    <a16:creationId xmlns:a16="http://schemas.microsoft.com/office/drawing/2014/main" id="{29C0ACBF-97AC-2296-3850-07CB48F94987}"/>
                  </a:ext>
                </a:extLst>
              </p:cNvPr>
              <p:cNvSpPr/>
              <p:nvPr/>
            </p:nvSpPr>
            <p:spPr>
              <a:xfrm>
                <a:off x="7055243" y="5273759"/>
                <a:ext cx="486976" cy="486976"/>
              </a:xfrm>
              <a:prstGeom prst="ellipse">
                <a:avLst/>
              </a:prstGeom>
              <a:solidFill>
                <a:schemeClr val="accent1"/>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lnSpcReduction="10000"/>
              </a:bodyPr>
              <a:lstStyle/>
              <a:p>
                <a:pPr algn="ctr" defTabSz="914354"/>
                <a:r>
                  <a:rPr lang="en-US" altLang="zh-CN" b="1">
                    <a:solidFill>
                      <a:schemeClr val="tx1"/>
                    </a:solidFill>
                  </a:rPr>
                  <a:t>5</a:t>
                </a:r>
                <a:endParaRPr lang="zh-CN" altLang="en-US" b="1" dirty="0">
                  <a:solidFill>
                    <a:schemeClr val="tx1"/>
                  </a:solidFill>
                </a:endParaRPr>
              </a:p>
            </p:txBody>
          </p:sp>
          <p:sp>
            <p:nvSpPr>
              <p:cNvPr id="17" name="Text5">
                <a:extLst>
                  <a:ext uri="{FF2B5EF4-FFF2-40B4-BE49-F238E27FC236}">
                    <a16:creationId xmlns:a16="http://schemas.microsoft.com/office/drawing/2014/main" id="{7085CEEB-9E8B-51A7-8622-7D2DB27998F6}"/>
                  </a:ext>
                </a:extLst>
              </p:cNvPr>
              <p:cNvSpPr/>
              <p:nvPr/>
            </p:nvSpPr>
            <p:spPr bwMode="auto">
              <a:xfrm>
                <a:off x="9355014" y="5212814"/>
                <a:ext cx="1885072" cy="608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200" dirty="0"/>
                  <a:t>推动绿色生产、绿色消费，引导企业转型升级。</a:t>
                </a:r>
                <a:endParaRPr lang="en-US" altLang="zh-CN" sz="1200" dirty="0"/>
              </a:p>
            </p:txBody>
          </p:sp>
          <p:sp>
            <p:nvSpPr>
              <p:cNvPr id="18" name="Bullet5">
                <a:extLst>
                  <a:ext uri="{FF2B5EF4-FFF2-40B4-BE49-F238E27FC236}">
                    <a16:creationId xmlns:a16="http://schemas.microsoft.com/office/drawing/2014/main" id="{FA8C32F7-EC4B-1052-BC73-EFCD9E4F5988}"/>
                  </a:ext>
                </a:extLst>
              </p:cNvPr>
              <p:cNvSpPr/>
              <p:nvPr/>
            </p:nvSpPr>
            <p:spPr bwMode="auto">
              <a:xfrm>
                <a:off x="7604763" y="5212814"/>
                <a:ext cx="1750251" cy="608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spcBef>
                    <a:spcPct val="0"/>
                  </a:spcBef>
                </a:pPr>
                <a:r>
                  <a:rPr lang="zh-CN" altLang="en-US" b="1"/>
                  <a:t>促进绿色发展</a:t>
                </a:r>
                <a:endParaRPr lang="en-US" altLang="zh-CN" b="1" dirty="0"/>
              </a:p>
            </p:txBody>
          </p:sp>
        </p:grpSp>
      </p:grpSp>
      <p:sp>
        <p:nvSpPr>
          <p:cNvPr id="2" name="标题 1">
            <a:extLst>
              <a:ext uri="{FF2B5EF4-FFF2-40B4-BE49-F238E27FC236}">
                <a16:creationId xmlns:a16="http://schemas.microsoft.com/office/drawing/2014/main" id="{E1D4C56D-C33F-F3F1-2A3A-5881C1A55D65}"/>
              </a:ext>
            </a:extLst>
          </p:cNvPr>
          <p:cNvSpPr>
            <a:spLocks noGrp="1"/>
          </p:cNvSpPr>
          <p:nvPr>
            <p:ph type="title"/>
          </p:nvPr>
        </p:nvSpPr>
        <p:spPr/>
        <p:txBody>
          <a:bodyPr/>
          <a:lstStyle/>
          <a:p>
            <a:r>
              <a:rPr lang="zh-CN" altLang="en-US"/>
              <a:t>政策建议</a:t>
            </a:r>
          </a:p>
        </p:txBody>
      </p:sp>
    </p:spTree>
    <p:extLst>
      <p:ext uri="{BB962C8B-B14F-4D97-AF65-F5344CB8AC3E}">
        <p14:creationId xmlns:p14="http://schemas.microsoft.com/office/powerpoint/2010/main" val="38152885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p:txBody>
          <a:bodyPr/>
          <a:lstStyle/>
          <a:p>
            <a:r>
              <a:rPr lang="zh-CN" altLang="en-US" dirty="0"/>
              <a:t>感谢观看</a:t>
            </a:r>
            <a:endParaRPr lang="en-US" dirty="0"/>
          </a:p>
        </p:txBody>
      </p:sp>
      <p:sp>
        <p:nvSpPr>
          <p:cNvPr id="4" name="文本占位符 3"/>
          <p:cNvSpPr>
            <a:spLocks noGrp="1"/>
          </p:cNvSpPr>
          <p:nvPr>
            <p:ph type="body" sz="quarter" idx="13" hasCustomPrompt="1"/>
          </p:nvPr>
        </p:nvSpPr>
        <p:spPr/>
        <p:txBody>
          <a:bodyPr/>
          <a:lstStyle/>
          <a:p>
            <a:r>
              <a:rPr lang="zh-CN" altLang="en-US" dirty="0"/>
              <a:t>Presenter name</a:t>
            </a:r>
            <a:endParaRPr lang="en-US" dirty="0"/>
          </a:p>
        </p:txBody>
      </p:sp>
      <p:sp>
        <p:nvSpPr>
          <p:cNvPr id="7" name="文本占位符 6"/>
          <p:cNvSpPr>
            <a:spLocks noGrp="1"/>
          </p:cNvSpPr>
          <p:nvPr>
            <p:ph type="body" sz="quarter" idx="14" hasCustomPrompt="1"/>
          </p:nvPr>
        </p:nvSpPr>
        <p:spPr/>
        <p:txBody>
          <a:bodyPr/>
          <a:lstStyle/>
          <a:p>
            <a:r>
              <a:rPr lang="zh-CN" altLang="en-US" dirty="0"/>
              <a:t>20XX.XX.XX</a:t>
            </a:r>
            <a:endParaRPr lang="en-US" dirty="0"/>
          </a:p>
        </p:txBody>
      </p:sp>
    </p:spTree>
  </p:cSld>
  <p:clrMapOvr>
    <a:masterClrMapping/>
  </p:clrMapOvr>
</p:sld>
</file>

<file path=ppt/slides/slide19.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59" name="组合 58">
            <a:extLst>
              <a:ext uri="{FF2B5EF4-FFF2-40B4-BE49-F238E27FC236}">
                <a16:creationId xmlns:a16="http://schemas.microsoft.com/office/drawing/2014/main" id="{8D24E74A-4CE9-4D4F-AB1A-F910DC2C9174}"/>
              </a:ext>
            </a:extLst>
          </p:cNvPr>
          <p:cNvGrpSpPr/>
          <p:nvPr/>
        </p:nvGrpSpPr>
        <p:grpSpPr>
          <a:xfrm>
            <a:off x="5258601" y="0"/>
            <a:ext cx="6939359" cy="6858000"/>
            <a:chOff x="5252643" y="0"/>
            <a:chExt cx="6939358" cy="6858000"/>
          </a:xfrm>
          <a:solidFill>
            <a:schemeClr val="tx2">
              <a:alpha val="20000"/>
            </a:schemeClr>
          </a:solidFill>
        </p:grpSpPr>
        <p:sp>
          <p:nvSpPr>
            <p:cNvPr id="60" name="任意多边形: 形状 59">
              <a:extLst>
                <a:ext uri="{FF2B5EF4-FFF2-40B4-BE49-F238E27FC236}">
                  <a16:creationId xmlns:a16="http://schemas.microsoft.com/office/drawing/2014/main" id="{5B0E59EE-36DB-408E-B429-71C48992586F}"/>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1" name="任意多边形: 形状 60">
              <a:extLst>
                <a:ext uri="{FF2B5EF4-FFF2-40B4-BE49-F238E27FC236}">
                  <a16:creationId xmlns:a16="http://schemas.microsoft.com/office/drawing/2014/main" id="{E2EF584E-2264-4AC3-9BF3-AA5E54DE8D11}"/>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2" name="任意多边形: 形状 61">
              <a:extLst>
                <a:ext uri="{FF2B5EF4-FFF2-40B4-BE49-F238E27FC236}">
                  <a16:creationId xmlns:a16="http://schemas.microsoft.com/office/drawing/2014/main" id="{5FEF2384-F66D-4626-BB03-F5AD7219248E}"/>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7" name="矩形 189">
            <a:extLst>
              <a:ext uri="{FF2B5EF4-FFF2-40B4-BE49-F238E27FC236}">
                <a16:creationId xmlns:a16="http://schemas.microsoft.com/office/drawing/2014/main" id="{63B72852-A360-4EF8-A2F9-3A064EA5CCA7}"/>
              </a:ext>
            </a:extLst>
          </p:cNvPr>
          <p:cNvSpPr/>
          <p:nvPr/>
        </p:nvSpPr>
        <p:spPr>
          <a:xfrm>
            <a:off x="662896" y="2301813"/>
            <a:ext cx="2890520" cy="375552"/>
          </a:xfrm>
          <a:prstGeom prst="rect">
            <a:avLst/>
          </a:prstGeom>
          <a:noFill/>
          <a:ln>
            <a:noFill/>
          </a:ln>
        </p:spPr>
        <p:txBody>
          <a:bodyPr wrap="square" anchor="ctr">
            <a:spAutoFit/>
          </a:bodyPr>
          <a:lstStyle/>
          <a:p>
            <a:pPr defTabSz="914332">
              <a:lnSpc>
                <a:spcPct val="150000"/>
              </a:lnSpc>
              <a:defRPr/>
            </a:pPr>
            <a:r>
              <a:rPr lang="en-US" altLang="zh-CN" sz="14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4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14" name="组合 13">
            <a:extLst>
              <a:ext uri="{FF2B5EF4-FFF2-40B4-BE49-F238E27FC236}">
                <a16:creationId xmlns:a16="http://schemas.microsoft.com/office/drawing/2014/main" id="{D6757B43-6712-4BAE-8670-B715B10BFA4C}"/>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A540713F-FC29-4BB1-A3F5-C1360CCAFA2B}"/>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B52E13E3-2F81-47A6-9CF9-D29EFF6EC715}"/>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2802B983-0393-404D-8EF6-C2BC0F6D1A21}"/>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C1218BD-82A2-4F82-84D5-EBFDB414ABDB}"/>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8" name="矩形 190">
            <a:extLst>
              <a:ext uri="{FF2B5EF4-FFF2-40B4-BE49-F238E27FC236}">
                <a16:creationId xmlns:a16="http://schemas.microsoft.com/office/drawing/2014/main" id="{F754BA71-8184-4828-95E4-4301AEC6A769}"/>
              </a:ext>
            </a:extLst>
          </p:cNvPr>
          <p:cNvSpPr>
            <a:spLocks/>
          </p:cNvSpPr>
          <p:nvPr/>
        </p:nvSpPr>
        <p:spPr>
          <a:xfrm>
            <a:off x="637768" y="1990359"/>
            <a:ext cx="8015025" cy="370375"/>
          </a:xfrm>
          <a:prstGeom prst="rect">
            <a:avLst/>
          </a:prstGeom>
          <a:noFill/>
          <a:ln>
            <a:noFill/>
          </a:ln>
        </p:spPr>
        <p:txBody>
          <a:bodyPr wrap="square" anchor="t">
            <a:noAutofit/>
          </a:bodyPr>
          <a:lstStyle/>
          <a:p>
            <a:pPr defTabSz="914332">
              <a:lnSpc>
                <a:spcPct val="120000"/>
              </a:lnSpc>
              <a:defRPr/>
            </a:pPr>
            <a:r>
              <a:rPr lang="zh-CN" altLang="en-US" sz="1400" dirty="0">
                <a:latin typeface="Arial" panose="020B0604020202020204" pitchFamily="34" charset="0"/>
                <a:ea typeface="微软雅黑" panose="020B0503020204020204" pitchFamily="34" charset="-122"/>
                <a:sym typeface="Arial" panose="020B0604020202020204" pitchFamily="34" charset="0"/>
              </a:rPr>
              <a:t>欢迎关注</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官方渠道，通过</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小红书、微博、抖音等官方渠道了解更多产品资讯及活动信息。</a:t>
            </a:r>
          </a:p>
          <a:p>
            <a:pPr defTabSz="914332">
              <a:lnSpc>
                <a:spcPct val="120000"/>
              </a:lnSpc>
              <a:defRPr/>
            </a:pPr>
            <a:endParaRPr lang="en-US" altLang="zh-CN" sz="140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90">
            <a:extLst>
              <a:ext uri="{FF2B5EF4-FFF2-40B4-BE49-F238E27FC236}">
                <a16:creationId xmlns:a16="http://schemas.microsoft.com/office/drawing/2014/main" id="{F6CD38CE-FC32-B793-7C2A-F7EF662A7A51}"/>
              </a:ext>
            </a:extLst>
          </p:cNvPr>
          <p:cNvSpPr/>
          <p:nvPr/>
        </p:nvSpPr>
        <p:spPr>
          <a:xfrm>
            <a:off x="660400" y="5478694"/>
            <a:ext cx="4710695" cy="613373"/>
          </a:xfrm>
          <a:prstGeom prst="rect">
            <a:avLst/>
          </a:prstGeom>
          <a:noFill/>
          <a:ln>
            <a:noFill/>
          </a:ln>
        </p:spPr>
        <p:txBody>
          <a:bodyPr wrap="square" anchor="t">
            <a:spAutoFit/>
          </a:bodyPr>
          <a:lstStyle/>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抖音、视频号每周直播，带你从小白进阶</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高手！</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插件不会用，</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页面不会设计？ </a:t>
            </a:r>
            <a:r>
              <a:rPr lang="en-US" altLang="zh-CN" sz="1200" dirty="0">
                <a:latin typeface="Arial" panose="020B0604020202020204" pitchFamily="34" charset="0"/>
                <a:ea typeface="微软雅黑" panose="020B0503020204020204" pitchFamily="34" charset="-122"/>
                <a:sym typeface="Arial" panose="020B0604020202020204" pitchFamily="34" charset="0"/>
              </a:rPr>
              <a:t>—— </a:t>
            </a:r>
            <a:r>
              <a:rPr lang="zh-CN" altLang="en-US" sz="1200" dirty="0">
                <a:latin typeface="Arial" panose="020B0604020202020204" pitchFamily="34" charset="0"/>
                <a:ea typeface="微软雅黑" panose="020B0503020204020204" pitchFamily="34" charset="-122"/>
                <a:sym typeface="Arial" panose="020B0604020202020204" pitchFamily="34" charset="0"/>
              </a:rPr>
              <a:t>那就来</a:t>
            </a:r>
            <a:r>
              <a:rPr lang="en-US" altLang="zh-CN" sz="1200" dirty="0">
                <a:latin typeface="Arial" panose="020B0604020202020204" pitchFamily="34" charset="0"/>
                <a:ea typeface="微软雅黑" panose="020B0503020204020204" pitchFamily="34" charset="-122"/>
                <a:sym typeface="Arial" panose="020B0604020202020204" pitchFamily="34" charset="0"/>
              </a:rPr>
              <a:t>iSlide</a:t>
            </a:r>
            <a:r>
              <a:rPr lang="zh-CN" altLang="en-US" sz="1200" dirty="0">
                <a:latin typeface="Arial" panose="020B0604020202020204" pitchFamily="34" charset="0"/>
                <a:ea typeface="微软雅黑" panose="020B0503020204020204" pitchFamily="34" charset="-122"/>
                <a:sym typeface="Arial" panose="020B0604020202020204" pitchFamily="34" charset="0"/>
              </a:rPr>
              <a:t>官方直播间。</a:t>
            </a:r>
          </a:p>
        </p:txBody>
      </p:sp>
      <p:sp>
        <p:nvSpPr>
          <p:cNvPr id="5" name="矩形 190">
            <a:hlinkClick r:id="rId4"/>
            <a:extLst>
              <a:ext uri="{FF2B5EF4-FFF2-40B4-BE49-F238E27FC236}">
                <a16:creationId xmlns:a16="http://schemas.microsoft.com/office/drawing/2014/main" id="{FE57F7A2-24A5-5A1E-982E-795C9546819B}"/>
              </a:ext>
            </a:extLst>
          </p:cNvPr>
          <p:cNvSpPr/>
          <p:nvPr/>
        </p:nvSpPr>
        <p:spPr>
          <a:xfrm>
            <a:off x="2621897"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微博</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11" name="矩形 190">
            <a:hlinkClick r:id="rId5"/>
            <a:extLst>
              <a:ext uri="{FF2B5EF4-FFF2-40B4-BE49-F238E27FC236}">
                <a16:creationId xmlns:a16="http://schemas.microsoft.com/office/drawing/2014/main" id="{37D005C4-EDE6-B355-1311-5813EB22500E}"/>
              </a:ext>
            </a:extLst>
          </p:cNvPr>
          <p:cNvSpPr/>
          <p:nvPr/>
        </p:nvSpPr>
        <p:spPr>
          <a:xfrm>
            <a:off x="6477894"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今日头条</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190">
            <a:hlinkClick r:id="rId6"/>
            <a:extLst>
              <a:ext uri="{FF2B5EF4-FFF2-40B4-BE49-F238E27FC236}">
                <a16:creationId xmlns:a16="http://schemas.microsoft.com/office/drawing/2014/main" id="{3A868ED5-BC74-DD2F-DEC9-29A1627F6A2B}"/>
              </a:ext>
            </a:extLst>
          </p:cNvPr>
          <p:cNvSpPr/>
          <p:nvPr/>
        </p:nvSpPr>
        <p:spPr>
          <a:xfrm>
            <a:off x="4549896"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抖音</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3" name="矩形 190">
            <a:hlinkClick r:id="rId7"/>
            <a:extLst>
              <a:ext uri="{FF2B5EF4-FFF2-40B4-BE49-F238E27FC236}">
                <a16:creationId xmlns:a16="http://schemas.microsoft.com/office/drawing/2014/main" id="{E535A71A-1CC2-0C48-391C-0B15D364B466}"/>
              </a:ext>
            </a:extLst>
          </p:cNvPr>
          <p:cNvSpPr/>
          <p:nvPr/>
        </p:nvSpPr>
        <p:spPr>
          <a:xfrm>
            <a:off x="693898"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小红书</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grpSp>
        <p:nvGrpSpPr>
          <p:cNvPr id="35" name="组合 34">
            <a:extLst>
              <a:ext uri="{FF2B5EF4-FFF2-40B4-BE49-F238E27FC236}">
                <a16:creationId xmlns:a16="http://schemas.microsoft.com/office/drawing/2014/main" id="{B383A3BE-9AE6-DC13-77D6-D4415A95C8D8}"/>
              </a:ext>
            </a:extLst>
          </p:cNvPr>
          <p:cNvGrpSpPr/>
          <p:nvPr/>
        </p:nvGrpSpPr>
        <p:grpSpPr>
          <a:xfrm>
            <a:off x="2567653" y="3254342"/>
            <a:ext cx="1368001" cy="1368000"/>
            <a:chOff x="2739339" y="3229459"/>
            <a:chExt cx="1509223" cy="1509222"/>
          </a:xfrm>
        </p:grpSpPr>
        <p:sp>
          <p:nvSpPr>
            <p:cNvPr id="31" name="矩形: 圆角 30">
              <a:extLst>
                <a:ext uri="{FF2B5EF4-FFF2-40B4-BE49-F238E27FC236}">
                  <a16:creationId xmlns:a16="http://schemas.microsoft.com/office/drawing/2014/main" id="{BD946598-62CE-BC2A-E787-8C4868E8DF45}"/>
                </a:ext>
              </a:extLst>
            </p:cNvPr>
            <p:cNvSpPr/>
            <p:nvPr/>
          </p:nvSpPr>
          <p:spPr>
            <a:xfrm>
              <a:off x="2739339" y="3229459"/>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3" name="组合 32">
              <a:extLst>
                <a:ext uri="{FF2B5EF4-FFF2-40B4-BE49-F238E27FC236}">
                  <a16:creationId xmlns:a16="http://schemas.microsoft.com/office/drawing/2014/main" id="{1CE37304-ACA3-F579-875F-25F9F81CD7B4}"/>
                </a:ext>
              </a:extLst>
            </p:cNvPr>
            <p:cNvGrpSpPr/>
            <p:nvPr/>
          </p:nvGrpSpPr>
          <p:grpSpPr>
            <a:xfrm>
              <a:off x="2802496" y="3294739"/>
              <a:ext cx="1389534" cy="1389535"/>
              <a:chOff x="2878177" y="3312010"/>
              <a:chExt cx="1389534" cy="1389535"/>
            </a:xfrm>
          </p:grpSpPr>
          <p:pic>
            <p:nvPicPr>
              <p:cNvPr id="1028" name="Picture 4">
                <a:extLst>
                  <a:ext uri="{FF2B5EF4-FFF2-40B4-BE49-F238E27FC236}">
                    <a16:creationId xmlns:a16="http://schemas.microsoft.com/office/drawing/2014/main" id="{91044262-320B-75C3-C123-09C6DA2F963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78177" y="3312010"/>
                <a:ext cx="1389534" cy="1389535"/>
              </a:xfrm>
              <a:prstGeom prst="rect">
                <a:avLst/>
              </a:prstGeom>
              <a:noFill/>
              <a:extLst>
                <a:ext uri="{909E8E84-426E-40DD-AFC4-6F175D3DCCD1}">
                  <a14:hiddenFill xmlns:a14="http://schemas.microsoft.com/office/drawing/2010/main">
                    <a:solidFill>
                      <a:srgbClr val="FFFFFF"/>
                    </a:solidFill>
                  </a14:hiddenFill>
                </a:ext>
              </a:extLst>
            </p:spPr>
          </p:pic>
          <p:grpSp>
            <p:nvGrpSpPr>
              <p:cNvPr id="6" name="组合 5">
                <a:extLst>
                  <a:ext uri="{FF2B5EF4-FFF2-40B4-BE49-F238E27FC236}">
                    <a16:creationId xmlns:a16="http://schemas.microsoft.com/office/drawing/2014/main" id="{E119DACB-B049-0B56-5447-59DCBED0DB21}"/>
                  </a:ext>
                </a:extLst>
              </p:cNvPr>
              <p:cNvGrpSpPr/>
              <p:nvPr/>
            </p:nvGrpSpPr>
            <p:grpSpPr>
              <a:xfrm>
                <a:off x="3425344" y="3859736"/>
                <a:ext cx="295200" cy="294083"/>
                <a:chOff x="3415340" y="3859736"/>
                <a:chExt cx="295200" cy="294083"/>
              </a:xfrm>
            </p:grpSpPr>
            <p:sp>
              <p:nvSpPr>
                <p:cNvPr id="43" name="矩形: 圆角 42">
                  <a:extLst>
                    <a:ext uri="{FF2B5EF4-FFF2-40B4-BE49-F238E27FC236}">
                      <a16:creationId xmlns:a16="http://schemas.microsoft.com/office/drawing/2014/main" id="{31DC748E-87B9-1FFE-1DF6-243607BBEC87}"/>
                    </a:ext>
                  </a:extLst>
                </p:cNvPr>
                <p:cNvSpPr/>
                <p:nvPr/>
              </p:nvSpPr>
              <p:spPr>
                <a:xfrm>
                  <a:off x="3415340" y="3859736"/>
                  <a:ext cx="295200" cy="294083"/>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9" name="组合 18">
                  <a:extLst>
                    <a:ext uri="{FF2B5EF4-FFF2-40B4-BE49-F238E27FC236}">
                      <a16:creationId xmlns:a16="http://schemas.microsoft.com/office/drawing/2014/main" id="{FEFCB14B-B9B9-7B0B-207B-13F14530A7AB}"/>
                    </a:ext>
                  </a:extLst>
                </p:cNvPr>
                <p:cNvGrpSpPr/>
                <p:nvPr/>
              </p:nvGrpSpPr>
              <p:grpSpPr>
                <a:xfrm>
                  <a:off x="3427370" y="3896955"/>
                  <a:ext cx="271140" cy="219645"/>
                  <a:chOff x="2062162" y="2200292"/>
                  <a:chExt cx="3033693" cy="2457527"/>
                </a:xfrm>
              </p:grpSpPr>
              <p:sp>
                <p:nvSpPr>
                  <p:cNvPr id="38" name="任意多边形 538">
                    <a:extLst>
                      <a:ext uri="{FF2B5EF4-FFF2-40B4-BE49-F238E27FC236}">
                        <a16:creationId xmlns:a16="http://schemas.microsoft.com/office/drawing/2014/main" id="{60FCD814-95F1-09B3-D634-AB372830E867}"/>
                      </a:ext>
                    </a:extLst>
                  </p:cNvPr>
                  <p:cNvSpPr/>
                  <p:nvPr/>
                </p:nvSpPr>
                <p:spPr>
                  <a:xfrm>
                    <a:off x="2285237" y="3250596"/>
                    <a:ext cx="2054828" cy="1279588"/>
                  </a:xfrm>
                  <a:custGeom>
                    <a:avLst/>
                    <a:gdLst>
                      <a:gd name="connsiteX0" fmla="*/ 0 w 2054828"/>
                      <a:gd name="connsiteY0" fmla="*/ 639794 h 1279588"/>
                      <a:gd name="connsiteX1" fmla="*/ 1027462 w 2054828"/>
                      <a:gd name="connsiteY1" fmla="*/ 1279589 h 1279588"/>
                      <a:gd name="connsiteX2" fmla="*/ 2054828 w 2054828"/>
                      <a:gd name="connsiteY2" fmla="*/ 639794 h 1279588"/>
                      <a:gd name="connsiteX3" fmla="*/ 1027462 w 2054828"/>
                      <a:gd name="connsiteY3" fmla="*/ 0 h 1279588"/>
                      <a:gd name="connsiteX4" fmla="*/ 0 w 2054828"/>
                      <a:gd name="connsiteY4" fmla="*/ 639794 h 1279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4828" h="1279588">
                        <a:moveTo>
                          <a:pt x="0" y="639794"/>
                        </a:moveTo>
                        <a:cubicBezTo>
                          <a:pt x="0" y="993077"/>
                          <a:pt x="459962" y="1279589"/>
                          <a:pt x="1027462" y="1279589"/>
                        </a:cubicBezTo>
                        <a:cubicBezTo>
                          <a:pt x="1594866" y="1279589"/>
                          <a:pt x="2054828" y="993077"/>
                          <a:pt x="2054828" y="639794"/>
                        </a:cubicBezTo>
                        <a:cubicBezTo>
                          <a:pt x="2054828" y="286417"/>
                          <a:pt x="1594866" y="0"/>
                          <a:pt x="1027462" y="0"/>
                        </a:cubicBezTo>
                        <a:cubicBezTo>
                          <a:pt x="459962" y="0"/>
                          <a:pt x="0" y="286417"/>
                          <a:pt x="0" y="639794"/>
                        </a:cubicBezTo>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39" name="任意多边形 539">
                    <a:extLst>
                      <a:ext uri="{FF2B5EF4-FFF2-40B4-BE49-F238E27FC236}">
                        <a16:creationId xmlns:a16="http://schemas.microsoft.com/office/drawing/2014/main" id="{C211156A-F263-1023-1064-44039BC6F3C7}"/>
                      </a:ext>
                    </a:extLst>
                  </p:cNvPr>
                  <p:cNvSpPr/>
                  <p:nvPr/>
                </p:nvSpPr>
                <p:spPr>
                  <a:xfrm>
                    <a:off x="2062162" y="2547155"/>
                    <a:ext cx="2646616" cy="2110664"/>
                  </a:xfrm>
                  <a:custGeom>
                    <a:avLst/>
                    <a:gdLst>
                      <a:gd name="connsiteX0" fmla="*/ 2278952 w 2646616"/>
                      <a:gd name="connsiteY0" fmla="*/ 836315 h 2110664"/>
                      <a:gd name="connsiteX1" fmla="*/ 2229326 w 2646616"/>
                      <a:gd name="connsiteY1" fmla="*/ 758686 h 2110664"/>
                      <a:gd name="connsiteX2" fmla="*/ 2230279 w 2646616"/>
                      <a:gd name="connsiteY2" fmla="*/ 456648 h 2110664"/>
                      <a:gd name="connsiteX3" fmla="*/ 1553528 w 2646616"/>
                      <a:gd name="connsiteY3" fmla="*/ 452838 h 2110664"/>
                      <a:gd name="connsiteX4" fmla="*/ 1481328 w 2646616"/>
                      <a:gd name="connsiteY4" fmla="*/ 418358 h 2110664"/>
                      <a:gd name="connsiteX5" fmla="*/ 1447800 w 2646616"/>
                      <a:gd name="connsiteY5" fmla="*/ 63837 h 2110664"/>
                      <a:gd name="connsiteX6" fmla="*/ 452533 w 2646616"/>
                      <a:gd name="connsiteY6" fmla="*/ 452171 h 2110664"/>
                      <a:gd name="connsiteX7" fmla="*/ 0 w 2646616"/>
                      <a:gd name="connsiteY7" fmla="*/ 1303992 h 2110664"/>
                      <a:gd name="connsiteX8" fmla="*/ 1272731 w 2646616"/>
                      <a:gd name="connsiteY8" fmla="*/ 2110665 h 2110664"/>
                      <a:gd name="connsiteX9" fmla="*/ 2646616 w 2646616"/>
                      <a:gd name="connsiteY9" fmla="*/ 1250652 h 2110664"/>
                      <a:gd name="connsiteX10" fmla="*/ 2278952 w 2646616"/>
                      <a:gd name="connsiteY10" fmla="*/ 836315 h 2110664"/>
                      <a:gd name="connsiteX11" fmla="*/ 1274445 w 2646616"/>
                      <a:gd name="connsiteY11" fmla="*/ 1930833 h 2110664"/>
                      <a:gd name="connsiteX12" fmla="*/ 306038 w 2646616"/>
                      <a:gd name="connsiteY12" fmla="*/ 1423626 h 2110664"/>
                      <a:gd name="connsiteX13" fmla="*/ 1156430 w 2646616"/>
                      <a:gd name="connsiteY13" fmla="*/ 736778 h 2110664"/>
                      <a:gd name="connsiteX14" fmla="*/ 2124837 w 2646616"/>
                      <a:gd name="connsiteY14" fmla="*/ 1243699 h 2110664"/>
                      <a:gd name="connsiteX15" fmla="*/ 1274445 w 2646616"/>
                      <a:gd name="connsiteY15" fmla="*/ 1930833 h 2110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46616" h="2110664">
                        <a:moveTo>
                          <a:pt x="2278952" y="836315"/>
                        </a:moveTo>
                        <a:cubicBezTo>
                          <a:pt x="2236184" y="823456"/>
                          <a:pt x="2206943" y="814788"/>
                          <a:pt x="2229326" y="758686"/>
                        </a:cubicBezTo>
                        <a:cubicBezTo>
                          <a:pt x="2277809" y="636861"/>
                          <a:pt x="2282762" y="531705"/>
                          <a:pt x="2230279" y="456648"/>
                        </a:cubicBezTo>
                        <a:cubicBezTo>
                          <a:pt x="2131790" y="315964"/>
                          <a:pt x="1862328" y="323584"/>
                          <a:pt x="1553528" y="452838"/>
                        </a:cubicBezTo>
                        <a:cubicBezTo>
                          <a:pt x="1553528" y="452648"/>
                          <a:pt x="1456563" y="495320"/>
                          <a:pt x="1481328" y="418358"/>
                        </a:cubicBezTo>
                        <a:cubicBezTo>
                          <a:pt x="1528858" y="265672"/>
                          <a:pt x="1521714" y="137656"/>
                          <a:pt x="1447800" y="63837"/>
                        </a:cubicBezTo>
                        <a:cubicBezTo>
                          <a:pt x="1280255" y="-103803"/>
                          <a:pt x="834581" y="70124"/>
                          <a:pt x="452533" y="452171"/>
                        </a:cubicBezTo>
                        <a:cubicBezTo>
                          <a:pt x="166211" y="738398"/>
                          <a:pt x="0" y="1041674"/>
                          <a:pt x="0" y="1303992"/>
                        </a:cubicBezTo>
                        <a:cubicBezTo>
                          <a:pt x="0" y="1805674"/>
                          <a:pt x="643319" y="2110665"/>
                          <a:pt x="1272731" y="2110665"/>
                        </a:cubicBezTo>
                        <a:cubicBezTo>
                          <a:pt x="2097786" y="2110665"/>
                          <a:pt x="2646616" y="1631271"/>
                          <a:pt x="2646616" y="1250652"/>
                        </a:cubicBezTo>
                        <a:cubicBezTo>
                          <a:pt x="2646616" y="1020719"/>
                          <a:pt x="2452973" y="890226"/>
                          <a:pt x="2278952" y="836315"/>
                        </a:cubicBezTo>
                        <a:close/>
                        <a:moveTo>
                          <a:pt x="1274445" y="1930833"/>
                        </a:moveTo>
                        <a:cubicBezTo>
                          <a:pt x="772192" y="1980363"/>
                          <a:pt x="338709" y="1753382"/>
                          <a:pt x="306038" y="1423626"/>
                        </a:cubicBezTo>
                        <a:cubicBezTo>
                          <a:pt x="273463" y="1093966"/>
                          <a:pt x="654272" y="786499"/>
                          <a:pt x="1156430" y="736778"/>
                        </a:cubicBezTo>
                        <a:cubicBezTo>
                          <a:pt x="1658684" y="687153"/>
                          <a:pt x="2092262" y="914134"/>
                          <a:pt x="2124837" y="1243699"/>
                        </a:cubicBezTo>
                        <a:cubicBezTo>
                          <a:pt x="2157317" y="1573645"/>
                          <a:pt x="1776698" y="1881112"/>
                          <a:pt x="1274445" y="1930833"/>
                        </a:cubicBezTo>
                        <a:close/>
                      </a:path>
                    </a:pathLst>
                  </a:custGeom>
                  <a:solidFill>
                    <a:srgbClr val="D52B2A"/>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0" name="任意多边形 540">
                    <a:extLst>
                      <a:ext uri="{FF2B5EF4-FFF2-40B4-BE49-F238E27FC236}">
                        <a16:creationId xmlns:a16="http://schemas.microsoft.com/office/drawing/2014/main" id="{2BF6317C-3C4E-D672-8A71-1CAC3C637089}"/>
                      </a:ext>
                    </a:extLst>
                  </p:cNvPr>
                  <p:cNvSpPr/>
                  <p:nvPr/>
                </p:nvSpPr>
                <p:spPr>
                  <a:xfrm>
                    <a:off x="4032574" y="2200292"/>
                    <a:ext cx="1063281" cy="1131222"/>
                  </a:xfrm>
                  <a:custGeom>
                    <a:avLst/>
                    <a:gdLst>
                      <a:gd name="connsiteX0" fmla="*/ 856417 w 1063281"/>
                      <a:gd name="connsiteY0" fmla="*/ 265064 h 1131222"/>
                      <a:gd name="connsiteX1" fmla="*/ 92036 w 1063281"/>
                      <a:gd name="connsiteY1" fmla="*/ 17604 h 1131222"/>
                      <a:gd name="connsiteX2" fmla="*/ 91941 w 1063281"/>
                      <a:gd name="connsiteY2" fmla="*/ 17604 h 1131222"/>
                      <a:gd name="connsiteX3" fmla="*/ 2596 w 1063281"/>
                      <a:gd name="connsiteY3" fmla="*/ 155431 h 1131222"/>
                      <a:gd name="connsiteX4" fmla="*/ 140518 w 1063281"/>
                      <a:gd name="connsiteY4" fmla="*/ 244871 h 1131222"/>
                      <a:gd name="connsiteX5" fmla="*/ 684015 w 1063281"/>
                      <a:gd name="connsiteY5" fmla="*/ 420797 h 1131222"/>
                      <a:gd name="connsiteX6" fmla="*/ 803363 w 1063281"/>
                      <a:gd name="connsiteY6" fmla="*/ 979343 h 1131222"/>
                      <a:gd name="connsiteX7" fmla="*/ 803363 w 1063281"/>
                      <a:gd name="connsiteY7" fmla="*/ 979343 h 1131222"/>
                      <a:gd name="connsiteX8" fmla="*/ 878229 w 1063281"/>
                      <a:gd name="connsiteY8" fmla="*/ 1125552 h 1131222"/>
                      <a:gd name="connsiteX9" fmla="*/ 1024438 w 1063281"/>
                      <a:gd name="connsiteY9" fmla="*/ 1050971 h 1131222"/>
                      <a:gd name="connsiteX10" fmla="*/ 1024438 w 1063281"/>
                      <a:gd name="connsiteY10" fmla="*/ 1050495 h 1131222"/>
                      <a:gd name="connsiteX11" fmla="*/ 856417 w 1063281"/>
                      <a:gd name="connsiteY11" fmla="*/ 265064 h 1131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3281" h="1131222">
                        <a:moveTo>
                          <a:pt x="856417" y="265064"/>
                        </a:moveTo>
                        <a:cubicBezTo>
                          <a:pt x="657154" y="44179"/>
                          <a:pt x="363308" y="-40022"/>
                          <a:pt x="92036" y="17604"/>
                        </a:cubicBezTo>
                        <a:lnTo>
                          <a:pt x="91941" y="17604"/>
                        </a:lnTo>
                        <a:cubicBezTo>
                          <a:pt x="29171" y="31034"/>
                          <a:pt x="-10834" y="92756"/>
                          <a:pt x="2596" y="155431"/>
                        </a:cubicBezTo>
                        <a:cubicBezTo>
                          <a:pt x="15931" y="218105"/>
                          <a:pt x="77748" y="258206"/>
                          <a:pt x="140518" y="244871"/>
                        </a:cubicBezTo>
                        <a:cubicBezTo>
                          <a:pt x="333495" y="203913"/>
                          <a:pt x="542378" y="263825"/>
                          <a:pt x="684015" y="420797"/>
                        </a:cubicBezTo>
                        <a:cubicBezTo>
                          <a:pt x="825556" y="577674"/>
                          <a:pt x="863942" y="791701"/>
                          <a:pt x="803363" y="979343"/>
                        </a:cubicBezTo>
                        <a:lnTo>
                          <a:pt x="803363" y="979343"/>
                        </a:lnTo>
                        <a:cubicBezTo>
                          <a:pt x="783646" y="1040494"/>
                          <a:pt x="817079" y="1105835"/>
                          <a:pt x="878229" y="1125552"/>
                        </a:cubicBezTo>
                        <a:cubicBezTo>
                          <a:pt x="939189" y="1145269"/>
                          <a:pt x="1004721" y="1111931"/>
                          <a:pt x="1024438" y="1050971"/>
                        </a:cubicBezTo>
                        <a:cubicBezTo>
                          <a:pt x="1024438" y="1050876"/>
                          <a:pt x="1024438" y="1050590"/>
                          <a:pt x="1024438" y="1050495"/>
                        </a:cubicBezTo>
                        <a:cubicBezTo>
                          <a:pt x="1109401" y="786557"/>
                          <a:pt x="1055680" y="485758"/>
                          <a:pt x="856417" y="26506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1" name="任意多边形 541">
                    <a:extLst>
                      <a:ext uri="{FF2B5EF4-FFF2-40B4-BE49-F238E27FC236}">
                        <a16:creationId xmlns:a16="http://schemas.microsoft.com/office/drawing/2014/main" id="{6A12430C-F657-41EF-B67C-5576494E5733}"/>
                      </a:ext>
                    </a:extLst>
                  </p:cNvPr>
                  <p:cNvSpPr/>
                  <p:nvPr/>
                </p:nvSpPr>
                <p:spPr>
                  <a:xfrm>
                    <a:off x="4131596" y="2612531"/>
                    <a:ext cx="552131" cy="580885"/>
                  </a:xfrm>
                  <a:custGeom>
                    <a:avLst/>
                    <a:gdLst>
                      <a:gd name="connsiteX0" fmla="*/ 451452 w 552131"/>
                      <a:gd name="connsiteY0" fmla="*/ 128954 h 580885"/>
                      <a:gd name="connsiteX1" fmla="*/ 79120 w 552131"/>
                      <a:gd name="connsiteY1" fmla="*/ 8653 h 580885"/>
                      <a:gd name="connsiteX2" fmla="*/ 2253 w 552131"/>
                      <a:gd name="connsiteY2" fmla="*/ 127430 h 580885"/>
                      <a:gd name="connsiteX3" fmla="*/ 120839 w 552131"/>
                      <a:gd name="connsiteY3" fmla="*/ 204106 h 580885"/>
                      <a:gd name="connsiteX4" fmla="*/ 120839 w 552131"/>
                      <a:gd name="connsiteY4" fmla="*/ 204201 h 580885"/>
                      <a:gd name="connsiteX5" fmla="*/ 302958 w 552131"/>
                      <a:gd name="connsiteY5" fmla="*/ 262970 h 580885"/>
                      <a:gd name="connsiteX6" fmla="*/ 342772 w 552131"/>
                      <a:gd name="connsiteY6" fmla="*/ 450137 h 580885"/>
                      <a:gd name="connsiteX7" fmla="*/ 342867 w 552131"/>
                      <a:gd name="connsiteY7" fmla="*/ 450137 h 580885"/>
                      <a:gd name="connsiteX8" fmla="*/ 407161 w 552131"/>
                      <a:gd name="connsiteY8" fmla="*/ 576057 h 580885"/>
                      <a:gd name="connsiteX9" fmla="*/ 533082 w 552131"/>
                      <a:gd name="connsiteY9" fmla="*/ 511573 h 580885"/>
                      <a:gd name="connsiteX10" fmla="*/ 451452 w 552131"/>
                      <a:gd name="connsiteY10" fmla="*/ 128954 h 580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2131" h="580885">
                        <a:moveTo>
                          <a:pt x="451452" y="128954"/>
                        </a:moveTo>
                        <a:cubicBezTo>
                          <a:pt x="354488" y="21321"/>
                          <a:pt x="211327" y="-19541"/>
                          <a:pt x="79120" y="8653"/>
                        </a:cubicBezTo>
                        <a:cubicBezTo>
                          <a:pt x="25113" y="20178"/>
                          <a:pt x="-9367" y="73328"/>
                          <a:pt x="2253" y="127430"/>
                        </a:cubicBezTo>
                        <a:cubicBezTo>
                          <a:pt x="13779" y="181246"/>
                          <a:pt x="66928" y="215917"/>
                          <a:pt x="120839" y="204106"/>
                        </a:cubicBezTo>
                        <a:lnTo>
                          <a:pt x="120839" y="204201"/>
                        </a:lnTo>
                        <a:cubicBezTo>
                          <a:pt x="185419" y="190580"/>
                          <a:pt x="255523" y="210487"/>
                          <a:pt x="302958" y="262970"/>
                        </a:cubicBezTo>
                        <a:cubicBezTo>
                          <a:pt x="350392" y="315548"/>
                          <a:pt x="363155" y="387272"/>
                          <a:pt x="342772" y="450137"/>
                        </a:cubicBezTo>
                        <a:lnTo>
                          <a:pt x="342867" y="450137"/>
                        </a:lnTo>
                        <a:cubicBezTo>
                          <a:pt x="325913" y="502619"/>
                          <a:pt x="354678" y="559103"/>
                          <a:pt x="407161" y="576057"/>
                        </a:cubicBezTo>
                        <a:cubicBezTo>
                          <a:pt x="459739" y="592916"/>
                          <a:pt x="516127" y="564246"/>
                          <a:pt x="533082" y="511573"/>
                        </a:cubicBezTo>
                        <a:cubicBezTo>
                          <a:pt x="574610" y="383081"/>
                          <a:pt x="548607" y="236491"/>
                          <a:pt x="451452" y="12895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2" name="任意多边形 542">
                    <a:extLst>
                      <a:ext uri="{FF2B5EF4-FFF2-40B4-BE49-F238E27FC236}">
                        <a16:creationId xmlns:a16="http://schemas.microsoft.com/office/drawing/2014/main" id="{9A7AA684-C16D-0062-B912-DC566C41FAAD}"/>
                      </a:ext>
                    </a:extLst>
                  </p:cNvPr>
                  <p:cNvSpPr/>
                  <p:nvPr/>
                </p:nvSpPr>
                <p:spPr>
                  <a:xfrm>
                    <a:off x="2732248" y="3521291"/>
                    <a:ext cx="961899" cy="839749"/>
                  </a:xfrm>
                  <a:custGeom>
                    <a:avLst/>
                    <a:gdLst>
                      <a:gd name="connsiteX0" fmla="*/ 654460 w 961899"/>
                      <a:gd name="connsiteY0" fmla="*/ 16484 h 839749"/>
                      <a:gd name="connsiteX1" fmla="*/ 41526 w 961899"/>
                      <a:gd name="connsiteY1" fmla="*/ 283946 h 839749"/>
                      <a:gd name="connsiteX2" fmla="*/ 279461 w 961899"/>
                      <a:gd name="connsiteY2" fmla="*/ 815060 h 839749"/>
                      <a:gd name="connsiteX3" fmla="*/ 926875 w 961899"/>
                      <a:gd name="connsiteY3" fmla="*/ 540264 h 839749"/>
                      <a:gd name="connsiteX4" fmla="*/ 654460 w 961899"/>
                      <a:gd name="connsiteY4" fmla="*/ 16484 h 839749"/>
                      <a:gd name="connsiteX5" fmla="*/ 472056 w 961899"/>
                      <a:gd name="connsiteY5" fmla="*/ 564934 h 839749"/>
                      <a:gd name="connsiteX6" fmla="*/ 241075 w 961899"/>
                      <a:gd name="connsiteY6" fmla="*/ 640658 h 839749"/>
                      <a:gd name="connsiteX7" fmla="*/ 189640 w 961899"/>
                      <a:gd name="connsiteY7" fmla="*/ 439871 h 839749"/>
                      <a:gd name="connsiteX8" fmla="*/ 415954 w 961899"/>
                      <a:gd name="connsiteY8" fmla="*/ 363671 h 839749"/>
                      <a:gd name="connsiteX9" fmla="*/ 472056 w 961899"/>
                      <a:gd name="connsiteY9" fmla="*/ 564934 h 839749"/>
                      <a:gd name="connsiteX10" fmla="*/ 632076 w 961899"/>
                      <a:gd name="connsiteY10" fmla="*/ 359575 h 839749"/>
                      <a:gd name="connsiteX11" fmla="*/ 545303 w 961899"/>
                      <a:gd name="connsiteY11" fmla="*/ 391484 h 839749"/>
                      <a:gd name="connsiteX12" fmla="*/ 523015 w 961899"/>
                      <a:gd name="connsiteY12" fmla="*/ 316046 h 839749"/>
                      <a:gd name="connsiteX13" fmla="*/ 607692 w 961899"/>
                      <a:gd name="connsiteY13" fmla="*/ 284232 h 839749"/>
                      <a:gd name="connsiteX14" fmla="*/ 632076 w 961899"/>
                      <a:gd name="connsiteY14" fmla="*/ 359575 h 839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61899" h="839749">
                        <a:moveTo>
                          <a:pt x="654460" y="16484"/>
                        </a:moveTo>
                        <a:cubicBezTo>
                          <a:pt x="415478" y="-45714"/>
                          <a:pt x="145349" y="73444"/>
                          <a:pt x="41526" y="283946"/>
                        </a:cubicBezTo>
                        <a:cubicBezTo>
                          <a:pt x="-64201" y="498735"/>
                          <a:pt x="38002" y="737146"/>
                          <a:pt x="279461" y="815060"/>
                        </a:cubicBezTo>
                        <a:cubicBezTo>
                          <a:pt x="529587" y="895737"/>
                          <a:pt x="824386" y="772103"/>
                          <a:pt x="926875" y="540264"/>
                        </a:cubicBezTo>
                        <a:cubicBezTo>
                          <a:pt x="1028030" y="313664"/>
                          <a:pt x="901824" y="80397"/>
                          <a:pt x="654460" y="16484"/>
                        </a:cubicBezTo>
                        <a:close/>
                        <a:moveTo>
                          <a:pt x="472056" y="564934"/>
                        </a:moveTo>
                        <a:cubicBezTo>
                          <a:pt x="423479" y="642467"/>
                          <a:pt x="319466" y="676376"/>
                          <a:pt x="241075" y="640658"/>
                        </a:cubicBezTo>
                        <a:cubicBezTo>
                          <a:pt x="163827" y="605510"/>
                          <a:pt x="141062" y="515499"/>
                          <a:pt x="189640" y="439871"/>
                        </a:cubicBezTo>
                        <a:cubicBezTo>
                          <a:pt x="237646" y="364623"/>
                          <a:pt x="338135" y="331095"/>
                          <a:pt x="415954" y="363671"/>
                        </a:cubicBezTo>
                        <a:cubicBezTo>
                          <a:pt x="494630" y="397199"/>
                          <a:pt x="519681" y="486638"/>
                          <a:pt x="472056" y="564934"/>
                        </a:cubicBezTo>
                        <a:close/>
                        <a:moveTo>
                          <a:pt x="632076" y="359575"/>
                        </a:moveTo>
                        <a:cubicBezTo>
                          <a:pt x="614550" y="389579"/>
                          <a:pt x="575688" y="404057"/>
                          <a:pt x="545303" y="391484"/>
                        </a:cubicBezTo>
                        <a:cubicBezTo>
                          <a:pt x="515395" y="379196"/>
                          <a:pt x="506060" y="345573"/>
                          <a:pt x="523015" y="316046"/>
                        </a:cubicBezTo>
                        <a:cubicBezTo>
                          <a:pt x="540541" y="286709"/>
                          <a:pt x="577784" y="272326"/>
                          <a:pt x="607692" y="284232"/>
                        </a:cubicBezTo>
                        <a:cubicBezTo>
                          <a:pt x="637886" y="295281"/>
                          <a:pt x="648840" y="329285"/>
                          <a:pt x="632076" y="359575"/>
                        </a:cubicBezTo>
                        <a:close/>
                      </a:path>
                    </a:pathLst>
                  </a:custGeom>
                  <a:solidFill>
                    <a:srgbClr val="040000"/>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grpSp>
      </p:grpSp>
      <p:grpSp>
        <p:nvGrpSpPr>
          <p:cNvPr id="2" name="组合 1">
            <a:extLst>
              <a:ext uri="{FF2B5EF4-FFF2-40B4-BE49-F238E27FC236}">
                <a16:creationId xmlns:a16="http://schemas.microsoft.com/office/drawing/2014/main" id="{230BF9C2-4094-4E53-8F06-44C3D6154D74}"/>
              </a:ext>
            </a:extLst>
          </p:cNvPr>
          <p:cNvGrpSpPr/>
          <p:nvPr/>
        </p:nvGrpSpPr>
        <p:grpSpPr>
          <a:xfrm>
            <a:off x="6423649" y="3254342"/>
            <a:ext cx="1368000" cy="1368000"/>
            <a:chOff x="6425148" y="3254342"/>
            <a:chExt cx="1368000" cy="1368000"/>
          </a:xfrm>
        </p:grpSpPr>
        <p:sp>
          <p:nvSpPr>
            <p:cNvPr id="44" name="矩形: 圆角 43">
              <a:extLst>
                <a:ext uri="{FF2B5EF4-FFF2-40B4-BE49-F238E27FC236}">
                  <a16:creationId xmlns:a16="http://schemas.microsoft.com/office/drawing/2014/main" id="{FD6CE19C-3D96-2D88-E2BE-6DB3A16FEFEA}"/>
                </a:ext>
              </a:extLst>
            </p:cNvPr>
            <p:cNvSpPr/>
            <p:nvPr/>
          </p:nvSpPr>
          <p:spPr>
            <a:xfrm>
              <a:off x="6425148" y="3254342"/>
              <a:ext cx="1368000"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32" name="Picture 8">
              <a:hlinkClick r:id="rId9"/>
              <a:extLst>
                <a:ext uri="{FF2B5EF4-FFF2-40B4-BE49-F238E27FC236}">
                  <a16:creationId xmlns:a16="http://schemas.microsoft.com/office/drawing/2014/main" id="{A79B0CD7-506F-45B2-4B0F-72D4A514DD3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82386" y="3313512"/>
              <a:ext cx="1259513" cy="1259515"/>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组合 24">
              <a:extLst>
                <a:ext uri="{FF2B5EF4-FFF2-40B4-BE49-F238E27FC236}">
                  <a16:creationId xmlns:a16="http://schemas.microsoft.com/office/drawing/2014/main" id="{45275ADB-1441-0456-C0B0-F0DEFAE0548B}"/>
                </a:ext>
              </a:extLst>
            </p:cNvPr>
            <p:cNvGrpSpPr/>
            <p:nvPr/>
          </p:nvGrpSpPr>
          <p:grpSpPr>
            <a:xfrm>
              <a:off x="6978354" y="3809481"/>
              <a:ext cx="267577" cy="267577"/>
              <a:chOff x="7829470" y="3878223"/>
              <a:chExt cx="257036" cy="257015"/>
            </a:xfrm>
          </p:grpSpPr>
          <p:sp>
            <p:nvSpPr>
              <p:cNvPr id="21" name="任意多边形: 形状 20">
                <a:extLst>
                  <a:ext uri="{FF2B5EF4-FFF2-40B4-BE49-F238E27FC236}">
                    <a16:creationId xmlns:a16="http://schemas.microsoft.com/office/drawing/2014/main" id="{9CFFB2E8-8D6B-1C3D-612C-AD8F6DCB2A21}"/>
                  </a:ext>
                </a:extLst>
              </p:cNvPr>
              <p:cNvSpPr/>
              <p:nvPr/>
            </p:nvSpPr>
            <p:spPr>
              <a:xfrm>
                <a:off x="7829470" y="3878223"/>
                <a:ext cx="257036" cy="257015"/>
              </a:xfrm>
              <a:custGeom>
                <a:avLst/>
                <a:gdLst>
                  <a:gd name="connsiteX0" fmla="*/ 51374 w 257036"/>
                  <a:gd name="connsiteY0" fmla="*/ 75 h 257015"/>
                  <a:gd name="connsiteX1" fmla="*/ 205566 w 257036"/>
                  <a:gd name="connsiteY1" fmla="*/ 75 h 257015"/>
                  <a:gd name="connsiteX2" fmla="*/ 256988 w 257036"/>
                  <a:gd name="connsiteY2" fmla="*/ 51476 h 257015"/>
                  <a:gd name="connsiteX3" fmla="*/ 256988 w 257036"/>
                  <a:gd name="connsiteY3" fmla="*/ 205688 h 257015"/>
                  <a:gd name="connsiteX4" fmla="*/ 205566 w 257036"/>
                  <a:gd name="connsiteY4" fmla="*/ 257090 h 257015"/>
                  <a:gd name="connsiteX5" fmla="*/ 51374 w 257036"/>
                  <a:gd name="connsiteY5" fmla="*/ 257090 h 257015"/>
                  <a:gd name="connsiteX6" fmla="*/ -48 w 257036"/>
                  <a:gd name="connsiteY6" fmla="*/ 205688 h 257015"/>
                  <a:gd name="connsiteX7" fmla="*/ -48 w 257036"/>
                  <a:gd name="connsiteY7" fmla="*/ 51476 h 257015"/>
                  <a:gd name="connsiteX8" fmla="*/ 51374 w 257036"/>
                  <a:gd name="connsiteY8" fmla="*/ 75 h 25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036" h="257015">
                    <a:moveTo>
                      <a:pt x="51374" y="75"/>
                    </a:moveTo>
                    <a:lnTo>
                      <a:pt x="205566" y="75"/>
                    </a:lnTo>
                    <a:cubicBezTo>
                      <a:pt x="239847" y="75"/>
                      <a:pt x="256988" y="17209"/>
                      <a:pt x="256988" y="51476"/>
                    </a:cubicBezTo>
                    <a:lnTo>
                      <a:pt x="256988" y="205688"/>
                    </a:lnTo>
                    <a:cubicBezTo>
                      <a:pt x="256988" y="239956"/>
                      <a:pt x="239847" y="257090"/>
                      <a:pt x="205566" y="257090"/>
                    </a:cubicBezTo>
                    <a:lnTo>
                      <a:pt x="51374" y="257090"/>
                    </a:lnTo>
                    <a:cubicBezTo>
                      <a:pt x="17093" y="257090"/>
                      <a:pt x="-48" y="239956"/>
                      <a:pt x="-48" y="205688"/>
                    </a:cubicBezTo>
                    <a:lnTo>
                      <a:pt x="-48" y="51476"/>
                    </a:lnTo>
                    <a:cubicBezTo>
                      <a:pt x="-48" y="17206"/>
                      <a:pt x="17093" y="72"/>
                      <a:pt x="51374" y="75"/>
                    </a:cubicBezTo>
                    <a:close/>
                  </a:path>
                </a:pathLst>
              </a:custGeom>
              <a:solidFill>
                <a:srgbClr val="FFFFFF"/>
              </a:solidFill>
              <a:ln w="12700" cap="flat">
                <a:solidFill>
                  <a:schemeClr val="bg1"/>
                </a:solidFill>
                <a:prstDash val="solid"/>
                <a:miter/>
              </a:ln>
            </p:spPr>
            <p:txBody>
              <a:bodyPr rtlCol="0" anchor="ctr"/>
              <a:lstStyle/>
              <a:p>
                <a:endParaRPr lang="zh-CN" altLang="en-US"/>
              </a:p>
            </p:txBody>
          </p:sp>
          <p:sp>
            <p:nvSpPr>
              <p:cNvPr id="22" name="任意多边形: 形状 21">
                <a:extLst>
                  <a:ext uri="{FF2B5EF4-FFF2-40B4-BE49-F238E27FC236}">
                    <a16:creationId xmlns:a16="http://schemas.microsoft.com/office/drawing/2014/main" id="{6A4F007D-B4D0-2DFA-D984-3A7E5E5E6758}"/>
                  </a:ext>
                </a:extLst>
              </p:cNvPr>
              <p:cNvSpPr/>
              <p:nvPr/>
            </p:nvSpPr>
            <p:spPr>
              <a:xfrm>
                <a:off x="7829470" y="3925346"/>
                <a:ext cx="257018" cy="169196"/>
              </a:xfrm>
              <a:custGeom>
                <a:avLst/>
                <a:gdLst>
                  <a:gd name="connsiteX0" fmla="*/ 256971 w 257018"/>
                  <a:gd name="connsiteY0" fmla="*/ 154287 h 169196"/>
                  <a:gd name="connsiteX1" fmla="*/ -48 w 257018"/>
                  <a:gd name="connsiteY1" fmla="*/ 169272 h 169196"/>
                  <a:gd name="connsiteX2" fmla="*/ -48 w 257018"/>
                  <a:gd name="connsiteY2" fmla="*/ 15060 h 169196"/>
                  <a:gd name="connsiteX3" fmla="*/ 256971 w 257018"/>
                  <a:gd name="connsiteY3" fmla="*/ 75 h 169196"/>
                </a:gdLst>
                <a:ahLst/>
                <a:cxnLst>
                  <a:cxn ang="0">
                    <a:pos x="connsiteX0" y="connsiteY0"/>
                  </a:cxn>
                  <a:cxn ang="0">
                    <a:pos x="connsiteX1" y="connsiteY1"/>
                  </a:cxn>
                  <a:cxn ang="0">
                    <a:pos x="connsiteX2" y="connsiteY2"/>
                  </a:cxn>
                  <a:cxn ang="0">
                    <a:pos x="connsiteX3" y="connsiteY3"/>
                  </a:cxn>
                </a:cxnLst>
                <a:rect l="l" t="t" r="r" b="b"/>
                <a:pathLst>
                  <a:path w="257018" h="169196">
                    <a:moveTo>
                      <a:pt x="256971" y="154287"/>
                    </a:moveTo>
                    <a:lnTo>
                      <a:pt x="-48" y="169272"/>
                    </a:lnTo>
                    <a:lnTo>
                      <a:pt x="-48" y="15060"/>
                    </a:lnTo>
                    <a:lnTo>
                      <a:pt x="256971" y="75"/>
                    </a:lnTo>
                    <a:close/>
                  </a:path>
                </a:pathLst>
              </a:custGeom>
              <a:solidFill>
                <a:srgbClr val="FF3434"/>
              </a:solidFill>
              <a:ln w="332" cap="flat">
                <a:noFill/>
                <a:prstDash val="solid"/>
                <a:miter/>
              </a:ln>
            </p:spPr>
            <p:txBody>
              <a:bodyPr rtlCol="0" anchor="ctr"/>
              <a:lstStyle/>
              <a:p>
                <a:endParaRPr lang="zh-CN" altLang="en-US"/>
              </a:p>
            </p:txBody>
          </p:sp>
          <p:sp>
            <p:nvSpPr>
              <p:cNvPr id="23" name="任意多边形: 形状 22">
                <a:extLst>
                  <a:ext uri="{FF2B5EF4-FFF2-40B4-BE49-F238E27FC236}">
                    <a16:creationId xmlns:a16="http://schemas.microsoft.com/office/drawing/2014/main" id="{6905C7DD-40CD-CFBE-BECC-D77EFB6CCE2A}"/>
                  </a:ext>
                </a:extLst>
              </p:cNvPr>
              <p:cNvSpPr/>
              <p:nvPr/>
            </p:nvSpPr>
            <p:spPr>
              <a:xfrm>
                <a:off x="7864168" y="3951696"/>
                <a:ext cx="196851" cy="111796"/>
              </a:xfrm>
              <a:custGeom>
                <a:avLst/>
                <a:gdLst>
                  <a:gd name="connsiteX0" fmla="*/ 15796 w 196851"/>
                  <a:gd name="connsiteY0" fmla="*/ 29627 h 111796"/>
                  <a:gd name="connsiteX1" fmla="*/ 1018 w 196851"/>
                  <a:gd name="connsiteY1" fmla="*/ 28343 h 111796"/>
                  <a:gd name="connsiteX2" fmla="*/ 348 w 196851"/>
                  <a:gd name="connsiteY2" fmla="*/ 27377 h 111796"/>
                  <a:gd name="connsiteX3" fmla="*/ 376 w 196851"/>
                  <a:gd name="connsiteY3" fmla="*/ 27263 h 111796"/>
                  <a:gd name="connsiteX4" fmla="*/ 376 w 196851"/>
                  <a:gd name="connsiteY4" fmla="*/ 12702 h 111796"/>
                  <a:gd name="connsiteX5" fmla="*/ 490 w 196851"/>
                  <a:gd name="connsiteY5" fmla="*/ 12485 h 111796"/>
                  <a:gd name="connsiteX6" fmla="*/ 594 w 196851"/>
                  <a:gd name="connsiteY6" fmla="*/ 12278 h 111796"/>
                  <a:gd name="connsiteX7" fmla="*/ 7013 w 196851"/>
                  <a:gd name="connsiteY7" fmla="*/ 12920 h 111796"/>
                  <a:gd name="connsiteX8" fmla="*/ 21532 w 196851"/>
                  <a:gd name="connsiteY8" fmla="*/ 14335 h 111796"/>
                  <a:gd name="connsiteX9" fmla="*/ 22654 w 196851"/>
                  <a:gd name="connsiteY9" fmla="*/ 14411 h 111796"/>
                  <a:gd name="connsiteX10" fmla="*/ 28521 w 196851"/>
                  <a:gd name="connsiteY10" fmla="*/ 14953 h 111796"/>
                  <a:gd name="connsiteX11" fmla="*/ 34405 w 196851"/>
                  <a:gd name="connsiteY11" fmla="*/ 15491 h 111796"/>
                  <a:gd name="connsiteX12" fmla="*/ 35485 w 196851"/>
                  <a:gd name="connsiteY12" fmla="*/ 16340 h 111796"/>
                  <a:gd name="connsiteX13" fmla="*/ 35485 w 196851"/>
                  <a:gd name="connsiteY13" fmla="*/ 30911 h 111796"/>
                  <a:gd name="connsiteX14" fmla="*/ 35268 w 196851"/>
                  <a:gd name="connsiteY14" fmla="*/ 31335 h 111796"/>
                  <a:gd name="connsiteX15" fmla="*/ 28200 w 196851"/>
                  <a:gd name="connsiteY15" fmla="*/ 30693 h 111796"/>
                  <a:gd name="connsiteX16" fmla="*/ 15776 w 196851"/>
                  <a:gd name="connsiteY16" fmla="*/ 29627 h 111796"/>
                  <a:gd name="connsiteX17" fmla="*/ 27158 w 196851"/>
                  <a:gd name="connsiteY17" fmla="*/ 41192 h 111796"/>
                  <a:gd name="connsiteX18" fmla="*/ 34226 w 196851"/>
                  <a:gd name="connsiteY18" fmla="*/ 41834 h 111796"/>
                  <a:gd name="connsiteX19" fmla="*/ 35292 w 196851"/>
                  <a:gd name="connsiteY19" fmla="*/ 42683 h 111796"/>
                  <a:gd name="connsiteX20" fmla="*/ 35292 w 196851"/>
                  <a:gd name="connsiteY20" fmla="*/ 57036 h 111796"/>
                  <a:gd name="connsiteX21" fmla="*/ 35188 w 196851"/>
                  <a:gd name="connsiteY21" fmla="*/ 57357 h 111796"/>
                  <a:gd name="connsiteX22" fmla="*/ 35071 w 196851"/>
                  <a:gd name="connsiteY22" fmla="*/ 57681 h 111796"/>
                  <a:gd name="connsiteX23" fmla="*/ -48 w 196851"/>
                  <a:gd name="connsiteY23" fmla="*/ 54468 h 111796"/>
                  <a:gd name="connsiteX24" fmla="*/ -48 w 196851"/>
                  <a:gd name="connsiteY24" fmla="*/ 38828 h 111796"/>
                  <a:gd name="connsiteX25" fmla="*/ 3586 w 196851"/>
                  <a:gd name="connsiteY25" fmla="*/ 39045 h 111796"/>
                  <a:gd name="connsiteX26" fmla="*/ 15372 w 196851"/>
                  <a:gd name="connsiteY26" fmla="*/ 40115 h 111796"/>
                  <a:gd name="connsiteX27" fmla="*/ 27158 w 196851"/>
                  <a:gd name="connsiteY27" fmla="*/ 41192 h 111796"/>
                  <a:gd name="connsiteX28" fmla="*/ 111973 w 196851"/>
                  <a:gd name="connsiteY28" fmla="*/ 86171 h 111796"/>
                  <a:gd name="connsiteX29" fmla="*/ 113464 w 196851"/>
                  <a:gd name="connsiteY29" fmla="*/ 85091 h 111796"/>
                  <a:gd name="connsiteX30" fmla="*/ 119676 w 196851"/>
                  <a:gd name="connsiteY30" fmla="*/ 84821 h 111796"/>
                  <a:gd name="connsiteX31" fmla="*/ 130803 w 196851"/>
                  <a:gd name="connsiteY31" fmla="*/ 84449 h 111796"/>
                  <a:gd name="connsiteX32" fmla="*/ 131448 w 196851"/>
                  <a:gd name="connsiteY32" fmla="*/ 84449 h 111796"/>
                  <a:gd name="connsiteX33" fmla="*/ 131024 w 196851"/>
                  <a:gd name="connsiteY33" fmla="*/ 85349 h 111796"/>
                  <a:gd name="connsiteX34" fmla="*/ 130803 w 196851"/>
                  <a:gd name="connsiteY34" fmla="*/ 85733 h 111796"/>
                  <a:gd name="connsiteX35" fmla="*/ 123852 w 196851"/>
                  <a:gd name="connsiteY35" fmla="*/ 97297 h 111796"/>
                  <a:gd name="connsiteX36" fmla="*/ 116888 w 196851"/>
                  <a:gd name="connsiteY36" fmla="*/ 108866 h 111796"/>
                  <a:gd name="connsiteX37" fmla="*/ 114959 w 196851"/>
                  <a:gd name="connsiteY37" fmla="*/ 109946 h 111796"/>
                  <a:gd name="connsiteX38" fmla="*/ 106710 w 196851"/>
                  <a:gd name="connsiteY38" fmla="*/ 110370 h 111796"/>
                  <a:gd name="connsiteX39" fmla="*/ 98472 w 196851"/>
                  <a:gd name="connsiteY39" fmla="*/ 110792 h 111796"/>
                  <a:gd name="connsiteX40" fmla="*/ 97192 w 196851"/>
                  <a:gd name="connsiteY40" fmla="*/ 110792 h 111796"/>
                  <a:gd name="connsiteX41" fmla="*/ 97620 w 196851"/>
                  <a:gd name="connsiteY41" fmla="*/ 109894 h 111796"/>
                  <a:gd name="connsiteX42" fmla="*/ 111973 w 196851"/>
                  <a:gd name="connsiteY42" fmla="*/ 86171 h 111796"/>
                  <a:gd name="connsiteX43" fmla="*/ 74062 w 196851"/>
                  <a:gd name="connsiteY43" fmla="*/ 87237 h 111796"/>
                  <a:gd name="connsiteX44" fmla="*/ 75553 w 196851"/>
                  <a:gd name="connsiteY44" fmla="*/ 88097 h 111796"/>
                  <a:gd name="connsiteX45" fmla="*/ 89907 w 196851"/>
                  <a:gd name="connsiteY45" fmla="*/ 109946 h 111796"/>
                  <a:gd name="connsiteX46" fmla="*/ 90166 w 196851"/>
                  <a:gd name="connsiteY46" fmla="*/ 110395 h 111796"/>
                  <a:gd name="connsiteX47" fmla="*/ 90331 w 196851"/>
                  <a:gd name="connsiteY47" fmla="*/ 110792 h 111796"/>
                  <a:gd name="connsiteX48" fmla="*/ 89689 w 196851"/>
                  <a:gd name="connsiteY48" fmla="*/ 110909 h 111796"/>
                  <a:gd name="connsiteX49" fmla="*/ 89047 w 196851"/>
                  <a:gd name="connsiteY49" fmla="*/ 111012 h 111796"/>
                  <a:gd name="connsiteX50" fmla="*/ 72340 w 196851"/>
                  <a:gd name="connsiteY50" fmla="*/ 111872 h 111796"/>
                  <a:gd name="connsiteX51" fmla="*/ 70849 w 196851"/>
                  <a:gd name="connsiteY51" fmla="*/ 111230 h 111796"/>
                  <a:gd name="connsiteX52" fmla="*/ 66635 w 196851"/>
                  <a:gd name="connsiteY52" fmla="*/ 104855 h 111796"/>
                  <a:gd name="connsiteX53" fmla="*/ 56282 w 196851"/>
                  <a:gd name="connsiteY53" fmla="*/ 88946 h 111796"/>
                  <a:gd name="connsiteX54" fmla="*/ 56023 w 196851"/>
                  <a:gd name="connsiteY54" fmla="*/ 88511 h 111796"/>
                  <a:gd name="connsiteX55" fmla="*/ 55857 w 196851"/>
                  <a:gd name="connsiteY55" fmla="*/ 88097 h 111796"/>
                  <a:gd name="connsiteX56" fmla="*/ 62070 w 196851"/>
                  <a:gd name="connsiteY56" fmla="*/ 87662 h 111796"/>
                  <a:gd name="connsiteX57" fmla="*/ 73483 w 196851"/>
                  <a:gd name="connsiteY57" fmla="*/ 87275 h 111796"/>
                  <a:gd name="connsiteX58" fmla="*/ 180724 w 196851"/>
                  <a:gd name="connsiteY58" fmla="*/ 81674 h 111796"/>
                  <a:gd name="connsiteX59" fmla="*/ 181791 w 196851"/>
                  <a:gd name="connsiteY59" fmla="*/ 82316 h 111796"/>
                  <a:gd name="connsiteX60" fmla="*/ 196351 w 196851"/>
                  <a:gd name="connsiteY60" fmla="*/ 104804 h 111796"/>
                  <a:gd name="connsiteX61" fmla="*/ 196568 w 196851"/>
                  <a:gd name="connsiteY61" fmla="*/ 105446 h 111796"/>
                  <a:gd name="connsiteX62" fmla="*/ 188217 w 196851"/>
                  <a:gd name="connsiteY62" fmla="*/ 105870 h 111796"/>
                  <a:gd name="connsiteX63" fmla="*/ 178578 w 196851"/>
                  <a:gd name="connsiteY63" fmla="*/ 106295 h 111796"/>
                  <a:gd name="connsiteX64" fmla="*/ 177076 w 196851"/>
                  <a:gd name="connsiteY64" fmla="*/ 105653 h 111796"/>
                  <a:gd name="connsiteX65" fmla="*/ 169801 w 196851"/>
                  <a:gd name="connsiteY65" fmla="*/ 94409 h 111796"/>
                  <a:gd name="connsiteX66" fmla="*/ 162516 w 196851"/>
                  <a:gd name="connsiteY66" fmla="*/ 83165 h 111796"/>
                  <a:gd name="connsiteX67" fmla="*/ 162516 w 196851"/>
                  <a:gd name="connsiteY67" fmla="*/ 83010 h 111796"/>
                  <a:gd name="connsiteX68" fmla="*/ 162298 w 196851"/>
                  <a:gd name="connsiteY68" fmla="*/ 82520 h 111796"/>
                  <a:gd name="connsiteX69" fmla="*/ 164814 w 196851"/>
                  <a:gd name="connsiteY69" fmla="*/ 82419 h 111796"/>
                  <a:gd name="connsiteX70" fmla="*/ 167013 w 196851"/>
                  <a:gd name="connsiteY70" fmla="*/ 82316 h 111796"/>
                  <a:gd name="connsiteX71" fmla="*/ 97206 w 196851"/>
                  <a:gd name="connsiteY71" fmla="*/ 60470 h 111796"/>
                  <a:gd name="connsiteX72" fmla="*/ 97206 w 196851"/>
                  <a:gd name="connsiteY72" fmla="*/ 57257 h 111796"/>
                  <a:gd name="connsiteX73" fmla="*/ 96567 w 196851"/>
                  <a:gd name="connsiteY73" fmla="*/ 47400 h 111796"/>
                  <a:gd name="connsiteX74" fmla="*/ 98055 w 196851"/>
                  <a:gd name="connsiteY74" fmla="*/ 45692 h 111796"/>
                  <a:gd name="connsiteX75" fmla="*/ 123117 w 196851"/>
                  <a:gd name="connsiteY75" fmla="*/ 39266 h 111796"/>
                  <a:gd name="connsiteX76" fmla="*/ 123669 w 196851"/>
                  <a:gd name="connsiteY76" fmla="*/ 39073 h 111796"/>
                  <a:gd name="connsiteX77" fmla="*/ 124180 w 196851"/>
                  <a:gd name="connsiteY77" fmla="*/ 38828 h 111796"/>
                  <a:gd name="connsiteX78" fmla="*/ 111549 w 196851"/>
                  <a:gd name="connsiteY78" fmla="*/ 31553 h 111796"/>
                  <a:gd name="connsiteX79" fmla="*/ 103363 w 196851"/>
                  <a:gd name="connsiteY79" fmla="*/ 26031 h 111796"/>
                  <a:gd name="connsiteX80" fmla="*/ 99342 w 196851"/>
                  <a:gd name="connsiteY80" fmla="*/ 23204 h 111796"/>
                  <a:gd name="connsiteX81" fmla="*/ 99984 w 196851"/>
                  <a:gd name="connsiteY81" fmla="*/ 22124 h 111796"/>
                  <a:gd name="connsiteX82" fmla="*/ 106731 w 196851"/>
                  <a:gd name="connsiteY82" fmla="*/ 11639 h 111796"/>
                  <a:gd name="connsiteX83" fmla="*/ 113478 w 196851"/>
                  <a:gd name="connsiteY83" fmla="*/ 1141 h 111796"/>
                  <a:gd name="connsiteX84" fmla="*/ 115842 w 196851"/>
                  <a:gd name="connsiteY84" fmla="*/ 278 h 111796"/>
                  <a:gd name="connsiteX85" fmla="*/ 122151 w 196851"/>
                  <a:gd name="connsiteY85" fmla="*/ 2849 h 111796"/>
                  <a:gd name="connsiteX86" fmla="*/ 128473 w 196851"/>
                  <a:gd name="connsiteY86" fmla="*/ 5420 h 111796"/>
                  <a:gd name="connsiteX87" fmla="*/ 130403 w 196851"/>
                  <a:gd name="connsiteY87" fmla="*/ 5855 h 111796"/>
                  <a:gd name="connsiteX88" fmla="*/ 145719 w 196851"/>
                  <a:gd name="connsiteY88" fmla="*/ 4996 h 111796"/>
                  <a:gd name="connsiteX89" fmla="*/ 161025 w 196851"/>
                  <a:gd name="connsiteY89" fmla="*/ 4133 h 111796"/>
                  <a:gd name="connsiteX90" fmla="*/ 169932 w 196851"/>
                  <a:gd name="connsiteY90" fmla="*/ 3698 h 111796"/>
                  <a:gd name="connsiteX91" fmla="*/ 178157 w 196851"/>
                  <a:gd name="connsiteY91" fmla="*/ 3284 h 111796"/>
                  <a:gd name="connsiteX92" fmla="*/ 189514 w 196851"/>
                  <a:gd name="connsiteY92" fmla="*/ 2642 h 111796"/>
                  <a:gd name="connsiteX93" fmla="*/ 191019 w 196851"/>
                  <a:gd name="connsiteY93" fmla="*/ 3930 h 111796"/>
                  <a:gd name="connsiteX94" fmla="*/ 191019 w 196851"/>
                  <a:gd name="connsiteY94" fmla="*/ 17617 h 111796"/>
                  <a:gd name="connsiteX95" fmla="*/ 190160 w 196851"/>
                  <a:gd name="connsiteY95" fmla="*/ 19763 h 111796"/>
                  <a:gd name="connsiteX96" fmla="*/ 169598 w 196851"/>
                  <a:gd name="connsiteY96" fmla="*/ 35183 h 111796"/>
                  <a:gd name="connsiteX97" fmla="*/ 168093 w 196851"/>
                  <a:gd name="connsiteY97" fmla="*/ 36046 h 111796"/>
                  <a:gd name="connsiteX98" fmla="*/ 173004 w 196851"/>
                  <a:gd name="connsiteY98" fmla="*/ 36919 h 111796"/>
                  <a:gd name="connsiteX99" fmla="*/ 176241 w 196851"/>
                  <a:gd name="connsiteY99" fmla="*/ 37537 h 111796"/>
                  <a:gd name="connsiteX100" fmla="*/ 178270 w 196851"/>
                  <a:gd name="connsiteY100" fmla="*/ 37806 h 111796"/>
                  <a:gd name="connsiteX101" fmla="*/ 195723 w 196851"/>
                  <a:gd name="connsiteY101" fmla="*/ 40326 h 111796"/>
                  <a:gd name="connsiteX102" fmla="*/ 196803 w 196851"/>
                  <a:gd name="connsiteY102" fmla="*/ 41185 h 111796"/>
                  <a:gd name="connsiteX103" fmla="*/ 196803 w 196851"/>
                  <a:gd name="connsiteY103" fmla="*/ 55103 h 111796"/>
                  <a:gd name="connsiteX104" fmla="*/ 196582 w 196851"/>
                  <a:gd name="connsiteY104" fmla="*/ 55321 h 111796"/>
                  <a:gd name="connsiteX105" fmla="*/ 193590 w 196851"/>
                  <a:gd name="connsiteY105" fmla="*/ 55103 h 111796"/>
                  <a:gd name="connsiteX106" fmla="*/ 158250 w 196851"/>
                  <a:gd name="connsiteY106" fmla="*/ 49102 h 111796"/>
                  <a:gd name="connsiteX107" fmla="*/ 152891 w 196851"/>
                  <a:gd name="connsiteY107" fmla="*/ 47721 h 111796"/>
                  <a:gd name="connsiteX108" fmla="*/ 147531 w 196851"/>
                  <a:gd name="connsiteY108" fmla="*/ 46341 h 111796"/>
                  <a:gd name="connsiteX109" fmla="*/ 145605 w 196851"/>
                  <a:gd name="connsiteY109" fmla="*/ 46548 h 111796"/>
                  <a:gd name="connsiteX110" fmla="*/ 98493 w 196851"/>
                  <a:gd name="connsiteY110" fmla="*/ 60260 h 111796"/>
                  <a:gd name="connsiteX111" fmla="*/ 97206 w 196851"/>
                  <a:gd name="connsiteY111" fmla="*/ 60480 h 111796"/>
                  <a:gd name="connsiteX112" fmla="*/ 123500 w 196851"/>
                  <a:gd name="connsiteY112" fmla="*/ 20412 h 111796"/>
                  <a:gd name="connsiteX113" fmla="*/ 123756 w 196851"/>
                  <a:gd name="connsiteY113" fmla="*/ 20619 h 111796"/>
                  <a:gd name="connsiteX114" fmla="*/ 146668 w 196851"/>
                  <a:gd name="connsiteY114" fmla="*/ 30462 h 111796"/>
                  <a:gd name="connsiteX115" fmla="*/ 148159 w 196851"/>
                  <a:gd name="connsiteY115" fmla="*/ 30255 h 111796"/>
                  <a:gd name="connsiteX116" fmla="*/ 151707 w 196851"/>
                  <a:gd name="connsiteY116" fmla="*/ 28495 h 111796"/>
                  <a:gd name="connsiteX117" fmla="*/ 162516 w 196851"/>
                  <a:gd name="connsiteY117" fmla="*/ 22973 h 111796"/>
                  <a:gd name="connsiteX118" fmla="*/ 170226 w 196851"/>
                  <a:gd name="connsiteY118" fmla="*/ 18259 h 111796"/>
                  <a:gd name="connsiteX119" fmla="*/ 170032 w 196851"/>
                  <a:gd name="connsiteY119" fmla="*/ 18024 h 111796"/>
                  <a:gd name="connsiteX120" fmla="*/ 170005 w 196851"/>
                  <a:gd name="connsiteY120" fmla="*/ 17834 h 111796"/>
                  <a:gd name="connsiteX121" fmla="*/ 125633 w 196851"/>
                  <a:gd name="connsiteY121" fmla="*/ 20057 h 111796"/>
                  <a:gd name="connsiteX122" fmla="*/ 123321 w 196851"/>
                  <a:gd name="connsiteY122" fmla="*/ 20185 h 111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96851" h="111796">
                    <a:moveTo>
                      <a:pt x="15796" y="29627"/>
                    </a:moveTo>
                    <a:lnTo>
                      <a:pt x="1018" y="28343"/>
                    </a:lnTo>
                    <a:cubicBezTo>
                      <a:pt x="566" y="28262"/>
                      <a:pt x="266" y="27829"/>
                      <a:pt x="348" y="27377"/>
                    </a:cubicBezTo>
                    <a:cubicBezTo>
                      <a:pt x="354" y="27338"/>
                      <a:pt x="364" y="27300"/>
                      <a:pt x="376" y="27263"/>
                    </a:cubicBezTo>
                    <a:lnTo>
                      <a:pt x="376" y="12702"/>
                    </a:lnTo>
                    <a:cubicBezTo>
                      <a:pt x="382" y="12617"/>
                      <a:pt x="423" y="12538"/>
                      <a:pt x="490" y="12485"/>
                    </a:cubicBezTo>
                    <a:cubicBezTo>
                      <a:pt x="554" y="12435"/>
                      <a:pt x="593" y="12359"/>
                      <a:pt x="594" y="12278"/>
                    </a:cubicBezTo>
                    <a:lnTo>
                      <a:pt x="7013" y="12920"/>
                    </a:lnTo>
                    <a:cubicBezTo>
                      <a:pt x="11793" y="13510"/>
                      <a:pt x="16742" y="13921"/>
                      <a:pt x="21532" y="14335"/>
                    </a:cubicBezTo>
                    <a:lnTo>
                      <a:pt x="22654" y="14411"/>
                    </a:lnTo>
                    <a:cubicBezTo>
                      <a:pt x="24580" y="14632"/>
                      <a:pt x="26561" y="14797"/>
                      <a:pt x="28521" y="14953"/>
                    </a:cubicBezTo>
                    <a:cubicBezTo>
                      <a:pt x="30481" y="15108"/>
                      <a:pt x="32479" y="15270"/>
                      <a:pt x="34405" y="15491"/>
                    </a:cubicBezTo>
                    <a:cubicBezTo>
                      <a:pt x="35047" y="15491"/>
                      <a:pt x="35485" y="15491"/>
                      <a:pt x="35485" y="16340"/>
                    </a:cubicBezTo>
                    <a:lnTo>
                      <a:pt x="35485" y="30911"/>
                    </a:lnTo>
                    <a:cubicBezTo>
                      <a:pt x="35367" y="31023"/>
                      <a:pt x="35290" y="31173"/>
                      <a:pt x="35268" y="31335"/>
                    </a:cubicBezTo>
                    <a:lnTo>
                      <a:pt x="28200" y="30693"/>
                    </a:lnTo>
                    <a:cubicBezTo>
                      <a:pt x="24124" y="30476"/>
                      <a:pt x="19845" y="30051"/>
                      <a:pt x="15776" y="29627"/>
                    </a:cubicBezTo>
                    <a:close/>
                    <a:moveTo>
                      <a:pt x="27158" y="41192"/>
                    </a:moveTo>
                    <a:lnTo>
                      <a:pt x="34226" y="41834"/>
                    </a:lnTo>
                    <a:cubicBezTo>
                      <a:pt x="34867" y="41834"/>
                      <a:pt x="35509" y="42041"/>
                      <a:pt x="35292" y="42683"/>
                    </a:cubicBezTo>
                    <a:lnTo>
                      <a:pt x="35292" y="57036"/>
                    </a:lnTo>
                    <a:cubicBezTo>
                      <a:pt x="35282" y="57150"/>
                      <a:pt x="35247" y="57259"/>
                      <a:pt x="35188" y="57357"/>
                    </a:cubicBezTo>
                    <a:cubicBezTo>
                      <a:pt x="35128" y="57456"/>
                      <a:pt x="35088" y="57567"/>
                      <a:pt x="35071" y="57681"/>
                    </a:cubicBezTo>
                    <a:cubicBezTo>
                      <a:pt x="23365" y="56619"/>
                      <a:pt x="11658" y="55548"/>
                      <a:pt x="-48" y="54468"/>
                    </a:cubicBezTo>
                    <a:lnTo>
                      <a:pt x="-48" y="38828"/>
                    </a:lnTo>
                    <a:cubicBezTo>
                      <a:pt x="1168" y="38792"/>
                      <a:pt x="2384" y="38865"/>
                      <a:pt x="3586" y="39045"/>
                    </a:cubicBezTo>
                    <a:cubicBezTo>
                      <a:pt x="7558" y="39370"/>
                      <a:pt x="11465" y="39735"/>
                      <a:pt x="15372" y="40115"/>
                    </a:cubicBezTo>
                    <a:cubicBezTo>
                      <a:pt x="19279" y="40495"/>
                      <a:pt x="23185" y="40871"/>
                      <a:pt x="27158" y="41192"/>
                    </a:cubicBezTo>
                    <a:close/>
                    <a:moveTo>
                      <a:pt x="111973" y="86171"/>
                    </a:moveTo>
                    <a:cubicBezTo>
                      <a:pt x="112177" y="85733"/>
                      <a:pt x="113040" y="85091"/>
                      <a:pt x="113464" y="85091"/>
                    </a:cubicBezTo>
                    <a:cubicBezTo>
                      <a:pt x="115570" y="85029"/>
                      <a:pt x="117640" y="84925"/>
                      <a:pt x="119676" y="84821"/>
                    </a:cubicBezTo>
                    <a:cubicBezTo>
                      <a:pt x="123473" y="84628"/>
                      <a:pt x="127193" y="84449"/>
                      <a:pt x="130803" y="84449"/>
                    </a:cubicBezTo>
                    <a:lnTo>
                      <a:pt x="131448" y="84449"/>
                    </a:lnTo>
                    <a:cubicBezTo>
                      <a:pt x="131353" y="84769"/>
                      <a:pt x="131210" y="85072"/>
                      <a:pt x="131024" y="85349"/>
                    </a:cubicBezTo>
                    <a:lnTo>
                      <a:pt x="130803" y="85733"/>
                    </a:lnTo>
                    <a:cubicBezTo>
                      <a:pt x="128453" y="89588"/>
                      <a:pt x="126154" y="93446"/>
                      <a:pt x="123852" y="97297"/>
                    </a:cubicBezTo>
                    <a:cubicBezTo>
                      <a:pt x="121550" y="101149"/>
                      <a:pt x="119238" y="105011"/>
                      <a:pt x="116888" y="108866"/>
                    </a:cubicBezTo>
                    <a:cubicBezTo>
                      <a:pt x="116478" y="109538"/>
                      <a:pt x="115746" y="109948"/>
                      <a:pt x="114959" y="109946"/>
                    </a:cubicBezTo>
                    <a:cubicBezTo>
                      <a:pt x="112170" y="110049"/>
                      <a:pt x="109437" y="110201"/>
                      <a:pt x="106710" y="110370"/>
                    </a:cubicBezTo>
                    <a:cubicBezTo>
                      <a:pt x="103984" y="110540"/>
                      <a:pt x="101247" y="110691"/>
                      <a:pt x="98472" y="110792"/>
                    </a:cubicBezTo>
                    <a:lnTo>
                      <a:pt x="97192" y="110792"/>
                    </a:lnTo>
                    <a:cubicBezTo>
                      <a:pt x="97291" y="110473"/>
                      <a:pt x="97435" y="110171"/>
                      <a:pt x="97620" y="109894"/>
                    </a:cubicBezTo>
                    <a:cubicBezTo>
                      <a:pt x="102353" y="101957"/>
                      <a:pt x="107137" y="94049"/>
                      <a:pt x="111973" y="86171"/>
                    </a:cubicBezTo>
                    <a:close/>
                    <a:moveTo>
                      <a:pt x="74062" y="87237"/>
                    </a:moveTo>
                    <a:cubicBezTo>
                      <a:pt x="74487" y="87237"/>
                      <a:pt x="75129" y="87662"/>
                      <a:pt x="75553" y="88097"/>
                    </a:cubicBezTo>
                    <a:cubicBezTo>
                      <a:pt x="80271" y="95372"/>
                      <a:pt x="84985" y="102657"/>
                      <a:pt x="89907" y="109946"/>
                    </a:cubicBezTo>
                    <a:cubicBezTo>
                      <a:pt x="90026" y="110074"/>
                      <a:pt x="90114" y="110228"/>
                      <a:pt x="90166" y="110395"/>
                    </a:cubicBezTo>
                    <a:lnTo>
                      <a:pt x="90331" y="110792"/>
                    </a:lnTo>
                    <a:cubicBezTo>
                      <a:pt x="90113" y="110806"/>
                      <a:pt x="89898" y="110846"/>
                      <a:pt x="89689" y="110909"/>
                    </a:cubicBezTo>
                    <a:cubicBezTo>
                      <a:pt x="89480" y="110969"/>
                      <a:pt x="89265" y="111004"/>
                      <a:pt x="89047" y="111012"/>
                    </a:cubicBezTo>
                    <a:cubicBezTo>
                      <a:pt x="83481" y="111437"/>
                      <a:pt x="77917" y="111654"/>
                      <a:pt x="72340" y="111872"/>
                    </a:cubicBezTo>
                    <a:cubicBezTo>
                      <a:pt x="71916" y="111872"/>
                      <a:pt x="71056" y="111654"/>
                      <a:pt x="70849" y="111230"/>
                    </a:cubicBezTo>
                    <a:lnTo>
                      <a:pt x="66635" y="104855"/>
                    </a:lnTo>
                    <a:cubicBezTo>
                      <a:pt x="63126" y="99561"/>
                      <a:pt x="59657" y="94319"/>
                      <a:pt x="56282" y="88946"/>
                    </a:cubicBezTo>
                    <a:cubicBezTo>
                      <a:pt x="56165" y="88821"/>
                      <a:pt x="56077" y="88673"/>
                      <a:pt x="56023" y="88511"/>
                    </a:cubicBezTo>
                    <a:cubicBezTo>
                      <a:pt x="55980" y="88368"/>
                      <a:pt x="55925" y="88229"/>
                      <a:pt x="55857" y="88097"/>
                    </a:cubicBezTo>
                    <a:cubicBezTo>
                      <a:pt x="58001" y="87879"/>
                      <a:pt x="60137" y="87662"/>
                      <a:pt x="62070" y="87662"/>
                    </a:cubicBezTo>
                    <a:cubicBezTo>
                      <a:pt x="65952" y="87662"/>
                      <a:pt x="69628" y="87469"/>
                      <a:pt x="73483" y="87275"/>
                    </a:cubicBezTo>
                    <a:close/>
                    <a:moveTo>
                      <a:pt x="180724" y="81674"/>
                    </a:moveTo>
                    <a:cubicBezTo>
                      <a:pt x="181149" y="81674"/>
                      <a:pt x="181573" y="82095"/>
                      <a:pt x="181791" y="82316"/>
                    </a:cubicBezTo>
                    <a:cubicBezTo>
                      <a:pt x="186712" y="89808"/>
                      <a:pt x="191647" y="97297"/>
                      <a:pt x="196351" y="104804"/>
                    </a:cubicBezTo>
                    <a:cubicBezTo>
                      <a:pt x="196323" y="105039"/>
                      <a:pt x="196403" y="105276"/>
                      <a:pt x="196568" y="105446"/>
                    </a:cubicBezTo>
                    <a:cubicBezTo>
                      <a:pt x="193782" y="105480"/>
                      <a:pt x="190998" y="105622"/>
                      <a:pt x="188217" y="105870"/>
                    </a:cubicBezTo>
                    <a:cubicBezTo>
                      <a:pt x="185004" y="106091"/>
                      <a:pt x="181791" y="106295"/>
                      <a:pt x="178578" y="106295"/>
                    </a:cubicBezTo>
                    <a:cubicBezTo>
                      <a:pt x="178157" y="106295"/>
                      <a:pt x="177294" y="106091"/>
                      <a:pt x="177076" y="105653"/>
                    </a:cubicBezTo>
                    <a:cubicBezTo>
                      <a:pt x="174624" y="101912"/>
                      <a:pt x="172199" y="98164"/>
                      <a:pt x="169801" y="94409"/>
                    </a:cubicBezTo>
                    <a:cubicBezTo>
                      <a:pt x="167385" y="90668"/>
                      <a:pt x="164970" y="86916"/>
                      <a:pt x="162516" y="83165"/>
                    </a:cubicBezTo>
                    <a:lnTo>
                      <a:pt x="162516" y="83010"/>
                    </a:lnTo>
                    <a:cubicBezTo>
                      <a:pt x="162464" y="82838"/>
                      <a:pt x="162391" y="82673"/>
                      <a:pt x="162298" y="82520"/>
                    </a:cubicBezTo>
                    <a:cubicBezTo>
                      <a:pt x="163196" y="82520"/>
                      <a:pt x="164024" y="82471"/>
                      <a:pt x="164814" y="82419"/>
                    </a:cubicBezTo>
                    <a:cubicBezTo>
                      <a:pt x="165560" y="82354"/>
                      <a:pt x="166295" y="82316"/>
                      <a:pt x="167013" y="82316"/>
                    </a:cubicBezTo>
                    <a:close/>
                    <a:moveTo>
                      <a:pt x="97206" y="60470"/>
                    </a:moveTo>
                    <a:lnTo>
                      <a:pt x="97206" y="57257"/>
                    </a:lnTo>
                    <a:cubicBezTo>
                      <a:pt x="97206" y="53827"/>
                      <a:pt x="97206" y="50393"/>
                      <a:pt x="96567" y="47400"/>
                    </a:cubicBezTo>
                    <a:cubicBezTo>
                      <a:pt x="96567" y="46331"/>
                      <a:pt x="96988" y="45896"/>
                      <a:pt x="98055" y="45692"/>
                    </a:cubicBezTo>
                    <a:lnTo>
                      <a:pt x="123117" y="39266"/>
                    </a:lnTo>
                    <a:cubicBezTo>
                      <a:pt x="123294" y="39183"/>
                      <a:pt x="123479" y="39118"/>
                      <a:pt x="123669" y="39073"/>
                    </a:cubicBezTo>
                    <a:cubicBezTo>
                      <a:pt x="123857" y="39032"/>
                      <a:pt x="124031" y="38949"/>
                      <a:pt x="124180" y="38828"/>
                    </a:cubicBezTo>
                    <a:cubicBezTo>
                      <a:pt x="119904" y="36478"/>
                      <a:pt x="115621" y="34124"/>
                      <a:pt x="111549" y="31553"/>
                    </a:cubicBezTo>
                    <a:cubicBezTo>
                      <a:pt x="108747" y="29825"/>
                      <a:pt x="106018" y="27984"/>
                      <a:pt x="103363" y="26031"/>
                    </a:cubicBezTo>
                    <a:cubicBezTo>
                      <a:pt x="102038" y="25082"/>
                      <a:pt x="100702" y="24129"/>
                      <a:pt x="99342" y="23204"/>
                    </a:cubicBezTo>
                    <a:cubicBezTo>
                      <a:pt x="99512" y="22820"/>
                      <a:pt x="99727" y="22457"/>
                      <a:pt x="99984" y="22124"/>
                    </a:cubicBezTo>
                    <a:cubicBezTo>
                      <a:pt x="102231" y="18590"/>
                      <a:pt x="104471" y="15122"/>
                      <a:pt x="106731" y="11639"/>
                    </a:cubicBezTo>
                    <a:cubicBezTo>
                      <a:pt x="108992" y="8157"/>
                      <a:pt x="111218" y="4675"/>
                      <a:pt x="113478" y="1141"/>
                    </a:cubicBezTo>
                    <a:cubicBezTo>
                      <a:pt x="114120" y="71"/>
                      <a:pt x="114555" y="-146"/>
                      <a:pt x="115842" y="278"/>
                    </a:cubicBezTo>
                    <a:lnTo>
                      <a:pt x="122151" y="2849"/>
                    </a:lnTo>
                    <a:cubicBezTo>
                      <a:pt x="124246" y="3709"/>
                      <a:pt x="126327" y="4575"/>
                      <a:pt x="128473" y="5420"/>
                    </a:cubicBezTo>
                    <a:cubicBezTo>
                      <a:pt x="129089" y="5668"/>
                      <a:pt x="129740" y="5815"/>
                      <a:pt x="130403" y="5855"/>
                    </a:cubicBezTo>
                    <a:cubicBezTo>
                      <a:pt x="135541" y="5534"/>
                      <a:pt x="140632" y="5265"/>
                      <a:pt x="145719" y="4996"/>
                    </a:cubicBezTo>
                    <a:cubicBezTo>
                      <a:pt x="150806" y="4727"/>
                      <a:pt x="155886" y="4454"/>
                      <a:pt x="161025" y="4133"/>
                    </a:cubicBezTo>
                    <a:cubicBezTo>
                      <a:pt x="164007" y="4030"/>
                      <a:pt x="166975" y="3864"/>
                      <a:pt x="169932" y="3698"/>
                    </a:cubicBezTo>
                    <a:cubicBezTo>
                      <a:pt x="172693" y="3543"/>
                      <a:pt x="175454" y="3388"/>
                      <a:pt x="178157" y="3284"/>
                    </a:cubicBezTo>
                    <a:lnTo>
                      <a:pt x="189514" y="2642"/>
                    </a:lnTo>
                    <a:cubicBezTo>
                      <a:pt x="190802" y="2425"/>
                      <a:pt x="191019" y="2849"/>
                      <a:pt x="191019" y="3930"/>
                    </a:cubicBezTo>
                    <a:lnTo>
                      <a:pt x="191019" y="17617"/>
                    </a:lnTo>
                    <a:cubicBezTo>
                      <a:pt x="191060" y="18424"/>
                      <a:pt x="190746" y="19208"/>
                      <a:pt x="190160" y="19763"/>
                    </a:cubicBezTo>
                    <a:cubicBezTo>
                      <a:pt x="183975" y="25740"/>
                      <a:pt x="177067" y="30920"/>
                      <a:pt x="169598" y="35183"/>
                    </a:cubicBezTo>
                    <a:cubicBezTo>
                      <a:pt x="169076" y="35435"/>
                      <a:pt x="168574" y="35723"/>
                      <a:pt x="168093" y="36046"/>
                    </a:cubicBezTo>
                    <a:cubicBezTo>
                      <a:pt x="169853" y="36301"/>
                      <a:pt x="171447" y="36612"/>
                      <a:pt x="173004" y="36919"/>
                    </a:cubicBezTo>
                    <a:cubicBezTo>
                      <a:pt x="174094" y="37150"/>
                      <a:pt x="175161" y="37358"/>
                      <a:pt x="176241" y="37537"/>
                    </a:cubicBezTo>
                    <a:lnTo>
                      <a:pt x="178270" y="37806"/>
                    </a:lnTo>
                    <a:cubicBezTo>
                      <a:pt x="184055" y="38576"/>
                      <a:pt x="189966" y="39363"/>
                      <a:pt x="195723" y="40326"/>
                    </a:cubicBezTo>
                    <a:cubicBezTo>
                      <a:pt x="196161" y="40326"/>
                      <a:pt x="196803" y="40967"/>
                      <a:pt x="196803" y="41185"/>
                    </a:cubicBezTo>
                    <a:lnTo>
                      <a:pt x="196803" y="55103"/>
                    </a:lnTo>
                    <a:lnTo>
                      <a:pt x="196582" y="55321"/>
                    </a:lnTo>
                    <a:cubicBezTo>
                      <a:pt x="195580" y="55357"/>
                      <a:pt x="194577" y="55284"/>
                      <a:pt x="193590" y="55103"/>
                    </a:cubicBezTo>
                    <a:cubicBezTo>
                      <a:pt x="181587" y="53599"/>
                      <a:pt x="169815" y="51890"/>
                      <a:pt x="158250" y="49102"/>
                    </a:cubicBezTo>
                    <a:cubicBezTo>
                      <a:pt x="156425" y="48677"/>
                      <a:pt x="154651" y="48201"/>
                      <a:pt x="152891" y="47721"/>
                    </a:cubicBezTo>
                    <a:cubicBezTo>
                      <a:pt x="151130" y="47242"/>
                      <a:pt x="149325" y="46762"/>
                      <a:pt x="147531" y="46341"/>
                    </a:cubicBezTo>
                    <a:cubicBezTo>
                      <a:pt x="146882" y="46307"/>
                      <a:pt x="146232" y="46377"/>
                      <a:pt x="145605" y="46548"/>
                    </a:cubicBezTo>
                    <a:cubicBezTo>
                      <a:pt x="130420" y="52332"/>
                      <a:pt x="114545" y="56622"/>
                      <a:pt x="98493" y="60260"/>
                    </a:cubicBezTo>
                    <a:cubicBezTo>
                      <a:pt x="98089" y="60439"/>
                      <a:pt x="97647" y="60515"/>
                      <a:pt x="97206" y="60480"/>
                    </a:cubicBezTo>
                    <a:close/>
                    <a:moveTo>
                      <a:pt x="123500" y="20412"/>
                    </a:moveTo>
                    <a:cubicBezTo>
                      <a:pt x="123562" y="20540"/>
                      <a:pt x="123614" y="20619"/>
                      <a:pt x="123756" y="20619"/>
                    </a:cubicBezTo>
                    <a:cubicBezTo>
                      <a:pt x="131036" y="24676"/>
                      <a:pt x="138714" y="27973"/>
                      <a:pt x="146668" y="30462"/>
                    </a:cubicBezTo>
                    <a:cubicBezTo>
                      <a:pt x="147096" y="30680"/>
                      <a:pt x="147738" y="30462"/>
                      <a:pt x="148159" y="30255"/>
                    </a:cubicBezTo>
                    <a:lnTo>
                      <a:pt x="151707" y="28495"/>
                    </a:lnTo>
                    <a:cubicBezTo>
                      <a:pt x="155306" y="26711"/>
                      <a:pt x="158982" y="24899"/>
                      <a:pt x="162516" y="22973"/>
                    </a:cubicBezTo>
                    <a:cubicBezTo>
                      <a:pt x="165087" y="21689"/>
                      <a:pt x="167655" y="19977"/>
                      <a:pt x="170226" y="18259"/>
                    </a:cubicBezTo>
                    <a:cubicBezTo>
                      <a:pt x="170098" y="18128"/>
                      <a:pt x="170046" y="18090"/>
                      <a:pt x="170032" y="18024"/>
                    </a:cubicBezTo>
                    <a:cubicBezTo>
                      <a:pt x="170007" y="17964"/>
                      <a:pt x="169997" y="17899"/>
                      <a:pt x="170005" y="17834"/>
                    </a:cubicBezTo>
                    <a:cubicBezTo>
                      <a:pt x="155165" y="18449"/>
                      <a:pt x="140477" y="19246"/>
                      <a:pt x="125633" y="20057"/>
                    </a:cubicBezTo>
                    <a:lnTo>
                      <a:pt x="123321" y="20185"/>
                    </a:lnTo>
                    <a:close/>
                  </a:path>
                </a:pathLst>
              </a:custGeom>
              <a:solidFill>
                <a:srgbClr val="FFFFFF"/>
              </a:solidFill>
              <a:ln w="332" cap="flat">
                <a:noFill/>
                <a:prstDash val="solid"/>
                <a:miter/>
              </a:ln>
            </p:spPr>
            <p:txBody>
              <a:bodyPr rtlCol="0" anchor="ctr"/>
              <a:lstStyle/>
              <a:p>
                <a:endParaRPr lang="zh-CN" altLang="en-US"/>
              </a:p>
            </p:txBody>
          </p:sp>
          <p:sp>
            <p:nvSpPr>
              <p:cNvPr id="24" name="任意多边形: 形状 23">
                <a:extLst>
                  <a:ext uri="{FF2B5EF4-FFF2-40B4-BE49-F238E27FC236}">
                    <a16:creationId xmlns:a16="http://schemas.microsoft.com/office/drawing/2014/main" id="{7CAC22E5-71FB-3BEF-9C6F-661E13EBE44C}"/>
                  </a:ext>
                </a:extLst>
              </p:cNvPr>
              <p:cNvSpPr/>
              <p:nvPr/>
            </p:nvSpPr>
            <p:spPr>
              <a:xfrm>
                <a:off x="7855415" y="3957473"/>
                <a:ext cx="205589" cy="110102"/>
              </a:xfrm>
              <a:custGeom>
                <a:avLst/>
                <a:gdLst>
                  <a:gd name="connsiteX0" fmla="*/ 95025 w 205589"/>
                  <a:gd name="connsiteY0" fmla="*/ 73961 h 110102"/>
                  <a:gd name="connsiteX1" fmla="*/ 91166 w 205589"/>
                  <a:gd name="connsiteY1" fmla="*/ 74168 h 110102"/>
                  <a:gd name="connsiteX2" fmla="*/ 69745 w 205589"/>
                  <a:gd name="connsiteY2" fmla="*/ 75245 h 110102"/>
                  <a:gd name="connsiteX3" fmla="*/ 61521 w 205589"/>
                  <a:gd name="connsiteY3" fmla="*/ 75631 h 110102"/>
                  <a:gd name="connsiteX4" fmla="*/ 60976 w 205589"/>
                  <a:gd name="connsiteY4" fmla="*/ 75686 h 110102"/>
                  <a:gd name="connsiteX5" fmla="*/ 59895 w 205589"/>
                  <a:gd name="connsiteY5" fmla="*/ 76328 h 110102"/>
                  <a:gd name="connsiteX6" fmla="*/ 35696 w 205589"/>
                  <a:gd name="connsiteY6" fmla="*/ 102902 h 110102"/>
                  <a:gd name="connsiteX7" fmla="*/ 29694 w 205589"/>
                  <a:gd name="connsiteY7" fmla="*/ 108248 h 110102"/>
                  <a:gd name="connsiteX8" fmla="*/ 29349 w 205589"/>
                  <a:gd name="connsiteY8" fmla="*/ 108428 h 110102"/>
                  <a:gd name="connsiteX9" fmla="*/ 28193 w 205589"/>
                  <a:gd name="connsiteY9" fmla="*/ 108890 h 110102"/>
                  <a:gd name="connsiteX10" fmla="*/ 5702 w 205589"/>
                  <a:gd name="connsiteY10" fmla="*/ 110177 h 110102"/>
                  <a:gd name="connsiteX11" fmla="*/ 3776 w 205589"/>
                  <a:gd name="connsiteY11" fmla="*/ 110177 h 110102"/>
                  <a:gd name="connsiteX12" fmla="*/ 13929 w 205589"/>
                  <a:gd name="connsiteY12" fmla="*/ 101284 h 110102"/>
                  <a:gd name="connsiteX13" fmla="*/ 39758 w 205589"/>
                  <a:gd name="connsiteY13" fmla="*/ 77201 h 110102"/>
                  <a:gd name="connsiteX14" fmla="*/ 36127 w 205589"/>
                  <a:gd name="connsiteY14" fmla="*/ 77201 h 110102"/>
                  <a:gd name="connsiteX15" fmla="*/ 5412 w 205589"/>
                  <a:gd name="connsiteY15" fmla="*/ 78910 h 110102"/>
                  <a:gd name="connsiteX16" fmla="*/ 798 w 205589"/>
                  <a:gd name="connsiteY16" fmla="*/ 79131 h 110102"/>
                  <a:gd name="connsiteX17" fmla="*/ -48 w 205589"/>
                  <a:gd name="connsiteY17" fmla="*/ 78268 h 110102"/>
                  <a:gd name="connsiteX18" fmla="*/ -48 w 205589"/>
                  <a:gd name="connsiteY18" fmla="*/ 65398 h 110102"/>
                  <a:gd name="connsiteX19" fmla="*/ 156 w 205589"/>
                  <a:gd name="connsiteY19" fmla="*/ 64970 h 110102"/>
                  <a:gd name="connsiteX20" fmla="*/ 3486 w 205589"/>
                  <a:gd name="connsiteY20" fmla="*/ 64753 h 110102"/>
                  <a:gd name="connsiteX21" fmla="*/ 6799 w 205589"/>
                  <a:gd name="connsiteY21" fmla="*/ 64536 h 110102"/>
                  <a:gd name="connsiteX22" fmla="*/ 17722 w 205589"/>
                  <a:gd name="connsiteY22" fmla="*/ 64008 h 110102"/>
                  <a:gd name="connsiteX23" fmla="*/ 28645 w 205589"/>
                  <a:gd name="connsiteY23" fmla="*/ 63469 h 110102"/>
                  <a:gd name="connsiteX24" fmla="*/ 48141 w 205589"/>
                  <a:gd name="connsiteY24" fmla="*/ 62403 h 110102"/>
                  <a:gd name="connsiteX25" fmla="*/ 50070 w 205589"/>
                  <a:gd name="connsiteY25" fmla="*/ 61116 h 110102"/>
                  <a:gd name="connsiteX26" fmla="*/ 53707 w 205589"/>
                  <a:gd name="connsiteY26" fmla="*/ 45903 h 110102"/>
                  <a:gd name="connsiteX27" fmla="*/ 55416 w 205589"/>
                  <a:gd name="connsiteY27" fmla="*/ 17206 h 110102"/>
                  <a:gd name="connsiteX28" fmla="*/ 55530 w 205589"/>
                  <a:gd name="connsiteY28" fmla="*/ 9714 h 110102"/>
                  <a:gd name="connsiteX29" fmla="*/ 55633 w 205589"/>
                  <a:gd name="connsiteY29" fmla="*/ 2208 h 110102"/>
                  <a:gd name="connsiteX30" fmla="*/ 57138 w 205589"/>
                  <a:gd name="connsiteY30" fmla="*/ 720 h 110102"/>
                  <a:gd name="connsiteX31" fmla="*/ 63664 w 205589"/>
                  <a:gd name="connsiteY31" fmla="*/ 396 h 110102"/>
                  <a:gd name="connsiteX32" fmla="*/ 70194 w 205589"/>
                  <a:gd name="connsiteY32" fmla="*/ 75 h 110102"/>
                  <a:gd name="connsiteX33" fmla="*/ 71505 w 205589"/>
                  <a:gd name="connsiteY33" fmla="*/ 254 h 110102"/>
                  <a:gd name="connsiteX34" fmla="*/ 71698 w 205589"/>
                  <a:gd name="connsiteY34" fmla="*/ 1566 h 110102"/>
                  <a:gd name="connsiteX35" fmla="*/ 70836 w 205589"/>
                  <a:gd name="connsiteY35" fmla="*/ 30276 h 110102"/>
                  <a:gd name="connsiteX36" fmla="*/ 67623 w 205589"/>
                  <a:gd name="connsiteY36" fmla="*/ 56619 h 110102"/>
                  <a:gd name="connsiteX37" fmla="*/ 66339 w 205589"/>
                  <a:gd name="connsiteY37" fmla="*/ 61323 h 110102"/>
                  <a:gd name="connsiteX38" fmla="*/ 82597 w 205589"/>
                  <a:gd name="connsiteY38" fmla="*/ 60474 h 110102"/>
                  <a:gd name="connsiteX39" fmla="*/ 98876 w 205589"/>
                  <a:gd name="connsiteY39" fmla="*/ 59614 h 110102"/>
                  <a:gd name="connsiteX40" fmla="*/ 98876 w 205589"/>
                  <a:gd name="connsiteY40" fmla="*/ 73764 h 110102"/>
                  <a:gd name="connsiteX41" fmla="*/ 95025 w 205589"/>
                  <a:gd name="connsiteY41" fmla="*/ 73981 h 110102"/>
                  <a:gd name="connsiteX42" fmla="*/ 205542 w 205589"/>
                  <a:gd name="connsiteY42" fmla="*/ 67100 h 110102"/>
                  <a:gd name="connsiteX43" fmla="*/ 204254 w 205589"/>
                  <a:gd name="connsiteY43" fmla="*/ 68384 h 110102"/>
                  <a:gd name="connsiteX44" fmla="*/ 188513 w 205589"/>
                  <a:gd name="connsiteY44" fmla="*/ 69143 h 110102"/>
                  <a:gd name="connsiteX45" fmla="*/ 172769 w 205589"/>
                  <a:gd name="connsiteY45" fmla="*/ 69888 h 110102"/>
                  <a:gd name="connsiteX46" fmla="*/ 168918 w 205589"/>
                  <a:gd name="connsiteY46" fmla="*/ 69988 h 110102"/>
                  <a:gd name="connsiteX47" fmla="*/ 165059 w 205589"/>
                  <a:gd name="connsiteY47" fmla="*/ 70106 h 110102"/>
                  <a:gd name="connsiteX48" fmla="*/ 163558 w 205589"/>
                  <a:gd name="connsiteY48" fmla="*/ 71597 h 110102"/>
                  <a:gd name="connsiteX49" fmla="*/ 163558 w 205589"/>
                  <a:gd name="connsiteY49" fmla="*/ 100086 h 110102"/>
                  <a:gd name="connsiteX50" fmla="*/ 163337 w 205589"/>
                  <a:gd name="connsiteY50" fmla="*/ 101591 h 110102"/>
                  <a:gd name="connsiteX51" fmla="*/ 161846 w 205589"/>
                  <a:gd name="connsiteY51" fmla="*/ 101794 h 110102"/>
                  <a:gd name="connsiteX52" fmla="*/ 150281 w 205589"/>
                  <a:gd name="connsiteY52" fmla="*/ 102440 h 110102"/>
                  <a:gd name="connsiteX53" fmla="*/ 147275 w 205589"/>
                  <a:gd name="connsiteY53" fmla="*/ 102440 h 110102"/>
                  <a:gd name="connsiteX54" fmla="*/ 147275 w 205589"/>
                  <a:gd name="connsiteY54" fmla="*/ 71172 h 110102"/>
                  <a:gd name="connsiteX55" fmla="*/ 125982 w 205589"/>
                  <a:gd name="connsiteY55" fmla="*/ 72277 h 110102"/>
                  <a:gd name="connsiteX56" fmla="*/ 105934 w 205589"/>
                  <a:gd name="connsiteY56" fmla="*/ 73312 h 110102"/>
                  <a:gd name="connsiteX57" fmla="*/ 105727 w 205589"/>
                  <a:gd name="connsiteY57" fmla="*/ 72246 h 110102"/>
                  <a:gd name="connsiteX58" fmla="*/ 105727 w 205589"/>
                  <a:gd name="connsiteY58" fmla="*/ 60256 h 110102"/>
                  <a:gd name="connsiteX59" fmla="*/ 107011 w 205589"/>
                  <a:gd name="connsiteY59" fmla="*/ 58969 h 110102"/>
                  <a:gd name="connsiteX60" fmla="*/ 115262 w 205589"/>
                  <a:gd name="connsiteY60" fmla="*/ 58548 h 110102"/>
                  <a:gd name="connsiteX61" fmla="*/ 123500 w 205589"/>
                  <a:gd name="connsiteY61" fmla="*/ 58110 h 110102"/>
                  <a:gd name="connsiteX62" fmla="*/ 131393 w 205589"/>
                  <a:gd name="connsiteY62" fmla="*/ 57685 h 110102"/>
                  <a:gd name="connsiteX63" fmla="*/ 147269 w 205589"/>
                  <a:gd name="connsiteY63" fmla="*/ 56826 h 110102"/>
                  <a:gd name="connsiteX64" fmla="*/ 147269 w 205589"/>
                  <a:gd name="connsiteY64" fmla="*/ 50838 h 110102"/>
                  <a:gd name="connsiteX65" fmla="*/ 147344 w 205589"/>
                  <a:gd name="connsiteY65" fmla="*/ 49247 h 110102"/>
                  <a:gd name="connsiteX66" fmla="*/ 149194 w 205589"/>
                  <a:gd name="connsiteY66" fmla="*/ 48902 h 110102"/>
                  <a:gd name="connsiteX67" fmla="*/ 162046 w 205589"/>
                  <a:gd name="connsiteY67" fmla="*/ 48260 h 110102"/>
                  <a:gd name="connsiteX68" fmla="*/ 163551 w 205589"/>
                  <a:gd name="connsiteY68" fmla="*/ 48284 h 110102"/>
                  <a:gd name="connsiteX69" fmla="*/ 163769 w 205589"/>
                  <a:gd name="connsiteY69" fmla="*/ 49751 h 110102"/>
                  <a:gd name="connsiteX70" fmla="*/ 163769 w 205589"/>
                  <a:gd name="connsiteY70" fmla="*/ 55117 h 110102"/>
                  <a:gd name="connsiteX71" fmla="*/ 164835 w 205589"/>
                  <a:gd name="connsiteY71" fmla="*/ 56184 h 110102"/>
                  <a:gd name="connsiteX72" fmla="*/ 174088 w 205589"/>
                  <a:gd name="connsiteY72" fmla="*/ 55670 h 110102"/>
                  <a:gd name="connsiteX73" fmla="*/ 183689 w 205589"/>
                  <a:gd name="connsiteY73" fmla="*/ 55117 h 110102"/>
                  <a:gd name="connsiteX74" fmla="*/ 193324 w 205589"/>
                  <a:gd name="connsiteY74" fmla="*/ 54693 h 110102"/>
                  <a:gd name="connsiteX75" fmla="*/ 204247 w 205589"/>
                  <a:gd name="connsiteY75" fmla="*/ 54051 h 110102"/>
                  <a:gd name="connsiteX76" fmla="*/ 205535 w 205589"/>
                  <a:gd name="connsiteY76" fmla="*/ 55335 h 110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05589" h="110102">
                    <a:moveTo>
                      <a:pt x="95025" y="73961"/>
                    </a:moveTo>
                    <a:cubicBezTo>
                      <a:pt x="93737" y="74013"/>
                      <a:pt x="92454" y="74064"/>
                      <a:pt x="91166" y="74168"/>
                    </a:cubicBezTo>
                    <a:cubicBezTo>
                      <a:pt x="83881" y="74603"/>
                      <a:pt x="76596" y="75027"/>
                      <a:pt x="69745" y="75245"/>
                    </a:cubicBezTo>
                    <a:cubicBezTo>
                      <a:pt x="66932" y="75245"/>
                      <a:pt x="64309" y="75428"/>
                      <a:pt x="61521" y="75631"/>
                    </a:cubicBezTo>
                    <a:lnTo>
                      <a:pt x="60976" y="75686"/>
                    </a:lnTo>
                    <a:cubicBezTo>
                      <a:pt x="60537" y="75686"/>
                      <a:pt x="60113" y="76111"/>
                      <a:pt x="59895" y="76328"/>
                    </a:cubicBezTo>
                    <a:cubicBezTo>
                      <a:pt x="53266" y="86609"/>
                      <a:pt x="44476" y="94744"/>
                      <a:pt x="35696" y="102902"/>
                    </a:cubicBezTo>
                    <a:cubicBezTo>
                      <a:pt x="33690" y="104679"/>
                      <a:pt x="31689" y="106460"/>
                      <a:pt x="29694" y="108248"/>
                    </a:cubicBezTo>
                    <a:lnTo>
                      <a:pt x="29349" y="108428"/>
                    </a:lnTo>
                    <a:cubicBezTo>
                      <a:pt x="29002" y="108664"/>
                      <a:pt x="28607" y="108822"/>
                      <a:pt x="28193" y="108890"/>
                    </a:cubicBezTo>
                    <a:lnTo>
                      <a:pt x="5702" y="110177"/>
                    </a:lnTo>
                    <a:lnTo>
                      <a:pt x="3776" y="110177"/>
                    </a:lnTo>
                    <a:cubicBezTo>
                      <a:pt x="7141" y="107171"/>
                      <a:pt x="10533" y="104228"/>
                      <a:pt x="13929" y="101284"/>
                    </a:cubicBezTo>
                    <a:cubicBezTo>
                      <a:pt x="22833" y="93574"/>
                      <a:pt x="31685" y="85888"/>
                      <a:pt x="39758" y="77201"/>
                    </a:cubicBezTo>
                    <a:lnTo>
                      <a:pt x="36127" y="77201"/>
                    </a:lnTo>
                    <a:cubicBezTo>
                      <a:pt x="25895" y="77919"/>
                      <a:pt x="15657" y="78489"/>
                      <a:pt x="5412" y="78910"/>
                    </a:cubicBezTo>
                    <a:cubicBezTo>
                      <a:pt x="3859" y="78962"/>
                      <a:pt x="2306" y="79013"/>
                      <a:pt x="798" y="79131"/>
                    </a:cubicBezTo>
                    <a:cubicBezTo>
                      <a:pt x="156" y="79131"/>
                      <a:pt x="-48" y="78910"/>
                      <a:pt x="-48" y="78268"/>
                    </a:cubicBezTo>
                    <a:lnTo>
                      <a:pt x="-48" y="65398"/>
                    </a:lnTo>
                    <a:cubicBezTo>
                      <a:pt x="62" y="65280"/>
                      <a:pt x="133" y="65131"/>
                      <a:pt x="156" y="64970"/>
                    </a:cubicBezTo>
                    <a:cubicBezTo>
                      <a:pt x="1236" y="64857"/>
                      <a:pt x="2354" y="64805"/>
                      <a:pt x="3486" y="64753"/>
                    </a:cubicBezTo>
                    <a:cubicBezTo>
                      <a:pt x="4618" y="64701"/>
                      <a:pt x="5733" y="64653"/>
                      <a:pt x="6799" y="64536"/>
                    </a:cubicBezTo>
                    <a:cubicBezTo>
                      <a:pt x="10437" y="64332"/>
                      <a:pt x="14088" y="64163"/>
                      <a:pt x="17722" y="64008"/>
                    </a:cubicBezTo>
                    <a:cubicBezTo>
                      <a:pt x="21356" y="63852"/>
                      <a:pt x="25007" y="63687"/>
                      <a:pt x="28645" y="63469"/>
                    </a:cubicBezTo>
                    <a:cubicBezTo>
                      <a:pt x="35071" y="63045"/>
                      <a:pt x="41715" y="62606"/>
                      <a:pt x="48141" y="62403"/>
                    </a:cubicBezTo>
                    <a:cubicBezTo>
                      <a:pt x="49207" y="62403"/>
                      <a:pt x="49632" y="61965"/>
                      <a:pt x="50070" y="61116"/>
                    </a:cubicBezTo>
                    <a:cubicBezTo>
                      <a:pt x="51805" y="56184"/>
                      <a:pt x="53024" y="51086"/>
                      <a:pt x="53707" y="45903"/>
                    </a:cubicBezTo>
                    <a:cubicBezTo>
                      <a:pt x="54991" y="36481"/>
                      <a:pt x="55209" y="26842"/>
                      <a:pt x="55416" y="17206"/>
                    </a:cubicBezTo>
                    <a:cubicBezTo>
                      <a:pt x="55416" y="14739"/>
                      <a:pt x="55478" y="12233"/>
                      <a:pt x="55530" y="9714"/>
                    </a:cubicBezTo>
                    <a:cubicBezTo>
                      <a:pt x="55581" y="7194"/>
                      <a:pt x="55633" y="4675"/>
                      <a:pt x="55633" y="2208"/>
                    </a:cubicBezTo>
                    <a:cubicBezTo>
                      <a:pt x="55633" y="1141"/>
                      <a:pt x="56058" y="720"/>
                      <a:pt x="57138" y="720"/>
                    </a:cubicBezTo>
                    <a:lnTo>
                      <a:pt x="63664" y="396"/>
                    </a:lnTo>
                    <a:lnTo>
                      <a:pt x="70194" y="75"/>
                    </a:lnTo>
                    <a:cubicBezTo>
                      <a:pt x="70953" y="75"/>
                      <a:pt x="71326" y="75"/>
                      <a:pt x="71505" y="254"/>
                    </a:cubicBezTo>
                    <a:cubicBezTo>
                      <a:pt x="71685" y="434"/>
                      <a:pt x="71698" y="820"/>
                      <a:pt x="71698" y="1566"/>
                    </a:cubicBezTo>
                    <a:cubicBezTo>
                      <a:pt x="71477" y="11205"/>
                      <a:pt x="71274" y="20637"/>
                      <a:pt x="70836" y="30276"/>
                    </a:cubicBezTo>
                    <a:cubicBezTo>
                      <a:pt x="70411" y="39052"/>
                      <a:pt x="69769" y="47829"/>
                      <a:pt x="67623" y="56619"/>
                    </a:cubicBezTo>
                    <a:cubicBezTo>
                      <a:pt x="67198" y="58110"/>
                      <a:pt x="66774" y="59614"/>
                      <a:pt x="66339" y="61323"/>
                    </a:cubicBezTo>
                    <a:cubicBezTo>
                      <a:pt x="71736" y="61005"/>
                      <a:pt x="77156" y="60722"/>
                      <a:pt x="82597" y="60474"/>
                    </a:cubicBezTo>
                    <a:cubicBezTo>
                      <a:pt x="87995" y="60204"/>
                      <a:pt x="93417" y="59935"/>
                      <a:pt x="98876" y="59614"/>
                    </a:cubicBezTo>
                    <a:lnTo>
                      <a:pt x="98876" y="73764"/>
                    </a:lnTo>
                    <a:cubicBezTo>
                      <a:pt x="97592" y="73868"/>
                      <a:pt x="96309" y="73916"/>
                      <a:pt x="95025" y="73981"/>
                    </a:cubicBezTo>
                    <a:close/>
                    <a:moveTo>
                      <a:pt x="205542" y="67100"/>
                    </a:moveTo>
                    <a:cubicBezTo>
                      <a:pt x="205542" y="68177"/>
                      <a:pt x="205103" y="68384"/>
                      <a:pt x="204254" y="68384"/>
                    </a:cubicBezTo>
                    <a:cubicBezTo>
                      <a:pt x="198998" y="68601"/>
                      <a:pt x="193756" y="68874"/>
                      <a:pt x="188513" y="69143"/>
                    </a:cubicBezTo>
                    <a:cubicBezTo>
                      <a:pt x="183271" y="69412"/>
                      <a:pt x="178015" y="69668"/>
                      <a:pt x="172769" y="69888"/>
                    </a:cubicBezTo>
                    <a:cubicBezTo>
                      <a:pt x="171485" y="69888"/>
                      <a:pt x="170202" y="69940"/>
                      <a:pt x="168918" y="69988"/>
                    </a:cubicBezTo>
                    <a:cubicBezTo>
                      <a:pt x="167634" y="70037"/>
                      <a:pt x="166347" y="70106"/>
                      <a:pt x="165059" y="70106"/>
                    </a:cubicBezTo>
                    <a:cubicBezTo>
                      <a:pt x="163983" y="70106"/>
                      <a:pt x="163558" y="70530"/>
                      <a:pt x="163558" y="71597"/>
                    </a:cubicBezTo>
                    <a:lnTo>
                      <a:pt x="163558" y="100086"/>
                    </a:lnTo>
                    <a:cubicBezTo>
                      <a:pt x="163558" y="100949"/>
                      <a:pt x="163558" y="101373"/>
                      <a:pt x="163337" y="101591"/>
                    </a:cubicBezTo>
                    <a:cubicBezTo>
                      <a:pt x="163116" y="101808"/>
                      <a:pt x="162695" y="101794"/>
                      <a:pt x="161846" y="101794"/>
                    </a:cubicBezTo>
                    <a:lnTo>
                      <a:pt x="150281" y="102440"/>
                    </a:lnTo>
                    <a:lnTo>
                      <a:pt x="147275" y="102440"/>
                    </a:lnTo>
                    <a:lnTo>
                      <a:pt x="147275" y="71172"/>
                    </a:lnTo>
                    <a:cubicBezTo>
                      <a:pt x="140128" y="71517"/>
                      <a:pt x="133050" y="71894"/>
                      <a:pt x="125982" y="72277"/>
                    </a:cubicBezTo>
                    <a:cubicBezTo>
                      <a:pt x="119286" y="72639"/>
                      <a:pt x="112615" y="72998"/>
                      <a:pt x="105934" y="73312"/>
                    </a:cubicBezTo>
                    <a:cubicBezTo>
                      <a:pt x="105783" y="72978"/>
                      <a:pt x="105712" y="72612"/>
                      <a:pt x="105727" y="72246"/>
                    </a:cubicBezTo>
                    <a:lnTo>
                      <a:pt x="105727" y="60256"/>
                    </a:lnTo>
                    <a:cubicBezTo>
                      <a:pt x="105727" y="59393"/>
                      <a:pt x="106151" y="58969"/>
                      <a:pt x="107011" y="58969"/>
                    </a:cubicBezTo>
                    <a:cubicBezTo>
                      <a:pt x="109803" y="58869"/>
                      <a:pt x="112533" y="58714"/>
                      <a:pt x="115262" y="58548"/>
                    </a:cubicBezTo>
                    <a:cubicBezTo>
                      <a:pt x="117992" y="58382"/>
                      <a:pt x="120726" y="58227"/>
                      <a:pt x="123500" y="58110"/>
                    </a:cubicBezTo>
                    <a:cubicBezTo>
                      <a:pt x="126147" y="57982"/>
                      <a:pt x="128770" y="57827"/>
                      <a:pt x="131393" y="57685"/>
                    </a:cubicBezTo>
                    <a:lnTo>
                      <a:pt x="147269" y="56826"/>
                    </a:lnTo>
                    <a:lnTo>
                      <a:pt x="147269" y="50838"/>
                    </a:lnTo>
                    <a:cubicBezTo>
                      <a:pt x="147269" y="49889"/>
                      <a:pt x="147165" y="49457"/>
                      <a:pt x="147344" y="49247"/>
                    </a:cubicBezTo>
                    <a:cubicBezTo>
                      <a:pt x="147524" y="49036"/>
                      <a:pt x="147986" y="49016"/>
                      <a:pt x="149194" y="48902"/>
                    </a:cubicBezTo>
                    <a:lnTo>
                      <a:pt x="162046" y="48260"/>
                    </a:lnTo>
                    <a:cubicBezTo>
                      <a:pt x="162909" y="48143"/>
                      <a:pt x="163330" y="48091"/>
                      <a:pt x="163551" y="48284"/>
                    </a:cubicBezTo>
                    <a:cubicBezTo>
                      <a:pt x="163772" y="48477"/>
                      <a:pt x="163769" y="48902"/>
                      <a:pt x="163769" y="49751"/>
                    </a:cubicBezTo>
                    <a:lnTo>
                      <a:pt x="163769" y="55117"/>
                    </a:lnTo>
                    <a:cubicBezTo>
                      <a:pt x="163769" y="55977"/>
                      <a:pt x="163976" y="56184"/>
                      <a:pt x="164835" y="56184"/>
                    </a:cubicBezTo>
                    <a:cubicBezTo>
                      <a:pt x="167941" y="55977"/>
                      <a:pt x="171047" y="55821"/>
                      <a:pt x="174088" y="55670"/>
                    </a:cubicBezTo>
                    <a:cubicBezTo>
                      <a:pt x="177301" y="55500"/>
                      <a:pt x="180500" y="55324"/>
                      <a:pt x="183689" y="55117"/>
                    </a:cubicBezTo>
                    <a:cubicBezTo>
                      <a:pt x="186902" y="55117"/>
                      <a:pt x="190111" y="54897"/>
                      <a:pt x="193324" y="54693"/>
                    </a:cubicBezTo>
                    <a:lnTo>
                      <a:pt x="204247" y="54051"/>
                    </a:lnTo>
                    <a:cubicBezTo>
                      <a:pt x="205314" y="54051"/>
                      <a:pt x="205535" y="54472"/>
                      <a:pt x="205535" y="55335"/>
                    </a:cubicBezTo>
                    <a:close/>
                  </a:path>
                </a:pathLst>
              </a:custGeom>
              <a:solidFill>
                <a:srgbClr val="FFFFFF"/>
              </a:solidFill>
              <a:ln w="332" cap="flat">
                <a:noFill/>
                <a:prstDash val="solid"/>
                <a:miter/>
              </a:ln>
            </p:spPr>
            <p:txBody>
              <a:bodyPr rtlCol="0" anchor="ctr"/>
              <a:lstStyle/>
              <a:p>
                <a:endParaRPr lang="zh-CN" altLang="en-US"/>
              </a:p>
            </p:txBody>
          </p:sp>
        </p:grpSp>
      </p:grpSp>
      <p:grpSp>
        <p:nvGrpSpPr>
          <p:cNvPr id="37" name="组合 36">
            <a:extLst>
              <a:ext uri="{FF2B5EF4-FFF2-40B4-BE49-F238E27FC236}">
                <a16:creationId xmlns:a16="http://schemas.microsoft.com/office/drawing/2014/main" id="{90549284-4DD9-6296-179A-00214DB79B27}"/>
              </a:ext>
            </a:extLst>
          </p:cNvPr>
          <p:cNvGrpSpPr/>
          <p:nvPr/>
        </p:nvGrpSpPr>
        <p:grpSpPr>
          <a:xfrm>
            <a:off x="4495651" y="3254342"/>
            <a:ext cx="1368000" cy="1368000"/>
            <a:chOff x="5050952" y="3219662"/>
            <a:chExt cx="1509223" cy="1509222"/>
          </a:xfrm>
        </p:grpSpPr>
        <p:sp>
          <p:nvSpPr>
            <p:cNvPr id="34" name="矩形: 圆角 33">
              <a:extLst>
                <a:ext uri="{FF2B5EF4-FFF2-40B4-BE49-F238E27FC236}">
                  <a16:creationId xmlns:a16="http://schemas.microsoft.com/office/drawing/2014/main" id="{A9B35EC6-336E-6B9A-DD1B-7D97CC384B60}"/>
                </a:ext>
              </a:extLst>
            </p:cNvPr>
            <p:cNvSpPr/>
            <p:nvPr/>
          </p:nvSpPr>
          <p:spPr>
            <a:xfrm>
              <a:off x="5050952" y="3219662"/>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a:extLst>
                <a:ext uri="{FF2B5EF4-FFF2-40B4-BE49-F238E27FC236}">
                  <a16:creationId xmlns:a16="http://schemas.microsoft.com/office/drawing/2014/main" id="{39D250B7-DD83-E1D2-4E5C-811B7244EDED}"/>
                </a:ext>
              </a:extLst>
            </p:cNvPr>
            <p:cNvGrpSpPr/>
            <p:nvPr/>
          </p:nvGrpSpPr>
          <p:grpSpPr>
            <a:xfrm>
              <a:off x="5114101" y="3284941"/>
              <a:ext cx="1389535" cy="1389536"/>
              <a:chOff x="5070027" y="3312010"/>
              <a:chExt cx="1389535" cy="1389536"/>
            </a:xfrm>
          </p:grpSpPr>
          <p:pic>
            <p:nvPicPr>
              <p:cNvPr id="1030" name="Picture 6">
                <a:extLst>
                  <a:ext uri="{FF2B5EF4-FFF2-40B4-BE49-F238E27FC236}">
                    <a16:creationId xmlns:a16="http://schemas.microsoft.com/office/drawing/2014/main" id="{C630B8D8-6416-B311-6D39-6261D48D7CB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70027" y="3312010"/>
                <a:ext cx="1389535" cy="1389536"/>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组合 12">
                <a:extLst>
                  <a:ext uri="{FF2B5EF4-FFF2-40B4-BE49-F238E27FC236}">
                    <a16:creationId xmlns:a16="http://schemas.microsoft.com/office/drawing/2014/main" id="{1BD4347D-9C84-AB27-CAC2-E70960D955FD}"/>
                  </a:ext>
                </a:extLst>
              </p:cNvPr>
              <p:cNvGrpSpPr/>
              <p:nvPr/>
            </p:nvGrpSpPr>
            <p:grpSpPr>
              <a:xfrm>
                <a:off x="5617194" y="3859178"/>
                <a:ext cx="295200" cy="295200"/>
                <a:chOff x="5638852" y="3880835"/>
                <a:chExt cx="295200" cy="295200"/>
              </a:xfrm>
            </p:grpSpPr>
            <p:sp>
              <p:nvSpPr>
                <p:cNvPr id="53" name="任意多边形: 形状 52">
                  <a:extLst>
                    <a:ext uri="{FF2B5EF4-FFF2-40B4-BE49-F238E27FC236}">
                      <a16:creationId xmlns:a16="http://schemas.microsoft.com/office/drawing/2014/main" id="{C73A9DAE-4636-3402-9D80-82A247E0BB6F}"/>
                    </a:ext>
                  </a:extLst>
                </p:cNvPr>
                <p:cNvSpPr/>
                <p:nvPr/>
              </p:nvSpPr>
              <p:spPr>
                <a:xfrm>
                  <a:off x="5638852" y="3880835"/>
                  <a:ext cx="295200" cy="295200"/>
                </a:xfrm>
                <a:custGeom>
                  <a:avLst/>
                  <a:gdLst>
                    <a:gd name="connsiteX0" fmla="*/ 292103 w 1622810"/>
                    <a:gd name="connsiteY0" fmla="*/ 111 h 1622810"/>
                    <a:gd name="connsiteX1" fmla="*/ 1330686 w 1622810"/>
                    <a:gd name="connsiteY1" fmla="*/ 111 h 1622810"/>
                    <a:gd name="connsiteX2" fmla="*/ 1622799 w 1622810"/>
                    <a:gd name="connsiteY2" fmla="*/ 292205 h 1622810"/>
                    <a:gd name="connsiteX3" fmla="*/ 1622799 w 1622810"/>
                    <a:gd name="connsiteY3" fmla="*/ 1330808 h 1622810"/>
                    <a:gd name="connsiteX4" fmla="*/ 1330686 w 1622810"/>
                    <a:gd name="connsiteY4" fmla="*/ 1622921 h 1622810"/>
                    <a:gd name="connsiteX5" fmla="*/ 292103 w 1622810"/>
                    <a:gd name="connsiteY5" fmla="*/ 1622921 h 1622810"/>
                    <a:gd name="connsiteX6" fmla="*/ -11 w 1622810"/>
                    <a:gd name="connsiteY6" fmla="*/ 1330808 h 1622810"/>
                    <a:gd name="connsiteX7" fmla="*/ -11 w 1622810"/>
                    <a:gd name="connsiteY7" fmla="*/ 292205 h 1622810"/>
                    <a:gd name="connsiteX8" fmla="*/ 292103 w 1622810"/>
                    <a:gd name="connsiteY8" fmla="*/ 111 h 1622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2810" h="1622810">
                      <a:moveTo>
                        <a:pt x="292103" y="111"/>
                      </a:moveTo>
                      <a:lnTo>
                        <a:pt x="1330686" y="111"/>
                      </a:lnTo>
                      <a:cubicBezTo>
                        <a:pt x="1525429" y="111"/>
                        <a:pt x="1622799" y="97476"/>
                        <a:pt x="1622799" y="292205"/>
                      </a:cubicBezTo>
                      <a:lnTo>
                        <a:pt x="1622799" y="1330808"/>
                      </a:lnTo>
                      <a:cubicBezTo>
                        <a:pt x="1622799" y="1525551"/>
                        <a:pt x="1525429" y="1622921"/>
                        <a:pt x="1330686" y="1622921"/>
                      </a:cubicBezTo>
                      <a:lnTo>
                        <a:pt x="292103" y="1622921"/>
                      </a:lnTo>
                      <a:cubicBezTo>
                        <a:pt x="97360" y="1622921"/>
                        <a:pt x="-11" y="1525551"/>
                        <a:pt x="-11" y="1330808"/>
                      </a:cubicBezTo>
                      <a:lnTo>
                        <a:pt x="-11" y="292205"/>
                      </a:lnTo>
                      <a:cubicBezTo>
                        <a:pt x="-11" y="97476"/>
                        <a:pt x="97360" y="111"/>
                        <a:pt x="292103" y="111"/>
                      </a:cubicBezTo>
                      <a:close/>
                    </a:path>
                  </a:pathLst>
                </a:custGeom>
                <a:solidFill>
                  <a:srgbClr val="111111"/>
                </a:solidFill>
                <a:ln w="12700" cap="flat">
                  <a:solidFill>
                    <a:srgbClr val="FFFFFF"/>
                  </a:solidFill>
                  <a:prstDash val="solid"/>
                  <a:miter/>
                </a:ln>
              </p:spPr>
              <p:txBody>
                <a:bodyPr rtlCol="0" anchor="ctr"/>
                <a:lstStyle/>
                <a:p>
                  <a:endParaRPr lang="zh-CN" altLang="en-US"/>
                </a:p>
              </p:txBody>
            </p:sp>
            <p:grpSp>
              <p:nvGrpSpPr>
                <p:cNvPr id="10" name="组合 9">
                  <a:extLst>
                    <a:ext uri="{FF2B5EF4-FFF2-40B4-BE49-F238E27FC236}">
                      <a16:creationId xmlns:a16="http://schemas.microsoft.com/office/drawing/2014/main" id="{E57A8968-DFBE-04AC-7EE6-E7B454498D74}"/>
                    </a:ext>
                  </a:extLst>
                </p:cNvPr>
                <p:cNvGrpSpPr/>
                <p:nvPr/>
              </p:nvGrpSpPr>
              <p:grpSpPr>
                <a:xfrm>
                  <a:off x="5705964" y="3927149"/>
                  <a:ext cx="160977" cy="202573"/>
                  <a:chOff x="5679421" y="3904200"/>
                  <a:chExt cx="160977" cy="202573"/>
                </a:xfrm>
              </p:grpSpPr>
              <p:sp>
                <p:nvSpPr>
                  <p:cNvPr id="54" name="任意多边形: 形状 53">
                    <a:extLst>
                      <a:ext uri="{FF2B5EF4-FFF2-40B4-BE49-F238E27FC236}">
                        <a16:creationId xmlns:a16="http://schemas.microsoft.com/office/drawing/2014/main" id="{2041520E-72A6-C128-C242-267D2AC8F1D0}"/>
                      </a:ext>
                    </a:extLst>
                  </p:cNvPr>
                  <p:cNvSpPr/>
                  <p:nvPr/>
                </p:nvSpPr>
                <p:spPr>
                  <a:xfrm>
                    <a:off x="5689100" y="3913883"/>
                    <a:ext cx="151298" cy="192890"/>
                  </a:xfrm>
                  <a:custGeom>
                    <a:avLst/>
                    <a:gdLst>
                      <a:gd name="connsiteX0" fmla="*/ -11 w 974755"/>
                      <a:gd name="connsiteY0" fmla="*/ 849927 h 1242721"/>
                      <a:gd name="connsiteX1" fmla="*/ 389804 w 974755"/>
                      <a:gd name="connsiteY1" fmla="*/ 460112 h 1242721"/>
                      <a:gd name="connsiteX2" fmla="*/ 389804 w 974755"/>
                      <a:gd name="connsiteY2" fmla="*/ 694005 h 1242721"/>
                      <a:gd name="connsiteX3" fmla="*/ 233882 w 974755"/>
                      <a:gd name="connsiteY3" fmla="*/ 849908 h 1242721"/>
                      <a:gd name="connsiteX4" fmla="*/ 366290 w 974755"/>
                      <a:gd name="connsiteY4" fmla="*/ 1008960 h 1242721"/>
                      <a:gd name="connsiteX5" fmla="*/ 514566 w 974755"/>
                      <a:gd name="connsiteY5" fmla="*/ 886615 h 1242721"/>
                      <a:gd name="connsiteX6" fmla="*/ 514566 w 974755"/>
                      <a:gd name="connsiteY6" fmla="*/ 111 h 1242721"/>
                      <a:gd name="connsiteX7" fmla="*/ 763792 w 974755"/>
                      <a:gd name="connsiteY7" fmla="*/ 111 h 1242721"/>
                      <a:gd name="connsiteX8" fmla="*/ 974745 w 974755"/>
                      <a:gd name="connsiteY8" fmla="*/ 210886 h 1242721"/>
                      <a:gd name="connsiteX9" fmla="*/ 974547 w 974755"/>
                      <a:gd name="connsiteY9" fmla="*/ 444344 h 1242721"/>
                      <a:gd name="connsiteX10" fmla="*/ 748518 w 974755"/>
                      <a:gd name="connsiteY10" fmla="*/ 382676 h 1242721"/>
                      <a:gd name="connsiteX11" fmla="*/ 748518 w 974755"/>
                      <a:gd name="connsiteY11" fmla="*/ 886615 h 1242721"/>
                      <a:gd name="connsiteX12" fmla="*/ 366369 w 974755"/>
                      <a:gd name="connsiteY12" fmla="*/ 1242833 h 1242721"/>
                      <a:gd name="connsiteX13" fmla="*/ 88 w 974755"/>
                      <a:gd name="connsiteY13" fmla="*/ 849927 h 1242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721">
                        <a:moveTo>
                          <a:pt x="-11" y="849927"/>
                        </a:moveTo>
                        <a:cubicBezTo>
                          <a:pt x="227" y="634754"/>
                          <a:pt x="174612" y="460370"/>
                          <a:pt x="389804" y="460112"/>
                        </a:cubicBezTo>
                        <a:lnTo>
                          <a:pt x="389804" y="694005"/>
                        </a:lnTo>
                        <a:cubicBezTo>
                          <a:pt x="303735" y="694092"/>
                          <a:pt x="233981" y="763838"/>
                          <a:pt x="233882" y="849908"/>
                        </a:cubicBezTo>
                        <a:cubicBezTo>
                          <a:pt x="233882" y="926531"/>
                          <a:pt x="275324" y="1008960"/>
                          <a:pt x="366290" y="1008960"/>
                        </a:cubicBezTo>
                        <a:cubicBezTo>
                          <a:pt x="372352" y="1008960"/>
                          <a:pt x="514566" y="1007553"/>
                          <a:pt x="514566" y="886615"/>
                        </a:cubicBezTo>
                        <a:lnTo>
                          <a:pt x="514566" y="111"/>
                        </a:lnTo>
                        <a:lnTo>
                          <a:pt x="763792" y="111"/>
                        </a:lnTo>
                        <a:cubicBezTo>
                          <a:pt x="764053" y="116480"/>
                          <a:pt x="858377" y="210724"/>
                          <a:pt x="974745" y="210886"/>
                        </a:cubicBezTo>
                        <a:lnTo>
                          <a:pt x="974547" y="444344"/>
                        </a:lnTo>
                        <a:cubicBezTo>
                          <a:pt x="894967" y="444958"/>
                          <a:pt x="816759" y="423621"/>
                          <a:pt x="748518" y="382676"/>
                        </a:cubicBezTo>
                        <a:lnTo>
                          <a:pt x="748518" y="886615"/>
                        </a:lnTo>
                        <a:cubicBezTo>
                          <a:pt x="748518" y="1117992"/>
                          <a:pt x="551630" y="1242833"/>
                          <a:pt x="366369" y="1242833"/>
                        </a:cubicBezTo>
                        <a:cubicBezTo>
                          <a:pt x="157575" y="1242833"/>
                          <a:pt x="88" y="1073935"/>
                          <a:pt x="88" y="849927"/>
                        </a:cubicBezTo>
                        <a:close/>
                      </a:path>
                    </a:pathLst>
                  </a:custGeom>
                  <a:solidFill>
                    <a:srgbClr val="FF4040"/>
                  </a:solidFill>
                  <a:ln w="1977" cap="flat">
                    <a:noFill/>
                    <a:prstDash val="solid"/>
                    <a:miter/>
                  </a:ln>
                </p:spPr>
                <p:txBody>
                  <a:bodyPr rtlCol="0" anchor="ctr"/>
                  <a:lstStyle/>
                  <a:p>
                    <a:endParaRPr lang="zh-CN" altLang="en-US"/>
                  </a:p>
                </p:txBody>
              </p:sp>
              <p:sp>
                <p:nvSpPr>
                  <p:cNvPr id="55" name="任意多边形: 形状 54">
                    <a:extLst>
                      <a:ext uri="{FF2B5EF4-FFF2-40B4-BE49-F238E27FC236}">
                        <a16:creationId xmlns:a16="http://schemas.microsoft.com/office/drawing/2014/main" id="{D276CF54-134A-E352-E39D-84B736282288}"/>
                      </a:ext>
                    </a:extLst>
                  </p:cNvPr>
                  <p:cNvSpPr/>
                  <p:nvPr/>
                </p:nvSpPr>
                <p:spPr>
                  <a:xfrm>
                    <a:off x="5679421" y="3904200"/>
                    <a:ext cx="151298" cy="192878"/>
                  </a:xfrm>
                  <a:custGeom>
                    <a:avLst/>
                    <a:gdLst>
                      <a:gd name="connsiteX0" fmla="*/ -11 w 974755"/>
                      <a:gd name="connsiteY0" fmla="*/ 849927 h 1242642"/>
                      <a:gd name="connsiteX1" fmla="*/ 389804 w 974755"/>
                      <a:gd name="connsiteY1" fmla="*/ 460112 h 1242642"/>
                      <a:gd name="connsiteX2" fmla="*/ 389804 w 974755"/>
                      <a:gd name="connsiteY2" fmla="*/ 694005 h 1242642"/>
                      <a:gd name="connsiteX3" fmla="*/ 233882 w 974755"/>
                      <a:gd name="connsiteY3" fmla="*/ 849927 h 1242642"/>
                      <a:gd name="connsiteX4" fmla="*/ 366290 w 974755"/>
                      <a:gd name="connsiteY4" fmla="*/ 1008960 h 1242642"/>
                      <a:gd name="connsiteX5" fmla="*/ 514546 w 974755"/>
                      <a:gd name="connsiteY5" fmla="*/ 886615 h 1242642"/>
                      <a:gd name="connsiteX6" fmla="*/ 514546 w 974755"/>
                      <a:gd name="connsiteY6" fmla="*/ 111 h 1242642"/>
                      <a:gd name="connsiteX7" fmla="*/ 763772 w 974755"/>
                      <a:gd name="connsiteY7" fmla="*/ 111 h 1242642"/>
                      <a:gd name="connsiteX8" fmla="*/ 974745 w 974755"/>
                      <a:gd name="connsiteY8" fmla="*/ 210886 h 1242642"/>
                      <a:gd name="connsiteX9" fmla="*/ 974547 w 974755"/>
                      <a:gd name="connsiteY9" fmla="*/ 444264 h 1242642"/>
                      <a:gd name="connsiteX10" fmla="*/ 748518 w 974755"/>
                      <a:gd name="connsiteY10" fmla="*/ 382597 h 1242642"/>
                      <a:gd name="connsiteX11" fmla="*/ 748518 w 974755"/>
                      <a:gd name="connsiteY11" fmla="*/ 886536 h 1242642"/>
                      <a:gd name="connsiteX12" fmla="*/ 366350 w 974755"/>
                      <a:gd name="connsiteY12" fmla="*/ 1242754 h 1242642"/>
                      <a:gd name="connsiteX13" fmla="*/ 88 w 974755"/>
                      <a:gd name="connsiteY13" fmla="*/ 849848 h 1242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642">
                        <a:moveTo>
                          <a:pt x="-11" y="849927"/>
                        </a:moveTo>
                        <a:cubicBezTo>
                          <a:pt x="227" y="634735"/>
                          <a:pt x="174671" y="460350"/>
                          <a:pt x="389804" y="460112"/>
                        </a:cubicBezTo>
                        <a:lnTo>
                          <a:pt x="389804" y="694005"/>
                        </a:lnTo>
                        <a:cubicBezTo>
                          <a:pt x="303731" y="694104"/>
                          <a:pt x="233981" y="763854"/>
                          <a:pt x="233882" y="849927"/>
                        </a:cubicBezTo>
                        <a:cubicBezTo>
                          <a:pt x="233882" y="926531"/>
                          <a:pt x="275324" y="1008960"/>
                          <a:pt x="366290" y="1008960"/>
                        </a:cubicBezTo>
                        <a:cubicBezTo>
                          <a:pt x="372352" y="1008960"/>
                          <a:pt x="514546" y="1007553"/>
                          <a:pt x="514546" y="886615"/>
                        </a:cubicBezTo>
                        <a:lnTo>
                          <a:pt x="514546" y="111"/>
                        </a:lnTo>
                        <a:lnTo>
                          <a:pt x="763772" y="111"/>
                        </a:lnTo>
                        <a:cubicBezTo>
                          <a:pt x="764067" y="116474"/>
                          <a:pt x="858381" y="210701"/>
                          <a:pt x="974745" y="210886"/>
                        </a:cubicBezTo>
                        <a:lnTo>
                          <a:pt x="974547" y="444264"/>
                        </a:lnTo>
                        <a:cubicBezTo>
                          <a:pt x="894967" y="444880"/>
                          <a:pt x="816759" y="423543"/>
                          <a:pt x="748518" y="382597"/>
                        </a:cubicBezTo>
                        <a:lnTo>
                          <a:pt x="748518" y="886536"/>
                        </a:lnTo>
                        <a:cubicBezTo>
                          <a:pt x="748518" y="1117913"/>
                          <a:pt x="551630" y="1242754"/>
                          <a:pt x="366350" y="1242754"/>
                        </a:cubicBezTo>
                        <a:cubicBezTo>
                          <a:pt x="157555" y="1242754"/>
                          <a:pt x="88" y="1073876"/>
                          <a:pt x="88" y="849848"/>
                        </a:cubicBezTo>
                        <a:close/>
                      </a:path>
                    </a:pathLst>
                  </a:custGeom>
                  <a:solidFill>
                    <a:srgbClr val="00F5FF"/>
                  </a:solidFill>
                  <a:ln w="1977" cap="flat">
                    <a:noFill/>
                    <a:prstDash val="solid"/>
                    <a:miter/>
                  </a:ln>
                </p:spPr>
                <p:txBody>
                  <a:bodyPr rtlCol="0" anchor="ctr"/>
                  <a:lstStyle/>
                  <a:p>
                    <a:endParaRPr lang="zh-CN" altLang="en-US"/>
                  </a:p>
                </p:txBody>
              </p:sp>
              <p:sp>
                <p:nvSpPr>
                  <p:cNvPr id="56" name="任意多边形: 形状 55">
                    <a:extLst>
                      <a:ext uri="{FF2B5EF4-FFF2-40B4-BE49-F238E27FC236}">
                        <a16:creationId xmlns:a16="http://schemas.microsoft.com/office/drawing/2014/main" id="{3C463A80-E8A3-BD9B-AE33-8B53F77616D2}"/>
                      </a:ext>
                    </a:extLst>
                  </p:cNvPr>
                  <p:cNvSpPr/>
                  <p:nvPr/>
                </p:nvSpPr>
                <p:spPr>
                  <a:xfrm>
                    <a:off x="5688676" y="3913797"/>
                    <a:ext cx="142094" cy="183326"/>
                  </a:xfrm>
                  <a:custGeom>
                    <a:avLst/>
                    <a:gdLst>
                      <a:gd name="connsiteX0" fmla="*/ 330195 w 915463"/>
                      <a:gd name="connsiteY0" fmla="*/ 465362 h 1181103"/>
                      <a:gd name="connsiteX1" fmla="*/ 85961 w 915463"/>
                      <a:gd name="connsiteY1" fmla="*/ 1107196 h 1181103"/>
                      <a:gd name="connsiteX2" fmla="*/ 689285 w 915463"/>
                      <a:gd name="connsiteY2" fmla="*/ 834852 h 1181103"/>
                      <a:gd name="connsiteX3" fmla="*/ 689008 w 915463"/>
                      <a:gd name="connsiteY3" fmla="*/ 321147 h 1181103"/>
                      <a:gd name="connsiteX4" fmla="*/ 915453 w 915463"/>
                      <a:gd name="connsiteY4" fmla="*/ 382438 h 1181103"/>
                      <a:gd name="connsiteX5" fmla="*/ 915453 w 915463"/>
                      <a:gd name="connsiteY5" fmla="*/ 201714 h 1181103"/>
                      <a:gd name="connsiteX6" fmla="*/ 800081 w 915463"/>
                      <a:gd name="connsiteY6" fmla="*/ 114829 h 1181103"/>
                      <a:gd name="connsiteX7" fmla="*/ 713394 w 915463"/>
                      <a:gd name="connsiteY7" fmla="*/ 111 h 1181103"/>
                      <a:gd name="connsiteX8" fmla="*/ 517396 w 915463"/>
                      <a:gd name="connsiteY8" fmla="*/ 111 h 1181103"/>
                      <a:gd name="connsiteX9" fmla="*/ 517179 w 915463"/>
                      <a:gd name="connsiteY9" fmla="*/ 889725 h 1181103"/>
                      <a:gd name="connsiteX10" fmla="*/ 256998 w 915463"/>
                      <a:gd name="connsiteY10" fmla="*/ 937684 h 1181103"/>
                      <a:gd name="connsiteX11" fmla="*/ 330393 w 915463"/>
                      <a:gd name="connsiteY11" fmla="*/ 632496 h 1181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15463" h="1181103">
                        <a:moveTo>
                          <a:pt x="330195" y="465362"/>
                        </a:moveTo>
                        <a:cubicBezTo>
                          <a:pt x="78493" y="497335"/>
                          <a:pt x="-120595" y="818252"/>
                          <a:pt x="85961" y="1107196"/>
                        </a:cubicBezTo>
                        <a:cubicBezTo>
                          <a:pt x="276768" y="1263257"/>
                          <a:pt x="678271" y="1172568"/>
                          <a:pt x="689285" y="834852"/>
                        </a:cubicBezTo>
                        <a:lnTo>
                          <a:pt x="689008" y="321147"/>
                        </a:lnTo>
                        <a:cubicBezTo>
                          <a:pt x="757649" y="361464"/>
                          <a:pt x="835847" y="382630"/>
                          <a:pt x="915453" y="382438"/>
                        </a:cubicBezTo>
                        <a:lnTo>
                          <a:pt x="915453" y="201714"/>
                        </a:lnTo>
                        <a:cubicBezTo>
                          <a:pt x="868656" y="185905"/>
                          <a:pt x="828201" y="155438"/>
                          <a:pt x="800081" y="114829"/>
                        </a:cubicBezTo>
                        <a:cubicBezTo>
                          <a:pt x="758837" y="87713"/>
                          <a:pt x="728217" y="47192"/>
                          <a:pt x="713394" y="111"/>
                        </a:cubicBezTo>
                        <a:lnTo>
                          <a:pt x="517396" y="111"/>
                        </a:lnTo>
                        <a:lnTo>
                          <a:pt x="517179" y="889725"/>
                        </a:lnTo>
                        <a:cubicBezTo>
                          <a:pt x="517000" y="1014090"/>
                          <a:pt x="309632" y="1058365"/>
                          <a:pt x="256998" y="937684"/>
                        </a:cubicBezTo>
                        <a:cubicBezTo>
                          <a:pt x="125145" y="874650"/>
                          <a:pt x="154958" y="635111"/>
                          <a:pt x="330393" y="632496"/>
                        </a:cubicBezTo>
                        <a:close/>
                      </a:path>
                    </a:pathLst>
                  </a:custGeom>
                  <a:solidFill>
                    <a:srgbClr val="FFFFFF"/>
                  </a:solidFill>
                  <a:ln w="1977" cap="flat">
                    <a:noFill/>
                    <a:prstDash val="solid"/>
                    <a:miter/>
                  </a:ln>
                </p:spPr>
                <p:txBody>
                  <a:bodyPr rtlCol="0" anchor="ctr"/>
                  <a:lstStyle/>
                  <a:p>
                    <a:endParaRPr lang="zh-CN" altLang="en-US"/>
                  </a:p>
                </p:txBody>
              </p:sp>
            </p:grpSp>
          </p:grpSp>
        </p:grpSp>
      </p:grpSp>
      <p:grpSp>
        <p:nvGrpSpPr>
          <p:cNvPr id="20" name="组合 19">
            <a:extLst>
              <a:ext uri="{FF2B5EF4-FFF2-40B4-BE49-F238E27FC236}">
                <a16:creationId xmlns:a16="http://schemas.microsoft.com/office/drawing/2014/main" id="{DD9EA821-F984-4669-EA0C-BE1806415DE3}"/>
              </a:ext>
            </a:extLst>
          </p:cNvPr>
          <p:cNvGrpSpPr/>
          <p:nvPr/>
        </p:nvGrpSpPr>
        <p:grpSpPr>
          <a:xfrm>
            <a:off x="639654" y="3254342"/>
            <a:ext cx="1368001" cy="1368000"/>
            <a:chOff x="645646" y="3254342"/>
            <a:chExt cx="1368001" cy="1368000"/>
          </a:xfrm>
        </p:grpSpPr>
        <p:sp>
          <p:nvSpPr>
            <p:cNvPr id="26" name="矩形: 圆角 25">
              <a:extLst>
                <a:ext uri="{FF2B5EF4-FFF2-40B4-BE49-F238E27FC236}">
                  <a16:creationId xmlns:a16="http://schemas.microsoft.com/office/drawing/2014/main" id="{E3A05637-B374-1042-609C-6B6857B12A76}"/>
                </a:ext>
              </a:extLst>
            </p:cNvPr>
            <p:cNvSpPr/>
            <p:nvPr/>
          </p:nvSpPr>
          <p:spPr>
            <a:xfrm>
              <a:off x="645646" y="3254342"/>
              <a:ext cx="1368001"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a:extLst>
                <a:ext uri="{FF2B5EF4-FFF2-40B4-BE49-F238E27FC236}">
                  <a16:creationId xmlns:a16="http://schemas.microsoft.com/office/drawing/2014/main" id="{E4162175-CEA8-54AC-1BF5-DCC85F38B8C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2894" y="3313513"/>
              <a:ext cx="1259512" cy="1259512"/>
            </a:xfrm>
            <a:prstGeom prst="rect">
              <a:avLst/>
            </a:prstGeom>
            <a:noFill/>
            <a:extLst>
              <a:ext uri="{909E8E84-426E-40DD-AFC4-6F175D3DCCD1}">
                <a14:hiddenFill xmlns:a14="http://schemas.microsoft.com/office/drawing/2010/main">
                  <a:solidFill>
                    <a:srgbClr val="FFFFFF"/>
                  </a:solidFill>
                </a14:hiddenFill>
              </a:ext>
            </a:extLst>
          </p:spPr>
        </p:pic>
        <p:pic>
          <p:nvPicPr>
            <p:cNvPr id="63" name="图片 62" descr="图形用户界面, 应用程序&#10;&#10;描述已自动生成">
              <a:extLst>
                <a:ext uri="{FF2B5EF4-FFF2-40B4-BE49-F238E27FC236}">
                  <a16:creationId xmlns:a16="http://schemas.microsoft.com/office/drawing/2014/main" id="{949BD465-CFA4-24C1-D1DF-B9F42E85D6AA}"/>
                </a:ext>
              </a:extLst>
            </p:cNvPr>
            <p:cNvPicPr>
              <a:picLocks noChangeAspect="1"/>
            </p:cNvPicPr>
            <p:nvPr/>
          </p:nvPicPr>
          <p:blipFill rotWithShape="1">
            <a:blip r:embed="rId13">
              <a:extLst>
                <a:ext uri="{28A0092B-C50C-407E-A947-70E740481C1C}">
                  <a14:useLocalDpi xmlns:a14="http://schemas.microsoft.com/office/drawing/2010/main" val="0"/>
                </a:ext>
              </a:extLst>
            </a:blip>
            <a:srcRect l="32153" t="31600" r="31817" b="31457"/>
            <a:stretch/>
          </p:blipFill>
          <p:spPr>
            <a:xfrm>
              <a:off x="1198861" y="3806090"/>
              <a:ext cx="267577" cy="274357"/>
            </a:xfrm>
            <a:prstGeom prst="rect">
              <a:avLst/>
            </a:prstGeom>
            <a:solidFill>
              <a:srgbClr val="FFFFFF"/>
            </a:solidFill>
            <a:ln>
              <a:solidFill>
                <a:srgbClr val="FFFFFF"/>
              </a:solidFill>
            </a:ln>
          </p:spPr>
        </p:pic>
      </p:grpSp>
      <p:grpSp>
        <p:nvGrpSpPr>
          <p:cNvPr id="1027" name="组合 1026">
            <a:extLst>
              <a:ext uri="{FF2B5EF4-FFF2-40B4-BE49-F238E27FC236}">
                <a16:creationId xmlns:a16="http://schemas.microsoft.com/office/drawing/2014/main" id="{57655527-BA24-D53F-DE51-917C7CA056F9}"/>
              </a:ext>
            </a:extLst>
          </p:cNvPr>
          <p:cNvGrpSpPr/>
          <p:nvPr/>
        </p:nvGrpSpPr>
        <p:grpSpPr>
          <a:xfrm>
            <a:off x="8351646" y="3254342"/>
            <a:ext cx="1368001" cy="1368000"/>
            <a:chOff x="9361300" y="3213004"/>
            <a:chExt cx="1509223" cy="1509222"/>
          </a:xfrm>
        </p:grpSpPr>
        <p:sp>
          <p:nvSpPr>
            <p:cNvPr id="58" name="矩形: 圆角 57">
              <a:extLst>
                <a:ext uri="{FF2B5EF4-FFF2-40B4-BE49-F238E27FC236}">
                  <a16:creationId xmlns:a16="http://schemas.microsoft.com/office/drawing/2014/main" id="{73FE04D0-A350-450C-509C-104CBD24D54C}"/>
                </a:ext>
              </a:extLst>
            </p:cNvPr>
            <p:cNvSpPr/>
            <p:nvPr/>
          </p:nvSpPr>
          <p:spPr>
            <a:xfrm>
              <a:off x="9361300" y="3213004"/>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25" name="组合 1024">
              <a:extLst>
                <a:ext uri="{FF2B5EF4-FFF2-40B4-BE49-F238E27FC236}">
                  <a16:creationId xmlns:a16="http://schemas.microsoft.com/office/drawing/2014/main" id="{ABAAB98A-71B9-93DF-CF2A-9596C011D744}"/>
                </a:ext>
              </a:extLst>
            </p:cNvPr>
            <p:cNvGrpSpPr/>
            <p:nvPr/>
          </p:nvGrpSpPr>
          <p:grpSpPr>
            <a:xfrm>
              <a:off x="9450123" y="3310337"/>
              <a:ext cx="1331575" cy="1314557"/>
              <a:chOff x="9454554" y="3310337"/>
              <a:chExt cx="1331575" cy="1314557"/>
            </a:xfrm>
          </p:grpSpPr>
          <p:pic>
            <p:nvPicPr>
              <p:cNvPr id="135" name="图片 134" descr="QR 代码&#10;&#10;描述已自动生成">
                <a:extLst>
                  <a:ext uri="{FF2B5EF4-FFF2-40B4-BE49-F238E27FC236}">
                    <a16:creationId xmlns:a16="http://schemas.microsoft.com/office/drawing/2014/main" id="{36C3624D-62BD-8533-DE90-A3FC9D1E4D5D}"/>
                  </a:ext>
                </a:extLst>
              </p:cNvPr>
              <p:cNvPicPr>
                <a:picLocks noChangeAspect="1"/>
              </p:cNvPicPr>
              <p:nvPr/>
            </p:nvPicPr>
            <p:blipFill rotWithShape="1">
              <a:blip r:embed="rId14">
                <a:extLst>
                  <a:ext uri="{28A0092B-C50C-407E-A947-70E740481C1C}">
                    <a14:useLocalDpi xmlns:a14="http://schemas.microsoft.com/office/drawing/2010/main" val="0"/>
                  </a:ext>
                </a:extLst>
              </a:blip>
              <a:srcRect l="15848" t="26200" r="15159" b="19595"/>
              <a:stretch/>
            </p:blipFill>
            <p:spPr>
              <a:xfrm>
                <a:off x="9454554" y="3310337"/>
                <a:ext cx="1331575" cy="1314557"/>
              </a:xfrm>
              <a:prstGeom prst="rect">
                <a:avLst/>
              </a:prstGeom>
            </p:spPr>
          </p:pic>
          <p:grpSp>
            <p:nvGrpSpPr>
              <p:cNvPr id="143" name="组合 142">
                <a:extLst>
                  <a:ext uri="{FF2B5EF4-FFF2-40B4-BE49-F238E27FC236}">
                    <a16:creationId xmlns:a16="http://schemas.microsoft.com/office/drawing/2014/main" id="{ED82649F-D61F-61F9-8FA0-367AC89C1099}"/>
                  </a:ext>
                </a:extLst>
              </p:cNvPr>
              <p:cNvGrpSpPr/>
              <p:nvPr/>
            </p:nvGrpSpPr>
            <p:grpSpPr>
              <a:xfrm>
                <a:off x="9959600" y="3820016"/>
                <a:ext cx="321483" cy="295200"/>
                <a:chOff x="9736169" y="3796703"/>
                <a:chExt cx="319521" cy="273735"/>
              </a:xfrm>
            </p:grpSpPr>
            <p:sp>
              <p:nvSpPr>
                <p:cNvPr id="137" name="矩形: 圆角 136">
                  <a:extLst>
                    <a:ext uri="{FF2B5EF4-FFF2-40B4-BE49-F238E27FC236}">
                      <a16:creationId xmlns:a16="http://schemas.microsoft.com/office/drawing/2014/main" id="{2C785318-74EA-0CAC-83B4-B040FD311C3B}"/>
                    </a:ext>
                  </a:extLst>
                </p:cNvPr>
                <p:cNvSpPr/>
                <p:nvPr/>
              </p:nvSpPr>
              <p:spPr>
                <a:xfrm>
                  <a:off x="9736169" y="3796703"/>
                  <a:ext cx="319521" cy="273735"/>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图形 45">
                  <a:extLst>
                    <a:ext uri="{FF2B5EF4-FFF2-40B4-BE49-F238E27FC236}">
                      <a16:creationId xmlns:a16="http://schemas.microsoft.com/office/drawing/2014/main" id="{C27A176A-8F8D-527D-1B2F-0EAF88C2A520}"/>
                    </a:ext>
                  </a:extLst>
                </p:cNvPr>
                <p:cNvSpPr/>
                <p:nvPr/>
              </p:nvSpPr>
              <p:spPr>
                <a:xfrm>
                  <a:off x="9794219" y="3844061"/>
                  <a:ext cx="203420" cy="179017"/>
                </a:xfrm>
                <a:custGeom>
                  <a:avLst/>
                  <a:gdLst>
                    <a:gd name="connsiteX0" fmla="*/ 41698 w 348174"/>
                    <a:gd name="connsiteY0" fmla="*/ 7060 h 306405"/>
                    <a:gd name="connsiteX1" fmla="*/ 119653 w 348174"/>
                    <a:gd name="connsiteY1" fmla="*/ 85014 h 306405"/>
                    <a:gd name="connsiteX2" fmla="*/ 181448 w 348174"/>
                    <a:gd name="connsiteY2" fmla="*/ 188894 h 306405"/>
                    <a:gd name="connsiteX3" fmla="*/ 231169 w 348174"/>
                    <a:gd name="connsiteY3" fmla="*/ 265428 h 306405"/>
                    <a:gd name="connsiteX4" fmla="*/ 274496 w 348174"/>
                    <a:gd name="connsiteY4" fmla="*/ 305915 h 306405"/>
                    <a:gd name="connsiteX5" fmla="*/ 340731 w 348174"/>
                    <a:gd name="connsiteY5" fmla="*/ 154090 h 306405"/>
                    <a:gd name="connsiteX6" fmla="*/ 344993 w 348174"/>
                    <a:gd name="connsiteY6" fmla="*/ 124968 h 306405"/>
                    <a:gd name="connsiteX7" fmla="*/ 328123 w 348174"/>
                    <a:gd name="connsiteY7" fmla="*/ 667 h 306405"/>
                    <a:gd name="connsiteX8" fmla="*/ 292609 w 348174"/>
                    <a:gd name="connsiteY8" fmla="*/ 14696 h 306405"/>
                    <a:gd name="connsiteX9" fmla="*/ 148597 w 348174"/>
                    <a:gd name="connsiteY9" fmla="*/ 220680 h 306405"/>
                    <a:gd name="connsiteX10" fmla="*/ 69400 w 348174"/>
                    <a:gd name="connsiteY10" fmla="*/ 302896 h 306405"/>
                    <a:gd name="connsiteX11" fmla="*/ 21278 w 348174"/>
                    <a:gd name="connsiteY11" fmla="*/ 221213 h 306405"/>
                    <a:gd name="connsiteX12" fmla="*/ 857 w 348174"/>
                    <a:gd name="connsiteY12" fmla="*/ 56248 h 306405"/>
                    <a:gd name="connsiteX13" fmla="*/ 18614 w 348174"/>
                    <a:gd name="connsiteY13" fmla="*/ -43 h 306405"/>
                    <a:gd name="connsiteX14" fmla="*/ 41698 w 348174"/>
                    <a:gd name="connsiteY14" fmla="*/ 7060 h 306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8174" h="306405">
                      <a:moveTo>
                        <a:pt x="41698" y="7060"/>
                      </a:moveTo>
                      <a:cubicBezTo>
                        <a:pt x="71184" y="29292"/>
                        <a:pt x="97423" y="55520"/>
                        <a:pt x="119653" y="85014"/>
                      </a:cubicBezTo>
                      <a:cubicBezTo>
                        <a:pt x="142562" y="118220"/>
                        <a:pt x="163206" y="152918"/>
                        <a:pt x="181448" y="188894"/>
                      </a:cubicBezTo>
                      <a:cubicBezTo>
                        <a:pt x="195759" y="215814"/>
                        <a:pt x="212396" y="241420"/>
                        <a:pt x="231169" y="265428"/>
                      </a:cubicBezTo>
                      <a:cubicBezTo>
                        <a:pt x="252833" y="292774"/>
                        <a:pt x="263842" y="306447"/>
                        <a:pt x="274496" y="305915"/>
                      </a:cubicBezTo>
                      <a:cubicBezTo>
                        <a:pt x="313385" y="303606"/>
                        <a:pt x="337357" y="172025"/>
                        <a:pt x="340731" y="154090"/>
                      </a:cubicBezTo>
                      <a:cubicBezTo>
                        <a:pt x="343217" y="139884"/>
                        <a:pt x="344460" y="129940"/>
                        <a:pt x="344993" y="124968"/>
                      </a:cubicBezTo>
                      <a:cubicBezTo>
                        <a:pt x="346413" y="111473"/>
                        <a:pt x="357245" y="12209"/>
                        <a:pt x="328123" y="667"/>
                      </a:cubicBezTo>
                      <a:cubicBezTo>
                        <a:pt x="317469" y="-3594"/>
                        <a:pt x="304329" y="5284"/>
                        <a:pt x="292609" y="14696"/>
                      </a:cubicBezTo>
                      <a:cubicBezTo>
                        <a:pt x="227440" y="66369"/>
                        <a:pt x="205598" y="132249"/>
                        <a:pt x="148597" y="220680"/>
                      </a:cubicBezTo>
                      <a:cubicBezTo>
                        <a:pt x="96568" y="301120"/>
                        <a:pt x="78634" y="304317"/>
                        <a:pt x="69400" y="302896"/>
                      </a:cubicBezTo>
                      <a:cubicBezTo>
                        <a:pt x="48624" y="299877"/>
                        <a:pt x="38147" y="269512"/>
                        <a:pt x="21278" y="221213"/>
                      </a:cubicBezTo>
                      <a:cubicBezTo>
                        <a:pt x="4239" y="167976"/>
                        <a:pt x="-2686" y="112023"/>
                        <a:pt x="857" y="56248"/>
                      </a:cubicBezTo>
                      <a:cubicBezTo>
                        <a:pt x="2810" y="23396"/>
                        <a:pt x="7604" y="2976"/>
                        <a:pt x="18614" y="-43"/>
                      </a:cubicBezTo>
                      <a:cubicBezTo>
                        <a:pt x="27008" y="-1588"/>
                        <a:pt x="35627" y="1058"/>
                        <a:pt x="41698" y="7060"/>
                      </a:cubicBezTo>
                      <a:close/>
                    </a:path>
                  </a:pathLst>
                </a:custGeom>
                <a:noFill/>
                <a:ln w="15875" cap="flat">
                  <a:solidFill>
                    <a:srgbClr val="F4A470"/>
                  </a:solidFill>
                  <a:prstDash val="solid"/>
                  <a:miter/>
                </a:ln>
              </p:spPr>
              <p:txBody>
                <a:bodyPr rtlCol="0" anchor="ctr"/>
                <a:lstStyle/>
                <a:p>
                  <a:endParaRPr lang="zh-CN" altLang="en-US" dirty="0"/>
                </a:p>
              </p:txBody>
            </p:sp>
          </p:grpSp>
        </p:grpSp>
      </p:grpSp>
      <p:sp>
        <p:nvSpPr>
          <p:cNvPr id="142" name="矩形 190">
            <a:extLst>
              <a:ext uri="{FF2B5EF4-FFF2-40B4-BE49-F238E27FC236}">
                <a16:creationId xmlns:a16="http://schemas.microsoft.com/office/drawing/2014/main" id="{2E6569E9-320F-390C-3205-EF77B9DBC45D}"/>
              </a:ext>
            </a:extLst>
          </p:cNvPr>
          <p:cNvSpPr/>
          <p:nvPr/>
        </p:nvSpPr>
        <p:spPr>
          <a:xfrm>
            <a:off x="8405890"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微信视频号</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287316794"/>
      </p:ext>
    </p:extLst>
  </p:cSld>
  <p:clrMapOvr>
    <a:masterClrMapping/>
  </p:clrMapOvr>
</p:sld>
</file>

<file path=ppt/slides/slide20.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4BE95CA9-458F-B3CC-8303-14563A213154}"/>
              </a:ext>
            </a:extLst>
          </p:cNvPr>
          <p:cNvGrpSpPr/>
          <p:nvPr/>
        </p:nvGrpSpPr>
        <p:grpSpPr>
          <a:xfrm>
            <a:off x="5252647" y="0"/>
            <a:ext cx="6939359" cy="6858000"/>
            <a:chOff x="5252643" y="0"/>
            <a:chExt cx="6939358" cy="6858000"/>
          </a:xfrm>
          <a:solidFill>
            <a:schemeClr val="tx2">
              <a:alpha val="20000"/>
            </a:schemeClr>
          </a:solidFill>
        </p:grpSpPr>
        <p:sp>
          <p:nvSpPr>
            <p:cNvPr id="11" name="任意多边形: 形状 10">
              <a:extLst>
                <a:ext uri="{FF2B5EF4-FFF2-40B4-BE49-F238E27FC236}">
                  <a16:creationId xmlns:a16="http://schemas.microsoft.com/office/drawing/2014/main" id="{30DFF5BB-C0F5-38FE-12DA-6B156C73D714}"/>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2" name="任意多边形: 形状 11">
              <a:extLst>
                <a:ext uri="{FF2B5EF4-FFF2-40B4-BE49-F238E27FC236}">
                  <a16:creationId xmlns:a16="http://schemas.microsoft.com/office/drawing/2014/main" id="{C36B23CC-44CF-5A26-16A4-B517D7647186}"/>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3" name="任意多边形: 形状 12">
              <a:extLst>
                <a:ext uri="{FF2B5EF4-FFF2-40B4-BE49-F238E27FC236}">
                  <a16:creationId xmlns:a16="http://schemas.microsoft.com/office/drawing/2014/main" id="{D6312AB6-0552-36C2-2C80-B5E3E6F86949}"/>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2" name="矩形 189">
            <a:extLst>
              <a:ext uri="{FF2B5EF4-FFF2-40B4-BE49-F238E27FC236}">
                <a16:creationId xmlns:a16="http://schemas.microsoft.com/office/drawing/2014/main" id="{1DF5F10D-FA28-EF46-5024-681143D90CB4}"/>
              </a:ext>
            </a:extLst>
          </p:cNvPr>
          <p:cNvSpPr/>
          <p:nvPr/>
        </p:nvSpPr>
        <p:spPr>
          <a:xfrm>
            <a:off x="660400" y="4310626"/>
            <a:ext cx="2620128" cy="335156"/>
          </a:xfrm>
          <a:prstGeom prst="rect">
            <a:avLst/>
          </a:prstGeom>
          <a:noFill/>
          <a:ln>
            <a:noFill/>
          </a:ln>
        </p:spPr>
        <p:txBody>
          <a:bodyPr wrap="square" anchor="ctr">
            <a:spAutoFit/>
          </a:bodyPr>
          <a:lstStyle/>
          <a:p>
            <a:pPr defTabSz="914332">
              <a:lnSpc>
                <a:spcPct val="150000"/>
              </a:lnSpc>
              <a:defRPr/>
            </a:pPr>
            <a:r>
              <a:rPr lang="en-US" altLang="zh-CN" sz="12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2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4" name="组合 3">
            <a:extLst>
              <a:ext uri="{FF2B5EF4-FFF2-40B4-BE49-F238E27FC236}">
                <a16:creationId xmlns:a16="http://schemas.microsoft.com/office/drawing/2014/main" id="{589332AF-9241-F3C4-8C4F-05F9BE664A9B}"/>
              </a:ext>
            </a:extLst>
          </p:cNvPr>
          <p:cNvGrpSpPr/>
          <p:nvPr/>
        </p:nvGrpSpPr>
        <p:grpSpPr>
          <a:xfrm>
            <a:off x="3550920" y="1208291"/>
            <a:ext cx="7967981" cy="5027408"/>
            <a:chOff x="3898800" y="2171140"/>
            <a:chExt cx="7619676" cy="4778460"/>
          </a:xfrm>
        </p:grpSpPr>
        <p:sp>
          <p:nvSpPr>
            <p:cNvPr id="5" name="矩形 4">
              <a:extLst>
                <a:ext uri="{FF2B5EF4-FFF2-40B4-BE49-F238E27FC236}">
                  <a16:creationId xmlns:a16="http://schemas.microsoft.com/office/drawing/2014/main" id="{D13BBE83-7819-57D2-1F1E-8270C438199B}"/>
                </a:ext>
              </a:extLst>
            </p:cNvPr>
            <p:cNvSpPr/>
            <p:nvPr/>
          </p:nvSpPr>
          <p:spPr>
            <a:xfrm>
              <a:off x="3898800" y="2482990"/>
              <a:ext cx="7619676" cy="2025830"/>
            </a:xfrm>
            <a:prstGeom prst="rect">
              <a:avLst/>
            </a:prstGeom>
            <a:ln w="3175">
              <a:noFill/>
            </a:ln>
          </p:spPr>
          <p:txBody>
            <a:bodyPr wrap="square">
              <a:noAutofit/>
            </a:bodyPr>
            <a:lstStyle/>
            <a:p>
              <a:pPr>
                <a:lnSpc>
                  <a:spcPct val="150000"/>
                </a:lnSpc>
              </a:pPr>
              <a:r>
                <a:rPr lang="zh-CN" altLang="en-US" sz="700" dirty="0">
                  <a:latin typeface="Arial" panose="020B0604020202020204" pitchFamily="34" charset="0"/>
                  <a:ea typeface="微软雅黑" panose="020B0503020204020204" pitchFamily="34" charset="-122"/>
                  <a:sym typeface="Arial" panose="020B0604020202020204" pitchFamily="34" charset="0"/>
                </a:rPr>
                <a:t>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文件由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提供</a:t>
              </a:r>
              <a:br>
                <a:rPr lang="zh-CN" altLang="en-US" sz="700" dirty="0">
                  <a:latin typeface="Arial" panose="020B0604020202020204" pitchFamily="34" charset="0"/>
                  <a:ea typeface="微软雅黑" panose="020B0503020204020204" pitchFamily="34" charset="-122"/>
                  <a:sym typeface="Arial" panose="020B0604020202020204" pitchFamily="34" charset="0"/>
                </a:rPr>
              </a:b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尊重知识产权并注重保护用户及原始权利人享有的各项合法权利。</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zh-CN" altLang="en-US" sz="700" dirty="0">
                  <a:latin typeface="Arial" panose="020B0604020202020204" pitchFamily="34" charset="0"/>
                  <a:ea typeface="微软雅黑" panose="020B0503020204020204" pitchFamily="34" charset="-122"/>
                  <a:sym typeface="Arial" panose="020B0604020202020204" pitchFamily="34" charset="0"/>
                </a:rPr>
                <a:t>郑重提醒您：</a:t>
              </a:r>
              <a:br>
                <a:rPr lang="zh-CN" altLang="en-US" sz="700" dirty="0">
                  <a:latin typeface="Arial" panose="020B0604020202020204" pitchFamily="34" charset="0"/>
                  <a:ea typeface="微软雅黑" panose="020B0503020204020204" pitchFamily="34" charset="-122"/>
                  <a:sym typeface="Arial" panose="020B0604020202020204" pitchFamily="34" charset="0"/>
                </a:rPr>
              </a:br>
              <a:r>
                <a:rPr lang="zh-CN" altLang="en-US" sz="700" dirty="0">
                  <a:latin typeface="Arial" panose="020B0604020202020204" pitchFamily="34" charset="0"/>
                  <a:ea typeface="微软雅黑" panose="020B0503020204020204" pitchFamily="34" charset="-122"/>
                  <a:sym typeface="Arial" panose="020B0604020202020204" pitchFamily="34" charset="0"/>
                </a:rPr>
                <a:t>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文件中提供的任何信息内容（包括但不限于设计、版式、图形、图标、字体等元素）的所有权、知识产权或其他合法权利归其原始权利人或权利受让人所有，您免费</a:t>
              </a:r>
              <a:r>
                <a:rPr lang="en-US" altLang="zh-CN" sz="700" dirty="0">
                  <a:latin typeface="Arial" panose="020B0604020202020204" pitchFamily="34" charset="0"/>
                  <a:ea typeface="微软雅黑" panose="020B0503020204020204" pitchFamily="34" charset="-122"/>
                  <a:sym typeface="Arial" panose="020B0604020202020204" pitchFamily="34" charset="0"/>
                </a:rPr>
                <a:t>/</a:t>
              </a:r>
              <a:r>
                <a:rPr lang="zh-CN" altLang="en-US" sz="700" dirty="0">
                  <a:latin typeface="Arial" panose="020B0604020202020204" pitchFamily="34" charset="0"/>
                  <a:ea typeface="微软雅黑" panose="020B0503020204020204" pitchFamily="34" charset="-122"/>
                  <a:sym typeface="Arial" panose="020B0604020202020204" pitchFamily="34" charset="0"/>
                </a:rPr>
                <a:t>付费获得的是信息内容的使用权，您应用于非商业用途。您的使用行为应当遵循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官方网站（ </a:t>
              </a:r>
              <a:r>
                <a:rPr lang="en-US" altLang="zh-CN" sz="700" dirty="0">
                  <a:latin typeface="Arial" panose="020B0604020202020204" pitchFamily="34" charset="0"/>
                  <a:ea typeface="微软雅黑" panose="020B0503020204020204" pitchFamily="34" charset="-122"/>
                  <a:sym typeface="Arial" panose="020B0604020202020204" pitchFamily="34" charset="0"/>
                  <a:hlinkClick r:id="rId4"/>
                </a:rPr>
                <a:t>https://www.islide.cc </a:t>
              </a:r>
              <a:r>
                <a:rPr lang="zh-CN" altLang="en-US" sz="700" dirty="0">
                  <a:latin typeface="Arial" panose="020B0604020202020204" pitchFamily="34" charset="0"/>
                  <a:ea typeface="微软雅黑" panose="020B0503020204020204" pitchFamily="34" charset="-122"/>
                  <a:sym typeface="Arial" panose="020B0604020202020204" pitchFamily="34" charset="0"/>
                </a:rPr>
                <a:t>）的“版权声明”、“用户协议”“会员协议”等条款的约束。</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iSlide </a:t>
              </a:r>
              <a:r>
                <a:rPr lang="zh-CN" altLang="en-US" sz="800" b="1" dirty="0">
                  <a:latin typeface="Arial" panose="020B0604020202020204" pitchFamily="34" charset="0"/>
                  <a:ea typeface="微软雅黑" panose="020B0503020204020204" pitchFamily="34" charset="-122"/>
                  <a:sym typeface="Arial" panose="020B0604020202020204" pitchFamily="34" charset="0"/>
                </a:rPr>
                <a:t>郑重提醒您：</a:t>
              </a:r>
              <a:endParaRPr lang="en-US" altLang="zh-CN" sz="800" b="1"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您不可对免费</a:t>
              </a:r>
              <a:r>
                <a:rPr lang="en-US" altLang="zh-CN" sz="700" dirty="0">
                  <a:latin typeface="Arial" panose="020B0604020202020204" pitchFamily="34" charset="0"/>
                  <a:ea typeface="微软雅黑" panose="020B0503020204020204" pitchFamily="34" charset="-122"/>
                  <a:sym typeface="Arial" panose="020B0604020202020204" pitchFamily="34" charset="0"/>
                </a:rPr>
                <a:t>/</a:t>
              </a:r>
              <a:r>
                <a:rPr lang="zh-CN" altLang="en-US" sz="700" dirty="0">
                  <a:latin typeface="Arial" panose="020B0604020202020204" pitchFamily="34" charset="0"/>
                  <a:ea typeface="微软雅黑" panose="020B0503020204020204" pitchFamily="34" charset="-122"/>
                  <a:sym typeface="Arial" panose="020B0604020202020204" pitchFamily="34" charset="0"/>
                </a:rPr>
                <a:t>付费获得而使用的</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文件主张所有权或知识产权。</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您不可将信息内容的全部或部分用于出售、出租、出借、发布等方式供他人使用。</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您对</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文件自行添加或修改的原创内容，其相关权利归您所有，但您不得主张关于本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文件本身的权利，亦不得将创作的衍生文件进行出售、出租、出借、发布等方式供他人使用。</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您不可在接入互联网或移动互联网的任何网站、平台、应用或程序上以任何方式为他人提供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工具 </a:t>
              </a:r>
              <a:r>
                <a:rPr lang="en-US" altLang="zh-CN" sz="700" dirty="0">
                  <a:latin typeface="Arial" panose="020B0604020202020204" pitchFamily="34" charset="0"/>
                  <a:ea typeface="微软雅黑" panose="020B0503020204020204" pitchFamily="34" charset="-122"/>
                  <a:sym typeface="Arial" panose="020B0604020202020204" pitchFamily="34" charset="0"/>
                </a:rPr>
                <a:t>/ </a:t>
              </a:r>
              <a:r>
                <a:rPr lang="zh-CN" altLang="en-US" sz="700" dirty="0">
                  <a:latin typeface="Arial" panose="020B0604020202020204" pitchFamily="34" charset="0"/>
                  <a:ea typeface="微软雅黑" panose="020B0503020204020204" pitchFamily="34" charset="-122"/>
                  <a:sym typeface="Arial" panose="020B0604020202020204" pitchFamily="34" charset="0"/>
                </a:rPr>
                <a:t>平台中的资源内容下载。</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您违反本提示或相关协议或违反相关法律法规所引发的任何纠纷、索赔、损失或法律责任，均由您自行承担。如因此给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或任何原始权利人、权利受让人造成损失的，您应承担相应赔偿责任。</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p:txBody>
        </p:sp>
        <p:sp>
          <p:nvSpPr>
            <p:cNvPr id="6" name="矩形 5">
              <a:extLst>
                <a:ext uri="{FF2B5EF4-FFF2-40B4-BE49-F238E27FC236}">
                  <a16:creationId xmlns:a16="http://schemas.microsoft.com/office/drawing/2014/main" id="{53F3BAB7-D034-9082-BA74-8DBA71D54D3C}"/>
                </a:ext>
              </a:extLst>
            </p:cNvPr>
            <p:cNvSpPr/>
            <p:nvPr/>
          </p:nvSpPr>
          <p:spPr>
            <a:xfrm>
              <a:off x="3898800" y="2171140"/>
              <a:ext cx="7619676" cy="292536"/>
            </a:xfrm>
            <a:prstGeom prst="rect">
              <a:avLst/>
            </a:prstGeom>
          </p:spPr>
          <p:txBody>
            <a:bodyPr wrap="none">
              <a:spAutoFit/>
            </a:bodyPr>
            <a:lstStyle/>
            <a:p>
              <a:r>
                <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重要提示 </a:t>
              </a:r>
              <a:r>
                <a:rPr lang="en-US" altLang="zh-CN"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IMPORTANT NOTE:</a:t>
              </a:r>
              <a:endPar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矩形 18">
              <a:extLst>
                <a:ext uri="{FF2B5EF4-FFF2-40B4-BE49-F238E27FC236}">
                  <a16:creationId xmlns:a16="http://schemas.microsoft.com/office/drawing/2014/main" id="{69A3C81C-6B0E-8F93-0B84-1AC3A5076E59}"/>
                </a:ext>
              </a:extLst>
            </p:cNvPr>
            <p:cNvSpPr/>
            <p:nvPr/>
          </p:nvSpPr>
          <p:spPr>
            <a:xfrm>
              <a:off x="3898800" y="4581837"/>
              <a:ext cx="7619676" cy="2367763"/>
            </a:xfrm>
            <a:prstGeom prst="rect">
              <a:avLst/>
            </a:prstGeom>
            <a:ln w="3175">
              <a:noFill/>
            </a:ln>
          </p:spPr>
          <p:txBody>
            <a:bodyPr wrap="square">
              <a:noAutofit/>
            </a:bodyPr>
            <a:lstStyle/>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IMPORTANT NOTE</a:t>
              </a:r>
              <a:r>
                <a:rPr lang="zh-CN" altLang="en-US" sz="800" b="1" dirty="0">
                  <a:latin typeface="Arial" panose="020B0604020202020204" pitchFamily="34" charset="0"/>
                  <a:ea typeface="微软雅黑" panose="020B0503020204020204" pitchFamily="34" charset="-122"/>
                  <a:sym typeface="Arial" panose="020B0604020202020204" pitchFamily="34" charset="0"/>
                </a:rPr>
                <a:t>：</a:t>
              </a:r>
              <a:endParaRPr lang="en-US" altLang="zh-CN" sz="800" b="1"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700" dirty="0">
                  <a:latin typeface="Arial" panose="020B0604020202020204" pitchFamily="34" charset="0"/>
                  <a:ea typeface="微软雅黑" panose="020B0503020204020204" pitchFamily="34" charset="-122"/>
                  <a:sym typeface="Arial" panose="020B0604020202020204" pitchFamily="34" charset="0"/>
                </a:rPr>
                <a:t>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is provided by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iSlide.iSlide</a:t>
              </a:r>
              <a:r>
                <a:rPr lang="en-US" altLang="zh-CN" sz="700" dirty="0">
                  <a:latin typeface="Arial" panose="020B0604020202020204" pitchFamily="34" charset="0"/>
                  <a:ea typeface="微软雅黑" panose="020B0503020204020204" pitchFamily="34" charset="-122"/>
                  <a:sym typeface="Arial" panose="020B0604020202020204" pitchFamily="34" charset="0"/>
                </a:rPr>
                <a:t> respects intellectual property rights and is committed to protecting the lawful rights and interests of users and original rights </a:t>
              </a:r>
              <a:r>
                <a:rPr lang="en-US" altLang="zh-CN" sz="700" dirty="0" err="1">
                  <a:latin typeface="Arial" panose="020B0604020202020204" pitchFamily="34" charset="0"/>
                  <a:ea typeface="微软雅黑" panose="020B0503020204020204" pitchFamily="34" charset="-122"/>
                  <a:sym typeface="Arial" panose="020B0604020202020204" pitchFamily="34" charset="0"/>
                </a:rPr>
                <a:t>holders.All</a:t>
              </a:r>
              <a:r>
                <a:rPr lang="en-US" altLang="zh-CN" sz="700" dirty="0">
                  <a:latin typeface="Arial" panose="020B0604020202020204" pitchFamily="34" charset="0"/>
                  <a:ea typeface="微软雅黑" panose="020B0503020204020204" pitchFamily="34" charset="-122"/>
                  <a:sym typeface="Arial" panose="020B0604020202020204" pitchFamily="34" charset="0"/>
                </a:rPr>
                <a:t> content contained in 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 including but not limited to design, layout, graphics, icons, fonts, and other elements — is the property of the original rights holders or their assignees. By obtaining this file (whether for free or via purchase), you are granted the right to use the content, solely for non-commercial purposes. Your use of this file is subject to the terms outlined in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iSlide’s</a:t>
              </a:r>
              <a:r>
                <a:rPr lang="en-US" altLang="zh-CN" sz="700" dirty="0">
                  <a:latin typeface="Arial" panose="020B0604020202020204" pitchFamily="34" charset="0"/>
                  <a:ea typeface="微软雅黑" panose="020B0503020204020204" pitchFamily="34" charset="-122"/>
                  <a:sym typeface="Arial" panose="020B0604020202020204" pitchFamily="34" charset="0"/>
                </a:rPr>
                <a:t> official website statements, including the Copyright Notice, User Agreement, and Membership Agreement (</a:t>
              </a:r>
              <a:r>
                <a:rPr lang="en-US" altLang="zh-CN" sz="700" dirty="0">
                  <a:latin typeface="Arial" panose="020B0604020202020204" pitchFamily="34" charset="0"/>
                  <a:ea typeface="微软雅黑" panose="020B0503020204020204" pitchFamily="34" charset="-122"/>
                  <a:sym typeface="Arial" panose="020B0604020202020204" pitchFamily="34" charset="0"/>
                  <a:hlinkClick r:id="rId4"/>
                </a:rPr>
                <a:t>https://www.islide.cc </a:t>
              </a:r>
              <a:r>
                <a:rPr lang="en-US" altLang="zh-CN" sz="700" dirty="0">
                  <a:latin typeface="Arial" panose="020B0604020202020204" pitchFamily="34" charset="0"/>
                  <a:ea typeface="微软雅黑" panose="020B0503020204020204" pitchFamily="34" charset="-122"/>
                  <a:sym typeface="Arial" panose="020B0604020202020204" pitchFamily="34" charset="0"/>
                </a:rPr>
                <a:t>).</a:t>
              </a:r>
            </a:p>
            <a:p>
              <a:pPr>
                <a:lnSpc>
                  <a:spcPct val="150000"/>
                </a:lnSpc>
              </a:pP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iSlide hereby reminds you:</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claim ownership or intellectual property rights over any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acquired (free or paid) from iSlide.</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sell, rent, lend, or distribute this file, in whole or in part, to any third party.</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Any original content you add or modify within 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belongs to you. However, you may not claim rights over the base file itself or commercially distribute any derivative works created from it.</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provide access to download or obtain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iSlide’s</a:t>
              </a:r>
              <a:r>
                <a:rPr lang="en-US" altLang="zh-CN" sz="700" dirty="0">
                  <a:latin typeface="Arial" panose="020B0604020202020204" pitchFamily="34" charset="0"/>
                  <a:ea typeface="微软雅黑" panose="020B0503020204020204" pitchFamily="34" charset="-122"/>
                  <a:sym typeface="Arial" panose="020B0604020202020204" pitchFamily="34" charset="0"/>
                </a:rPr>
                <a:t> content resources on any internet or mobile platform, application, or website.</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Any disputes, claims, losses, or legal liabilities arising from violation of this notice, relevant agreements, or applicable laws and regulations shall be solely borne by you. If your actions result in losses to iSlide or any original rights holder or assignee, you shall be held liable for corresponding compensation.</a:t>
              </a:r>
            </a:p>
          </p:txBody>
        </p:sp>
      </p:grpSp>
      <p:pic>
        <p:nvPicPr>
          <p:cNvPr id="7" name="图片 6">
            <a:extLst>
              <a:ext uri="{FF2B5EF4-FFF2-40B4-BE49-F238E27FC236}">
                <a16:creationId xmlns:a16="http://schemas.microsoft.com/office/drawing/2014/main" id="{42107D6E-414B-6410-6F6E-BC9A105C44C9}"/>
              </a:ext>
            </a:extLst>
          </p:cNvPr>
          <p:cNvPicPr>
            <a:picLocks/>
          </p:cNvPicPr>
          <p:nvPr/>
        </p:nvPicPr>
        <p:blipFill>
          <a:blip r:embed="rId5">
            <a:extLst>
              <a:ext uri="{28A0092B-C50C-407E-A947-70E740481C1C}">
                <a14:useLocalDpi xmlns:a14="http://schemas.microsoft.com/office/drawing/2010/main" val="0"/>
              </a:ext>
            </a:extLst>
          </a:blip>
          <a:srcRect/>
          <a:stretch/>
        </p:blipFill>
        <p:spPr>
          <a:xfrm>
            <a:off x="660400" y="5031395"/>
            <a:ext cx="1048192" cy="1048192"/>
          </a:xfrm>
          <a:prstGeom prst="rect">
            <a:avLst/>
          </a:prstGeom>
        </p:spPr>
      </p:pic>
      <p:grpSp>
        <p:nvGrpSpPr>
          <p:cNvPr id="20" name="组合 19">
            <a:extLst>
              <a:ext uri="{FF2B5EF4-FFF2-40B4-BE49-F238E27FC236}">
                <a16:creationId xmlns:a16="http://schemas.microsoft.com/office/drawing/2014/main" id="{1D5D3C75-2090-058E-6C6D-78603FF65CFD}"/>
              </a:ext>
            </a:extLst>
          </p:cNvPr>
          <p:cNvGrpSpPr/>
          <p:nvPr/>
        </p:nvGrpSpPr>
        <p:grpSpPr>
          <a:xfrm>
            <a:off x="660400" y="2513431"/>
            <a:ext cx="2620129" cy="1615994"/>
            <a:chOff x="660400" y="2513431"/>
            <a:chExt cx="2620129" cy="1615994"/>
          </a:xfrm>
        </p:grpSpPr>
        <p:sp>
          <p:nvSpPr>
            <p:cNvPr id="3" name="矩形 190">
              <a:extLst>
                <a:ext uri="{FF2B5EF4-FFF2-40B4-BE49-F238E27FC236}">
                  <a16:creationId xmlns:a16="http://schemas.microsoft.com/office/drawing/2014/main" id="{8BD58EB1-E9DD-1914-42DA-A386E06FC943}"/>
                </a:ext>
              </a:extLst>
            </p:cNvPr>
            <p:cNvSpPr>
              <a:spLocks/>
            </p:cNvSpPr>
            <p:nvPr/>
          </p:nvSpPr>
          <p:spPr>
            <a:xfrm>
              <a:off x="660400" y="2513431"/>
              <a:ext cx="2620129" cy="244169"/>
            </a:xfrm>
            <a:prstGeom prst="rect">
              <a:avLst/>
            </a:prstGeom>
            <a:noFill/>
            <a:ln>
              <a:noFill/>
            </a:ln>
          </p:spPr>
          <p:txBody>
            <a:bodyPr wrap="square" anchor="t">
              <a:normAutofit/>
            </a:bodyPr>
            <a:lstStyle/>
            <a:p>
              <a:pPr defTabSz="914332">
                <a:lnSpc>
                  <a:spcPct val="120000"/>
                </a:lnSpc>
                <a:defRPr/>
              </a:pPr>
              <a:r>
                <a:rPr lang="zh-CN" altLang="en-US" sz="900" dirty="0">
                  <a:latin typeface="Arial" panose="020B0604020202020204" pitchFamily="34" charset="0"/>
                  <a:ea typeface="微软雅黑" panose="020B0503020204020204" pitchFamily="34" charset="-122"/>
                  <a:sym typeface="Arial" panose="020B0604020202020204" pitchFamily="34" charset="0"/>
                </a:rPr>
                <a:t>海量</a:t>
              </a:r>
              <a:r>
                <a:rPr lang="en-US" altLang="zh-CN" sz="900" dirty="0">
                  <a:latin typeface="Arial" panose="020B0604020202020204" pitchFamily="34" charset="0"/>
                  <a:ea typeface="微软雅黑" panose="020B0503020204020204" pitchFamily="34" charset="-122"/>
                  <a:sym typeface="Arial" panose="020B0604020202020204" pitchFamily="34" charset="0"/>
                </a:rPr>
                <a:t>PPT</a:t>
              </a:r>
              <a:r>
                <a:rPr lang="zh-CN" altLang="en-US" sz="900" dirty="0">
                  <a:latin typeface="Arial" panose="020B0604020202020204" pitchFamily="34" charset="0"/>
                  <a:ea typeface="微软雅黑" panose="020B0503020204020204" pitchFamily="34" charset="-122"/>
                  <a:sym typeface="Arial" panose="020B0604020202020204" pitchFamily="34" charset="0"/>
                </a:rPr>
                <a:t>资源 </a:t>
              </a:r>
              <a:r>
                <a:rPr lang="en-US" altLang="zh-CN" sz="900" dirty="0">
                  <a:latin typeface="Arial" panose="020B0604020202020204" pitchFamily="34" charset="0"/>
                  <a:ea typeface="微软雅黑" panose="020B0503020204020204" pitchFamily="34" charset="-122"/>
                  <a:sym typeface="Arial" panose="020B0604020202020204" pitchFamily="34" charset="0"/>
                </a:rPr>
                <a:t>+ </a:t>
              </a:r>
              <a:r>
                <a:rPr lang="zh-CN" altLang="en-US" sz="900" dirty="0">
                  <a:latin typeface="Arial" panose="020B0604020202020204" pitchFamily="34" charset="0"/>
                  <a:ea typeface="微软雅黑" panose="020B0503020204020204" pitchFamily="34" charset="-122"/>
                  <a:sym typeface="Arial" panose="020B0604020202020204" pitchFamily="34" charset="0"/>
                </a:rPr>
                <a:t>一键优化排版 </a:t>
              </a:r>
              <a:r>
                <a:rPr lang="en-US" altLang="zh-CN" sz="900" dirty="0">
                  <a:latin typeface="Arial" panose="020B0604020202020204" pitchFamily="34" charset="0"/>
                  <a:ea typeface="微软雅黑" panose="020B0503020204020204" pitchFamily="34" charset="-122"/>
                  <a:sym typeface="Arial" panose="020B0604020202020204" pitchFamily="34" charset="0"/>
                </a:rPr>
                <a:t>+ AI</a:t>
              </a:r>
              <a:r>
                <a:rPr lang="zh-CN" altLang="en-US" sz="900" dirty="0">
                  <a:latin typeface="Arial" panose="020B0604020202020204" pitchFamily="34" charset="0"/>
                  <a:ea typeface="微软雅黑" panose="020B0503020204020204" pitchFamily="34" charset="-122"/>
                  <a:sym typeface="Arial" panose="020B0604020202020204" pitchFamily="34" charset="0"/>
                </a:rPr>
                <a:t>智能生成</a:t>
              </a:r>
              <a:r>
                <a:rPr lang="en-US" altLang="zh-CN" sz="900" dirty="0">
                  <a:latin typeface="Arial" panose="020B0604020202020204" pitchFamily="34" charset="0"/>
                  <a:ea typeface="微软雅黑" panose="020B0503020204020204" pitchFamily="34" charset="-122"/>
                  <a:sym typeface="Arial" panose="020B0604020202020204" pitchFamily="34" charset="0"/>
                </a:rPr>
                <a:t>PPT</a:t>
              </a:r>
            </a:p>
          </p:txBody>
        </p:sp>
        <p:sp>
          <p:nvSpPr>
            <p:cNvPr id="8" name="矩形 190">
              <a:extLst>
                <a:ext uri="{FF2B5EF4-FFF2-40B4-BE49-F238E27FC236}">
                  <a16:creationId xmlns:a16="http://schemas.microsoft.com/office/drawing/2014/main" id="{6307B696-98F5-3DE8-A9C9-EB3731B4DF01}"/>
                </a:ext>
              </a:extLst>
            </p:cNvPr>
            <p:cNvSpPr>
              <a:spLocks/>
            </p:cNvSpPr>
            <p:nvPr/>
          </p:nvSpPr>
          <p:spPr>
            <a:xfrm>
              <a:off x="660400" y="2807122"/>
              <a:ext cx="2620129" cy="294824"/>
            </a:xfrm>
            <a:prstGeom prst="rect">
              <a:avLst/>
            </a:prstGeom>
            <a:noFill/>
            <a:ln>
              <a:noFill/>
            </a:ln>
          </p:spPr>
          <p:txBody>
            <a:bodyPr wrap="square" anchor="t">
              <a:spAutoFit/>
            </a:bodyPr>
            <a:lstStyle/>
            <a:p>
              <a:pPr defTabSz="914332">
                <a:lnSpc>
                  <a:spcPct val="120000"/>
                </a:lnSpc>
                <a:defRPr/>
              </a:pPr>
              <a:r>
                <a:rPr lang="en-US" altLang="zh-CN" sz="1200" b="1" dirty="0">
                  <a:latin typeface="Arial" panose="020B0604020202020204" pitchFamily="34" charset="0"/>
                  <a:ea typeface="微软雅黑" panose="020B0503020204020204" pitchFamily="34" charset="-122"/>
                  <a:sym typeface="Arial" panose="020B0604020202020204" pitchFamily="34" charset="0"/>
                </a:rPr>
                <a:t>iSlide</a:t>
              </a:r>
              <a:r>
                <a:rPr lang="zh-CN" altLang="en-US" sz="1200" b="1" dirty="0">
                  <a:latin typeface="Arial" panose="020B0604020202020204" pitchFamily="34" charset="0"/>
                  <a:ea typeface="微软雅黑" panose="020B0503020204020204" pitchFamily="34" charset="-122"/>
                  <a:sym typeface="Arial" panose="020B0604020202020204" pitchFamily="34" charset="0"/>
                </a:rPr>
                <a:t>，让 </a:t>
              </a:r>
              <a:r>
                <a:rPr lang="en-US" altLang="zh-CN" sz="1200" b="1" dirty="0">
                  <a:latin typeface="Arial" panose="020B0604020202020204" pitchFamily="34" charset="0"/>
                  <a:ea typeface="微软雅黑" panose="020B0503020204020204" pitchFamily="34" charset="-122"/>
                  <a:sym typeface="Arial" panose="020B0604020202020204" pitchFamily="34" charset="0"/>
                </a:rPr>
                <a:t>PPT </a:t>
              </a:r>
              <a:r>
                <a:rPr lang="zh-CN" altLang="en-US" sz="1200" b="1" dirty="0">
                  <a:latin typeface="Arial" panose="020B0604020202020204" pitchFamily="34" charset="0"/>
                  <a:ea typeface="微软雅黑" panose="020B0503020204020204" pitchFamily="34" charset="-122"/>
                  <a:sym typeface="Arial" panose="020B0604020202020204" pitchFamily="34" charset="0"/>
                </a:rPr>
                <a:t>设计简单起来！</a:t>
              </a:r>
              <a:endParaRPr lang="en-US" altLang="zh-CN" sz="900" b="1"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190">
              <a:extLst>
                <a:ext uri="{FF2B5EF4-FFF2-40B4-BE49-F238E27FC236}">
                  <a16:creationId xmlns:a16="http://schemas.microsoft.com/office/drawing/2014/main" id="{20B32F7E-7C3A-5D94-853E-297AB8D2E0F4}"/>
                </a:ext>
              </a:extLst>
            </p:cNvPr>
            <p:cNvSpPr>
              <a:spLocks/>
            </p:cNvSpPr>
            <p:nvPr/>
          </p:nvSpPr>
          <p:spPr>
            <a:xfrm>
              <a:off x="660400" y="3206095"/>
              <a:ext cx="2620128" cy="923330"/>
            </a:xfrm>
            <a:prstGeom prst="rect">
              <a:avLst/>
            </a:prstGeom>
            <a:noFill/>
            <a:ln>
              <a:noFill/>
            </a:ln>
          </p:spPr>
          <p:txBody>
            <a:bodyPr wrap="square" anchor="t">
              <a:spAutoFit/>
            </a:bodyPr>
            <a:lstStyle/>
            <a:p>
              <a:pPr defTabSz="914332">
                <a:defRPr/>
              </a:pPr>
              <a:r>
                <a:rPr lang="en-US" altLang="zh-CN" sz="900" dirty="0">
                  <a:latin typeface="Arial" panose="020B0604020202020204" pitchFamily="34" charset="0"/>
                  <a:ea typeface="微软雅黑" panose="020B0503020204020204" pitchFamily="34" charset="-122"/>
                  <a:sym typeface="Arial" panose="020B0604020202020204" pitchFamily="34" charset="0"/>
                </a:rPr>
                <a:t>Access thousands of presentation resources + one-click layout optimization + AI-powered slide generation.</a:t>
              </a:r>
            </a:p>
            <a:p>
              <a:pPr defTabSz="914332">
                <a:defRPr/>
              </a:pP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defTabSz="914332">
                <a:defRPr/>
              </a:pPr>
              <a:r>
                <a:rPr lang="en-US" altLang="zh-CN" sz="900" dirty="0">
                  <a:latin typeface="Arial" panose="020B0604020202020204" pitchFamily="34" charset="0"/>
                  <a:ea typeface="微软雅黑" panose="020B0503020204020204" pitchFamily="34" charset="-122"/>
                  <a:sym typeface="Arial" panose="020B0604020202020204" pitchFamily="34" charset="0"/>
                </a:rPr>
                <a:t>With iSlide, creating beautiful presentations has never been easier!</a:t>
              </a:r>
              <a:endParaRPr lang="zh-CN" altLang="en-US" sz="900" dirty="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4" name="组合 13">
            <a:extLst>
              <a:ext uri="{FF2B5EF4-FFF2-40B4-BE49-F238E27FC236}">
                <a16:creationId xmlns:a16="http://schemas.microsoft.com/office/drawing/2014/main" id="{EC05B91A-374B-5337-A07A-D0D5911BB8C7}"/>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E85D6916-7357-35DA-25B5-DC99E38927E3}"/>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F1744EC7-D7E5-E176-9BA3-B1BB466AD93D}"/>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BC56B6A7-94F1-DAD9-EA03-62CFD3334A1C}"/>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2CD737D-FE38-2624-8EED-6C59EF9C7EF5}"/>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Tree>
    <p:extLst>
      <p:ext uri="{BB962C8B-B14F-4D97-AF65-F5344CB8AC3E}">
        <p14:creationId xmlns:p14="http://schemas.microsoft.com/office/powerpoint/2010/main" val="39079551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GuidesStyle_Normal&quot;,&quot;Kind&quot;:0,&quot;OldGuidesSetting&quot;:{&quot;HeaderHeight&quot;:15.0,&quot;FooterHeight&quot;:9.0,&quot;SideMargin&quot;:5.5,&quot;TopMargin&quot;:0.0,&quot;BottomMargin&quot;:0.0,&quot;IntervalMargin&quot;:1.5}}"/>
</p:tagLst>
</file>

<file path=ppt/theme/theme1.xml><?xml version="1.0" encoding="utf-8"?>
<a:theme xmlns:thm15="http://schemas.microsoft.com/office/thememl/2012/main" xmlns:a="http://schemas.openxmlformats.org/drawingml/2006/main" name="Designed by iSlide">
  <a:themeElements>
    <a:clrScheme name="iSlide">
      <a:dk1>
        <a:srgbClr val="2F2F2F"/>
      </a:dk1>
      <a:lt1>
        <a:srgbClr val="FFFFFF"/>
      </a:lt1>
      <a:dk2>
        <a:srgbClr val="778495"/>
      </a:dk2>
      <a:lt2>
        <a:srgbClr val="F0F0F0"/>
      </a:lt2>
      <a:accent1>
        <a:srgbClr val="F5AF55"/>
      </a:accent1>
      <a:accent2>
        <a:srgbClr val="DC4245"/>
      </a:accent2>
      <a:accent3>
        <a:srgbClr val="3F6FD5"/>
      </a:accent3>
      <a:accent4>
        <a:srgbClr val="A98456"/>
      </a:accent4>
      <a:accent5>
        <a:srgbClr val="9A6B6C"/>
      </a:accent5>
      <a:accent6>
        <a:srgbClr val="6A7999"/>
      </a:accent6>
      <a:hlink>
        <a:srgbClr val="F84D4D"/>
      </a:hlink>
      <a:folHlink>
        <a:srgbClr val="979797"/>
      </a:folHlink>
    </a:clrScheme>
    <a:fontScheme name="iSlide">
      <a:majorFont>
        <a:latin typeface="Arial"/>
        <a:ea typeface="微软雅黑"/>
        <a:cs typeface=""/>
      </a:majorFont>
      <a:minorFont>
        <a:latin typeface="Arial"/>
        <a:ea typeface="微软雅黑"/>
        <a:cs typeface=""/>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Slid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iSlide">
    <a:dk1>
      <a:srgbClr val="2F2F2F"/>
    </a:dk1>
    <a:lt1>
      <a:srgbClr val="FFFFFF"/>
    </a:lt1>
    <a:dk2>
      <a:srgbClr val="778495"/>
    </a:dk2>
    <a:lt2>
      <a:srgbClr val="F0F0F0"/>
    </a:lt2>
    <a:accent1>
      <a:srgbClr val="F5AF55"/>
    </a:accent1>
    <a:accent2>
      <a:srgbClr val="DC4245"/>
    </a:accent2>
    <a:accent3>
      <a:srgbClr val="3F6FD5"/>
    </a:accent3>
    <a:accent4>
      <a:srgbClr val="A98456"/>
    </a:accent4>
    <a:accent5>
      <a:srgbClr val="9A6B6C"/>
    </a:accent5>
    <a:accent6>
      <a:srgbClr val="6A7999"/>
    </a:accent6>
    <a:hlink>
      <a:srgbClr val="F84D4D"/>
    </a:hlink>
    <a:folHlink>
      <a:srgbClr val="979797"/>
    </a:folHlink>
  </a:clrScheme>
</a:themeOverride>
</file>

<file path=ppt/theme/themeOverride2.xml><?xml version="1.0" encoding="utf-8"?>
<a:themeOverride xmlns:a="http://schemas.openxmlformats.org/drawingml/2006/main">
  <a:clrScheme name="iSlide">
    <a:dk1>
      <a:srgbClr val="2F2F2F"/>
    </a:dk1>
    <a:lt1>
      <a:srgbClr val="FFFFFF"/>
    </a:lt1>
    <a:dk2>
      <a:srgbClr val="778495"/>
    </a:dk2>
    <a:lt2>
      <a:srgbClr val="F0F0F0"/>
    </a:lt2>
    <a:accent1>
      <a:srgbClr val="F5AF55"/>
    </a:accent1>
    <a:accent2>
      <a:srgbClr val="DC4245"/>
    </a:accent2>
    <a:accent3>
      <a:srgbClr val="3F6FD5"/>
    </a:accent3>
    <a:accent4>
      <a:srgbClr val="A98456"/>
    </a:accent4>
    <a:accent5>
      <a:srgbClr val="9A6B6C"/>
    </a:accent5>
    <a:accent6>
      <a:srgbClr val="6A7999"/>
    </a:accent6>
    <a:hlink>
      <a:srgbClr val="F84D4D"/>
    </a:hlink>
    <a:folHlink>
      <a:srgbClr val="979797"/>
    </a:folHlink>
  </a:clrScheme>
</a:themeOverride>
</file>

<file path=ppt/theme/themeOverride3.xml><?xml version="1.0" encoding="utf-8"?>
<a:themeOverride xmlns:a="http://schemas.openxmlformats.org/drawingml/2006/main">
  <a:clrScheme name="iSlide">
    <a:dk1>
      <a:srgbClr val="2F2F2F"/>
    </a:dk1>
    <a:lt1>
      <a:srgbClr val="FFFFFF"/>
    </a:lt1>
    <a:dk2>
      <a:srgbClr val="778495"/>
    </a:dk2>
    <a:lt2>
      <a:srgbClr val="F0F0F0"/>
    </a:lt2>
    <a:accent1>
      <a:srgbClr val="F5AF55"/>
    </a:accent1>
    <a:accent2>
      <a:srgbClr val="DC4245"/>
    </a:accent2>
    <a:accent3>
      <a:srgbClr val="3F6FD5"/>
    </a:accent3>
    <a:accent4>
      <a:srgbClr val="A98456"/>
    </a:accent4>
    <a:accent5>
      <a:srgbClr val="9A6B6C"/>
    </a:accent5>
    <a:accent6>
      <a:srgbClr val="6A7999"/>
    </a:accent6>
    <a:hlink>
      <a:srgbClr val="F84D4D"/>
    </a:hlink>
    <a:folHlink>
      <a:srgbClr val="979797"/>
    </a:folHlink>
  </a:clrScheme>
</a:themeOverride>
</file>

<file path=ppt/theme/themeOverride4.xml><?xml version="1.0" encoding="utf-8"?>
<a:themeOverride xmlns:a="http://schemas.openxmlformats.org/drawingml/2006/main">
  <a:clrScheme name="iSlide">
    <a:dk1>
      <a:srgbClr val="2F2F2F"/>
    </a:dk1>
    <a:lt1>
      <a:srgbClr val="FFFFFF"/>
    </a:lt1>
    <a:dk2>
      <a:srgbClr val="778495"/>
    </a:dk2>
    <a:lt2>
      <a:srgbClr val="F0F0F0"/>
    </a:lt2>
    <a:accent1>
      <a:srgbClr val="F5AF55"/>
    </a:accent1>
    <a:accent2>
      <a:srgbClr val="DC4245"/>
    </a:accent2>
    <a:accent3>
      <a:srgbClr val="3F6FD5"/>
    </a:accent3>
    <a:accent4>
      <a:srgbClr val="A98456"/>
    </a:accent4>
    <a:accent5>
      <a:srgbClr val="9A6B6C"/>
    </a:accent5>
    <a:accent6>
      <a:srgbClr val="6A7999"/>
    </a:accent6>
    <a:hlink>
      <a:srgbClr val="F84D4D"/>
    </a:hlink>
    <a:folHlink>
      <a:srgbClr val="979797"/>
    </a:folHlink>
  </a:clrScheme>
</a:themeOverride>
</file>

<file path=ppt/theme/themeOverride5.xml><?xml version="1.0" encoding="utf-8"?>
<a:themeOverride xmlns:a="http://schemas.openxmlformats.org/drawingml/2006/main">
  <a:clrScheme name="iSlide">
    <a:dk1>
      <a:srgbClr val="2F2F2F"/>
    </a:dk1>
    <a:lt1>
      <a:srgbClr val="FFFFFF"/>
    </a:lt1>
    <a:dk2>
      <a:srgbClr val="778495"/>
    </a:dk2>
    <a:lt2>
      <a:srgbClr val="F0F0F0"/>
    </a:lt2>
    <a:accent1>
      <a:srgbClr val="F5AF55"/>
    </a:accent1>
    <a:accent2>
      <a:srgbClr val="DC4245"/>
    </a:accent2>
    <a:accent3>
      <a:srgbClr val="3F6FD5"/>
    </a:accent3>
    <a:accent4>
      <a:srgbClr val="A98456"/>
    </a:accent4>
    <a:accent5>
      <a:srgbClr val="9A6B6C"/>
    </a:accent5>
    <a:accent6>
      <a:srgbClr val="6A7999"/>
    </a:accent6>
    <a:hlink>
      <a:srgbClr val="F84D4D"/>
    </a:hlink>
    <a:folHlink>
      <a:srgbClr val="979797"/>
    </a:folHlink>
  </a:clrScheme>
</a:themeOverride>
</file>

<file path=ppt/theme/themeOverride6.xml><?xml version="1.0" encoding="utf-8"?>
<a:themeOverride xmlns:a="http://schemas.openxmlformats.org/drawingml/2006/main">
  <a:clrScheme name="iSlide">
    <a:dk1>
      <a:srgbClr val="2F2F2F"/>
    </a:dk1>
    <a:lt1>
      <a:srgbClr val="FFFFFF"/>
    </a:lt1>
    <a:dk2>
      <a:srgbClr val="778495"/>
    </a:dk2>
    <a:lt2>
      <a:srgbClr val="F0F0F0"/>
    </a:lt2>
    <a:accent1>
      <a:srgbClr val="F5AF55"/>
    </a:accent1>
    <a:accent2>
      <a:srgbClr val="DC4245"/>
    </a:accent2>
    <a:accent3>
      <a:srgbClr val="3F6FD5"/>
    </a:accent3>
    <a:accent4>
      <a:srgbClr val="A98456"/>
    </a:accent4>
    <a:accent5>
      <a:srgbClr val="9A6B6C"/>
    </a:accent5>
    <a:accent6>
      <a:srgbClr val="6A7999"/>
    </a:accent6>
    <a:hlink>
      <a:srgbClr val="F84D4D"/>
    </a:hlink>
    <a:folHlink>
      <a:srgbClr val="979797"/>
    </a:folHlink>
  </a:clrScheme>
</a:themeOverride>
</file>

<file path=ppt/theme/themeOverride7.xml><?xml version="1.0" encoding="utf-8"?>
<a:themeOverride xmlns:a="http://schemas.openxmlformats.org/drawingml/2006/main">
  <a:clrScheme name="iSlide">
    <a:dk1>
      <a:srgbClr val="2F2F2F"/>
    </a:dk1>
    <a:lt1>
      <a:srgbClr val="FFFFFF"/>
    </a:lt1>
    <a:dk2>
      <a:srgbClr val="778495"/>
    </a:dk2>
    <a:lt2>
      <a:srgbClr val="F0F0F0"/>
    </a:lt2>
    <a:accent1>
      <a:srgbClr val="F5AF55"/>
    </a:accent1>
    <a:accent2>
      <a:srgbClr val="DC4245"/>
    </a:accent2>
    <a:accent3>
      <a:srgbClr val="3F6FD5"/>
    </a:accent3>
    <a:accent4>
      <a:srgbClr val="A98456"/>
    </a:accent4>
    <a:accent5>
      <a:srgbClr val="9A6B6C"/>
    </a:accent5>
    <a:accent6>
      <a:srgbClr val="6A7999"/>
    </a:accent6>
    <a:hlink>
      <a:srgbClr val="F84D4D"/>
    </a:hlink>
    <a:folHlink>
      <a:srgbClr val="979797"/>
    </a:folHlink>
  </a:clrScheme>
</a:themeOverride>
</file>

<file path=ppt/theme/themeOverride8.xml><?xml version="1.0" encoding="utf-8"?>
<a:themeOverride xmlns:a="http://schemas.openxmlformats.org/drawingml/2006/main">
  <a:clrScheme name="iSlide">
    <a:dk1>
      <a:srgbClr val="2F2F2F"/>
    </a:dk1>
    <a:lt1>
      <a:srgbClr val="FFFFFF"/>
    </a:lt1>
    <a:dk2>
      <a:srgbClr val="778495"/>
    </a:dk2>
    <a:lt2>
      <a:srgbClr val="F0F0F0"/>
    </a:lt2>
    <a:accent1>
      <a:srgbClr val="F5AF55"/>
    </a:accent1>
    <a:accent2>
      <a:srgbClr val="DC4245"/>
    </a:accent2>
    <a:accent3>
      <a:srgbClr val="3F6FD5"/>
    </a:accent3>
    <a:accent4>
      <a:srgbClr val="A98456"/>
    </a:accent4>
    <a:accent5>
      <a:srgbClr val="9A6B6C"/>
    </a:accent5>
    <a:accent6>
      <a:srgbClr val="6A7999"/>
    </a:accent6>
    <a:hlink>
      <a:srgbClr val="F84D4D"/>
    </a:hlink>
    <a:folHlink>
      <a:srgbClr val="979797"/>
    </a:folHlink>
  </a:clrScheme>
</a:themeOverride>
</file>

<file path=ppt/theme/themeOverride9.xml><?xml version="1.0" encoding="utf-8"?>
<a:themeOverride xmlns:a="http://schemas.openxmlformats.org/drawingml/2006/main">
  <a:clrScheme name="iSlide">
    <a:dk1>
      <a:srgbClr val="2F2F2F"/>
    </a:dk1>
    <a:lt1>
      <a:srgbClr val="FFFFFF"/>
    </a:lt1>
    <a:dk2>
      <a:srgbClr val="778495"/>
    </a:dk2>
    <a:lt2>
      <a:srgbClr val="F0F0F0"/>
    </a:lt2>
    <a:accent1>
      <a:srgbClr val="F5AF55"/>
    </a:accent1>
    <a:accent2>
      <a:srgbClr val="DC4245"/>
    </a:accent2>
    <a:accent3>
      <a:srgbClr val="3F6FD5"/>
    </a:accent3>
    <a:accent4>
      <a:srgbClr val="A98456"/>
    </a:accent4>
    <a:accent5>
      <a:srgbClr val="9A6B6C"/>
    </a:accent5>
    <a:accent6>
      <a:srgbClr val="6A7999"/>
    </a:accent6>
    <a:hlink>
      <a:srgbClr val="F84D4D"/>
    </a:hlink>
    <a:folHlink>
      <a:srgbClr val="979797"/>
    </a:folHlink>
  </a:clrScheme>
</a:themeOverride>
</file>

<file path=ppt/theme/themeOverride10.xml><?xml version="1.0" encoding="utf-8"?>
<a:themeOverride xmlns:a="http://schemas.openxmlformats.org/drawingml/2006/main">
  <a:clrScheme name="iSlide">
    <a:dk1>
      <a:srgbClr val="2F2F2F"/>
    </a:dk1>
    <a:lt1>
      <a:srgbClr val="FFFFFF"/>
    </a:lt1>
    <a:dk2>
      <a:srgbClr val="778495"/>
    </a:dk2>
    <a:lt2>
      <a:srgbClr val="F0F0F0"/>
    </a:lt2>
    <a:accent1>
      <a:srgbClr val="F5AF55"/>
    </a:accent1>
    <a:accent2>
      <a:srgbClr val="DC4245"/>
    </a:accent2>
    <a:accent3>
      <a:srgbClr val="3F6FD5"/>
    </a:accent3>
    <a:accent4>
      <a:srgbClr val="A98456"/>
    </a:accent4>
    <a:accent5>
      <a:srgbClr val="9A6B6C"/>
    </a:accent5>
    <a:accent6>
      <a:srgbClr val="6A7999"/>
    </a:accent6>
    <a:hlink>
      <a:srgbClr val="F84D4D"/>
    </a:hlink>
    <a:folHlink>
      <a:srgbClr val="979797"/>
    </a:folHlink>
  </a:clrScheme>
</a:themeOverride>
</file>

<file path=ppt/theme/themeOverride11.xml><?xml version="1.0" encoding="utf-8"?>
<a:themeOverride xmlns:a="http://schemas.openxmlformats.org/drawingml/2006/main">
  <a:clrScheme name="iSlide">
    <a:dk1>
      <a:srgbClr val="2F2F2F"/>
    </a:dk1>
    <a:lt1>
      <a:srgbClr val="FFFFFF"/>
    </a:lt1>
    <a:dk2>
      <a:srgbClr val="778495"/>
    </a:dk2>
    <a:lt2>
      <a:srgbClr val="F0F0F0"/>
    </a:lt2>
    <a:accent1>
      <a:srgbClr val="F5AF55"/>
    </a:accent1>
    <a:accent2>
      <a:srgbClr val="DC4245"/>
    </a:accent2>
    <a:accent3>
      <a:srgbClr val="3F6FD5"/>
    </a:accent3>
    <a:accent4>
      <a:srgbClr val="A98456"/>
    </a:accent4>
    <a:accent5>
      <a:srgbClr val="9A6B6C"/>
    </a:accent5>
    <a:accent6>
      <a:srgbClr val="6A7999"/>
    </a:accent6>
    <a:hlink>
      <a:srgbClr val="F84D4D"/>
    </a:hlink>
    <a:folHlink>
      <a:srgbClr val="979797"/>
    </a:folHlink>
  </a:clrScheme>
</a:themeOverride>
</file>

<file path=ppt/theme/themeOverride12.xml><?xml version="1.0" encoding="utf-8"?>
<a:themeOverride xmlns:a="http://schemas.openxmlformats.org/drawingml/2006/main">
  <a:clrScheme name="iSlide">
    <a:dk1>
      <a:srgbClr val="2F2F2F"/>
    </a:dk1>
    <a:lt1>
      <a:srgbClr val="FFFFFF"/>
    </a:lt1>
    <a:dk2>
      <a:srgbClr val="778495"/>
    </a:dk2>
    <a:lt2>
      <a:srgbClr val="F0F0F0"/>
    </a:lt2>
    <a:accent1>
      <a:srgbClr val="F5AF55"/>
    </a:accent1>
    <a:accent2>
      <a:srgbClr val="DC4245"/>
    </a:accent2>
    <a:accent3>
      <a:srgbClr val="3F6FD5"/>
    </a:accent3>
    <a:accent4>
      <a:srgbClr val="A98456"/>
    </a:accent4>
    <a:accent5>
      <a:srgbClr val="9A6B6C"/>
    </a:accent5>
    <a:accent6>
      <a:srgbClr val="6A7999"/>
    </a:accent6>
    <a:hlink>
      <a:srgbClr val="F84D4D"/>
    </a:hlink>
    <a:folHlink>
      <a:srgbClr val="979797"/>
    </a:folHlink>
  </a:clrScheme>
</a:themeOverride>
</file>

<file path=ppt/theme/themeOverride13.xml><?xml version="1.0" encoding="utf-8"?>
<a:themeOverride xmlns:a="http://schemas.openxmlformats.org/drawingml/2006/main">
  <a:clrScheme name="iSlide">
    <a:dk1>
      <a:srgbClr val="2F2F2F"/>
    </a:dk1>
    <a:lt1>
      <a:srgbClr val="FFFFFF"/>
    </a:lt1>
    <a:dk2>
      <a:srgbClr val="778495"/>
    </a:dk2>
    <a:lt2>
      <a:srgbClr val="F0F0F0"/>
    </a:lt2>
    <a:accent1>
      <a:srgbClr val="F5AF55"/>
    </a:accent1>
    <a:accent2>
      <a:srgbClr val="DC4245"/>
    </a:accent2>
    <a:accent3>
      <a:srgbClr val="3F6FD5"/>
    </a:accent3>
    <a:accent4>
      <a:srgbClr val="A98456"/>
    </a:accent4>
    <a:accent5>
      <a:srgbClr val="9A6B6C"/>
    </a:accent5>
    <a:accent6>
      <a:srgbClr val="6A7999"/>
    </a:accent6>
    <a:hlink>
      <a:srgbClr val="F84D4D"/>
    </a:hlink>
    <a:folHlink>
      <a:srgbClr val="979797"/>
    </a:folHlink>
  </a:clrScheme>
</a:themeOverride>
</file>

<file path=ppt/theme/themeOverride14.xml><?xml version="1.0" encoding="utf-8"?>
<a:themeOverride xmlns:a="http://schemas.openxmlformats.org/drawingml/2006/main">
  <a:clrScheme name="iSlide">
    <a:dk1>
      <a:srgbClr val="2F2F2F"/>
    </a:dk1>
    <a:lt1>
      <a:srgbClr val="FFFFFF"/>
    </a:lt1>
    <a:dk2>
      <a:srgbClr val="778495"/>
    </a:dk2>
    <a:lt2>
      <a:srgbClr val="F0F0F0"/>
    </a:lt2>
    <a:accent1>
      <a:srgbClr val="F5AF55"/>
    </a:accent1>
    <a:accent2>
      <a:srgbClr val="DC4245"/>
    </a:accent2>
    <a:accent3>
      <a:srgbClr val="3F6FD5"/>
    </a:accent3>
    <a:accent4>
      <a:srgbClr val="A98456"/>
    </a:accent4>
    <a:accent5>
      <a:srgbClr val="9A6B6C"/>
    </a:accent5>
    <a:accent6>
      <a:srgbClr val="6A7999"/>
    </a:accent6>
    <a:hlink>
      <a:srgbClr val="F84D4D"/>
    </a:hlink>
    <a:folHlink>
      <a:srgbClr val="979797"/>
    </a:folHlink>
  </a:clrScheme>
</a:themeOverride>
</file>

<file path=ppt/theme/themeOverride15.xml><?xml version="1.0" encoding="utf-8"?>
<a:themeOverride xmlns:a="http://schemas.openxmlformats.org/drawingml/2006/main">
  <a:clrScheme name="iSlide">
    <a:dk1>
      <a:srgbClr val="2F2F2F"/>
    </a:dk1>
    <a:lt1>
      <a:srgbClr val="FFFFFF"/>
    </a:lt1>
    <a:dk2>
      <a:srgbClr val="778495"/>
    </a:dk2>
    <a:lt2>
      <a:srgbClr val="F0F0F0"/>
    </a:lt2>
    <a:accent1>
      <a:srgbClr val="F5AF55"/>
    </a:accent1>
    <a:accent2>
      <a:srgbClr val="DC4245"/>
    </a:accent2>
    <a:accent3>
      <a:srgbClr val="3F6FD5"/>
    </a:accent3>
    <a:accent4>
      <a:srgbClr val="A98456"/>
    </a:accent4>
    <a:accent5>
      <a:srgbClr val="9A6B6C"/>
    </a:accent5>
    <a:accent6>
      <a:srgbClr val="6A7999"/>
    </a:accent6>
    <a:hlink>
      <a:srgbClr val="F84D4D"/>
    </a:hlink>
    <a:folHlink>
      <a:srgbClr val="979797"/>
    </a:folHlink>
  </a:clrScheme>
</a:themeOverride>
</file>

<file path=ppt/theme/themeOverride16.xml><?xml version="1.0" encoding="utf-8"?>
<a:themeOverride xmlns:a="http://schemas.openxmlformats.org/drawingml/2006/main">
  <a:clrScheme name="iSlide">
    <a:dk1>
      <a:srgbClr val="2F2F2F"/>
    </a:dk1>
    <a:lt1>
      <a:srgbClr val="FFFFFF"/>
    </a:lt1>
    <a:dk2>
      <a:srgbClr val="778495"/>
    </a:dk2>
    <a:lt2>
      <a:srgbClr val="F0F0F0"/>
    </a:lt2>
    <a:accent1>
      <a:srgbClr val="F5AF55"/>
    </a:accent1>
    <a:accent2>
      <a:srgbClr val="DC4245"/>
    </a:accent2>
    <a:accent3>
      <a:srgbClr val="3F6FD5"/>
    </a:accent3>
    <a:accent4>
      <a:srgbClr val="A98456"/>
    </a:accent4>
    <a:accent5>
      <a:srgbClr val="9A6B6C"/>
    </a:accent5>
    <a:accent6>
      <a:srgbClr val="6A7999"/>
    </a:accent6>
    <a:hlink>
      <a:srgbClr val="F84D4D"/>
    </a:hlink>
    <a:folHlink>
      <a:srgbClr val="979797"/>
    </a:folHlink>
  </a:clrScheme>
</a:themeOverride>
</file>

<file path=ppt/theme/themeOverride17.xml><?xml version="1.0" encoding="utf-8"?>
<a:themeOverride xmlns:a="http://schemas.openxmlformats.org/drawingml/2006/main">
  <a:clrScheme name="iSlide">
    <a:dk1>
      <a:srgbClr val="2F2F2F"/>
    </a:dk1>
    <a:lt1>
      <a:srgbClr val="FFFFFF"/>
    </a:lt1>
    <a:dk2>
      <a:srgbClr val="778495"/>
    </a:dk2>
    <a:lt2>
      <a:srgbClr val="F0F0F0"/>
    </a:lt2>
    <a:accent1>
      <a:srgbClr val="F5AF55"/>
    </a:accent1>
    <a:accent2>
      <a:srgbClr val="DC4245"/>
    </a:accent2>
    <a:accent3>
      <a:srgbClr val="3F6FD5"/>
    </a:accent3>
    <a:accent4>
      <a:srgbClr val="A98456"/>
    </a:accent4>
    <a:accent5>
      <a:srgbClr val="9A6B6C"/>
    </a:accent5>
    <a:accent6>
      <a:srgbClr val="6A7999"/>
    </a:accent6>
    <a:hlink>
      <a:srgbClr val="F84D4D"/>
    </a:hlink>
    <a:folHlink>
      <a:srgbClr val="979797"/>
    </a:folHlink>
  </a:clrScheme>
</a:themeOverride>
</file>

<file path=ppt/theme/themeOverride18.xml><?xml version="1.0" encoding="utf-8"?>
<a:themeOverride xmlns:a="http://schemas.openxmlformats.org/drawingml/2006/main">
  <a:clrScheme name="iSlide">
    <a:dk1>
      <a:srgbClr val="2F2F2F"/>
    </a:dk1>
    <a:lt1>
      <a:srgbClr val="FFFFFF"/>
    </a:lt1>
    <a:dk2>
      <a:srgbClr val="778495"/>
    </a:dk2>
    <a:lt2>
      <a:srgbClr val="F0F0F0"/>
    </a:lt2>
    <a:accent1>
      <a:srgbClr val="F5AF55"/>
    </a:accent1>
    <a:accent2>
      <a:srgbClr val="DC4245"/>
    </a:accent2>
    <a:accent3>
      <a:srgbClr val="3F6FD5"/>
    </a:accent3>
    <a:accent4>
      <a:srgbClr val="A98456"/>
    </a:accent4>
    <a:accent5>
      <a:srgbClr val="9A6B6C"/>
    </a:accent5>
    <a:accent6>
      <a:srgbClr val="6A7999"/>
    </a:accent6>
    <a:hlink>
      <a:srgbClr val="F84D4D"/>
    </a:hlink>
    <a:folHlink>
      <a:srgbClr val="979797"/>
    </a:folHlink>
  </a:clrScheme>
</a:themeOverride>
</file>

<file path=docProps/app.xml><?xml version="1.0" encoding="utf-8"?>
<Properties xmlns="http://schemas.openxmlformats.org/officeDocument/2006/extended-properties" xmlns:vt="http://schemas.openxmlformats.org/officeDocument/2006/docPropsVTypes">
  <TotalTime>237</TotalTime>
  <Words>1075</Words>
  <Application>Microsoft Office PowerPoint</Application>
  <PresentationFormat>宽屏</PresentationFormat>
  <Paragraphs>171</Paragraphs>
  <Slides>18</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18</vt:i4>
      </vt:variant>
    </vt:vector>
  </HeadingPairs>
  <TitlesOfParts>
    <vt:vector size="21" baseType="lpstr">
      <vt:lpstr>等线</vt:lpstr>
      <vt:lpstr>Arial</vt:lpstr>
      <vt:lpstr>Designed by iSlide</vt:lpstr>
      <vt:lpstr>通用行业 季度总结汇报</vt:lpstr>
      <vt:lpstr>PowerPoint 演示文稿</vt:lpstr>
      <vt:lpstr>业务进展</vt:lpstr>
      <vt:lpstr>市场拓展</vt:lpstr>
      <vt:lpstr>品牌建设</vt:lpstr>
      <vt:lpstr>内部管理</vt:lpstr>
      <vt:lpstr>市场动态</vt:lpstr>
      <vt:lpstr>行业趋势</vt:lpstr>
      <vt:lpstr>竞争格局</vt:lpstr>
      <vt:lpstr>政策法规</vt:lpstr>
      <vt:lpstr>技术创新</vt:lpstr>
      <vt:lpstr>消费者行为</vt:lpstr>
      <vt:lpstr>未来展望</vt:lpstr>
      <vt:lpstr>发展前景</vt:lpstr>
      <vt:lpstr>市场机会</vt:lpstr>
      <vt:lpstr>技术创新</vt:lpstr>
      <vt:lpstr>政策建议</vt:lpstr>
      <vt:lpstr>感谢观看</vt:lpstr>
    </vt:vector>
  </TitlesOfParts>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iSlide PowerPoint Template</dc:title>
  <dc:creator>iSlide</dc:creator>
  <cp:lastModifiedBy>LiXin</cp:lastModifiedBy>
  <cp:revision>88</cp:revision>
  <dcterms:created xsi:type="dcterms:W3CDTF">2023-06-05T05:58:43Z</dcterms:created>
  <dcterms:modified xsi:type="dcterms:W3CDTF">2025-07-07T02:53:14Z</dcterms:modified>
</cp:coreProperties>
</file>