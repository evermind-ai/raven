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4" r:id="rId3"/>
    <p:sldId id="265" r:id="rId4"/>
    <p:sldId id="302" r:id="rId5"/>
    <p:sldId id="267" r:id="rId6"/>
    <p:sldId id="271" r:id="rId7"/>
    <p:sldId id="280" r:id="rId8"/>
    <p:sldId id="283" r:id="rId9"/>
    <p:sldId id="296" r:id="rId10"/>
    <p:sldId id="286" r:id="rId11"/>
    <p:sldId id="304" r:id="rId12"/>
    <p:sldId id="305" r:id="R67440d90cc0041aa"/>
    <p:sldId id="306" r:id="Rc1e2329c5ec84583"/>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a:srgbClr val="F0F0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68" autoAdjust="0"/>
    <p:restoredTop sz="86483" autoAdjust="0"/>
  </p:normalViewPr>
  <p:slideViewPr>
    <p:cSldViewPr snapToGrid="0" showGuides="1">
      <p:cViewPr>
        <p:scale>
          <a:sx n="120" d="100"/>
          <a:sy n="120" d="100"/>
        </p:scale>
        <p:origin x="1204" y="868"/>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notesMaster" Target="notesMasters/notesMaster1.xml" Id="rId13" /><Relationship Type="http://schemas.openxmlformats.org/officeDocument/2006/relationships/tableStyles" Target="tableStyles.xml" Id="rId18" /><Relationship Type="http://schemas.openxmlformats.org/officeDocument/2006/relationships/slide" Target="slides/slide2.xml" Id="rId3" /><Relationship Type="http://schemas.openxmlformats.org/officeDocument/2006/relationships/slide" Target="slides/slide6.xml" Id="rId7" /><Relationship Type="http://schemas.openxmlformats.org/officeDocument/2006/relationships/slide" Target="slides/slide11.xml" Id="rId12" /><Relationship Type="http://schemas.openxmlformats.org/officeDocument/2006/relationships/theme" Target="theme/theme1.xml" Id="rId17" /><Relationship Type="http://schemas.openxmlformats.org/officeDocument/2006/relationships/slide" Target="slides/slide1.xml" Id="rId2" /><Relationship Type="http://schemas.openxmlformats.org/officeDocument/2006/relationships/viewProps" Target="viewProps.xml" Id="rId16"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0.xml" Id="rId11" /><Relationship Type="http://schemas.openxmlformats.org/officeDocument/2006/relationships/slide" Target="slides/slide4.xml" Id="rId5" /><Relationship Type="http://schemas.openxmlformats.org/officeDocument/2006/relationships/presProps" Target="presProps.xml" Id="rId15" /><Relationship Type="http://schemas.openxmlformats.org/officeDocument/2006/relationships/slide" Target="slides/slide9.xml" Id="rId10"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tags" Target="tags/tag1.xml" Id="rId14" /><Relationship Type="http://schemas.openxmlformats.org/officeDocument/2006/relationships/slide" Target="/ppt/slides/slide12.xml" Id="R67440d90cc0041aa" /><Relationship Type="http://schemas.openxmlformats.org/officeDocument/2006/relationships/slide" Target="/ppt/slides/slide13.xml" Id="Rc1e2329c5ec84583"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D3439C-124C-4146-BB1C-68528D589D4D}" type="datetimeFigureOut">
              <a:rPr lang="zh-CN" altLang="en-US" smtClean="0"/>
              <a:t>2026/6/10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782103-9216-4BEC-9DC9-D610389951EE}" type="slidenum">
              <a:rPr lang="zh-CN" altLang="en-US" smtClean="0"/>
              <a:t>‹#›</a:t>
            </a:fld>
            <a:endParaRPr lang="zh-CN" altLang="en-US"/>
          </a:p>
        </p:txBody>
      </p:sp>
    </p:spTree>
    <p:extLst>
      <p:ext uri="{BB962C8B-B14F-4D97-AF65-F5344CB8AC3E}">
        <p14:creationId xmlns:p14="http://schemas.microsoft.com/office/powerpoint/2010/main" val="3714234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816a2bf0-c601-43e3-ba6b-0e7fbc5c3ba3.source.8.zh-Hans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f47bcc77-dbcf-4629-be7c-4d6293e1f49a.source.6.zh-Hans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93f94543-70a6-4c50-8673-cd052d48b26c.source.3.zh-Hans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cbba1576-d309-4624-b089-72fdcad175a2.source.4.zh-Hans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0f347f5d-22ab-40d1-a7eb-3c5dc3fa1639.source.4.zh-Hans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fd32e7d5-f37a-466e-8543-77ca4c94c06b.source.3.zh-Hans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c926944e-8b48-4f3d-926e-21ce397472ca.source.4.zh-Hans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2c2b80b5-b81d-4a94-b301-1e1e6221698d.source.5.zh-Hans</a:t>
            </a: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Title Slide" type="title" preserve="1">
  <p:cSld name="Title Slide">
    <p:bg>
      <p:bgRef idx="1001">
        <a:schemeClr val="bg1"/>
      </p:bgRef>
    </p:bg>
    <p:spTree>
      <p:nvGrpSpPr>
        <p:cNvPr id="1" name=""/>
        <p:cNvGrpSpPr/>
        <p:nvPr/>
      </p:nvGrpSpPr>
      <p:grpSpPr>
        <a:xfrm>
          <a:off x="0" y="0"/>
          <a:ext cx="0" cy="0"/>
          <a:chOff x="0" y="0"/>
          <a:chExt cx="0" cy="0"/>
        </a:xfrm>
      </p:grpSpPr>
      <p:grpSp>
        <p:nvGrpSpPr>
          <p:cNvPr id="27" name="组合 26">
            <a:extLst>
              <a:ext uri="{FF2B5EF4-FFF2-40B4-BE49-F238E27FC236}">
                <a16:creationId xmlns:a16="http://schemas.microsoft.com/office/drawing/2014/main" id="{2884068D-90EF-FDD7-070B-6CA0C3E56CA4}"/>
              </a:ext>
            </a:extLst>
          </p:cNvPr>
          <p:cNvGrpSpPr/>
          <p:nvPr userDrawn="1"/>
        </p:nvGrpSpPr>
        <p:grpSpPr>
          <a:xfrm>
            <a:off x="-1" y="0"/>
            <a:ext cx="12192001" cy="6858000"/>
            <a:chOff x="-1" y="0"/>
            <a:chExt cx="12192001" cy="6858000"/>
          </a:xfrm>
        </p:grpSpPr>
        <p:sp>
          <p:nvSpPr>
            <p:cNvPr id="19" name="矩形 18">
              <a:extLst>
                <a:ext uri="{FF2B5EF4-FFF2-40B4-BE49-F238E27FC236}">
                  <a16:creationId xmlns:a16="http://schemas.microsoft.com/office/drawing/2014/main" id="{AD5B72B9-C58E-19E5-00E5-C4AE7F45AD92}"/>
                </a:ext>
              </a:extLst>
            </p:cNvPr>
            <p:cNvSpPr>
              <a:spLocks/>
            </p:cNvSpPr>
            <p:nvPr userDrawn="1"/>
          </p:nvSpPr>
          <p:spPr>
            <a:xfrm>
              <a:off x="0" y="0"/>
              <a:ext cx="12192000" cy="6858000"/>
            </a:xfrm>
            <a:prstGeom prst="rect">
              <a:avLst/>
            </a:prstGeom>
            <a:blipFill>
              <a:blip r:embed="rId2">
                <a:alphaModFix amt="25000"/>
              </a:blip>
              <a:srcRect/>
              <a:stretch>
                <a:fillRect l="-2" r="-3071" b="-3072"/>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a:extLst>
                <a:ext uri="{FF2B5EF4-FFF2-40B4-BE49-F238E27FC236}">
                  <a16:creationId xmlns:a16="http://schemas.microsoft.com/office/drawing/2014/main" id="{461A3448-28EB-2D2E-68EC-B03FBBBCBBFD}"/>
                </a:ext>
              </a:extLst>
            </p:cNvPr>
            <p:cNvGrpSpPr/>
            <p:nvPr userDrawn="1"/>
          </p:nvGrpSpPr>
          <p:grpSpPr>
            <a:xfrm>
              <a:off x="-1" y="616048"/>
              <a:ext cx="3505200" cy="795783"/>
              <a:chOff x="-1" y="3170007"/>
              <a:chExt cx="3505200" cy="900000"/>
            </a:xfrm>
          </p:grpSpPr>
          <p:sp>
            <p:nvSpPr>
              <p:cNvPr id="3" name="Rectangle 68">
                <a:extLst>
                  <a:ext uri="{FF2B5EF4-FFF2-40B4-BE49-F238E27FC236}">
                    <a16:creationId xmlns:a16="http://schemas.microsoft.com/office/drawing/2014/main" id="{F785B227-4D4D-0EAB-30E0-BA75C6BC541C}"/>
                  </a:ext>
                </a:extLst>
              </p:cNvPr>
              <p:cNvSpPr>
                <a:spLocks/>
              </p:cNvSpPr>
              <p:nvPr userDrawn="1"/>
            </p:nvSpPr>
            <p:spPr>
              <a:xfrm flipH="1">
                <a:off x="1028461" y="3170007"/>
                <a:ext cx="2476738" cy="900000"/>
              </a:xfrm>
              <a:prstGeom prst="rect">
                <a:avLst/>
              </a:prstGeom>
              <a:gradFill flip="none" rotWithShape="1">
                <a:gsLst>
                  <a:gs pos="0">
                    <a:schemeClr val="accent1">
                      <a:alpha val="0"/>
                    </a:schemeClr>
                  </a:gs>
                  <a:gs pos="100000">
                    <a:schemeClr val="accent1">
                      <a:alpha val="6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latin typeface="Nunito Sans Normal" pitchFamily="2" charset="77"/>
                </a:endParaRPr>
              </a:p>
            </p:txBody>
          </p:sp>
          <p:sp>
            <p:nvSpPr>
              <p:cNvPr id="11" name="Rectangle 74">
                <a:extLst>
                  <a:ext uri="{FF2B5EF4-FFF2-40B4-BE49-F238E27FC236}">
                    <a16:creationId xmlns:a16="http://schemas.microsoft.com/office/drawing/2014/main" id="{FF0F75B3-B7DB-F8DB-3340-88BF5F8B29F1}"/>
                  </a:ext>
                </a:extLst>
              </p:cNvPr>
              <p:cNvSpPr>
                <a:spLocks/>
              </p:cNvSpPr>
              <p:nvPr userDrawn="1"/>
            </p:nvSpPr>
            <p:spPr>
              <a:xfrm flipH="1">
                <a:off x="-1" y="3170007"/>
                <a:ext cx="1028463" cy="900000"/>
              </a:xfrm>
              <a:prstGeom prst="rect">
                <a:avLst/>
              </a:prstGeom>
              <a:gradFill flip="none" rotWithShape="1">
                <a:gsLst>
                  <a:gs pos="0">
                    <a:schemeClr val="accent1">
                      <a:alpha val="0"/>
                    </a:schemeClr>
                  </a:gs>
                  <a:gs pos="100000">
                    <a:schemeClr val="accent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latin typeface="Nunito Sans Normal" pitchFamily="2" charset="77"/>
                </a:endParaRPr>
              </a:p>
            </p:txBody>
          </p:sp>
        </p:grpSp>
        <p:grpSp>
          <p:nvGrpSpPr>
            <p:cNvPr id="20" name="组合 19">
              <a:extLst>
                <a:ext uri="{FF2B5EF4-FFF2-40B4-BE49-F238E27FC236}">
                  <a16:creationId xmlns:a16="http://schemas.microsoft.com/office/drawing/2014/main" id="{F511CB44-7D57-4C22-247F-B841CE49D159}"/>
                </a:ext>
              </a:extLst>
            </p:cNvPr>
            <p:cNvGrpSpPr/>
            <p:nvPr userDrawn="1"/>
          </p:nvGrpSpPr>
          <p:grpSpPr>
            <a:xfrm>
              <a:off x="9575801" y="5055674"/>
              <a:ext cx="1948458" cy="1802323"/>
              <a:chOff x="10084257" y="5525997"/>
              <a:chExt cx="1440001" cy="1332000"/>
            </a:xfrm>
          </p:grpSpPr>
          <p:sp>
            <p:nvSpPr>
              <p:cNvPr id="2" name="Rectangle 80">
                <a:extLst>
                  <a:ext uri="{FF2B5EF4-FFF2-40B4-BE49-F238E27FC236}">
                    <a16:creationId xmlns:a16="http://schemas.microsoft.com/office/drawing/2014/main" id="{309A168C-3C30-1B55-8B3E-C09A34F7C85E}"/>
                  </a:ext>
                </a:extLst>
              </p:cNvPr>
              <p:cNvSpPr/>
              <p:nvPr userDrawn="1"/>
            </p:nvSpPr>
            <p:spPr>
              <a:xfrm rot="10800000" flipH="1" flipV="1">
                <a:off x="10084257" y="5525997"/>
                <a:ext cx="720000" cy="1332000"/>
              </a:xfrm>
              <a:prstGeom prst="rect">
                <a:avLst/>
              </a:prstGeom>
              <a:gradFill flip="none" rotWithShape="1">
                <a:gsLst>
                  <a:gs pos="0">
                    <a:schemeClr val="accent1">
                      <a:alpha val="0"/>
                    </a:schemeClr>
                  </a:gs>
                  <a:gs pos="100000">
                    <a:schemeClr val="accent1">
                      <a:alpha val="6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latin typeface="Nunito Sans Normal" pitchFamily="2" charset="77"/>
                </a:endParaRPr>
              </a:p>
            </p:txBody>
          </p:sp>
          <p:sp>
            <p:nvSpPr>
              <p:cNvPr id="12" name="Rectangle 81">
                <a:extLst>
                  <a:ext uri="{FF2B5EF4-FFF2-40B4-BE49-F238E27FC236}">
                    <a16:creationId xmlns:a16="http://schemas.microsoft.com/office/drawing/2014/main" id="{37A264C5-68F0-2AF1-4270-DAE27B26498C}"/>
                  </a:ext>
                </a:extLst>
              </p:cNvPr>
              <p:cNvSpPr/>
              <p:nvPr userDrawn="1"/>
            </p:nvSpPr>
            <p:spPr>
              <a:xfrm rot="10800000" flipH="1" flipV="1">
                <a:off x="10804258" y="6137997"/>
                <a:ext cx="720000" cy="720000"/>
              </a:xfrm>
              <a:prstGeom prst="rect">
                <a:avLst/>
              </a:prstGeom>
              <a:gradFill flip="none" rotWithShape="1">
                <a:gsLst>
                  <a:gs pos="0">
                    <a:schemeClr val="accent1">
                      <a:alpha val="0"/>
                    </a:schemeClr>
                  </a:gs>
                  <a:gs pos="100000">
                    <a:schemeClr val="accent1"/>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latin typeface="Nunito Sans Normal" pitchFamily="2" charset="77"/>
                </a:endParaRPr>
              </a:p>
            </p:txBody>
          </p:sp>
        </p:grpSp>
        <p:grpSp>
          <p:nvGrpSpPr>
            <p:cNvPr id="15" name="Group 89">
              <a:extLst>
                <a:ext uri="{FF2B5EF4-FFF2-40B4-BE49-F238E27FC236}">
                  <a16:creationId xmlns:a16="http://schemas.microsoft.com/office/drawing/2014/main" id="{4AC34BF7-9A8D-67A9-B51A-694370D0F694}"/>
                </a:ext>
              </a:extLst>
            </p:cNvPr>
            <p:cNvGrpSpPr/>
            <p:nvPr userDrawn="1"/>
          </p:nvGrpSpPr>
          <p:grpSpPr>
            <a:xfrm>
              <a:off x="660400" y="5803700"/>
              <a:ext cx="432000" cy="432000"/>
              <a:chOff x="9281276" y="3686208"/>
              <a:chExt cx="432000" cy="432000"/>
            </a:xfrm>
          </p:grpSpPr>
          <p:sp>
            <p:nvSpPr>
              <p:cNvPr id="16" name="椭圆 15">
                <a:extLst>
                  <a:ext uri="{FF2B5EF4-FFF2-40B4-BE49-F238E27FC236}">
                    <a16:creationId xmlns:a16="http://schemas.microsoft.com/office/drawing/2014/main" id="{7DF8EB21-C527-AB6A-A2EC-0E2C73CB1846}"/>
                  </a:ext>
                </a:extLst>
              </p:cNvPr>
              <p:cNvSpPr>
                <a:spLocks noChangeAspect="1"/>
              </p:cNvSpPr>
              <p:nvPr/>
            </p:nvSpPr>
            <p:spPr>
              <a:xfrm>
                <a:off x="9281276" y="3686208"/>
                <a:ext cx="432000" cy="432000"/>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17" name="Isosceles Triangle 6">
                <a:extLst>
                  <a:ext uri="{FF2B5EF4-FFF2-40B4-BE49-F238E27FC236}">
                    <a16:creationId xmlns:a16="http://schemas.microsoft.com/office/drawing/2014/main" id="{15420CE6-24CC-E90B-6BE7-06FCD54E92BE}"/>
                  </a:ext>
                </a:extLst>
              </p:cNvPr>
              <p:cNvSpPr>
                <a:spLocks noChangeAspect="1"/>
              </p:cNvSpPr>
              <p:nvPr/>
            </p:nvSpPr>
            <p:spPr>
              <a:xfrm>
                <a:off x="9380475" y="3802892"/>
                <a:ext cx="209537" cy="198628"/>
              </a:xfrm>
              <a:custGeom>
                <a:avLst/>
                <a:gdLst>
                  <a:gd name="csX0" fmla="*/ 278600 w 496926"/>
                  <a:gd name="csY0" fmla="*/ 0 h 471057"/>
                  <a:gd name="csX1" fmla="*/ 302519 w 496926"/>
                  <a:gd name="csY1" fmla="*/ 9909 h 471057"/>
                  <a:gd name="csX2" fmla="*/ 478605 w 496926"/>
                  <a:gd name="csY2" fmla="*/ 185730 h 471057"/>
                  <a:gd name="csX3" fmla="*/ 496926 w 496926"/>
                  <a:gd name="csY3" fmla="*/ 230447 h 471057"/>
                  <a:gd name="csX4" fmla="*/ 496926 w 496926"/>
                  <a:gd name="csY4" fmla="*/ 240610 h 471057"/>
                  <a:gd name="csX5" fmla="*/ 478605 w 496926"/>
                  <a:gd name="csY5" fmla="*/ 285328 h 471057"/>
                  <a:gd name="csX6" fmla="*/ 302519 w 496926"/>
                  <a:gd name="csY6" fmla="*/ 461148 h 471057"/>
                  <a:gd name="csX7" fmla="*/ 254681 w 496926"/>
                  <a:gd name="csY7" fmla="*/ 461148 h 471057"/>
                  <a:gd name="csX8" fmla="*/ 254681 w 496926"/>
                  <a:gd name="csY8" fmla="*/ 412366 h 471057"/>
                  <a:gd name="csX9" fmla="*/ 398196 w 496926"/>
                  <a:gd name="csY9" fmla="*/ 270083 h 471057"/>
                  <a:gd name="csX10" fmla="*/ 190161 w 496926"/>
                  <a:gd name="csY10" fmla="*/ 270083 h 471057"/>
                  <a:gd name="csX11" fmla="*/ 190160 w 496926"/>
                  <a:gd name="csY11" fmla="*/ 270083 h 471057"/>
                  <a:gd name="csX12" fmla="*/ 33589 w 496926"/>
                  <a:gd name="csY12" fmla="*/ 270083 h 471057"/>
                  <a:gd name="csX13" fmla="*/ 0 w 496926"/>
                  <a:gd name="csY13" fmla="*/ 235529 h 471057"/>
                  <a:gd name="csX14" fmla="*/ 33589 w 496926"/>
                  <a:gd name="csY14" fmla="*/ 200974 h 471057"/>
                  <a:gd name="csX15" fmla="*/ 190160 w 496926"/>
                  <a:gd name="csY15" fmla="*/ 200974 h 471057"/>
                  <a:gd name="csX16" fmla="*/ 190161 w 496926"/>
                  <a:gd name="csY16" fmla="*/ 200974 h 471057"/>
                  <a:gd name="csX17" fmla="*/ 398196 w 496926"/>
                  <a:gd name="csY17" fmla="*/ 200974 h 471057"/>
                  <a:gd name="csX18" fmla="*/ 254681 w 496926"/>
                  <a:gd name="csY18" fmla="*/ 57676 h 471057"/>
                  <a:gd name="csX19" fmla="*/ 254681 w 496926"/>
                  <a:gd name="csY19" fmla="*/ 9909 h 471057"/>
                  <a:gd name="csX20" fmla="*/ 278600 w 496926"/>
                  <a:gd name="csY20" fmla="*/ 0 h 471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96926" h="471057">
                    <a:moveTo>
                      <a:pt x="278600" y="0"/>
                    </a:moveTo>
                    <a:cubicBezTo>
                      <a:pt x="287252" y="0"/>
                      <a:pt x="295903" y="3303"/>
                      <a:pt x="302519" y="9909"/>
                    </a:cubicBezTo>
                    <a:lnTo>
                      <a:pt x="478605" y="185730"/>
                    </a:lnTo>
                    <a:cubicBezTo>
                      <a:pt x="490819" y="196909"/>
                      <a:pt x="496926" y="213170"/>
                      <a:pt x="496926" y="230447"/>
                    </a:cubicBezTo>
                    <a:lnTo>
                      <a:pt x="496926" y="240610"/>
                    </a:lnTo>
                    <a:cubicBezTo>
                      <a:pt x="496926" y="256871"/>
                      <a:pt x="490819" y="273132"/>
                      <a:pt x="478605" y="285328"/>
                    </a:cubicBezTo>
                    <a:lnTo>
                      <a:pt x="302519" y="461148"/>
                    </a:lnTo>
                    <a:cubicBezTo>
                      <a:pt x="289287" y="474360"/>
                      <a:pt x="267913" y="474360"/>
                      <a:pt x="254681" y="461148"/>
                    </a:cubicBezTo>
                    <a:cubicBezTo>
                      <a:pt x="241449" y="447936"/>
                      <a:pt x="241449" y="425578"/>
                      <a:pt x="254681" y="412366"/>
                    </a:cubicBezTo>
                    <a:lnTo>
                      <a:pt x="398196" y="270083"/>
                    </a:lnTo>
                    <a:lnTo>
                      <a:pt x="190161" y="270083"/>
                    </a:lnTo>
                    <a:lnTo>
                      <a:pt x="190160" y="270083"/>
                    </a:lnTo>
                    <a:lnTo>
                      <a:pt x="33589" y="270083"/>
                    </a:lnTo>
                    <a:cubicBezTo>
                      <a:pt x="15268" y="270083"/>
                      <a:pt x="0" y="253822"/>
                      <a:pt x="0" y="235529"/>
                    </a:cubicBezTo>
                    <a:cubicBezTo>
                      <a:pt x="0" y="216219"/>
                      <a:pt x="15268" y="200974"/>
                      <a:pt x="33589" y="200974"/>
                    </a:cubicBezTo>
                    <a:lnTo>
                      <a:pt x="190160" y="200974"/>
                    </a:lnTo>
                    <a:lnTo>
                      <a:pt x="190161" y="200974"/>
                    </a:lnTo>
                    <a:lnTo>
                      <a:pt x="398196" y="200974"/>
                    </a:lnTo>
                    <a:lnTo>
                      <a:pt x="254681" y="57676"/>
                    </a:lnTo>
                    <a:cubicBezTo>
                      <a:pt x="241449" y="44463"/>
                      <a:pt x="241449" y="23121"/>
                      <a:pt x="254681" y="9909"/>
                    </a:cubicBezTo>
                    <a:cubicBezTo>
                      <a:pt x="261297" y="3303"/>
                      <a:pt x="269949" y="0"/>
                      <a:pt x="278600" y="0"/>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sp>
          <p:nvSpPr>
            <p:cNvPr id="44" name="left-arrow_154630">
              <a:extLst>
                <a:ext uri="{FF2B5EF4-FFF2-40B4-BE49-F238E27FC236}">
                  <a16:creationId xmlns:a16="http://schemas.microsoft.com/office/drawing/2014/main" id="{7302A098-C909-58E9-3B81-0531E763C7E8}"/>
                </a:ext>
              </a:extLst>
            </p:cNvPr>
            <p:cNvSpPr>
              <a:spLocks noChangeAspect="1"/>
            </p:cNvSpPr>
            <p:nvPr userDrawn="1"/>
          </p:nvSpPr>
          <p:spPr>
            <a:xfrm>
              <a:off x="11158900" y="786328"/>
              <a:ext cx="360000" cy="196744"/>
            </a:xfrm>
            <a:custGeom>
              <a:avLst/>
              <a:gdLst>
                <a:gd name="T0" fmla="*/ 4220 w 4420"/>
                <a:gd name="T1" fmla="*/ 1020 h 2420"/>
                <a:gd name="T2" fmla="*/ 703 w 4420"/>
                <a:gd name="T3" fmla="*/ 1020 h 2420"/>
                <a:gd name="T4" fmla="*/ 1361 w 4420"/>
                <a:gd name="T5" fmla="*/ 361 h 2420"/>
                <a:gd name="T6" fmla="*/ 1361 w 4420"/>
                <a:gd name="T7" fmla="*/ 79 h 2420"/>
                <a:gd name="T8" fmla="*/ 1079 w 4420"/>
                <a:gd name="T9" fmla="*/ 79 h 2420"/>
                <a:gd name="T10" fmla="*/ 79 w 4420"/>
                <a:gd name="T11" fmla="*/ 1079 h 2420"/>
                <a:gd name="T12" fmla="*/ 79 w 4420"/>
                <a:gd name="T13" fmla="*/ 1361 h 2420"/>
                <a:gd name="T14" fmla="*/ 1079 w 4420"/>
                <a:gd name="T15" fmla="*/ 2361 h 2420"/>
                <a:gd name="T16" fmla="*/ 1220 w 4420"/>
                <a:gd name="T17" fmla="*/ 2420 h 2420"/>
                <a:gd name="T18" fmla="*/ 1361 w 4420"/>
                <a:gd name="T19" fmla="*/ 2361 h 2420"/>
                <a:gd name="T20" fmla="*/ 1361 w 4420"/>
                <a:gd name="T21" fmla="*/ 2079 h 2420"/>
                <a:gd name="T22" fmla="*/ 703 w 4420"/>
                <a:gd name="T23" fmla="*/ 1420 h 2420"/>
                <a:gd name="T24" fmla="*/ 4220 w 4420"/>
                <a:gd name="T25" fmla="*/ 1420 h 2420"/>
                <a:gd name="T26" fmla="*/ 4420 w 4420"/>
                <a:gd name="T27" fmla="*/ 1220 h 2420"/>
                <a:gd name="T28" fmla="*/ 4220 w 4420"/>
                <a:gd name="T29" fmla="*/ 1020 h 2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420" h="2420">
                  <a:moveTo>
                    <a:pt x="4220" y="1020"/>
                  </a:moveTo>
                  <a:lnTo>
                    <a:pt x="703" y="1020"/>
                  </a:lnTo>
                  <a:lnTo>
                    <a:pt x="1361" y="361"/>
                  </a:lnTo>
                  <a:cubicBezTo>
                    <a:pt x="1440" y="283"/>
                    <a:pt x="1440" y="157"/>
                    <a:pt x="1361" y="79"/>
                  </a:cubicBezTo>
                  <a:cubicBezTo>
                    <a:pt x="1283" y="0"/>
                    <a:pt x="1157" y="0"/>
                    <a:pt x="1079" y="79"/>
                  </a:cubicBezTo>
                  <a:lnTo>
                    <a:pt x="79" y="1079"/>
                  </a:lnTo>
                  <a:cubicBezTo>
                    <a:pt x="0" y="1157"/>
                    <a:pt x="0" y="1283"/>
                    <a:pt x="79" y="1361"/>
                  </a:cubicBezTo>
                  <a:lnTo>
                    <a:pt x="1079" y="2361"/>
                  </a:lnTo>
                  <a:cubicBezTo>
                    <a:pt x="1118" y="2400"/>
                    <a:pt x="1169" y="2420"/>
                    <a:pt x="1220" y="2420"/>
                  </a:cubicBezTo>
                  <a:cubicBezTo>
                    <a:pt x="1271" y="2420"/>
                    <a:pt x="1322" y="2400"/>
                    <a:pt x="1361" y="2361"/>
                  </a:cubicBezTo>
                  <a:cubicBezTo>
                    <a:pt x="1440" y="2283"/>
                    <a:pt x="1440" y="2157"/>
                    <a:pt x="1361" y="2079"/>
                  </a:cubicBezTo>
                  <a:lnTo>
                    <a:pt x="703" y="1420"/>
                  </a:lnTo>
                  <a:lnTo>
                    <a:pt x="4220" y="1420"/>
                  </a:lnTo>
                  <a:cubicBezTo>
                    <a:pt x="4330" y="1420"/>
                    <a:pt x="4420" y="1330"/>
                    <a:pt x="4420" y="1220"/>
                  </a:cubicBezTo>
                  <a:cubicBezTo>
                    <a:pt x="4420" y="1110"/>
                    <a:pt x="4330" y="1020"/>
                    <a:pt x="4220" y="102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cs typeface="+mn-ea"/>
                <a:sym typeface="+mn-lt"/>
              </a:endParaRPr>
            </a:p>
          </p:txBody>
        </p:sp>
      </p:grpSp>
      <p:sp>
        <p:nvSpPr>
          <p:cNvPr id="5" name="标题 4"/>
          <p:cNvSpPr>
            <a:spLocks noGrp="1"/>
          </p:cNvSpPr>
          <p:nvPr userDrawn="1">
            <p:ph type="ctrTitle" hasCustomPrompt="1"/>
          </p:nvPr>
        </p:nvSpPr>
        <p:spPr>
          <a:xfrm>
            <a:off x="660400" y="1471365"/>
            <a:ext cx="10858500" cy="2025650"/>
          </a:xfrm>
          <a:prstGeom prst="rect">
            <a:avLst/>
          </a:prstGeom>
        </p:spPr>
        <p:txBody>
          <a:bodyPr wrap="square" anchor="b">
            <a:normAutofit/>
          </a:bodyPr>
          <a:lstStyle>
            <a:lvl1pPr algn="ctr">
              <a:lnSpc>
                <a:spcPct val="100000"/>
              </a:lnSpc>
              <a:defRPr sz="5400">
                <a:ln w="19050">
                  <a:noFill/>
                </a:ln>
                <a:solidFill>
                  <a:schemeClr val="tx1"/>
                </a:solidFill>
              </a:defRPr>
            </a:lvl1pPr>
          </a:lstStyle>
          <a:p>
            <a:pPr lvl="0"/>
            <a:r>
              <a:rPr lang="zh-CN" altLang="en-US" dirty="0"/>
              <a:t>Click to add title</a:t>
            </a:r>
            <a:endParaRPr lang="en-US" dirty="0"/>
          </a:p>
        </p:txBody>
      </p:sp>
      <p:sp>
        <p:nvSpPr>
          <p:cNvPr id="9" name="副标题 8"/>
          <p:cNvSpPr>
            <a:spLocks noGrp="1"/>
          </p:cNvSpPr>
          <p:nvPr userDrawn="1">
            <p:ph type="subTitle" sz="quarter" idx="1" hasCustomPrompt="1"/>
          </p:nvPr>
        </p:nvSpPr>
        <p:spPr>
          <a:xfrm>
            <a:off x="3064747" y="3782009"/>
            <a:ext cx="6049804" cy="668715"/>
          </a:xfrm>
          <a:prstGeom prst="rect">
            <a:avLst/>
          </a:prstGeom>
          <a:noFill/>
          <a:ln w="12700">
            <a:solidFill>
              <a:schemeClr val="tx1"/>
            </a:solidFill>
          </a:ln>
          <a:effectLst>
            <a:softEdge rad="0"/>
          </a:effectLst>
        </p:spPr>
        <p:txBody>
          <a:bodyPr vert="horz" wrap="square" lIns="91440" tIns="45720" rIns="91440" bIns="45720" rtlCol="0" anchor="ctr" anchorCtr="0">
            <a:normAutofit/>
          </a:bodyPr>
          <a:lstStyle>
            <a:lvl1pPr marL="0" indent="0" algn="ctr">
              <a:lnSpc>
                <a:spcPct val="100000"/>
              </a:lnSpc>
              <a:spcBef>
                <a:spcPts val="600"/>
              </a:spcBef>
              <a:buNone/>
              <a:defRPr lang="en-US" sz="2000" b="0" dirty="0">
                <a:solidFill>
                  <a:schemeClr val="tx1"/>
                </a:solidFill>
                <a:latin typeface="+mj-lt"/>
              </a:defRPr>
            </a:lvl1pPr>
          </a:lstStyle>
          <a:p>
            <a:pPr lvl="0"/>
            <a:r>
              <a:rPr lang="zh-CN" altLang="en-US" dirty="0"/>
              <a:t>Click to add subtitle</a:t>
            </a:r>
            <a:endParaRPr lang="en-US" dirty="0"/>
          </a:p>
        </p:txBody>
      </p:sp>
      <p:sp>
        <p:nvSpPr>
          <p:cNvPr id="4" name="文本占位符 3"/>
          <p:cNvSpPr>
            <a:spLocks noGrp="1"/>
          </p:cNvSpPr>
          <p:nvPr userDrawn="1">
            <p:ph type="body" sz="quarter" idx="13" hasCustomPrompt="1"/>
          </p:nvPr>
        </p:nvSpPr>
        <p:spPr>
          <a:xfrm>
            <a:off x="1282462" y="5875700"/>
            <a:ext cx="7632938" cy="288000"/>
          </a:xfrm>
          <a:prstGeom prst="rect">
            <a:avLst/>
          </a:prstGeom>
        </p:spPr>
        <p:txBody>
          <a:bodyPr wrap="square" lIns="90000" anchor="ctr">
            <a:normAutofit/>
          </a:bodyPr>
          <a:lstStyle>
            <a:lvl1pPr marL="0" indent="0" algn="l">
              <a:lnSpc>
                <a:spcPct val="100000"/>
              </a:lnSpc>
              <a:buNone/>
              <a:defRPr sz="1200"/>
            </a:lvl1pPr>
          </a:lstStyle>
          <a:p>
            <a:pPr lvl="0"/>
            <a:r>
              <a:rPr lang="zh-CN" altLang="en-US" dirty="0"/>
              <a:t>Presenter name</a:t>
            </a:r>
            <a:endParaRPr lang="en-US" dirty="0"/>
          </a:p>
        </p:txBody>
      </p:sp>
      <p:sp>
        <p:nvSpPr>
          <p:cNvPr id="7" name="文本占位符 6"/>
          <p:cNvSpPr>
            <a:spLocks noGrp="1"/>
          </p:cNvSpPr>
          <p:nvPr userDrawn="1">
            <p:ph type="body" sz="quarter" idx="14" hasCustomPrompt="1"/>
          </p:nvPr>
        </p:nvSpPr>
        <p:spPr>
          <a:xfrm>
            <a:off x="5029200" y="740700"/>
            <a:ext cx="6007100" cy="288000"/>
          </a:xfrm>
          <a:prstGeom prst="rect">
            <a:avLst/>
          </a:prstGeom>
        </p:spPr>
        <p:txBody>
          <a:bodyPr wrap="none" anchor="ctr">
            <a:normAutofit/>
          </a:bodyPr>
          <a:lstStyle>
            <a:lvl1pPr marL="0" indent="0" algn="r">
              <a:lnSpc>
                <a:spcPct val="100000"/>
              </a:lnSpc>
              <a:buNone/>
              <a:defRPr sz="1200"/>
            </a:lvl1pPr>
          </a:lstStyle>
          <a:p>
            <a:pPr lvl="0"/>
            <a:r>
              <a:rPr lang="zh-CN" altLang="en-US" dirty="0"/>
              <a:t>20XX.XX.XX</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zh-CN" altLang="en-US" dirty="0"/>
              <a:t>Click to add title</a:t>
            </a:r>
            <a:endParaRPr lang="en-US" dirty="0"/>
          </a:p>
        </p:txBody>
      </p:sp>
      <p:sp>
        <p:nvSpPr>
          <p:cNvPr id="3" name="内容占位符 2"/>
          <p:cNvSpPr>
            <a:spLocks noGrp="1"/>
          </p:cNvSpPr>
          <p:nvPr>
            <p:ph idx="1" hasCustomPrompt="1"/>
          </p:nvPr>
        </p:nvSpPr>
        <p:spPr/>
        <p:txBody>
          <a:bodyPr/>
          <a:lstStyle>
            <a:lvl1pPr>
              <a:defRPr/>
            </a:lvl1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showMasterSp="0" matchingName="Agenda" preserve="1">
  <p:cSld name="Agenda">
    <p:spTree>
      <p:nvGrpSpPr>
        <p:cNvPr id="1" name=""/>
        <p:cNvGrpSpPr/>
        <p:nvPr/>
      </p:nvGrpSpPr>
      <p:grpSpPr>
        <a:xfrm>
          <a:off x="0" y="0"/>
          <a:ext cx="0" cy="0"/>
          <a:chOff x="0" y="0"/>
          <a:chExt cx="0" cy="0"/>
        </a:xfrm>
      </p:grpSpPr>
      <p:grpSp>
        <p:nvGrpSpPr>
          <p:cNvPr id="18" name="组合 17">
            <a:extLst>
              <a:ext uri="{FF2B5EF4-FFF2-40B4-BE49-F238E27FC236}">
                <a16:creationId xmlns:a16="http://schemas.microsoft.com/office/drawing/2014/main" id="{5283A299-793F-E815-7303-82D59F8B1553}"/>
              </a:ext>
            </a:extLst>
          </p:cNvPr>
          <p:cNvGrpSpPr/>
          <p:nvPr userDrawn="1"/>
        </p:nvGrpSpPr>
        <p:grpSpPr>
          <a:xfrm>
            <a:off x="0" y="1130300"/>
            <a:ext cx="12192000" cy="4863906"/>
            <a:chOff x="0" y="1130300"/>
            <a:chExt cx="12192000" cy="4863906"/>
          </a:xfrm>
        </p:grpSpPr>
        <p:cxnSp>
          <p:nvCxnSpPr>
            <p:cNvPr id="7" name="直接连接符 6"/>
            <p:cNvCxnSpPr>
              <a:cxnSpLocks/>
            </p:cNvCxnSpPr>
            <p:nvPr/>
          </p:nvCxnSpPr>
          <p:spPr>
            <a:xfrm>
              <a:off x="2941515" y="1130300"/>
              <a:ext cx="0" cy="4863906"/>
            </a:xfrm>
            <a:prstGeom prst="line">
              <a:avLst/>
            </a:prstGeom>
            <a:solidFill>
              <a:srgbClr val="FFCC00"/>
            </a:solidFill>
            <a:ln w="12700" cap="flat" cmpd="sng" algn="ctr">
              <a:solidFill>
                <a:schemeClr val="accent1">
                  <a:alpha val="50000"/>
                </a:schemeClr>
              </a:solidFill>
              <a:prstDash val="solid"/>
              <a:round/>
              <a:headEnd type="none" w="med" len="med"/>
              <a:tailEnd type="none" w="med" len="med"/>
            </a:ln>
            <a:effectLst/>
          </p:spPr>
        </p:cxnSp>
        <p:sp>
          <p:nvSpPr>
            <p:cNvPr id="11" name="PictureMisc">
              <a:extLst>
                <a:ext uri="{FF2B5EF4-FFF2-40B4-BE49-F238E27FC236}">
                  <a16:creationId xmlns:a16="http://schemas.microsoft.com/office/drawing/2014/main" id="{E473B32A-E44B-473C-5C52-785E33E5F2C5}"/>
                </a:ext>
              </a:extLst>
            </p:cNvPr>
            <p:cNvSpPr>
              <a:spLocks/>
            </p:cNvSpPr>
            <p:nvPr userDrawn="1"/>
          </p:nvSpPr>
          <p:spPr>
            <a:xfrm>
              <a:off x="8970380" y="1270194"/>
              <a:ext cx="3221620" cy="4724012"/>
            </a:xfrm>
            <a:prstGeom prst="rect">
              <a:avLst/>
            </a:prstGeom>
            <a:blipFill>
              <a:blip r:embed="rId2" cstate="screen">
                <a:extLst>
                  <a:ext uri="{28A0092B-C50C-407E-A947-70E740481C1C}">
                    <a14:useLocalDpi xmlns:a14="http://schemas.microsoft.com/office/drawing/2010/main"/>
                  </a:ext>
                </a:extLst>
              </a:blip>
              <a:srcRect/>
              <a:stretch>
                <a:fillRect/>
              </a:stretch>
            </a:blipFill>
            <a:ln w="635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tx1"/>
                </a:solidFill>
                <a:cs typeface="+mn-ea"/>
                <a:sym typeface="+mn-lt"/>
              </a:endParaRPr>
            </a:p>
          </p:txBody>
        </p:sp>
        <p:grpSp>
          <p:nvGrpSpPr>
            <p:cNvPr id="16" name="组合 15">
              <a:extLst>
                <a:ext uri="{FF2B5EF4-FFF2-40B4-BE49-F238E27FC236}">
                  <a16:creationId xmlns:a16="http://schemas.microsoft.com/office/drawing/2014/main" id="{291AA80F-B386-7876-FCB2-516D1C790D3B}"/>
                </a:ext>
              </a:extLst>
            </p:cNvPr>
            <p:cNvGrpSpPr/>
            <p:nvPr userDrawn="1"/>
          </p:nvGrpSpPr>
          <p:grpSpPr>
            <a:xfrm>
              <a:off x="0" y="4402640"/>
              <a:ext cx="2476738" cy="1591566"/>
              <a:chOff x="-1" y="616048"/>
              <a:chExt cx="2476738" cy="1591566"/>
            </a:xfrm>
          </p:grpSpPr>
          <p:sp>
            <p:nvSpPr>
              <p:cNvPr id="13" name="Rectangle 68">
                <a:extLst>
                  <a:ext uri="{FF2B5EF4-FFF2-40B4-BE49-F238E27FC236}">
                    <a16:creationId xmlns:a16="http://schemas.microsoft.com/office/drawing/2014/main" id="{B7C50A4C-6F5A-5660-D4CD-04F32973F633}"/>
                  </a:ext>
                </a:extLst>
              </p:cNvPr>
              <p:cNvSpPr>
                <a:spLocks/>
              </p:cNvSpPr>
              <p:nvPr userDrawn="1"/>
            </p:nvSpPr>
            <p:spPr>
              <a:xfrm flipH="1">
                <a:off x="-1" y="1411831"/>
                <a:ext cx="2476738" cy="795783"/>
              </a:xfrm>
              <a:prstGeom prst="rect">
                <a:avLst/>
              </a:prstGeom>
              <a:gradFill flip="none" rotWithShape="1">
                <a:gsLst>
                  <a:gs pos="0">
                    <a:schemeClr val="accent1">
                      <a:alpha val="0"/>
                    </a:schemeClr>
                  </a:gs>
                  <a:gs pos="100000">
                    <a:schemeClr val="accent1">
                      <a:alpha val="6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latin typeface="Nunito Sans Normal" pitchFamily="2" charset="77"/>
                </a:endParaRPr>
              </a:p>
            </p:txBody>
          </p:sp>
          <p:sp>
            <p:nvSpPr>
              <p:cNvPr id="15" name="Rectangle 74">
                <a:extLst>
                  <a:ext uri="{FF2B5EF4-FFF2-40B4-BE49-F238E27FC236}">
                    <a16:creationId xmlns:a16="http://schemas.microsoft.com/office/drawing/2014/main" id="{E9198035-6314-CC45-A54F-83BB6C4C8E3F}"/>
                  </a:ext>
                </a:extLst>
              </p:cNvPr>
              <p:cNvSpPr>
                <a:spLocks/>
              </p:cNvSpPr>
              <p:nvPr userDrawn="1"/>
            </p:nvSpPr>
            <p:spPr>
              <a:xfrm flipH="1">
                <a:off x="-1" y="616048"/>
                <a:ext cx="1028463" cy="795783"/>
              </a:xfrm>
              <a:prstGeom prst="rect">
                <a:avLst/>
              </a:prstGeom>
              <a:gradFill flip="none" rotWithShape="1">
                <a:gsLst>
                  <a:gs pos="0">
                    <a:schemeClr val="accent1">
                      <a:alpha val="0"/>
                    </a:schemeClr>
                  </a:gs>
                  <a:gs pos="100000">
                    <a:schemeClr val="accent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latin typeface="Nunito Sans Normal" pitchFamily="2" charset="77"/>
                </a:endParaRPr>
              </a:p>
            </p:txBody>
          </p:sp>
        </p:grpSp>
      </p:grpSp>
      <p:sp>
        <p:nvSpPr>
          <p:cNvPr id="2" name="标题 1"/>
          <p:cNvSpPr>
            <a:spLocks noGrp="1"/>
          </p:cNvSpPr>
          <p:nvPr>
            <p:ph type="title" hasCustomPrompt="1"/>
          </p:nvPr>
        </p:nvSpPr>
        <p:spPr>
          <a:xfrm>
            <a:off x="660400" y="1130300"/>
            <a:ext cx="2122365" cy="1146921"/>
          </a:xfrm>
          <a:prstGeom prst="roundRect">
            <a:avLst>
              <a:gd name="adj" fmla="val 0"/>
            </a:avLst>
          </a:prstGeom>
          <a:noFill/>
        </p:spPr>
        <p:txBody>
          <a:bodyPr anchor="t" anchorCtr="0">
            <a:normAutofit/>
          </a:bodyPr>
          <a:lstStyle>
            <a:lvl1pPr algn="r">
              <a:defRPr sz="2800">
                <a:solidFill>
                  <a:schemeClr val="tx1"/>
                </a:solidFill>
              </a:defRPr>
            </a:lvl1pPr>
          </a:lstStyle>
          <a:p>
            <a:pPr lvl="0"/>
            <a:r>
              <a:rPr lang="zh-CN" altLang="en-US" dirty="0"/>
              <a:t>Agenda</a:t>
            </a:r>
            <a:endParaRPr lang="en-US" dirty="0"/>
          </a:p>
        </p:txBody>
      </p:sp>
      <p:sp>
        <p:nvSpPr>
          <p:cNvPr id="3" name="内容占位符 2"/>
          <p:cNvSpPr>
            <a:spLocks noGrp="1"/>
          </p:cNvSpPr>
          <p:nvPr>
            <p:ph sz="quarter" idx="1" hasCustomPrompt="1"/>
          </p:nvPr>
        </p:nvSpPr>
        <p:spPr>
          <a:xfrm>
            <a:off x="3119671" y="1130300"/>
            <a:ext cx="5636242" cy="4863906"/>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p:ph type="dt" sz="half" idx="10"/>
          </p:nvPr>
        </p:nvSpPr>
        <p:spPr/>
        <p:txBody>
          <a:bodyPr/>
          <a:lstStyle/>
          <a:p>
            <a:endParaRPr lang="en-US" dirty="0"/>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reserve="1">
  <p:cSld name="Section Header">
    <p:spTree>
      <p:nvGrpSpPr>
        <p:cNvPr id="1" name=""/>
        <p:cNvGrpSpPr/>
        <p:nvPr/>
      </p:nvGrpSpPr>
      <p:grpSpPr>
        <a:xfrm>
          <a:off x="0" y="0"/>
          <a:ext cx="0" cy="0"/>
          <a:chOff x="0" y="0"/>
          <a:chExt cx="0" cy="0"/>
        </a:xfrm>
      </p:grpSpPr>
      <p:grpSp>
        <p:nvGrpSpPr>
          <p:cNvPr id="26" name="组合 25">
            <a:extLst>
              <a:ext uri="{FF2B5EF4-FFF2-40B4-BE49-F238E27FC236}">
                <a16:creationId xmlns:a16="http://schemas.microsoft.com/office/drawing/2014/main" id="{46304D55-A139-425C-4EC7-86B98FED84BD}"/>
              </a:ext>
            </a:extLst>
          </p:cNvPr>
          <p:cNvGrpSpPr/>
          <p:nvPr userDrawn="1"/>
        </p:nvGrpSpPr>
        <p:grpSpPr>
          <a:xfrm>
            <a:off x="3" y="660401"/>
            <a:ext cx="11518897" cy="6197598"/>
            <a:chOff x="3" y="660400"/>
            <a:chExt cx="11518897" cy="6197598"/>
          </a:xfrm>
        </p:grpSpPr>
        <p:sp>
          <p:nvSpPr>
            <p:cNvPr id="11" name="矩形 10">
              <a:extLst>
                <a:ext uri="{FF2B5EF4-FFF2-40B4-BE49-F238E27FC236}">
                  <a16:creationId xmlns:a16="http://schemas.microsoft.com/office/drawing/2014/main" id="{1EF9A2F5-4D65-E43D-61F5-F64E829B66D9}"/>
                </a:ext>
              </a:extLst>
            </p:cNvPr>
            <p:cNvSpPr>
              <a:spLocks/>
            </p:cNvSpPr>
            <p:nvPr userDrawn="1"/>
          </p:nvSpPr>
          <p:spPr>
            <a:xfrm>
              <a:off x="1959134" y="1592837"/>
              <a:ext cx="3749516" cy="4642864"/>
            </a:xfrm>
            <a:prstGeom prst="rect">
              <a:avLst/>
            </a:prstGeom>
            <a:blipFill>
              <a:blip r:embed="rId2" cstate="screen">
                <a:extLst>
                  <a:ext uri="{28A0092B-C50C-407E-A947-70E740481C1C}">
                    <a14:useLocalDpi xmlns:a14="http://schemas.microsoft.com/office/drawing/2010/main"/>
                  </a:ext>
                </a:extLst>
              </a:blip>
              <a:srcRect/>
              <a:stretch>
                <a:fillRect l="-19592" r="-16642"/>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109CD071-1FA1-D8FE-5A5E-B3F182E44256}"/>
                </a:ext>
              </a:extLst>
            </p:cNvPr>
            <p:cNvGrpSpPr/>
            <p:nvPr userDrawn="1"/>
          </p:nvGrpSpPr>
          <p:grpSpPr>
            <a:xfrm>
              <a:off x="3" y="2571748"/>
              <a:ext cx="1631630" cy="4286250"/>
              <a:chOff x="10084258" y="4694774"/>
              <a:chExt cx="1439999" cy="3782840"/>
            </a:xfrm>
          </p:grpSpPr>
          <p:sp>
            <p:nvSpPr>
              <p:cNvPr id="16" name="Rectangle 80">
                <a:extLst>
                  <a:ext uri="{FF2B5EF4-FFF2-40B4-BE49-F238E27FC236}">
                    <a16:creationId xmlns:a16="http://schemas.microsoft.com/office/drawing/2014/main" id="{629AD047-079D-5AB0-8619-2E66C612F64A}"/>
                  </a:ext>
                </a:extLst>
              </p:cNvPr>
              <p:cNvSpPr>
                <a:spLocks/>
              </p:cNvSpPr>
              <p:nvPr userDrawn="1"/>
            </p:nvSpPr>
            <p:spPr>
              <a:xfrm rot="10800000" flipH="1" flipV="1">
                <a:off x="10084258" y="4694774"/>
                <a:ext cx="720000" cy="3782840"/>
              </a:xfrm>
              <a:prstGeom prst="rect">
                <a:avLst/>
              </a:prstGeom>
              <a:gradFill flip="none" rotWithShape="1">
                <a:gsLst>
                  <a:gs pos="0">
                    <a:schemeClr val="accent1">
                      <a:alpha val="0"/>
                    </a:schemeClr>
                  </a:gs>
                  <a:gs pos="100000">
                    <a:schemeClr val="accent1"/>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latin typeface="Nunito Sans Normal" pitchFamily="2" charset="77"/>
                </a:endParaRPr>
              </a:p>
            </p:txBody>
          </p:sp>
          <p:sp>
            <p:nvSpPr>
              <p:cNvPr id="17" name="Rectangle 81">
                <a:extLst>
                  <a:ext uri="{FF2B5EF4-FFF2-40B4-BE49-F238E27FC236}">
                    <a16:creationId xmlns:a16="http://schemas.microsoft.com/office/drawing/2014/main" id="{69E37CC8-6E80-57F3-2BEF-BB4213EC7D18}"/>
                  </a:ext>
                </a:extLst>
              </p:cNvPr>
              <p:cNvSpPr>
                <a:spLocks/>
              </p:cNvSpPr>
              <p:nvPr userDrawn="1"/>
            </p:nvSpPr>
            <p:spPr>
              <a:xfrm rot="10800000" flipH="1" flipV="1">
                <a:off x="10804257" y="5618145"/>
                <a:ext cx="720000" cy="2859469"/>
              </a:xfrm>
              <a:prstGeom prst="rect">
                <a:avLst/>
              </a:prstGeom>
              <a:gradFill flip="none" rotWithShape="1">
                <a:gsLst>
                  <a:gs pos="0">
                    <a:schemeClr val="accent1">
                      <a:alpha val="0"/>
                    </a:schemeClr>
                  </a:gs>
                  <a:gs pos="100000">
                    <a:schemeClr val="accent1">
                      <a:alpha val="6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latin typeface="Nunito Sans Normal" pitchFamily="2" charset="77"/>
                </a:endParaRPr>
              </a:p>
            </p:txBody>
          </p:sp>
        </p:grpSp>
        <p:grpSp>
          <p:nvGrpSpPr>
            <p:cNvPr id="10" name="Group 89">
              <a:extLst>
                <a:ext uri="{FF2B5EF4-FFF2-40B4-BE49-F238E27FC236}">
                  <a16:creationId xmlns:a16="http://schemas.microsoft.com/office/drawing/2014/main" id="{C400EC40-A353-410B-4258-CAC0AF04345B}"/>
                </a:ext>
              </a:extLst>
            </p:cNvPr>
            <p:cNvGrpSpPr/>
            <p:nvPr userDrawn="1"/>
          </p:nvGrpSpPr>
          <p:grpSpPr>
            <a:xfrm flipH="1">
              <a:off x="11086900" y="5803700"/>
              <a:ext cx="432000" cy="432000"/>
              <a:chOff x="9281276" y="3686208"/>
              <a:chExt cx="432000" cy="432000"/>
            </a:xfrm>
          </p:grpSpPr>
          <p:sp>
            <p:nvSpPr>
              <p:cNvPr id="14" name="椭圆 13">
                <a:extLst>
                  <a:ext uri="{FF2B5EF4-FFF2-40B4-BE49-F238E27FC236}">
                    <a16:creationId xmlns:a16="http://schemas.microsoft.com/office/drawing/2014/main" id="{956B3F1F-1737-76F0-E847-630DCA836CC3}"/>
                  </a:ext>
                </a:extLst>
              </p:cNvPr>
              <p:cNvSpPr>
                <a:spLocks noChangeAspect="1"/>
              </p:cNvSpPr>
              <p:nvPr/>
            </p:nvSpPr>
            <p:spPr>
              <a:xfrm>
                <a:off x="9281276" y="3686208"/>
                <a:ext cx="432000" cy="432000"/>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15" name="Isosceles Triangle 6">
                <a:extLst>
                  <a:ext uri="{FF2B5EF4-FFF2-40B4-BE49-F238E27FC236}">
                    <a16:creationId xmlns:a16="http://schemas.microsoft.com/office/drawing/2014/main" id="{F75923E9-59CA-2EC6-6F3C-7B1BE47FE353}"/>
                  </a:ext>
                </a:extLst>
              </p:cNvPr>
              <p:cNvSpPr>
                <a:spLocks noChangeAspect="1"/>
              </p:cNvSpPr>
              <p:nvPr/>
            </p:nvSpPr>
            <p:spPr>
              <a:xfrm>
                <a:off x="9380475" y="3802892"/>
                <a:ext cx="209537" cy="198628"/>
              </a:xfrm>
              <a:custGeom>
                <a:avLst/>
                <a:gdLst>
                  <a:gd name="csX0" fmla="*/ 278600 w 496926"/>
                  <a:gd name="csY0" fmla="*/ 0 h 471057"/>
                  <a:gd name="csX1" fmla="*/ 302519 w 496926"/>
                  <a:gd name="csY1" fmla="*/ 9909 h 471057"/>
                  <a:gd name="csX2" fmla="*/ 478605 w 496926"/>
                  <a:gd name="csY2" fmla="*/ 185730 h 471057"/>
                  <a:gd name="csX3" fmla="*/ 496926 w 496926"/>
                  <a:gd name="csY3" fmla="*/ 230447 h 471057"/>
                  <a:gd name="csX4" fmla="*/ 496926 w 496926"/>
                  <a:gd name="csY4" fmla="*/ 240610 h 471057"/>
                  <a:gd name="csX5" fmla="*/ 478605 w 496926"/>
                  <a:gd name="csY5" fmla="*/ 285328 h 471057"/>
                  <a:gd name="csX6" fmla="*/ 302519 w 496926"/>
                  <a:gd name="csY6" fmla="*/ 461148 h 471057"/>
                  <a:gd name="csX7" fmla="*/ 254681 w 496926"/>
                  <a:gd name="csY7" fmla="*/ 461148 h 471057"/>
                  <a:gd name="csX8" fmla="*/ 254681 w 496926"/>
                  <a:gd name="csY8" fmla="*/ 412366 h 471057"/>
                  <a:gd name="csX9" fmla="*/ 398196 w 496926"/>
                  <a:gd name="csY9" fmla="*/ 270083 h 471057"/>
                  <a:gd name="csX10" fmla="*/ 190161 w 496926"/>
                  <a:gd name="csY10" fmla="*/ 270083 h 471057"/>
                  <a:gd name="csX11" fmla="*/ 190160 w 496926"/>
                  <a:gd name="csY11" fmla="*/ 270083 h 471057"/>
                  <a:gd name="csX12" fmla="*/ 33589 w 496926"/>
                  <a:gd name="csY12" fmla="*/ 270083 h 471057"/>
                  <a:gd name="csX13" fmla="*/ 0 w 496926"/>
                  <a:gd name="csY13" fmla="*/ 235529 h 471057"/>
                  <a:gd name="csX14" fmla="*/ 33589 w 496926"/>
                  <a:gd name="csY14" fmla="*/ 200974 h 471057"/>
                  <a:gd name="csX15" fmla="*/ 190160 w 496926"/>
                  <a:gd name="csY15" fmla="*/ 200974 h 471057"/>
                  <a:gd name="csX16" fmla="*/ 190161 w 496926"/>
                  <a:gd name="csY16" fmla="*/ 200974 h 471057"/>
                  <a:gd name="csX17" fmla="*/ 398196 w 496926"/>
                  <a:gd name="csY17" fmla="*/ 200974 h 471057"/>
                  <a:gd name="csX18" fmla="*/ 254681 w 496926"/>
                  <a:gd name="csY18" fmla="*/ 57676 h 471057"/>
                  <a:gd name="csX19" fmla="*/ 254681 w 496926"/>
                  <a:gd name="csY19" fmla="*/ 9909 h 471057"/>
                  <a:gd name="csX20" fmla="*/ 278600 w 496926"/>
                  <a:gd name="csY20" fmla="*/ 0 h 471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96926" h="471057">
                    <a:moveTo>
                      <a:pt x="278600" y="0"/>
                    </a:moveTo>
                    <a:cubicBezTo>
                      <a:pt x="287252" y="0"/>
                      <a:pt x="295903" y="3303"/>
                      <a:pt x="302519" y="9909"/>
                    </a:cubicBezTo>
                    <a:lnTo>
                      <a:pt x="478605" y="185730"/>
                    </a:lnTo>
                    <a:cubicBezTo>
                      <a:pt x="490819" y="196909"/>
                      <a:pt x="496926" y="213170"/>
                      <a:pt x="496926" y="230447"/>
                    </a:cubicBezTo>
                    <a:lnTo>
                      <a:pt x="496926" y="240610"/>
                    </a:lnTo>
                    <a:cubicBezTo>
                      <a:pt x="496926" y="256871"/>
                      <a:pt x="490819" y="273132"/>
                      <a:pt x="478605" y="285328"/>
                    </a:cubicBezTo>
                    <a:lnTo>
                      <a:pt x="302519" y="461148"/>
                    </a:lnTo>
                    <a:cubicBezTo>
                      <a:pt x="289287" y="474360"/>
                      <a:pt x="267913" y="474360"/>
                      <a:pt x="254681" y="461148"/>
                    </a:cubicBezTo>
                    <a:cubicBezTo>
                      <a:pt x="241449" y="447936"/>
                      <a:pt x="241449" y="425578"/>
                      <a:pt x="254681" y="412366"/>
                    </a:cubicBezTo>
                    <a:lnTo>
                      <a:pt x="398196" y="270083"/>
                    </a:lnTo>
                    <a:lnTo>
                      <a:pt x="190161" y="270083"/>
                    </a:lnTo>
                    <a:lnTo>
                      <a:pt x="190160" y="270083"/>
                    </a:lnTo>
                    <a:lnTo>
                      <a:pt x="33589" y="270083"/>
                    </a:lnTo>
                    <a:cubicBezTo>
                      <a:pt x="15268" y="270083"/>
                      <a:pt x="0" y="253822"/>
                      <a:pt x="0" y="235529"/>
                    </a:cubicBezTo>
                    <a:cubicBezTo>
                      <a:pt x="0" y="216219"/>
                      <a:pt x="15268" y="200974"/>
                      <a:pt x="33589" y="200974"/>
                    </a:cubicBezTo>
                    <a:lnTo>
                      <a:pt x="190160" y="200974"/>
                    </a:lnTo>
                    <a:lnTo>
                      <a:pt x="190161" y="200974"/>
                    </a:lnTo>
                    <a:lnTo>
                      <a:pt x="398196" y="200974"/>
                    </a:lnTo>
                    <a:lnTo>
                      <a:pt x="254681" y="57676"/>
                    </a:lnTo>
                    <a:cubicBezTo>
                      <a:pt x="241449" y="44463"/>
                      <a:pt x="241449" y="23121"/>
                      <a:pt x="254681" y="9909"/>
                    </a:cubicBezTo>
                    <a:cubicBezTo>
                      <a:pt x="261297" y="3303"/>
                      <a:pt x="269949" y="0"/>
                      <a:pt x="278600" y="0"/>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cxnSp>
          <p:nvCxnSpPr>
            <p:cNvPr id="13" name="直接连接符 12">
              <a:extLst>
                <a:ext uri="{FF2B5EF4-FFF2-40B4-BE49-F238E27FC236}">
                  <a16:creationId xmlns:a16="http://schemas.microsoft.com/office/drawing/2014/main" id="{1CAE604F-507A-36E2-86AB-82B1992A35C6}"/>
                </a:ext>
              </a:extLst>
            </p:cNvPr>
            <p:cNvCxnSpPr>
              <a:cxnSpLocks/>
            </p:cNvCxnSpPr>
            <p:nvPr userDrawn="1"/>
          </p:nvCxnSpPr>
          <p:spPr>
            <a:xfrm>
              <a:off x="660400" y="660400"/>
              <a:ext cx="108585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 name="标题 4"/>
          <p:cNvSpPr>
            <a:spLocks noGrp="1"/>
          </p:cNvSpPr>
          <p:nvPr>
            <p:ph type="title" hasCustomPrompt="1"/>
          </p:nvPr>
        </p:nvSpPr>
        <p:spPr>
          <a:xfrm>
            <a:off x="6096000" y="1592838"/>
            <a:ext cx="5422900" cy="1926482"/>
          </a:xfrm>
          <a:prstGeom prst="rect">
            <a:avLst/>
          </a:prstGeom>
        </p:spPr>
        <p:txBody>
          <a:bodyPr>
            <a:normAutofit/>
          </a:bodyPr>
          <a:lstStyle>
            <a:lvl1pPr algn="r">
              <a:lnSpc>
                <a:spcPct val="100000"/>
              </a:lnSpc>
              <a:defRPr sz="4400"/>
            </a:lvl1pPr>
          </a:lstStyle>
          <a:p>
            <a:pPr lvl="0"/>
            <a:r>
              <a:rPr lang="zh-CN" altLang="en-US" dirty="0"/>
              <a:t>Click to add title</a:t>
            </a:r>
            <a:endParaRPr lang="en-US" dirty="0"/>
          </a:p>
        </p:txBody>
      </p:sp>
      <p:sp>
        <p:nvSpPr>
          <p:cNvPr id="25" name="文本占位符 24"/>
          <p:cNvSpPr>
            <a:spLocks noGrp="1"/>
          </p:cNvSpPr>
          <p:nvPr>
            <p:ph type="body" sz="quarter" idx="1" hasCustomPrompt="1"/>
          </p:nvPr>
        </p:nvSpPr>
        <p:spPr>
          <a:xfrm>
            <a:off x="6096000" y="3616961"/>
            <a:ext cx="5422900" cy="1993702"/>
          </a:xfrm>
          <a:prstGeom prst="rect">
            <a:avLst/>
          </a:prstGeom>
        </p:spPr>
        <p:txBody>
          <a:bodyPr anchor="t">
            <a:normAutofit/>
          </a:bodyPr>
          <a:lstStyle>
            <a:lvl1pPr marL="0" indent="0" algn="r">
              <a:lnSpc>
                <a:spcPct val="120000"/>
              </a:lnSpc>
              <a:buFont typeface="+mj-lt"/>
              <a:buNone/>
              <a:defRPr sz="2000" b="0">
                <a:solidFill>
                  <a:schemeClr val="tx1"/>
                </a:solidFill>
                <a:latin typeface="+mn-lt"/>
              </a:defRPr>
            </a:lvl1pPr>
          </a:lstStyle>
          <a:p>
            <a:pPr lvl="0"/>
            <a:r>
              <a:rPr lang="zh-CN" altLang="en-US" dirty="0"/>
              <a:t>Click to add text</a:t>
            </a:r>
            <a:endParaRPr lang="en-US" dirty="0"/>
          </a:p>
        </p:txBody>
      </p:sp>
      <p:sp>
        <p:nvSpPr>
          <p:cNvPr id="4" name="日期占位符 3"/>
          <p:cNvSpPr>
            <a:spLocks noGrp="1"/>
          </p:cNvSpPr>
          <p:nvPr>
            <p:ph type="dt" sz="half" idx="10"/>
          </p:nvPr>
        </p:nvSpPr>
        <p:spPr/>
        <p:txBody>
          <a:bodyPr/>
          <a:lstStyle/>
          <a:p>
            <a:fld id="{2A27A813-B2FD-42E1-9222-83B574E99074}" type="datetime1">
              <a:rPr lang="zh-CN" altLang="en-US" smtClean="0"/>
              <a:t>2026/6/10</a:t>
            </a:fld>
            <a:endParaRPr lang="en-US" altLang="zh-CN"/>
          </a:p>
        </p:txBody>
      </p:sp>
      <p:sp>
        <p:nvSpPr>
          <p:cNvPr id="6" name="页脚占位符 5"/>
          <p:cNvSpPr>
            <a:spLocks noGrp="1"/>
          </p:cNvSpPr>
          <p:nvPr>
            <p:ph type="ftr" sz="quarter" idx="11"/>
          </p:nvPr>
        </p:nvSpPr>
        <p:spPr/>
        <p:txBody>
          <a:bodyPr/>
          <a:lstStyle/>
          <a:p>
            <a:r>
              <a:rPr lang="af-ZA" altLang="zh-CN"/>
              <a:t>iSlide</a:t>
            </a:r>
            <a:endParaRPr lang="zh-CN" altLang="en-US"/>
          </a:p>
        </p:txBody>
      </p:sp>
      <p:sp>
        <p:nvSpPr>
          <p:cNvPr id="8" name="灯片编号占位符 7"/>
          <p:cNvSpPr>
            <a:spLocks noGrp="1"/>
          </p:cNvSpPr>
          <p:nvPr>
            <p:ph type="sldNum" sz="quarter" idx="12"/>
          </p:nvPr>
        </p:nvSpPr>
        <p:spPr/>
        <p:txBody>
          <a:bodyPr/>
          <a:lstStyle/>
          <a:p>
            <a:fld id="{7F65B630-C7FF-41C0-9923-C5E5E29EED81}" type="slidenum">
              <a:rPr lang="en-US" altLang="zh-CN" smtClean="0"/>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zh-CN" altLang="en-US" dirty="0"/>
              <a:t>Click to add title</a:t>
            </a:r>
            <a:endParaRPr lang="en-US" dirty="0"/>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dirty="0"/>
          </a:p>
        </p:txBody>
      </p:sp>
      <p:sp>
        <p:nvSpPr>
          <p:cNvPr id="5" name="灯片编号占位符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p>
        </p:txBody>
      </p:sp>
      <p:sp>
        <p:nvSpPr>
          <p:cNvPr id="3" name="页脚占位符 2"/>
          <p:cNvSpPr>
            <a:spLocks noGrp="1"/>
          </p:cNvSpPr>
          <p:nvPr>
            <p:ph type="ftr" sz="quarter" idx="11"/>
          </p:nvPr>
        </p:nvSpPr>
        <p:spPr/>
        <p:txBody>
          <a:bodyPr/>
          <a:lstStyle/>
          <a:p>
            <a:endParaRPr lang="en-US" dirty="0"/>
          </a:p>
        </p:txBody>
      </p:sp>
      <p:sp>
        <p:nvSpPr>
          <p:cNvPr id="4" name="灯片编号占位符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Closing" preserve="1" userDrawn="1">
  <p:cSld name="Closing">
    <p:bg>
      <p:bgRef idx="1001">
        <a:schemeClr val="bg1"/>
      </p:bgRef>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0BD8000E-E868-9F67-A689-5C8569A8ED50}"/>
              </a:ext>
            </a:extLst>
          </p:cNvPr>
          <p:cNvGrpSpPr/>
          <p:nvPr userDrawn="1"/>
        </p:nvGrpSpPr>
        <p:grpSpPr>
          <a:xfrm>
            <a:off x="-1" y="0"/>
            <a:ext cx="12192001" cy="6858000"/>
            <a:chOff x="-1" y="0"/>
            <a:chExt cx="12192001" cy="6858000"/>
          </a:xfrm>
        </p:grpSpPr>
        <p:sp>
          <p:nvSpPr>
            <p:cNvPr id="3" name="矩形 2">
              <a:extLst>
                <a:ext uri="{FF2B5EF4-FFF2-40B4-BE49-F238E27FC236}">
                  <a16:creationId xmlns:a16="http://schemas.microsoft.com/office/drawing/2014/main" id="{8A4B1074-89E2-4893-7271-9F44EAB55CFC}"/>
                </a:ext>
              </a:extLst>
            </p:cNvPr>
            <p:cNvSpPr>
              <a:spLocks/>
            </p:cNvSpPr>
            <p:nvPr userDrawn="1"/>
          </p:nvSpPr>
          <p:spPr>
            <a:xfrm>
              <a:off x="0" y="0"/>
              <a:ext cx="12192000" cy="6858000"/>
            </a:xfrm>
            <a:prstGeom prst="rect">
              <a:avLst/>
            </a:prstGeom>
            <a:blipFill>
              <a:blip r:embed="rId2">
                <a:alphaModFix amt="25000"/>
              </a:blip>
              <a:srcRect/>
              <a:stretch>
                <a:fillRect l="-2" r="-3071" b="-3072"/>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a:extLst>
                <a:ext uri="{FF2B5EF4-FFF2-40B4-BE49-F238E27FC236}">
                  <a16:creationId xmlns:a16="http://schemas.microsoft.com/office/drawing/2014/main" id="{923870ED-7B25-086D-71CB-6A6490C9516F}"/>
                </a:ext>
              </a:extLst>
            </p:cNvPr>
            <p:cNvGrpSpPr/>
            <p:nvPr userDrawn="1"/>
          </p:nvGrpSpPr>
          <p:grpSpPr>
            <a:xfrm>
              <a:off x="-1" y="616048"/>
              <a:ext cx="3505200" cy="795783"/>
              <a:chOff x="-1" y="3170007"/>
              <a:chExt cx="3505200" cy="900000"/>
            </a:xfrm>
          </p:grpSpPr>
          <p:sp>
            <p:nvSpPr>
              <p:cNvPr id="12" name="Rectangle 68">
                <a:extLst>
                  <a:ext uri="{FF2B5EF4-FFF2-40B4-BE49-F238E27FC236}">
                    <a16:creationId xmlns:a16="http://schemas.microsoft.com/office/drawing/2014/main" id="{0B5A9329-517B-A652-ABD2-FDB0E23F9758}"/>
                  </a:ext>
                </a:extLst>
              </p:cNvPr>
              <p:cNvSpPr>
                <a:spLocks/>
              </p:cNvSpPr>
              <p:nvPr userDrawn="1"/>
            </p:nvSpPr>
            <p:spPr>
              <a:xfrm flipH="1">
                <a:off x="1028461" y="3170007"/>
                <a:ext cx="2476738" cy="900000"/>
              </a:xfrm>
              <a:prstGeom prst="rect">
                <a:avLst/>
              </a:prstGeom>
              <a:gradFill flip="none" rotWithShape="1">
                <a:gsLst>
                  <a:gs pos="0">
                    <a:schemeClr val="accent1">
                      <a:alpha val="0"/>
                    </a:schemeClr>
                  </a:gs>
                  <a:gs pos="100000">
                    <a:schemeClr val="accent1">
                      <a:alpha val="6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latin typeface="Nunito Sans Normal" pitchFamily="2" charset="77"/>
                </a:endParaRPr>
              </a:p>
            </p:txBody>
          </p:sp>
          <p:sp>
            <p:nvSpPr>
              <p:cNvPr id="13" name="Rectangle 74">
                <a:extLst>
                  <a:ext uri="{FF2B5EF4-FFF2-40B4-BE49-F238E27FC236}">
                    <a16:creationId xmlns:a16="http://schemas.microsoft.com/office/drawing/2014/main" id="{84723A6A-51BE-B524-A2D4-63DA6B0E96E6}"/>
                  </a:ext>
                </a:extLst>
              </p:cNvPr>
              <p:cNvSpPr>
                <a:spLocks/>
              </p:cNvSpPr>
              <p:nvPr userDrawn="1"/>
            </p:nvSpPr>
            <p:spPr>
              <a:xfrm flipH="1">
                <a:off x="-1" y="3170007"/>
                <a:ext cx="1028463" cy="900000"/>
              </a:xfrm>
              <a:prstGeom prst="rect">
                <a:avLst/>
              </a:prstGeom>
              <a:gradFill flip="none" rotWithShape="1">
                <a:gsLst>
                  <a:gs pos="0">
                    <a:schemeClr val="accent1">
                      <a:alpha val="0"/>
                    </a:schemeClr>
                  </a:gs>
                  <a:gs pos="100000">
                    <a:schemeClr val="accent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latin typeface="Nunito Sans Normal" pitchFamily="2" charset="77"/>
                </a:endParaRPr>
              </a:p>
            </p:txBody>
          </p:sp>
        </p:grpSp>
        <p:grpSp>
          <p:nvGrpSpPr>
            <p:cNvPr id="5" name="组合 4">
              <a:extLst>
                <a:ext uri="{FF2B5EF4-FFF2-40B4-BE49-F238E27FC236}">
                  <a16:creationId xmlns:a16="http://schemas.microsoft.com/office/drawing/2014/main" id="{0D3F761F-74EA-9B6C-FCB2-E2BCCD1C0EEF}"/>
                </a:ext>
              </a:extLst>
            </p:cNvPr>
            <p:cNvGrpSpPr/>
            <p:nvPr userDrawn="1"/>
          </p:nvGrpSpPr>
          <p:grpSpPr>
            <a:xfrm>
              <a:off x="9575801" y="5055674"/>
              <a:ext cx="1948458" cy="1802323"/>
              <a:chOff x="10084257" y="5525997"/>
              <a:chExt cx="1440001" cy="1332000"/>
            </a:xfrm>
          </p:grpSpPr>
          <p:sp>
            <p:nvSpPr>
              <p:cNvPr id="10" name="Rectangle 80">
                <a:extLst>
                  <a:ext uri="{FF2B5EF4-FFF2-40B4-BE49-F238E27FC236}">
                    <a16:creationId xmlns:a16="http://schemas.microsoft.com/office/drawing/2014/main" id="{A200036E-355C-8AF0-F69A-F545D5961390}"/>
                  </a:ext>
                </a:extLst>
              </p:cNvPr>
              <p:cNvSpPr/>
              <p:nvPr userDrawn="1"/>
            </p:nvSpPr>
            <p:spPr>
              <a:xfrm rot="10800000" flipH="1" flipV="1">
                <a:off x="10084257" y="5525997"/>
                <a:ext cx="720000" cy="1332000"/>
              </a:xfrm>
              <a:prstGeom prst="rect">
                <a:avLst/>
              </a:prstGeom>
              <a:gradFill flip="none" rotWithShape="1">
                <a:gsLst>
                  <a:gs pos="0">
                    <a:schemeClr val="accent1">
                      <a:alpha val="0"/>
                    </a:schemeClr>
                  </a:gs>
                  <a:gs pos="100000">
                    <a:schemeClr val="accent1">
                      <a:alpha val="6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latin typeface="Nunito Sans Normal" pitchFamily="2" charset="77"/>
                </a:endParaRPr>
              </a:p>
            </p:txBody>
          </p:sp>
          <p:sp>
            <p:nvSpPr>
              <p:cNvPr id="11" name="Rectangle 81">
                <a:extLst>
                  <a:ext uri="{FF2B5EF4-FFF2-40B4-BE49-F238E27FC236}">
                    <a16:creationId xmlns:a16="http://schemas.microsoft.com/office/drawing/2014/main" id="{C4BC1AEA-B3EF-910A-652D-DE27D8F777EC}"/>
                  </a:ext>
                </a:extLst>
              </p:cNvPr>
              <p:cNvSpPr/>
              <p:nvPr userDrawn="1"/>
            </p:nvSpPr>
            <p:spPr>
              <a:xfrm rot="10800000" flipH="1" flipV="1">
                <a:off x="10804258" y="6137997"/>
                <a:ext cx="720000" cy="720000"/>
              </a:xfrm>
              <a:prstGeom prst="rect">
                <a:avLst/>
              </a:prstGeom>
              <a:gradFill flip="none" rotWithShape="1">
                <a:gsLst>
                  <a:gs pos="0">
                    <a:schemeClr val="accent1">
                      <a:alpha val="0"/>
                    </a:schemeClr>
                  </a:gs>
                  <a:gs pos="100000">
                    <a:schemeClr val="accent1"/>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latin typeface="Nunito Sans Normal" pitchFamily="2" charset="77"/>
                </a:endParaRPr>
              </a:p>
            </p:txBody>
          </p:sp>
        </p:grpSp>
        <p:grpSp>
          <p:nvGrpSpPr>
            <p:cNvPr id="6" name="Group 89">
              <a:extLst>
                <a:ext uri="{FF2B5EF4-FFF2-40B4-BE49-F238E27FC236}">
                  <a16:creationId xmlns:a16="http://schemas.microsoft.com/office/drawing/2014/main" id="{7753F529-B004-88A6-3B25-708241CC9C83}"/>
                </a:ext>
              </a:extLst>
            </p:cNvPr>
            <p:cNvGrpSpPr/>
            <p:nvPr userDrawn="1"/>
          </p:nvGrpSpPr>
          <p:grpSpPr>
            <a:xfrm>
              <a:off x="660400" y="5803700"/>
              <a:ext cx="432000" cy="432000"/>
              <a:chOff x="9281276" y="3686208"/>
              <a:chExt cx="432000" cy="432000"/>
            </a:xfrm>
          </p:grpSpPr>
          <p:sp>
            <p:nvSpPr>
              <p:cNvPr id="8" name="椭圆 7">
                <a:extLst>
                  <a:ext uri="{FF2B5EF4-FFF2-40B4-BE49-F238E27FC236}">
                    <a16:creationId xmlns:a16="http://schemas.microsoft.com/office/drawing/2014/main" id="{155BAC97-AFEA-5AFF-ACE6-20E5A8B47966}"/>
                  </a:ext>
                </a:extLst>
              </p:cNvPr>
              <p:cNvSpPr>
                <a:spLocks noChangeAspect="1"/>
              </p:cNvSpPr>
              <p:nvPr/>
            </p:nvSpPr>
            <p:spPr>
              <a:xfrm>
                <a:off x="9281276" y="3686208"/>
                <a:ext cx="432000" cy="432000"/>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9" name="Isosceles Triangle 6">
                <a:extLst>
                  <a:ext uri="{FF2B5EF4-FFF2-40B4-BE49-F238E27FC236}">
                    <a16:creationId xmlns:a16="http://schemas.microsoft.com/office/drawing/2014/main" id="{0A6F2D67-990E-BEFA-6749-842B23809A11}"/>
                  </a:ext>
                </a:extLst>
              </p:cNvPr>
              <p:cNvSpPr>
                <a:spLocks noChangeAspect="1"/>
              </p:cNvSpPr>
              <p:nvPr/>
            </p:nvSpPr>
            <p:spPr>
              <a:xfrm>
                <a:off x="9380475" y="3802892"/>
                <a:ext cx="209537" cy="198628"/>
              </a:xfrm>
              <a:custGeom>
                <a:avLst/>
                <a:gdLst>
                  <a:gd name="csX0" fmla="*/ 278600 w 496926"/>
                  <a:gd name="csY0" fmla="*/ 0 h 471057"/>
                  <a:gd name="csX1" fmla="*/ 302519 w 496926"/>
                  <a:gd name="csY1" fmla="*/ 9909 h 471057"/>
                  <a:gd name="csX2" fmla="*/ 478605 w 496926"/>
                  <a:gd name="csY2" fmla="*/ 185730 h 471057"/>
                  <a:gd name="csX3" fmla="*/ 496926 w 496926"/>
                  <a:gd name="csY3" fmla="*/ 230447 h 471057"/>
                  <a:gd name="csX4" fmla="*/ 496926 w 496926"/>
                  <a:gd name="csY4" fmla="*/ 240610 h 471057"/>
                  <a:gd name="csX5" fmla="*/ 478605 w 496926"/>
                  <a:gd name="csY5" fmla="*/ 285328 h 471057"/>
                  <a:gd name="csX6" fmla="*/ 302519 w 496926"/>
                  <a:gd name="csY6" fmla="*/ 461148 h 471057"/>
                  <a:gd name="csX7" fmla="*/ 254681 w 496926"/>
                  <a:gd name="csY7" fmla="*/ 461148 h 471057"/>
                  <a:gd name="csX8" fmla="*/ 254681 w 496926"/>
                  <a:gd name="csY8" fmla="*/ 412366 h 471057"/>
                  <a:gd name="csX9" fmla="*/ 398196 w 496926"/>
                  <a:gd name="csY9" fmla="*/ 270083 h 471057"/>
                  <a:gd name="csX10" fmla="*/ 190161 w 496926"/>
                  <a:gd name="csY10" fmla="*/ 270083 h 471057"/>
                  <a:gd name="csX11" fmla="*/ 190160 w 496926"/>
                  <a:gd name="csY11" fmla="*/ 270083 h 471057"/>
                  <a:gd name="csX12" fmla="*/ 33589 w 496926"/>
                  <a:gd name="csY12" fmla="*/ 270083 h 471057"/>
                  <a:gd name="csX13" fmla="*/ 0 w 496926"/>
                  <a:gd name="csY13" fmla="*/ 235529 h 471057"/>
                  <a:gd name="csX14" fmla="*/ 33589 w 496926"/>
                  <a:gd name="csY14" fmla="*/ 200974 h 471057"/>
                  <a:gd name="csX15" fmla="*/ 190160 w 496926"/>
                  <a:gd name="csY15" fmla="*/ 200974 h 471057"/>
                  <a:gd name="csX16" fmla="*/ 190161 w 496926"/>
                  <a:gd name="csY16" fmla="*/ 200974 h 471057"/>
                  <a:gd name="csX17" fmla="*/ 398196 w 496926"/>
                  <a:gd name="csY17" fmla="*/ 200974 h 471057"/>
                  <a:gd name="csX18" fmla="*/ 254681 w 496926"/>
                  <a:gd name="csY18" fmla="*/ 57676 h 471057"/>
                  <a:gd name="csX19" fmla="*/ 254681 w 496926"/>
                  <a:gd name="csY19" fmla="*/ 9909 h 471057"/>
                  <a:gd name="csX20" fmla="*/ 278600 w 496926"/>
                  <a:gd name="csY20" fmla="*/ 0 h 471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96926" h="471057">
                    <a:moveTo>
                      <a:pt x="278600" y="0"/>
                    </a:moveTo>
                    <a:cubicBezTo>
                      <a:pt x="287252" y="0"/>
                      <a:pt x="295903" y="3303"/>
                      <a:pt x="302519" y="9909"/>
                    </a:cubicBezTo>
                    <a:lnTo>
                      <a:pt x="478605" y="185730"/>
                    </a:lnTo>
                    <a:cubicBezTo>
                      <a:pt x="490819" y="196909"/>
                      <a:pt x="496926" y="213170"/>
                      <a:pt x="496926" y="230447"/>
                    </a:cubicBezTo>
                    <a:lnTo>
                      <a:pt x="496926" y="240610"/>
                    </a:lnTo>
                    <a:cubicBezTo>
                      <a:pt x="496926" y="256871"/>
                      <a:pt x="490819" y="273132"/>
                      <a:pt x="478605" y="285328"/>
                    </a:cubicBezTo>
                    <a:lnTo>
                      <a:pt x="302519" y="461148"/>
                    </a:lnTo>
                    <a:cubicBezTo>
                      <a:pt x="289287" y="474360"/>
                      <a:pt x="267913" y="474360"/>
                      <a:pt x="254681" y="461148"/>
                    </a:cubicBezTo>
                    <a:cubicBezTo>
                      <a:pt x="241449" y="447936"/>
                      <a:pt x="241449" y="425578"/>
                      <a:pt x="254681" y="412366"/>
                    </a:cubicBezTo>
                    <a:lnTo>
                      <a:pt x="398196" y="270083"/>
                    </a:lnTo>
                    <a:lnTo>
                      <a:pt x="190161" y="270083"/>
                    </a:lnTo>
                    <a:lnTo>
                      <a:pt x="190160" y="270083"/>
                    </a:lnTo>
                    <a:lnTo>
                      <a:pt x="33589" y="270083"/>
                    </a:lnTo>
                    <a:cubicBezTo>
                      <a:pt x="15268" y="270083"/>
                      <a:pt x="0" y="253822"/>
                      <a:pt x="0" y="235529"/>
                    </a:cubicBezTo>
                    <a:cubicBezTo>
                      <a:pt x="0" y="216219"/>
                      <a:pt x="15268" y="200974"/>
                      <a:pt x="33589" y="200974"/>
                    </a:cubicBezTo>
                    <a:lnTo>
                      <a:pt x="190160" y="200974"/>
                    </a:lnTo>
                    <a:lnTo>
                      <a:pt x="190161" y="200974"/>
                    </a:lnTo>
                    <a:lnTo>
                      <a:pt x="398196" y="200974"/>
                    </a:lnTo>
                    <a:lnTo>
                      <a:pt x="254681" y="57676"/>
                    </a:lnTo>
                    <a:cubicBezTo>
                      <a:pt x="241449" y="44463"/>
                      <a:pt x="241449" y="23121"/>
                      <a:pt x="254681" y="9909"/>
                    </a:cubicBezTo>
                    <a:cubicBezTo>
                      <a:pt x="261297" y="3303"/>
                      <a:pt x="269949" y="0"/>
                      <a:pt x="278600" y="0"/>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sp>
          <p:nvSpPr>
            <p:cNvPr id="7" name="left-arrow_154630">
              <a:extLst>
                <a:ext uri="{FF2B5EF4-FFF2-40B4-BE49-F238E27FC236}">
                  <a16:creationId xmlns:a16="http://schemas.microsoft.com/office/drawing/2014/main" id="{D16A0224-AFAE-396D-FD14-12F39562223F}"/>
                </a:ext>
              </a:extLst>
            </p:cNvPr>
            <p:cNvSpPr>
              <a:spLocks noChangeAspect="1"/>
            </p:cNvSpPr>
            <p:nvPr userDrawn="1"/>
          </p:nvSpPr>
          <p:spPr>
            <a:xfrm>
              <a:off x="11158900" y="786328"/>
              <a:ext cx="360000" cy="196744"/>
            </a:xfrm>
            <a:custGeom>
              <a:avLst/>
              <a:gdLst>
                <a:gd name="T0" fmla="*/ 4220 w 4420"/>
                <a:gd name="T1" fmla="*/ 1020 h 2420"/>
                <a:gd name="T2" fmla="*/ 703 w 4420"/>
                <a:gd name="T3" fmla="*/ 1020 h 2420"/>
                <a:gd name="T4" fmla="*/ 1361 w 4420"/>
                <a:gd name="T5" fmla="*/ 361 h 2420"/>
                <a:gd name="T6" fmla="*/ 1361 w 4420"/>
                <a:gd name="T7" fmla="*/ 79 h 2420"/>
                <a:gd name="T8" fmla="*/ 1079 w 4420"/>
                <a:gd name="T9" fmla="*/ 79 h 2420"/>
                <a:gd name="T10" fmla="*/ 79 w 4420"/>
                <a:gd name="T11" fmla="*/ 1079 h 2420"/>
                <a:gd name="T12" fmla="*/ 79 w 4420"/>
                <a:gd name="T13" fmla="*/ 1361 h 2420"/>
                <a:gd name="T14" fmla="*/ 1079 w 4420"/>
                <a:gd name="T15" fmla="*/ 2361 h 2420"/>
                <a:gd name="T16" fmla="*/ 1220 w 4420"/>
                <a:gd name="T17" fmla="*/ 2420 h 2420"/>
                <a:gd name="T18" fmla="*/ 1361 w 4420"/>
                <a:gd name="T19" fmla="*/ 2361 h 2420"/>
                <a:gd name="T20" fmla="*/ 1361 w 4420"/>
                <a:gd name="T21" fmla="*/ 2079 h 2420"/>
                <a:gd name="T22" fmla="*/ 703 w 4420"/>
                <a:gd name="T23" fmla="*/ 1420 h 2420"/>
                <a:gd name="T24" fmla="*/ 4220 w 4420"/>
                <a:gd name="T25" fmla="*/ 1420 h 2420"/>
                <a:gd name="T26" fmla="*/ 4420 w 4420"/>
                <a:gd name="T27" fmla="*/ 1220 h 2420"/>
                <a:gd name="T28" fmla="*/ 4220 w 4420"/>
                <a:gd name="T29" fmla="*/ 1020 h 2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420" h="2420">
                  <a:moveTo>
                    <a:pt x="4220" y="1020"/>
                  </a:moveTo>
                  <a:lnTo>
                    <a:pt x="703" y="1020"/>
                  </a:lnTo>
                  <a:lnTo>
                    <a:pt x="1361" y="361"/>
                  </a:lnTo>
                  <a:cubicBezTo>
                    <a:pt x="1440" y="283"/>
                    <a:pt x="1440" y="157"/>
                    <a:pt x="1361" y="79"/>
                  </a:cubicBezTo>
                  <a:cubicBezTo>
                    <a:pt x="1283" y="0"/>
                    <a:pt x="1157" y="0"/>
                    <a:pt x="1079" y="79"/>
                  </a:cubicBezTo>
                  <a:lnTo>
                    <a:pt x="79" y="1079"/>
                  </a:lnTo>
                  <a:cubicBezTo>
                    <a:pt x="0" y="1157"/>
                    <a:pt x="0" y="1283"/>
                    <a:pt x="79" y="1361"/>
                  </a:cubicBezTo>
                  <a:lnTo>
                    <a:pt x="1079" y="2361"/>
                  </a:lnTo>
                  <a:cubicBezTo>
                    <a:pt x="1118" y="2400"/>
                    <a:pt x="1169" y="2420"/>
                    <a:pt x="1220" y="2420"/>
                  </a:cubicBezTo>
                  <a:cubicBezTo>
                    <a:pt x="1271" y="2420"/>
                    <a:pt x="1322" y="2400"/>
                    <a:pt x="1361" y="2361"/>
                  </a:cubicBezTo>
                  <a:cubicBezTo>
                    <a:pt x="1440" y="2283"/>
                    <a:pt x="1440" y="2157"/>
                    <a:pt x="1361" y="2079"/>
                  </a:cubicBezTo>
                  <a:lnTo>
                    <a:pt x="703" y="1420"/>
                  </a:lnTo>
                  <a:lnTo>
                    <a:pt x="4220" y="1420"/>
                  </a:lnTo>
                  <a:cubicBezTo>
                    <a:pt x="4330" y="1420"/>
                    <a:pt x="4420" y="1330"/>
                    <a:pt x="4420" y="1220"/>
                  </a:cubicBezTo>
                  <a:cubicBezTo>
                    <a:pt x="4420" y="1110"/>
                    <a:pt x="4330" y="1020"/>
                    <a:pt x="4220" y="102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cs typeface="+mn-ea"/>
                <a:sym typeface="+mn-lt"/>
              </a:endParaRPr>
            </a:p>
          </p:txBody>
        </p:sp>
      </p:grpSp>
      <p:sp>
        <p:nvSpPr>
          <p:cNvPr id="54" name="标题 4">
            <a:extLst>
              <a:ext uri="{FF2B5EF4-FFF2-40B4-BE49-F238E27FC236}">
                <a16:creationId xmlns:a16="http://schemas.microsoft.com/office/drawing/2014/main" id="{73458AB4-57F2-BD12-D92E-C5F518C4282D}"/>
              </a:ext>
            </a:extLst>
          </p:cNvPr>
          <p:cNvSpPr>
            <a:spLocks noGrp="1"/>
          </p:cNvSpPr>
          <p:nvPr>
            <p:ph type="ctrTitle" hasCustomPrompt="1"/>
          </p:nvPr>
        </p:nvSpPr>
        <p:spPr>
          <a:xfrm>
            <a:off x="660400" y="1769400"/>
            <a:ext cx="10858500" cy="2591973"/>
          </a:xfrm>
          <a:prstGeom prst="rect">
            <a:avLst/>
          </a:prstGeom>
        </p:spPr>
        <p:txBody>
          <a:bodyPr wrap="square" anchor="ctr">
            <a:normAutofit/>
          </a:bodyPr>
          <a:lstStyle>
            <a:lvl1pPr algn="ctr">
              <a:lnSpc>
                <a:spcPct val="100000"/>
              </a:lnSpc>
              <a:defRPr sz="5400">
                <a:ln w="19050">
                  <a:noFill/>
                </a:ln>
                <a:solidFill>
                  <a:schemeClr val="tx1"/>
                </a:solidFill>
              </a:defRPr>
            </a:lvl1pPr>
          </a:lstStyle>
          <a:p>
            <a:pPr lvl="0"/>
            <a:r>
              <a:rPr lang="zh-CN" altLang="en-US" dirty="0"/>
              <a:t>Click to add title</a:t>
            </a:r>
            <a:endParaRPr lang="en-US" dirty="0"/>
          </a:p>
        </p:txBody>
      </p:sp>
      <p:sp>
        <p:nvSpPr>
          <p:cNvPr id="55" name="文本占位符 3">
            <a:extLst>
              <a:ext uri="{FF2B5EF4-FFF2-40B4-BE49-F238E27FC236}">
                <a16:creationId xmlns:a16="http://schemas.microsoft.com/office/drawing/2014/main" id="{E61A0526-9F7D-9E07-A9CA-97372589AE74}"/>
              </a:ext>
            </a:extLst>
          </p:cNvPr>
          <p:cNvSpPr>
            <a:spLocks noGrp="1"/>
          </p:cNvSpPr>
          <p:nvPr>
            <p:ph type="body" sz="quarter" idx="13" hasCustomPrompt="1"/>
          </p:nvPr>
        </p:nvSpPr>
        <p:spPr>
          <a:xfrm>
            <a:off x="1282462" y="5875700"/>
            <a:ext cx="7632938" cy="288000"/>
          </a:xfrm>
          <a:prstGeom prst="rect">
            <a:avLst/>
          </a:prstGeom>
        </p:spPr>
        <p:txBody>
          <a:bodyPr wrap="square" lIns="90000" anchor="ctr">
            <a:normAutofit/>
          </a:bodyPr>
          <a:lstStyle>
            <a:lvl1pPr marL="0" indent="0" algn="l">
              <a:lnSpc>
                <a:spcPct val="100000"/>
              </a:lnSpc>
              <a:buNone/>
              <a:defRPr sz="1200"/>
            </a:lvl1pPr>
          </a:lstStyle>
          <a:p>
            <a:pPr lvl="0"/>
            <a:r>
              <a:rPr lang="zh-CN" altLang="en-US" dirty="0"/>
              <a:t>Presenter name</a:t>
            </a:r>
            <a:endParaRPr lang="en-US" dirty="0"/>
          </a:p>
        </p:txBody>
      </p:sp>
      <p:sp>
        <p:nvSpPr>
          <p:cNvPr id="56" name="文本占位符 6">
            <a:extLst>
              <a:ext uri="{FF2B5EF4-FFF2-40B4-BE49-F238E27FC236}">
                <a16:creationId xmlns:a16="http://schemas.microsoft.com/office/drawing/2014/main" id="{34F576DA-8F5C-2CE8-524C-9A7BA41FCEDF}"/>
              </a:ext>
            </a:extLst>
          </p:cNvPr>
          <p:cNvSpPr>
            <a:spLocks noGrp="1"/>
          </p:cNvSpPr>
          <p:nvPr>
            <p:ph type="body" sz="quarter" idx="14" hasCustomPrompt="1"/>
          </p:nvPr>
        </p:nvSpPr>
        <p:spPr>
          <a:xfrm>
            <a:off x="5029200" y="740700"/>
            <a:ext cx="6007100" cy="288000"/>
          </a:xfrm>
          <a:prstGeom prst="rect">
            <a:avLst/>
          </a:prstGeom>
        </p:spPr>
        <p:txBody>
          <a:bodyPr wrap="none" anchor="ctr">
            <a:normAutofit/>
          </a:bodyPr>
          <a:lstStyle>
            <a:lvl1pPr marL="0" indent="0" algn="r">
              <a:lnSpc>
                <a:spcPct val="100000"/>
              </a:lnSpc>
              <a:buNone/>
              <a:defRPr sz="1200"/>
            </a:lvl1pPr>
          </a:lstStyle>
          <a:p>
            <a:pPr lvl="0"/>
            <a:r>
              <a:rPr lang="zh-CN" altLang="en-US" dirty="0"/>
              <a:t>20XX.XX.XX</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zh-CN" altLang="en-US" dirty="0"/>
              <a:t>Click to add title</a:t>
            </a:r>
            <a:endParaRPr lang="en-US" dirty="0"/>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&#65279;<?xml version="1.0" encoding="utf-8"?><Relationships xmlns="http://schemas.openxmlformats.org/package/2006/relationships"><Relationship Type="http://schemas.openxmlformats.org/officeDocument/2006/relationships/image" Target="/ppt/media/image23.png" Id="rId8" /><Relationship Type="http://schemas.openxmlformats.org/officeDocument/2006/relationships/image" Target="/ppt/media/image64.png" Id="rId13" /><Relationship Type="http://schemas.openxmlformats.org/officeDocument/2006/relationships/image" Target="/ppt/media/image55.png" Id="rId12" /><Relationship Type="http://schemas.openxmlformats.org/officeDocument/2006/relationships/image" Target="/ppt/media/image46.png" Id="rId11" /><Relationship Type="http://schemas.openxmlformats.org/officeDocument/2006/relationships/image" Target="/ppt/media/image37.png" Id="rId10" /><Relationship Type="http://schemas.openxmlformats.org/officeDocument/2006/relationships/image" Target="/ppt/media/image712.jpg" Id="rId14" /><Relationship Type="http://schemas.openxmlformats.org/officeDocument/2006/relationships/hyperlink" Target="http://www.islide.cc/" TargetMode="External" Id="rId3" /><Relationship Type="http://schemas.openxmlformats.org/officeDocument/2006/relationships/hyperlink" Target="https://qr10.cn/AvcOJF" TargetMode="External" Id="rId7" /><Relationship Type="http://schemas.openxmlformats.org/officeDocument/2006/relationships/hyperlink" Target="https://qr10.cn/AJClXH" TargetMode="External" Id="rId6" /><Relationship Type="http://schemas.openxmlformats.org/officeDocument/2006/relationships/hyperlink" Target="https://qr10.cn/BlrYkD" TargetMode="External" Id="rId5" /><Relationship Type="http://schemas.openxmlformats.org/officeDocument/2006/relationships/hyperlink" Target="https://qr10.cn/EqbapX" TargetMode="External" Id="rId4" /><Relationship Type="http://schemas.openxmlformats.org/officeDocument/2006/relationships/hyperlink" Target="https://www.toutiao.com/c/user/token/MS4wLjABAAAA4iEx56C0_-0TYakxi5ZDzkL63vnOXTDA_u8TGCGhUo4/?source=m_redirect" TargetMode="External" Id="rId9" /><Relationship Type="http://schemas.openxmlformats.org/officeDocument/2006/relationships/slideLayout" Target="/ppt/slideLayouts/slideLayout6.xml" Id="Rd70d35c590b34ebc" /></Relationships>
</file>

<file path=ppt/slides/_rels/slide13.xml.rels>&#65279;<?xml version="1.0" encoding="utf-8"?><Relationships xmlns="http://schemas.openxmlformats.org/package/2006/relationships"><Relationship Type="http://schemas.openxmlformats.org/officeDocument/2006/relationships/image" Target="/ppt/media/image18.png" Id="rId5" /><Relationship Type="http://schemas.openxmlformats.org/officeDocument/2006/relationships/hyperlink" Target="http://www.islide.cc/" TargetMode="External" Id="rId3" /><Relationship Type="http://schemas.openxmlformats.org/officeDocument/2006/relationships/hyperlink" Target="https://www.islide.cc/" TargetMode="External" Id="rId4" /><Relationship Type="http://schemas.openxmlformats.org/officeDocument/2006/relationships/slideLayout" Target="/ppt/slideLayouts/slideLayout6.xml" Id="Refcf1a76965d4a63"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400" y="1471365"/>
            <a:ext cx="10858500" cy="2025650"/>
          </a:xfrm>
        </p:spPr>
        <p:txBody>
          <a:bodyPr lIns="91440" tIns="45720" rIns="91440" bIns="45720">
            <a:normAutofit/>
          </a:bodyPr>
          <a:lstStyle/>
          <a:p>
            <a:r>
              <a:rPr lang="zh-CN" altLang="en-US" dirty="0"/>
              <a:t>蓝色简约风分析与方案</a:t>
            </a:r>
            <a:endParaRPr lang="en-US" dirty="0"/>
          </a:p>
        </p:txBody>
      </p:sp>
      <p:sp>
        <p:nvSpPr>
          <p:cNvPr id="9" name="副标题 8"/>
          <p:cNvSpPr>
            <a:spLocks noGrp="1"/>
          </p:cNvSpPr>
          <p:nvPr>
            <p:ph type="subTitle" sz="quarter" idx="1" hasCustomPrompt="1"/>
          </p:nvPr>
        </p:nvSpPr>
        <p:spPr>
          <a:xfrm>
            <a:off x="3064747" y="3782009"/>
            <a:ext cx="6049804" cy="668715"/>
          </a:xfrm>
        </p:spPr>
        <p:txBody>
          <a:bodyPr lIns="91440" tIns="45720" rIns="91440" bIns="45720">
            <a:normAutofit/>
          </a:bodyPr>
          <a:lstStyle/>
          <a:p>
            <a:r>
              <a:rPr lang="zh-CN" altLang="en-US" dirty="0"/>
              <a:t>多角度分析行业趋势与应对策略</a:t>
            </a:r>
          </a:p>
        </p:txBody>
      </p:sp>
      <p:sp>
        <p:nvSpPr>
          <p:cNvPr id="4" name="文本占位符 3"/>
          <p:cNvSpPr>
            <a:spLocks noGrp="1"/>
          </p:cNvSpPr>
          <p:nvPr>
            <p:ph type="body" sz="quarter" idx="13" hasCustomPrompt="1"/>
          </p:nvPr>
        </p:nvSpPr>
        <p:spPr>
          <a:xfrm>
            <a:off x="1282462" y="5875700"/>
            <a:ext cx="7632938" cy="288000"/>
          </a:xfrm>
        </p:spPr>
        <p:txBody>
          <a:bodyPr lIns="91440" tIns="45720" rIns="91440" bIns="45720">
            <a:normAutofit/>
          </a:bodyPr>
          <a:lstStyle/>
          <a:p>
            <a:r>
              <a:rPr lang="zh-CN" altLang="en-US" dirty="0"/>
              <a:t>Presenter name</a:t>
            </a:r>
            <a:endParaRPr lang="en-US" dirty="0"/>
          </a:p>
        </p:txBody>
      </p:sp>
      <p:sp>
        <p:nvSpPr>
          <p:cNvPr id="7" name="文本占位符 6"/>
          <p:cNvSpPr>
            <a:spLocks noGrp="1"/>
          </p:cNvSpPr>
          <p:nvPr>
            <p:ph type="body" sz="quarter" idx="14" hasCustomPrompt="1"/>
          </p:nvPr>
        </p:nvSpPr>
        <p:spPr>
          <a:xfrm>
            <a:off x="5029200" y="740700"/>
            <a:ext cx="6007100" cy="288000"/>
          </a:xfrm>
        </p:spPr>
        <p:txBody>
          <a:bodyPr lIns="91440" tIns="45720" rIns="91440" bIns="45720">
            <a:normAutofit/>
          </a:bodyPr>
          <a:lstStyle/>
          <a:p>
            <a:r>
              <a:rPr lang="zh-CN" altLang="en-US" dirty="0"/>
              <a:t>20XX.XX.XX</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标题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dirty="0"/>
              <a:t>目录</a:t>
            </a:r>
            <a:endParaRPr lang="en-US" dirty="0"/>
          </a:p>
        </p:txBody>
      </p:sp>
      <p:grpSp>
        <p:nvGrpSpPr>
          <p:cNvPr id="68" name="组合 67">
            <a:extLst>
              <a:ext uri="{FF2B5EF4-FFF2-40B4-BE49-F238E27FC236}">
                <a16:creationId xmlns:a16="http://schemas.microsoft.com/office/drawing/2014/main" id="{6CA10D2E-F947-4705-0C26-E43B6F452005}"/>
              </a:ext>
            </a:extLst>
          </p:cNvPr>
          <p:cNvGrpSpPr/>
          <p:nvPr/>
        </p:nvGrpSpPr>
        <p:grpSpPr>
          <a:xfrm>
            <a:off x="660399" y="1130300"/>
            <a:ext cx="11531601" cy="4863906"/>
            <a:chOff x="660399" y="1130300"/>
            <a:chExt cx="11531601" cy="4863906"/>
          </a:xfrm>
        </p:grpSpPr>
        <p:sp>
          <p:nvSpPr>
            <p:cNvPr id="10" name="Title">
              <a:extLst>
                <a:ext uri="{FF2B5EF4-FFF2-40B4-BE49-F238E27FC236}">
                  <a16:creationId xmlns:a16="http://schemas.microsoft.com/office/drawing/2014/main" id="{B5A4E9A6-D979-F50C-9CAF-CDDCB869ED2B}"/>
                </a:ext>
              </a:extLst>
            </p:cNvPr>
            <p:cNvSpPr txBox="1">
              <a:spLocks/>
            </p:cNvSpPr>
            <p:nvPr/>
          </p:nvSpPr>
          <p:spPr>
            <a:xfrm>
              <a:off x="660399" y="1130300"/>
              <a:ext cx="7756364" cy="623265"/>
            </a:xfrm>
            <a:prstGeom prst="rect">
              <a:avLst/>
            </a:prstGeom>
            <a:noFill/>
          </p:spPr>
          <p:txBody>
            <a:bodyPr wrap="square" lIns="91440" tIns="45720" rIns="91440" bIns="45720" rtlCol="0" anchor="t" anchorCtr="0">
              <a:normAutofit/>
            </a:bodyPr>
            <a:lstStyle/>
            <a:p>
              <a:pPr>
                <a:tabLst>
                  <a:tab pos="3314700" algn="l"/>
                </a:tabLst>
              </a:pPr>
              <a:r>
                <a:rPr lang="en-US" altLang="zh-CN" sz="2400" b="1" dirty="0">
                  <a:cs typeface="+mn-ea"/>
                  <a:sym typeface="+mn-lt"/>
                </a:rPr>
                <a:t>Agenda</a:t>
              </a:r>
              <a:endParaRPr kumimoji="0" lang="en-US" altLang="zh-CN" sz="2400" b="1" i="0" u="none" strike="noStrike" kern="1200" cap="none" spc="0" normalizeH="0" baseline="0" noProof="0" dirty="0">
                <a:ln>
                  <a:noFill/>
                </a:ln>
                <a:effectLst/>
                <a:uLnTx/>
                <a:uFillTx/>
                <a:cs typeface="+mn-ea"/>
                <a:sym typeface="+mn-lt"/>
              </a:endParaRPr>
            </a:p>
          </p:txBody>
        </p:sp>
        <p:grpSp>
          <p:nvGrpSpPr>
            <p:cNvPr id="11" name="组合 10">
              <a:extLst>
                <a:ext uri="{FF2B5EF4-FFF2-40B4-BE49-F238E27FC236}">
                  <a16:creationId xmlns:a16="http://schemas.microsoft.com/office/drawing/2014/main" id="{E42830ED-9DAA-DA55-8B21-3A09BC9F51E0}"/>
                </a:ext>
              </a:extLst>
            </p:cNvPr>
            <p:cNvGrpSpPr/>
            <p:nvPr/>
          </p:nvGrpSpPr>
          <p:grpSpPr>
            <a:xfrm>
              <a:off x="660400" y="2022261"/>
              <a:ext cx="3629600" cy="648000"/>
              <a:chOff x="1253091" y="2447785"/>
              <a:chExt cx="3773132" cy="763834"/>
            </a:xfrm>
          </p:grpSpPr>
          <p:sp>
            <p:nvSpPr>
              <p:cNvPr id="41" name="Bullet1">
                <a:extLst>
                  <a:ext uri="{FF2B5EF4-FFF2-40B4-BE49-F238E27FC236}">
                    <a16:creationId xmlns:a16="http://schemas.microsoft.com/office/drawing/2014/main" id="{D3F97E14-D8BA-B399-34EE-11E08CC9047E}"/>
                  </a:ext>
                </a:extLst>
              </p:cNvPr>
              <p:cNvSpPr txBox="1">
                <a:spLocks/>
              </p:cNvSpPr>
              <p:nvPr/>
            </p:nvSpPr>
            <p:spPr>
              <a:xfrm>
                <a:off x="2032334" y="2447785"/>
                <a:ext cx="2993889" cy="763834"/>
              </a:xfrm>
              <a:prstGeom prst="rect">
                <a:avLst/>
              </a:prstGeom>
              <a:gradFill flip="none" rotWithShape="1">
                <a:gsLst>
                  <a:gs pos="0">
                    <a:schemeClr val="accent1">
                      <a:alpha val="0"/>
                    </a:schemeClr>
                  </a:gs>
                  <a:gs pos="100000">
                    <a:schemeClr val="accent1">
                      <a:alpha val="2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algn="ctr">
                  <a:defRPr>
                    <a:solidFill>
                      <a:schemeClr val="lt1"/>
                    </a:solidFill>
                    <a:latin typeface="Nunito Sans Normal" pitchFamily="2" charset="77"/>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1" dirty="0">
                    <a:solidFill>
                      <a:schemeClr val="tx1"/>
                    </a:solidFill>
                    <a:sym typeface="+mn-lt"/>
                  </a:rPr>
                  <a:t>单击添加小标题</a:t>
                </a:r>
                <a:endParaRPr lang="en-US" b="1" dirty="0">
                  <a:solidFill>
                    <a:schemeClr val="tx1"/>
                  </a:solidFill>
                  <a:sym typeface="+mn-lt"/>
                </a:endParaRPr>
              </a:p>
            </p:txBody>
          </p:sp>
          <p:sp>
            <p:nvSpPr>
              <p:cNvPr id="42" name="Number1">
                <a:extLst>
                  <a:ext uri="{FF2B5EF4-FFF2-40B4-BE49-F238E27FC236}">
                    <a16:creationId xmlns:a16="http://schemas.microsoft.com/office/drawing/2014/main" id="{97087E1B-5562-4001-C051-4EA00CEDD2FA}"/>
                  </a:ext>
                </a:extLst>
              </p:cNvPr>
              <p:cNvSpPr/>
              <p:nvPr/>
            </p:nvSpPr>
            <p:spPr>
              <a:xfrm>
                <a:off x="1253091" y="2447785"/>
                <a:ext cx="673625" cy="76383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r>
                  <a:rPr lang="en-US" altLang="zh-CN" sz="2000" b="1" dirty="0">
                    <a:solidFill>
                      <a:srgbClr val="FFFFFF"/>
                    </a:solidFill>
                    <a:cs typeface="+mn-ea"/>
                    <a:sym typeface="+mn-lt"/>
                  </a:rPr>
                  <a:t>01</a:t>
                </a:r>
                <a:endParaRPr lang="zh-CN" altLang="en-US" sz="2000" b="1" dirty="0">
                  <a:solidFill>
                    <a:srgbClr val="FFFFFF"/>
                  </a:solidFill>
                  <a:cs typeface="+mn-ea"/>
                  <a:sym typeface="+mn-lt"/>
                </a:endParaRPr>
              </a:p>
            </p:txBody>
          </p:sp>
        </p:grpSp>
        <p:grpSp>
          <p:nvGrpSpPr>
            <p:cNvPr id="12" name="组合 11">
              <a:extLst>
                <a:ext uri="{FF2B5EF4-FFF2-40B4-BE49-F238E27FC236}">
                  <a16:creationId xmlns:a16="http://schemas.microsoft.com/office/drawing/2014/main" id="{37F8569F-17AA-CF4F-2160-22243481F354}"/>
                </a:ext>
              </a:extLst>
            </p:cNvPr>
            <p:cNvGrpSpPr>
              <a:grpSpLocks/>
            </p:cNvGrpSpPr>
            <p:nvPr/>
          </p:nvGrpSpPr>
          <p:grpSpPr>
            <a:xfrm>
              <a:off x="4787162" y="2022262"/>
              <a:ext cx="3629602" cy="648000"/>
              <a:chOff x="6455563" y="2447785"/>
              <a:chExt cx="3773135" cy="763834"/>
            </a:xfrm>
          </p:grpSpPr>
          <p:sp>
            <p:nvSpPr>
              <p:cNvPr id="39" name="Bullet2">
                <a:extLst>
                  <a:ext uri="{FF2B5EF4-FFF2-40B4-BE49-F238E27FC236}">
                    <a16:creationId xmlns:a16="http://schemas.microsoft.com/office/drawing/2014/main" id="{650BA1B8-49C9-54D5-55D6-A3B7E57BA25C}"/>
                  </a:ext>
                </a:extLst>
              </p:cNvPr>
              <p:cNvSpPr txBox="1">
                <a:spLocks/>
              </p:cNvSpPr>
              <p:nvPr/>
            </p:nvSpPr>
            <p:spPr>
              <a:xfrm>
                <a:off x="7234808" y="2447785"/>
                <a:ext cx="2993890" cy="763834"/>
              </a:xfrm>
              <a:prstGeom prst="rect">
                <a:avLst/>
              </a:prstGeom>
              <a:gradFill flip="none" rotWithShape="1">
                <a:gsLst>
                  <a:gs pos="0">
                    <a:schemeClr val="accent1">
                      <a:alpha val="0"/>
                    </a:schemeClr>
                  </a:gs>
                  <a:gs pos="100000">
                    <a:schemeClr val="accent1">
                      <a:alpha val="2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algn="ctr">
                  <a:defRPr b="1">
                    <a:latin typeface="Nunito Sans Normal" pitchFamily="2" charset="77"/>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a:solidFill>
                      <a:schemeClr val="tx1"/>
                    </a:solidFill>
                    <a:sym typeface="+mn-lt"/>
                  </a:rPr>
                  <a:t>单击添加小标题</a:t>
                </a:r>
                <a:endParaRPr lang="en-US" dirty="0">
                  <a:solidFill>
                    <a:schemeClr val="tx1"/>
                  </a:solidFill>
                  <a:sym typeface="+mn-lt"/>
                </a:endParaRPr>
              </a:p>
            </p:txBody>
          </p:sp>
          <p:sp>
            <p:nvSpPr>
              <p:cNvPr id="40" name="Number2">
                <a:extLst>
                  <a:ext uri="{FF2B5EF4-FFF2-40B4-BE49-F238E27FC236}">
                    <a16:creationId xmlns:a16="http://schemas.microsoft.com/office/drawing/2014/main" id="{AA4694A7-547A-2888-CA47-774A4FA68406}"/>
                  </a:ext>
                </a:extLst>
              </p:cNvPr>
              <p:cNvSpPr/>
              <p:nvPr/>
            </p:nvSpPr>
            <p:spPr>
              <a:xfrm>
                <a:off x="6455563" y="2447785"/>
                <a:ext cx="673625" cy="76383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r>
                  <a:rPr lang="en-US" altLang="zh-CN" sz="2000" b="1" dirty="0">
                    <a:solidFill>
                      <a:srgbClr val="FFFFFF"/>
                    </a:solidFill>
                    <a:cs typeface="+mn-ea"/>
                    <a:sym typeface="+mn-lt"/>
                  </a:rPr>
                  <a:t>02</a:t>
                </a:r>
                <a:endParaRPr lang="zh-CN" altLang="en-US" sz="2000" b="1" dirty="0">
                  <a:solidFill>
                    <a:srgbClr val="FFFFFF"/>
                  </a:solidFill>
                  <a:cs typeface="+mn-ea"/>
                  <a:sym typeface="+mn-lt"/>
                </a:endParaRPr>
              </a:p>
            </p:txBody>
          </p:sp>
        </p:grpSp>
        <p:grpSp>
          <p:nvGrpSpPr>
            <p:cNvPr id="16" name="组合 15">
              <a:extLst>
                <a:ext uri="{FF2B5EF4-FFF2-40B4-BE49-F238E27FC236}">
                  <a16:creationId xmlns:a16="http://schemas.microsoft.com/office/drawing/2014/main" id="{E424BC70-5527-DB28-30D1-E4B279D2F29C}"/>
                </a:ext>
              </a:extLst>
            </p:cNvPr>
            <p:cNvGrpSpPr/>
            <p:nvPr/>
          </p:nvGrpSpPr>
          <p:grpSpPr>
            <a:xfrm>
              <a:off x="660400" y="3064756"/>
              <a:ext cx="3629600" cy="658886"/>
              <a:chOff x="1253091" y="3422776"/>
              <a:chExt cx="3773132" cy="776666"/>
            </a:xfrm>
          </p:grpSpPr>
          <p:sp>
            <p:nvSpPr>
              <p:cNvPr id="37" name="Bullet3">
                <a:extLst>
                  <a:ext uri="{FF2B5EF4-FFF2-40B4-BE49-F238E27FC236}">
                    <a16:creationId xmlns:a16="http://schemas.microsoft.com/office/drawing/2014/main" id="{7D5B064A-1329-D2D6-4C09-EFD8A202326D}"/>
                  </a:ext>
                </a:extLst>
              </p:cNvPr>
              <p:cNvSpPr txBox="1">
                <a:spLocks/>
              </p:cNvSpPr>
              <p:nvPr/>
            </p:nvSpPr>
            <p:spPr>
              <a:xfrm>
                <a:off x="2032334" y="3422776"/>
                <a:ext cx="2993889" cy="763834"/>
              </a:xfrm>
              <a:prstGeom prst="rect">
                <a:avLst/>
              </a:prstGeom>
              <a:gradFill flip="none" rotWithShape="1">
                <a:gsLst>
                  <a:gs pos="0">
                    <a:schemeClr val="accent1">
                      <a:alpha val="0"/>
                    </a:schemeClr>
                  </a:gs>
                  <a:gs pos="100000">
                    <a:schemeClr val="accent1">
                      <a:alpha val="2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algn="ctr">
                  <a:defRPr b="1">
                    <a:latin typeface="Nunito Sans Normal" pitchFamily="2" charset="77"/>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a:solidFill>
                      <a:schemeClr val="tx1"/>
                    </a:solidFill>
                    <a:sym typeface="+mn-lt"/>
                  </a:rPr>
                  <a:t>单击添加小标题</a:t>
                </a:r>
                <a:endParaRPr lang="en-US" dirty="0">
                  <a:solidFill>
                    <a:schemeClr val="tx1"/>
                  </a:solidFill>
                  <a:sym typeface="+mn-lt"/>
                </a:endParaRPr>
              </a:p>
            </p:txBody>
          </p:sp>
          <p:sp>
            <p:nvSpPr>
              <p:cNvPr id="38" name="Number3">
                <a:extLst>
                  <a:ext uri="{FF2B5EF4-FFF2-40B4-BE49-F238E27FC236}">
                    <a16:creationId xmlns:a16="http://schemas.microsoft.com/office/drawing/2014/main" id="{974F6229-A24F-9825-DD8C-8E1244028F9F}"/>
                  </a:ext>
                </a:extLst>
              </p:cNvPr>
              <p:cNvSpPr/>
              <p:nvPr/>
            </p:nvSpPr>
            <p:spPr>
              <a:xfrm>
                <a:off x="1253091" y="3435608"/>
                <a:ext cx="673625" cy="76383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r>
                  <a:rPr lang="en-US" altLang="zh-CN" sz="2000" b="1" dirty="0">
                    <a:solidFill>
                      <a:srgbClr val="FFFFFF"/>
                    </a:solidFill>
                    <a:cs typeface="+mn-ea"/>
                    <a:sym typeface="+mn-lt"/>
                  </a:rPr>
                  <a:t>03</a:t>
                </a:r>
                <a:endParaRPr lang="zh-CN" altLang="en-US" sz="2000" b="1" dirty="0">
                  <a:solidFill>
                    <a:srgbClr val="FFFFFF"/>
                  </a:solidFill>
                  <a:cs typeface="+mn-ea"/>
                  <a:sym typeface="+mn-lt"/>
                </a:endParaRPr>
              </a:p>
            </p:txBody>
          </p:sp>
        </p:grpSp>
        <p:grpSp>
          <p:nvGrpSpPr>
            <p:cNvPr id="19" name="组合 18">
              <a:extLst>
                <a:ext uri="{FF2B5EF4-FFF2-40B4-BE49-F238E27FC236}">
                  <a16:creationId xmlns:a16="http://schemas.microsoft.com/office/drawing/2014/main" id="{8BC44AA0-6AA3-9888-385C-CF92DD3CE493}"/>
                </a:ext>
              </a:extLst>
            </p:cNvPr>
            <p:cNvGrpSpPr/>
            <p:nvPr/>
          </p:nvGrpSpPr>
          <p:grpSpPr>
            <a:xfrm>
              <a:off x="4787162" y="3064756"/>
              <a:ext cx="3629602" cy="658886"/>
              <a:chOff x="6455563" y="3422776"/>
              <a:chExt cx="3773135" cy="776666"/>
            </a:xfrm>
          </p:grpSpPr>
          <p:sp>
            <p:nvSpPr>
              <p:cNvPr id="35" name="Bullet4">
                <a:extLst>
                  <a:ext uri="{FF2B5EF4-FFF2-40B4-BE49-F238E27FC236}">
                    <a16:creationId xmlns:a16="http://schemas.microsoft.com/office/drawing/2014/main" id="{029D85C2-3751-F375-FE35-93DBA1A60E07}"/>
                  </a:ext>
                </a:extLst>
              </p:cNvPr>
              <p:cNvSpPr txBox="1">
                <a:spLocks/>
              </p:cNvSpPr>
              <p:nvPr/>
            </p:nvSpPr>
            <p:spPr>
              <a:xfrm>
                <a:off x="7234808" y="3422776"/>
                <a:ext cx="2993890" cy="763834"/>
              </a:xfrm>
              <a:prstGeom prst="rect">
                <a:avLst/>
              </a:prstGeom>
              <a:gradFill flip="none" rotWithShape="1">
                <a:gsLst>
                  <a:gs pos="0">
                    <a:schemeClr val="accent1">
                      <a:alpha val="0"/>
                    </a:schemeClr>
                  </a:gs>
                  <a:gs pos="100000">
                    <a:schemeClr val="accent1">
                      <a:alpha val="2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algn="ctr">
                  <a:defRPr b="1">
                    <a:latin typeface="Nunito Sans Normal" pitchFamily="2" charset="77"/>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a:solidFill>
                      <a:schemeClr val="tx1"/>
                    </a:solidFill>
                    <a:sym typeface="+mn-lt"/>
                  </a:rPr>
                  <a:t>单击添加小标题</a:t>
                </a:r>
                <a:endParaRPr lang="en-US" dirty="0">
                  <a:solidFill>
                    <a:schemeClr val="tx1"/>
                  </a:solidFill>
                  <a:sym typeface="+mn-lt"/>
                </a:endParaRPr>
              </a:p>
            </p:txBody>
          </p:sp>
          <p:sp>
            <p:nvSpPr>
              <p:cNvPr id="36" name="Number4">
                <a:extLst>
                  <a:ext uri="{FF2B5EF4-FFF2-40B4-BE49-F238E27FC236}">
                    <a16:creationId xmlns:a16="http://schemas.microsoft.com/office/drawing/2014/main" id="{06C13B43-7FB8-61D4-7FDB-1A44ECA57B56}"/>
                  </a:ext>
                </a:extLst>
              </p:cNvPr>
              <p:cNvSpPr/>
              <p:nvPr/>
            </p:nvSpPr>
            <p:spPr>
              <a:xfrm>
                <a:off x="6455563" y="3435608"/>
                <a:ext cx="673625" cy="76383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r>
                  <a:rPr lang="en-US" altLang="zh-CN" sz="2000" b="1" dirty="0">
                    <a:solidFill>
                      <a:srgbClr val="FFFFFF"/>
                    </a:solidFill>
                    <a:cs typeface="+mn-ea"/>
                    <a:sym typeface="+mn-lt"/>
                  </a:rPr>
                  <a:t>04</a:t>
                </a:r>
                <a:endParaRPr lang="zh-CN" altLang="en-US" sz="2000" b="1" dirty="0">
                  <a:solidFill>
                    <a:srgbClr val="FFFFFF"/>
                  </a:solidFill>
                  <a:cs typeface="+mn-ea"/>
                  <a:sym typeface="+mn-lt"/>
                </a:endParaRPr>
              </a:p>
            </p:txBody>
          </p:sp>
        </p:grpSp>
        <p:grpSp>
          <p:nvGrpSpPr>
            <p:cNvPr id="20" name="组合 19">
              <a:extLst>
                <a:ext uri="{FF2B5EF4-FFF2-40B4-BE49-F238E27FC236}">
                  <a16:creationId xmlns:a16="http://schemas.microsoft.com/office/drawing/2014/main" id="{43E01F7D-E4F0-A5DE-7DCD-159026ABBC95}"/>
                </a:ext>
              </a:extLst>
            </p:cNvPr>
            <p:cNvGrpSpPr/>
            <p:nvPr/>
          </p:nvGrpSpPr>
          <p:grpSpPr>
            <a:xfrm>
              <a:off x="660400" y="4107251"/>
              <a:ext cx="3629600" cy="648000"/>
              <a:chOff x="1253091" y="4397767"/>
              <a:chExt cx="3773132" cy="763834"/>
            </a:xfrm>
          </p:grpSpPr>
          <p:sp>
            <p:nvSpPr>
              <p:cNvPr id="33" name="Bullet5">
                <a:extLst>
                  <a:ext uri="{FF2B5EF4-FFF2-40B4-BE49-F238E27FC236}">
                    <a16:creationId xmlns:a16="http://schemas.microsoft.com/office/drawing/2014/main" id="{0A00861C-9C05-332B-F097-DEE9361A8D48}"/>
                  </a:ext>
                </a:extLst>
              </p:cNvPr>
              <p:cNvSpPr txBox="1">
                <a:spLocks/>
              </p:cNvSpPr>
              <p:nvPr/>
            </p:nvSpPr>
            <p:spPr>
              <a:xfrm>
                <a:off x="2032334" y="4397767"/>
                <a:ext cx="2993889" cy="763834"/>
              </a:xfrm>
              <a:prstGeom prst="rect">
                <a:avLst/>
              </a:prstGeom>
              <a:gradFill flip="none" rotWithShape="1">
                <a:gsLst>
                  <a:gs pos="0">
                    <a:schemeClr val="accent1">
                      <a:alpha val="0"/>
                    </a:schemeClr>
                  </a:gs>
                  <a:gs pos="100000">
                    <a:schemeClr val="accent1">
                      <a:alpha val="2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algn="ctr">
                  <a:defRPr b="1">
                    <a:latin typeface="Nunito Sans Normal" pitchFamily="2" charset="77"/>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a:solidFill>
                      <a:schemeClr val="tx1"/>
                    </a:solidFill>
                    <a:sym typeface="+mn-lt"/>
                  </a:rPr>
                  <a:t>单击添加小标题</a:t>
                </a:r>
                <a:endParaRPr lang="en-US" dirty="0">
                  <a:solidFill>
                    <a:schemeClr val="tx1"/>
                  </a:solidFill>
                  <a:sym typeface="+mn-lt"/>
                </a:endParaRPr>
              </a:p>
            </p:txBody>
          </p:sp>
          <p:sp>
            <p:nvSpPr>
              <p:cNvPr id="34" name="Number5">
                <a:extLst>
                  <a:ext uri="{FF2B5EF4-FFF2-40B4-BE49-F238E27FC236}">
                    <a16:creationId xmlns:a16="http://schemas.microsoft.com/office/drawing/2014/main" id="{C9122101-FFF2-D7E8-3CAE-5A4ED03FCCC8}"/>
                  </a:ext>
                </a:extLst>
              </p:cNvPr>
              <p:cNvSpPr/>
              <p:nvPr/>
            </p:nvSpPr>
            <p:spPr>
              <a:xfrm>
                <a:off x="1253091" y="4397767"/>
                <a:ext cx="673625" cy="76383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r>
                  <a:rPr lang="en-US" altLang="zh-CN" sz="2000" b="1" dirty="0">
                    <a:solidFill>
                      <a:srgbClr val="FFFFFF"/>
                    </a:solidFill>
                    <a:cs typeface="+mn-ea"/>
                    <a:sym typeface="+mn-lt"/>
                  </a:rPr>
                  <a:t>05</a:t>
                </a:r>
                <a:endParaRPr lang="zh-CN" altLang="en-US" sz="2000" b="1" dirty="0">
                  <a:solidFill>
                    <a:srgbClr val="FFFFFF"/>
                  </a:solidFill>
                  <a:cs typeface="+mn-ea"/>
                  <a:sym typeface="+mn-lt"/>
                </a:endParaRPr>
              </a:p>
            </p:txBody>
          </p:sp>
        </p:grpSp>
        <p:grpSp>
          <p:nvGrpSpPr>
            <p:cNvPr id="23" name="组合 22">
              <a:extLst>
                <a:ext uri="{FF2B5EF4-FFF2-40B4-BE49-F238E27FC236}">
                  <a16:creationId xmlns:a16="http://schemas.microsoft.com/office/drawing/2014/main" id="{79CAE6F3-959D-974C-E703-3A7079E819F6}"/>
                </a:ext>
              </a:extLst>
            </p:cNvPr>
            <p:cNvGrpSpPr/>
            <p:nvPr/>
          </p:nvGrpSpPr>
          <p:grpSpPr>
            <a:xfrm>
              <a:off x="4787162" y="4107250"/>
              <a:ext cx="3629602" cy="648000"/>
              <a:chOff x="6455563" y="4397767"/>
              <a:chExt cx="3773135" cy="763834"/>
            </a:xfrm>
          </p:grpSpPr>
          <p:sp>
            <p:nvSpPr>
              <p:cNvPr id="31" name="Bullet6">
                <a:extLst>
                  <a:ext uri="{FF2B5EF4-FFF2-40B4-BE49-F238E27FC236}">
                    <a16:creationId xmlns:a16="http://schemas.microsoft.com/office/drawing/2014/main" id="{EA2EFE78-DF5E-5C20-D2C5-2A9696C993E7}"/>
                  </a:ext>
                </a:extLst>
              </p:cNvPr>
              <p:cNvSpPr txBox="1">
                <a:spLocks/>
              </p:cNvSpPr>
              <p:nvPr/>
            </p:nvSpPr>
            <p:spPr>
              <a:xfrm>
                <a:off x="7234808" y="4397767"/>
                <a:ext cx="2993890" cy="763834"/>
              </a:xfrm>
              <a:prstGeom prst="rect">
                <a:avLst/>
              </a:prstGeom>
              <a:gradFill flip="none" rotWithShape="1">
                <a:gsLst>
                  <a:gs pos="0">
                    <a:schemeClr val="accent1">
                      <a:alpha val="0"/>
                    </a:schemeClr>
                  </a:gs>
                  <a:gs pos="100000">
                    <a:schemeClr val="accent1">
                      <a:alpha val="2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algn="ctr">
                  <a:defRPr b="1">
                    <a:latin typeface="Nunito Sans Normal" pitchFamily="2" charset="77"/>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a:solidFill>
                      <a:schemeClr val="tx1"/>
                    </a:solidFill>
                    <a:sym typeface="+mn-lt"/>
                  </a:rPr>
                  <a:t>单击添加小标题</a:t>
                </a:r>
                <a:endParaRPr lang="en-US" dirty="0">
                  <a:solidFill>
                    <a:schemeClr val="tx1"/>
                  </a:solidFill>
                  <a:sym typeface="+mn-lt"/>
                </a:endParaRPr>
              </a:p>
            </p:txBody>
          </p:sp>
          <p:sp>
            <p:nvSpPr>
              <p:cNvPr id="32" name="Number6">
                <a:extLst>
                  <a:ext uri="{FF2B5EF4-FFF2-40B4-BE49-F238E27FC236}">
                    <a16:creationId xmlns:a16="http://schemas.microsoft.com/office/drawing/2014/main" id="{69C6BDE2-9A6D-E678-7C3D-81AD3DBC225A}"/>
                  </a:ext>
                </a:extLst>
              </p:cNvPr>
              <p:cNvSpPr/>
              <p:nvPr/>
            </p:nvSpPr>
            <p:spPr>
              <a:xfrm>
                <a:off x="6455563" y="4397767"/>
                <a:ext cx="673625" cy="76383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r>
                  <a:rPr lang="en-US" altLang="zh-CN" sz="2000" b="1" dirty="0">
                    <a:solidFill>
                      <a:srgbClr val="FFFFFF"/>
                    </a:solidFill>
                    <a:cs typeface="+mn-ea"/>
                    <a:sym typeface="+mn-lt"/>
                  </a:rPr>
                  <a:t>06</a:t>
                </a:r>
                <a:endParaRPr lang="zh-CN" altLang="en-US" sz="2000" b="1" dirty="0">
                  <a:solidFill>
                    <a:srgbClr val="FFFFFF"/>
                  </a:solidFill>
                  <a:cs typeface="+mn-ea"/>
                  <a:sym typeface="+mn-lt"/>
                </a:endParaRPr>
              </a:p>
            </p:txBody>
          </p:sp>
        </p:grpSp>
        <p:grpSp>
          <p:nvGrpSpPr>
            <p:cNvPr id="25" name="组合 24">
              <a:extLst>
                <a:ext uri="{FF2B5EF4-FFF2-40B4-BE49-F238E27FC236}">
                  <a16:creationId xmlns:a16="http://schemas.microsoft.com/office/drawing/2014/main" id="{221B65B5-F1AF-B84D-4BC2-8F413B78B155}"/>
                </a:ext>
              </a:extLst>
            </p:cNvPr>
            <p:cNvGrpSpPr/>
            <p:nvPr/>
          </p:nvGrpSpPr>
          <p:grpSpPr>
            <a:xfrm>
              <a:off x="660400" y="5149745"/>
              <a:ext cx="3629600" cy="648000"/>
              <a:chOff x="1253091" y="5372759"/>
              <a:chExt cx="3773132" cy="763834"/>
            </a:xfrm>
          </p:grpSpPr>
          <p:sp>
            <p:nvSpPr>
              <p:cNvPr id="29" name="Bullet7">
                <a:extLst>
                  <a:ext uri="{FF2B5EF4-FFF2-40B4-BE49-F238E27FC236}">
                    <a16:creationId xmlns:a16="http://schemas.microsoft.com/office/drawing/2014/main" id="{1832D61F-B0B7-2BF8-3533-2A11174D8802}"/>
                  </a:ext>
                </a:extLst>
              </p:cNvPr>
              <p:cNvSpPr txBox="1">
                <a:spLocks/>
              </p:cNvSpPr>
              <p:nvPr/>
            </p:nvSpPr>
            <p:spPr>
              <a:xfrm>
                <a:off x="2032334" y="5372759"/>
                <a:ext cx="2993889" cy="763834"/>
              </a:xfrm>
              <a:prstGeom prst="rect">
                <a:avLst/>
              </a:prstGeom>
              <a:gradFill flip="none" rotWithShape="1">
                <a:gsLst>
                  <a:gs pos="0">
                    <a:schemeClr val="accent1">
                      <a:alpha val="0"/>
                    </a:schemeClr>
                  </a:gs>
                  <a:gs pos="100000">
                    <a:schemeClr val="accent1">
                      <a:alpha val="2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algn="ctr">
                  <a:defRPr b="1">
                    <a:latin typeface="Nunito Sans Normal" pitchFamily="2" charset="77"/>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a:solidFill>
                      <a:schemeClr val="tx1"/>
                    </a:solidFill>
                    <a:sym typeface="+mn-lt"/>
                  </a:rPr>
                  <a:t>单击添加小标题</a:t>
                </a:r>
                <a:endParaRPr lang="en-US" dirty="0">
                  <a:solidFill>
                    <a:schemeClr val="tx1"/>
                  </a:solidFill>
                  <a:sym typeface="+mn-lt"/>
                </a:endParaRPr>
              </a:p>
            </p:txBody>
          </p:sp>
          <p:sp>
            <p:nvSpPr>
              <p:cNvPr id="30" name="Number7">
                <a:extLst>
                  <a:ext uri="{FF2B5EF4-FFF2-40B4-BE49-F238E27FC236}">
                    <a16:creationId xmlns:a16="http://schemas.microsoft.com/office/drawing/2014/main" id="{37206A30-E7BD-3951-8A43-5018B10EFFEE}"/>
                  </a:ext>
                </a:extLst>
              </p:cNvPr>
              <p:cNvSpPr/>
              <p:nvPr/>
            </p:nvSpPr>
            <p:spPr>
              <a:xfrm>
                <a:off x="1253091" y="5372759"/>
                <a:ext cx="673625" cy="76383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r>
                  <a:rPr lang="en-US" altLang="zh-CN" sz="2000" b="1" dirty="0">
                    <a:solidFill>
                      <a:srgbClr val="FFFFFF"/>
                    </a:solidFill>
                    <a:cs typeface="+mn-ea"/>
                    <a:sym typeface="+mn-lt"/>
                  </a:rPr>
                  <a:t>07</a:t>
                </a:r>
                <a:endParaRPr lang="zh-CN" altLang="en-US" sz="2000" b="1" dirty="0">
                  <a:solidFill>
                    <a:srgbClr val="FFFFFF"/>
                  </a:solidFill>
                  <a:cs typeface="+mn-ea"/>
                  <a:sym typeface="+mn-lt"/>
                </a:endParaRPr>
              </a:p>
            </p:txBody>
          </p:sp>
        </p:grpSp>
        <p:grpSp>
          <p:nvGrpSpPr>
            <p:cNvPr id="26" name="组合 25">
              <a:extLst>
                <a:ext uri="{FF2B5EF4-FFF2-40B4-BE49-F238E27FC236}">
                  <a16:creationId xmlns:a16="http://schemas.microsoft.com/office/drawing/2014/main" id="{3EED0D17-284D-D563-5BBF-6C35D4CEBBD7}"/>
                </a:ext>
              </a:extLst>
            </p:cNvPr>
            <p:cNvGrpSpPr/>
            <p:nvPr/>
          </p:nvGrpSpPr>
          <p:grpSpPr>
            <a:xfrm>
              <a:off x="4787162" y="5149745"/>
              <a:ext cx="3629602" cy="648000"/>
              <a:chOff x="6455563" y="5372759"/>
              <a:chExt cx="3773135" cy="763834"/>
            </a:xfrm>
          </p:grpSpPr>
          <p:sp>
            <p:nvSpPr>
              <p:cNvPr id="27" name="Bullet8">
                <a:extLst>
                  <a:ext uri="{FF2B5EF4-FFF2-40B4-BE49-F238E27FC236}">
                    <a16:creationId xmlns:a16="http://schemas.microsoft.com/office/drawing/2014/main" id="{7D4A6F4C-37E8-6692-DD4F-4E536CE23493}"/>
                  </a:ext>
                </a:extLst>
              </p:cNvPr>
              <p:cNvSpPr txBox="1">
                <a:spLocks/>
              </p:cNvSpPr>
              <p:nvPr/>
            </p:nvSpPr>
            <p:spPr>
              <a:xfrm>
                <a:off x="7234808" y="5372759"/>
                <a:ext cx="2993890" cy="763834"/>
              </a:xfrm>
              <a:prstGeom prst="rect">
                <a:avLst/>
              </a:prstGeom>
              <a:gradFill flip="none" rotWithShape="1">
                <a:gsLst>
                  <a:gs pos="0">
                    <a:schemeClr val="accent1">
                      <a:alpha val="0"/>
                    </a:schemeClr>
                  </a:gs>
                  <a:gs pos="100000">
                    <a:schemeClr val="accent1">
                      <a:alpha val="2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algn="ctr">
                  <a:defRPr b="1">
                    <a:latin typeface="Nunito Sans Normal" pitchFamily="2" charset="77"/>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a:solidFill>
                      <a:schemeClr val="tx1"/>
                    </a:solidFill>
                    <a:sym typeface="+mn-lt"/>
                  </a:rPr>
                  <a:t>单击添加小标题</a:t>
                </a:r>
                <a:endParaRPr lang="en-US" dirty="0">
                  <a:solidFill>
                    <a:schemeClr val="tx1"/>
                  </a:solidFill>
                  <a:sym typeface="+mn-lt"/>
                </a:endParaRPr>
              </a:p>
            </p:txBody>
          </p:sp>
          <p:sp>
            <p:nvSpPr>
              <p:cNvPr id="28" name="Number8">
                <a:extLst>
                  <a:ext uri="{FF2B5EF4-FFF2-40B4-BE49-F238E27FC236}">
                    <a16:creationId xmlns:a16="http://schemas.microsoft.com/office/drawing/2014/main" id="{A0BF0524-5A91-2084-C331-80FCD8BB7A3B}"/>
                  </a:ext>
                </a:extLst>
              </p:cNvPr>
              <p:cNvSpPr/>
              <p:nvPr/>
            </p:nvSpPr>
            <p:spPr>
              <a:xfrm>
                <a:off x="6455563" y="5372759"/>
                <a:ext cx="673625" cy="76383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r>
                  <a:rPr lang="en-US" altLang="zh-CN" sz="2000" b="1" dirty="0">
                    <a:solidFill>
                      <a:srgbClr val="FFFFFF"/>
                    </a:solidFill>
                    <a:cs typeface="+mn-ea"/>
                    <a:sym typeface="+mn-lt"/>
                  </a:rPr>
                  <a:t>08</a:t>
                </a:r>
                <a:endParaRPr lang="zh-CN" altLang="en-US" sz="2000" b="1" dirty="0">
                  <a:solidFill>
                    <a:srgbClr val="FFFFFF"/>
                  </a:solidFill>
                  <a:cs typeface="+mn-ea"/>
                  <a:sym typeface="+mn-lt"/>
                </a:endParaRPr>
              </a:p>
            </p:txBody>
          </p:sp>
        </p:grpSp>
        <p:sp>
          <p:nvSpPr>
            <p:cNvPr id="63" name="PictureMisc">
              <a:extLst>
                <a:ext uri="{FF2B5EF4-FFF2-40B4-BE49-F238E27FC236}">
                  <a16:creationId xmlns:a16="http://schemas.microsoft.com/office/drawing/2014/main" id="{16E0AE2B-283E-0170-50AB-3BF9D1EBE215}"/>
                </a:ext>
              </a:extLst>
            </p:cNvPr>
            <p:cNvSpPr>
              <a:spLocks/>
            </p:cNvSpPr>
            <p:nvPr/>
          </p:nvSpPr>
          <p:spPr>
            <a:xfrm>
              <a:off x="8970380" y="1270194"/>
              <a:ext cx="3221620" cy="4724012"/>
            </a:xfrm>
            <a:prstGeom prst="rect">
              <a:avLst/>
            </a:prstGeom>
            <a:blipFill>
              <a:blip r:embed="rId3" cstate="screen">
                <a:extLst>
                  <a:ext uri="{28A0092B-C50C-407E-A947-70E740481C1C}">
                    <a14:useLocalDpi xmlns:a14="http://schemas.microsoft.com/office/drawing/2010/main"/>
                  </a:ext>
                </a:extLst>
              </a:blip>
              <a:srcRect/>
              <a:stretch>
                <a:fillRect/>
              </a:stretch>
            </a:blipFill>
            <a:ln w="635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tx1"/>
                </a:solidFill>
                <a:cs typeface="+mn-ea"/>
                <a:sym typeface="+mn-lt"/>
              </a:endParaRPr>
            </a:p>
          </p:txBody>
        </p:sp>
      </p:grpSp>
    </p:spTree>
    <p:extLst>
      <p:ext uri="{BB962C8B-B14F-4D97-AF65-F5344CB8AC3E}">
        <p14:creationId xmlns:p14="http://schemas.microsoft.com/office/powerpoint/2010/main" val="55295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userDrawn="1">
            <p:ph type="title" hasCustomPrompt="1"/>
          </p:nvPr>
        </p:nvSpPr>
        <p:spPr>
          <a:xfrm>
            <a:off x="6096000" y="1592838"/>
            <a:ext cx="5422900" cy="1926482"/>
          </a:xfrm>
        </p:spPr>
        <p:txBody>
          <a:bodyPr lIns="91440" tIns="45720" rIns="91440" bIns="45720">
            <a:normAutofit/>
          </a:bodyPr>
          <a:lstStyle/>
          <a:p>
            <a:r>
              <a:rPr lang="zh-CN" altLang="en-US" dirty="0"/>
              <a:t>单击此处</a:t>
            </a:r>
            <a:br>
              <a:rPr lang="en-US" altLang="zh-CN" dirty="0"/>
            </a:br>
            <a:r>
              <a:rPr lang="zh-CN" altLang="en-US" dirty="0"/>
              <a:t>添加章节标题</a:t>
            </a:r>
            <a:endParaRPr lang="en-US" dirty="0"/>
          </a:p>
        </p:txBody>
      </p:sp>
      <p:sp>
        <p:nvSpPr>
          <p:cNvPr id="25" name="文本占位符 24"/>
          <p:cNvSpPr>
            <a:spLocks noGrp="1"/>
          </p:cNvSpPr>
          <p:nvPr userDrawn="1">
            <p:ph type="body" sz="quarter" idx="1" hasCustomPrompt="1"/>
          </p:nvPr>
        </p:nvSpPr>
        <p:spPr>
          <a:xfrm>
            <a:off x="6096000" y="3616961"/>
            <a:ext cx="5422900" cy="1993702"/>
          </a:xfrm>
        </p:spPr>
        <p:txBody>
          <a:bodyPr lIns="91440" tIns="45720" rIns="91440" bIns="45720">
            <a:normAutofit/>
          </a:bodyPr>
          <a:lstStyle/>
          <a:p>
            <a:r>
              <a:rPr lang="zh-CN" altLang="en-US" dirty="0"/>
              <a:t>单击此处添加章节页描述内容</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B76C8-89E0-DBEA-966C-0C7B42548B89}"/>
            </a:ext>
          </a:extLst>
        </p:cNvPr>
        <p:cNvGrpSpPr/>
        <p:nvPr/>
      </p:nvGrpSpPr>
      <p:grpSpPr>
        <a:xfrm>
          <a:off x="0" y="0"/>
          <a:ext cx="0" cy="0"/>
          <a:chOff x="0" y="0"/>
          <a:chExt cx="0" cy="0"/>
        </a:xfrm>
      </p:grpSpPr>
      <p:sp>
        <p:nvSpPr>
          <p:cNvPr id="40" name="标题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dirty="0"/>
              <a:t>单击此处添加页面标题</a:t>
            </a:r>
            <a:endParaRPr lang="en-US" dirty="0"/>
          </a:p>
        </p:txBody>
      </p:sp>
      <p:grpSp>
        <p:nvGrpSpPr>
          <p:cNvPr id="5" name="组合 4">
            <a:extLst>
              <a:ext uri="{FF2B5EF4-FFF2-40B4-BE49-F238E27FC236}">
                <a16:creationId xmlns:a16="http://schemas.microsoft.com/office/drawing/2014/main" id="{6D7646C5-EEFC-A12E-2157-DB32A5A44554}"/>
              </a:ext>
            </a:extLst>
          </p:cNvPr>
          <p:cNvGrpSpPr/>
          <p:nvPr/>
        </p:nvGrpSpPr>
        <p:grpSpPr>
          <a:xfrm>
            <a:off x="0" y="1130301"/>
            <a:ext cx="12192000" cy="5003799"/>
            <a:chOff x="0" y="1130301"/>
            <a:chExt cx="12192000" cy="5003799"/>
          </a:xfrm>
        </p:grpSpPr>
        <p:pic>
          <p:nvPicPr>
            <p:cNvPr id="4" name="图片 3">
              <a:extLst>
                <a:ext uri="{FF2B5EF4-FFF2-40B4-BE49-F238E27FC236}">
                  <a16:creationId xmlns:a16="http://schemas.microsoft.com/office/drawing/2014/main" id="{2101552C-F36C-D4CF-05D5-9BD9E80C7A6A}"/>
                </a:ext>
              </a:extLst>
            </p:cNvPr>
            <p:cNvPicPr>
              <a:picLocks noChangeAspect="1"/>
            </p:cNvPicPr>
            <p:nvPr/>
          </p:nvPicPr>
          <p:blipFill>
            <a:blip r:embed="rId3"/>
            <a:stretch>
              <a:fillRect/>
            </a:stretch>
          </p:blipFill>
          <p:spPr>
            <a:xfrm>
              <a:off x="0" y="3785719"/>
              <a:ext cx="12192000" cy="341376"/>
            </a:xfrm>
            <a:prstGeom prst="rect">
              <a:avLst/>
            </a:prstGeom>
          </p:spPr>
        </p:pic>
        <p:sp>
          <p:nvSpPr>
            <p:cNvPr id="37" name="Title">
              <a:extLst>
                <a:ext uri="{FF2B5EF4-FFF2-40B4-BE49-F238E27FC236}">
                  <a16:creationId xmlns:a16="http://schemas.microsoft.com/office/drawing/2014/main" id="{9540A81F-21E4-BC5D-3E61-0153DDD72EC7}"/>
                </a:ext>
              </a:extLst>
            </p:cNvPr>
            <p:cNvSpPr/>
            <p:nvPr/>
          </p:nvSpPr>
          <p:spPr>
            <a:xfrm>
              <a:off x="660399" y="1130301"/>
              <a:ext cx="10858501" cy="497782"/>
            </a:xfrm>
            <a:prstGeom prst="rect">
              <a:avLst/>
            </a:prstGeom>
          </p:spPr>
          <p:txBody>
            <a:bodyPr wrap="square" lIns="91440" tIns="45720" rIns="91440" bIns="45720" anchor="t" anchorCtr="0">
              <a:normAutofit/>
            </a:bodyPr>
            <a:lstStyle/>
            <a:p>
              <a:pPr>
                <a:buSzPct val="25000"/>
              </a:pPr>
              <a:r>
                <a:rPr lang="zh-CN" altLang="en-US" sz="2400" b="1" dirty="0">
                  <a:cs typeface="+mn-ea"/>
                  <a:sym typeface="+mn-lt"/>
                </a:rPr>
                <a:t>单击此处添加副标题</a:t>
              </a:r>
              <a:endParaRPr lang="en-US" altLang="zh-CN" sz="2400" b="1" dirty="0">
                <a:cs typeface="+mn-ea"/>
                <a:sym typeface="+mn-lt"/>
              </a:endParaRPr>
            </a:p>
          </p:txBody>
        </p:sp>
        <p:grpSp>
          <p:nvGrpSpPr>
            <p:cNvPr id="27" name="组合 26">
              <a:extLst>
                <a:ext uri="{FF2B5EF4-FFF2-40B4-BE49-F238E27FC236}">
                  <a16:creationId xmlns:a16="http://schemas.microsoft.com/office/drawing/2014/main" id="{ACACE4CC-2D90-3A1F-FB05-09BCC3ABA935}"/>
                </a:ext>
              </a:extLst>
            </p:cNvPr>
            <p:cNvGrpSpPr/>
            <p:nvPr/>
          </p:nvGrpSpPr>
          <p:grpSpPr>
            <a:xfrm>
              <a:off x="1001914" y="1998885"/>
              <a:ext cx="2286537" cy="1787322"/>
              <a:chOff x="977508" y="1951584"/>
              <a:chExt cx="2194423" cy="1787322"/>
            </a:xfrm>
          </p:grpSpPr>
          <p:cxnSp>
            <p:nvCxnSpPr>
              <p:cNvPr id="55" name="Line1">
                <a:extLst>
                  <a:ext uri="{FF2B5EF4-FFF2-40B4-BE49-F238E27FC236}">
                    <a16:creationId xmlns:a16="http://schemas.microsoft.com/office/drawing/2014/main" id="{41EBFC8F-5FA0-BE2D-FB6F-30A0157CDC0F}"/>
                  </a:ext>
                </a:extLst>
              </p:cNvPr>
              <p:cNvCxnSpPr>
                <a:cxnSpLocks/>
              </p:cNvCxnSpPr>
              <p:nvPr/>
            </p:nvCxnSpPr>
            <p:spPr>
              <a:xfrm flipV="1">
                <a:off x="977508" y="2298906"/>
                <a:ext cx="0" cy="1440000"/>
              </a:xfrm>
              <a:prstGeom prst="line">
                <a:avLst/>
              </a:prstGeom>
              <a:ln w="12700" cap="rnd">
                <a:solidFill>
                  <a:schemeClr val="tx1"/>
                </a:solidFill>
                <a:round/>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56" name="Text1">
                <a:extLst>
                  <a:ext uri="{FF2B5EF4-FFF2-40B4-BE49-F238E27FC236}">
                    <a16:creationId xmlns:a16="http://schemas.microsoft.com/office/drawing/2014/main" id="{5A2823C0-0BDF-2EE2-5D3D-27A251BC1734}"/>
                  </a:ext>
                </a:extLst>
              </p:cNvPr>
              <p:cNvSpPr/>
              <p:nvPr/>
            </p:nvSpPr>
            <p:spPr bwMode="auto">
              <a:xfrm>
                <a:off x="1063868" y="2550967"/>
                <a:ext cx="2108063" cy="1029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20000"/>
                  </a:lnSpc>
                </a:pPr>
                <a:r>
                  <a:rPr lang="zh-CN" altLang="en-US" sz="1100" dirty="0">
                    <a:cs typeface="+mn-ea"/>
                    <a:sym typeface="+mn-lt"/>
                  </a:rPr>
                  <a:t>单击此处添加文本单击此处添加文本单击此处添加文本单击此处添加文本</a:t>
                </a:r>
                <a:endParaRPr lang="en-US" altLang="zh-CN" sz="1100" dirty="0">
                  <a:cs typeface="+mn-ea"/>
                  <a:sym typeface="+mn-lt"/>
                </a:endParaRPr>
              </a:p>
            </p:txBody>
          </p:sp>
          <p:sp>
            <p:nvSpPr>
              <p:cNvPr id="57" name="Bullet1">
                <a:extLst>
                  <a:ext uri="{FF2B5EF4-FFF2-40B4-BE49-F238E27FC236}">
                    <a16:creationId xmlns:a16="http://schemas.microsoft.com/office/drawing/2014/main" id="{D14C3E7E-7D98-5FAB-A400-B231CACB80FB}"/>
                  </a:ext>
                </a:extLst>
              </p:cNvPr>
              <p:cNvSpPr txBox="1"/>
              <p:nvPr/>
            </p:nvSpPr>
            <p:spPr bwMode="auto">
              <a:xfrm>
                <a:off x="1063868" y="1951584"/>
                <a:ext cx="2108063" cy="599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b">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spcBef>
                    <a:spcPct val="0"/>
                  </a:spcBef>
                  <a:buFontTx/>
                  <a:buNone/>
                </a:pPr>
                <a:r>
                  <a:rPr lang="zh-CN" altLang="en-US" sz="1800" b="1" dirty="0">
                    <a:cs typeface="+mn-ea"/>
                    <a:sym typeface="+mn-lt"/>
                  </a:rPr>
                  <a:t>单击添加小标题</a:t>
                </a:r>
                <a:endParaRPr lang="en-US" altLang="zh-CN" sz="1800" b="1" dirty="0">
                  <a:cs typeface="+mn-ea"/>
                  <a:sym typeface="+mn-lt"/>
                </a:endParaRPr>
              </a:p>
            </p:txBody>
          </p:sp>
        </p:grpSp>
        <p:grpSp>
          <p:nvGrpSpPr>
            <p:cNvPr id="28" name="组合 27">
              <a:extLst>
                <a:ext uri="{FF2B5EF4-FFF2-40B4-BE49-F238E27FC236}">
                  <a16:creationId xmlns:a16="http://schemas.microsoft.com/office/drawing/2014/main" id="{BD745CAB-E8AB-EE42-D90E-1F7F88B1DD2E}"/>
                </a:ext>
              </a:extLst>
            </p:cNvPr>
            <p:cNvGrpSpPr/>
            <p:nvPr/>
          </p:nvGrpSpPr>
          <p:grpSpPr>
            <a:xfrm>
              <a:off x="2145183" y="4127095"/>
              <a:ext cx="2835060" cy="2007005"/>
              <a:chOff x="2402476" y="3835510"/>
              <a:chExt cx="2720848" cy="2007005"/>
            </a:xfrm>
          </p:grpSpPr>
          <p:cxnSp>
            <p:nvCxnSpPr>
              <p:cNvPr id="52" name="Line2">
                <a:extLst>
                  <a:ext uri="{FF2B5EF4-FFF2-40B4-BE49-F238E27FC236}">
                    <a16:creationId xmlns:a16="http://schemas.microsoft.com/office/drawing/2014/main" id="{455139D5-429C-9D5F-3324-38E9597EABD9}"/>
                  </a:ext>
                </a:extLst>
              </p:cNvPr>
              <p:cNvCxnSpPr/>
              <p:nvPr/>
            </p:nvCxnSpPr>
            <p:spPr>
              <a:xfrm>
                <a:off x="2402476" y="3835510"/>
                <a:ext cx="0" cy="1800000"/>
              </a:xfrm>
              <a:prstGeom prst="line">
                <a:avLst/>
              </a:prstGeom>
              <a:ln w="12700" cap="rnd">
                <a:solidFill>
                  <a:schemeClr val="tx1"/>
                </a:solidFill>
                <a:round/>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53" name="Text2">
                <a:extLst>
                  <a:ext uri="{FF2B5EF4-FFF2-40B4-BE49-F238E27FC236}">
                    <a16:creationId xmlns:a16="http://schemas.microsoft.com/office/drawing/2014/main" id="{8B9D3A56-D205-67FE-4BD7-F8BF4F766A58}"/>
                  </a:ext>
                </a:extLst>
              </p:cNvPr>
              <p:cNvSpPr/>
              <p:nvPr/>
            </p:nvSpPr>
            <p:spPr bwMode="auto">
              <a:xfrm>
                <a:off x="2488836" y="4813129"/>
                <a:ext cx="2634488" cy="1029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20000"/>
                  </a:lnSpc>
                </a:pPr>
                <a:r>
                  <a:rPr lang="zh-CN" altLang="en-US" sz="1100">
                    <a:cs typeface="+mn-ea"/>
                    <a:sym typeface="+mn-lt"/>
                  </a:rPr>
                  <a:t>单击此处添加文本单击此处添加文本单击此处添加文本单击此处添加文本</a:t>
                </a:r>
                <a:endParaRPr lang="en-US" altLang="zh-CN" sz="1100" dirty="0">
                  <a:cs typeface="+mn-ea"/>
                  <a:sym typeface="+mn-lt"/>
                </a:endParaRPr>
              </a:p>
            </p:txBody>
          </p:sp>
          <p:sp>
            <p:nvSpPr>
              <p:cNvPr id="54" name="Bullet2">
                <a:extLst>
                  <a:ext uri="{FF2B5EF4-FFF2-40B4-BE49-F238E27FC236}">
                    <a16:creationId xmlns:a16="http://schemas.microsoft.com/office/drawing/2014/main" id="{B4B64C50-BEF6-35CF-D9C9-392A0C4199DA}"/>
                  </a:ext>
                </a:extLst>
              </p:cNvPr>
              <p:cNvSpPr txBox="1"/>
              <p:nvPr/>
            </p:nvSpPr>
            <p:spPr bwMode="auto">
              <a:xfrm>
                <a:off x="2488835" y="4213746"/>
                <a:ext cx="2634488" cy="599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b">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spcBef>
                    <a:spcPct val="0"/>
                  </a:spcBef>
                  <a:buFontTx/>
                  <a:buNone/>
                </a:pPr>
                <a:r>
                  <a:rPr lang="zh-CN" altLang="en-US" sz="1800" b="1" dirty="0">
                    <a:cs typeface="+mn-ea"/>
                    <a:sym typeface="+mn-lt"/>
                  </a:rPr>
                  <a:t>单击添加小标题</a:t>
                </a:r>
                <a:endParaRPr lang="en-US" altLang="zh-CN" sz="1800" b="1" dirty="0">
                  <a:cs typeface="+mn-ea"/>
                  <a:sym typeface="+mn-lt"/>
                </a:endParaRPr>
              </a:p>
            </p:txBody>
          </p:sp>
        </p:grpSp>
        <p:grpSp>
          <p:nvGrpSpPr>
            <p:cNvPr id="29" name="组合 28">
              <a:extLst>
                <a:ext uri="{FF2B5EF4-FFF2-40B4-BE49-F238E27FC236}">
                  <a16:creationId xmlns:a16="http://schemas.microsoft.com/office/drawing/2014/main" id="{9EA629F1-F397-A8CB-7094-D3CBCA9B7F27}"/>
                </a:ext>
              </a:extLst>
            </p:cNvPr>
            <p:cNvGrpSpPr/>
            <p:nvPr/>
          </p:nvGrpSpPr>
          <p:grpSpPr>
            <a:xfrm>
              <a:off x="4273255" y="1746824"/>
              <a:ext cx="2286537" cy="2039383"/>
              <a:chOff x="3719720" y="1699523"/>
              <a:chExt cx="2194423" cy="2039383"/>
            </a:xfrm>
          </p:grpSpPr>
          <p:cxnSp>
            <p:nvCxnSpPr>
              <p:cNvPr id="49" name="Line3">
                <a:extLst>
                  <a:ext uri="{FF2B5EF4-FFF2-40B4-BE49-F238E27FC236}">
                    <a16:creationId xmlns:a16="http://schemas.microsoft.com/office/drawing/2014/main" id="{E543E170-47F6-82A0-2848-1F03E7A5CCF0}"/>
                  </a:ext>
                </a:extLst>
              </p:cNvPr>
              <p:cNvCxnSpPr>
                <a:cxnSpLocks/>
              </p:cNvCxnSpPr>
              <p:nvPr/>
            </p:nvCxnSpPr>
            <p:spPr>
              <a:xfrm flipV="1">
                <a:off x="3719720" y="2044508"/>
                <a:ext cx="0" cy="1694398"/>
              </a:xfrm>
              <a:prstGeom prst="line">
                <a:avLst/>
              </a:prstGeom>
              <a:ln w="12700" cap="rnd">
                <a:solidFill>
                  <a:schemeClr val="tx1"/>
                </a:solidFill>
                <a:round/>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50" name="Text3">
                <a:extLst>
                  <a:ext uri="{FF2B5EF4-FFF2-40B4-BE49-F238E27FC236}">
                    <a16:creationId xmlns:a16="http://schemas.microsoft.com/office/drawing/2014/main" id="{36A523DA-B944-507D-A56F-A6D100749DD3}"/>
                  </a:ext>
                </a:extLst>
              </p:cNvPr>
              <p:cNvSpPr/>
              <p:nvPr/>
            </p:nvSpPr>
            <p:spPr bwMode="auto">
              <a:xfrm>
                <a:off x="3806080" y="2298906"/>
                <a:ext cx="2108063" cy="1029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20000"/>
                  </a:lnSpc>
                </a:pPr>
                <a:r>
                  <a:rPr lang="zh-CN" altLang="en-US" sz="1100" dirty="0">
                    <a:cs typeface="+mn-ea"/>
                    <a:sym typeface="+mn-lt"/>
                  </a:rPr>
                  <a:t>单击此处添加文本单击此处添加文本单击此处添加文本单击此处添加文本</a:t>
                </a:r>
                <a:endParaRPr lang="en-US" altLang="zh-CN" sz="1100" dirty="0">
                  <a:cs typeface="+mn-ea"/>
                  <a:sym typeface="+mn-lt"/>
                </a:endParaRPr>
              </a:p>
            </p:txBody>
          </p:sp>
          <p:sp>
            <p:nvSpPr>
              <p:cNvPr id="51" name="Bullet3">
                <a:extLst>
                  <a:ext uri="{FF2B5EF4-FFF2-40B4-BE49-F238E27FC236}">
                    <a16:creationId xmlns:a16="http://schemas.microsoft.com/office/drawing/2014/main" id="{FE138035-9FFB-8C95-9DB4-B3214F30C5CC}"/>
                  </a:ext>
                </a:extLst>
              </p:cNvPr>
              <p:cNvSpPr txBox="1"/>
              <p:nvPr/>
            </p:nvSpPr>
            <p:spPr bwMode="auto">
              <a:xfrm>
                <a:off x="3806080" y="1699523"/>
                <a:ext cx="2108063" cy="599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b">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spcBef>
                    <a:spcPct val="0"/>
                  </a:spcBef>
                  <a:buFontTx/>
                  <a:buNone/>
                </a:pPr>
                <a:r>
                  <a:rPr lang="zh-CN" altLang="en-US" sz="1800" b="1" dirty="0">
                    <a:cs typeface="+mn-ea"/>
                    <a:sym typeface="+mn-lt"/>
                  </a:rPr>
                  <a:t>单击添加小标题</a:t>
                </a:r>
                <a:endParaRPr lang="en-US" altLang="zh-CN" sz="1800" b="1" dirty="0">
                  <a:cs typeface="+mn-ea"/>
                  <a:sym typeface="+mn-lt"/>
                </a:endParaRPr>
              </a:p>
            </p:txBody>
          </p:sp>
        </p:grpSp>
        <p:grpSp>
          <p:nvGrpSpPr>
            <p:cNvPr id="30" name="组合 29">
              <a:extLst>
                <a:ext uri="{FF2B5EF4-FFF2-40B4-BE49-F238E27FC236}">
                  <a16:creationId xmlns:a16="http://schemas.microsoft.com/office/drawing/2014/main" id="{CA871CC2-388F-803C-2E62-E457455F4A64}"/>
                </a:ext>
              </a:extLst>
            </p:cNvPr>
            <p:cNvGrpSpPr/>
            <p:nvPr/>
          </p:nvGrpSpPr>
          <p:grpSpPr>
            <a:xfrm>
              <a:off x="5414511" y="4127094"/>
              <a:ext cx="2835060" cy="1707315"/>
              <a:chOff x="5540098" y="3835509"/>
              <a:chExt cx="2720848" cy="1707315"/>
            </a:xfrm>
          </p:grpSpPr>
          <p:cxnSp>
            <p:nvCxnSpPr>
              <p:cNvPr id="46" name="Line4">
                <a:extLst>
                  <a:ext uri="{FF2B5EF4-FFF2-40B4-BE49-F238E27FC236}">
                    <a16:creationId xmlns:a16="http://schemas.microsoft.com/office/drawing/2014/main" id="{4ECDBA2D-B45A-472B-E843-D1496CA495B0}"/>
                  </a:ext>
                </a:extLst>
              </p:cNvPr>
              <p:cNvCxnSpPr>
                <a:cxnSpLocks/>
              </p:cNvCxnSpPr>
              <p:nvPr/>
            </p:nvCxnSpPr>
            <p:spPr>
              <a:xfrm>
                <a:off x="5540098" y="3835509"/>
                <a:ext cx="0" cy="1440000"/>
              </a:xfrm>
              <a:prstGeom prst="line">
                <a:avLst/>
              </a:prstGeom>
              <a:ln w="12700" cap="rnd">
                <a:solidFill>
                  <a:schemeClr val="tx1"/>
                </a:solidFill>
                <a:round/>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47" name="Text4">
                <a:extLst>
                  <a:ext uri="{FF2B5EF4-FFF2-40B4-BE49-F238E27FC236}">
                    <a16:creationId xmlns:a16="http://schemas.microsoft.com/office/drawing/2014/main" id="{8FA3C5A0-A8E5-B37C-4779-1BE4A587502C}"/>
                  </a:ext>
                </a:extLst>
              </p:cNvPr>
              <p:cNvSpPr/>
              <p:nvPr/>
            </p:nvSpPr>
            <p:spPr bwMode="auto">
              <a:xfrm>
                <a:off x="5626457" y="4513438"/>
                <a:ext cx="2634488" cy="1029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20000"/>
                  </a:lnSpc>
                </a:pPr>
                <a:r>
                  <a:rPr lang="zh-CN" altLang="en-US" sz="1100">
                    <a:cs typeface="+mn-ea"/>
                    <a:sym typeface="+mn-lt"/>
                  </a:rPr>
                  <a:t>单击此处添加文本单击此处添加文本单击此处添加文本单击此处添加文本</a:t>
                </a:r>
                <a:endParaRPr lang="en-US" altLang="zh-CN" sz="1100" dirty="0">
                  <a:cs typeface="+mn-ea"/>
                  <a:sym typeface="+mn-lt"/>
                </a:endParaRPr>
              </a:p>
            </p:txBody>
          </p:sp>
          <p:sp>
            <p:nvSpPr>
              <p:cNvPr id="48" name="Bullet4">
                <a:extLst>
                  <a:ext uri="{FF2B5EF4-FFF2-40B4-BE49-F238E27FC236}">
                    <a16:creationId xmlns:a16="http://schemas.microsoft.com/office/drawing/2014/main" id="{21F0ACB4-F263-0A28-D6C7-0C3FB157C4C5}"/>
                  </a:ext>
                </a:extLst>
              </p:cNvPr>
              <p:cNvSpPr txBox="1"/>
              <p:nvPr/>
            </p:nvSpPr>
            <p:spPr bwMode="auto">
              <a:xfrm>
                <a:off x="5626458" y="3914055"/>
                <a:ext cx="2634488" cy="599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b">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spcBef>
                    <a:spcPct val="0"/>
                  </a:spcBef>
                  <a:buFontTx/>
                  <a:buNone/>
                </a:pPr>
                <a:r>
                  <a:rPr lang="zh-CN" altLang="en-US" sz="1800" b="1">
                    <a:cs typeface="+mn-ea"/>
                    <a:sym typeface="+mn-lt"/>
                  </a:rPr>
                  <a:t>单击添加小标题</a:t>
                </a:r>
                <a:endParaRPr lang="en-US" altLang="zh-CN" sz="1800" b="1" dirty="0">
                  <a:cs typeface="+mn-ea"/>
                  <a:sym typeface="+mn-lt"/>
                </a:endParaRPr>
              </a:p>
            </p:txBody>
          </p:sp>
        </p:grpSp>
        <p:grpSp>
          <p:nvGrpSpPr>
            <p:cNvPr id="31" name="组合 30">
              <a:extLst>
                <a:ext uri="{FF2B5EF4-FFF2-40B4-BE49-F238E27FC236}">
                  <a16:creationId xmlns:a16="http://schemas.microsoft.com/office/drawing/2014/main" id="{7DD52B10-138E-BC02-1815-2F7F3F88DE9A}"/>
                </a:ext>
              </a:extLst>
            </p:cNvPr>
            <p:cNvGrpSpPr/>
            <p:nvPr/>
          </p:nvGrpSpPr>
          <p:grpSpPr>
            <a:xfrm>
              <a:off x="7544595" y="1998885"/>
              <a:ext cx="2286537" cy="1787322"/>
              <a:chOff x="6461932" y="1951584"/>
              <a:chExt cx="2194423" cy="1787322"/>
            </a:xfrm>
          </p:grpSpPr>
          <p:cxnSp>
            <p:nvCxnSpPr>
              <p:cNvPr id="43" name="Line5">
                <a:extLst>
                  <a:ext uri="{FF2B5EF4-FFF2-40B4-BE49-F238E27FC236}">
                    <a16:creationId xmlns:a16="http://schemas.microsoft.com/office/drawing/2014/main" id="{D3ADC780-B2CE-66DC-A086-EDE75053786B}"/>
                  </a:ext>
                </a:extLst>
              </p:cNvPr>
              <p:cNvCxnSpPr>
                <a:cxnSpLocks/>
              </p:cNvCxnSpPr>
              <p:nvPr/>
            </p:nvCxnSpPr>
            <p:spPr>
              <a:xfrm flipV="1">
                <a:off x="6461932" y="2298906"/>
                <a:ext cx="0" cy="1440000"/>
              </a:xfrm>
              <a:prstGeom prst="line">
                <a:avLst/>
              </a:prstGeom>
              <a:ln w="12700" cap="rnd">
                <a:solidFill>
                  <a:schemeClr val="tx1"/>
                </a:solidFill>
                <a:round/>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44" name="Text5">
                <a:extLst>
                  <a:ext uri="{FF2B5EF4-FFF2-40B4-BE49-F238E27FC236}">
                    <a16:creationId xmlns:a16="http://schemas.microsoft.com/office/drawing/2014/main" id="{C5C057E3-38AB-F762-C3E6-CF0474DA2D96}"/>
                  </a:ext>
                </a:extLst>
              </p:cNvPr>
              <p:cNvSpPr/>
              <p:nvPr/>
            </p:nvSpPr>
            <p:spPr bwMode="auto">
              <a:xfrm>
                <a:off x="6548292" y="2550967"/>
                <a:ext cx="2108063" cy="1029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20000"/>
                  </a:lnSpc>
                </a:pPr>
                <a:r>
                  <a:rPr lang="zh-CN" altLang="en-US" sz="1100" dirty="0">
                    <a:cs typeface="+mn-ea"/>
                    <a:sym typeface="+mn-lt"/>
                  </a:rPr>
                  <a:t>单击此处添加文本单击此处添加文本单击此处添加文本单击此处添加文本</a:t>
                </a:r>
                <a:endParaRPr lang="en-US" altLang="zh-CN" sz="1100" dirty="0">
                  <a:cs typeface="+mn-ea"/>
                  <a:sym typeface="+mn-lt"/>
                </a:endParaRPr>
              </a:p>
            </p:txBody>
          </p:sp>
          <p:sp>
            <p:nvSpPr>
              <p:cNvPr id="45" name="Bullet5">
                <a:extLst>
                  <a:ext uri="{FF2B5EF4-FFF2-40B4-BE49-F238E27FC236}">
                    <a16:creationId xmlns:a16="http://schemas.microsoft.com/office/drawing/2014/main" id="{15416250-98C9-0018-FC94-0AFEE86BADEE}"/>
                  </a:ext>
                </a:extLst>
              </p:cNvPr>
              <p:cNvSpPr txBox="1"/>
              <p:nvPr/>
            </p:nvSpPr>
            <p:spPr bwMode="auto">
              <a:xfrm>
                <a:off x="6548292" y="1951584"/>
                <a:ext cx="2108063" cy="599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b">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spcBef>
                    <a:spcPct val="0"/>
                  </a:spcBef>
                  <a:buFontTx/>
                  <a:buNone/>
                </a:pPr>
                <a:r>
                  <a:rPr lang="zh-CN" altLang="en-US" sz="1800" b="1" dirty="0">
                    <a:cs typeface="+mn-ea"/>
                    <a:sym typeface="+mn-lt"/>
                  </a:rPr>
                  <a:t>单击添加小标题</a:t>
                </a:r>
                <a:endParaRPr lang="en-US" altLang="zh-CN" sz="1800" b="1" dirty="0">
                  <a:cs typeface="+mn-ea"/>
                  <a:sym typeface="+mn-lt"/>
                </a:endParaRPr>
              </a:p>
            </p:txBody>
          </p:sp>
        </p:grpSp>
        <p:grpSp>
          <p:nvGrpSpPr>
            <p:cNvPr id="35" name="组合 34">
              <a:extLst>
                <a:ext uri="{FF2B5EF4-FFF2-40B4-BE49-F238E27FC236}">
                  <a16:creationId xmlns:a16="http://schemas.microsoft.com/office/drawing/2014/main" id="{0BA10FC2-AAB0-5752-E679-BC44F2E1EC93}"/>
                </a:ext>
              </a:extLst>
            </p:cNvPr>
            <p:cNvGrpSpPr/>
            <p:nvPr/>
          </p:nvGrpSpPr>
          <p:grpSpPr>
            <a:xfrm>
              <a:off x="8683840" y="4127095"/>
              <a:ext cx="2835061" cy="2007005"/>
              <a:chOff x="8677720" y="3835510"/>
              <a:chExt cx="2720849" cy="2007005"/>
            </a:xfrm>
          </p:grpSpPr>
          <p:cxnSp>
            <p:nvCxnSpPr>
              <p:cNvPr id="38" name="Line6">
                <a:extLst>
                  <a:ext uri="{FF2B5EF4-FFF2-40B4-BE49-F238E27FC236}">
                    <a16:creationId xmlns:a16="http://schemas.microsoft.com/office/drawing/2014/main" id="{A2480FC6-5D05-9B79-6BEA-38568CD0F446}"/>
                  </a:ext>
                </a:extLst>
              </p:cNvPr>
              <p:cNvCxnSpPr/>
              <p:nvPr/>
            </p:nvCxnSpPr>
            <p:spPr>
              <a:xfrm>
                <a:off x="8677720" y="3835510"/>
                <a:ext cx="0" cy="1800000"/>
              </a:xfrm>
              <a:prstGeom prst="line">
                <a:avLst/>
              </a:prstGeom>
              <a:ln w="12700" cap="rnd">
                <a:solidFill>
                  <a:schemeClr val="tx1"/>
                </a:solidFill>
                <a:round/>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41" name="Text6">
                <a:extLst>
                  <a:ext uri="{FF2B5EF4-FFF2-40B4-BE49-F238E27FC236}">
                    <a16:creationId xmlns:a16="http://schemas.microsoft.com/office/drawing/2014/main" id="{F0518671-059C-C428-1F8D-32BA133159EF}"/>
                  </a:ext>
                </a:extLst>
              </p:cNvPr>
              <p:cNvSpPr/>
              <p:nvPr/>
            </p:nvSpPr>
            <p:spPr bwMode="auto">
              <a:xfrm>
                <a:off x="8764081" y="4813129"/>
                <a:ext cx="2634488" cy="1029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20000"/>
                  </a:lnSpc>
                </a:pPr>
                <a:r>
                  <a:rPr lang="zh-CN" altLang="en-US" sz="1100">
                    <a:cs typeface="+mn-ea"/>
                    <a:sym typeface="+mn-lt"/>
                  </a:rPr>
                  <a:t>单击此处添加文本单击此处添加文本单击此处添加文本单击此处添加文本</a:t>
                </a:r>
                <a:endParaRPr lang="en-US" altLang="zh-CN" sz="1100" dirty="0">
                  <a:cs typeface="+mn-ea"/>
                  <a:sym typeface="+mn-lt"/>
                </a:endParaRPr>
              </a:p>
            </p:txBody>
          </p:sp>
          <p:sp>
            <p:nvSpPr>
              <p:cNvPr id="42" name="Bullet6">
                <a:extLst>
                  <a:ext uri="{FF2B5EF4-FFF2-40B4-BE49-F238E27FC236}">
                    <a16:creationId xmlns:a16="http://schemas.microsoft.com/office/drawing/2014/main" id="{DA18DAC3-ABD0-6E58-B914-01EABFDAD0B9}"/>
                  </a:ext>
                </a:extLst>
              </p:cNvPr>
              <p:cNvSpPr txBox="1"/>
              <p:nvPr/>
            </p:nvSpPr>
            <p:spPr bwMode="auto">
              <a:xfrm>
                <a:off x="8764081" y="4213746"/>
                <a:ext cx="2634488" cy="599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b">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spcBef>
                    <a:spcPct val="0"/>
                  </a:spcBef>
                  <a:buFontTx/>
                  <a:buNone/>
                </a:pPr>
                <a:r>
                  <a:rPr lang="zh-CN" altLang="en-US" sz="1800" b="1" dirty="0">
                    <a:cs typeface="+mn-ea"/>
                    <a:sym typeface="+mn-lt"/>
                  </a:rPr>
                  <a:t>单击添加小标题</a:t>
                </a:r>
                <a:endParaRPr lang="en-US" altLang="zh-CN" sz="1800" b="1" dirty="0">
                  <a:cs typeface="+mn-ea"/>
                  <a:sym typeface="+mn-lt"/>
                </a:endParaRPr>
              </a:p>
            </p:txBody>
          </p:sp>
        </p:grpSp>
      </p:grpSp>
    </p:spTree>
    <p:extLst>
      <p:ext uri="{BB962C8B-B14F-4D97-AF65-F5344CB8AC3E}">
        <p14:creationId xmlns:p14="http://schemas.microsoft.com/office/powerpoint/2010/main" val="1741863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94A83-C239-B83A-1299-EB3F7D7F38CB}"/>
            </a:ext>
          </a:extLst>
        </p:cNvPr>
        <p:cNvGrpSpPr/>
        <p:nvPr/>
      </p:nvGrpSpPr>
      <p:grpSpPr>
        <a:xfrm>
          <a:off x="0" y="0"/>
          <a:ext cx="0" cy="0"/>
          <a:chOff x="0" y="0"/>
          <a:chExt cx="0" cy="0"/>
        </a:xfrm>
      </p:grpSpPr>
      <p:sp>
        <p:nvSpPr>
          <p:cNvPr id="33" name="标题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dirty="0"/>
              <a:t>单击此处添加页面标题</a:t>
            </a:r>
            <a:endParaRPr lang="en-US" dirty="0"/>
          </a:p>
        </p:txBody>
      </p:sp>
      <p:grpSp>
        <p:nvGrpSpPr>
          <p:cNvPr id="13" name="组合 12">
            <a:extLst>
              <a:ext uri="{FF2B5EF4-FFF2-40B4-BE49-F238E27FC236}">
                <a16:creationId xmlns:a16="http://schemas.microsoft.com/office/drawing/2014/main" id="{B4186BB6-744E-7A0B-B908-1CA7132CE87F}"/>
              </a:ext>
            </a:extLst>
          </p:cNvPr>
          <p:cNvGrpSpPr/>
          <p:nvPr/>
        </p:nvGrpSpPr>
        <p:grpSpPr>
          <a:xfrm>
            <a:off x="660400" y="1271758"/>
            <a:ext cx="10858500" cy="4720884"/>
            <a:chOff x="660400" y="1271758"/>
            <a:chExt cx="10858500" cy="4720884"/>
          </a:xfrm>
        </p:grpSpPr>
        <p:sp>
          <p:nvSpPr>
            <p:cNvPr id="4" name="矩形 3">
              <a:extLst>
                <a:ext uri="{FF2B5EF4-FFF2-40B4-BE49-F238E27FC236}">
                  <a16:creationId xmlns:a16="http://schemas.microsoft.com/office/drawing/2014/main" id="{EAFAA3C1-644A-7249-0D4D-ACC02D06FD93}"/>
                </a:ext>
              </a:extLst>
            </p:cNvPr>
            <p:cNvSpPr/>
            <p:nvPr/>
          </p:nvSpPr>
          <p:spPr>
            <a:xfrm>
              <a:off x="660400" y="1462667"/>
              <a:ext cx="3615267" cy="4339067"/>
            </a:xfrm>
            <a:prstGeom prst="rect">
              <a:avLst/>
            </a:prstGeom>
            <a:gradFill flip="none" rotWithShape="1">
              <a:gsLst>
                <a:gs pos="0">
                  <a:schemeClr val="accent1">
                    <a:alpha val="0"/>
                  </a:schemeClr>
                </a:gs>
                <a:gs pos="100000">
                  <a:schemeClr val="accent1">
                    <a:alpha val="2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b="1">
                <a:solidFill>
                  <a:schemeClr val="tx1"/>
                </a:solidFill>
                <a:latin typeface="Nunito Sans Normal" pitchFamily="2" charset="77"/>
                <a:sym typeface="+mn-lt"/>
              </a:endParaRPr>
            </a:p>
          </p:txBody>
        </p:sp>
        <p:sp>
          <p:nvSpPr>
            <p:cNvPr id="5" name="Title">
              <a:extLst>
                <a:ext uri="{FF2B5EF4-FFF2-40B4-BE49-F238E27FC236}">
                  <a16:creationId xmlns:a16="http://schemas.microsoft.com/office/drawing/2014/main" id="{C1168CFC-6EFD-5AC3-7F0C-630ECD481E9A}"/>
                </a:ext>
              </a:extLst>
            </p:cNvPr>
            <p:cNvSpPr txBox="1"/>
            <p:nvPr/>
          </p:nvSpPr>
          <p:spPr>
            <a:xfrm flipH="1">
              <a:off x="948264" y="1695259"/>
              <a:ext cx="2700869" cy="3873882"/>
            </a:xfrm>
            <a:prstGeom prst="rect">
              <a:avLst/>
            </a:prstGeom>
            <a:noFill/>
            <a:effectLst/>
          </p:spPr>
          <p:txBody>
            <a:bodyPr wrap="square" lIns="91440" tIns="45720" rIns="91440" bIns="45720" rtlCol="0" anchor="ctr">
              <a:normAutofit/>
            </a:bodyPr>
            <a:lstStyle>
              <a:defPPr>
                <a:defRPr lang="zh-CN"/>
              </a:defPPr>
              <a:lvl1pPr>
                <a:defRPr b="1" i="0">
                  <a:gradFill>
                    <a:gsLst>
                      <a:gs pos="0">
                        <a:schemeClr val="accent2">
                          <a:lumMod val="60000"/>
                          <a:lumOff val="40000"/>
                        </a:schemeClr>
                      </a:gs>
                      <a:gs pos="60000">
                        <a:schemeClr val="accent2"/>
                      </a:gs>
                    </a:gsLst>
                    <a:lin ang="2700000" scaled="0"/>
                  </a:gradFill>
                  <a:effectLst/>
                </a:defRPr>
              </a:lvl1pPr>
            </a:lstStyle>
            <a:p>
              <a:r>
                <a:rPr lang="zh-CN" altLang="en-US" sz="2400" dirty="0">
                  <a:solidFill>
                    <a:schemeClr val="tx1"/>
                  </a:solidFill>
                  <a:cs typeface="+mn-ea"/>
                  <a:sym typeface="+mn-lt"/>
                </a:rPr>
                <a:t>单击此处添加长一点的副标题</a:t>
              </a:r>
              <a:endParaRPr lang="en-US" dirty="0"/>
            </a:p>
          </p:txBody>
        </p:sp>
        <p:sp>
          <p:nvSpPr>
            <p:cNvPr id="11" name="PictureMisc">
              <a:extLst>
                <a:ext uri="{FF2B5EF4-FFF2-40B4-BE49-F238E27FC236}">
                  <a16:creationId xmlns:a16="http://schemas.microsoft.com/office/drawing/2014/main" id="{8CC11809-80CD-EB13-FB5B-1D4D9C56C892}"/>
                </a:ext>
              </a:extLst>
            </p:cNvPr>
            <p:cNvSpPr>
              <a:spLocks/>
            </p:cNvSpPr>
            <p:nvPr/>
          </p:nvSpPr>
          <p:spPr>
            <a:xfrm>
              <a:off x="8559800" y="1462667"/>
              <a:ext cx="2959100" cy="4339067"/>
            </a:xfrm>
            <a:prstGeom prst="rect">
              <a:avLst/>
            </a:prstGeom>
            <a:blipFill>
              <a:blip r:embed="rId3" cstate="screen">
                <a:extLst>
                  <a:ext uri="{28A0092B-C50C-407E-A947-70E740481C1C}">
                    <a14:useLocalDpi xmlns:a14="http://schemas.microsoft.com/office/drawing/2010/main"/>
                  </a:ext>
                </a:extLst>
              </a:blip>
              <a:srcRect/>
              <a:stretch>
                <a:fillRect/>
              </a:stretch>
            </a:blipFill>
            <a:ln w="635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solidFill>
                  <a:schemeClr val="tx1"/>
                </a:solidFill>
                <a:cs typeface="+mn-ea"/>
                <a:sym typeface="+mn-lt"/>
              </a:endParaRPr>
            </a:p>
          </p:txBody>
        </p:sp>
        <p:grpSp>
          <p:nvGrpSpPr>
            <p:cNvPr id="8" name="组合 7">
              <a:extLst>
                <a:ext uri="{FF2B5EF4-FFF2-40B4-BE49-F238E27FC236}">
                  <a16:creationId xmlns:a16="http://schemas.microsoft.com/office/drawing/2014/main" id="{74CBC5D3-B4E8-003A-C29A-043F45C4878C}"/>
                </a:ext>
              </a:extLst>
            </p:cNvPr>
            <p:cNvGrpSpPr/>
            <p:nvPr/>
          </p:nvGrpSpPr>
          <p:grpSpPr>
            <a:xfrm>
              <a:off x="3961239" y="1271758"/>
              <a:ext cx="4296953" cy="1477383"/>
              <a:chOff x="4418440" y="869588"/>
              <a:chExt cx="4296953" cy="1477383"/>
            </a:xfrm>
          </p:grpSpPr>
          <p:sp>
            <p:nvSpPr>
              <p:cNvPr id="30" name="Number1">
                <a:extLst>
                  <a:ext uri="{FF2B5EF4-FFF2-40B4-BE49-F238E27FC236}">
                    <a16:creationId xmlns:a16="http://schemas.microsoft.com/office/drawing/2014/main" id="{407DDCAB-82E1-08ED-E446-DCDC34078497}"/>
                  </a:ext>
                </a:extLst>
              </p:cNvPr>
              <p:cNvSpPr/>
              <p:nvPr/>
            </p:nvSpPr>
            <p:spPr>
              <a:xfrm>
                <a:off x="4418440" y="1293089"/>
                <a:ext cx="630382" cy="630382"/>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en-US" altLang="zh-CN" b="1" dirty="0">
                    <a:solidFill>
                      <a:srgbClr val="FFFFFF"/>
                    </a:solidFill>
                    <a:cs typeface="+mn-ea"/>
                    <a:sym typeface="+mn-lt"/>
                  </a:rPr>
                  <a:t>01</a:t>
                </a:r>
                <a:endParaRPr lang="zh-CN" altLang="en-US" b="1" dirty="0">
                  <a:solidFill>
                    <a:srgbClr val="FFFFFF"/>
                  </a:solidFill>
                  <a:cs typeface="+mn-ea"/>
                  <a:sym typeface="+mn-lt"/>
                </a:endParaRPr>
              </a:p>
            </p:txBody>
          </p:sp>
          <p:sp>
            <p:nvSpPr>
              <p:cNvPr id="31" name="Bullet1">
                <a:extLst>
                  <a:ext uri="{FF2B5EF4-FFF2-40B4-BE49-F238E27FC236}">
                    <a16:creationId xmlns:a16="http://schemas.microsoft.com/office/drawing/2014/main" id="{8772BF31-D558-476D-9E5E-990F65B5DDD1}"/>
                  </a:ext>
                </a:extLst>
              </p:cNvPr>
              <p:cNvSpPr/>
              <p:nvPr/>
            </p:nvSpPr>
            <p:spPr>
              <a:xfrm>
                <a:off x="5115392" y="869588"/>
                <a:ext cx="3600000" cy="64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b">
                <a:normAutofit/>
              </a:bodyPr>
              <a:lstStyle/>
              <a:p>
                <a:r>
                  <a:rPr lang="zh-CN" altLang="en-US" b="1">
                    <a:solidFill>
                      <a:schemeClr val="tx1"/>
                    </a:solidFill>
                    <a:cs typeface="+mn-ea"/>
                    <a:sym typeface="+mn-lt"/>
                  </a:rPr>
                  <a:t>单击添加小标题</a:t>
                </a:r>
                <a:endParaRPr lang="en-US" dirty="0"/>
              </a:p>
            </p:txBody>
          </p:sp>
          <p:sp>
            <p:nvSpPr>
              <p:cNvPr id="32" name="Text1">
                <a:extLst>
                  <a:ext uri="{FF2B5EF4-FFF2-40B4-BE49-F238E27FC236}">
                    <a16:creationId xmlns:a16="http://schemas.microsoft.com/office/drawing/2014/main" id="{0F6A3E6F-148C-5FC4-5846-2E54D681C800}"/>
                  </a:ext>
                </a:extLst>
              </p:cNvPr>
              <p:cNvSpPr txBox="1"/>
              <p:nvPr/>
            </p:nvSpPr>
            <p:spPr>
              <a:xfrm>
                <a:off x="5115393" y="1517588"/>
                <a:ext cx="3600000" cy="829383"/>
              </a:xfrm>
              <a:prstGeom prst="rect">
                <a:avLst/>
              </a:prstGeom>
              <a:noFill/>
              <a:ln w="6350">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a:ln>
                      <a:noFill/>
                    </a:ln>
                    <a:effectLst/>
                    <a:uLnTx/>
                    <a:uFillTx/>
                    <a:cs typeface="+mn-ea"/>
                    <a:sym typeface="+mn-lt"/>
                  </a:rPr>
                  <a:t>单击此处添加文本单击此处添加文本单击此处添加文本单击此处添加文本</a:t>
                </a:r>
                <a:endParaRPr lang="en-US" dirty="0"/>
              </a:p>
            </p:txBody>
          </p:sp>
        </p:grpSp>
        <p:grpSp>
          <p:nvGrpSpPr>
            <p:cNvPr id="9" name="组合 8">
              <a:extLst>
                <a:ext uri="{FF2B5EF4-FFF2-40B4-BE49-F238E27FC236}">
                  <a16:creationId xmlns:a16="http://schemas.microsoft.com/office/drawing/2014/main" id="{F152C50F-1E47-F83D-01A8-7702E6F64575}"/>
                </a:ext>
              </a:extLst>
            </p:cNvPr>
            <p:cNvGrpSpPr/>
            <p:nvPr/>
          </p:nvGrpSpPr>
          <p:grpSpPr>
            <a:xfrm>
              <a:off x="3961239" y="2893507"/>
              <a:ext cx="4296953" cy="1477383"/>
              <a:chOff x="4418440" y="869588"/>
              <a:chExt cx="4296953" cy="1477383"/>
            </a:xfrm>
          </p:grpSpPr>
          <p:sp>
            <p:nvSpPr>
              <p:cNvPr id="27" name="Number2">
                <a:extLst>
                  <a:ext uri="{FF2B5EF4-FFF2-40B4-BE49-F238E27FC236}">
                    <a16:creationId xmlns:a16="http://schemas.microsoft.com/office/drawing/2014/main" id="{FFE795FD-3196-FA5B-9F2F-F49CEC754704}"/>
                  </a:ext>
                </a:extLst>
              </p:cNvPr>
              <p:cNvSpPr/>
              <p:nvPr/>
            </p:nvSpPr>
            <p:spPr>
              <a:xfrm>
                <a:off x="4418440" y="1293089"/>
                <a:ext cx="630382" cy="630382"/>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en-US" altLang="zh-CN" b="1">
                    <a:solidFill>
                      <a:srgbClr val="FFFFFF"/>
                    </a:solidFill>
                    <a:cs typeface="+mn-ea"/>
                    <a:sym typeface="+mn-lt"/>
                  </a:rPr>
                  <a:t>0</a:t>
                </a:r>
                <a:r>
                  <a:rPr lang="en-US" altLang="zh-CN" b="1" dirty="0">
                    <a:solidFill>
                      <a:srgbClr val="FFFFFF"/>
                    </a:solidFill>
                    <a:cs typeface="+mn-ea"/>
                    <a:sym typeface="+mn-lt"/>
                  </a:rPr>
                  <a:t>2</a:t>
                </a:r>
                <a:endParaRPr lang="zh-CN" altLang="en-US" b="1" dirty="0">
                  <a:solidFill>
                    <a:srgbClr val="FFFFFF"/>
                  </a:solidFill>
                  <a:cs typeface="+mn-ea"/>
                  <a:sym typeface="+mn-lt"/>
                </a:endParaRPr>
              </a:p>
            </p:txBody>
          </p:sp>
          <p:sp>
            <p:nvSpPr>
              <p:cNvPr id="28" name="Bullet2">
                <a:extLst>
                  <a:ext uri="{FF2B5EF4-FFF2-40B4-BE49-F238E27FC236}">
                    <a16:creationId xmlns:a16="http://schemas.microsoft.com/office/drawing/2014/main" id="{A9E91F14-56F4-6E08-0010-18715A37938C}"/>
                  </a:ext>
                </a:extLst>
              </p:cNvPr>
              <p:cNvSpPr/>
              <p:nvPr/>
            </p:nvSpPr>
            <p:spPr>
              <a:xfrm>
                <a:off x="5115392" y="869588"/>
                <a:ext cx="3600000" cy="64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b">
                <a:normAutofit/>
              </a:bodyPr>
              <a:lstStyle/>
              <a:p>
                <a:r>
                  <a:rPr lang="zh-CN" altLang="en-US" b="1">
                    <a:solidFill>
                      <a:schemeClr val="tx1"/>
                    </a:solidFill>
                    <a:cs typeface="+mn-ea"/>
                    <a:sym typeface="+mn-lt"/>
                  </a:rPr>
                  <a:t>单击添加小标题</a:t>
                </a:r>
                <a:endParaRPr lang="en-US" dirty="0"/>
              </a:p>
            </p:txBody>
          </p:sp>
          <p:sp>
            <p:nvSpPr>
              <p:cNvPr id="29" name="Text2">
                <a:extLst>
                  <a:ext uri="{FF2B5EF4-FFF2-40B4-BE49-F238E27FC236}">
                    <a16:creationId xmlns:a16="http://schemas.microsoft.com/office/drawing/2014/main" id="{3988CD7E-8C79-A7D7-EA12-677EAACDE34B}"/>
                  </a:ext>
                </a:extLst>
              </p:cNvPr>
              <p:cNvSpPr txBox="1"/>
              <p:nvPr/>
            </p:nvSpPr>
            <p:spPr>
              <a:xfrm>
                <a:off x="5115393" y="1517588"/>
                <a:ext cx="3600000" cy="829383"/>
              </a:xfrm>
              <a:prstGeom prst="rect">
                <a:avLst/>
              </a:prstGeom>
              <a:noFill/>
              <a:ln w="6350">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a:ln>
                      <a:noFill/>
                    </a:ln>
                    <a:effectLst/>
                    <a:uLnTx/>
                    <a:uFillTx/>
                    <a:cs typeface="+mn-ea"/>
                    <a:sym typeface="+mn-lt"/>
                  </a:rPr>
                  <a:t>单击此处添加文本单击此处添加文本单击此处添加文本单击此处添加文本</a:t>
                </a:r>
                <a:endParaRPr lang="en-US" dirty="0"/>
              </a:p>
            </p:txBody>
          </p:sp>
        </p:grpSp>
        <p:grpSp>
          <p:nvGrpSpPr>
            <p:cNvPr id="10" name="组合 9">
              <a:extLst>
                <a:ext uri="{FF2B5EF4-FFF2-40B4-BE49-F238E27FC236}">
                  <a16:creationId xmlns:a16="http://schemas.microsoft.com/office/drawing/2014/main" id="{0413A541-D8F3-44E2-6E88-26491CF08F2D}"/>
                </a:ext>
              </a:extLst>
            </p:cNvPr>
            <p:cNvGrpSpPr/>
            <p:nvPr/>
          </p:nvGrpSpPr>
          <p:grpSpPr>
            <a:xfrm>
              <a:off x="3961239" y="4515259"/>
              <a:ext cx="4296953" cy="1477383"/>
              <a:chOff x="4418440" y="869589"/>
              <a:chExt cx="4296953" cy="1477383"/>
            </a:xfrm>
          </p:grpSpPr>
          <p:sp>
            <p:nvSpPr>
              <p:cNvPr id="12" name="Number3">
                <a:extLst>
                  <a:ext uri="{FF2B5EF4-FFF2-40B4-BE49-F238E27FC236}">
                    <a16:creationId xmlns:a16="http://schemas.microsoft.com/office/drawing/2014/main" id="{E1F8E58E-02B0-F5DD-96A7-E6E64D2F52AF}"/>
                  </a:ext>
                </a:extLst>
              </p:cNvPr>
              <p:cNvSpPr/>
              <p:nvPr/>
            </p:nvSpPr>
            <p:spPr>
              <a:xfrm>
                <a:off x="4418440" y="1293089"/>
                <a:ext cx="630382" cy="630382"/>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en-US" altLang="zh-CN" b="1">
                    <a:solidFill>
                      <a:srgbClr val="FFFFFF"/>
                    </a:solidFill>
                    <a:cs typeface="+mn-ea"/>
                    <a:sym typeface="+mn-lt"/>
                  </a:rPr>
                  <a:t>0</a:t>
                </a:r>
                <a:r>
                  <a:rPr lang="en-US" altLang="zh-CN" b="1" dirty="0">
                    <a:solidFill>
                      <a:srgbClr val="FFFFFF"/>
                    </a:solidFill>
                    <a:cs typeface="+mn-ea"/>
                    <a:sym typeface="+mn-lt"/>
                  </a:rPr>
                  <a:t>3</a:t>
                </a:r>
                <a:endParaRPr lang="zh-CN" altLang="en-US" b="1" dirty="0">
                  <a:solidFill>
                    <a:srgbClr val="FFFFFF"/>
                  </a:solidFill>
                  <a:cs typeface="+mn-ea"/>
                  <a:sym typeface="+mn-lt"/>
                </a:endParaRPr>
              </a:p>
            </p:txBody>
          </p:sp>
          <p:sp>
            <p:nvSpPr>
              <p:cNvPr id="17" name="Bullet3">
                <a:extLst>
                  <a:ext uri="{FF2B5EF4-FFF2-40B4-BE49-F238E27FC236}">
                    <a16:creationId xmlns:a16="http://schemas.microsoft.com/office/drawing/2014/main" id="{C49F40F6-C6DC-B4CE-0CDF-497C3AAFB8E5}"/>
                  </a:ext>
                </a:extLst>
              </p:cNvPr>
              <p:cNvSpPr/>
              <p:nvPr/>
            </p:nvSpPr>
            <p:spPr>
              <a:xfrm>
                <a:off x="5115392" y="869589"/>
                <a:ext cx="3600000" cy="64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b">
                <a:normAutofit/>
              </a:bodyPr>
              <a:lstStyle/>
              <a:p>
                <a:r>
                  <a:rPr lang="zh-CN" altLang="en-US" b="1">
                    <a:solidFill>
                      <a:schemeClr val="tx1"/>
                    </a:solidFill>
                    <a:cs typeface="+mn-ea"/>
                    <a:sym typeface="+mn-lt"/>
                  </a:rPr>
                  <a:t>单击添加小标题</a:t>
                </a:r>
                <a:endParaRPr lang="en-US" dirty="0"/>
              </a:p>
            </p:txBody>
          </p:sp>
          <p:sp>
            <p:nvSpPr>
              <p:cNvPr id="22" name="Text3">
                <a:extLst>
                  <a:ext uri="{FF2B5EF4-FFF2-40B4-BE49-F238E27FC236}">
                    <a16:creationId xmlns:a16="http://schemas.microsoft.com/office/drawing/2014/main" id="{DCA75285-DABF-E89E-80D5-5023454A8289}"/>
                  </a:ext>
                </a:extLst>
              </p:cNvPr>
              <p:cNvSpPr txBox="1"/>
              <p:nvPr/>
            </p:nvSpPr>
            <p:spPr>
              <a:xfrm>
                <a:off x="5115393" y="1517589"/>
                <a:ext cx="3600000" cy="829383"/>
              </a:xfrm>
              <a:prstGeom prst="rect">
                <a:avLst/>
              </a:prstGeom>
              <a:noFill/>
              <a:ln w="6350">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a:ln>
                      <a:noFill/>
                    </a:ln>
                    <a:effectLst/>
                    <a:uLnTx/>
                    <a:uFillTx/>
                    <a:cs typeface="+mn-ea"/>
                    <a:sym typeface="+mn-lt"/>
                  </a:rPr>
                  <a:t>单击此处添加文本单击此处添加文本单击此处添加文本单击此处添加文本</a:t>
                </a:r>
                <a:endParaRPr lang="en-US" dirty="0"/>
              </a:p>
            </p:txBody>
          </p:sp>
        </p:grpSp>
      </p:grpSp>
    </p:spTree>
    <p:extLst>
      <p:ext uri="{BB962C8B-B14F-4D97-AF65-F5344CB8AC3E}">
        <p14:creationId xmlns:p14="http://schemas.microsoft.com/office/powerpoint/2010/main" val="263880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2CA4F-D1F9-01E0-D239-F0980592D301}"/>
            </a:ext>
          </a:extLst>
        </p:cNvPr>
        <p:cNvGrpSpPr/>
        <p:nvPr/>
      </p:nvGrpSpPr>
      <p:grpSpPr>
        <a:xfrm>
          <a:off x="0" y="0"/>
          <a:ext cx="0" cy="0"/>
          <a:chOff x="0" y="0"/>
          <a:chExt cx="0" cy="0"/>
        </a:xfrm>
      </p:grpSpPr>
      <p:sp>
        <p:nvSpPr>
          <p:cNvPr id="25" name="标题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dirty="0"/>
              <a:t>单击此处添加页面标题</a:t>
            </a:r>
            <a:endParaRPr lang="en-US" dirty="0"/>
          </a:p>
        </p:txBody>
      </p:sp>
      <p:grpSp>
        <p:nvGrpSpPr>
          <p:cNvPr id="43" name="组合 42">
            <a:extLst>
              <a:ext uri="{FF2B5EF4-FFF2-40B4-BE49-F238E27FC236}">
                <a16:creationId xmlns:a16="http://schemas.microsoft.com/office/drawing/2014/main" id="{AAFE779E-5E71-F068-30B8-CD53B2B42F07}"/>
              </a:ext>
            </a:extLst>
          </p:cNvPr>
          <p:cNvGrpSpPr/>
          <p:nvPr/>
        </p:nvGrpSpPr>
        <p:grpSpPr>
          <a:xfrm>
            <a:off x="660400" y="1130300"/>
            <a:ext cx="11531599" cy="5003800"/>
            <a:chOff x="660400" y="1130300"/>
            <a:chExt cx="11531599" cy="5003800"/>
          </a:xfrm>
        </p:grpSpPr>
        <p:sp>
          <p:nvSpPr>
            <p:cNvPr id="9" name="Title">
              <a:extLst>
                <a:ext uri="{FF2B5EF4-FFF2-40B4-BE49-F238E27FC236}">
                  <a16:creationId xmlns:a16="http://schemas.microsoft.com/office/drawing/2014/main" id="{A440876C-966A-B14B-63C4-6EBC39348977}"/>
                </a:ext>
              </a:extLst>
            </p:cNvPr>
            <p:cNvSpPr txBox="1"/>
            <p:nvPr/>
          </p:nvSpPr>
          <p:spPr>
            <a:xfrm>
              <a:off x="660400" y="1130300"/>
              <a:ext cx="10231377" cy="647046"/>
            </a:xfrm>
            <a:prstGeom prst="rect">
              <a:avLst/>
            </a:prstGeom>
            <a:noFill/>
          </p:spPr>
          <p:txBody>
            <a:bodyPr wrap="square" lIns="91440" tIns="45720" rIns="91440" bIns="45720" rtlCol="0" anchor="t" anchorCtr="0">
              <a:normAutofit/>
            </a:bodyPr>
            <a:lstStyle/>
            <a:p>
              <a:r>
                <a:rPr lang="zh-CN" altLang="en-US" sz="2400" b="1" dirty="0">
                  <a:cs typeface="+mn-ea"/>
                  <a:sym typeface="+mn-lt"/>
                </a:rPr>
                <a:t>单击此处添加长一点的副标题</a:t>
              </a:r>
              <a:endParaRPr lang="en-US" dirty="0"/>
            </a:p>
          </p:txBody>
        </p:sp>
        <p:grpSp>
          <p:nvGrpSpPr>
            <p:cNvPr id="32" name="组合 31">
              <a:extLst>
                <a:ext uri="{FF2B5EF4-FFF2-40B4-BE49-F238E27FC236}">
                  <a16:creationId xmlns:a16="http://schemas.microsoft.com/office/drawing/2014/main" id="{FF5DAD7F-63D2-9989-8B39-9FF7A5E001DB}"/>
                </a:ext>
              </a:extLst>
            </p:cNvPr>
            <p:cNvGrpSpPr/>
            <p:nvPr/>
          </p:nvGrpSpPr>
          <p:grpSpPr>
            <a:xfrm>
              <a:off x="11086900" y="1130300"/>
              <a:ext cx="432000" cy="432000"/>
              <a:chOff x="11086900" y="1130300"/>
              <a:chExt cx="432000" cy="432000"/>
            </a:xfrm>
          </p:grpSpPr>
          <p:sp>
            <p:nvSpPr>
              <p:cNvPr id="29" name="椭圆 28">
                <a:extLst>
                  <a:ext uri="{FF2B5EF4-FFF2-40B4-BE49-F238E27FC236}">
                    <a16:creationId xmlns:a16="http://schemas.microsoft.com/office/drawing/2014/main" id="{2D4771C2-EAFA-3D33-C6B4-0F2E3F32ABBB}"/>
                  </a:ext>
                </a:extLst>
              </p:cNvPr>
              <p:cNvSpPr>
                <a:spLocks noChangeAspect="1"/>
              </p:cNvSpPr>
              <p:nvPr/>
            </p:nvSpPr>
            <p:spPr>
              <a:xfrm flipH="1">
                <a:off x="11086900" y="1130300"/>
                <a:ext cx="432000" cy="432000"/>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fontScale="925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tx1"/>
                  </a:solidFill>
                  <a:cs typeface="+mn-ea"/>
                  <a:sym typeface="+mn-lt"/>
                </a:endParaRPr>
              </a:p>
            </p:txBody>
          </p:sp>
          <p:sp>
            <p:nvSpPr>
              <p:cNvPr id="31" name="Isosceles Triangle 6">
                <a:extLst>
                  <a:ext uri="{FF2B5EF4-FFF2-40B4-BE49-F238E27FC236}">
                    <a16:creationId xmlns:a16="http://schemas.microsoft.com/office/drawing/2014/main" id="{249CD7F3-D005-568F-A328-C21B190D7446}"/>
                  </a:ext>
                </a:extLst>
              </p:cNvPr>
              <p:cNvSpPr>
                <a:spLocks noChangeAspect="1"/>
              </p:cNvSpPr>
              <p:nvPr/>
            </p:nvSpPr>
            <p:spPr>
              <a:xfrm flipH="1">
                <a:off x="11210164" y="1246984"/>
                <a:ext cx="209537" cy="198628"/>
              </a:xfrm>
              <a:custGeom>
                <a:avLst/>
                <a:gdLst>
                  <a:gd name="csX0" fmla="*/ 278600 w 496926"/>
                  <a:gd name="csY0" fmla="*/ 0 h 471057"/>
                  <a:gd name="csX1" fmla="*/ 302519 w 496926"/>
                  <a:gd name="csY1" fmla="*/ 9909 h 471057"/>
                  <a:gd name="csX2" fmla="*/ 478605 w 496926"/>
                  <a:gd name="csY2" fmla="*/ 185730 h 471057"/>
                  <a:gd name="csX3" fmla="*/ 496926 w 496926"/>
                  <a:gd name="csY3" fmla="*/ 230447 h 471057"/>
                  <a:gd name="csX4" fmla="*/ 496926 w 496926"/>
                  <a:gd name="csY4" fmla="*/ 240610 h 471057"/>
                  <a:gd name="csX5" fmla="*/ 478605 w 496926"/>
                  <a:gd name="csY5" fmla="*/ 285328 h 471057"/>
                  <a:gd name="csX6" fmla="*/ 302519 w 496926"/>
                  <a:gd name="csY6" fmla="*/ 461148 h 471057"/>
                  <a:gd name="csX7" fmla="*/ 254681 w 496926"/>
                  <a:gd name="csY7" fmla="*/ 461148 h 471057"/>
                  <a:gd name="csX8" fmla="*/ 254681 w 496926"/>
                  <a:gd name="csY8" fmla="*/ 412366 h 471057"/>
                  <a:gd name="csX9" fmla="*/ 398196 w 496926"/>
                  <a:gd name="csY9" fmla="*/ 270083 h 471057"/>
                  <a:gd name="csX10" fmla="*/ 190161 w 496926"/>
                  <a:gd name="csY10" fmla="*/ 270083 h 471057"/>
                  <a:gd name="csX11" fmla="*/ 190160 w 496926"/>
                  <a:gd name="csY11" fmla="*/ 270083 h 471057"/>
                  <a:gd name="csX12" fmla="*/ 33589 w 496926"/>
                  <a:gd name="csY12" fmla="*/ 270083 h 471057"/>
                  <a:gd name="csX13" fmla="*/ 0 w 496926"/>
                  <a:gd name="csY13" fmla="*/ 235529 h 471057"/>
                  <a:gd name="csX14" fmla="*/ 33589 w 496926"/>
                  <a:gd name="csY14" fmla="*/ 200974 h 471057"/>
                  <a:gd name="csX15" fmla="*/ 190160 w 496926"/>
                  <a:gd name="csY15" fmla="*/ 200974 h 471057"/>
                  <a:gd name="csX16" fmla="*/ 190161 w 496926"/>
                  <a:gd name="csY16" fmla="*/ 200974 h 471057"/>
                  <a:gd name="csX17" fmla="*/ 398196 w 496926"/>
                  <a:gd name="csY17" fmla="*/ 200974 h 471057"/>
                  <a:gd name="csX18" fmla="*/ 254681 w 496926"/>
                  <a:gd name="csY18" fmla="*/ 57676 h 471057"/>
                  <a:gd name="csX19" fmla="*/ 254681 w 496926"/>
                  <a:gd name="csY19" fmla="*/ 9909 h 471057"/>
                  <a:gd name="csX20" fmla="*/ 278600 w 496926"/>
                  <a:gd name="csY20" fmla="*/ 0 h 471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96926" h="471057">
                    <a:moveTo>
                      <a:pt x="278600" y="0"/>
                    </a:moveTo>
                    <a:cubicBezTo>
                      <a:pt x="287252" y="0"/>
                      <a:pt x="295903" y="3303"/>
                      <a:pt x="302519" y="9909"/>
                    </a:cubicBezTo>
                    <a:lnTo>
                      <a:pt x="478605" y="185730"/>
                    </a:lnTo>
                    <a:cubicBezTo>
                      <a:pt x="490819" y="196909"/>
                      <a:pt x="496926" y="213170"/>
                      <a:pt x="496926" y="230447"/>
                    </a:cubicBezTo>
                    <a:lnTo>
                      <a:pt x="496926" y="240610"/>
                    </a:lnTo>
                    <a:cubicBezTo>
                      <a:pt x="496926" y="256871"/>
                      <a:pt x="490819" y="273132"/>
                      <a:pt x="478605" y="285328"/>
                    </a:cubicBezTo>
                    <a:lnTo>
                      <a:pt x="302519" y="461148"/>
                    </a:lnTo>
                    <a:cubicBezTo>
                      <a:pt x="289287" y="474360"/>
                      <a:pt x="267913" y="474360"/>
                      <a:pt x="254681" y="461148"/>
                    </a:cubicBezTo>
                    <a:cubicBezTo>
                      <a:pt x="241449" y="447936"/>
                      <a:pt x="241449" y="425578"/>
                      <a:pt x="254681" y="412366"/>
                    </a:cubicBezTo>
                    <a:lnTo>
                      <a:pt x="398196" y="270083"/>
                    </a:lnTo>
                    <a:lnTo>
                      <a:pt x="190161" y="270083"/>
                    </a:lnTo>
                    <a:lnTo>
                      <a:pt x="190160" y="270083"/>
                    </a:lnTo>
                    <a:lnTo>
                      <a:pt x="33589" y="270083"/>
                    </a:lnTo>
                    <a:cubicBezTo>
                      <a:pt x="15268" y="270083"/>
                      <a:pt x="0" y="253822"/>
                      <a:pt x="0" y="235529"/>
                    </a:cubicBezTo>
                    <a:cubicBezTo>
                      <a:pt x="0" y="216219"/>
                      <a:pt x="15268" y="200974"/>
                      <a:pt x="33589" y="200974"/>
                    </a:cubicBezTo>
                    <a:lnTo>
                      <a:pt x="190160" y="200974"/>
                    </a:lnTo>
                    <a:lnTo>
                      <a:pt x="190161" y="200974"/>
                    </a:lnTo>
                    <a:lnTo>
                      <a:pt x="398196" y="200974"/>
                    </a:lnTo>
                    <a:lnTo>
                      <a:pt x="254681" y="57676"/>
                    </a:lnTo>
                    <a:cubicBezTo>
                      <a:pt x="241449" y="44463"/>
                      <a:pt x="241449" y="23121"/>
                      <a:pt x="254681" y="9909"/>
                    </a:cubicBezTo>
                    <a:cubicBezTo>
                      <a:pt x="261297" y="3303"/>
                      <a:pt x="269949" y="0"/>
                      <a:pt x="278600" y="0"/>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fontScale="40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cs typeface="+mn-ea"/>
                  <a:sym typeface="+mn-lt"/>
                </a:endParaRPr>
              </a:p>
            </p:txBody>
          </p:sp>
        </p:grpSp>
        <p:sp>
          <p:nvSpPr>
            <p:cNvPr id="18" name="PictureMisc1">
              <a:extLst>
                <a:ext uri="{FF2B5EF4-FFF2-40B4-BE49-F238E27FC236}">
                  <a16:creationId xmlns:a16="http://schemas.microsoft.com/office/drawing/2014/main" id="{7A3CA695-9C7F-DFEC-AA41-BD24013B87DC}"/>
                </a:ext>
              </a:extLst>
            </p:cNvPr>
            <p:cNvSpPr>
              <a:spLocks/>
            </p:cNvSpPr>
            <p:nvPr/>
          </p:nvSpPr>
          <p:spPr>
            <a:xfrm>
              <a:off x="7760824" y="2043405"/>
              <a:ext cx="4431175" cy="1938277"/>
            </a:xfrm>
            <a:prstGeom prst="rect">
              <a:avLst/>
            </a:prstGeom>
            <a:blipFill>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solidFill>
                  <a:schemeClr val="tx1"/>
                </a:solidFill>
                <a:cs typeface="+mn-ea"/>
                <a:sym typeface="+mn-lt"/>
              </a:endParaRPr>
            </a:p>
          </p:txBody>
        </p:sp>
        <p:sp>
          <p:nvSpPr>
            <p:cNvPr id="16" name="PictureMisc2">
              <a:extLst>
                <a:ext uri="{FF2B5EF4-FFF2-40B4-BE49-F238E27FC236}">
                  <a16:creationId xmlns:a16="http://schemas.microsoft.com/office/drawing/2014/main" id="{7C0D9FAA-D56F-C314-F994-C5061366B5E0}"/>
                </a:ext>
              </a:extLst>
            </p:cNvPr>
            <p:cNvSpPr>
              <a:spLocks/>
            </p:cNvSpPr>
            <p:nvPr/>
          </p:nvSpPr>
          <p:spPr>
            <a:xfrm>
              <a:off x="7760824" y="4195823"/>
              <a:ext cx="4431175" cy="1938277"/>
            </a:xfrm>
            <a:prstGeom prst="rect">
              <a:avLst/>
            </a:prstGeom>
            <a:blipFill>
              <a:blip r:embed="rId4"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solidFill>
                  <a:schemeClr val="tx1"/>
                </a:solidFill>
                <a:cs typeface="+mn-ea"/>
                <a:sym typeface="+mn-lt"/>
              </a:endParaRPr>
            </a:p>
          </p:txBody>
        </p:sp>
        <p:grpSp>
          <p:nvGrpSpPr>
            <p:cNvPr id="26" name="组合 25">
              <a:extLst>
                <a:ext uri="{FF2B5EF4-FFF2-40B4-BE49-F238E27FC236}">
                  <a16:creationId xmlns:a16="http://schemas.microsoft.com/office/drawing/2014/main" id="{63EDA69F-B15B-A7A7-0901-4B02EC3C03F2}"/>
                </a:ext>
              </a:extLst>
            </p:cNvPr>
            <p:cNvGrpSpPr/>
            <p:nvPr/>
          </p:nvGrpSpPr>
          <p:grpSpPr>
            <a:xfrm>
              <a:off x="660400" y="2043405"/>
              <a:ext cx="3240000" cy="1938277"/>
              <a:chOff x="660400" y="2043405"/>
              <a:chExt cx="3240000" cy="1938277"/>
            </a:xfrm>
          </p:grpSpPr>
          <p:sp>
            <p:nvSpPr>
              <p:cNvPr id="8" name="ComponentBackground1">
                <a:extLst>
                  <a:ext uri="{FF2B5EF4-FFF2-40B4-BE49-F238E27FC236}">
                    <a16:creationId xmlns:a16="http://schemas.microsoft.com/office/drawing/2014/main" id="{56D3737A-0D75-8D75-610E-D7DA1F791E3A}"/>
                  </a:ext>
                </a:extLst>
              </p:cNvPr>
              <p:cNvSpPr>
                <a:spLocks/>
              </p:cNvSpPr>
              <p:nvPr/>
            </p:nvSpPr>
            <p:spPr>
              <a:xfrm>
                <a:off x="660400" y="2043405"/>
                <a:ext cx="3240000" cy="1938277"/>
              </a:xfrm>
              <a:prstGeom prst="rect">
                <a:avLst/>
              </a:prstGeom>
              <a:gradFill flip="none" rotWithShape="1">
                <a:gsLst>
                  <a:gs pos="0">
                    <a:schemeClr val="accent1">
                      <a:alpha val="0"/>
                    </a:schemeClr>
                  </a:gs>
                  <a:gs pos="100000">
                    <a:schemeClr val="accent1">
                      <a:alpha val="2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b="1">
                  <a:solidFill>
                    <a:schemeClr val="tx1"/>
                  </a:solidFill>
                  <a:latin typeface="Nunito Sans Normal" pitchFamily="2" charset="77"/>
                  <a:sym typeface="+mn-lt"/>
                </a:endParaRPr>
              </a:p>
            </p:txBody>
          </p:sp>
          <p:grpSp>
            <p:nvGrpSpPr>
              <p:cNvPr id="12" name="组合 11">
                <a:extLst>
                  <a:ext uri="{FF2B5EF4-FFF2-40B4-BE49-F238E27FC236}">
                    <a16:creationId xmlns:a16="http://schemas.microsoft.com/office/drawing/2014/main" id="{38F731CB-030C-FB0F-C381-23483A7CEF7E}"/>
                  </a:ext>
                </a:extLst>
              </p:cNvPr>
              <p:cNvGrpSpPr/>
              <p:nvPr/>
            </p:nvGrpSpPr>
            <p:grpSpPr>
              <a:xfrm>
                <a:off x="804400" y="2205405"/>
                <a:ext cx="2952000" cy="1614714"/>
                <a:chOff x="660401" y="2220177"/>
                <a:chExt cx="3060700" cy="1614714"/>
              </a:xfrm>
            </p:grpSpPr>
            <p:sp>
              <p:nvSpPr>
                <p:cNvPr id="10" name="Bullet1">
                  <a:extLst>
                    <a:ext uri="{FF2B5EF4-FFF2-40B4-BE49-F238E27FC236}">
                      <a16:creationId xmlns:a16="http://schemas.microsoft.com/office/drawing/2014/main" id="{B5677AB4-3883-1459-A85A-D915F3F48F45}"/>
                    </a:ext>
                  </a:extLst>
                </p:cNvPr>
                <p:cNvSpPr txBox="1"/>
                <p:nvPr/>
              </p:nvSpPr>
              <p:spPr>
                <a:xfrm>
                  <a:off x="660401" y="2220177"/>
                  <a:ext cx="3060700" cy="648000"/>
                </a:xfrm>
                <a:prstGeom prst="rect">
                  <a:avLst/>
                </a:prstGeom>
                <a:noFill/>
              </p:spPr>
              <p:txBody>
                <a:bodyPr wrap="square" lIns="91440" tIns="45720" rIns="91440" bIns="45720" rtlCol="0" anchor="b" anchorCtr="0">
                  <a:normAutofit/>
                </a:bodyPr>
                <a:lstStyle/>
                <a:p>
                  <a:r>
                    <a:rPr lang="zh-CN" altLang="en-US" b="1" dirty="0">
                      <a:cs typeface="+mn-ea"/>
                      <a:sym typeface="+mn-lt"/>
                    </a:rPr>
                    <a:t>单击添加小标题</a:t>
                  </a:r>
                  <a:endParaRPr lang="en-US" dirty="0"/>
                </a:p>
              </p:txBody>
            </p:sp>
            <p:sp>
              <p:nvSpPr>
                <p:cNvPr id="11" name="Text1">
                  <a:extLst>
                    <a:ext uri="{FF2B5EF4-FFF2-40B4-BE49-F238E27FC236}">
                      <a16:creationId xmlns:a16="http://schemas.microsoft.com/office/drawing/2014/main" id="{4D7153A5-835F-426F-FFB2-279752361612}"/>
                    </a:ext>
                  </a:extLst>
                </p:cNvPr>
                <p:cNvSpPr txBox="1"/>
                <p:nvPr/>
              </p:nvSpPr>
              <p:spPr>
                <a:xfrm>
                  <a:off x="660401" y="2868177"/>
                  <a:ext cx="3060700" cy="966714"/>
                </a:xfrm>
                <a:prstGeom prst="rect">
                  <a:avLst/>
                </a:prstGeom>
                <a:noFill/>
              </p:spPr>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grpSp>
        </p:grpSp>
        <p:grpSp>
          <p:nvGrpSpPr>
            <p:cNvPr id="27" name="组合 26">
              <a:extLst>
                <a:ext uri="{FF2B5EF4-FFF2-40B4-BE49-F238E27FC236}">
                  <a16:creationId xmlns:a16="http://schemas.microsoft.com/office/drawing/2014/main" id="{00D70A77-695E-4C80-C015-7D6EC823C16C}"/>
                </a:ext>
              </a:extLst>
            </p:cNvPr>
            <p:cNvGrpSpPr/>
            <p:nvPr/>
          </p:nvGrpSpPr>
          <p:grpSpPr>
            <a:xfrm>
              <a:off x="4210612" y="2043405"/>
              <a:ext cx="3240000" cy="1938277"/>
              <a:chOff x="4044400" y="2043405"/>
              <a:chExt cx="3240000" cy="1938277"/>
            </a:xfrm>
          </p:grpSpPr>
          <p:sp>
            <p:nvSpPr>
              <p:cNvPr id="17" name="ComponentBackground2">
                <a:extLst>
                  <a:ext uri="{FF2B5EF4-FFF2-40B4-BE49-F238E27FC236}">
                    <a16:creationId xmlns:a16="http://schemas.microsoft.com/office/drawing/2014/main" id="{5F23258A-9C1C-63E8-868F-5CE7B6579980}"/>
                  </a:ext>
                </a:extLst>
              </p:cNvPr>
              <p:cNvSpPr>
                <a:spLocks/>
              </p:cNvSpPr>
              <p:nvPr/>
            </p:nvSpPr>
            <p:spPr>
              <a:xfrm>
                <a:off x="4044400" y="2043405"/>
                <a:ext cx="3240000" cy="1938277"/>
              </a:xfrm>
              <a:prstGeom prst="rect">
                <a:avLst/>
              </a:prstGeom>
              <a:gradFill flip="none" rotWithShape="1">
                <a:gsLst>
                  <a:gs pos="0">
                    <a:schemeClr val="accent1">
                      <a:alpha val="0"/>
                    </a:schemeClr>
                  </a:gs>
                  <a:gs pos="100000">
                    <a:schemeClr val="accent1">
                      <a:alpha val="2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b="1">
                  <a:solidFill>
                    <a:schemeClr val="tx1"/>
                  </a:solidFill>
                  <a:latin typeface="Nunito Sans Normal" pitchFamily="2" charset="77"/>
                  <a:sym typeface="+mn-lt"/>
                </a:endParaRPr>
              </a:p>
            </p:txBody>
          </p:sp>
          <p:grpSp>
            <p:nvGrpSpPr>
              <p:cNvPr id="13" name="组合 12">
                <a:extLst>
                  <a:ext uri="{FF2B5EF4-FFF2-40B4-BE49-F238E27FC236}">
                    <a16:creationId xmlns:a16="http://schemas.microsoft.com/office/drawing/2014/main" id="{7A94E37A-D4AD-53C7-3684-0A73A3DF76CC}"/>
                  </a:ext>
                </a:extLst>
              </p:cNvPr>
              <p:cNvGrpSpPr/>
              <p:nvPr/>
            </p:nvGrpSpPr>
            <p:grpSpPr>
              <a:xfrm>
                <a:off x="4188400" y="2205405"/>
                <a:ext cx="2952000" cy="1614714"/>
                <a:chOff x="4121150" y="2220177"/>
                <a:chExt cx="3060700" cy="1614714"/>
              </a:xfrm>
            </p:grpSpPr>
            <p:sp>
              <p:nvSpPr>
                <p:cNvPr id="19" name="Bullet2">
                  <a:extLst>
                    <a:ext uri="{FF2B5EF4-FFF2-40B4-BE49-F238E27FC236}">
                      <a16:creationId xmlns:a16="http://schemas.microsoft.com/office/drawing/2014/main" id="{B706B052-1E7E-EBF2-B600-3DFBA2CF20DB}"/>
                    </a:ext>
                  </a:extLst>
                </p:cNvPr>
                <p:cNvSpPr txBox="1"/>
                <p:nvPr/>
              </p:nvSpPr>
              <p:spPr>
                <a:xfrm>
                  <a:off x="4121150" y="2220177"/>
                  <a:ext cx="3060700" cy="648000"/>
                </a:xfrm>
                <a:prstGeom prst="rect">
                  <a:avLst/>
                </a:prstGeom>
                <a:noFill/>
              </p:spPr>
              <p:txBody>
                <a:bodyPr wrap="square" lIns="91440" tIns="45720" rIns="91440" bIns="45720" rtlCol="0" anchor="b" anchorCtr="0">
                  <a:normAutofit/>
                </a:bodyPr>
                <a:lstStyle/>
                <a:p>
                  <a:r>
                    <a:rPr lang="zh-CN" altLang="en-US" b="1" dirty="0">
                      <a:cs typeface="+mn-ea"/>
                      <a:sym typeface="+mn-lt"/>
                    </a:rPr>
                    <a:t>单击添加小标题</a:t>
                  </a:r>
                  <a:endParaRPr lang="en-US" dirty="0"/>
                </a:p>
              </p:txBody>
            </p:sp>
            <p:sp>
              <p:nvSpPr>
                <p:cNvPr id="20" name="Text2">
                  <a:extLst>
                    <a:ext uri="{FF2B5EF4-FFF2-40B4-BE49-F238E27FC236}">
                      <a16:creationId xmlns:a16="http://schemas.microsoft.com/office/drawing/2014/main" id="{7D983B15-B772-59D9-DDA1-27811DDB9ABE}"/>
                    </a:ext>
                  </a:extLst>
                </p:cNvPr>
                <p:cNvSpPr txBox="1"/>
                <p:nvPr/>
              </p:nvSpPr>
              <p:spPr>
                <a:xfrm>
                  <a:off x="4121150" y="2868177"/>
                  <a:ext cx="3060700" cy="966714"/>
                </a:xfrm>
                <a:prstGeom prst="rect">
                  <a:avLst/>
                </a:prstGeom>
                <a:noFill/>
              </p:spPr>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grpSp>
        </p:grpSp>
        <p:grpSp>
          <p:nvGrpSpPr>
            <p:cNvPr id="33" name="组合 32">
              <a:extLst>
                <a:ext uri="{FF2B5EF4-FFF2-40B4-BE49-F238E27FC236}">
                  <a16:creationId xmlns:a16="http://schemas.microsoft.com/office/drawing/2014/main" id="{453A31D7-BDBD-1072-FAAA-5E8D02A916E2}"/>
                </a:ext>
              </a:extLst>
            </p:cNvPr>
            <p:cNvGrpSpPr/>
            <p:nvPr/>
          </p:nvGrpSpPr>
          <p:grpSpPr>
            <a:xfrm>
              <a:off x="660400" y="4195823"/>
              <a:ext cx="3240000" cy="1938277"/>
              <a:chOff x="660400" y="2043405"/>
              <a:chExt cx="3240000" cy="1938277"/>
            </a:xfrm>
          </p:grpSpPr>
          <p:sp>
            <p:nvSpPr>
              <p:cNvPr id="34" name="ComponentBackground3">
                <a:extLst>
                  <a:ext uri="{FF2B5EF4-FFF2-40B4-BE49-F238E27FC236}">
                    <a16:creationId xmlns:a16="http://schemas.microsoft.com/office/drawing/2014/main" id="{F54F96CE-51C9-32A6-7E8B-E80167E3E144}"/>
                  </a:ext>
                </a:extLst>
              </p:cNvPr>
              <p:cNvSpPr>
                <a:spLocks/>
              </p:cNvSpPr>
              <p:nvPr/>
            </p:nvSpPr>
            <p:spPr>
              <a:xfrm>
                <a:off x="660400" y="2043405"/>
                <a:ext cx="3240000" cy="1938277"/>
              </a:xfrm>
              <a:prstGeom prst="rect">
                <a:avLst/>
              </a:prstGeom>
              <a:gradFill flip="none" rotWithShape="1">
                <a:gsLst>
                  <a:gs pos="0">
                    <a:schemeClr val="accent1">
                      <a:alpha val="0"/>
                    </a:schemeClr>
                  </a:gs>
                  <a:gs pos="100000">
                    <a:schemeClr val="accent1">
                      <a:alpha val="2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b="1">
                  <a:solidFill>
                    <a:schemeClr val="tx1"/>
                  </a:solidFill>
                  <a:latin typeface="Nunito Sans Normal" pitchFamily="2" charset="77"/>
                  <a:sym typeface="+mn-lt"/>
                </a:endParaRPr>
              </a:p>
            </p:txBody>
          </p:sp>
          <p:grpSp>
            <p:nvGrpSpPr>
              <p:cNvPr id="35" name="组合 34">
                <a:extLst>
                  <a:ext uri="{FF2B5EF4-FFF2-40B4-BE49-F238E27FC236}">
                    <a16:creationId xmlns:a16="http://schemas.microsoft.com/office/drawing/2014/main" id="{985A1506-0FC3-D8F6-CB44-8EF5822FFBE8}"/>
                  </a:ext>
                </a:extLst>
              </p:cNvPr>
              <p:cNvGrpSpPr/>
              <p:nvPr/>
            </p:nvGrpSpPr>
            <p:grpSpPr>
              <a:xfrm>
                <a:off x="804400" y="2205405"/>
                <a:ext cx="2952000" cy="1614714"/>
                <a:chOff x="660401" y="2220177"/>
                <a:chExt cx="3060700" cy="1614714"/>
              </a:xfrm>
            </p:grpSpPr>
            <p:sp>
              <p:nvSpPr>
                <p:cNvPr id="36" name="Bullet3">
                  <a:extLst>
                    <a:ext uri="{FF2B5EF4-FFF2-40B4-BE49-F238E27FC236}">
                      <a16:creationId xmlns:a16="http://schemas.microsoft.com/office/drawing/2014/main" id="{3D311F60-41CC-C19A-F17D-878434CBB3A8}"/>
                    </a:ext>
                  </a:extLst>
                </p:cNvPr>
                <p:cNvSpPr txBox="1"/>
                <p:nvPr/>
              </p:nvSpPr>
              <p:spPr>
                <a:xfrm>
                  <a:off x="660401" y="2220177"/>
                  <a:ext cx="3060700" cy="648000"/>
                </a:xfrm>
                <a:prstGeom prst="rect">
                  <a:avLst/>
                </a:prstGeom>
                <a:noFill/>
              </p:spPr>
              <p:txBody>
                <a:bodyPr wrap="square" lIns="91440" tIns="45720" rIns="91440" bIns="45720" rtlCol="0" anchor="b" anchorCtr="0">
                  <a:normAutofit/>
                </a:bodyPr>
                <a:lstStyle/>
                <a:p>
                  <a:r>
                    <a:rPr lang="zh-CN" altLang="en-US" b="1" dirty="0">
                      <a:cs typeface="+mn-ea"/>
                      <a:sym typeface="+mn-lt"/>
                    </a:rPr>
                    <a:t>单击添加小标题</a:t>
                  </a:r>
                  <a:endParaRPr lang="en-US" dirty="0"/>
                </a:p>
              </p:txBody>
            </p:sp>
            <p:sp>
              <p:nvSpPr>
                <p:cNvPr id="37" name="Text3">
                  <a:extLst>
                    <a:ext uri="{FF2B5EF4-FFF2-40B4-BE49-F238E27FC236}">
                      <a16:creationId xmlns:a16="http://schemas.microsoft.com/office/drawing/2014/main" id="{BADAD3BF-7FA0-F9C7-42AC-7A19A6A3A536}"/>
                    </a:ext>
                  </a:extLst>
                </p:cNvPr>
                <p:cNvSpPr txBox="1"/>
                <p:nvPr/>
              </p:nvSpPr>
              <p:spPr>
                <a:xfrm>
                  <a:off x="660401" y="2868177"/>
                  <a:ext cx="3060700" cy="966714"/>
                </a:xfrm>
                <a:prstGeom prst="rect">
                  <a:avLst/>
                </a:prstGeom>
                <a:noFill/>
              </p:spPr>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grpSp>
        </p:grpSp>
        <p:grpSp>
          <p:nvGrpSpPr>
            <p:cNvPr id="38" name="组合 37">
              <a:extLst>
                <a:ext uri="{FF2B5EF4-FFF2-40B4-BE49-F238E27FC236}">
                  <a16:creationId xmlns:a16="http://schemas.microsoft.com/office/drawing/2014/main" id="{A7D7FCF9-49F8-230D-B4FB-1CB4C05FE38E}"/>
                </a:ext>
              </a:extLst>
            </p:cNvPr>
            <p:cNvGrpSpPr/>
            <p:nvPr/>
          </p:nvGrpSpPr>
          <p:grpSpPr>
            <a:xfrm>
              <a:off x="4210612" y="4195823"/>
              <a:ext cx="3240000" cy="1938277"/>
              <a:chOff x="4044400" y="2043405"/>
              <a:chExt cx="3240000" cy="1938277"/>
            </a:xfrm>
          </p:grpSpPr>
          <p:sp>
            <p:nvSpPr>
              <p:cNvPr id="39" name="ComponentBackground4">
                <a:extLst>
                  <a:ext uri="{FF2B5EF4-FFF2-40B4-BE49-F238E27FC236}">
                    <a16:creationId xmlns:a16="http://schemas.microsoft.com/office/drawing/2014/main" id="{2756F378-70A3-1C03-CB2B-41E04AB7D527}"/>
                  </a:ext>
                </a:extLst>
              </p:cNvPr>
              <p:cNvSpPr>
                <a:spLocks/>
              </p:cNvSpPr>
              <p:nvPr/>
            </p:nvSpPr>
            <p:spPr>
              <a:xfrm>
                <a:off x="4044400" y="2043405"/>
                <a:ext cx="3240000" cy="1938277"/>
              </a:xfrm>
              <a:prstGeom prst="rect">
                <a:avLst/>
              </a:prstGeom>
              <a:gradFill flip="none" rotWithShape="1">
                <a:gsLst>
                  <a:gs pos="0">
                    <a:schemeClr val="accent1">
                      <a:alpha val="0"/>
                    </a:schemeClr>
                  </a:gs>
                  <a:gs pos="100000">
                    <a:schemeClr val="accent1">
                      <a:alpha val="2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b="1">
                  <a:solidFill>
                    <a:schemeClr val="tx1"/>
                  </a:solidFill>
                  <a:latin typeface="Nunito Sans Normal" pitchFamily="2" charset="77"/>
                  <a:sym typeface="+mn-lt"/>
                </a:endParaRPr>
              </a:p>
            </p:txBody>
          </p:sp>
          <p:grpSp>
            <p:nvGrpSpPr>
              <p:cNvPr id="40" name="组合 39">
                <a:extLst>
                  <a:ext uri="{FF2B5EF4-FFF2-40B4-BE49-F238E27FC236}">
                    <a16:creationId xmlns:a16="http://schemas.microsoft.com/office/drawing/2014/main" id="{D0519D01-8DAA-8E0A-579A-0434D6149D6A}"/>
                  </a:ext>
                </a:extLst>
              </p:cNvPr>
              <p:cNvGrpSpPr/>
              <p:nvPr/>
            </p:nvGrpSpPr>
            <p:grpSpPr>
              <a:xfrm>
                <a:off x="4188400" y="2205405"/>
                <a:ext cx="2952000" cy="1614714"/>
                <a:chOff x="4121150" y="2220177"/>
                <a:chExt cx="3060700" cy="1614714"/>
              </a:xfrm>
            </p:grpSpPr>
            <p:sp>
              <p:nvSpPr>
                <p:cNvPr id="41" name="Bullet4">
                  <a:extLst>
                    <a:ext uri="{FF2B5EF4-FFF2-40B4-BE49-F238E27FC236}">
                      <a16:creationId xmlns:a16="http://schemas.microsoft.com/office/drawing/2014/main" id="{911E840B-2147-DC22-7F63-BDDD1D3A5C8E}"/>
                    </a:ext>
                  </a:extLst>
                </p:cNvPr>
                <p:cNvSpPr txBox="1"/>
                <p:nvPr/>
              </p:nvSpPr>
              <p:spPr>
                <a:xfrm>
                  <a:off x="4121150" y="2220177"/>
                  <a:ext cx="3060700" cy="648000"/>
                </a:xfrm>
                <a:prstGeom prst="rect">
                  <a:avLst/>
                </a:prstGeom>
                <a:noFill/>
              </p:spPr>
              <p:txBody>
                <a:bodyPr wrap="square" lIns="91440" tIns="45720" rIns="91440" bIns="45720" rtlCol="0" anchor="b" anchorCtr="0">
                  <a:normAutofit/>
                </a:bodyPr>
                <a:lstStyle/>
                <a:p>
                  <a:r>
                    <a:rPr lang="zh-CN" altLang="en-US" b="1" dirty="0">
                      <a:cs typeface="+mn-ea"/>
                      <a:sym typeface="+mn-lt"/>
                    </a:rPr>
                    <a:t>单击添加小标题</a:t>
                  </a:r>
                  <a:endParaRPr lang="en-US" dirty="0"/>
                </a:p>
              </p:txBody>
            </p:sp>
            <p:sp>
              <p:nvSpPr>
                <p:cNvPr id="42" name="Text4">
                  <a:extLst>
                    <a:ext uri="{FF2B5EF4-FFF2-40B4-BE49-F238E27FC236}">
                      <a16:creationId xmlns:a16="http://schemas.microsoft.com/office/drawing/2014/main" id="{5155FA8F-6A32-63AB-7B2A-ED400ABAA39C}"/>
                    </a:ext>
                  </a:extLst>
                </p:cNvPr>
                <p:cNvSpPr txBox="1"/>
                <p:nvPr/>
              </p:nvSpPr>
              <p:spPr>
                <a:xfrm>
                  <a:off x="4121150" y="2868177"/>
                  <a:ext cx="3060700" cy="966714"/>
                </a:xfrm>
                <a:prstGeom prst="rect">
                  <a:avLst/>
                </a:prstGeom>
                <a:noFill/>
              </p:spPr>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sz="1200">
                      <a:cs typeface="+mn-ea"/>
                      <a:sym typeface="+mn-lt"/>
                    </a:rPr>
                    <a:t>单击此处添加文本单击此处添加文本单击此处添加文本单击此处添加文本</a:t>
                  </a:r>
                  <a:endParaRPr lang="en-US" dirty="0"/>
                </a:p>
              </p:txBody>
            </p:sp>
          </p:grpSp>
        </p:grpSp>
      </p:grpSp>
    </p:spTree>
    <p:extLst>
      <p:ext uri="{BB962C8B-B14F-4D97-AF65-F5344CB8AC3E}">
        <p14:creationId xmlns:p14="http://schemas.microsoft.com/office/powerpoint/2010/main" val="943262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95433-7CB0-6885-496B-9BD7341D818E}"/>
            </a:ext>
          </a:extLst>
        </p:cNvPr>
        <p:cNvGrpSpPr/>
        <p:nvPr/>
      </p:nvGrpSpPr>
      <p:grpSpPr>
        <a:xfrm>
          <a:off x="0" y="0"/>
          <a:ext cx="0" cy="0"/>
          <a:chOff x="0" y="0"/>
          <a:chExt cx="0" cy="0"/>
        </a:xfrm>
      </p:grpSpPr>
      <p:sp>
        <p:nvSpPr>
          <p:cNvPr id="61" name="标题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dirty="0"/>
              <a:t>单击此处添加页面标题</a:t>
            </a:r>
            <a:endParaRPr lang="en-US" dirty="0"/>
          </a:p>
        </p:txBody>
      </p:sp>
      <p:grpSp>
        <p:nvGrpSpPr>
          <p:cNvPr id="139" name="Group 10">
            <a:extLst>
              <a:ext uri="{FF2B5EF4-FFF2-40B4-BE49-F238E27FC236}">
                <a16:creationId xmlns:a16="http://schemas.microsoft.com/office/drawing/2014/main" id="{FA036911-1A51-3C7B-FEEB-C045C789EDE6}"/>
              </a:ext>
            </a:extLst>
          </p:cNvPr>
          <p:cNvGrpSpPr/>
          <p:nvPr/>
        </p:nvGrpSpPr>
        <p:grpSpPr>
          <a:xfrm>
            <a:off x="660399" y="1130300"/>
            <a:ext cx="10858501" cy="4979623"/>
            <a:chOff x="660399" y="1130300"/>
            <a:chExt cx="10858501" cy="4979623"/>
          </a:xfrm>
        </p:grpSpPr>
        <p:sp>
          <p:nvSpPr>
            <p:cNvPr id="140" name="菱形 139">
              <a:extLst>
                <a:ext uri="{FF2B5EF4-FFF2-40B4-BE49-F238E27FC236}">
                  <a16:creationId xmlns:a16="http://schemas.microsoft.com/office/drawing/2014/main" id="{DBE0B1E2-E29E-AFFD-C70A-E98A134578E7}"/>
                </a:ext>
              </a:extLst>
            </p:cNvPr>
            <p:cNvSpPr/>
            <p:nvPr/>
          </p:nvSpPr>
          <p:spPr>
            <a:xfrm>
              <a:off x="4068319" y="2067264"/>
              <a:ext cx="4042659" cy="4042659"/>
            </a:xfrm>
            <a:prstGeom prst="diamond">
              <a:avLst/>
            </a:prstGeom>
            <a:gradFill flip="none" rotWithShape="1">
              <a:gsLst>
                <a:gs pos="0">
                  <a:schemeClr val="accent1">
                    <a:alpha val="0"/>
                  </a:schemeClr>
                </a:gs>
                <a:gs pos="100000">
                  <a:schemeClr val="accent1">
                    <a:alpha val="2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solidFill>
                  <a:schemeClr val="tx1"/>
                </a:solidFill>
                <a:latin typeface="Nunito Sans Normal" pitchFamily="2" charset="77"/>
              </a:endParaRPr>
            </a:p>
          </p:txBody>
        </p:sp>
        <p:sp>
          <p:nvSpPr>
            <p:cNvPr id="141" name="Title">
              <a:extLst>
                <a:ext uri="{FF2B5EF4-FFF2-40B4-BE49-F238E27FC236}">
                  <a16:creationId xmlns:a16="http://schemas.microsoft.com/office/drawing/2014/main" id="{F0726F27-A10A-5255-3EF2-0C23469C2B2C}"/>
                </a:ext>
              </a:extLst>
            </p:cNvPr>
            <p:cNvSpPr txBox="1"/>
            <p:nvPr/>
          </p:nvSpPr>
          <p:spPr>
            <a:xfrm>
              <a:off x="660399" y="1130300"/>
              <a:ext cx="10858500" cy="580531"/>
            </a:xfrm>
            <a:prstGeom prst="rect">
              <a:avLst/>
            </a:prstGeom>
            <a:noFill/>
          </p:spPr>
          <p:txBody>
            <a:bodyPr wrap="square"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t>单击此处添加长一点的副标题</a:t>
              </a:r>
              <a:endParaRPr lang="en-US" dirty="0"/>
            </a:p>
          </p:txBody>
        </p:sp>
        <p:grpSp>
          <p:nvGrpSpPr>
            <p:cNvPr id="142" name="组合 141">
              <a:extLst>
                <a:ext uri="{FF2B5EF4-FFF2-40B4-BE49-F238E27FC236}">
                  <a16:creationId xmlns:a16="http://schemas.microsoft.com/office/drawing/2014/main" id="{CF33B294-0C79-9549-D873-DDECD599E6FD}"/>
                </a:ext>
              </a:extLst>
            </p:cNvPr>
            <p:cNvGrpSpPr/>
            <p:nvPr/>
          </p:nvGrpSpPr>
          <p:grpSpPr>
            <a:xfrm>
              <a:off x="660400" y="2165957"/>
              <a:ext cx="5220906" cy="1944192"/>
              <a:chOff x="660400" y="2165957"/>
              <a:chExt cx="5220906" cy="1944192"/>
            </a:xfrm>
          </p:grpSpPr>
          <p:sp>
            <p:nvSpPr>
              <p:cNvPr id="161" name="矩形 160">
                <a:extLst>
                  <a:ext uri="{FF2B5EF4-FFF2-40B4-BE49-F238E27FC236}">
                    <a16:creationId xmlns:a16="http://schemas.microsoft.com/office/drawing/2014/main" id="{B81292C0-1B41-E467-5D22-878A183EC88E}"/>
                  </a:ext>
                </a:extLst>
              </p:cNvPr>
              <p:cNvSpPr/>
              <p:nvPr/>
            </p:nvSpPr>
            <p:spPr>
              <a:xfrm>
                <a:off x="4713628" y="2706960"/>
                <a:ext cx="1167678" cy="1167676"/>
              </a:xfrm>
              <a:prstGeom prst="rect">
                <a:avLst/>
              </a:prstGeom>
              <a:ln>
                <a:no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2" name="Icon1">
                <a:extLst>
                  <a:ext uri="{FF2B5EF4-FFF2-40B4-BE49-F238E27FC236}">
                    <a16:creationId xmlns:a16="http://schemas.microsoft.com/office/drawing/2014/main" id="{23B9C6ED-9427-7C72-9A13-7DEC5BF5F4FB}"/>
                  </a:ext>
                </a:extLst>
              </p:cNvPr>
              <p:cNvSpPr/>
              <p:nvPr/>
            </p:nvSpPr>
            <p:spPr>
              <a:xfrm>
                <a:off x="4992625" y="3019858"/>
                <a:ext cx="609685" cy="541880"/>
              </a:xfrm>
              <a:custGeom>
                <a:avLst/>
                <a:gdLst>
                  <a:gd name="T0" fmla="*/ 10240 w 11520"/>
                  <a:gd name="T1" fmla="*/ 6432 h 10240"/>
                  <a:gd name="T2" fmla="*/ 10240 w 11520"/>
                  <a:gd name="T3" fmla="*/ 5120 h 10240"/>
                  <a:gd name="T4" fmla="*/ 9920 w 11520"/>
                  <a:gd name="T5" fmla="*/ 4800 h 10240"/>
                  <a:gd name="T6" fmla="*/ 6080 w 11520"/>
                  <a:gd name="T7" fmla="*/ 4800 h 10240"/>
                  <a:gd name="T8" fmla="*/ 6080 w 11520"/>
                  <a:gd name="T9" fmla="*/ 3520 h 10240"/>
                  <a:gd name="T10" fmla="*/ 8320 w 11520"/>
                  <a:gd name="T11" fmla="*/ 3520 h 10240"/>
                  <a:gd name="T12" fmla="*/ 8640 w 11520"/>
                  <a:gd name="T13" fmla="*/ 3200 h 10240"/>
                  <a:gd name="T14" fmla="*/ 8640 w 11520"/>
                  <a:gd name="T15" fmla="*/ 320 h 10240"/>
                  <a:gd name="T16" fmla="*/ 8320 w 11520"/>
                  <a:gd name="T17" fmla="*/ 0 h 10240"/>
                  <a:gd name="T18" fmla="*/ 3200 w 11520"/>
                  <a:gd name="T19" fmla="*/ 0 h 10240"/>
                  <a:gd name="T20" fmla="*/ 2880 w 11520"/>
                  <a:gd name="T21" fmla="*/ 320 h 10240"/>
                  <a:gd name="T22" fmla="*/ 2880 w 11520"/>
                  <a:gd name="T23" fmla="*/ 3200 h 10240"/>
                  <a:gd name="T24" fmla="*/ 3200 w 11520"/>
                  <a:gd name="T25" fmla="*/ 3520 h 10240"/>
                  <a:gd name="T26" fmla="*/ 5440 w 11520"/>
                  <a:gd name="T27" fmla="*/ 3520 h 10240"/>
                  <a:gd name="T28" fmla="*/ 5440 w 11520"/>
                  <a:gd name="T29" fmla="*/ 4800 h 10240"/>
                  <a:gd name="T30" fmla="*/ 1600 w 11520"/>
                  <a:gd name="T31" fmla="*/ 4800 h 10240"/>
                  <a:gd name="T32" fmla="*/ 1280 w 11520"/>
                  <a:gd name="T33" fmla="*/ 5120 h 10240"/>
                  <a:gd name="T34" fmla="*/ 1280 w 11520"/>
                  <a:gd name="T35" fmla="*/ 6432 h 10240"/>
                  <a:gd name="T36" fmla="*/ 0 w 11520"/>
                  <a:gd name="T37" fmla="*/ 8000 h 10240"/>
                  <a:gd name="T38" fmla="*/ 1600 w 11520"/>
                  <a:gd name="T39" fmla="*/ 9600 h 10240"/>
                  <a:gd name="T40" fmla="*/ 3200 w 11520"/>
                  <a:gd name="T41" fmla="*/ 8000 h 10240"/>
                  <a:gd name="T42" fmla="*/ 1920 w 11520"/>
                  <a:gd name="T43" fmla="*/ 6432 h 10240"/>
                  <a:gd name="T44" fmla="*/ 1920 w 11520"/>
                  <a:gd name="T45" fmla="*/ 5440 h 10240"/>
                  <a:gd name="T46" fmla="*/ 5440 w 11520"/>
                  <a:gd name="T47" fmla="*/ 5440 h 10240"/>
                  <a:gd name="T48" fmla="*/ 5440 w 11520"/>
                  <a:gd name="T49" fmla="*/ 7072 h 10240"/>
                  <a:gd name="T50" fmla="*/ 4160 w 11520"/>
                  <a:gd name="T51" fmla="*/ 8640 h 10240"/>
                  <a:gd name="T52" fmla="*/ 5760 w 11520"/>
                  <a:gd name="T53" fmla="*/ 10240 h 10240"/>
                  <a:gd name="T54" fmla="*/ 7360 w 11520"/>
                  <a:gd name="T55" fmla="*/ 8640 h 10240"/>
                  <a:gd name="T56" fmla="*/ 6080 w 11520"/>
                  <a:gd name="T57" fmla="*/ 7072 h 10240"/>
                  <a:gd name="T58" fmla="*/ 6080 w 11520"/>
                  <a:gd name="T59" fmla="*/ 5440 h 10240"/>
                  <a:gd name="T60" fmla="*/ 9600 w 11520"/>
                  <a:gd name="T61" fmla="*/ 5440 h 10240"/>
                  <a:gd name="T62" fmla="*/ 9600 w 11520"/>
                  <a:gd name="T63" fmla="*/ 6432 h 10240"/>
                  <a:gd name="T64" fmla="*/ 8320 w 11520"/>
                  <a:gd name="T65" fmla="*/ 8000 h 10240"/>
                  <a:gd name="T66" fmla="*/ 9920 w 11520"/>
                  <a:gd name="T67" fmla="*/ 9600 h 10240"/>
                  <a:gd name="T68" fmla="*/ 11520 w 11520"/>
                  <a:gd name="T69" fmla="*/ 8000 h 10240"/>
                  <a:gd name="T70" fmla="*/ 10240 w 11520"/>
                  <a:gd name="T71" fmla="*/ 6432 h 10240"/>
                  <a:gd name="T72" fmla="*/ 3520 w 11520"/>
                  <a:gd name="T73" fmla="*/ 640 h 10240"/>
                  <a:gd name="T74" fmla="*/ 8000 w 11520"/>
                  <a:gd name="T75" fmla="*/ 640 h 10240"/>
                  <a:gd name="T76" fmla="*/ 8000 w 11520"/>
                  <a:gd name="T77" fmla="*/ 2880 h 10240"/>
                  <a:gd name="T78" fmla="*/ 3520 w 11520"/>
                  <a:gd name="T79" fmla="*/ 2880 h 10240"/>
                  <a:gd name="T80" fmla="*/ 3520 w 11520"/>
                  <a:gd name="T81" fmla="*/ 640 h 10240"/>
                  <a:gd name="T82" fmla="*/ 2560 w 11520"/>
                  <a:gd name="T83" fmla="*/ 8000 h 10240"/>
                  <a:gd name="T84" fmla="*/ 1600 w 11520"/>
                  <a:gd name="T85" fmla="*/ 8960 h 10240"/>
                  <a:gd name="T86" fmla="*/ 640 w 11520"/>
                  <a:gd name="T87" fmla="*/ 8000 h 10240"/>
                  <a:gd name="T88" fmla="*/ 1280 w 11520"/>
                  <a:gd name="T89" fmla="*/ 7104 h 10240"/>
                  <a:gd name="T90" fmla="*/ 1440 w 11520"/>
                  <a:gd name="T91" fmla="*/ 7072 h 10240"/>
                  <a:gd name="T92" fmla="*/ 1760 w 11520"/>
                  <a:gd name="T93" fmla="*/ 7072 h 10240"/>
                  <a:gd name="T94" fmla="*/ 1920 w 11520"/>
                  <a:gd name="T95" fmla="*/ 7104 h 10240"/>
                  <a:gd name="T96" fmla="*/ 2560 w 11520"/>
                  <a:gd name="T97" fmla="*/ 8000 h 10240"/>
                  <a:gd name="T98" fmla="*/ 6720 w 11520"/>
                  <a:gd name="T99" fmla="*/ 8640 h 10240"/>
                  <a:gd name="T100" fmla="*/ 5760 w 11520"/>
                  <a:gd name="T101" fmla="*/ 9600 h 10240"/>
                  <a:gd name="T102" fmla="*/ 4800 w 11520"/>
                  <a:gd name="T103" fmla="*/ 8640 h 10240"/>
                  <a:gd name="T104" fmla="*/ 5760 w 11520"/>
                  <a:gd name="T105" fmla="*/ 7680 h 10240"/>
                  <a:gd name="T106" fmla="*/ 6720 w 11520"/>
                  <a:gd name="T107" fmla="*/ 8640 h 10240"/>
                  <a:gd name="T108" fmla="*/ 9920 w 11520"/>
                  <a:gd name="T109" fmla="*/ 8960 h 10240"/>
                  <a:gd name="T110" fmla="*/ 8960 w 11520"/>
                  <a:gd name="T111" fmla="*/ 8000 h 10240"/>
                  <a:gd name="T112" fmla="*/ 9600 w 11520"/>
                  <a:gd name="T113" fmla="*/ 7104 h 10240"/>
                  <a:gd name="T114" fmla="*/ 10240 w 11520"/>
                  <a:gd name="T115" fmla="*/ 7104 h 10240"/>
                  <a:gd name="T116" fmla="*/ 10880 w 11520"/>
                  <a:gd name="T117" fmla="*/ 8000 h 10240"/>
                  <a:gd name="T118" fmla="*/ 9920 w 11520"/>
                  <a:gd name="T119" fmla="*/ 8960 h 10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520" h="10240">
                    <a:moveTo>
                      <a:pt x="10240" y="6432"/>
                    </a:moveTo>
                    <a:lnTo>
                      <a:pt x="10240" y="5120"/>
                    </a:lnTo>
                    <a:cubicBezTo>
                      <a:pt x="10240" y="4928"/>
                      <a:pt x="10080" y="4800"/>
                      <a:pt x="9920" y="4800"/>
                    </a:cubicBezTo>
                    <a:lnTo>
                      <a:pt x="6080" y="4800"/>
                    </a:lnTo>
                    <a:lnTo>
                      <a:pt x="6080" y="3520"/>
                    </a:lnTo>
                    <a:lnTo>
                      <a:pt x="8320" y="3520"/>
                    </a:lnTo>
                    <a:cubicBezTo>
                      <a:pt x="8512" y="3520"/>
                      <a:pt x="8640" y="3392"/>
                      <a:pt x="8640" y="3200"/>
                    </a:cubicBezTo>
                    <a:lnTo>
                      <a:pt x="8640" y="320"/>
                    </a:lnTo>
                    <a:cubicBezTo>
                      <a:pt x="8640" y="128"/>
                      <a:pt x="8512" y="0"/>
                      <a:pt x="8320" y="0"/>
                    </a:cubicBezTo>
                    <a:lnTo>
                      <a:pt x="3200" y="0"/>
                    </a:lnTo>
                    <a:cubicBezTo>
                      <a:pt x="3008" y="0"/>
                      <a:pt x="2880" y="128"/>
                      <a:pt x="2880" y="320"/>
                    </a:cubicBezTo>
                    <a:lnTo>
                      <a:pt x="2880" y="3200"/>
                    </a:lnTo>
                    <a:cubicBezTo>
                      <a:pt x="2880" y="3392"/>
                      <a:pt x="3008" y="3520"/>
                      <a:pt x="3200" y="3520"/>
                    </a:cubicBezTo>
                    <a:lnTo>
                      <a:pt x="5440" y="3520"/>
                    </a:lnTo>
                    <a:lnTo>
                      <a:pt x="5440" y="4800"/>
                    </a:lnTo>
                    <a:lnTo>
                      <a:pt x="1600" y="4800"/>
                    </a:lnTo>
                    <a:cubicBezTo>
                      <a:pt x="1440" y="4800"/>
                      <a:pt x="1280" y="4928"/>
                      <a:pt x="1280" y="5120"/>
                    </a:cubicBezTo>
                    <a:lnTo>
                      <a:pt x="1280" y="6432"/>
                    </a:lnTo>
                    <a:cubicBezTo>
                      <a:pt x="544" y="6592"/>
                      <a:pt x="0" y="7232"/>
                      <a:pt x="0" y="8000"/>
                    </a:cubicBezTo>
                    <a:cubicBezTo>
                      <a:pt x="0" y="8896"/>
                      <a:pt x="704" y="9600"/>
                      <a:pt x="1600" y="9600"/>
                    </a:cubicBezTo>
                    <a:cubicBezTo>
                      <a:pt x="2496" y="9600"/>
                      <a:pt x="3200" y="8896"/>
                      <a:pt x="3200" y="8000"/>
                    </a:cubicBezTo>
                    <a:cubicBezTo>
                      <a:pt x="3200" y="7232"/>
                      <a:pt x="2656" y="6592"/>
                      <a:pt x="1920" y="6432"/>
                    </a:cubicBezTo>
                    <a:lnTo>
                      <a:pt x="1920" y="5440"/>
                    </a:lnTo>
                    <a:lnTo>
                      <a:pt x="5440" y="5440"/>
                    </a:lnTo>
                    <a:lnTo>
                      <a:pt x="5440" y="7072"/>
                    </a:lnTo>
                    <a:cubicBezTo>
                      <a:pt x="4704" y="7232"/>
                      <a:pt x="4160" y="7872"/>
                      <a:pt x="4160" y="8640"/>
                    </a:cubicBezTo>
                    <a:cubicBezTo>
                      <a:pt x="4160" y="9536"/>
                      <a:pt x="4864" y="10240"/>
                      <a:pt x="5760" y="10240"/>
                    </a:cubicBezTo>
                    <a:cubicBezTo>
                      <a:pt x="6656" y="10240"/>
                      <a:pt x="7360" y="9536"/>
                      <a:pt x="7360" y="8640"/>
                    </a:cubicBezTo>
                    <a:cubicBezTo>
                      <a:pt x="7360" y="7872"/>
                      <a:pt x="6816" y="7232"/>
                      <a:pt x="6080" y="7072"/>
                    </a:cubicBezTo>
                    <a:lnTo>
                      <a:pt x="6080" y="5440"/>
                    </a:lnTo>
                    <a:lnTo>
                      <a:pt x="9600" y="5440"/>
                    </a:lnTo>
                    <a:lnTo>
                      <a:pt x="9600" y="6432"/>
                    </a:lnTo>
                    <a:cubicBezTo>
                      <a:pt x="8864" y="6592"/>
                      <a:pt x="8320" y="7232"/>
                      <a:pt x="8320" y="8000"/>
                    </a:cubicBezTo>
                    <a:cubicBezTo>
                      <a:pt x="8320" y="8896"/>
                      <a:pt x="9024" y="9600"/>
                      <a:pt x="9920" y="9600"/>
                    </a:cubicBezTo>
                    <a:cubicBezTo>
                      <a:pt x="10816" y="9600"/>
                      <a:pt x="11520" y="8896"/>
                      <a:pt x="11520" y="8000"/>
                    </a:cubicBezTo>
                    <a:cubicBezTo>
                      <a:pt x="11520" y="7232"/>
                      <a:pt x="10976" y="6592"/>
                      <a:pt x="10240" y="6432"/>
                    </a:cubicBezTo>
                    <a:close/>
                    <a:moveTo>
                      <a:pt x="3520" y="640"/>
                    </a:moveTo>
                    <a:lnTo>
                      <a:pt x="8000" y="640"/>
                    </a:lnTo>
                    <a:lnTo>
                      <a:pt x="8000" y="2880"/>
                    </a:lnTo>
                    <a:lnTo>
                      <a:pt x="3520" y="2880"/>
                    </a:lnTo>
                    <a:lnTo>
                      <a:pt x="3520" y="640"/>
                    </a:lnTo>
                    <a:close/>
                    <a:moveTo>
                      <a:pt x="2560" y="8000"/>
                    </a:moveTo>
                    <a:cubicBezTo>
                      <a:pt x="2560" y="8512"/>
                      <a:pt x="2144" y="8960"/>
                      <a:pt x="1600" y="8960"/>
                    </a:cubicBezTo>
                    <a:cubicBezTo>
                      <a:pt x="1056" y="8960"/>
                      <a:pt x="640" y="8512"/>
                      <a:pt x="640" y="8000"/>
                    </a:cubicBezTo>
                    <a:cubicBezTo>
                      <a:pt x="640" y="7584"/>
                      <a:pt x="896" y="7232"/>
                      <a:pt x="1280" y="7104"/>
                    </a:cubicBezTo>
                    <a:cubicBezTo>
                      <a:pt x="1344" y="7072"/>
                      <a:pt x="1376" y="7072"/>
                      <a:pt x="1440" y="7072"/>
                    </a:cubicBezTo>
                    <a:lnTo>
                      <a:pt x="1760" y="7072"/>
                    </a:lnTo>
                    <a:cubicBezTo>
                      <a:pt x="1824" y="7072"/>
                      <a:pt x="1856" y="7104"/>
                      <a:pt x="1920" y="7104"/>
                    </a:cubicBezTo>
                    <a:cubicBezTo>
                      <a:pt x="2304" y="7232"/>
                      <a:pt x="2560" y="7584"/>
                      <a:pt x="2560" y="8000"/>
                    </a:cubicBezTo>
                    <a:close/>
                    <a:moveTo>
                      <a:pt x="6720" y="8640"/>
                    </a:moveTo>
                    <a:cubicBezTo>
                      <a:pt x="6720" y="9152"/>
                      <a:pt x="6304" y="9600"/>
                      <a:pt x="5760" y="9600"/>
                    </a:cubicBezTo>
                    <a:cubicBezTo>
                      <a:pt x="5216" y="9600"/>
                      <a:pt x="4800" y="9152"/>
                      <a:pt x="4800" y="8640"/>
                    </a:cubicBezTo>
                    <a:cubicBezTo>
                      <a:pt x="4800" y="8096"/>
                      <a:pt x="5216" y="7680"/>
                      <a:pt x="5760" y="7680"/>
                    </a:cubicBezTo>
                    <a:cubicBezTo>
                      <a:pt x="6304" y="7680"/>
                      <a:pt x="6720" y="8096"/>
                      <a:pt x="6720" y="8640"/>
                    </a:cubicBezTo>
                    <a:close/>
                    <a:moveTo>
                      <a:pt x="9920" y="8960"/>
                    </a:moveTo>
                    <a:cubicBezTo>
                      <a:pt x="9376" y="8960"/>
                      <a:pt x="8960" y="8512"/>
                      <a:pt x="8960" y="8000"/>
                    </a:cubicBezTo>
                    <a:cubicBezTo>
                      <a:pt x="8960" y="7584"/>
                      <a:pt x="9216" y="7232"/>
                      <a:pt x="9600" y="7104"/>
                    </a:cubicBezTo>
                    <a:lnTo>
                      <a:pt x="10240" y="7104"/>
                    </a:lnTo>
                    <a:cubicBezTo>
                      <a:pt x="10624" y="7232"/>
                      <a:pt x="10880" y="7584"/>
                      <a:pt x="10880" y="8000"/>
                    </a:cubicBezTo>
                    <a:cubicBezTo>
                      <a:pt x="10880" y="8512"/>
                      <a:pt x="10464" y="8960"/>
                      <a:pt x="9920" y="896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nvGrpSpPr>
              <p:cNvPr id="163" name="组合 162">
                <a:extLst>
                  <a:ext uri="{FF2B5EF4-FFF2-40B4-BE49-F238E27FC236}">
                    <a16:creationId xmlns:a16="http://schemas.microsoft.com/office/drawing/2014/main" id="{DB58F233-CA9F-0AF8-D1D6-B12C994DBFC9}"/>
                  </a:ext>
                </a:extLst>
              </p:cNvPr>
              <p:cNvGrpSpPr/>
              <p:nvPr/>
            </p:nvGrpSpPr>
            <p:grpSpPr>
              <a:xfrm>
                <a:off x="660400" y="2165957"/>
                <a:ext cx="3308086" cy="1944192"/>
                <a:chOff x="2068461" y="2607993"/>
                <a:chExt cx="3308086" cy="1944192"/>
              </a:xfrm>
            </p:grpSpPr>
            <p:sp>
              <p:nvSpPr>
                <p:cNvPr id="164" name="Bullet1">
                  <a:extLst>
                    <a:ext uri="{FF2B5EF4-FFF2-40B4-BE49-F238E27FC236}">
                      <a16:creationId xmlns:a16="http://schemas.microsoft.com/office/drawing/2014/main" id="{5F6066B9-90F4-857A-3D4E-07CD8D81661D}"/>
                    </a:ext>
                  </a:extLst>
                </p:cNvPr>
                <p:cNvSpPr txBox="1"/>
                <p:nvPr/>
              </p:nvSpPr>
              <p:spPr>
                <a:xfrm>
                  <a:off x="2068461" y="2607993"/>
                  <a:ext cx="3308086" cy="639696"/>
                </a:xfrm>
                <a:prstGeom prst="rect">
                  <a:avLst/>
                </a:prstGeom>
                <a:noFill/>
              </p:spPr>
              <p:txBody>
                <a:bodyPr wrap="square" lIns="91440" tIns="45720" rIns="91440" bIns="45720" rtlCol="0" anchor="b">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b="1">
                      <a:solidFill>
                        <a:schemeClr val="tx1">
                          <a:alpha val="70000"/>
                        </a:schemeClr>
                      </a:solidFill>
                    </a:rPr>
                    <a:t>单击添加小标题</a:t>
                  </a:r>
                  <a:endParaRPr lang="en-US" dirty="0"/>
                </a:p>
              </p:txBody>
            </p:sp>
            <p:sp>
              <p:nvSpPr>
                <p:cNvPr id="165" name="Text1">
                  <a:extLst>
                    <a:ext uri="{FF2B5EF4-FFF2-40B4-BE49-F238E27FC236}">
                      <a16:creationId xmlns:a16="http://schemas.microsoft.com/office/drawing/2014/main" id="{83FA29C5-DB16-22F7-D0C8-2D001B293D1E}"/>
                    </a:ext>
                  </a:extLst>
                </p:cNvPr>
                <p:cNvSpPr txBox="1"/>
                <p:nvPr/>
              </p:nvSpPr>
              <p:spPr>
                <a:xfrm>
                  <a:off x="2068461" y="3247689"/>
                  <a:ext cx="3308086" cy="1304496"/>
                </a:xfrm>
                <a:prstGeom prst="rect">
                  <a:avLst/>
                </a:prstGeom>
                <a:noFill/>
              </p:spPr>
              <p:txBody>
                <a:bodyPr wrap="square"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r>
                    <a:rPr lang="zh-CN" altLang="en-US" sz="1200">
                      <a:solidFill>
                        <a:schemeClr val="tx1">
                          <a:alpha val="70000"/>
                        </a:schemeClr>
                      </a:solidFill>
                    </a:rPr>
                    <a:t>单击此处添加文本单击此处添加文本单击此处添加文本单击此处添加文本</a:t>
                  </a:r>
                  <a:endParaRPr lang="en-US" dirty="0"/>
                </a:p>
              </p:txBody>
            </p:sp>
          </p:grpSp>
        </p:grpSp>
        <p:grpSp>
          <p:nvGrpSpPr>
            <p:cNvPr id="143" name="组合 142">
              <a:extLst>
                <a:ext uri="{FF2B5EF4-FFF2-40B4-BE49-F238E27FC236}">
                  <a16:creationId xmlns:a16="http://schemas.microsoft.com/office/drawing/2014/main" id="{B32002FD-1FF6-0D55-B5CC-E7AFA4472762}"/>
                </a:ext>
              </a:extLst>
            </p:cNvPr>
            <p:cNvGrpSpPr/>
            <p:nvPr/>
          </p:nvGrpSpPr>
          <p:grpSpPr>
            <a:xfrm>
              <a:off x="6297993" y="2067264"/>
              <a:ext cx="5220907" cy="1944192"/>
              <a:chOff x="6297993" y="2067264"/>
              <a:chExt cx="5220907" cy="1944192"/>
            </a:xfrm>
          </p:grpSpPr>
          <p:sp>
            <p:nvSpPr>
              <p:cNvPr id="156" name="矩形 155">
                <a:extLst>
                  <a:ext uri="{FF2B5EF4-FFF2-40B4-BE49-F238E27FC236}">
                    <a16:creationId xmlns:a16="http://schemas.microsoft.com/office/drawing/2014/main" id="{BE6F5209-2DC2-44F0-8499-7A54BC00B470}"/>
                  </a:ext>
                </a:extLst>
              </p:cNvPr>
              <p:cNvSpPr/>
              <p:nvPr/>
            </p:nvSpPr>
            <p:spPr>
              <a:xfrm>
                <a:off x="6297993" y="2706960"/>
                <a:ext cx="1167678" cy="1167676"/>
              </a:xfrm>
              <a:prstGeom prst="rect">
                <a:avLst/>
              </a:prstGeom>
              <a:ln>
                <a:no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57" name="Icon2">
                <a:extLst>
                  <a:ext uri="{FF2B5EF4-FFF2-40B4-BE49-F238E27FC236}">
                    <a16:creationId xmlns:a16="http://schemas.microsoft.com/office/drawing/2014/main" id="{4A4DECB7-A70D-710C-F4BC-03CAA6C99089}"/>
                  </a:ext>
                </a:extLst>
              </p:cNvPr>
              <p:cNvSpPr/>
              <p:nvPr/>
            </p:nvSpPr>
            <p:spPr>
              <a:xfrm>
                <a:off x="6637613" y="2985956"/>
                <a:ext cx="488439" cy="609685"/>
              </a:xfrm>
              <a:custGeom>
                <a:avLst/>
                <a:gdLst>
                  <a:gd name="connsiteX0" fmla="*/ 121763 h 600884"/>
                  <a:gd name="connsiteY0" fmla="*/ 121763 h 600884"/>
                  <a:gd name="connsiteX1" fmla="*/ 121763 h 600884"/>
                  <a:gd name="connsiteY1" fmla="*/ 121763 h 600884"/>
                  <a:gd name="connsiteX2" fmla="*/ 121763 h 600884"/>
                  <a:gd name="connsiteY2" fmla="*/ 121763 h 600884"/>
                  <a:gd name="connsiteX3" fmla="*/ 121763 h 600884"/>
                  <a:gd name="connsiteY3" fmla="*/ 121763 h 600884"/>
                  <a:gd name="connsiteX4" fmla="*/ 121763 h 600884"/>
                  <a:gd name="connsiteY4" fmla="*/ 121763 h 600884"/>
                  <a:gd name="connsiteX5" fmla="*/ 121763 h 600884"/>
                  <a:gd name="connsiteY5" fmla="*/ 121763 h 600884"/>
                  <a:gd name="connsiteX6" fmla="*/ 121763 h 600884"/>
                  <a:gd name="connsiteY6" fmla="*/ 121763 h 600884"/>
                  <a:gd name="connsiteX7" fmla="*/ 121763 h 600884"/>
                  <a:gd name="connsiteY7" fmla="*/ 121763 h 600884"/>
                  <a:gd name="connsiteX8" fmla="*/ 121763 h 600884"/>
                  <a:gd name="connsiteY8" fmla="*/ 121763 h 600884"/>
                  <a:gd name="connsiteX9" fmla="*/ 121763 h 600884"/>
                  <a:gd name="connsiteY9" fmla="*/ 121763 h 600884"/>
                  <a:gd name="connsiteX10" fmla="*/ 121763 h 600884"/>
                  <a:gd name="connsiteY10" fmla="*/ 121763 h 600884"/>
                  <a:gd name="connsiteX11" fmla="*/ 121763 h 600884"/>
                  <a:gd name="connsiteY11" fmla="*/ 121763 h 600884"/>
                  <a:gd name="connsiteX12" fmla="*/ 121763 h 600884"/>
                  <a:gd name="connsiteY12" fmla="*/ 121763 h 600884"/>
                  <a:gd name="connsiteX13" fmla="*/ 121763 h 600884"/>
                  <a:gd name="connsiteY13" fmla="*/ 121763 h 600884"/>
                  <a:gd name="connsiteX14" fmla="*/ 121763 h 600884"/>
                  <a:gd name="connsiteY14" fmla="*/ 121763 h 600884"/>
                  <a:gd name="connsiteX15" fmla="*/ 121763 h 600884"/>
                  <a:gd name="connsiteY15" fmla="*/ 121763 h 600884"/>
                  <a:gd name="connsiteX16" fmla="*/ 121763 h 600884"/>
                  <a:gd name="connsiteY16" fmla="*/ 121763 h 600884"/>
                  <a:gd name="connsiteX17" fmla="*/ 121763 h 600884"/>
                  <a:gd name="connsiteY17" fmla="*/ 121763 h 600884"/>
                  <a:gd name="connsiteX18" fmla="*/ 121763 h 600884"/>
                  <a:gd name="connsiteY18" fmla="*/ 121763 h 600884"/>
                  <a:gd name="connsiteX19" fmla="*/ 121763 h 600884"/>
                  <a:gd name="connsiteY19" fmla="*/ 121763 h 600884"/>
                  <a:gd name="connsiteX20" fmla="*/ 121763 h 600884"/>
                  <a:gd name="connsiteY20" fmla="*/ 121763 h 600884"/>
                  <a:gd name="connsiteX21" fmla="*/ 121763 h 600884"/>
                  <a:gd name="connsiteY21" fmla="*/ 121763 h 600884"/>
                  <a:gd name="connsiteX22" fmla="*/ 121763 h 600884"/>
                  <a:gd name="connsiteY22" fmla="*/ 121763 h 600884"/>
                  <a:gd name="connsiteX23" fmla="*/ 121763 h 600884"/>
                  <a:gd name="connsiteY23" fmla="*/ 121763 h 600884"/>
                  <a:gd name="connsiteX24" fmla="*/ 121763 h 600884"/>
                  <a:gd name="connsiteY24" fmla="*/ 121763 h 600884"/>
                  <a:gd name="connsiteX25" fmla="*/ 121763 h 600884"/>
                  <a:gd name="connsiteY25" fmla="*/ 121763 h 600884"/>
                  <a:gd name="connsiteX26" fmla="*/ 121763 h 600884"/>
                  <a:gd name="connsiteY26" fmla="*/ 121763 h 600884"/>
                  <a:gd name="connsiteX27" fmla="*/ 121763 h 600884"/>
                  <a:gd name="connsiteY27" fmla="*/ 121763 h 600884"/>
                  <a:gd name="connsiteX28" fmla="*/ 121763 h 600884"/>
                  <a:gd name="connsiteY28" fmla="*/ 121763 h 600884"/>
                  <a:gd name="connsiteX29" fmla="*/ 121763 h 600884"/>
                  <a:gd name="connsiteY29" fmla="*/ 121763 h 600884"/>
                  <a:gd name="connsiteX30" fmla="*/ 121763 h 600884"/>
                  <a:gd name="connsiteY30" fmla="*/ 121763 h 600884"/>
                  <a:gd name="connsiteX31" fmla="*/ 121763 h 600884"/>
                  <a:gd name="connsiteY31" fmla="*/ 121763 h 600884"/>
                  <a:gd name="connsiteX32" fmla="*/ 121763 h 600884"/>
                  <a:gd name="connsiteY32" fmla="*/ 121763 h 600884"/>
                  <a:gd name="connsiteX33" fmla="*/ 121763 h 600884"/>
                  <a:gd name="connsiteY33" fmla="*/ 121763 h 600884"/>
                  <a:gd name="connsiteX34" fmla="*/ 121763 h 600884"/>
                  <a:gd name="connsiteY34" fmla="*/ 121763 h 600884"/>
                  <a:gd name="connsiteX35" fmla="*/ 121763 h 600884"/>
                  <a:gd name="connsiteY35" fmla="*/ 121763 h 600884"/>
                  <a:gd name="connsiteX36" fmla="*/ 121763 h 600884"/>
                  <a:gd name="connsiteY36" fmla="*/ 121763 h 600884"/>
                  <a:gd name="connsiteX37" fmla="*/ 121763 h 600884"/>
                  <a:gd name="connsiteY37" fmla="*/ 121763 h 600884"/>
                  <a:gd name="connsiteX38" fmla="*/ 121763 h 600884"/>
                  <a:gd name="connsiteY38" fmla="*/ 121763 h 600884"/>
                  <a:gd name="connsiteX39" fmla="*/ 121763 h 600884"/>
                  <a:gd name="connsiteY39" fmla="*/ 121763 h 600884"/>
                  <a:gd name="connsiteX40" fmla="*/ 121763 h 600884"/>
                  <a:gd name="connsiteY40" fmla="*/ 121763 h 600884"/>
                  <a:gd name="connsiteX41" fmla="*/ 121763 h 600884"/>
                  <a:gd name="connsiteY41" fmla="*/ 121763 h 600884"/>
                  <a:gd name="connsiteX42" fmla="*/ 121763 h 600884"/>
                  <a:gd name="connsiteY42" fmla="*/ 121763 h 600884"/>
                  <a:gd name="connsiteX43" fmla="*/ 121763 h 600884"/>
                  <a:gd name="connsiteY43" fmla="*/ 121763 h 600884"/>
                  <a:gd name="connsiteX44" fmla="*/ 121763 h 600884"/>
                  <a:gd name="connsiteY44" fmla="*/ 121763 h 600884"/>
                  <a:gd name="connsiteX45" fmla="*/ 121763 h 600884"/>
                  <a:gd name="connsiteY45" fmla="*/ 121763 h 600884"/>
                  <a:gd name="connsiteX46" fmla="*/ 121763 h 600884"/>
                  <a:gd name="connsiteY46" fmla="*/ 121763 h 600884"/>
                  <a:gd name="connsiteX47" fmla="*/ 121763 h 600884"/>
                  <a:gd name="connsiteY47" fmla="*/ 121763 h 600884"/>
                  <a:gd name="connsiteX48" fmla="*/ 121763 h 600884"/>
                  <a:gd name="connsiteY48" fmla="*/ 121763 h 600884"/>
                  <a:gd name="connsiteX49" fmla="*/ 121763 h 600884"/>
                  <a:gd name="connsiteY49" fmla="*/ 121763 h 600884"/>
                  <a:gd name="connsiteX50" fmla="*/ 121763 h 600884"/>
                  <a:gd name="connsiteY50" fmla="*/ 121763 h 600884"/>
                  <a:gd name="connsiteX51" fmla="*/ 121763 h 600884"/>
                  <a:gd name="connsiteY51" fmla="*/ 121763 h 600884"/>
                  <a:gd name="connsiteX52" fmla="*/ 121763 h 600884"/>
                  <a:gd name="connsiteY52" fmla="*/ 121763 h 600884"/>
                  <a:gd name="connsiteX53" fmla="*/ 121763 h 600884"/>
                  <a:gd name="connsiteY53" fmla="*/ 121763 h 600884"/>
                  <a:gd name="connsiteX54" fmla="*/ 121763 h 600884"/>
                  <a:gd name="connsiteY54" fmla="*/ 121763 h 600884"/>
                  <a:gd name="connsiteX55" fmla="*/ 121763 h 600884"/>
                  <a:gd name="connsiteY55" fmla="*/ 121763 h 600884"/>
                  <a:gd name="connsiteX56" fmla="*/ 121763 h 600884"/>
                  <a:gd name="connsiteY56" fmla="*/ 121763 h 600884"/>
                  <a:gd name="connsiteX57" fmla="*/ 121763 h 600884"/>
                  <a:gd name="connsiteY57" fmla="*/ 121763 h 600884"/>
                  <a:gd name="connsiteX58" fmla="*/ 121763 h 600884"/>
                  <a:gd name="connsiteY58" fmla="*/ 121763 h 600884"/>
                  <a:gd name="connsiteX59" fmla="*/ 121763 h 600884"/>
                  <a:gd name="connsiteY59" fmla="*/ 121763 h 600884"/>
                  <a:gd name="connsiteX60" fmla="*/ 121763 h 600884"/>
                  <a:gd name="connsiteY60" fmla="*/ 121763 h 600884"/>
                  <a:gd name="connsiteX61" fmla="*/ 121763 h 600884"/>
                  <a:gd name="connsiteY61" fmla="*/ 121763 h 600884"/>
                  <a:gd name="connsiteX62" fmla="*/ 121763 h 600884"/>
                  <a:gd name="connsiteY62" fmla="*/ 121763 h 600884"/>
                  <a:gd name="connsiteX63" fmla="*/ 121763 h 600884"/>
                  <a:gd name="connsiteY63" fmla="*/ 121763 h 600884"/>
                  <a:gd name="connsiteX64" fmla="*/ 121763 h 600884"/>
                  <a:gd name="connsiteY64" fmla="*/ 121763 h 600884"/>
                  <a:gd name="connsiteX65" fmla="*/ 121763 h 600884"/>
                  <a:gd name="connsiteY65" fmla="*/ 121763 h 600884"/>
                  <a:gd name="connsiteX66" fmla="*/ 121763 h 600884"/>
                  <a:gd name="connsiteY66" fmla="*/ 121763 h 600884"/>
                  <a:gd name="connsiteX67" fmla="*/ 121763 h 600884"/>
                  <a:gd name="connsiteY67" fmla="*/ 121763 h 600884"/>
                  <a:gd name="connsiteX68" fmla="*/ 121763 h 600884"/>
                  <a:gd name="connsiteY68" fmla="*/ 121763 h 600884"/>
                  <a:gd name="connsiteX69" fmla="*/ 121763 h 600884"/>
                  <a:gd name="connsiteY69" fmla="*/ 121763 h 600884"/>
                  <a:gd name="connsiteX70" fmla="*/ 121763 h 600884"/>
                  <a:gd name="connsiteY70" fmla="*/ 121763 h 600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486066" h="606722">
                    <a:moveTo>
                      <a:pt x="288604" y="500520"/>
                    </a:moveTo>
                    <a:lnTo>
                      <a:pt x="288604" y="576328"/>
                    </a:lnTo>
                    <a:lnTo>
                      <a:pt x="379726" y="576328"/>
                    </a:lnTo>
                    <a:lnTo>
                      <a:pt x="379726" y="500520"/>
                    </a:lnTo>
                    <a:close/>
                    <a:moveTo>
                      <a:pt x="60747" y="212332"/>
                    </a:moveTo>
                    <a:lnTo>
                      <a:pt x="162578" y="212332"/>
                    </a:lnTo>
                    <a:cubicBezTo>
                      <a:pt x="159107" y="222108"/>
                      <a:pt x="156436" y="232238"/>
                      <a:pt x="154656" y="242725"/>
                    </a:cubicBezTo>
                    <a:lnTo>
                      <a:pt x="136765" y="242725"/>
                    </a:lnTo>
                    <a:lnTo>
                      <a:pt x="136765" y="334968"/>
                    </a:lnTo>
                    <a:cubicBezTo>
                      <a:pt x="136765" y="343322"/>
                      <a:pt x="129910" y="350164"/>
                      <a:pt x="121543" y="350164"/>
                    </a:cubicBezTo>
                    <a:cubicBezTo>
                      <a:pt x="113176" y="350164"/>
                      <a:pt x="106322" y="343322"/>
                      <a:pt x="106322" y="334968"/>
                    </a:cubicBezTo>
                    <a:lnTo>
                      <a:pt x="106322" y="242725"/>
                    </a:lnTo>
                    <a:lnTo>
                      <a:pt x="60747" y="242725"/>
                    </a:lnTo>
                    <a:lnTo>
                      <a:pt x="30394" y="409527"/>
                    </a:lnTo>
                    <a:lnTo>
                      <a:pt x="77838" y="409527"/>
                    </a:lnTo>
                    <a:lnTo>
                      <a:pt x="91190" y="576330"/>
                    </a:lnTo>
                    <a:lnTo>
                      <a:pt x="151897" y="576330"/>
                    </a:lnTo>
                    <a:lnTo>
                      <a:pt x="165249" y="409527"/>
                    </a:lnTo>
                    <a:lnTo>
                      <a:pt x="205661" y="409527"/>
                    </a:lnTo>
                    <a:cubicBezTo>
                      <a:pt x="211981" y="418681"/>
                      <a:pt x="217143" y="427567"/>
                      <a:pt x="220882" y="438053"/>
                    </a:cubicBezTo>
                    <a:cubicBezTo>
                      <a:pt x="218212" y="438853"/>
                      <a:pt x="215541" y="439831"/>
                      <a:pt x="212693" y="439831"/>
                    </a:cubicBezTo>
                    <a:lnTo>
                      <a:pt x="193288" y="439831"/>
                    </a:lnTo>
                    <a:lnTo>
                      <a:pt x="182250" y="578729"/>
                    </a:lnTo>
                    <a:cubicBezTo>
                      <a:pt x="180915" y="594548"/>
                      <a:pt x="167741" y="606722"/>
                      <a:pt x="151897" y="606722"/>
                    </a:cubicBezTo>
                    <a:lnTo>
                      <a:pt x="91190" y="606722"/>
                    </a:lnTo>
                    <a:cubicBezTo>
                      <a:pt x="75345" y="606722"/>
                      <a:pt x="62171" y="594548"/>
                      <a:pt x="60836" y="578729"/>
                    </a:cubicBezTo>
                    <a:lnTo>
                      <a:pt x="49799" y="439831"/>
                    </a:lnTo>
                    <a:lnTo>
                      <a:pt x="30394" y="439831"/>
                    </a:lnTo>
                    <a:cubicBezTo>
                      <a:pt x="21403" y="439831"/>
                      <a:pt x="12858" y="435832"/>
                      <a:pt x="7072" y="428989"/>
                    </a:cubicBezTo>
                    <a:cubicBezTo>
                      <a:pt x="1286" y="422057"/>
                      <a:pt x="-1117" y="412993"/>
                      <a:pt x="485" y="404106"/>
                    </a:cubicBezTo>
                    <a:lnTo>
                      <a:pt x="30928" y="237304"/>
                    </a:lnTo>
                    <a:cubicBezTo>
                      <a:pt x="33509" y="222819"/>
                      <a:pt x="46060" y="212332"/>
                      <a:pt x="60747" y="212332"/>
                    </a:cubicBezTo>
                    <a:close/>
                    <a:moveTo>
                      <a:pt x="334165" y="151697"/>
                    </a:moveTo>
                    <a:cubicBezTo>
                      <a:pt x="267069" y="151697"/>
                      <a:pt x="212698" y="205997"/>
                      <a:pt x="212698" y="273007"/>
                    </a:cubicBezTo>
                    <a:cubicBezTo>
                      <a:pt x="212698" y="360013"/>
                      <a:pt x="281841" y="364101"/>
                      <a:pt x="288070" y="470215"/>
                    </a:cubicBezTo>
                    <a:lnTo>
                      <a:pt x="319037" y="470215"/>
                    </a:lnTo>
                    <a:lnTo>
                      <a:pt x="319037" y="339928"/>
                    </a:lnTo>
                    <a:lnTo>
                      <a:pt x="262708" y="283761"/>
                    </a:lnTo>
                    <a:cubicBezTo>
                      <a:pt x="256746" y="277806"/>
                      <a:pt x="256746" y="268208"/>
                      <a:pt x="262708" y="262254"/>
                    </a:cubicBezTo>
                    <a:cubicBezTo>
                      <a:pt x="268670" y="256388"/>
                      <a:pt x="278281" y="256388"/>
                      <a:pt x="284154" y="262254"/>
                    </a:cubicBezTo>
                    <a:lnTo>
                      <a:pt x="334165" y="312200"/>
                    </a:lnTo>
                    <a:lnTo>
                      <a:pt x="384176" y="262254"/>
                    </a:lnTo>
                    <a:cubicBezTo>
                      <a:pt x="390138" y="256388"/>
                      <a:pt x="399749" y="256388"/>
                      <a:pt x="405711" y="262254"/>
                    </a:cubicBezTo>
                    <a:cubicBezTo>
                      <a:pt x="411584" y="268208"/>
                      <a:pt x="411584" y="277806"/>
                      <a:pt x="405711" y="283761"/>
                    </a:cubicBezTo>
                    <a:lnTo>
                      <a:pt x="349382" y="339928"/>
                    </a:lnTo>
                    <a:lnTo>
                      <a:pt x="349382" y="470215"/>
                    </a:lnTo>
                    <a:lnTo>
                      <a:pt x="380349" y="470215"/>
                    </a:lnTo>
                    <a:cubicBezTo>
                      <a:pt x="386489" y="364101"/>
                      <a:pt x="455721" y="360013"/>
                      <a:pt x="455721" y="273007"/>
                    </a:cubicBezTo>
                    <a:cubicBezTo>
                      <a:pt x="455721" y="205997"/>
                      <a:pt x="401261" y="151697"/>
                      <a:pt x="334165" y="151697"/>
                    </a:cubicBezTo>
                    <a:close/>
                    <a:moveTo>
                      <a:pt x="334165" y="121302"/>
                    </a:moveTo>
                    <a:cubicBezTo>
                      <a:pt x="417902" y="121302"/>
                      <a:pt x="486066" y="189378"/>
                      <a:pt x="486066" y="273007"/>
                    </a:cubicBezTo>
                    <a:cubicBezTo>
                      <a:pt x="486066" y="324997"/>
                      <a:pt x="464976" y="354147"/>
                      <a:pt x="446467" y="379920"/>
                    </a:cubicBezTo>
                    <a:cubicBezTo>
                      <a:pt x="426979" y="406849"/>
                      <a:pt x="410160" y="430133"/>
                      <a:pt x="410160" y="485323"/>
                    </a:cubicBezTo>
                    <a:lnTo>
                      <a:pt x="410160" y="576328"/>
                    </a:lnTo>
                    <a:cubicBezTo>
                      <a:pt x="410160" y="593125"/>
                      <a:pt x="396545" y="606722"/>
                      <a:pt x="379726" y="606722"/>
                    </a:cubicBezTo>
                    <a:lnTo>
                      <a:pt x="288604" y="606722"/>
                    </a:lnTo>
                    <a:cubicBezTo>
                      <a:pt x="271874" y="606722"/>
                      <a:pt x="258259" y="593125"/>
                      <a:pt x="258259" y="576328"/>
                    </a:cubicBezTo>
                    <a:lnTo>
                      <a:pt x="258259" y="485323"/>
                    </a:lnTo>
                    <a:cubicBezTo>
                      <a:pt x="258259" y="430133"/>
                      <a:pt x="241440" y="406849"/>
                      <a:pt x="221952" y="379920"/>
                    </a:cubicBezTo>
                    <a:cubicBezTo>
                      <a:pt x="203354" y="354147"/>
                      <a:pt x="182353" y="325086"/>
                      <a:pt x="182353" y="273007"/>
                    </a:cubicBezTo>
                    <a:cubicBezTo>
                      <a:pt x="182353" y="189378"/>
                      <a:pt x="250428" y="121302"/>
                      <a:pt x="334165" y="121302"/>
                    </a:cubicBezTo>
                    <a:close/>
                    <a:moveTo>
                      <a:pt x="121561" y="30301"/>
                    </a:moveTo>
                    <a:cubicBezTo>
                      <a:pt x="88008" y="30301"/>
                      <a:pt x="60775" y="57493"/>
                      <a:pt x="60775" y="90994"/>
                    </a:cubicBezTo>
                    <a:cubicBezTo>
                      <a:pt x="60775" y="124495"/>
                      <a:pt x="88008" y="151687"/>
                      <a:pt x="121561" y="151687"/>
                    </a:cubicBezTo>
                    <a:cubicBezTo>
                      <a:pt x="155114" y="151687"/>
                      <a:pt x="182347" y="124495"/>
                      <a:pt x="182347" y="90994"/>
                    </a:cubicBezTo>
                    <a:cubicBezTo>
                      <a:pt x="182347" y="57493"/>
                      <a:pt x="155114" y="30301"/>
                      <a:pt x="121561" y="30301"/>
                    </a:cubicBezTo>
                    <a:close/>
                    <a:moveTo>
                      <a:pt x="121561" y="0"/>
                    </a:moveTo>
                    <a:cubicBezTo>
                      <a:pt x="171845" y="0"/>
                      <a:pt x="212696" y="40787"/>
                      <a:pt x="212696" y="90994"/>
                    </a:cubicBezTo>
                    <a:cubicBezTo>
                      <a:pt x="212696" y="141201"/>
                      <a:pt x="171845" y="181988"/>
                      <a:pt x="121561" y="181988"/>
                    </a:cubicBezTo>
                    <a:cubicBezTo>
                      <a:pt x="71277" y="181988"/>
                      <a:pt x="30426" y="141201"/>
                      <a:pt x="30426" y="90994"/>
                    </a:cubicBezTo>
                    <a:cubicBezTo>
                      <a:pt x="30426" y="40787"/>
                      <a:pt x="71277" y="0"/>
                      <a:pt x="121561"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nvGrpSpPr>
              <p:cNvPr id="158" name="组合 157">
                <a:extLst>
                  <a:ext uri="{FF2B5EF4-FFF2-40B4-BE49-F238E27FC236}">
                    <a16:creationId xmlns:a16="http://schemas.microsoft.com/office/drawing/2014/main" id="{23BC3035-8396-0ED0-AEF1-D4C5E31F3AA6}"/>
                  </a:ext>
                </a:extLst>
              </p:cNvPr>
              <p:cNvGrpSpPr/>
              <p:nvPr/>
            </p:nvGrpSpPr>
            <p:grpSpPr>
              <a:xfrm>
                <a:off x="8230326" y="2067264"/>
                <a:ext cx="3288574" cy="1944192"/>
                <a:chOff x="2635375" y="3818805"/>
                <a:chExt cx="3288574" cy="1944192"/>
              </a:xfrm>
            </p:grpSpPr>
            <p:sp>
              <p:nvSpPr>
                <p:cNvPr id="159" name="Bullet2">
                  <a:extLst>
                    <a:ext uri="{FF2B5EF4-FFF2-40B4-BE49-F238E27FC236}">
                      <a16:creationId xmlns:a16="http://schemas.microsoft.com/office/drawing/2014/main" id="{B6656D9E-3EDE-BF19-725B-9CEF7531FDAC}"/>
                    </a:ext>
                  </a:extLst>
                </p:cNvPr>
                <p:cNvSpPr txBox="1"/>
                <p:nvPr/>
              </p:nvSpPr>
              <p:spPr>
                <a:xfrm>
                  <a:off x="2635375" y="3818805"/>
                  <a:ext cx="3288574" cy="639696"/>
                </a:xfrm>
                <a:prstGeom prst="rect">
                  <a:avLst/>
                </a:prstGeom>
                <a:noFill/>
              </p:spPr>
              <p:txBody>
                <a:bodyPr wrap="square" lIns="91440" tIns="45720" rIns="91440" bIns="45720" rtlCol="0" anchor="b">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a:solidFill>
                        <a:schemeClr val="tx1">
                          <a:alpha val="70000"/>
                        </a:schemeClr>
                      </a:solidFill>
                    </a:rPr>
                    <a:t>单击添加小标题</a:t>
                  </a:r>
                  <a:endParaRPr lang="en-US" dirty="0"/>
                </a:p>
              </p:txBody>
            </p:sp>
            <p:sp>
              <p:nvSpPr>
                <p:cNvPr id="160" name="Text2">
                  <a:extLst>
                    <a:ext uri="{FF2B5EF4-FFF2-40B4-BE49-F238E27FC236}">
                      <a16:creationId xmlns:a16="http://schemas.microsoft.com/office/drawing/2014/main" id="{A5488846-2D3E-FDAB-A7DB-6D7DAD49551C}"/>
                    </a:ext>
                  </a:extLst>
                </p:cNvPr>
                <p:cNvSpPr txBox="1"/>
                <p:nvPr/>
              </p:nvSpPr>
              <p:spPr>
                <a:xfrm>
                  <a:off x="2635375" y="4458501"/>
                  <a:ext cx="3288574" cy="1304496"/>
                </a:xfrm>
                <a:prstGeom prst="rect">
                  <a:avLst/>
                </a:prstGeom>
                <a:noFill/>
              </p:spPr>
              <p:txBody>
                <a:bodyPr wrap="square"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200">
                      <a:solidFill>
                        <a:schemeClr val="tx1">
                          <a:alpha val="70000"/>
                        </a:schemeClr>
                      </a:solidFill>
                    </a:rPr>
                    <a:t>单击此处添加文本单击此处添加文本单击此处添加文本单击此处添加文本</a:t>
                  </a:r>
                  <a:endParaRPr lang="en-US" dirty="0"/>
                </a:p>
              </p:txBody>
            </p:sp>
          </p:grpSp>
        </p:grpSp>
        <p:grpSp>
          <p:nvGrpSpPr>
            <p:cNvPr id="144" name="组合 143">
              <a:extLst>
                <a:ext uri="{FF2B5EF4-FFF2-40B4-BE49-F238E27FC236}">
                  <a16:creationId xmlns:a16="http://schemas.microsoft.com/office/drawing/2014/main" id="{8FDA68D3-4573-57F4-8A21-04406F89B2AE}"/>
                </a:ext>
              </a:extLst>
            </p:cNvPr>
            <p:cNvGrpSpPr/>
            <p:nvPr/>
          </p:nvGrpSpPr>
          <p:grpSpPr>
            <a:xfrm>
              <a:off x="660400" y="4199945"/>
              <a:ext cx="5220906" cy="1898443"/>
              <a:chOff x="660400" y="4199945"/>
              <a:chExt cx="5220906" cy="1898443"/>
            </a:xfrm>
          </p:grpSpPr>
          <p:sp>
            <p:nvSpPr>
              <p:cNvPr id="151" name="矩形 150">
                <a:extLst>
                  <a:ext uri="{FF2B5EF4-FFF2-40B4-BE49-F238E27FC236}">
                    <a16:creationId xmlns:a16="http://schemas.microsoft.com/office/drawing/2014/main" id="{B1A33EA7-AA81-F526-B010-DB0902FDF9B3}"/>
                  </a:ext>
                </a:extLst>
              </p:cNvPr>
              <p:cNvSpPr/>
              <p:nvPr/>
            </p:nvSpPr>
            <p:spPr>
              <a:xfrm>
                <a:off x="4713628" y="4302554"/>
                <a:ext cx="1167678" cy="1167676"/>
              </a:xfrm>
              <a:prstGeom prst="rect">
                <a:avLst/>
              </a:prstGeom>
              <a:ln>
                <a:no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52" name="Icon3">
                <a:extLst>
                  <a:ext uri="{FF2B5EF4-FFF2-40B4-BE49-F238E27FC236}">
                    <a16:creationId xmlns:a16="http://schemas.microsoft.com/office/drawing/2014/main" id="{2A392928-264A-43CE-7C36-E78E8CCB9ECD}"/>
                  </a:ext>
                </a:extLst>
              </p:cNvPr>
              <p:cNvSpPr>
                <a:spLocks noChangeAspect="1"/>
              </p:cNvSpPr>
              <p:nvPr/>
            </p:nvSpPr>
            <p:spPr>
              <a:xfrm>
                <a:off x="4955467" y="4635896"/>
                <a:ext cx="684000" cy="500993"/>
              </a:xfrm>
              <a:custGeom>
                <a:avLst/>
                <a:gdLst>
                  <a:gd name="T0" fmla="*/ 4916 w 6854"/>
                  <a:gd name="T1" fmla="*/ 106 h 5028"/>
                  <a:gd name="T2" fmla="*/ 3683 w 6854"/>
                  <a:gd name="T3" fmla="*/ 944 h 5028"/>
                  <a:gd name="T4" fmla="*/ 3911 w 6854"/>
                  <a:gd name="T5" fmla="*/ 1563 h 5028"/>
                  <a:gd name="T6" fmla="*/ 3017 w 6854"/>
                  <a:gd name="T7" fmla="*/ 1464 h 5028"/>
                  <a:gd name="T8" fmla="*/ 3225 w 6854"/>
                  <a:gd name="T9" fmla="*/ 1141 h 5028"/>
                  <a:gd name="T10" fmla="*/ 2304 w 6854"/>
                  <a:gd name="T11" fmla="*/ 105 h 5028"/>
                  <a:gd name="T12" fmla="*/ 82 w 6854"/>
                  <a:gd name="T13" fmla="*/ 1935 h 5028"/>
                  <a:gd name="T14" fmla="*/ 82 w 6854"/>
                  <a:gd name="T15" fmla="*/ 2329 h 5028"/>
                  <a:gd name="T16" fmla="*/ 1117 w 6854"/>
                  <a:gd name="T17" fmla="*/ 3249 h 5028"/>
                  <a:gd name="T18" fmla="*/ 1371 w 6854"/>
                  <a:gd name="T19" fmla="*/ 3110 h 5028"/>
                  <a:gd name="T20" fmla="*/ 2824 w 6854"/>
                  <a:gd name="T21" fmla="*/ 4858 h 5028"/>
                  <a:gd name="T22" fmla="*/ 3484 w 6854"/>
                  <a:gd name="T23" fmla="*/ 4896 h 5028"/>
                  <a:gd name="T24" fmla="*/ 3942 w 6854"/>
                  <a:gd name="T25" fmla="*/ 4591 h 5028"/>
                  <a:gd name="T26" fmla="*/ 4399 w 6854"/>
                  <a:gd name="T27" fmla="*/ 4287 h 5028"/>
                  <a:gd name="T28" fmla="*/ 4856 w 6854"/>
                  <a:gd name="T29" fmla="*/ 3982 h 5028"/>
                  <a:gd name="T30" fmla="*/ 5527 w 6854"/>
                  <a:gd name="T31" fmla="*/ 3177 h 5028"/>
                  <a:gd name="T32" fmla="*/ 5907 w 6854"/>
                  <a:gd name="T33" fmla="*/ 3167 h 5028"/>
                  <a:gd name="T34" fmla="*/ 6745 w 6854"/>
                  <a:gd name="T35" fmla="*/ 1935 h 5028"/>
                  <a:gd name="T36" fmla="*/ 368 w 6854"/>
                  <a:gd name="T37" fmla="*/ 2132 h 5028"/>
                  <a:gd name="T38" fmla="*/ 2857 w 6854"/>
                  <a:gd name="T39" fmla="*/ 1141 h 5028"/>
                  <a:gd name="T40" fmla="*/ 4627 w 6854"/>
                  <a:gd name="T41" fmla="*/ 3735 h 5028"/>
                  <a:gd name="T42" fmla="*/ 4452 w 6854"/>
                  <a:gd name="T43" fmla="*/ 3706 h 5028"/>
                  <a:gd name="T44" fmla="*/ 4181 w 6854"/>
                  <a:gd name="T45" fmla="*/ 3988 h 5028"/>
                  <a:gd name="T46" fmla="*/ 4114 w 6854"/>
                  <a:gd name="T47" fmla="*/ 4029 h 5028"/>
                  <a:gd name="T48" fmla="*/ 3815 w 6854"/>
                  <a:gd name="T49" fmla="*/ 4083 h 5028"/>
                  <a:gd name="T50" fmla="*/ 3713 w 6854"/>
                  <a:gd name="T51" fmla="*/ 4344 h 5028"/>
                  <a:gd name="T52" fmla="*/ 3538 w 6854"/>
                  <a:gd name="T53" fmla="*/ 4316 h 5028"/>
                  <a:gd name="T54" fmla="*/ 3267 w 6854"/>
                  <a:gd name="T55" fmla="*/ 4598 h 5028"/>
                  <a:gd name="T56" fmla="*/ 3184 w 6854"/>
                  <a:gd name="T57" fmla="*/ 4687 h 5028"/>
                  <a:gd name="T58" fmla="*/ 2608 w 6854"/>
                  <a:gd name="T59" fmla="*/ 4160 h 5028"/>
                  <a:gd name="T60" fmla="*/ 2746 w 6854"/>
                  <a:gd name="T61" fmla="*/ 1735 h 5028"/>
                  <a:gd name="T62" fmla="*/ 2485 w 6854"/>
                  <a:gd name="T63" fmla="*/ 2365 h 5028"/>
                  <a:gd name="T64" fmla="*/ 2282 w 6854"/>
                  <a:gd name="T65" fmla="*/ 2823 h 5028"/>
                  <a:gd name="T66" fmla="*/ 2747 w 6854"/>
                  <a:gd name="T67" fmla="*/ 3179 h 5028"/>
                  <a:gd name="T68" fmla="*/ 3635 w 6854"/>
                  <a:gd name="T69" fmla="*/ 2674 h 5028"/>
                  <a:gd name="T70" fmla="*/ 4627 w 6854"/>
                  <a:gd name="T71" fmla="*/ 3735 h 5028"/>
                  <a:gd name="T72" fmla="*/ 4742 w 6854"/>
                  <a:gd name="T73" fmla="*/ 3245 h 5028"/>
                  <a:gd name="T74" fmla="*/ 3532 w 6854"/>
                  <a:gd name="T75" fmla="*/ 2399 h 5028"/>
                  <a:gd name="T76" fmla="*/ 2747 w 6854"/>
                  <a:gd name="T77" fmla="*/ 2838 h 5028"/>
                  <a:gd name="T78" fmla="*/ 2750 w 6854"/>
                  <a:gd name="T79" fmla="*/ 2580 h 5028"/>
                  <a:gd name="T80" fmla="*/ 4238 w 6854"/>
                  <a:gd name="T81" fmla="*/ 1904 h 5028"/>
                  <a:gd name="T82" fmla="*/ 4772 w 6854"/>
                  <a:gd name="T83" fmla="*/ 3280 h 5028"/>
                  <a:gd name="T84" fmla="*/ 3969 w 6854"/>
                  <a:gd name="T85" fmla="*/ 1141 h 5028"/>
                  <a:gd name="T86" fmla="*/ 6460 w 6854"/>
                  <a:gd name="T87" fmla="*/ 2132 h 50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854" h="5028">
                    <a:moveTo>
                      <a:pt x="6745" y="1935"/>
                    </a:moveTo>
                    <a:lnTo>
                      <a:pt x="4916" y="106"/>
                    </a:lnTo>
                    <a:cubicBezTo>
                      <a:pt x="4811" y="0"/>
                      <a:pt x="4627" y="0"/>
                      <a:pt x="4522" y="106"/>
                    </a:cubicBezTo>
                    <a:lnTo>
                      <a:pt x="3683" y="944"/>
                    </a:lnTo>
                    <a:cubicBezTo>
                      <a:pt x="3576" y="1053"/>
                      <a:pt x="3576" y="1229"/>
                      <a:pt x="3684" y="1338"/>
                    </a:cubicBezTo>
                    <a:lnTo>
                      <a:pt x="3911" y="1563"/>
                    </a:lnTo>
                    <a:cubicBezTo>
                      <a:pt x="3764" y="1551"/>
                      <a:pt x="3557" y="1627"/>
                      <a:pt x="3538" y="1626"/>
                    </a:cubicBezTo>
                    <a:lnTo>
                      <a:pt x="3017" y="1464"/>
                    </a:lnTo>
                    <a:lnTo>
                      <a:pt x="3143" y="1338"/>
                    </a:lnTo>
                    <a:cubicBezTo>
                      <a:pt x="3196" y="1286"/>
                      <a:pt x="3225" y="1216"/>
                      <a:pt x="3225" y="1141"/>
                    </a:cubicBezTo>
                    <a:cubicBezTo>
                      <a:pt x="3225" y="1067"/>
                      <a:pt x="3196" y="997"/>
                      <a:pt x="3143" y="944"/>
                    </a:cubicBezTo>
                    <a:lnTo>
                      <a:pt x="2304" y="105"/>
                    </a:lnTo>
                    <a:cubicBezTo>
                      <a:pt x="2199" y="0"/>
                      <a:pt x="2016" y="0"/>
                      <a:pt x="1911" y="106"/>
                    </a:cubicBezTo>
                    <a:lnTo>
                      <a:pt x="82" y="1935"/>
                    </a:lnTo>
                    <a:cubicBezTo>
                      <a:pt x="29" y="1987"/>
                      <a:pt x="0" y="2057"/>
                      <a:pt x="0" y="2132"/>
                    </a:cubicBezTo>
                    <a:cubicBezTo>
                      <a:pt x="0" y="2206"/>
                      <a:pt x="29" y="2276"/>
                      <a:pt x="82" y="2329"/>
                    </a:cubicBezTo>
                    <a:lnTo>
                      <a:pt x="920" y="3167"/>
                    </a:lnTo>
                    <a:cubicBezTo>
                      <a:pt x="972" y="3220"/>
                      <a:pt x="1043" y="3249"/>
                      <a:pt x="1117" y="3249"/>
                    </a:cubicBezTo>
                    <a:cubicBezTo>
                      <a:pt x="1191" y="3249"/>
                      <a:pt x="1261" y="3220"/>
                      <a:pt x="1314" y="3167"/>
                    </a:cubicBezTo>
                    <a:lnTo>
                      <a:pt x="1371" y="3110"/>
                    </a:lnTo>
                    <a:cubicBezTo>
                      <a:pt x="1520" y="3421"/>
                      <a:pt x="2019" y="4053"/>
                      <a:pt x="2366" y="4401"/>
                    </a:cubicBezTo>
                    <a:lnTo>
                      <a:pt x="2824" y="4858"/>
                    </a:lnTo>
                    <a:cubicBezTo>
                      <a:pt x="2964" y="4998"/>
                      <a:pt x="3097" y="5028"/>
                      <a:pt x="3184" y="5028"/>
                    </a:cubicBezTo>
                    <a:cubicBezTo>
                      <a:pt x="3294" y="5028"/>
                      <a:pt x="3398" y="4982"/>
                      <a:pt x="3484" y="4896"/>
                    </a:cubicBezTo>
                    <a:cubicBezTo>
                      <a:pt x="3569" y="4812"/>
                      <a:pt x="3592" y="4730"/>
                      <a:pt x="3598" y="4671"/>
                    </a:cubicBezTo>
                    <a:cubicBezTo>
                      <a:pt x="3699" y="4694"/>
                      <a:pt x="3850" y="4683"/>
                      <a:pt x="3942" y="4591"/>
                    </a:cubicBezTo>
                    <a:cubicBezTo>
                      <a:pt x="4026" y="4508"/>
                      <a:pt x="4050" y="4425"/>
                      <a:pt x="4055" y="4366"/>
                    </a:cubicBezTo>
                    <a:cubicBezTo>
                      <a:pt x="4156" y="4390"/>
                      <a:pt x="4307" y="4379"/>
                      <a:pt x="4399" y="4287"/>
                    </a:cubicBezTo>
                    <a:cubicBezTo>
                      <a:pt x="4483" y="4203"/>
                      <a:pt x="4507" y="4121"/>
                      <a:pt x="4512" y="4061"/>
                    </a:cubicBezTo>
                    <a:cubicBezTo>
                      <a:pt x="4614" y="4084"/>
                      <a:pt x="4765" y="4074"/>
                      <a:pt x="4856" y="3982"/>
                    </a:cubicBezTo>
                    <a:cubicBezTo>
                      <a:pt x="4934" y="3904"/>
                      <a:pt x="5019" y="3765"/>
                      <a:pt x="4957" y="3571"/>
                    </a:cubicBezTo>
                    <a:cubicBezTo>
                      <a:pt x="5088" y="3449"/>
                      <a:pt x="5309" y="3306"/>
                      <a:pt x="5527" y="3177"/>
                    </a:cubicBezTo>
                    <a:cubicBezTo>
                      <a:pt x="5578" y="3222"/>
                      <a:pt x="5641" y="3249"/>
                      <a:pt x="5710" y="3249"/>
                    </a:cubicBezTo>
                    <a:cubicBezTo>
                      <a:pt x="5784" y="3249"/>
                      <a:pt x="5854" y="3220"/>
                      <a:pt x="5907" y="3167"/>
                    </a:cubicBezTo>
                    <a:lnTo>
                      <a:pt x="6745" y="2329"/>
                    </a:lnTo>
                    <a:cubicBezTo>
                      <a:pt x="6854" y="2220"/>
                      <a:pt x="6854" y="2044"/>
                      <a:pt x="6745" y="1935"/>
                    </a:cubicBezTo>
                    <a:close/>
                    <a:moveTo>
                      <a:pt x="1117" y="2882"/>
                    </a:moveTo>
                    <a:lnTo>
                      <a:pt x="368" y="2132"/>
                    </a:lnTo>
                    <a:lnTo>
                      <a:pt x="2108" y="391"/>
                    </a:lnTo>
                    <a:lnTo>
                      <a:pt x="2857" y="1141"/>
                    </a:lnTo>
                    <a:lnTo>
                      <a:pt x="1117" y="2882"/>
                    </a:lnTo>
                    <a:close/>
                    <a:moveTo>
                      <a:pt x="4627" y="3735"/>
                    </a:moveTo>
                    <a:cubicBezTo>
                      <a:pt x="4615" y="3735"/>
                      <a:pt x="4592" y="3729"/>
                      <a:pt x="4571" y="3724"/>
                    </a:cubicBezTo>
                    <a:cubicBezTo>
                      <a:pt x="4536" y="3716"/>
                      <a:pt x="4496" y="3706"/>
                      <a:pt x="4452" y="3706"/>
                    </a:cubicBezTo>
                    <a:cubicBezTo>
                      <a:pt x="4363" y="3706"/>
                      <a:pt x="4305" y="3745"/>
                      <a:pt x="4272" y="3778"/>
                    </a:cubicBezTo>
                    <a:cubicBezTo>
                      <a:pt x="4195" y="3856"/>
                      <a:pt x="4186" y="3939"/>
                      <a:pt x="4181" y="3988"/>
                    </a:cubicBezTo>
                    <a:cubicBezTo>
                      <a:pt x="4178" y="4023"/>
                      <a:pt x="4177" y="4025"/>
                      <a:pt x="4170" y="4040"/>
                    </a:cubicBezTo>
                    <a:cubicBezTo>
                      <a:pt x="4158" y="4040"/>
                      <a:pt x="4135" y="4034"/>
                      <a:pt x="4114" y="4029"/>
                    </a:cubicBezTo>
                    <a:cubicBezTo>
                      <a:pt x="4079" y="4020"/>
                      <a:pt x="4039" y="4011"/>
                      <a:pt x="3995" y="4011"/>
                    </a:cubicBezTo>
                    <a:cubicBezTo>
                      <a:pt x="3906" y="4011"/>
                      <a:pt x="3848" y="4050"/>
                      <a:pt x="3815" y="4083"/>
                    </a:cubicBezTo>
                    <a:cubicBezTo>
                      <a:pt x="3737" y="4161"/>
                      <a:pt x="3729" y="4244"/>
                      <a:pt x="3724" y="4293"/>
                    </a:cubicBezTo>
                    <a:cubicBezTo>
                      <a:pt x="3720" y="4328"/>
                      <a:pt x="3720" y="4330"/>
                      <a:pt x="3713" y="4344"/>
                    </a:cubicBezTo>
                    <a:cubicBezTo>
                      <a:pt x="3700" y="4344"/>
                      <a:pt x="3677" y="4339"/>
                      <a:pt x="3656" y="4334"/>
                    </a:cubicBezTo>
                    <a:cubicBezTo>
                      <a:pt x="3621" y="4325"/>
                      <a:pt x="3582" y="4316"/>
                      <a:pt x="3538" y="4316"/>
                    </a:cubicBezTo>
                    <a:cubicBezTo>
                      <a:pt x="3448" y="4316"/>
                      <a:pt x="3390" y="4355"/>
                      <a:pt x="3358" y="4388"/>
                    </a:cubicBezTo>
                    <a:cubicBezTo>
                      <a:pt x="3280" y="4465"/>
                      <a:pt x="3272" y="4548"/>
                      <a:pt x="3267" y="4598"/>
                    </a:cubicBezTo>
                    <a:cubicBezTo>
                      <a:pt x="3263" y="4633"/>
                      <a:pt x="3263" y="4635"/>
                      <a:pt x="3243" y="4655"/>
                    </a:cubicBezTo>
                    <a:cubicBezTo>
                      <a:pt x="3211" y="4687"/>
                      <a:pt x="3190" y="4687"/>
                      <a:pt x="3184" y="4687"/>
                    </a:cubicBezTo>
                    <a:cubicBezTo>
                      <a:pt x="3152" y="4687"/>
                      <a:pt x="3109" y="4661"/>
                      <a:pt x="3065" y="4617"/>
                    </a:cubicBezTo>
                    <a:lnTo>
                      <a:pt x="2608" y="4160"/>
                    </a:lnTo>
                    <a:cubicBezTo>
                      <a:pt x="2218" y="3769"/>
                      <a:pt x="1774" y="3147"/>
                      <a:pt x="1603" y="2878"/>
                    </a:cubicBezTo>
                    <a:lnTo>
                      <a:pt x="2746" y="1735"/>
                    </a:lnTo>
                    <a:lnTo>
                      <a:pt x="2998" y="1806"/>
                    </a:lnTo>
                    <a:cubicBezTo>
                      <a:pt x="2787" y="1967"/>
                      <a:pt x="2620" y="2198"/>
                      <a:pt x="2485" y="2365"/>
                    </a:cubicBezTo>
                    <a:cubicBezTo>
                      <a:pt x="2440" y="2421"/>
                      <a:pt x="2404" y="2466"/>
                      <a:pt x="2379" y="2491"/>
                    </a:cubicBezTo>
                    <a:cubicBezTo>
                      <a:pt x="2273" y="2597"/>
                      <a:pt x="2240" y="2709"/>
                      <a:pt x="2282" y="2823"/>
                    </a:cubicBezTo>
                    <a:cubicBezTo>
                      <a:pt x="2313" y="2908"/>
                      <a:pt x="2381" y="2976"/>
                      <a:pt x="2468" y="3062"/>
                    </a:cubicBezTo>
                    <a:cubicBezTo>
                      <a:pt x="2544" y="3138"/>
                      <a:pt x="2641" y="3179"/>
                      <a:pt x="2747" y="3179"/>
                    </a:cubicBezTo>
                    <a:cubicBezTo>
                      <a:pt x="2965" y="3179"/>
                      <a:pt x="3173" y="3014"/>
                      <a:pt x="3374" y="2854"/>
                    </a:cubicBezTo>
                    <a:cubicBezTo>
                      <a:pt x="3419" y="2819"/>
                      <a:pt x="3551" y="2730"/>
                      <a:pt x="3635" y="2674"/>
                    </a:cubicBezTo>
                    <a:cubicBezTo>
                      <a:pt x="3962" y="2972"/>
                      <a:pt x="4278" y="3264"/>
                      <a:pt x="4500" y="3486"/>
                    </a:cubicBezTo>
                    <a:cubicBezTo>
                      <a:pt x="4685" y="3670"/>
                      <a:pt x="4636" y="3719"/>
                      <a:pt x="4627" y="3735"/>
                    </a:cubicBezTo>
                    <a:close/>
                    <a:moveTo>
                      <a:pt x="4772" y="3280"/>
                    </a:moveTo>
                    <a:cubicBezTo>
                      <a:pt x="4761" y="3268"/>
                      <a:pt x="4754" y="3257"/>
                      <a:pt x="4742" y="3245"/>
                    </a:cubicBezTo>
                    <a:cubicBezTo>
                      <a:pt x="4450" y="2953"/>
                      <a:pt x="4069" y="2640"/>
                      <a:pt x="3835" y="2416"/>
                    </a:cubicBezTo>
                    <a:cubicBezTo>
                      <a:pt x="3763" y="2347"/>
                      <a:pt x="3633" y="2368"/>
                      <a:pt x="3532" y="2399"/>
                    </a:cubicBezTo>
                    <a:cubicBezTo>
                      <a:pt x="3414" y="2419"/>
                      <a:pt x="3304" y="2475"/>
                      <a:pt x="3163" y="2587"/>
                    </a:cubicBezTo>
                    <a:cubicBezTo>
                      <a:pt x="3029" y="2693"/>
                      <a:pt x="2846" y="2838"/>
                      <a:pt x="2747" y="2838"/>
                    </a:cubicBezTo>
                    <a:cubicBezTo>
                      <a:pt x="2734" y="2838"/>
                      <a:pt x="2656" y="2783"/>
                      <a:pt x="2642" y="2768"/>
                    </a:cubicBezTo>
                    <a:cubicBezTo>
                      <a:pt x="2613" y="2740"/>
                      <a:pt x="2697" y="2646"/>
                      <a:pt x="2750" y="2580"/>
                    </a:cubicBezTo>
                    <a:cubicBezTo>
                      <a:pt x="2938" y="2348"/>
                      <a:pt x="3187" y="2086"/>
                      <a:pt x="3513" y="1961"/>
                    </a:cubicBezTo>
                    <a:cubicBezTo>
                      <a:pt x="3790" y="1854"/>
                      <a:pt x="3983" y="1900"/>
                      <a:pt x="4238" y="1904"/>
                    </a:cubicBezTo>
                    <a:lnTo>
                      <a:pt x="5275" y="2929"/>
                    </a:lnTo>
                    <a:cubicBezTo>
                      <a:pt x="5088" y="3043"/>
                      <a:pt x="4909" y="3163"/>
                      <a:pt x="4772" y="3280"/>
                    </a:cubicBezTo>
                    <a:close/>
                    <a:moveTo>
                      <a:pt x="5710" y="2881"/>
                    </a:moveTo>
                    <a:lnTo>
                      <a:pt x="3969" y="1141"/>
                    </a:lnTo>
                    <a:lnTo>
                      <a:pt x="4719" y="392"/>
                    </a:lnTo>
                    <a:lnTo>
                      <a:pt x="6460" y="2132"/>
                    </a:lnTo>
                    <a:lnTo>
                      <a:pt x="5710" y="2881"/>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nvGrpSpPr>
              <p:cNvPr id="153" name="组合 152">
                <a:extLst>
                  <a:ext uri="{FF2B5EF4-FFF2-40B4-BE49-F238E27FC236}">
                    <a16:creationId xmlns:a16="http://schemas.microsoft.com/office/drawing/2014/main" id="{55F2751E-C5F7-F6CC-BA5C-553AD74380C1}"/>
                  </a:ext>
                </a:extLst>
              </p:cNvPr>
              <p:cNvGrpSpPr/>
              <p:nvPr/>
            </p:nvGrpSpPr>
            <p:grpSpPr>
              <a:xfrm>
                <a:off x="660400" y="4199945"/>
                <a:ext cx="3308086" cy="1898443"/>
                <a:chOff x="6933641" y="2524671"/>
                <a:chExt cx="3308086" cy="1898443"/>
              </a:xfrm>
            </p:grpSpPr>
            <p:sp>
              <p:nvSpPr>
                <p:cNvPr id="154" name="Bullet3">
                  <a:extLst>
                    <a:ext uri="{FF2B5EF4-FFF2-40B4-BE49-F238E27FC236}">
                      <a16:creationId xmlns:a16="http://schemas.microsoft.com/office/drawing/2014/main" id="{43648DC1-C6BB-5640-3423-5B3A4767B11C}"/>
                    </a:ext>
                  </a:extLst>
                </p:cNvPr>
                <p:cNvSpPr txBox="1"/>
                <p:nvPr/>
              </p:nvSpPr>
              <p:spPr>
                <a:xfrm>
                  <a:off x="6933641" y="2524671"/>
                  <a:ext cx="3308086" cy="639696"/>
                </a:xfrm>
                <a:prstGeom prst="rect">
                  <a:avLst/>
                </a:prstGeom>
                <a:noFill/>
              </p:spPr>
              <p:txBody>
                <a:bodyPr wrap="square" lIns="91440" tIns="45720" rIns="91440" bIns="45720" rtlCol="0" anchor="b">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b="1">
                      <a:solidFill>
                        <a:schemeClr val="tx1">
                          <a:alpha val="70000"/>
                        </a:schemeClr>
                      </a:solidFill>
                    </a:rPr>
                    <a:t>单击添加小标题</a:t>
                  </a:r>
                  <a:endParaRPr lang="en-US" dirty="0"/>
                </a:p>
              </p:txBody>
            </p:sp>
            <p:sp>
              <p:nvSpPr>
                <p:cNvPr id="155" name="Text3">
                  <a:extLst>
                    <a:ext uri="{FF2B5EF4-FFF2-40B4-BE49-F238E27FC236}">
                      <a16:creationId xmlns:a16="http://schemas.microsoft.com/office/drawing/2014/main" id="{5D95CEBE-A028-1428-347B-BF60F81C9E17}"/>
                    </a:ext>
                  </a:extLst>
                </p:cNvPr>
                <p:cNvSpPr txBox="1"/>
                <p:nvPr/>
              </p:nvSpPr>
              <p:spPr>
                <a:xfrm>
                  <a:off x="6933641" y="3164367"/>
                  <a:ext cx="3308086" cy="1258747"/>
                </a:xfrm>
                <a:prstGeom prst="rect">
                  <a:avLst/>
                </a:prstGeom>
                <a:noFill/>
              </p:spPr>
              <p:txBody>
                <a:bodyPr wrap="square"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r>
                    <a:rPr lang="zh-CN" altLang="en-US" sz="1200">
                      <a:solidFill>
                        <a:schemeClr val="tx1">
                          <a:alpha val="70000"/>
                        </a:schemeClr>
                      </a:solidFill>
                    </a:rPr>
                    <a:t>单击此处添加文本单击此处添加文本单击此处添加文本单击此处添加文本</a:t>
                  </a:r>
                  <a:endParaRPr lang="en-US" dirty="0"/>
                </a:p>
              </p:txBody>
            </p:sp>
          </p:grpSp>
        </p:grpSp>
        <p:grpSp>
          <p:nvGrpSpPr>
            <p:cNvPr id="145" name="组合 144">
              <a:extLst>
                <a:ext uri="{FF2B5EF4-FFF2-40B4-BE49-F238E27FC236}">
                  <a16:creationId xmlns:a16="http://schemas.microsoft.com/office/drawing/2014/main" id="{8EC856ED-3139-FA01-6DA0-717D84245BB8}"/>
                </a:ext>
              </a:extLst>
            </p:cNvPr>
            <p:cNvGrpSpPr/>
            <p:nvPr/>
          </p:nvGrpSpPr>
          <p:grpSpPr>
            <a:xfrm>
              <a:off x="6297993" y="4199945"/>
              <a:ext cx="5220907" cy="1898443"/>
              <a:chOff x="6297993" y="4199945"/>
              <a:chExt cx="5220907" cy="1898443"/>
            </a:xfrm>
          </p:grpSpPr>
          <p:sp>
            <p:nvSpPr>
              <p:cNvPr id="146" name="矩形 145">
                <a:extLst>
                  <a:ext uri="{FF2B5EF4-FFF2-40B4-BE49-F238E27FC236}">
                    <a16:creationId xmlns:a16="http://schemas.microsoft.com/office/drawing/2014/main" id="{2CCCBAC8-B6D8-82BC-8644-AEC73D7FFB91}"/>
                  </a:ext>
                </a:extLst>
              </p:cNvPr>
              <p:cNvSpPr/>
              <p:nvPr/>
            </p:nvSpPr>
            <p:spPr>
              <a:xfrm>
                <a:off x="6297993" y="4302554"/>
                <a:ext cx="1167678" cy="1167676"/>
              </a:xfrm>
              <a:prstGeom prst="rect">
                <a:avLst/>
              </a:prstGeom>
              <a:ln>
                <a:no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47" name="Icon4">
                <a:extLst>
                  <a:ext uri="{FF2B5EF4-FFF2-40B4-BE49-F238E27FC236}">
                    <a16:creationId xmlns:a16="http://schemas.microsoft.com/office/drawing/2014/main" id="{A4635E18-701C-63C5-6F90-4DAA38231EF8}"/>
                  </a:ext>
                </a:extLst>
              </p:cNvPr>
              <p:cNvSpPr/>
              <p:nvPr/>
            </p:nvSpPr>
            <p:spPr>
              <a:xfrm>
                <a:off x="6576990" y="4585174"/>
                <a:ext cx="609685" cy="602436"/>
              </a:xfrm>
              <a:custGeom>
                <a:avLst/>
                <a:gdLst>
                  <a:gd name="T0" fmla="*/ 9216 w 10688"/>
                  <a:gd name="T1" fmla="*/ 6720 h 10560"/>
                  <a:gd name="T2" fmla="*/ 8256 w 10688"/>
                  <a:gd name="T3" fmla="*/ 7072 h 10560"/>
                  <a:gd name="T4" fmla="*/ 7264 w 10688"/>
                  <a:gd name="T5" fmla="*/ 5760 h 10560"/>
                  <a:gd name="T6" fmla="*/ 5664 w 10688"/>
                  <a:gd name="T7" fmla="*/ 2560 h 10560"/>
                  <a:gd name="T8" fmla="*/ 6624 w 10688"/>
                  <a:gd name="T9" fmla="*/ 1280 h 10560"/>
                  <a:gd name="T10" fmla="*/ 4064 w 10688"/>
                  <a:gd name="T11" fmla="*/ 1280 h 10560"/>
                  <a:gd name="T12" fmla="*/ 5024 w 10688"/>
                  <a:gd name="T13" fmla="*/ 3872 h 10560"/>
                  <a:gd name="T14" fmla="*/ 3552 w 10688"/>
                  <a:gd name="T15" fmla="*/ 6432 h 10560"/>
                  <a:gd name="T16" fmla="*/ 2400 w 10688"/>
                  <a:gd name="T17" fmla="*/ 7104 h 10560"/>
                  <a:gd name="T18" fmla="*/ 832 w 10688"/>
                  <a:gd name="T19" fmla="*/ 6880 h 10560"/>
                  <a:gd name="T20" fmla="*/ 1472 w 10688"/>
                  <a:gd name="T21" fmla="*/ 9280 h 10560"/>
                  <a:gd name="T22" fmla="*/ 2688 w 10688"/>
                  <a:gd name="T23" fmla="*/ 7648 h 10560"/>
                  <a:gd name="T24" fmla="*/ 3840 w 10688"/>
                  <a:gd name="T25" fmla="*/ 7008 h 10560"/>
                  <a:gd name="T26" fmla="*/ 6784 w 10688"/>
                  <a:gd name="T27" fmla="*/ 7008 h 10560"/>
                  <a:gd name="T28" fmla="*/ 7936 w 10688"/>
                  <a:gd name="T29" fmla="*/ 7648 h 10560"/>
                  <a:gd name="T30" fmla="*/ 9152 w 10688"/>
                  <a:gd name="T31" fmla="*/ 9280 h 10560"/>
                  <a:gd name="T32" fmla="*/ 9856 w 10688"/>
                  <a:gd name="T33" fmla="*/ 6880 h 10560"/>
                  <a:gd name="T34" fmla="*/ 1472 w 10688"/>
                  <a:gd name="T35" fmla="*/ 8640 h 10560"/>
                  <a:gd name="T36" fmla="*/ 1152 w 10688"/>
                  <a:gd name="T37" fmla="*/ 7456 h 10560"/>
                  <a:gd name="T38" fmla="*/ 2016 w 10688"/>
                  <a:gd name="T39" fmla="*/ 7680 h 10560"/>
                  <a:gd name="T40" fmla="*/ 4704 w 10688"/>
                  <a:gd name="T41" fmla="*/ 1280 h 10560"/>
                  <a:gd name="T42" fmla="*/ 5984 w 10688"/>
                  <a:gd name="T43" fmla="*/ 1280 h 10560"/>
                  <a:gd name="T44" fmla="*/ 4704 w 10688"/>
                  <a:gd name="T45" fmla="*/ 1280 h 10560"/>
                  <a:gd name="T46" fmla="*/ 4064 w 10688"/>
                  <a:gd name="T47" fmla="*/ 5760 h 10560"/>
                  <a:gd name="T48" fmla="*/ 6624 w 10688"/>
                  <a:gd name="T49" fmla="*/ 5760 h 10560"/>
                  <a:gd name="T50" fmla="*/ 9792 w 10688"/>
                  <a:gd name="T51" fmla="*/ 8320 h 10560"/>
                  <a:gd name="T52" fmla="*/ 8928 w 10688"/>
                  <a:gd name="T53" fmla="*/ 8544 h 10560"/>
                  <a:gd name="T54" fmla="*/ 9248 w 10688"/>
                  <a:gd name="T55" fmla="*/ 7360 h 10560"/>
                  <a:gd name="T56" fmla="*/ 9792 w 10688"/>
                  <a:gd name="T57" fmla="*/ 8320 h 10560"/>
                  <a:gd name="T58" fmla="*/ 7520 w 10688"/>
                  <a:gd name="T59" fmla="*/ 9280 h 10560"/>
                  <a:gd name="T60" fmla="*/ 3200 w 10688"/>
                  <a:gd name="T61" fmla="*/ 9312 h 10560"/>
                  <a:gd name="T62" fmla="*/ 3040 w 10688"/>
                  <a:gd name="T63" fmla="*/ 9280 h 10560"/>
                  <a:gd name="T64" fmla="*/ 2880 w 10688"/>
                  <a:gd name="T65" fmla="*/ 9888 h 10560"/>
                  <a:gd name="T66" fmla="*/ 7744 w 10688"/>
                  <a:gd name="T67" fmla="*/ 9888 h 10560"/>
                  <a:gd name="T68" fmla="*/ 7616 w 10688"/>
                  <a:gd name="T69" fmla="*/ 9280 h 10560"/>
                  <a:gd name="T70" fmla="*/ 864 w 10688"/>
                  <a:gd name="T71" fmla="*/ 6176 h 10560"/>
                  <a:gd name="T72" fmla="*/ 1184 w 10688"/>
                  <a:gd name="T73" fmla="*/ 5760 h 10560"/>
                  <a:gd name="T74" fmla="*/ 3456 w 10688"/>
                  <a:gd name="T75" fmla="*/ 1664 h 10560"/>
                  <a:gd name="T76" fmla="*/ 544 w 10688"/>
                  <a:gd name="T77" fmla="*/ 5760 h 10560"/>
                  <a:gd name="T78" fmla="*/ 864 w 10688"/>
                  <a:gd name="T79" fmla="*/ 6176 h 10560"/>
                  <a:gd name="T80" fmla="*/ 9504 w 10688"/>
                  <a:gd name="T81" fmla="*/ 5760 h 10560"/>
                  <a:gd name="T82" fmla="*/ 9792 w 10688"/>
                  <a:gd name="T83" fmla="*/ 6176 h 10560"/>
                  <a:gd name="T84" fmla="*/ 10144 w 10688"/>
                  <a:gd name="T85" fmla="*/ 5888 h 10560"/>
                  <a:gd name="T86" fmla="*/ 7680 w 10688"/>
                  <a:gd name="T87" fmla="*/ 1568 h 10560"/>
                  <a:gd name="T88" fmla="*/ 7360 w 10688"/>
                  <a:gd name="T89" fmla="*/ 2112 h 10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688" h="10560">
                    <a:moveTo>
                      <a:pt x="9856" y="6880"/>
                    </a:moveTo>
                    <a:cubicBezTo>
                      <a:pt x="9664" y="6752"/>
                      <a:pt x="9440" y="6720"/>
                      <a:pt x="9216" y="6720"/>
                    </a:cubicBezTo>
                    <a:cubicBezTo>
                      <a:pt x="8864" y="6720"/>
                      <a:pt x="8544" y="6848"/>
                      <a:pt x="8288" y="7104"/>
                    </a:cubicBezTo>
                    <a:lnTo>
                      <a:pt x="8256" y="7072"/>
                    </a:lnTo>
                    <a:lnTo>
                      <a:pt x="7136" y="6432"/>
                    </a:lnTo>
                    <a:cubicBezTo>
                      <a:pt x="7200" y="6208"/>
                      <a:pt x="7264" y="5984"/>
                      <a:pt x="7264" y="5760"/>
                    </a:cubicBezTo>
                    <a:cubicBezTo>
                      <a:pt x="7264" y="4800"/>
                      <a:pt x="6560" y="4032"/>
                      <a:pt x="5664" y="3872"/>
                    </a:cubicBezTo>
                    <a:lnTo>
                      <a:pt x="5664" y="2560"/>
                    </a:lnTo>
                    <a:lnTo>
                      <a:pt x="5664" y="2528"/>
                    </a:lnTo>
                    <a:cubicBezTo>
                      <a:pt x="6208" y="2400"/>
                      <a:pt x="6624" y="1888"/>
                      <a:pt x="6624" y="1280"/>
                    </a:cubicBezTo>
                    <a:cubicBezTo>
                      <a:pt x="6624" y="576"/>
                      <a:pt x="6048" y="0"/>
                      <a:pt x="5344" y="0"/>
                    </a:cubicBezTo>
                    <a:cubicBezTo>
                      <a:pt x="4640" y="0"/>
                      <a:pt x="4064" y="576"/>
                      <a:pt x="4064" y="1280"/>
                    </a:cubicBezTo>
                    <a:cubicBezTo>
                      <a:pt x="4064" y="1888"/>
                      <a:pt x="4480" y="2368"/>
                      <a:pt x="5024" y="2528"/>
                    </a:cubicBezTo>
                    <a:lnTo>
                      <a:pt x="5024" y="3872"/>
                    </a:lnTo>
                    <a:cubicBezTo>
                      <a:pt x="4128" y="4032"/>
                      <a:pt x="3424" y="4800"/>
                      <a:pt x="3424" y="5760"/>
                    </a:cubicBezTo>
                    <a:cubicBezTo>
                      <a:pt x="3424" y="5984"/>
                      <a:pt x="3456" y="6208"/>
                      <a:pt x="3552" y="6432"/>
                    </a:cubicBezTo>
                    <a:lnTo>
                      <a:pt x="2432" y="7072"/>
                    </a:lnTo>
                    <a:lnTo>
                      <a:pt x="2400" y="7104"/>
                    </a:lnTo>
                    <a:cubicBezTo>
                      <a:pt x="2144" y="6848"/>
                      <a:pt x="1792" y="6720"/>
                      <a:pt x="1472" y="6720"/>
                    </a:cubicBezTo>
                    <a:cubicBezTo>
                      <a:pt x="1248" y="6720"/>
                      <a:pt x="1024" y="6784"/>
                      <a:pt x="832" y="6880"/>
                    </a:cubicBezTo>
                    <a:cubicBezTo>
                      <a:pt x="224" y="7232"/>
                      <a:pt x="0" y="8032"/>
                      <a:pt x="352" y="8640"/>
                    </a:cubicBezTo>
                    <a:cubicBezTo>
                      <a:pt x="576" y="9056"/>
                      <a:pt x="1024" y="9280"/>
                      <a:pt x="1472" y="9280"/>
                    </a:cubicBezTo>
                    <a:cubicBezTo>
                      <a:pt x="1696" y="9280"/>
                      <a:pt x="1920" y="9216"/>
                      <a:pt x="2112" y="9120"/>
                    </a:cubicBezTo>
                    <a:cubicBezTo>
                      <a:pt x="2624" y="8832"/>
                      <a:pt x="2848" y="8224"/>
                      <a:pt x="2688" y="7648"/>
                    </a:cubicBezTo>
                    <a:lnTo>
                      <a:pt x="2720" y="7648"/>
                    </a:lnTo>
                    <a:lnTo>
                      <a:pt x="3840" y="7008"/>
                    </a:lnTo>
                    <a:cubicBezTo>
                      <a:pt x="4192" y="7424"/>
                      <a:pt x="4736" y="7712"/>
                      <a:pt x="5312" y="7712"/>
                    </a:cubicBezTo>
                    <a:cubicBezTo>
                      <a:pt x="5888" y="7712"/>
                      <a:pt x="6432" y="7456"/>
                      <a:pt x="6784" y="7008"/>
                    </a:cubicBezTo>
                    <a:lnTo>
                      <a:pt x="7904" y="7648"/>
                    </a:lnTo>
                    <a:lnTo>
                      <a:pt x="7936" y="7648"/>
                    </a:lnTo>
                    <a:cubicBezTo>
                      <a:pt x="7776" y="8192"/>
                      <a:pt x="8000" y="8800"/>
                      <a:pt x="8512" y="9120"/>
                    </a:cubicBezTo>
                    <a:cubicBezTo>
                      <a:pt x="8704" y="9248"/>
                      <a:pt x="8928" y="9280"/>
                      <a:pt x="9152" y="9280"/>
                    </a:cubicBezTo>
                    <a:cubicBezTo>
                      <a:pt x="9600" y="9280"/>
                      <a:pt x="10016" y="9056"/>
                      <a:pt x="10272" y="8640"/>
                    </a:cubicBezTo>
                    <a:cubicBezTo>
                      <a:pt x="10688" y="8032"/>
                      <a:pt x="10464" y="7232"/>
                      <a:pt x="9856" y="6880"/>
                    </a:cubicBezTo>
                    <a:close/>
                    <a:moveTo>
                      <a:pt x="1792" y="8544"/>
                    </a:moveTo>
                    <a:cubicBezTo>
                      <a:pt x="1696" y="8608"/>
                      <a:pt x="1600" y="8640"/>
                      <a:pt x="1472" y="8640"/>
                    </a:cubicBezTo>
                    <a:cubicBezTo>
                      <a:pt x="1248" y="8640"/>
                      <a:pt x="1024" y="8512"/>
                      <a:pt x="928" y="8320"/>
                    </a:cubicBezTo>
                    <a:cubicBezTo>
                      <a:pt x="736" y="8000"/>
                      <a:pt x="864" y="7616"/>
                      <a:pt x="1152" y="7456"/>
                    </a:cubicBezTo>
                    <a:cubicBezTo>
                      <a:pt x="1248" y="7392"/>
                      <a:pt x="1344" y="7360"/>
                      <a:pt x="1472" y="7360"/>
                    </a:cubicBezTo>
                    <a:cubicBezTo>
                      <a:pt x="1696" y="7360"/>
                      <a:pt x="1920" y="7488"/>
                      <a:pt x="2016" y="7680"/>
                    </a:cubicBezTo>
                    <a:cubicBezTo>
                      <a:pt x="2208" y="8000"/>
                      <a:pt x="2080" y="8384"/>
                      <a:pt x="1792" y="8544"/>
                    </a:cubicBezTo>
                    <a:close/>
                    <a:moveTo>
                      <a:pt x="4704" y="1280"/>
                    </a:moveTo>
                    <a:cubicBezTo>
                      <a:pt x="4704" y="928"/>
                      <a:pt x="4992" y="640"/>
                      <a:pt x="5344" y="640"/>
                    </a:cubicBezTo>
                    <a:cubicBezTo>
                      <a:pt x="5696" y="640"/>
                      <a:pt x="5984" y="928"/>
                      <a:pt x="5984" y="1280"/>
                    </a:cubicBezTo>
                    <a:cubicBezTo>
                      <a:pt x="5984" y="1632"/>
                      <a:pt x="5696" y="1920"/>
                      <a:pt x="5344" y="1920"/>
                    </a:cubicBezTo>
                    <a:cubicBezTo>
                      <a:pt x="4992" y="1920"/>
                      <a:pt x="4704" y="1632"/>
                      <a:pt x="4704" y="1280"/>
                    </a:cubicBezTo>
                    <a:close/>
                    <a:moveTo>
                      <a:pt x="5344" y="7040"/>
                    </a:moveTo>
                    <a:cubicBezTo>
                      <a:pt x="4640" y="7040"/>
                      <a:pt x="4064" y="6464"/>
                      <a:pt x="4064" y="5760"/>
                    </a:cubicBezTo>
                    <a:cubicBezTo>
                      <a:pt x="4064" y="5056"/>
                      <a:pt x="4640" y="4480"/>
                      <a:pt x="5344" y="4480"/>
                    </a:cubicBezTo>
                    <a:cubicBezTo>
                      <a:pt x="6048" y="4480"/>
                      <a:pt x="6624" y="5056"/>
                      <a:pt x="6624" y="5760"/>
                    </a:cubicBezTo>
                    <a:cubicBezTo>
                      <a:pt x="6624" y="6464"/>
                      <a:pt x="6048" y="7040"/>
                      <a:pt x="5344" y="7040"/>
                    </a:cubicBezTo>
                    <a:close/>
                    <a:moveTo>
                      <a:pt x="9792" y="8320"/>
                    </a:moveTo>
                    <a:cubicBezTo>
                      <a:pt x="9664" y="8512"/>
                      <a:pt x="9472" y="8640"/>
                      <a:pt x="9248" y="8640"/>
                    </a:cubicBezTo>
                    <a:cubicBezTo>
                      <a:pt x="9120" y="8640"/>
                      <a:pt x="9024" y="8608"/>
                      <a:pt x="8928" y="8544"/>
                    </a:cubicBezTo>
                    <a:cubicBezTo>
                      <a:pt x="8608" y="8352"/>
                      <a:pt x="8512" y="7968"/>
                      <a:pt x="8704" y="7680"/>
                    </a:cubicBezTo>
                    <a:cubicBezTo>
                      <a:pt x="8832" y="7488"/>
                      <a:pt x="9024" y="7360"/>
                      <a:pt x="9248" y="7360"/>
                    </a:cubicBezTo>
                    <a:cubicBezTo>
                      <a:pt x="9376" y="7360"/>
                      <a:pt x="9472" y="7392"/>
                      <a:pt x="9568" y="7456"/>
                    </a:cubicBezTo>
                    <a:cubicBezTo>
                      <a:pt x="9856" y="7616"/>
                      <a:pt x="9952" y="8000"/>
                      <a:pt x="9792" y="8320"/>
                    </a:cubicBezTo>
                    <a:close/>
                    <a:moveTo>
                      <a:pt x="7616" y="9280"/>
                    </a:moveTo>
                    <a:lnTo>
                      <a:pt x="7520" y="9280"/>
                    </a:lnTo>
                    <a:lnTo>
                      <a:pt x="7456" y="9312"/>
                    </a:lnTo>
                    <a:cubicBezTo>
                      <a:pt x="6176" y="10080"/>
                      <a:pt x="4480" y="10080"/>
                      <a:pt x="3200" y="9312"/>
                    </a:cubicBezTo>
                    <a:lnTo>
                      <a:pt x="3136" y="9280"/>
                    </a:lnTo>
                    <a:lnTo>
                      <a:pt x="3040" y="9280"/>
                    </a:lnTo>
                    <a:cubicBezTo>
                      <a:pt x="2848" y="9280"/>
                      <a:pt x="2720" y="9408"/>
                      <a:pt x="2720" y="9600"/>
                    </a:cubicBezTo>
                    <a:cubicBezTo>
                      <a:pt x="2720" y="9728"/>
                      <a:pt x="2784" y="9824"/>
                      <a:pt x="2880" y="9888"/>
                    </a:cubicBezTo>
                    <a:cubicBezTo>
                      <a:pt x="3616" y="10336"/>
                      <a:pt x="4448" y="10560"/>
                      <a:pt x="5312" y="10560"/>
                    </a:cubicBezTo>
                    <a:cubicBezTo>
                      <a:pt x="6176" y="10560"/>
                      <a:pt x="7008" y="10336"/>
                      <a:pt x="7744" y="9888"/>
                    </a:cubicBezTo>
                    <a:cubicBezTo>
                      <a:pt x="7840" y="9824"/>
                      <a:pt x="7936" y="9728"/>
                      <a:pt x="7936" y="9600"/>
                    </a:cubicBezTo>
                    <a:cubicBezTo>
                      <a:pt x="7936" y="9440"/>
                      <a:pt x="7808" y="9280"/>
                      <a:pt x="7616" y="9280"/>
                    </a:cubicBezTo>
                    <a:close/>
                    <a:moveTo>
                      <a:pt x="864" y="6176"/>
                    </a:moveTo>
                    <a:cubicBezTo>
                      <a:pt x="864" y="6176"/>
                      <a:pt x="896" y="6176"/>
                      <a:pt x="864" y="6176"/>
                    </a:cubicBezTo>
                    <a:cubicBezTo>
                      <a:pt x="1056" y="6144"/>
                      <a:pt x="1216" y="6016"/>
                      <a:pt x="1184" y="5824"/>
                    </a:cubicBezTo>
                    <a:lnTo>
                      <a:pt x="1184" y="5760"/>
                    </a:lnTo>
                    <a:cubicBezTo>
                      <a:pt x="1184" y="4256"/>
                      <a:pt x="2016" y="2848"/>
                      <a:pt x="3328" y="2112"/>
                    </a:cubicBezTo>
                    <a:cubicBezTo>
                      <a:pt x="3488" y="2016"/>
                      <a:pt x="3552" y="1824"/>
                      <a:pt x="3456" y="1664"/>
                    </a:cubicBezTo>
                    <a:cubicBezTo>
                      <a:pt x="3360" y="1504"/>
                      <a:pt x="3168" y="1440"/>
                      <a:pt x="3008" y="1536"/>
                    </a:cubicBezTo>
                    <a:cubicBezTo>
                      <a:pt x="1504" y="2400"/>
                      <a:pt x="544" y="4000"/>
                      <a:pt x="544" y="5760"/>
                    </a:cubicBezTo>
                    <a:lnTo>
                      <a:pt x="544" y="5888"/>
                    </a:lnTo>
                    <a:cubicBezTo>
                      <a:pt x="576" y="6048"/>
                      <a:pt x="704" y="6176"/>
                      <a:pt x="864" y="6176"/>
                    </a:cubicBezTo>
                    <a:close/>
                    <a:moveTo>
                      <a:pt x="7360" y="2112"/>
                    </a:moveTo>
                    <a:cubicBezTo>
                      <a:pt x="8672" y="2848"/>
                      <a:pt x="9504" y="4256"/>
                      <a:pt x="9504" y="5760"/>
                    </a:cubicBezTo>
                    <a:lnTo>
                      <a:pt x="9504" y="5824"/>
                    </a:lnTo>
                    <a:cubicBezTo>
                      <a:pt x="9472" y="5984"/>
                      <a:pt x="9600" y="6144"/>
                      <a:pt x="9792" y="6176"/>
                    </a:cubicBezTo>
                    <a:lnTo>
                      <a:pt x="9824" y="6176"/>
                    </a:lnTo>
                    <a:cubicBezTo>
                      <a:pt x="9984" y="6176"/>
                      <a:pt x="10112" y="6048"/>
                      <a:pt x="10144" y="5888"/>
                    </a:cubicBezTo>
                    <a:lnTo>
                      <a:pt x="10144" y="5760"/>
                    </a:lnTo>
                    <a:cubicBezTo>
                      <a:pt x="10144" y="4000"/>
                      <a:pt x="9184" y="2400"/>
                      <a:pt x="7680" y="1568"/>
                    </a:cubicBezTo>
                    <a:cubicBezTo>
                      <a:pt x="7520" y="1472"/>
                      <a:pt x="7328" y="1536"/>
                      <a:pt x="7232" y="1696"/>
                    </a:cubicBezTo>
                    <a:cubicBezTo>
                      <a:pt x="7136" y="1856"/>
                      <a:pt x="7200" y="2048"/>
                      <a:pt x="7360" y="2112"/>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nvGrpSpPr>
              <p:cNvPr id="148" name="组合 147">
                <a:extLst>
                  <a:ext uri="{FF2B5EF4-FFF2-40B4-BE49-F238E27FC236}">
                    <a16:creationId xmlns:a16="http://schemas.microsoft.com/office/drawing/2014/main" id="{8DA0840D-4CE2-8ADE-01AF-003859372ADD}"/>
                  </a:ext>
                </a:extLst>
              </p:cNvPr>
              <p:cNvGrpSpPr/>
              <p:nvPr/>
            </p:nvGrpSpPr>
            <p:grpSpPr>
              <a:xfrm>
                <a:off x="8230326" y="4199945"/>
                <a:ext cx="3288574" cy="1898443"/>
                <a:chOff x="7500555" y="3836501"/>
                <a:chExt cx="3288574" cy="1898443"/>
              </a:xfrm>
            </p:grpSpPr>
            <p:sp>
              <p:nvSpPr>
                <p:cNvPr id="149" name="Bullet4">
                  <a:extLst>
                    <a:ext uri="{FF2B5EF4-FFF2-40B4-BE49-F238E27FC236}">
                      <a16:creationId xmlns:a16="http://schemas.microsoft.com/office/drawing/2014/main" id="{BF0D23C7-D681-D808-3CCF-DABBA7A6B4D9}"/>
                    </a:ext>
                  </a:extLst>
                </p:cNvPr>
                <p:cNvSpPr txBox="1"/>
                <p:nvPr/>
              </p:nvSpPr>
              <p:spPr>
                <a:xfrm>
                  <a:off x="7500555" y="3836501"/>
                  <a:ext cx="3288574" cy="639696"/>
                </a:xfrm>
                <a:prstGeom prst="rect">
                  <a:avLst/>
                </a:prstGeom>
                <a:noFill/>
              </p:spPr>
              <p:txBody>
                <a:bodyPr wrap="square" lIns="91440" tIns="45720" rIns="91440" bIns="45720" rtlCol="0" anchor="b">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a:solidFill>
                        <a:schemeClr val="tx1">
                          <a:alpha val="70000"/>
                        </a:schemeClr>
                      </a:solidFill>
                    </a:rPr>
                    <a:t>单击添加小标题</a:t>
                  </a:r>
                  <a:endParaRPr lang="en-US" dirty="0"/>
                </a:p>
              </p:txBody>
            </p:sp>
            <p:sp>
              <p:nvSpPr>
                <p:cNvPr id="150" name="Text4">
                  <a:extLst>
                    <a:ext uri="{FF2B5EF4-FFF2-40B4-BE49-F238E27FC236}">
                      <a16:creationId xmlns:a16="http://schemas.microsoft.com/office/drawing/2014/main" id="{E284BAF1-542B-28F1-210F-62443D56CB42}"/>
                    </a:ext>
                  </a:extLst>
                </p:cNvPr>
                <p:cNvSpPr txBox="1"/>
                <p:nvPr/>
              </p:nvSpPr>
              <p:spPr>
                <a:xfrm>
                  <a:off x="7500555" y="4476197"/>
                  <a:ext cx="3288574" cy="1258747"/>
                </a:xfrm>
                <a:prstGeom prst="rect">
                  <a:avLst/>
                </a:prstGeom>
                <a:noFill/>
              </p:spPr>
              <p:txBody>
                <a:bodyPr wrap="square"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200">
                      <a:solidFill>
                        <a:schemeClr val="tx1">
                          <a:alpha val="70000"/>
                        </a:schemeClr>
                      </a:solidFill>
                    </a:rPr>
                    <a:t>单击此处添加文本单击此处添加文本单击此处添加文本单击此处添加文本</a:t>
                  </a:r>
                  <a:endParaRPr lang="en-US" dirty="0"/>
                </a:p>
              </p:txBody>
            </p:sp>
          </p:grpSp>
        </p:grpSp>
      </p:grpSp>
    </p:spTree>
    <p:extLst>
      <p:ext uri="{BB962C8B-B14F-4D97-AF65-F5344CB8AC3E}">
        <p14:creationId xmlns:p14="http://schemas.microsoft.com/office/powerpoint/2010/main" val="3605941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2D51E-705E-BD31-1323-DA6203E76CF0}"/>
            </a:ext>
          </a:extLst>
        </p:cNvPr>
        <p:cNvGrpSpPr/>
        <p:nvPr/>
      </p:nvGrpSpPr>
      <p:grpSpPr>
        <a:xfrm>
          <a:off x="0" y="0"/>
          <a:ext cx="0" cy="0"/>
          <a:chOff x="0" y="0"/>
          <a:chExt cx="0" cy="0"/>
        </a:xfrm>
      </p:grpSpPr>
      <p:sp>
        <p:nvSpPr>
          <p:cNvPr id="79" name="标题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dirty="0"/>
              <a:t>单击此处添加页面标题</a:t>
            </a:r>
            <a:endParaRPr lang="en-US" dirty="0"/>
          </a:p>
        </p:txBody>
      </p:sp>
      <p:grpSp>
        <p:nvGrpSpPr>
          <p:cNvPr id="49" name="组合 48">
            <a:extLst>
              <a:ext uri="{FF2B5EF4-FFF2-40B4-BE49-F238E27FC236}">
                <a16:creationId xmlns:a16="http://schemas.microsoft.com/office/drawing/2014/main" id="{FD773283-F81F-C364-4C51-135C13085845}"/>
              </a:ext>
            </a:extLst>
          </p:cNvPr>
          <p:cNvGrpSpPr/>
          <p:nvPr/>
        </p:nvGrpSpPr>
        <p:grpSpPr>
          <a:xfrm>
            <a:off x="660400" y="1130300"/>
            <a:ext cx="11531600" cy="5003800"/>
            <a:chOff x="660400" y="1130300"/>
            <a:chExt cx="11531600" cy="5003800"/>
          </a:xfrm>
        </p:grpSpPr>
        <p:sp>
          <p:nvSpPr>
            <p:cNvPr id="6" name="PictureMisc">
              <a:extLst>
                <a:ext uri="{FF2B5EF4-FFF2-40B4-BE49-F238E27FC236}">
                  <a16:creationId xmlns:a16="http://schemas.microsoft.com/office/drawing/2014/main" id="{83C336E3-BDCA-1CC2-67C7-2D93C5C83AF6}"/>
                </a:ext>
              </a:extLst>
            </p:cNvPr>
            <p:cNvSpPr/>
            <p:nvPr/>
          </p:nvSpPr>
          <p:spPr>
            <a:xfrm>
              <a:off x="660400" y="2142260"/>
              <a:ext cx="2906811" cy="3991839"/>
            </a:xfrm>
            <a:prstGeom prst="rect">
              <a:avLst/>
            </a:prstGeom>
            <a:blipFill>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p>
          </p:txBody>
        </p:sp>
        <p:sp>
          <p:nvSpPr>
            <p:cNvPr id="13" name="Title">
              <a:extLst>
                <a:ext uri="{FF2B5EF4-FFF2-40B4-BE49-F238E27FC236}">
                  <a16:creationId xmlns:a16="http://schemas.microsoft.com/office/drawing/2014/main" id="{6D56DB12-8D55-62B4-6AA0-4B50FECC47C2}"/>
                </a:ext>
              </a:extLst>
            </p:cNvPr>
            <p:cNvSpPr/>
            <p:nvPr/>
          </p:nvSpPr>
          <p:spPr>
            <a:xfrm>
              <a:off x="660400" y="1130300"/>
              <a:ext cx="9675791" cy="628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r>
                <a:rPr kumimoji="1" lang="zh-CN" altLang="en-US" sz="2400" b="1" dirty="0">
                  <a:solidFill>
                    <a:schemeClr val="tx1"/>
                  </a:solidFill>
                </a:rPr>
                <a:t>单击此处添加长一点的副标题</a:t>
              </a:r>
              <a:endParaRPr lang="en-US" dirty="0">
                <a:solidFill>
                  <a:schemeClr val="tx1"/>
                </a:solidFill>
              </a:endParaRPr>
            </a:p>
          </p:txBody>
        </p:sp>
        <p:grpSp>
          <p:nvGrpSpPr>
            <p:cNvPr id="75" name="组合 74">
              <a:extLst>
                <a:ext uri="{FF2B5EF4-FFF2-40B4-BE49-F238E27FC236}">
                  <a16:creationId xmlns:a16="http://schemas.microsoft.com/office/drawing/2014/main" id="{792287CF-2583-9FD9-B776-10D6B40F7F21}"/>
                </a:ext>
              </a:extLst>
            </p:cNvPr>
            <p:cNvGrpSpPr/>
            <p:nvPr/>
          </p:nvGrpSpPr>
          <p:grpSpPr>
            <a:xfrm>
              <a:off x="4180081" y="2142260"/>
              <a:ext cx="6775357" cy="1147824"/>
              <a:chOff x="5661423" y="1447365"/>
              <a:chExt cx="6775357" cy="1147824"/>
            </a:xfrm>
          </p:grpSpPr>
          <p:sp>
            <p:nvSpPr>
              <p:cNvPr id="10" name="Number1">
                <a:extLst>
                  <a:ext uri="{FF2B5EF4-FFF2-40B4-BE49-F238E27FC236}">
                    <a16:creationId xmlns:a16="http://schemas.microsoft.com/office/drawing/2014/main" id="{50EC94FD-4B9F-BFD5-EA28-889058539D78}"/>
                  </a:ext>
                </a:extLst>
              </p:cNvPr>
              <p:cNvSpPr>
                <a:spLocks noChangeAspect="1"/>
              </p:cNvSpPr>
              <p:nvPr/>
            </p:nvSpPr>
            <p:spPr>
              <a:xfrm>
                <a:off x="5661423" y="1447365"/>
                <a:ext cx="648000" cy="648000"/>
              </a:xfrm>
              <a:prstGeom prst="rect">
                <a:avLst/>
              </a:prstGeom>
              <a:ln w="381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r>
                  <a:rPr lang="en-US" altLang="zh-CN" sz="2800" b="1" dirty="0">
                    <a:solidFill>
                      <a:srgbClr val="FFFFFF"/>
                    </a:solidFill>
                  </a:rPr>
                  <a:t>1</a:t>
                </a:r>
                <a:endParaRPr lang="zh-CN" altLang="en-US" sz="2800" b="1" dirty="0">
                  <a:solidFill>
                    <a:srgbClr val="FFFFFF"/>
                  </a:solidFill>
                </a:endParaRPr>
              </a:p>
            </p:txBody>
          </p:sp>
          <p:sp>
            <p:nvSpPr>
              <p:cNvPr id="26" name="Bullet1">
                <a:extLst>
                  <a:ext uri="{FF2B5EF4-FFF2-40B4-BE49-F238E27FC236}">
                    <a16:creationId xmlns:a16="http://schemas.microsoft.com/office/drawing/2014/main" id="{806833DE-BDB7-E965-5A7E-C8A86BFD2B95}"/>
                  </a:ext>
                </a:extLst>
              </p:cNvPr>
              <p:cNvSpPr txBox="1">
                <a:spLocks/>
              </p:cNvSpPr>
              <p:nvPr/>
            </p:nvSpPr>
            <p:spPr>
              <a:xfrm>
                <a:off x="6412374" y="1447365"/>
                <a:ext cx="6024406" cy="511143"/>
              </a:xfrm>
              <a:prstGeom prst="rect">
                <a:avLst/>
              </a:prstGeom>
              <a:noFill/>
            </p:spPr>
            <p:txBody>
              <a:bodyPr wrap="square" lIns="91440" tIns="45720" rIns="91440" bIns="45720" anchor="b" anchorCtr="0">
                <a:normAutofit/>
              </a:bodyPr>
              <a:lstStyle/>
              <a:p>
                <a:r>
                  <a:rPr lang="zh-CN" altLang="en-US" b="1" dirty="0"/>
                  <a:t>单击添加小标题</a:t>
                </a:r>
                <a:endParaRPr lang="en-US" dirty="0"/>
              </a:p>
            </p:txBody>
          </p:sp>
          <p:sp>
            <p:nvSpPr>
              <p:cNvPr id="32" name="Text1">
                <a:extLst>
                  <a:ext uri="{FF2B5EF4-FFF2-40B4-BE49-F238E27FC236}">
                    <a16:creationId xmlns:a16="http://schemas.microsoft.com/office/drawing/2014/main" id="{306CF359-2A37-415E-50C2-F57F7E296FEB}"/>
                  </a:ext>
                </a:extLst>
              </p:cNvPr>
              <p:cNvSpPr txBox="1">
                <a:spLocks/>
              </p:cNvSpPr>
              <p:nvPr/>
            </p:nvSpPr>
            <p:spPr>
              <a:xfrm>
                <a:off x="6412374" y="1966666"/>
                <a:ext cx="6024406" cy="628523"/>
              </a:xfrm>
              <a:prstGeom prst="rect">
                <a:avLst/>
              </a:prstGeom>
              <a:noFill/>
            </p:spPr>
            <p:txBody>
              <a:bodyPr wrap="square" lIns="91440" tIns="45720" rIns="91440" bIns="45720" rtlCol="0" anchor="t" anchorCtr="0">
                <a:normAutofit/>
              </a:bodyPr>
              <a:lstStyle/>
              <a:p>
                <a:pPr>
                  <a:lnSpc>
                    <a:spcPct val="120000"/>
                  </a:lnSpc>
                </a:pPr>
                <a:r>
                  <a:rPr lang="zh-CN" altLang="en-US" sz="1200"/>
                  <a:t>单击此处添加文本单击此处添加文本单击此处添加文本单击此处添加文本</a:t>
                </a:r>
                <a:endParaRPr lang="en-US" dirty="0"/>
              </a:p>
            </p:txBody>
          </p:sp>
        </p:grpSp>
        <p:grpSp>
          <p:nvGrpSpPr>
            <p:cNvPr id="76" name="组合 75">
              <a:extLst>
                <a:ext uri="{FF2B5EF4-FFF2-40B4-BE49-F238E27FC236}">
                  <a16:creationId xmlns:a16="http://schemas.microsoft.com/office/drawing/2014/main" id="{E5350645-8F3C-517A-E456-AC6CD204C792}"/>
                </a:ext>
              </a:extLst>
            </p:cNvPr>
            <p:cNvGrpSpPr/>
            <p:nvPr/>
          </p:nvGrpSpPr>
          <p:grpSpPr>
            <a:xfrm>
              <a:off x="4180081" y="3559573"/>
              <a:ext cx="6775357" cy="1153017"/>
              <a:chOff x="5661423" y="2457357"/>
              <a:chExt cx="6775357" cy="1153017"/>
            </a:xfrm>
          </p:grpSpPr>
          <p:sp>
            <p:nvSpPr>
              <p:cNvPr id="14" name="Number2">
                <a:extLst>
                  <a:ext uri="{FF2B5EF4-FFF2-40B4-BE49-F238E27FC236}">
                    <a16:creationId xmlns:a16="http://schemas.microsoft.com/office/drawing/2014/main" id="{BD28176E-9FC9-57C3-6EAE-919A464D0E1B}"/>
                  </a:ext>
                </a:extLst>
              </p:cNvPr>
              <p:cNvSpPr>
                <a:spLocks noChangeAspect="1"/>
              </p:cNvSpPr>
              <p:nvPr/>
            </p:nvSpPr>
            <p:spPr>
              <a:xfrm>
                <a:off x="5661423" y="2457357"/>
                <a:ext cx="648000" cy="648000"/>
              </a:xfrm>
              <a:prstGeom prst="rect">
                <a:avLst/>
              </a:prstGeom>
              <a:ln w="381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r>
                  <a:rPr lang="en-US" altLang="zh-CN" sz="2800" b="1" dirty="0">
                    <a:solidFill>
                      <a:srgbClr val="FFFFFF"/>
                    </a:solidFill>
                  </a:rPr>
                  <a:t>2</a:t>
                </a:r>
                <a:endParaRPr lang="zh-CN" altLang="en-US" sz="2800" b="1" dirty="0">
                  <a:solidFill>
                    <a:srgbClr val="FFFFFF"/>
                  </a:solidFill>
                </a:endParaRPr>
              </a:p>
            </p:txBody>
          </p:sp>
          <p:sp>
            <p:nvSpPr>
              <p:cNvPr id="28" name="Bullet2">
                <a:extLst>
                  <a:ext uri="{FF2B5EF4-FFF2-40B4-BE49-F238E27FC236}">
                    <a16:creationId xmlns:a16="http://schemas.microsoft.com/office/drawing/2014/main" id="{1FDBD196-E782-44B9-83EB-7A4B8DA752E7}"/>
                  </a:ext>
                </a:extLst>
              </p:cNvPr>
              <p:cNvSpPr txBox="1">
                <a:spLocks/>
              </p:cNvSpPr>
              <p:nvPr/>
            </p:nvSpPr>
            <p:spPr>
              <a:xfrm>
                <a:off x="6412374" y="2463088"/>
                <a:ext cx="6024406" cy="511143"/>
              </a:xfrm>
              <a:prstGeom prst="rect">
                <a:avLst/>
              </a:prstGeom>
              <a:noFill/>
            </p:spPr>
            <p:txBody>
              <a:bodyPr wrap="square" lIns="91440" tIns="45720" rIns="91440" bIns="45720" anchor="b" anchorCtr="0">
                <a:normAutofit/>
              </a:bodyPr>
              <a:lstStyle/>
              <a:p>
                <a:r>
                  <a:rPr lang="zh-CN" altLang="en-US" b="1"/>
                  <a:t>单击添加小标题</a:t>
                </a:r>
                <a:endParaRPr lang="en-US" dirty="0"/>
              </a:p>
            </p:txBody>
          </p:sp>
          <p:sp>
            <p:nvSpPr>
              <p:cNvPr id="33" name="Text2">
                <a:extLst>
                  <a:ext uri="{FF2B5EF4-FFF2-40B4-BE49-F238E27FC236}">
                    <a16:creationId xmlns:a16="http://schemas.microsoft.com/office/drawing/2014/main" id="{9F1AFF94-3CFA-A27D-D235-C13C4B5BEBA3}"/>
                  </a:ext>
                </a:extLst>
              </p:cNvPr>
              <p:cNvSpPr txBox="1">
                <a:spLocks/>
              </p:cNvSpPr>
              <p:nvPr/>
            </p:nvSpPr>
            <p:spPr>
              <a:xfrm>
                <a:off x="6412374" y="2981851"/>
                <a:ext cx="6024406" cy="628523"/>
              </a:xfrm>
              <a:prstGeom prst="rect">
                <a:avLst/>
              </a:prstGeom>
              <a:noFill/>
            </p:spPr>
            <p:txBody>
              <a:bodyPr wrap="square" lIns="91440" tIns="45720" rIns="91440" bIns="45720" rtlCol="0" anchor="t" anchorCtr="0">
                <a:normAutofit/>
              </a:bodyPr>
              <a:lstStyle/>
              <a:p>
                <a:pPr>
                  <a:lnSpc>
                    <a:spcPct val="120000"/>
                  </a:lnSpc>
                </a:pPr>
                <a:r>
                  <a:rPr lang="zh-CN" altLang="en-US" sz="1200"/>
                  <a:t>单击此处添加文本单击此处添加文本单击此处添加文本单击此处添加文本</a:t>
                </a:r>
                <a:endParaRPr lang="en-US" dirty="0"/>
              </a:p>
            </p:txBody>
          </p:sp>
        </p:grpSp>
        <p:grpSp>
          <p:nvGrpSpPr>
            <p:cNvPr id="77" name="组合 76">
              <a:extLst>
                <a:ext uri="{FF2B5EF4-FFF2-40B4-BE49-F238E27FC236}">
                  <a16:creationId xmlns:a16="http://schemas.microsoft.com/office/drawing/2014/main" id="{06A24AC0-DC5C-C140-09FB-632A17A05141}"/>
                </a:ext>
              </a:extLst>
            </p:cNvPr>
            <p:cNvGrpSpPr/>
            <p:nvPr/>
          </p:nvGrpSpPr>
          <p:grpSpPr>
            <a:xfrm>
              <a:off x="4177060" y="4983291"/>
              <a:ext cx="6778378" cy="1150809"/>
              <a:chOff x="5658402" y="3467349"/>
              <a:chExt cx="6778378" cy="1150809"/>
            </a:xfrm>
          </p:grpSpPr>
          <p:sp>
            <p:nvSpPr>
              <p:cNvPr id="18" name="Number3">
                <a:extLst>
                  <a:ext uri="{FF2B5EF4-FFF2-40B4-BE49-F238E27FC236}">
                    <a16:creationId xmlns:a16="http://schemas.microsoft.com/office/drawing/2014/main" id="{3F714260-A66D-5856-D8F9-8CB7E819F710}"/>
                  </a:ext>
                </a:extLst>
              </p:cNvPr>
              <p:cNvSpPr>
                <a:spLocks noChangeAspect="1"/>
              </p:cNvSpPr>
              <p:nvPr/>
            </p:nvSpPr>
            <p:spPr>
              <a:xfrm>
                <a:off x="5658402" y="3467349"/>
                <a:ext cx="648000" cy="648000"/>
              </a:xfrm>
              <a:prstGeom prst="rect">
                <a:avLst/>
              </a:prstGeom>
              <a:ln w="381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r>
                  <a:rPr lang="en-US" altLang="zh-CN" sz="2800" b="1" dirty="0">
                    <a:solidFill>
                      <a:srgbClr val="FFFFFF"/>
                    </a:solidFill>
                  </a:rPr>
                  <a:t>3</a:t>
                </a:r>
                <a:endParaRPr lang="zh-CN" altLang="en-US" sz="2800" b="1" dirty="0">
                  <a:solidFill>
                    <a:srgbClr val="FFFFFF"/>
                  </a:solidFill>
                </a:endParaRPr>
              </a:p>
            </p:txBody>
          </p:sp>
          <p:sp>
            <p:nvSpPr>
              <p:cNvPr id="30" name="Bullet3">
                <a:extLst>
                  <a:ext uri="{FF2B5EF4-FFF2-40B4-BE49-F238E27FC236}">
                    <a16:creationId xmlns:a16="http://schemas.microsoft.com/office/drawing/2014/main" id="{B0BA9C8A-0BDA-98DD-7FC1-8B03337704C2}"/>
                  </a:ext>
                </a:extLst>
              </p:cNvPr>
              <p:cNvSpPr txBox="1">
                <a:spLocks/>
              </p:cNvSpPr>
              <p:nvPr/>
            </p:nvSpPr>
            <p:spPr>
              <a:xfrm>
                <a:off x="6412374" y="3471868"/>
                <a:ext cx="6024406" cy="511143"/>
              </a:xfrm>
              <a:prstGeom prst="rect">
                <a:avLst/>
              </a:prstGeom>
              <a:noFill/>
            </p:spPr>
            <p:txBody>
              <a:bodyPr wrap="square" lIns="91440" tIns="45720" rIns="91440" bIns="45720" anchor="b" anchorCtr="0">
                <a:normAutofit/>
              </a:bodyPr>
              <a:lstStyle/>
              <a:p>
                <a:r>
                  <a:rPr lang="zh-CN" altLang="en-US" b="1"/>
                  <a:t>单击添加小标题</a:t>
                </a:r>
                <a:endParaRPr lang="en-US" dirty="0"/>
              </a:p>
            </p:txBody>
          </p:sp>
          <p:sp>
            <p:nvSpPr>
              <p:cNvPr id="34" name="Text3">
                <a:extLst>
                  <a:ext uri="{FF2B5EF4-FFF2-40B4-BE49-F238E27FC236}">
                    <a16:creationId xmlns:a16="http://schemas.microsoft.com/office/drawing/2014/main" id="{160BE674-7C4F-BBA8-28AF-6A551D56C0A1}"/>
                  </a:ext>
                </a:extLst>
              </p:cNvPr>
              <p:cNvSpPr txBox="1">
                <a:spLocks/>
              </p:cNvSpPr>
              <p:nvPr/>
            </p:nvSpPr>
            <p:spPr>
              <a:xfrm>
                <a:off x="6412374" y="3989635"/>
                <a:ext cx="6024406" cy="628523"/>
              </a:xfrm>
              <a:prstGeom prst="rect">
                <a:avLst/>
              </a:prstGeom>
              <a:noFill/>
            </p:spPr>
            <p:txBody>
              <a:bodyPr wrap="square" lIns="91440" tIns="45720" rIns="91440" bIns="45720" rtlCol="0" anchor="t" anchorCtr="0">
                <a:normAutofit/>
              </a:bodyPr>
              <a:lstStyle/>
              <a:p>
                <a:pPr>
                  <a:lnSpc>
                    <a:spcPct val="120000"/>
                  </a:lnSpc>
                </a:pPr>
                <a:r>
                  <a:rPr lang="zh-CN" altLang="en-US" sz="1200" dirty="0"/>
                  <a:t>单击此处添加文本单击此处添加文本单击此处添加文本单击此处添加文本</a:t>
                </a:r>
                <a:endParaRPr lang="en-US" dirty="0"/>
              </a:p>
            </p:txBody>
          </p:sp>
        </p:grpSp>
        <p:grpSp>
          <p:nvGrpSpPr>
            <p:cNvPr id="22" name="组合 21">
              <a:extLst>
                <a:ext uri="{FF2B5EF4-FFF2-40B4-BE49-F238E27FC236}">
                  <a16:creationId xmlns:a16="http://schemas.microsoft.com/office/drawing/2014/main" id="{69F2F04F-7E65-A340-D55A-4CEFB1258B2E}"/>
                </a:ext>
              </a:extLst>
            </p:cNvPr>
            <p:cNvGrpSpPr/>
            <p:nvPr/>
          </p:nvGrpSpPr>
          <p:grpSpPr>
            <a:xfrm>
              <a:off x="11086900" y="5702100"/>
              <a:ext cx="432000" cy="432000"/>
              <a:chOff x="11086900" y="5785177"/>
              <a:chExt cx="432000" cy="432000"/>
            </a:xfrm>
          </p:grpSpPr>
          <p:sp>
            <p:nvSpPr>
              <p:cNvPr id="19" name="椭圆 18">
                <a:extLst>
                  <a:ext uri="{FF2B5EF4-FFF2-40B4-BE49-F238E27FC236}">
                    <a16:creationId xmlns:a16="http://schemas.microsoft.com/office/drawing/2014/main" id="{C5BE4F65-5CC4-90CF-F396-146F993A23BD}"/>
                  </a:ext>
                </a:extLst>
              </p:cNvPr>
              <p:cNvSpPr>
                <a:spLocks noChangeAspect="1"/>
              </p:cNvSpPr>
              <p:nvPr/>
            </p:nvSpPr>
            <p:spPr>
              <a:xfrm flipH="1">
                <a:off x="11086900" y="5785177"/>
                <a:ext cx="432000" cy="432000"/>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fontScale="925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21" name="Isosceles Triangle 6">
                <a:extLst>
                  <a:ext uri="{FF2B5EF4-FFF2-40B4-BE49-F238E27FC236}">
                    <a16:creationId xmlns:a16="http://schemas.microsoft.com/office/drawing/2014/main" id="{5340AB81-3301-5A81-0160-03D363CA76A4}"/>
                  </a:ext>
                </a:extLst>
              </p:cNvPr>
              <p:cNvSpPr>
                <a:spLocks noChangeAspect="1"/>
              </p:cNvSpPr>
              <p:nvPr/>
            </p:nvSpPr>
            <p:spPr>
              <a:xfrm flipH="1">
                <a:off x="11210164" y="5901861"/>
                <a:ext cx="209537" cy="198628"/>
              </a:xfrm>
              <a:custGeom>
                <a:avLst/>
                <a:gdLst>
                  <a:gd name="csX0" fmla="*/ 278600 w 496926"/>
                  <a:gd name="csY0" fmla="*/ 0 h 471057"/>
                  <a:gd name="csX1" fmla="*/ 302519 w 496926"/>
                  <a:gd name="csY1" fmla="*/ 9909 h 471057"/>
                  <a:gd name="csX2" fmla="*/ 478605 w 496926"/>
                  <a:gd name="csY2" fmla="*/ 185730 h 471057"/>
                  <a:gd name="csX3" fmla="*/ 496926 w 496926"/>
                  <a:gd name="csY3" fmla="*/ 230447 h 471057"/>
                  <a:gd name="csX4" fmla="*/ 496926 w 496926"/>
                  <a:gd name="csY4" fmla="*/ 240610 h 471057"/>
                  <a:gd name="csX5" fmla="*/ 478605 w 496926"/>
                  <a:gd name="csY5" fmla="*/ 285328 h 471057"/>
                  <a:gd name="csX6" fmla="*/ 302519 w 496926"/>
                  <a:gd name="csY6" fmla="*/ 461148 h 471057"/>
                  <a:gd name="csX7" fmla="*/ 254681 w 496926"/>
                  <a:gd name="csY7" fmla="*/ 461148 h 471057"/>
                  <a:gd name="csX8" fmla="*/ 254681 w 496926"/>
                  <a:gd name="csY8" fmla="*/ 412366 h 471057"/>
                  <a:gd name="csX9" fmla="*/ 398196 w 496926"/>
                  <a:gd name="csY9" fmla="*/ 270083 h 471057"/>
                  <a:gd name="csX10" fmla="*/ 190161 w 496926"/>
                  <a:gd name="csY10" fmla="*/ 270083 h 471057"/>
                  <a:gd name="csX11" fmla="*/ 190160 w 496926"/>
                  <a:gd name="csY11" fmla="*/ 270083 h 471057"/>
                  <a:gd name="csX12" fmla="*/ 33589 w 496926"/>
                  <a:gd name="csY12" fmla="*/ 270083 h 471057"/>
                  <a:gd name="csX13" fmla="*/ 0 w 496926"/>
                  <a:gd name="csY13" fmla="*/ 235529 h 471057"/>
                  <a:gd name="csX14" fmla="*/ 33589 w 496926"/>
                  <a:gd name="csY14" fmla="*/ 200974 h 471057"/>
                  <a:gd name="csX15" fmla="*/ 190160 w 496926"/>
                  <a:gd name="csY15" fmla="*/ 200974 h 471057"/>
                  <a:gd name="csX16" fmla="*/ 190161 w 496926"/>
                  <a:gd name="csY16" fmla="*/ 200974 h 471057"/>
                  <a:gd name="csX17" fmla="*/ 398196 w 496926"/>
                  <a:gd name="csY17" fmla="*/ 200974 h 471057"/>
                  <a:gd name="csX18" fmla="*/ 254681 w 496926"/>
                  <a:gd name="csY18" fmla="*/ 57676 h 471057"/>
                  <a:gd name="csX19" fmla="*/ 254681 w 496926"/>
                  <a:gd name="csY19" fmla="*/ 9909 h 471057"/>
                  <a:gd name="csX20" fmla="*/ 278600 w 496926"/>
                  <a:gd name="csY20" fmla="*/ 0 h 471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96926" h="471057">
                    <a:moveTo>
                      <a:pt x="278600" y="0"/>
                    </a:moveTo>
                    <a:cubicBezTo>
                      <a:pt x="287252" y="0"/>
                      <a:pt x="295903" y="3303"/>
                      <a:pt x="302519" y="9909"/>
                    </a:cubicBezTo>
                    <a:lnTo>
                      <a:pt x="478605" y="185730"/>
                    </a:lnTo>
                    <a:cubicBezTo>
                      <a:pt x="490819" y="196909"/>
                      <a:pt x="496926" y="213170"/>
                      <a:pt x="496926" y="230447"/>
                    </a:cubicBezTo>
                    <a:lnTo>
                      <a:pt x="496926" y="240610"/>
                    </a:lnTo>
                    <a:cubicBezTo>
                      <a:pt x="496926" y="256871"/>
                      <a:pt x="490819" y="273132"/>
                      <a:pt x="478605" y="285328"/>
                    </a:cubicBezTo>
                    <a:lnTo>
                      <a:pt x="302519" y="461148"/>
                    </a:lnTo>
                    <a:cubicBezTo>
                      <a:pt x="289287" y="474360"/>
                      <a:pt x="267913" y="474360"/>
                      <a:pt x="254681" y="461148"/>
                    </a:cubicBezTo>
                    <a:cubicBezTo>
                      <a:pt x="241449" y="447936"/>
                      <a:pt x="241449" y="425578"/>
                      <a:pt x="254681" y="412366"/>
                    </a:cubicBezTo>
                    <a:lnTo>
                      <a:pt x="398196" y="270083"/>
                    </a:lnTo>
                    <a:lnTo>
                      <a:pt x="190161" y="270083"/>
                    </a:lnTo>
                    <a:lnTo>
                      <a:pt x="190160" y="270083"/>
                    </a:lnTo>
                    <a:lnTo>
                      <a:pt x="33589" y="270083"/>
                    </a:lnTo>
                    <a:cubicBezTo>
                      <a:pt x="15268" y="270083"/>
                      <a:pt x="0" y="253822"/>
                      <a:pt x="0" y="235529"/>
                    </a:cubicBezTo>
                    <a:cubicBezTo>
                      <a:pt x="0" y="216219"/>
                      <a:pt x="15268" y="200974"/>
                      <a:pt x="33589" y="200974"/>
                    </a:cubicBezTo>
                    <a:lnTo>
                      <a:pt x="190160" y="200974"/>
                    </a:lnTo>
                    <a:lnTo>
                      <a:pt x="190161" y="200974"/>
                    </a:lnTo>
                    <a:lnTo>
                      <a:pt x="398196" y="200974"/>
                    </a:lnTo>
                    <a:lnTo>
                      <a:pt x="254681" y="57676"/>
                    </a:lnTo>
                    <a:cubicBezTo>
                      <a:pt x="241449" y="44463"/>
                      <a:pt x="241449" y="23121"/>
                      <a:pt x="254681" y="9909"/>
                    </a:cubicBezTo>
                    <a:cubicBezTo>
                      <a:pt x="261297" y="3303"/>
                      <a:pt x="269949" y="0"/>
                      <a:pt x="278600" y="0"/>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fontScale="40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sp>
          <p:nvSpPr>
            <p:cNvPr id="46" name="Rectangle 68">
              <a:extLst>
                <a:ext uri="{FF2B5EF4-FFF2-40B4-BE49-F238E27FC236}">
                  <a16:creationId xmlns:a16="http://schemas.microsoft.com/office/drawing/2014/main" id="{FE3A9A7D-3FB3-52A5-A309-B1E0869CC90F}"/>
                </a:ext>
              </a:extLst>
            </p:cNvPr>
            <p:cNvSpPr>
              <a:spLocks/>
            </p:cNvSpPr>
            <p:nvPr/>
          </p:nvSpPr>
          <p:spPr>
            <a:xfrm>
              <a:off x="11086900" y="1598300"/>
              <a:ext cx="1105100" cy="468000"/>
            </a:xfrm>
            <a:prstGeom prst="rect">
              <a:avLst/>
            </a:prstGeom>
            <a:gradFill flip="none" rotWithShape="1">
              <a:gsLst>
                <a:gs pos="0">
                  <a:schemeClr val="accent1">
                    <a:alpha val="0"/>
                  </a:schemeClr>
                </a:gs>
                <a:gs pos="100000">
                  <a:schemeClr val="accent1">
                    <a:alpha val="6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en-US" b="1" dirty="0">
                <a:solidFill>
                  <a:schemeClr val="tx1"/>
                </a:solidFill>
                <a:latin typeface="Nunito Sans Normal" pitchFamily="2" charset="77"/>
              </a:endParaRPr>
            </a:p>
          </p:txBody>
        </p:sp>
        <p:sp>
          <p:nvSpPr>
            <p:cNvPr id="48" name="Rectangle 74">
              <a:extLst>
                <a:ext uri="{FF2B5EF4-FFF2-40B4-BE49-F238E27FC236}">
                  <a16:creationId xmlns:a16="http://schemas.microsoft.com/office/drawing/2014/main" id="{06C9D80C-6AB6-08CB-991B-BEF945C5F6C3}"/>
                </a:ext>
              </a:extLst>
            </p:cNvPr>
            <p:cNvSpPr>
              <a:spLocks/>
            </p:cNvSpPr>
            <p:nvPr/>
          </p:nvSpPr>
          <p:spPr>
            <a:xfrm>
              <a:off x="10550324" y="1130300"/>
              <a:ext cx="1641676" cy="468000"/>
            </a:xfrm>
            <a:prstGeom prst="rect">
              <a:avLst/>
            </a:prstGeom>
            <a:gradFill flip="none" rotWithShape="1">
              <a:gsLst>
                <a:gs pos="0">
                  <a:schemeClr val="accent1">
                    <a:alpha val="0"/>
                  </a:schemeClr>
                </a:gs>
                <a:gs pos="100000">
                  <a:schemeClr val="accent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en-US" b="1" dirty="0">
                <a:solidFill>
                  <a:schemeClr val="tx1"/>
                </a:solidFill>
                <a:latin typeface="Nunito Sans Normal" pitchFamily="2" charset="77"/>
              </a:endParaRPr>
            </a:p>
          </p:txBody>
        </p:sp>
      </p:grpSp>
    </p:spTree>
    <p:extLst>
      <p:ext uri="{BB962C8B-B14F-4D97-AF65-F5344CB8AC3E}">
        <p14:creationId xmlns:p14="http://schemas.microsoft.com/office/powerpoint/2010/main" val="3394692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958F7-DB14-4F65-75C7-D91121AECAFD}"/>
            </a:ext>
          </a:extLst>
        </p:cNvPr>
        <p:cNvGrpSpPr/>
        <p:nvPr/>
      </p:nvGrpSpPr>
      <p:grpSpPr>
        <a:xfrm>
          <a:off x="0" y="0"/>
          <a:ext cx="0" cy="0"/>
          <a:chOff x="0" y="0"/>
          <a:chExt cx="0" cy="0"/>
        </a:xfrm>
      </p:grpSpPr>
      <p:sp>
        <p:nvSpPr>
          <p:cNvPr id="41" name="标题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dirty="0"/>
              <a:t>单击此处添加页面标题</a:t>
            </a:r>
            <a:endParaRPr lang="en-US" dirty="0"/>
          </a:p>
        </p:txBody>
      </p:sp>
      <p:grpSp>
        <p:nvGrpSpPr>
          <p:cNvPr id="43" name="组合 42">
            <a:extLst>
              <a:ext uri="{FF2B5EF4-FFF2-40B4-BE49-F238E27FC236}">
                <a16:creationId xmlns:a16="http://schemas.microsoft.com/office/drawing/2014/main" id="{415B1FFE-A6B0-C70A-C1DE-7DA2FD3A56A4}"/>
              </a:ext>
            </a:extLst>
          </p:cNvPr>
          <p:cNvGrpSpPr/>
          <p:nvPr/>
        </p:nvGrpSpPr>
        <p:grpSpPr>
          <a:xfrm>
            <a:off x="660400" y="1130300"/>
            <a:ext cx="10858500" cy="5003800"/>
            <a:chOff x="660400" y="1130300"/>
            <a:chExt cx="10858500" cy="5003800"/>
          </a:xfrm>
        </p:grpSpPr>
        <p:sp>
          <p:nvSpPr>
            <p:cNvPr id="15" name="Title">
              <a:extLst>
                <a:ext uri="{FF2B5EF4-FFF2-40B4-BE49-F238E27FC236}">
                  <a16:creationId xmlns:a16="http://schemas.microsoft.com/office/drawing/2014/main" id="{6D70E597-BEA0-2BFD-1B41-C9095F76E063}"/>
                </a:ext>
              </a:extLst>
            </p:cNvPr>
            <p:cNvSpPr>
              <a:spLocks/>
            </p:cNvSpPr>
            <p:nvPr/>
          </p:nvSpPr>
          <p:spPr>
            <a:xfrm>
              <a:off x="660400" y="1130301"/>
              <a:ext cx="10277676" cy="6232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r>
                <a:rPr kumimoji="1" lang="zh-CN" altLang="en-US" sz="2400" b="1" dirty="0">
                  <a:solidFill>
                    <a:schemeClr val="tx1"/>
                  </a:solidFill>
                  <a:cs typeface="+mn-ea"/>
                  <a:sym typeface="+mn-lt"/>
                </a:rPr>
                <a:t>单击此处添加长一点的副标题</a:t>
              </a:r>
              <a:endParaRPr lang="en-US" dirty="0"/>
            </a:p>
          </p:txBody>
        </p:sp>
        <p:grpSp>
          <p:nvGrpSpPr>
            <p:cNvPr id="3" name="组合 2">
              <a:extLst>
                <a:ext uri="{FF2B5EF4-FFF2-40B4-BE49-F238E27FC236}">
                  <a16:creationId xmlns:a16="http://schemas.microsoft.com/office/drawing/2014/main" id="{9F9486DC-CBC1-0F98-3281-57B579267B24}"/>
                </a:ext>
              </a:extLst>
            </p:cNvPr>
            <p:cNvGrpSpPr/>
            <p:nvPr/>
          </p:nvGrpSpPr>
          <p:grpSpPr>
            <a:xfrm>
              <a:off x="660400" y="1884376"/>
              <a:ext cx="2545556" cy="3768088"/>
              <a:chOff x="660400" y="1779390"/>
              <a:chExt cx="2959100" cy="4380243"/>
            </a:xfrm>
          </p:grpSpPr>
          <p:sp>
            <p:nvSpPr>
              <p:cNvPr id="16" name="ComponentBackground1">
                <a:extLst>
                  <a:ext uri="{FF2B5EF4-FFF2-40B4-BE49-F238E27FC236}">
                    <a16:creationId xmlns:a16="http://schemas.microsoft.com/office/drawing/2014/main" id="{C6A493A3-CDC2-B461-9CB2-5094A4327250}"/>
                  </a:ext>
                </a:extLst>
              </p:cNvPr>
              <p:cNvSpPr/>
              <p:nvPr/>
            </p:nvSpPr>
            <p:spPr>
              <a:xfrm>
                <a:off x="660400" y="1779390"/>
                <a:ext cx="2959100" cy="4380243"/>
              </a:xfrm>
              <a:prstGeom prst="rect">
                <a:avLst/>
              </a:prstGeom>
              <a:gradFill flip="none" rotWithShape="1">
                <a:gsLst>
                  <a:gs pos="0">
                    <a:schemeClr val="accent1">
                      <a:alpha val="0"/>
                    </a:schemeClr>
                  </a:gs>
                  <a:gs pos="80000">
                    <a:schemeClr val="accent1">
                      <a:alpha val="2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b="1">
                  <a:solidFill>
                    <a:schemeClr val="tx1"/>
                  </a:solidFill>
                  <a:latin typeface="Nunito Sans Normal" pitchFamily="2" charset="77"/>
                  <a:sym typeface="+mn-lt"/>
                </a:endParaRPr>
              </a:p>
            </p:txBody>
          </p:sp>
          <p:sp>
            <p:nvSpPr>
              <p:cNvPr id="17" name="Picture1">
                <a:extLst>
                  <a:ext uri="{FF2B5EF4-FFF2-40B4-BE49-F238E27FC236}">
                    <a16:creationId xmlns:a16="http://schemas.microsoft.com/office/drawing/2014/main" id="{6F5AF8A5-764D-D8C4-33EC-D1AAB5D49441}"/>
                  </a:ext>
                </a:extLst>
              </p:cNvPr>
              <p:cNvSpPr/>
              <p:nvPr/>
            </p:nvSpPr>
            <p:spPr>
              <a:xfrm>
                <a:off x="1099149" y="2162457"/>
                <a:ext cx="2081602" cy="2081600"/>
              </a:xfrm>
              <a:prstGeom prst="rect">
                <a:avLst/>
              </a:prstGeom>
              <a:blipFill>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18" name="Bullet1">
                <a:extLst>
                  <a:ext uri="{FF2B5EF4-FFF2-40B4-BE49-F238E27FC236}">
                    <a16:creationId xmlns:a16="http://schemas.microsoft.com/office/drawing/2014/main" id="{442984B0-D57A-C36D-AFBD-B8B2705F320C}"/>
                  </a:ext>
                </a:extLst>
              </p:cNvPr>
              <p:cNvSpPr txBox="1"/>
              <p:nvPr/>
            </p:nvSpPr>
            <p:spPr>
              <a:xfrm>
                <a:off x="792346" y="4399073"/>
                <a:ext cx="2695208" cy="478077"/>
              </a:xfrm>
              <a:prstGeom prst="rect">
                <a:avLst/>
              </a:prstGeom>
              <a:noFill/>
            </p:spPr>
            <p:txBody>
              <a:bodyPr wrap="square" lIns="91440" tIns="45720" rIns="91440" bIns="45720" rtlCol="0" anchor="b">
                <a:normAutofit/>
              </a:bodyPr>
              <a:lstStyle/>
              <a:p>
                <a:pPr lvl="0" algn="ctr" defTabSz="913765">
                  <a:buSzPct val="25000"/>
                  <a:defRPr/>
                </a:pPr>
                <a:r>
                  <a:rPr lang="zh-CN" altLang="en-US" b="1">
                    <a:cs typeface="+mn-ea"/>
                    <a:sym typeface="+mn-lt"/>
                  </a:rPr>
                  <a:t>单击添加小标题</a:t>
                </a:r>
                <a:endParaRPr lang="en-US" dirty="0"/>
              </a:p>
            </p:txBody>
          </p:sp>
          <p:sp>
            <p:nvSpPr>
              <p:cNvPr id="19" name="Text1">
                <a:extLst>
                  <a:ext uri="{FF2B5EF4-FFF2-40B4-BE49-F238E27FC236}">
                    <a16:creationId xmlns:a16="http://schemas.microsoft.com/office/drawing/2014/main" id="{88AE632D-8F0F-2358-0B23-20287B18570B}"/>
                  </a:ext>
                </a:extLst>
              </p:cNvPr>
              <p:cNvSpPr txBox="1"/>
              <p:nvPr/>
            </p:nvSpPr>
            <p:spPr>
              <a:xfrm>
                <a:off x="792346" y="4877149"/>
                <a:ext cx="2695208" cy="1127469"/>
              </a:xfrm>
              <a:prstGeom prst="rect">
                <a:avLst/>
              </a:prstGeom>
              <a:noFill/>
            </p:spPr>
            <p:txBody>
              <a:bodyPr wrap="square" lIns="91440" tIns="45720" rIns="91440" bIns="45720">
                <a:normAutofit/>
              </a:bodyPr>
              <a:lstStyle/>
              <a:p>
                <a:pPr algn="ctr">
                  <a:lnSpc>
                    <a:spcPct val="120000"/>
                  </a:lnSpc>
                </a:pPr>
                <a:r>
                  <a:rPr lang="zh-CN" altLang="en-US" sz="1200">
                    <a:cs typeface="+mn-ea"/>
                    <a:sym typeface="+mn-lt"/>
                  </a:rPr>
                  <a:t>单击此处添加文本单击此处添加文本单击此处添加文本单击此处添加文本</a:t>
                </a:r>
                <a:endParaRPr lang="en-US" dirty="0"/>
              </a:p>
            </p:txBody>
          </p:sp>
        </p:grpSp>
        <p:grpSp>
          <p:nvGrpSpPr>
            <p:cNvPr id="4" name="组合 3">
              <a:extLst>
                <a:ext uri="{FF2B5EF4-FFF2-40B4-BE49-F238E27FC236}">
                  <a16:creationId xmlns:a16="http://schemas.microsoft.com/office/drawing/2014/main" id="{E6B2163F-53F6-FBF7-3806-3AD3BE9B3BC8}"/>
                </a:ext>
              </a:extLst>
            </p:cNvPr>
            <p:cNvGrpSpPr/>
            <p:nvPr/>
          </p:nvGrpSpPr>
          <p:grpSpPr>
            <a:xfrm>
              <a:off x="3431381" y="2366012"/>
              <a:ext cx="2545556" cy="3768088"/>
              <a:chOff x="4610100" y="1779390"/>
              <a:chExt cx="2959100" cy="4380243"/>
            </a:xfrm>
          </p:grpSpPr>
          <p:sp>
            <p:nvSpPr>
              <p:cNvPr id="20" name="ComponentBackground2">
                <a:extLst>
                  <a:ext uri="{FF2B5EF4-FFF2-40B4-BE49-F238E27FC236}">
                    <a16:creationId xmlns:a16="http://schemas.microsoft.com/office/drawing/2014/main" id="{6B1C87F9-EB3A-06F6-187C-988F91006ADE}"/>
                  </a:ext>
                </a:extLst>
              </p:cNvPr>
              <p:cNvSpPr/>
              <p:nvPr/>
            </p:nvSpPr>
            <p:spPr>
              <a:xfrm>
                <a:off x="4610100" y="1779390"/>
                <a:ext cx="2959100" cy="4380243"/>
              </a:xfrm>
              <a:prstGeom prst="rect">
                <a:avLst/>
              </a:prstGeom>
              <a:gradFill flip="none" rotWithShape="1">
                <a:gsLst>
                  <a:gs pos="0">
                    <a:schemeClr val="accent1">
                      <a:alpha val="0"/>
                    </a:schemeClr>
                  </a:gs>
                  <a:gs pos="80000">
                    <a:schemeClr val="accent1">
                      <a:alpha val="2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b="1">
                  <a:solidFill>
                    <a:schemeClr val="tx1"/>
                  </a:solidFill>
                  <a:latin typeface="Nunito Sans Normal" pitchFamily="2" charset="77"/>
                  <a:sym typeface="+mn-lt"/>
                </a:endParaRPr>
              </a:p>
            </p:txBody>
          </p:sp>
          <p:sp>
            <p:nvSpPr>
              <p:cNvPr id="21" name="Picture2">
                <a:extLst>
                  <a:ext uri="{FF2B5EF4-FFF2-40B4-BE49-F238E27FC236}">
                    <a16:creationId xmlns:a16="http://schemas.microsoft.com/office/drawing/2014/main" id="{7FF37D46-D388-6492-1DF5-16B23E2A2610}"/>
                  </a:ext>
                </a:extLst>
              </p:cNvPr>
              <p:cNvSpPr/>
              <p:nvPr/>
            </p:nvSpPr>
            <p:spPr>
              <a:xfrm>
                <a:off x="5048850" y="2162457"/>
                <a:ext cx="2081602" cy="2081600"/>
              </a:xfrm>
              <a:prstGeom prst="rect">
                <a:avLst/>
              </a:prstGeom>
              <a:blipFill>
                <a:blip r:embed="rId4" cstate="screen">
                  <a:extLst>
                    <a:ext uri="{28A0092B-C50C-407E-A947-70E740481C1C}">
                      <a14:useLocalDpi xmlns:a14="http://schemas.microsoft.com/office/drawing/2010/main"/>
                    </a:ext>
                  </a:extLst>
                </a:blip>
                <a:srcRect/>
                <a:stretch>
                  <a:fillRect t="5"/>
                </a:stretch>
              </a:bli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22" name="Bullet2">
                <a:extLst>
                  <a:ext uri="{FF2B5EF4-FFF2-40B4-BE49-F238E27FC236}">
                    <a16:creationId xmlns:a16="http://schemas.microsoft.com/office/drawing/2014/main" id="{627D5E84-B8AC-991A-D69B-5C5B0BD1197F}"/>
                  </a:ext>
                </a:extLst>
              </p:cNvPr>
              <p:cNvSpPr txBox="1"/>
              <p:nvPr/>
            </p:nvSpPr>
            <p:spPr>
              <a:xfrm>
                <a:off x="4742046" y="4399073"/>
                <a:ext cx="2695208" cy="478077"/>
              </a:xfrm>
              <a:prstGeom prst="rect">
                <a:avLst/>
              </a:prstGeom>
              <a:noFill/>
            </p:spPr>
            <p:txBody>
              <a:bodyPr wrap="square" lIns="91440" tIns="45720" rIns="91440" bIns="45720" rtlCol="0" anchor="b">
                <a:normAutofit/>
              </a:bodyPr>
              <a:lstStyle/>
              <a:p>
                <a:pPr lvl="0" algn="ctr" defTabSz="913765">
                  <a:buSzPct val="25000"/>
                  <a:defRPr/>
                </a:pPr>
                <a:r>
                  <a:rPr lang="zh-CN" altLang="en-US" b="1">
                    <a:cs typeface="+mn-ea"/>
                    <a:sym typeface="+mn-lt"/>
                  </a:rPr>
                  <a:t>单击添加小标题</a:t>
                </a:r>
                <a:endParaRPr lang="en-US" dirty="0"/>
              </a:p>
            </p:txBody>
          </p:sp>
          <p:sp>
            <p:nvSpPr>
              <p:cNvPr id="23" name="Text2">
                <a:extLst>
                  <a:ext uri="{FF2B5EF4-FFF2-40B4-BE49-F238E27FC236}">
                    <a16:creationId xmlns:a16="http://schemas.microsoft.com/office/drawing/2014/main" id="{9A977C90-BE18-F329-BEDF-013DA076D83B}"/>
                  </a:ext>
                </a:extLst>
              </p:cNvPr>
              <p:cNvSpPr txBox="1"/>
              <p:nvPr/>
            </p:nvSpPr>
            <p:spPr>
              <a:xfrm>
                <a:off x="4742046" y="4877149"/>
                <a:ext cx="2695208" cy="1127469"/>
              </a:xfrm>
              <a:prstGeom prst="rect">
                <a:avLst/>
              </a:prstGeom>
              <a:noFill/>
            </p:spPr>
            <p:txBody>
              <a:bodyPr wrap="square" lIns="91440" tIns="45720" rIns="91440" bIns="45720">
                <a:normAutofit/>
              </a:bodyPr>
              <a:lstStyle/>
              <a:p>
                <a:pPr algn="ctr">
                  <a:lnSpc>
                    <a:spcPct val="120000"/>
                  </a:lnSpc>
                </a:pPr>
                <a:r>
                  <a:rPr lang="zh-CN" altLang="en-US" sz="1200">
                    <a:cs typeface="+mn-ea"/>
                    <a:sym typeface="+mn-lt"/>
                  </a:rPr>
                  <a:t>单击此处添加文本单击此处添加文本单击此处添加文本单击此处添加文本</a:t>
                </a:r>
                <a:endParaRPr lang="en-US" dirty="0"/>
              </a:p>
            </p:txBody>
          </p:sp>
        </p:grpSp>
        <p:grpSp>
          <p:nvGrpSpPr>
            <p:cNvPr id="36" name="组合 35">
              <a:extLst>
                <a:ext uri="{FF2B5EF4-FFF2-40B4-BE49-F238E27FC236}">
                  <a16:creationId xmlns:a16="http://schemas.microsoft.com/office/drawing/2014/main" id="{00403776-9865-6AB4-EA07-4AC3115253BE}"/>
                </a:ext>
              </a:extLst>
            </p:cNvPr>
            <p:cNvGrpSpPr/>
            <p:nvPr/>
          </p:nvGrpSpPr>
          <p:grpSpPr>
            <a:xfrm>
              <a:off x="6202362" y="1884376"/>
              <a:ext cx="2545556" cy="3768088"/>
              <a:chOff x="4610100" y="1779390"/>
              <a:chExt cx="2959100" cy="4380243"/>
            </a:xfrm>
          </p:grpSpPr>
          <p:sp>
            <p:nvSpPr>
              <p:cNvPr id="37" name="ComponentBackground3">
                <a:extLst>
                  <a:ext uri="{FF2B5EF4-FFF2-40B4-BE49-F238E27FC236}">
                    <a16:creationId xmlns:a16="http://schemas.microsoft.com/office/drawing/2014/main" id="{36C59158-CFC8-1AC6-C417-AFF00C0A50FA}"/>
                  </a:ext>
                </a:extLst>
              </p:cNvPr>
              <p:cNvSpPr/>
              <p:nvPr/>
            </p:nvSpPr>
            <p:spPr>
              <a:xfrm>
                <a:off x="4610100" y="1779390"/>
                <a:ext cx="2959100" cy="4380243"/>
              </a:xfrm>
              <a:prstGeom prst="rect">
                <a:avLst/>
              </a:prstGeom>
              <a:gradFill flip="none" rotWithShape="1">
                <a:gsLst>
                  <a:gs pos="0">
                    <a:schemeClr val="accent1">
                      <a:alpha val="0"/>
                    </a:schemeClr>
                  </a:gs>
                  <a:gs pos="80000">
                    <a:schemeClr val="accent1">
                      <a:alpha val="2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b="1">
                  <a:solidFill>
                    <a:schemeClr val="tx1"/>
                  </a:solidFill>
                  <a:latin typeface="Nunito Sans Normal" pitchFamily="2" charset="77"/>
                  <a:sym typeface="+mn-lt"/>
                </a:endParaRPr>
              </a:p>
            </p:txBody>
          </p:sp>
          <p:sp>
            <p:nvSpPr>
              <p:cNvPr id="38" name="Picture3">
                <a:extLst>
                  <a:ext uri="{FF2B5EF4-FFF2-40B4-BE49-F238E27FC236}">
                    <a16:creationId xmlns:a16="http://schemas.microsoft.com/office/drawing/2014/main" id="{DE41EB47-2C1A-C4DD-FA82-C39151F169BF}"/>
                  </a:ext>
                </a:extLst>
              </p:cNvPr>
              <p:cNvSpPr/>
              <p:nvPr/>
            </p:nvSpPr>
            <p:spPr>
              <a:xfrm>
                <a:off x="5048850" y="2162457"/>
                <a:ext cx="2081602" cy="2081600"/>
              </a:xfrm>
              <a:prstGeom prst="rect">
                <a:avLst/>
              </a:prstGeom>
              <a:blipFill>
                <a:blip r:embed="rId5"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dirty="0">
                  <a:cs typeface="+mn-ea"/>
                  <a:sym typeface="+mn-lt"/>
                </a:endParaRPr>
              </a:p>
            </p:txBody>
          </p:sp>
          <p:sp>
            <p:nvSpPr>
              <p:cNvPr id="39" name="Bullet3">
                <a:extLst>
                  <a:ext uri="{FF2B5EF4-FFF2-40B4-BE49-F238E27FC236}">
                    <a16:creationId xmlns:a16="http://schemas.microsoft.com/office/drawing/2014/main" id="{D3B74352-7C76-0061-5514-25E298231263}"/>
                  </a:ext>
                </a:extLst>
              </p:cNvPr>
              <p:cNvSpPr txBox="1"/>
              <p:nvPr/>
            </p:nvSpPr>
            <p:spPr>
              <a:xfrm>
                <a:off x="4742046" y="4399073"/>
                <a:ext cx="2695208" cy="478077"/>
              </a:xfrm>
              <a:prstGeom prst="rect">
                <a:avLst/>
              </a:prstGeom>
              <a:noFill/>
            </p:spPr>
            <p:txBody>
              <a:bodyPr wrap="square" lIns="91440" tIns="45720" rIns="91440" bIns="45720" rtlCol="0" anchor="b">
                <a:normAutofit/>
              </a:bodyPr>
              <a:lstStyle/>
              <a:p>
                <a:pPr lvl="0" algn="ctr" defTabSz="913765">
                  <a:buSzPct val="25000"/>
                  <a:defRPr/>
                </a:pPr>
                <a:r>
                  <a:rPr lang="zh-CN" altLang="en-US" b="1">
                    <a:cs typeface="+mn-ea"/>
                    <a:sym typeface="+mn-lt"/>
                  </a:rPr>
                  <a:t>单击添加小标题</a:t>
                </a:r>
                <a:endParaRPr lang="en-US" dirty="0"/>
              </a:p>
            </p:txBody>
          </p:sp>
          <p:sp>
            <p:nvSpPr>
              <p:cNvPr id="40" name="Text3">
                <a:extLst>
                  <a:ext uri="{FF2B5EF4-FFF2-40B4-BE49-F238E27FC236}">
                    <a16:creationId xmlns:a16="http://schemas.microsoft.com/office/drawing/2014/main" id="{1B86F63D-0F95-99AD-8A71-5A295E22D76D}"/>
                  </a:ext>
                </a:extLst>
              </p:cNvPr>
              <p:cNvSpPr txBox="1"/>
              <p:nvPr/>
            </p:nvSpPr>
            <p:spPr>
              <a:xfrm>
                <a:off x="4742046" y="4877149"/>
                <a:ext cx="2695208" cy="1127469"/>
              </a:xfrm>
              <a:prstGeom prst="rect">
                <a:avLst/>
              </a:prstGeom>
              <a:noFill/>
            </p:spPr>
            <p:txBody>
              <a:bodyPr wrap="square" lIns="91440" tIns="45720" rIns="91440" bIns="45720">
                <a:normAutofit/>
              </a:bodyPr>
              <a:lstStyle/>
              <a:p>
                <a:pPr algn="ctr">
                  <a:lnSpc>
                    <a:spcPct val="120000"/>
                  </a:lnSpc>
                </a:pPr>
                <a:r>
                  <a:rPr lang="zh-CN" altLang="en-US" sz="1200">
                    <a:cs typeface="+mn-ea"/>
                    <a:sym typeface="+mn-lt"/>
                  </a:rPr>
                  <a:t>单击此处添加文本单击此处添加文本单击此处添加文本单击此处添加文本</a:t>
                </a:r>
                <a:endParaRPr lang="en-US" dirty="0"/>
              </a:p>
            </p:txBody>
          </p:sp>
        </p:grpSp>
        <p:grpSp>
          <p:nvGrpSpPr>
            <p:cNvPr id="5" name="组合 4">
              <a:extLst>
                <a:ext uri="{FF2B5EF4-FFF2-40B4-BE49-F238E27FC236}">
                  <a16:creationId xmlns:a16="http://schemas.microsoft.com/office/drawing/2014/main" id="{D93EEDE0-A1BD-C1CF-6701-2136C0869183}"/>
                </a:ext>
              </a:extLst>
            </p:cNvPr>
            <p:cNvGrpSpPr/>
            <p:nvPr/>
          </p:nvGrpSpPr>
          <p:grpSpPr>
            <a:xfrm>
              <a:off x="8973344" y="2366012"/>
              <a:ext cx="2545556" cy="3768088"/>
              <a:chOff x="8559800" y="1779390"/>
              <a:chExt cx="2959100" cy="4380243"/>
            </a:xfrm>
          </p:grpSpPr>
          <p:sp>
            <p:nvSpPr>
              <p:cNvPr id="24" name="ComponentBackground4">
                <a:extLst>
                  <a:ext uri="{FF2B5EF4-FFF2-40B4-BE49-F238E27FC236}">
                    <a16:creationId xmlns:a16="http://schemas.microsoft.com/office/drawing/2014/main" id="{D2B1E264-C8C6-22EC-1F2A-8E34C76C21CE}"/>
                  </a:ext>
                </a:extLst>
              </p:cNvPr>
              <p:cNvSpPr/>
              <p:nvPr/>
            </p:nvSpPr>
            <p:spPr>
              <a:xfrm>
                <a:off x="8559800" y="1779390"/>
                <a:ext cx="2959100" cy="4380243"/>
              </a:xfrm>
              <a:prstGeom prst="rect">
                <a:avLst/>
              </a:prstGeom>
              <a:gradFill flip="none" rotWithShape="1">
                <a:gsLst>
                  <a:gs pos="0">
                    <a:schemeClr val="accent1">
                      <a:alpha val="0"/>
                    </a:schemeClr>
                  </a:gs>
                  <a:gs pos="80000">
                    <a:schemeClr val="accent1">
                      <a:alpha val="2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b="1">
                  <a:solidFill>
                    <a:schemeClr val="tx1"/>
                  </a:solidFill>
                  <a:latin typeface="Nunito Sans Normal" pitchFamily="2" charset="77"/>
                  <a:sym typeface="+mn-lt"/>
                </a:endParaRPr>
              </a:p>
            </p:txBody>
          </p:sp>
          <p:sp>
            <p:nvSpPr>
              <p:cNvPr id="25" name="Picture4">
                <a:extLst>
                  <a:ext uri="{FF2B5EF4-FFF2-40B4-BE49-F238E27FC236}">
                    <a16:creationId xmlns:a16="http://schemas.microsoft.com/office/drawing/2014/main" id="{0C586563-0159-E374-C315-7C763B0DC5BE}"/>
                  </a:ext>
                </a:extLst>
              </p:cNvPr>
              <p:cNvSpPr/>
              <p:nvPr/>
            </p:nvSpPr>
            <p:spPr>
              <a:xfrm>
                <a:off x="8998550" y="2162457"/>
                <a:ext cx="2081602" cy="2081600"/>
              </a:xfrm>
              <a:prstGeom prst="rect">
                <a:avLst/>
              </a:prstGeom>
              <a:blipFill>
                <a:blip r:embed="rId6"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dirty="0">
                  <a:cs typeface="+mn-ea"/>
                  <a:sym typeface="+mn-lt"/>
                </a:endParaRPr>
              </a:p>
            </p:txBody>
          </p:sp>
          <p:sp>
            <p:nvSpPr>
              <p:cNvPr id="26" name="Bullet4">
                <a:extLst>
                  <a:ext uri="{FF2B5EF4-FFF2-40B4-BE49-F238E27FC236}">
                    <a16:creationId xmlns:a16="http://schemas.microsoft.com/office/drawing/2014/main" id="{7F345313-3218-5EFB-BE44-1C4E02C3C84E}"/>
                  </a:ext>
                </a:extLst>
              </p:cNvPr>
              <p:cNvSpPr txBox="1"/>
              <p:nvPr/>
            </p:nvSpPr>
            <p:spPr>
              <a:xfrm>
                <a:off x="8691746" y="4399073"/>
                <a:ext cx="2695208" cy="478077"/>
              </a:xfrm>
              <a:prstGeom prst="rect">
                <a:avLst/>
              </a:prstGeom>
              <a:noFill/>
            </p:spPr>
            <p:txBody>
              <a:bodyPr wrap="square" lIns="91440" tIns="45720" rIns="91440" bIns="45720" rtlCol="0" anchor="b">
                <a:normAutofit/>
              </a:bodyPr>
              <a:lstStyle/>
              <a:p>
                <a:pPr lvl="0" algn="ctr" defTabSz="913765">
                  <a:buSzPct val="25000"/>
                  <a:defRPr/>
                </a:pPr>
                <a:r>
                  <a:rPr lang="zh-CN" altLang="en-US" b="1">
                    <a:cs typeface="+mn-ea"/>
                    <a:sym typeface="+mn-lt"/>
                  </a:rPr>
                  <a:t>单击添加小标题</a:t>
                </a:r>
                <a:endParaRPr lang="en-US" dirty="0"/>
              </a:p>
            </p:txBody>
          </p:sp>
          <p:sp>
            <p:nvSpPr>
              <p:cNvPr id="27" name="Text4">
                <a:extLst>
                  <a:ext uri="{FF2B5EF4-FFF2-40B4-BE49-F238E27FC236}">
                    <a16:creationId xmlns:a16="http://schemas.microsoft.com/office/drawing/2014/main" id="{8E074A08-9455-FBAC-6761-ABA157A696DB}"/>
                  </a:ext>
                </a:extLst>
              </p:cNvPr>
              <p:cNvSpPr txBox="1"/>
              <p:nvPr/>
            </p:nvSpPr>
            <p:spPr>
              <a:xfrm>
                <a:off x="8691746" y="4877149"/>
                <a:ext cx="2695208" cy="1127469"/>
              </a:xfrm>
              <a:prstGeom prst="rect">
                <a:avLst/>
              </a:prstGeom>
              <a:noFill/>
            </p:spPr>
            <p:txBody>
              <a:bodyPr wrap="square" lIns="91440" tIns="45720" rIns="91440" bIns="45720">
                <a:normAutofit/>
              </a:bodyPr>
              <a:lstStyle/>
              <a:p>
                <a:pPr algn="ctr">
                  <a:lnSpc>
                    <a:spcPct val="120000"/>
                  </a:lnSpc>
                </a:pPr>
                <a:r>
                  <a:rPr lang="zh-CN" altLang="en-US" sz="1200">
                    <a:cs typeface="+mn-ea"/>
                    <a:sym typeface="+mn-lt"/>
                  </a:rPr>
                  <a:t>单击此处添加文本单击此处添加文本单击此处添加文本单击此处添加文本</a:t>
                </a:r>
                <a:endParaRPr lang="en-US" dirty="0"/>
              </a:p>
            </p:txBody>
          </p:sp>
        </p:grpSp>
        <p:grpSp>
          <p:nvGrpSpPr>
            <p:cNvPr id="42" name="组合 41">
              <a:extLst>
                <a:ext uri="{FF2B5EF4-FFF2-40B4-BE49-F238E27FC236}">
                  <a16:creationId xmlns:a16="http://schemas.microsoft.com/office/drawing/2014/main" id="{16DAA9BF-2E0D-BA88-E738-36F976A67A8B}"/>
                </a:ext>
              </a:extLst>
            </p:cNvPr>
            <p:cNvGrpSpPr/>
            <p:nvPr/>
          </p:nvGrpSpPr>
          <p:grpSpPr>
            <a:xfrm>
              <a:off x="11086900" y="1130300"/>
              <a:ext cx="432000" cy="432000"/>
              <a:chOff x="11086900" y="1130300"/>
              <a:chExt cx="432000" cy="432000"/>
            </a:xfrm>
          </p:grpSpPr>
          <p:sp>
            <p:nvSpPr>
              <p:cNvPr id="33" name="椭圆 32">
                <a:extLst>
                  <a:ext uri="{FF2B5EF4-FFF2-40B4-BE49-F238E27FC236}">
                    <a16:creationId xmlns:a16="http://schemas.microsoft.com/office/drawing/2014/main" id="{27B1D27A-2500-1A50-E08E-5016E2AF91DB}"/>
                  </a:ext>
                </a:extLst>
              </p:cNvPr>
              <p:cNvSpPr>
                <a:spLocks noChangeAspect="1"/>
              </p:cNvSpPr>
              <p:nvPr/>
            </p:nvSpPr>
            <p:spPr>
              <a:xfrm flipH="1">
                <a:off x="11086900" y="1130300"/>
                <a:ext cx="432000" cy="432000"/>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fontScale="925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35" name="Isosceles Triangle 6">
                <a:extLst>
                  <a:ext uri="{FF2B5EF4-FFF2-40B4-BE49-F238E27FC236}">
                    <a16:creationId xmlns:a16="http://schemas.microsoft.com/office/drawing/2014/main" id="{351D82B5-89AA-3688-8906-FF6FA1A711DA}"/>
                  </a:ext>
                </a:extLst>
              </p:cNvPr>
              <p:cNvSpPr>
                <a:spLocks noChangeAspect="1"/>
              </p:cNvSpPr>
              <p:nvPr/>
            </p:nvSpPr>
            <p:spPr>
              <a:xfrm flipH="1">
                <a:off x="11210164" y="1246984"/>
                <a:ext cx="209537" cy="198628"/>
              </a:xfrm>
              <a:custGeom>
                <a:avLst/>
                <a:gdLst>
                  <a:gd name="csX0" fmla="*/ 278600 w 496926"/>
                  <a:gd name="csY0" fmla="*/ 0 h 471057"/>
                  <a:gd name="csX1" fmla="*/ 302519 w 496926"/>
                  <a:gd name="csY1" fmla="*/ 9909 h 471057"/>
                  <a:gd name="csX2" fmla="*/ 478605 w 496926"/>
                  <a:gd name="csY2" fmla="*/ 185730 h 471057"/>
                  <a:gd name="csX3" fmla="*/ 496926 w 496926"/>
                  <a:gd name="csY3" fmla="*/ 230447 h 471057"/>
                  <a:gd name="csX4" fmla="*/ 496926 w 496926"/>
                  <a:gd name="csY4" fmla="*/ 240610 h 471057"/>
                  <a:gd name="csX5" fmla="*/ 478605 w 496926"/>
                  <a:gd name="csY5" fmla="*/ 285328 h 471057"/>
                  <a:gd name="csX6" fmla="*/ 302519 w 496926"/>
                  <a:gd name="csY6" fmla="*/ 461148 h 471057"/>
                  <a:gd name="csX7" fmla="*/ 254681 w 496926"/>
                  <a:gd name="csY7" fmla="*/ 461148 h 471057"/>
                  <a:gd name="csX8" fmla="*/ 254681 w 496926"/>
                  <a:gd name="csY8" fmla="*/ 412366 h 471057"/>
                  <a:gd name="csX9" fmla="*/ 398196 w 496926"/>
                  <a:gd name="csY9" fmla="*/ 270083 h 471057"/>
                  <a:gd name="csX10" fmla="*/ 190161 w 496926"/>
                  <a:gd name="csY10" fmla="*/ 270083 h 471057"/>
                  <a:gd name="csX11" fmla="*/ 190160 w 496926"/>
                  <a:gd name="csY11" fmla="*/ 270083 h 471057"/>
                  <a:gd name="csX12" fmla="*/ 33589 w 496926"/>
                  <a:gd name="csY12" fmla="*/ 270083 h 471057"/>
                  <a:gd name="csX13" fmla="*/ 0 w 496926"/>
                  <a:gd name="csY13" fmla="*/ 235529 h 471057"/>
                  <a:gd name="csX14" fmla="*/ 33589 w 496926"/>
                  <a:gd name="csY14" fmla="*/ 200974 h 471057"/>
                  <a:gd name="csX15" fmla="*/ 190160 w 496926"/>
                  <a:gd name="csY15" fmla="*/ 200974 h 471057"/>
                  <a:gd name="csX16" fmla="*/ 190161 w 496926"/>
                  <a:gd name="csY16" fmla="*/ 200974 h 471057"/>
                  <a:gd name="csX17" fmla="*/ 398196 w 496926"/>
                  <a:gd name="csY17" fmla="*/ 200974 h 471057"/>
                  <a:gd name="csX18" fmla="*/ 254681 w 496926"/>
                  <a:gd name="csY18" fmla="*/ 57676 h 471057"/>
                  <a:gd name="csX19" fmla="*/ 254681 w 496926"/>
                  <a:gd name="csY19" fmla="*/ 9909 h 471057"/>
                  <a:gd name="csX20" fmla="*/ 278600 w 496926"/>
                  <a:gd name="csY20" fmla="*/ 0 h 471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96926" h="471057">
                    <a:moveTo>
                      <a:pt x="278600" y="0"/>
                    </a:moveTo>
                    <a:cubicBezTo>
                      <a:pt x="287252" y="0"/>
                      <a:pt x="295903" y="3303"/>
                      <a:pt x="302519" y="9909"/>
                    </a:cubicBezTo>
                    <a:lnTo>
                      <a:pt x="478605" y="185730"/>
                    </a:lnTo>
                    <a:cubicBezTo>
                      <a:pt x="490819" y="196909"/>
                      <a:pt x="496926" y="213170"/>
                      <a:pt x="496926" y="230447"/>
                    </a:cubicBezTo>
                    <a:lnTo>
                      <a:pt x="496926" y="240610"/>
                    </a:lnTo>
                    <a:cubicBezTo>
                      <a:pt x="496926" y="256871"/>
                      <a:pt x="490819" y="273132"/>
                      <a:pt x="478605" y="285328"/>
                    </a:cubicBezTo>
                    <a:lnTo>
                      <a:pt x="302519" y="461148"/>
                    </a:lnTo>
                    <a:cubicBezTo>
                      <a:pt x="289287" y="474360"/>
                      <a:pt x="267913" y="474360"/>
                      <a:pt x="254681" y="461148"/>
                    </a:cubicBezTo>
                    <a:cubicBezTo>
                      <a:pt x="241449" y="447936"/>
                      <a:pt x="241449" y="425578"/>
                      <a:pt x="254681" y="412366"/>
                    </a:cubicBezTo>
                    <a:lnTo>
                      <a:pt x="398196" y="270083"/>
                    </a:lnTo>
                    <a:lnTo>
                      <a:pt x="190161" y="270083"/>
                    </a:lnTo>
                    <a:lnTo>
                      <a:pt x="190160" y="270083"/>
                    </a:lnTo>
                    <a:lnTo>
                      <a:pt x="33589" y="270083"/>
                    </a:lnTo>
                    <a:cubicBezTo>
                      <a:pt x="15268" y="270083"/>
                      <a:pt x="0" y="253822"/>
                      <a:pt x="0" y="235529"/>
                    </a:cubicBezTo>
                    <a:cubicBezTo>
                      <a:pt x="0" y="216219"/>
                      <a:pt x="15268" y="200974"/>
                      <a:pt x="33589" y="200974"/>
                    </a:cubicBezTo>
                    <a:lnTo>
                      <a:pt x="190160" y="200974"/>
                    </a:lnTo>
                    <a:lnTo>
                      <a:pt x="190161" y="200974"/>
                    </a:lnTo>
                    <a:lnTo>
                      <a:pt x="398196" y="200974"/>
                    </a:lnTo>
                    <a:lnTo>
                      <a:pt x="254681" y="57676"/>
                    </a:lnTo>
                    <a:cubicBezTo>
                      <a:pt x="241449" y="44463"/>
                      <a:pt x="241449" y="23121"/>
                      <a:pt x="254681" y="9909"/>
                    </a:cubicBezTo>
                    <a:cubicBezTo>
                      <a:pt x="261297" y="3303"/>
                      <a:pt x="269949" y="0"/>
                      <a:pt x="278600" y="0"/>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fontScale="40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grpSp>
    </p:spTree>
    <p:extLst>
      <p:ext uri="{BB962C8B-B14F-4D97-AF65-F5344CB8AC3E}">
        <p14:creationId xmlns:p14="http://schemas.microsoft.com/office/powerpoint/2010/main" val="2222831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7FCC2-A6D1-1C1B-9BA8-88B5FC0F175F}"/>
            </a:ext>
          </a:extLst>
        </p:cNvPr>
        <p:cNvGrpSpPr/>
        <p:nvPr/>
      </p:nvGrpSpPr>
      <p:grpSpPr>
        <a:xfrm>
          <a:off x="0" y="0"/>
          <a:ext cx="0" cy="0"/>
          <a:chOff x="0" y="0"/>
          <a:chExt cx="0" cy="0"/>
        </a:xfrm>
      </p:grpSpPr>
      <p:sp>
        <p:nvSpPr>
          <p:cNvPr id="41" name="标题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dirty="0"/>
              <a:t>单击此处添加页面标题</a:t>
            </a:r>
            <a:endParaRPr lang="en-US" dirty="0"/>
          </a:p>
        </p:txBody>
      </p:sp>
      <p:grpSp>
        <p:nvGrpSpPr>
          <p:cNvPr id="69" name="组合 68">
            <a:extLst>
              <a:ext uri="{FF2B5EF4-FFF2-40B4-BE49-F238E27FC236}">
                <a16:creationId xmlns:a16="http://schemas.microsoft.com/office/drawing/2014/main" id="{2CF99DAF-2BD3-2E29-8D17-23871BB043D9}"/>
              </a:ext>
            </a:extLst>
          </p:cNvPr>
          <p:cNvGrpSpPr/>
          <p:nvPr/>
        </p:nvGrpSpPr>
        <p:grpSpPr>
          <a:xfrm>
            <a:off x="660399" y="1130301"/>
            <a:ext cx="10858501" cy="5727699"/>
            <a:chOff x="660399" y="1130301"/>
            <a:chExt cx="10858501" cy="5727699"/>
          </a:xfrm>
        </p:grpSpPr>
        <p:sp>
          <p:nvSpPr>
            <p:cNvPr id="8" name="Title">
              <a:extLst>
                <a:ext uri="{FF2B5EF4-FFF2-40B4-BE49-F238E27FC236}">
                  <a16:creationId xmlns:a16="http://schemas.microsoft.com/office/drawing/2014/main" id="{A5E903E8-D12B-F6C3-801C-E6225A1B418B}"/>
                </a:ext>
              </a:extLst>
            </p:cNvPr>
            <p:cNvSpPr txBox="1"/>
            <p:nvPr/>
          </p:nvSpPr>
          <p:spPr>
            <a:xfrm>
              <a:off x="660399" y="1130301"/>
              <a:ext cx="10858500" cy="759186"/>
            </a:xfrm>
            <a:prstGeom prst="rect">
              <a:avLst/>
            </a:prstGeom>
            <a:noFill/>
          </p:spPr>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cs typeface="+mn-ea"/>
                  <a:sym typeface="+mn-lt"/>
                </a:rPr>
                <a:t>单击此处添加长一点的副标题</a:t>
              </a:r>
            </a:p>
          </p:txBody>
        </p:sp>
        <p:grpSp>
          <p:nvGrpSpPr>
            <p:cNvPr id="64" name="组合 63">
              <a:extLst>
                <a:ext uri="{FF2B5EF4-FFF2-40B4-BE49-F238E27FC236}">
                  <a16:creationId xmlns:a16="http://schemas.microsoft.com/office/drawing/2014/main" id="{74541757-52A5-09E3-C390-24A97FC4C28A}"/>
                </a:ext>
              </a:extLst>
            </p:cNvPr>
            <p:cNvGrpSpPr/>
            <p:nvPr/>
          </p:nvGrpSpPr>
          <p:grpSpPr>
            <a:xfrm>
              <a:off x="660400" y="2118169"/>
              <a:ext cx="2029006" cy="4739831"/>
              <a:chOff x="660400" y="2118169"/>
              <a:chExt cx="2029006" cy="4739831"/>
            </a:xfrm>
          </p:grpSpPr>
          <p:sp>
            <p:nvSpPr>
              <p:cNvPr id="53" name="IconBackground1">
                <a:extLst>
                  <a:ext uri="{FF2B5EF4-FFF2-40B4-BE49-F238E27FC236}">
                    <a16:creationId xmlns:a16="http://schemas.microsoft.com/office/drawing/2014/main" id="{6470AF3E-183F-2AA9-D271-035D08FE944F}"/>
                  </a:ext>
                </a:extLst>
              </p:cNvPr>
              <p:cNvSpPr>
                <a:spLocks/>
              </p:cNvSpPr>
              <p:nvPr/>
            </p:nvSpPr>
            <p:spPr>
              <a:xfrm>
                <a:off x="1289576" y="4050000"/>
                <a:ext cx="770718" cy="2808000"/>
              </a:xfrm>
              <a:prstGeom prst="rect">
                <a:avLst/>
              </a:prstGeom>
              <a:gradFill flip="none" rotWithShape="1">
                <a:gsLst>
                  <a:gs pos="0">
                    <a:schemeClr val="accent1">
                      <a:alpha val="0"/>
                    </a:schemeClr>
                  </a:gs>
                  <a:gs pos="100000">
                    <a:schemeClr val="accent1"/>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chemeClr val="tx1"/>
                  </a:solidFill>
                  <a:latin typeface="Nunito Sans Normal" pitchFamily="2" charset="77"/>
                  <a:sym typeface="+mn-lt"/>
                </a:endParaRPr>
              </a:p>
            </p:txBody>
          </p:sp>
          <p:sp>
            <p:nvSpPr>
              <p:cNvPr id="55" name="Text1">
                <a:extLst>
                  <a:ext uri="{FF2B5EF4-FFF2-40B4-BE49-F238E27FC236}">
                    <a16:creationId xmlns:a16="http://schemas.microsoft.com/office/drawing/2014/main" id="{763900AD-431B-791C-E180-6D8545C71BC9}"/>
                  </a:ext>
                </a:extLst>
              </p:cNvPr>
              <p:cNvSpPr/>
              <p:nvPr/>
            </p:nvSpPr>
            <p:spPr>
              <a:xfrm flipH="1">
                <a:off x="660464" y="2744169"/>
                <a:ext cx="2028942" cy="1188000"/>
              </a:xfrm>
              <a:prstGeom prst="rect">
                <a:avLst/>
              </a:prstGeom>
              <a:ln>
                <a:noFill/>
              </a:ln>
            </p:spPr>
            <p:txBody>
              <a:bodyPr wrap="square" lIns="91440" tIns="45720" rIns="91440" bIns="45720" anchor="t" anchorCtr="1">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cs typeface="+mn-ea"/>
                    <a:sym typeface="+mn-lt"/>
                  </a:rPr>
                  <a:t>单击此处添加文本单击此处添加文本单击此处添加文本单击此处添加文本</a:t>
                </a:r>
              </a:p>
            </p:txBody>
          </p:sp>
          <p:sp>
            <p:nvSpPr>
              <p:cNvPr id="56" name="Bullet1">
                <a:extLst>
                  <a:ext uri="{FF2B5EF4-FFF2-40B4-BE49-F238E27FC236}">
                    <a16:creationId xmlns:a16="http://schemas.microsoft.com/office/drawing/2014/main" id="{F643A26F-A45C-A19C-DE18-E6A82C2ECB3F}"/>
                  </a:ext>
                </a:extLst>
              </p:cNvPr>
              <p:cNvSpPr txBox="1"/>
              <p:nvPr/>
            </p:nvSpPr>
            <p:spPr>
              <a:xfrm>
                <a:off x="660400" y="2118169"/>
                <a:ext cx="2024734" cy="625999"/>
              </a:xfrm>
              <a:prstGeom prst="rect">
                <a:avLst/>
              </a:prstGeom>
              <a:noFill/>
              <a:effectLst/>
            </p:spPr>
            <p:txBody>
              <a:bodyPr wrap="square" lIns="91440" tIns="45720" rIns="91440" bIns="45720" rtlCol="0" anchor="b" anchorCtr="1">
                <a:normAutofit/>
              </a:bodyPr>
              <a:lstStyle>
                <a:defPPr>
                  <a:defRPr lang="zh-CN"/>
                </a:defPPr>
                <a:lvl1pPr marL="0" algn="r" defTabSz="914400" rtl="0" eaLnBrk="1" latinLnBrk="0" hangingPunct="1">
                  <a:defRPr sz="1800" b="1" i="0" kern="1200">
                    <a:gradFill>
                      <a:gsLst>
                        <a:gs pos="0">
                          <a:schemeClr val="accent1">
                            <a:lumMod val="60000"/>
                            <a:lumOff val="40000"/>
                          </a:schemeClr>
                        </a:gs>
                        <a:gs pos="60000">
                          <a:schemeClr val="accent1"/>
                        </a:gs>
                      </a:gsLst>
                      <a:lin ang="2700000" scaled="0"/>
                    </a:gra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a:solidFill>
                      <a:schemeClr val="tx1"/>
                    </a:solidFill>
                    <a:cs typeface="+mn-ea"/>
                    <a:sym typeface="+mn-lt"/>
                  </a:rPr>
                  <a:t>单击添加小标题</a:t>
                </a:r>
                <a:endParaRPr lang="zh-CN" altLang="en-US" dirty="0">
                  <a:solidFill>
                    <a:schemeClr val="tx1"/>
                  </a:solidFill>
                  <a:cs typeface="+mn-ea"/>
                  <a:sym typeface="+mn-lt"/>
                </a:endParaRPr>
              </a:p>
            </p:txBody>
          </p:sp>
          <p:sp>
            <p:nvSpPr>
              <p:cNvPr id="59" name="Number1">
                <a:extLst>
                  <a:ext uri="{FF2B5EF4-FFF2-40B4-BE49-F238E27FC236}">
                    <a16:creationId xmlns:a16="http://schemas.microsoft.com/office/drawing/2014/main" id="{096E44CF-C297-51F6-15DB-A0021CCE3025}"/>
                  </a:ext>
                </a:extLst>
              </p:cNvPr>
              <p:cNvSpPr/>
              <p:nvPr/>
            </p:nvSpPr>
            <p:spPr>
              <a:xfrm>
                <a:off x="1289578" y="4160851"/>
                <a:ext cx="770716" cy="630382"/>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en-US" altLang="zh-CN" sz="2400" b="1" dirty="0">
                    <a:solidFill>
                      <a:srgbClr val="FFFFFF"/>
                    </a:solidFill>
                    <a:cs typeface="+mn-ea"/>
                    <a:sym typeface="+mn-lt"/>
                  </a:rPr>
                  <a:t>01</a:t>
                </a:r>
                <a:endParaRPr lang="zh-CN" altLang="en-US" sz="2400" b="1" dirty="0">
                  <a:solidFill>
                    <a:srgbClr val="FFFFFF"/>
                  </a:solidFill>
                  <a:cs typeface="+mn-ea"/>
                  <a:sym typeface="+mn-lt"/>
                </a:endParaRPr>
              </a:p>
            </p:txBody>
          </p:sp>
        </p:grpSp>
        <p:grpSp>
          <p:nvGrpSpPr>
            <p:cNvPr id="65" name="组合 64">
              <a:extLst>
                <a:ext uri="{FF2B5EF4-FFF2-40B4-BE49-F238E27FC236}">
                  <a16:creationId xmlns:a16="http://schemas.microsoft.com/office/drawing/2014/main" id="{D4B7453C-9226-314A-3CC7-0A85F0C0A300}"/>
                </a:ext>
              </a:extLst>
            </p:cNvPr>
            <p:cNvGrpSpPr/>
            <p:nvPr/>
          </p:nvGrpSpPr>
          <p:grpSpPr>
            <a:xfrm>
              <a:off x="2867774" y="3198169"/>
              <a:ext cx="2029006" cy="3659831"/>
              <a:chOff x="2867774" y="3198169"/>
              <a:chExt cx="2029006" cy="3659831"/>
            </a:xfrm>
          </p:grpSpPr>
          <p:sp>
            <p:nvSpPr>
              <p:cNvPr id="49" name="IconBackground2">
                <a:extLst>
                  <a:ext uri="{FF2B5EF4-FFF2-40B4-BE49-F238E27FC236}">
                    <a16:creationId xmlns:a16="http://schemas.microsoft.com/office/drawing/2014/main" id="{84B824BD-9C51-0B7B-C11F-9523D6DA683F}"/>
                  </a:ext>
                </a:extLst>
              </p:cNvPr>
              <p:cNvSpPr/>
              <p:nvPr/>
            </p:nvSpPr>
            <p:spPr>
              <a:xfrm>
                <a:off x="3496950" y="5130000"/>
                <a:ext cx="770718" cy="1728000"/>
              </a:xfrm>
              <a:prstGeom prst="rect">
                <a:avLst/>
              </a:prstGeom>
              <a:gradFill flip="none" rotWithShape="1">
                <a:gsLst>
                  <a:gs pos="0">
                    <a:schemeClr val="accent1">
                      <a:alpha val="0"/>
                    </a:schemeClr>
                  </a:gs>
                  <a:gs pos="100000">
                    <a:schemeClr val="accent1">
                      <a:alpha val="2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chemeClr val="tx1"/>
                  </a:solidFill>
                  <a:latin typeface="Nunito Sans Normal" pitchFamily="2" charset="77"/>
                  <a:sym typeface="+mn-lt"/>
                </a:endParaRPr>
              </a:p>
            </p:txBody>
          </p:sp>
          <p:sp>
            <p:nvSpPr>
              <p:cNvPr id="51" name="Text2">
                <a:extLst>
                  <a:ext uri="{FF2B5EF4-FFF2-40B4-BE49-F238E27FC236}">
                    <a16:creationId xmlns:a16="http://schemas.microsoft.com/office/drawing/2014/main" id="{CD8F3B73-AD92-6F66-634F-6B1C53C84D45}"/>
                  </a:ext>
                </a:extLst>
              </p:cNvPr>
              <p:cNvSpPr/>
              <p:nvPr/>
            </p:nvSpPr>
            <p:spPr>
              <a:xfrm flipH="1">
                <a:off x="2867838" y="3824169"/>
                <a:ext cx="2028942" cy="1188000"/>
              </a:xfrm>
              <a:prstGeom prst="rect">
                <a:avLst/>
              </a:prstGeom>
              <a:ln>
                <a:noFill/>
              </a:ln>
            </p:spPr>
            <p:txBody>
              <a:bodyPr wrap="square" lIns="91440" tIns="45720" rIns="91440" bIns="45720" anchor="t" anchorCtr="1">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cs typeface="+mn-ea"/>
                    <a:sym typeface="+mn-lt"/>
                  </a:rPr>
                  <a:t>单击此处添加文本单击此处添加文本单击此处添加文本单击此处添加文本</a:t>
                </a:r>
              </a:p>
            </p:txBody>
          </p:sp>
          <p:sp>
            <p:nvSpPr>
              <p:cNvPr id="52" name="Bullet2">
                <a:extLst>
                  <a:ext uri="{FF2B5EF4-FFF2-40B4-BE49-F238E27FC236}">
                    <a16:creationId xmlns:a16="http://schemas.microsoft.com/office/drawing/2014/main" id="{2C404846-3D39-11F3-AE08-15E178B47BB0}"/>
                  </a:ext>
                </a:extLst>
              </p:cNvPr>
              <p:cNvSpPr txBox="1"/>
              <p:nvPr/>
            </p:nvSpPr>
            <p:spPr>
              <a:xfrm>
                <a:off x="2867774" y="3198169"/>
                <a:ext cx="2024734" cy="625999"/>
              </a:xfrm>
              <a:prstGeom prst="rect">
                <a:avLst/>
              </a:prstGeom>
              <a:noFill/>
              <a:effectLst/>
            </p:spPr>
            <p:txBody>
              <a:bodyPr wrap="square" lIns="91440" tIns="45720" rIns="91440" bIns="45720" rtlCol="0" anchor="b" anchorCtr="1">
                <a:normAutofit/>
              </a:bodyPr>
              <a:lstStyle>
                <a:defPPr>
                  <a:defRPr lang="zh-CN"/>
                </a:defPPr>
                <a:lvl1pPr marL="0" algn="ctr" defTabSz="914400" rtl="0" eaLnBrk="1" latinLnBrk="0" hangingPunct="1">
                  <a:defRPr sz="1800" b="1" i="0" kern="1200">
                    <a:gradFill>
                      <a:gsLst>
                        <a:gs pos="0">
                          <a:schemeClr val="accent3">
                            <a:lumMod val="60000"/>
                            <a:lumOff val="40000"/>
                          </a:schemeClr>
                        </a:gs>
                        <a:gs pos="60000">
                          <a:schemeClr val="accent3"/>
                        </a:gs>
                      </a:gsLst>
                      <a:lin ang="2700000" scaled="0"/>
                    </a:gra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1"/>
                    </a:solidFill>
                    <a:cs typeface="+mn-ea"/>
                    <a:sym typeface="+mn-lt"/>
                  </a:rPr>
                  <a:t>单击添加小标题</a:t>
                </a:r>
              </a:p>
            </p:txBody>
          </p:sp>
          <p:sp>
            <p:nvSpPr>
              <p:cNvPr id="60" name="Number2">
                <a:extLst>
                  <a:ext uri="{FF2B5EF4-FFF2-40B4-BE49-F238E27FC236}">
                    <a16:creationId xmlns:a16="http://schemas.microsoft.com/office/drawing/2014/main" id="{6C1CE028-673F-C163-98B3-8754C905A53F}"/>
                  </a:ext>
                </a:extLst>
              </p:cNvPr>
              <p:cNvSpPr/>
              <p:nvPr/>
            </p:nvSpPr>
            <p:spPr>
              <a:xfrm>
                <a:off x="3496952" y="5235308"/>
                <a:ext cx="770716" cy="630382"/>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en-US" altLang="zh-CN" sz="2400" b="1" dirty="0">
                    <a:solidFill>
                      <a:schemeClr val="tx1"/>
                    </a:solidFill>
                    <a:cs typeface="+mn-ea"/>
                    <a:sym typeface="+mn-lt"/>
                  </a:rPr>
                  <a:t>02</a:t>
                </a:r>
                <a:endParaRPr lang="zh-CN" altLang="en-US" sz="2400" b="1" dirty="0">
                  <a:solidFill>
                    <a:schemeClr val="tx1"/>
                  </a:solidFill>
                  <a:cs typeface="+mn-ea"/>
                  <a:sym typeface="+mn-lt"/>
                </a:endParaRPr>
              </a:p>
            </p:txBody>
          </p:sp>
        </p:grpSp>
        <p:grpSp>
          <p:nvGrpSpPr>
            <p:cNvPr id="66" name="组合 65">
              <a:extLst>
                <a:ext uri="{FF2B5EF4-FFF2-40B4-BE49-F238E27FC236}">
                  <a16:creationId xmlns:a16="http://schemas.microsoft.com/office/drawing/2014/main" id="{AE373148-A760-3C9F-B026-E469FD7FED30}"/>
                </a:ext>
              </a:extLst>
            </p:cNvPr>
            <p:cNvGrpSpPr/>
            <p:nvPr/>
          </p:nvGrpSpPr>
          <p:grpSpPr>
            <a:xfrm>
              <a:off x="5075148" y="2118169"/>
              <a:ext cx="2029006" cy="4739831"/>
              <a:chOff x="5075148" y="2118169"/>
              <a:chExt cx="2029006" cy="4739831"/>
            </a:xfrm>
          </p:grpSpPr>
          <p:sp>
            <p:nvSpPr>
              <p:cNvPr id="43" name="IconBackground3">
                <a:extLst>
                  <a:ext uri="{FF2B5EF4-FFF2-40B4-BE49-F238E27FC236}">
                    <a16:creationId xmlns:a16="http://schemas.microsoft.com/office/drawing/2014/main" id="{DBC4D816-4584-96F0-90F4-4DA0505FB028}"/>
                  </a:ext>
                </a:extLst>
              </p:cNvPr>
              <p:cNvSpPr>
                <a:spLocks/>
              </p:cNvSpPr>
              <p:nvPr/>
            </p:nvSpPr>
            <p:spPr>
              <a:xfrm>
                <a:off x="5704324" y="4050000"/>
                <a:ext cx="770718" cy="2808000"/>
              </a:xfrm>
              <a:prstGeom prst="rect">
                <a:avLst/>
              </a:prstGeom>
              <a:gradFill flip="none" rotWithShape="1">
                <a:gsLst>
                  <a:gs pos="0">
                    <a:schemeClr val="accent1">
                      <a:alpha val="0"/>
                    </a:schemeClr>
                  </a:gs>
                  <a:gs pos="100000">
                    <a:schemeClr val="accent1"/>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chemeClr val="tx1"/>
                  </a:solidFill>
                  <a:latin typeface="Nunito Sans Normal" pitchFamily="2" charset="77"/>
                  <a:sym typeface="+mn-lt"/>
                </a:endParaRPr>
              </a:p>
            </p:txBody>
          </p:sp>
          <p:sp>
            <p:nvSpPr>
              <p:cNvPr id="45" name="Text3">
                <a:extLst>
                  <a:ext uri="{FF2B5EF4-FFF2-40B4-BE49-F238E27FC236}">
                    <a16:creationId xmlns:a16="http://schemas.microsoft.com/office/drawing/2014/main" id="{A7EBC3C4-C161-A299-AEE2-407E97D38C68}"/>
                  </a:ext>
                </a:extLst>
              </p:cNvPr>
              <p:cNvSpPr/>
              <p:nvPr/>
            </p:nvSpPr>
            <p:spPr>
              <a:xfrm flipH="1">
                <a:off x="5075212" y="2744169"/>
                <a:ext cx="2028942" cy="1188000"/>
              </a:xfrm>
              <a:prstGeom prst="rect">
                <a:avLst/>
              </a:prstGeom>
              <a:ln>
                <a:noFill/>
              </a:ln>
            </p:spPr>
            <p:txBody>
              <a:bodyPr wrap="square" lIns="91440" tIns="45720" rIns="91440" bIns="45720" anchor="t" anchorCtr="1">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cs typeface="+mn-ea"/>
                    <a:sym typeface="+mn-lt"/>
                  </a:rPr>
                  <a:t>单击此处添加文本单击此处添加文本单击此处添加文本单击此处添加文本</a:t>
                </a:r>
              </a:p>
            </p:txBody>
          </p:sp>
          <p:sp>
            <p:nvSpPr>
              <p:cNvPr id="46" name="Bullet3">
                <a:extLst>
                  <a:ext uri="{FF2B5EF4-FFF2-40B4-BE49-F238E27FC236}">
                    <a16:creationId xmlns:a16="http://schemas.microsoft.com/office/drawing/2014/main" id="{3643EF8D-CE03-559E-091E-CA1BEC4C3920}"/>
                  </a:ext>
                </a:extLst>
              </p:cNvPr>
              <p:cNvSpPr txBox="1"/>
              <p:nvPr/>
            </p:nvSpPr>
            <p:spPr>
              <a:xfrm>
                <a:off x="5075148" y="2118169"/>
                <a:ext cx="2024734" cy="625999"/>
              </a:xfrm>
              <a:prstGeom prst="rect">
                <a:avLst/>
              </a:prstGeom>
              <a:noFill/>
              <a:effectLst/>
            </p:spPr>
            <p:txBody>
              <a:bodyPr wrap="square" lIns="91440" tIns="45720" rIns="91440" bIns="45720" rtlCol="0" anchor="b" anchorCtr="1">
                <a:normAutofit/>
              </a:bodyPr>
              <a:lstStyle>
                <a:defPPr>
                  <a:defRPr lang="zh-CN"/>
                </a:defPPr>
                <a:lvl1pPr marL="0" algn="ctr" defTabSz="914400" rtl="0" eaLnBrk="1" latinLnBrk="0" hangingPunct="1">
                  <a:defRPr sz="1800" b="1" i="0" kern="1200">
                    <a:gradFill>
                      <a:gsLst>
                        <a:gs pos="0">
                          <a:schemeClr val="accent6">
                            <a:lumMod val="60000"/>
                            <a:lumOff val="40000"/>
                          </a:schemeClr>
                        </a:gs>
                        <a:gs pos="60000">
                          <a:schemeClr val="accent6"/>
                        </a:gs>
                      </a:gsLst>
                      <a:lin ang="2700000" scaled="0"/>
                    </a:gra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chemeClr val="tx1"/>
                    </a:solidFill>
                    <a:cs typeface="+mn-ea"/>
                    <a:sym typeface="+mn-lt"/>
                  </a:rPr>
                  <a:t>单击添加小标题</a:t>
                </a:r>
              </a:p>
            </p:txBody>
          </p:sp>
          <p:sp>
            <p:nvSpPr>
              <p:cNvPr id="61" name="Number3">
                <a:extLst>
                  <a:ext uri="{FF2B5EF4-FFF2-40B4-BE49-F238E27FC236}">
                    <a16:creationId xmlns:a16="http://schemas.microsoft.com/office/drawing/2014/main" id="{38A00FAA-1D7A-A2F0-069A-866DF3D561D4}"/>
                  </a:ext>
                </a:extLst>
              </p:cNvPr>
              <p:cNvSpPr/>
              <p:nvPr/>
            </p:nvSpPr>
            <p:spPr>
              <a:xfrm>
                <a:off x="5704326" y="4160851"/>
                <a:ext cx="770716" cy="630382"/>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en-US" altLang="zh-CN" sz="2400" b="1" dirty="0">
                    <a:solidFill>
                      <a:srgbClr val="FFFFFF"/>
                    </a:solidFill>
                    <a:cs typeface="+mn-ea"/>
                    <a:sym typeface="+mn-lt"/>
                  </a:rPr>
                  <a:t>03</a:t>
                </a:r>
                <a:endParaRPr lang="zh-CN" altLang="en-US" sz="2400" b="1" dirty="0">
                  <a:solidFill>
                    <a:srgbClr val="FFFFFF"/>
                  </a:solidFill>
                  <a:cs typeface="+mn-ea"/>
                  <a:sym typeface="+mn-lt"/>
                </a:endParaRPr>
              </a:p>
            </p:txBody>
          </p:sp>
        </p:grpSp>
        <p:grpSp>
          <p:nvGrpSpPr>
            <p:cNvPr id="67" name="组合 66">
              <a:extLst>
                <a:ext uri="{FF2B5EF4-FFF2-40B4-BE49-F238E27FC236}">
                  <a16:creationId xmlns:a16="http://schemas.microsoft.com/office/drawing/2014/main" id="{8F2B773F-E084-5528-6D87-97E7D5F3D487}"/>
                </a:ext>
              </a:extLst>
            </p:cNvPr>
            <p:cNvGrpSpPr/>
            <p:nvPr/>
          </p:nvGrpSpPr>
          <p:grpSpPr>
            <a:xfrm>
              <a:off x="7282521" y="3198169"/>
              <a:ext cx="2029006" cy="3659831"/>
              <a:chOff x="7282521" y="3198169"/>
              <a:chExt cx="2029006" cy="3659831"/>
            </a:xfrm>
          </p:grpSpPr>
          <p:sp>
            <p:nvSpPr>
              <p:cNvPr id="24" name="IconBackground4">
                <a:extLst>
                  <a:ext uri="{FF2B5EF4-FFF2-40B4-BE49-F238E27FC236}">
                    <a16:creationId xmlns:a16="http://schemas.microsoft.com/office/drawing/2014/main" id="{F5F455A2-40F8-C882-22C3-A48E34ED6F58}"/>
                  </a:ext>
                </a:extLst>
              </p:cNvPr>
              <p:cNvSpPr>
                <a:spLocks/>
              </p:cNvSpPr>
              <p:nvPr/>
            </p:nvSpPr>
            <p:spPr>
              <a:xfrm>
                <a:off x="7911697" y="5130000"/>
                <a:ext cx="770718" cy="1728000"/>
              </a:xfrm>
              <a:prstGeom prst="rect">
                <a:avLst/>
              </a:prstGeom>
              <a:gradFill flip="none" rotWithShape="1">
                <a:gsLst>
                  <a:gs pos="0">
                    <a:schemeClr val="accent1">
                      <a:alpha val="0"/>
                    </a:schemeClr>
                  </a:gs>
                  <a:gs pos="100000">
                    <a:schemeClr val="accent1">
                      <a:alpha val="2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chemeClr val="tx1"/>
                  </a:solidFill>
                  <a:latin typeface="Nunito Sans Normal" pitchFamily="2" charset="77"/>
                  <a:sym typeface="+mn-lt"/>
                </a:endParaRPr>
              </a:p>
            </p:txBody>
          </p:sp>
          <p:sp>
            <p:nvSpPr>
              <p:cNvPr id="39" name="Text4">
                <a:extLst>
                  <a:ext uri="{FF2B5EF4-FFF2-40B4-BE49-F238E27FC236}">
                    <a16:creationId xmlns:a16="http://schemas.microsoft.com/office/drawing/2014/main" id="{32F91936-A47B-2383-BAE6-EA23F66C14D4}"/>
                  </a:ext>
                </a:extLst>
              </p:cNvPr>
              <p:cNvSpPr/>
              <p:nvPr/>
            </p:nvSpPr>
            <p:spPr>
              <a:xfrm flipH="1">
                <a:off x="7282585" y="3824169"/>
                <a:ext cx="2028942" cy="1188000"/>
              </a:xfrm>
              <a:prstGeom prst="rect">
                <a:avLst/>
              </a:prstGeom>
              <a:ln>
                <a:noFill/>
              </a:ln>
            </p:spPr>
            <p:txBody>
              <a:bodyPr wrap="square" lIns="91440" tIns="45720" rIns="91440" bIns="45720" anchor="t" anchorCtr="1">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a:ln>
                      <a:noFill/>
                    </a:ln>
                    <a:effectLst/>
                    <a:uLnTx/>
                    <a:uFillTx/>
                    <a:cs typeface="+mn-ea"/>
                    <a:sym typeface="+mn-lt"/>
                  </a:rPr>
                  <a:t>单击此处添加文本单击此处添加文本单击此处添加文本单击此处添加文本</a:t>
                </a:r>
              </a:p>
            </p:txBody>
          </p:sp>
          <p:sp>
            <p:nvSpPr>
              <p:cNvPr id="42" name="Bullet4">
                <a:extLst>
                  <a:ext uri="{FF2B5EF4-FFF2-40B4-BE49-F238E27FC236}">
                    <a16:creationId xmlns:a16="http://schemas.microsoft.com/office/drawing/2014/main" id="{F440F17E-9025-6602-C80F-D9B375EAA59B}"/>
                  </a:ext>
                </a:extLst>
              </p:cNvPr>
              <p:cNvSpPr txBox="1"/>
              <p:nvPr/>
            </p:nvSpPr>
            <p:spPr>
              <a:xfrm>
                <a:off x="7282521" y="3198169"/>
                <a:ext cx="2024734" cy="625999"/>
              </a:xfrm>
              <a:prstGeom prst="rect">
                <a:avLst/>
              </a:prstGeom>
              <a:noFill/>
              <a:effectLst/>
            </p:spPr>
            <p:txBody>
              <a:bodyPr wrap="square" lIns="91440" tIns="45720" rIns="91440" bIns="45720" rtlCol="0" anchor="b" anchorCtr="1">
                <a:normAutofit/>
              </a:bodyPr>
              <a:lstStyle>
                <a:defPPr>
                  <a:defRPr lang="zh-CN"/>
                </a:defPPr>
                <a:lvl1pPr marL="0" algn="ctr" defTabSz="914400" rtl="0" eaLnBrk="1" latinLnBrk="0" hangingPunct="1">
                  <a:defRPr sz="1800" b="1" i="0" kern="1200">
                    <a:gradFill>
                      <a:gsLst>
                        <a:gs pos="0">
                          <a:schemeClr val="accent5">
                            <a:lumMod val="60000"/>
                            <a:lumOff val="40000"/>
                          </a:schemeClr>
                        </a:gs>
                        <a:gs pos="60000">
                          <a:schemeClr val="accent5"/>
                        </a:gs>
                      </a:gsLst>
                      <a:lin ang="2700000" scaled="0"/>
                    </a:gra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solidFill>
                      <a:schemeClr val="tx1"/>
                    </a:solidFill>
                    <a:cs typeface="+mn-ea"/>
                    <a:sym typeface="+mn-lt"/>
                  </a:rPr>
                  <a:t>单击添加小标题</a:t>
                </a:r>
              </a:p>
            </p:txBody>
          </p:sp>
          <p:sp>
            <p:nvSpPr>
              <p:cNvPr id="62" name="Number4">
                <a:extLst>
                  <a:ext uri="{FF2B5EF4-FFF2-40B4-BE49-F238E27FC236}">
                    <a16:creationId xmlns:a16="http://schemas.microsoft.com/office/drawing/2014/main" id="{4AF4174C-97A9-F055-DC7F-77B1F43D9C7F}"/>
                  </a:ext>
                </a:extLst>
              </p:cNvPr>
              <p:cNvSpPr/>
              <p:nvPr/>
            </p:nvSpPr>
            <p:spPr>
              <a:xfrm>
                <a:off x="7911700" y="5235308"/>
                <a:ext cx="770716" cy="630382"/>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en-US" altLang="zh-CN" sz="2400" b="1" dirty="0">
                    <a:solidFill>
                      <a:schemeClr val="tx1"/>
                    </a:solidFill>
                    <a:cs typeface="+mn-ea"/>
                    <a:sym typeface="+mn-lt"/>
                  </a:rPr>
                  <a:t>04</a:t>
                </a:r>
                <a:endParaRPr lang="zh-CN" altLang="en-US" sz="2400" b="1" dirty="0">
                  <a:solidFill>
                    <a:schemeClr val="tx1"/>
                  </a:solidFill>
                  <a:cs typeface="+mn-ea"/>
                  <a:sym typeface="+mn-lt"/>
                </a:endParaRPr>
              </a:p>
            </p:txBody>
          </p:sp>
        </p:grpSp>
        <p:grpSp>
          <p:nvGrpSpPr>
            <p:cNvPr id="68" name="组合 67">
              <a:extLst>
                <a:ext uri="{FF2B5EF4-FFF2-40B4-BE49-F238E27FC236}">
                  <a16:creationId xmlns:a16="http://schemas.microsoft.com/office/drawing/2014/main" id="{6DCF3ED2-5E3B-4959-4722-8C2EBB10B60B}"/>
                </a:ext>
              </a:extLst>
            </p:cNvPr>
            <p:cNvGrpSpPr/>
            <p:nvPr/>
          </p:nvGrpSpPr>
          <p:grpSpPr>
            <a:xfrm>
              <a:off x="9489894" y="2118169"/>
              <a:ext cx="2029006" cy="4739831"/>
              <a:chOff x="9489894" y="2118169"/>
              <a:chExt cx="2029006" cy="4739831"/>
            </a:xfrm>
          </p:grpSpPr>
          <p:sp>
            <p:nvSpPr>
              <p:cNvPr id="18" name="IconBackground5">
                <a:extLst>
                  <a:ext uri="{FF2B5EF4-FFF2-40B4-BE49-F238E27FC236}">
                    <a16:creationId xmlns:a16="http://schemas.microsoft.com/office/drawing/2014/main" id="{BD5C4A90-0FFB-16FF-BC7F-A7C0DBD93AB9}"/>
                  </a:ext>
                </a:extLst>
              </p:cNvPr>
              <p:cNvSpPr>
                <a:spLocks/>
              </p:cNvSpPr>
              <p:nvPr/>
            </p:nvSpPr>
            <p:spPr>
              <a:xfrm>
                <a:off x="10119070" y="4050000"/>
                <a:ext cx="770718" cy="2808000"/>
              </a:xfrm>
              <a:prstGeom prst="rect">
                <a:avLst/>
              </a:prstGeom>
              <a:gradFill flip="none" rotWithShape="1">
                <a:gsLst>
                  <a:gs pos="0">
                    <a:schemeClr val="accent1">
                      <a:alpha val="0"/>
                    </a:schemeClr>
                  </a:gs>
                  <a:gs pos="100000">
                    <a:schemeClr val="accent1"/>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chemeClr val="tx1"/>
                  </a:solidFill>
                  <a:latin typeface="Nunito Sans Normal" pitchFamily="2" charset="77"/>
                  <a:sym typeface="+mn-lt"/>
                </a:endParaRPr>
              </a:p>
            </p:txBody>
          </p:sp>
          <p:sp>
            <p:nvSpPr>
              <p:cNvPr id="20" name="Text5">
                <a:extLst>
                  <a:ext uri="{FF2B5EF4-FFF2-40B4-BE49-F238E27FC236}">
                    <a16:creationId xmlns:a16="http://schemas.microsoft.com/office/drawing/2014/main" id="{9E2F6B8C-3B15-7612-E404-4642A1E993F6}"/>
                  </a:ext>
                </a:extLst>
              </p:cNvPr>
              <p:cNvSpPr/>
              <p:nvPr/>
            </p:nvSpPr>
            <p:spPr>
              <a:xfrm flipH="1">
                <a:off x="9489958" y="2744169"/>
                <a:ext cx="2028942" cy="1188000"/>
              </a:xfrm>
              <a:prstGeom prst="rect">
                <a:avLst/>
              </a:prstGeom>
              <a:ln>
                <a:noFill/>
              </a:ln>
            </p:spPr>
            <p:txBody>
              <a:bodyPr wrap="square" lIns="91440" tIns="45720" rIns="91440" bIns="45720" anchor="t" anchorCtr="1">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cs typeface="+mn-ea"/>
                    <a:sym typeface="+mn-lt"/>
                  </a:rPr>
                  <a:t>单击此处添加文本单击此处添加文本单击此处添加文本单击此处添加文本</a:t>
                </a:r>
              </a:p>
            </p:txBody>
          </p:sp>
          <p:sp>
            <p:nvSpPr>
              <p:cNvPr id="21" name="Bullet5">
                <a:extLst>
                  <a:ext uri="{FF2B5EF4-FFF2-40B4-BE49-F238E27FC236}">
                    <a16:creationId xmlns:a16="http://schemas.microsoft.com/office/drawing/2014/main" id="{4B5C2A52-EDE3-E992-B1BA-7AD7FF809E90}"/>
                  </a:ext>
                </a:extLst>
              </p:cNvPr>
              <p:cNvSpPr txBox="1"/>
              <p:nvPr/>
            </p:nvSpPr>
            <p:spPr>
              <a:xfrm>
                <a:off x="9489894" y="2118169"/>
                <a:ext cx="2024734" cy="625999"/>
              </a:xfrm>
              <a:prstGeom prst="rect">
                <a:avLst/>
              </a:prstGeom>
              <a:noFill/>
              <a:effectLst/>
            </p:spPr>
            <p:txBody>
              <a:bodyPr wrap="square" lIns="91440" tIns="45720" rIns="91440" bIns="45720" rtlCol="0" anchor="b" anchorCtr="1">
                <a:normAutofit/>
              </a:bodyPr>
              <a:lstStyle>
                <a:defPPr>
                  <a:defRPr lang="zh-CN"/>
                </a:defPPr>
                <a:lvl1pPr marL="0" algn="ctr" defTabSz="914400" rtl="0" eaLnBrk="1" latinLnBrk="0" hangingPunct="1">
                  <a:defRPr sz="1800" b="1" i="0" kern="1200">
                    <a:gradFill>
                      <a:gsLst>
                        <a:gs pos="0">
                          <a:schemeClr val="accent4">
                            <a:lumMod val="60000"/>
                            <a:lumOff val="40000"/>
                          </a:schemeClr>
                        </a:gs>
                        <a:gs pos="60000">
                          <a:schemeClr val="accent4"/>
                        </a:gs>
                      </a:gsLst>
                      <a:lin ang="2700000" scaled="0"/>
                    </a:gra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solidFill>
                      <a:schemeClr val="tx1"/>
                    </a:solidFill>
                    <a:cs typeface="+mn-ea"/>
                    <a:sym typeface="+mn-lt"/>
                  </a:rPr>
                  <a:t>单击添加小标题</a:t>
                </a:r>
                <a:endParaRPr lang="zh-CN" altLang="en-US" dirty="0">
                  <a:solidFill>
                    <a:schemeClr val="tx1"/>
                  </a:solidFill>
                  <a:cs typeface="+mn-ea"/>
                  <a:sym typeface="+mn-lt"/>
                </a:endParaRPr>
              </a:p>
            </p:txBody>
          </p:sp>
          <p:sp>
            <p:nvSpPr>
              <p:cNvPr id="63" name="Number5">
                <a:extLst>
                  <a:ext uri="{FF2B5EF4-FFF2-40B4-BE49-F238E27FC236}">
                    <a16:creationId xmlns:a16="http://schemas.microsoft.com/office/drawing/2014/main" id="{78D5E85F-009B-6670-39CF-71696890F74C}"/>
                  </a:ext>
                </a:extLst>
              </p:cNvPr>
              <p:cNvSpPr/>
              <p:nvPr/>
            </p:nvSpPr>
            <p:spPr>
              <a:xfrm>
                <a:off x="10119074" y="4160851"/>
                <a:ext cx="770716" cy="630382"/>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en-US" altLang="zh-CN" sz="2400" b="1" dirty="0">
                    <a:solidFill>
                      <a:srgbClr val="FFFFFF"/>
                    </a:solidFill>
                    <a:cs typeface="+mn-ea"/>
                    <a:sym typeface="+mn-lt"/>
                  </a:rPr>
                  <a:t>05</a:t>
                </a:r>
                <a:endParaRPr lang="zh-CN" altLang="en-US" sz="2400" b="1" dirty="0">
                  <a:solidFill>
                    <a:srgbClr val="FFFFFF"/>
                  </a:solidFill>
                  <a:cs typeface="+mn-ea"/>
                  <a:sym typeface="+mn-lt"/>
                </a:endParaRPr>
              </a:p>
            </p:txBody>
          </p:sp>
        </p:grpSp>
      </p:grpSp>
    </p:spTree>
    <p:extLst>
      <p:ext uri="{BB962C8B-B14F-4D97-AF65-F5344CB8AC3E}">
        <p14:creationId xmlns:p14="http://schemas.microsoft.com/office/powerpoint/2010/main" val="105405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400" y="1769400"/>
            <a:ext cx="10858500" cy="2591973"/>
          </a:xfrm>
        </p:spPr>
        <p:txBody>
          <a:bodyPr lIns="91440" tIns="45720" rIns="91440" bIns="45720">
            <a:normAutofit/>
          </a:bodyPr>
          <a:lstStyle/>
          <a:p>
            <a:r>
              <a:rPr lang="zh-CN" altLang="en-US"/>
              <a:t>谢谢观看</a:t>
            </a:r>
            <a:endParaRPr lang="en-US" dirty="0"/>
          </a:p>
        </p:txBody>
      </p:sp>
      <p:sp>
        <p:nvSpPr>
          <p:cNvPr id="4" name="文本占位符 3"/>
          <p:cNvSpPr>
            <a:spLocks noGrp="1"/>
          </p:cNvSpPr>
          <p:nvPr>
            <p:ph type="body" sz="quarter" idx="13" hasCustomPrompt="1"/>
          </p:nvPr>
        </p:nvSpPr>
        <p:spPr>
          <a:xfrm>
            <a:off x="1282462" y="5875700"/>
            <a:ext cx="7632938" cy="288000"/>
          </a:xfrm>
        </p:spPr>
        <p:txBody>
          <a:bodyPr lIns="91440" tIns="45720" rIns="91440" bIns="45720">
            <a:normAutofit/>
          </a:bodyPr>
          <a:lstStyle/>
          <a:p>
            <a:r>
              <a:rPr lang="zh-CN" altLang="en-US" dirty="0"/>
              <a:t>Presenter name</a:t>
            </a:r>
            <a:endParaRPr lang="en-US" dirty="0"/>
          </a:p>
        </p:txBody>
      </p:sp>
      <p:sp>
        <p:nvSpPr>
          <p:cNvPr id="7" name="文本占位符 6"/>
          <p:cNvSpPr>
            <a:spLocks noGrp="1"/>
          </p:cNvSpPr>
          <p:nvPr>
            <p:ph type="body" sz="quarter" idx="14" hasCustomPrompt="1"/>
          </p:nvPr>
        </p:nvSpPr>
        <p:spPr>
          <a:xfrm>
            <a:off x="5029200" y="740700"/>
            <a:ext cx="6007100" cy="288000"/>
          </a:xfrm>
        </p:spPr>
        <p:txBody>
          <a:bodyPr lIns="91440" tIns="45720" rIns="91440" bIns="45720">
            <a:normAutofit/>
          </a:bodyPr>
          <a:lstStyle/>
          <a:p>
            <a:r>
              <a:rPr lang="zh-CN" altLang="en-US" dirty="0"/>
              <a:t>20XX.XX.XX</a:t>
            </a:r>
            <a:endParaRPr lang="en-US" dirty="0"/>
          </a:p>
        </p:txBody>
      </p:sp>
    </p:spTree>
  </p:cSld>
  <p:clrMapOvr>
    <a:masterClrMapping/>
  </p:clrMapOvr>
</p:sld>
</file>

<file path=ppt/slides/slide12.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8601"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7" name="矩形 189">
            <a:extLst>
              <a:ext uri="{FF2B5EF4-FFF2-40B4-BE49-F238E27FC236}">
                <a16:creationId xmlns:a16="http://schemas.microsoft.com/office/drawing/2014/main" id="{63B72852-A360-4EF8-A2F9-3A064EA5CCA7}"/>
              </a:ext>
            </a:extLst>
          </p:cNvPr>
          <p:cNvSpPr/>
          <p:nvPr/>
        </p:nvSpPr>
        <p:spPr>
          <a:xfrm>
            <a:off x="662896" y="2301813"/>
            <a:ext cx="2890520" cy="375552"/>
          </a:xfrm>
          <a:prstGeom prst="rect">
            <a:avLst/>
          </a:prstGeom>
          <a:noFill/>
          <a:ln>
            <a:noFill/>
          </a:ln>
        </p:spPr>
        <p:txBody>
          <a:bodyPr wrap="square" anchor="ctr">
            <a:spAutoFit/>
          </a:bodyPr>
          <a:lstStyle/>
          <a:p>
            <a:pPr defTabSz="914332">
              <a:lnSpc>
                <a:spcPct val="150000"/>
              </a:lnSpc>
              <a:defRPr/>
            </a:pPr>
            <a:r>
              <a:rPr lang="en-US" altLang="zh-CN" sz="14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4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8" name="矩形 190">
            <a:extLst>
              <a:ext uri="{FF2B5EF4-FFF2-40B4-BE49-F238E27FC236}">
                <a16:creationId xmlns:a16="http://schemas.microsoft.com/office/drawing/2014/main" id="{F754BA71-8184-4828-95E4-4301AEC6A769}"/>
              </a:ext>
            </a:extLst>
          </p:cNvPr>
          <p:cNvSpPr>
            <a:spLocks/>
          </p:cNvSpPr>
          <p:nvPr/>
        </p:nvSpPr>
        <p:spPr>
          <a:xfrm>
            <a:off x="637768" y="1990359"/>
            <a:ext cx="8015025" cy="370375"/>
          </a:xfrm>
          <a:prstGeom prst="rect">
            <a:avLst/>
          </a:prstGeom>
          <a:noFill/>
          <a:ln>
            <a:noFill/>
          </a:ln>
        </p:spPr>
        <p:txBody>
          <a:bodyPr wrap="square" anchor="t">
            <a:no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欢迎关注</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官方渠道，通过</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小红书、微博、抖音等官方渠道了解更多产品资讯及活动信息。</a:t>
            </a:r>
          </a:p>
          <a:p>
            <a:pPr defTabSz="914332">
              <a:lnSpc>
                <a:spcPct val="120000"/>
              </a:lnSpc>
              <a:defRPr/>
            </a:pP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90">
            <a:extLst>
              <a:ext uri="{FF2B5EF4-FFF2-40B4-BE49-F238E27FC236}">
                <a16:creationId xmlns:a16="http://schemas.microsoft.com/office/drawing/2014/main" id="{F6CD38CE-FC32-B793-7C2A-F7EF662A7A51}"/>
              </a:ext>
            </a:extLst>
          </p:cNvPr>
          <p:cNvSpPr/>
          <p:nvPr/>
        </p:nvSpPr>
        <p:spPr>
          <a:xfrm>
            <a:off x="660400" y="5478694"/>
            <a:ext cx="4710695" cy="613373"/>
          </a:xfrm>
          <a:prstGeom prst="rect">
            <a:avLst/>
          </a:prstGeom>
          <a:noFill/>
          <a:ln>
            <a:noFill/>
          </a:ln>
        </p:spPr>
        <p:txBody>
          <a:bodyPr wrap="square" anchor="t">
            <a:spAutoFit/>
          </a:bodyPr>
          <a:lstStyle/>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抖音、视频号每周直播，带你从小白进阶</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高手！</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插件不会用，</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页面不会设计？ </a:t>
            </a:r>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zh-CN" altLang="en-US" sz="1200" dirty="0">
                <a:latin typeface="Arial" panose="020B0604020202020204" pitchFamily="34" charset="0"/>
                <a:ea typeface="微软雅黑" panose="020B0503020204020204" pitchFamily="34" charset="-122"/>
                <a:sym typeface="Arial" panose="020B0604020202020204" pitchFamily="34" charset="0"/>
              </a:rPr>
              <a:t>那就来</a:t>
            </a:r>
            <a:r>
              <a:rPr lang="en-US" altLang="zh-CN" sz="1200"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dirty="0">
                <a:latin typeface="Arial" panose="020B0604020202020204" pitchFamily="34" charset="0"/>
                <a:ea typeface="微软雅黑" panose="020B0503020204020204" pitchFamily="34" charset="-122"/>
                <a:sym typeface="Arial" panose="020B0604020202020204" pitchFamily="34" charset="0"/>
              </a:rPr>
              <a:t>官方直播间。</a:t>
            </a:r>
          </a:p>
        </p:txBody>
      </p:sp>
      <p:sp>
        <p:nvSpPr>
          <p:cNvPr id="5" name="矩形 190">
            <a:hlinkClick r:id="rId4"/>
            <a:extLst>
              <a:ext uri="{FF2B5EF4-FFF2-40B4-BE49-F238E27FC236}">
                <a16:creationId xmlns:a16="http://schemas.microsoft.com/office/drawing/2014/main" id="{FE57F7A2-24A5-5A1E-982E-795C9546819B}"/>
              </a:ext>
            </a:extLst>
          </p:cNvPr>
          <p:cNvSpPr/>
          <p:nvPr/>
        </p:nvSpPr>
        <p:spPr>
          <a:xfrm>
            <a:off x="2621897"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微博</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190">
            <a:hlinkClick r:id="rId5"/>
            <a:extLst>
              <a:ext uri="{FF2B5EF4-FFF2-40B4-BE49-F238E27FC236}">
                <a16:creationId xmlns:a16="http://schemas.microsoft.com/office/drawing/2014/main" id="{37D005C4-EDE6-B355-1311-5813EB22500E}"/>
              </a:ext>
            </a:extLst>
          </p:cNvPr>
          <p:cNvSpPr/>
          <p:nvPr/>
        </p:nvSpPr>
        <p:spPr>
          <a:xfrm>
            <a:off x="6477894"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今日头条</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hlinkClick r:id="rId6"/>
            <a:extLst>
              <a:ext uri="{FF2B5EF4-FFF2-40B4-BE49-F238E27FC236}">
                <a16:creationId xmlns:a16="http://schemas.microsoft.com/office/drawing/2014/main" id="{3A868ED5-BC74-DD2F-DEC9-29A1627F6A2B}"/>
              </a:ext>
            </a:extLst>
          </p:cNvPr>
          <p:cNvSpPr/>
          <p:nvPr/>
        </p:nvSpPr>
        <p:spPr>
          <a:xfrm>
            <a:off x="4549896"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抖音</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3" name="矩形 190">
            <a:hlinkClick r:id="rId7"/>
            <a:extLst>
              <a:ext uri="{FF2B5EF4-FFF2-40B4-BE49-F238E27FC236}">
                <a16:creationId xmlns:a16="http://schemas.microsoft.com/office/drawing/2014/main" id="{E535A71A-1CC2-0C48-391C-0B15D364B466}"/>
              </a:ext>
            </a:extLst>
          </p:cNvPr>
          <p:cNvSpPr/>
          <p:nvPr/>
        </p:nvSpPr>
        <p:spPr>
          <a:xfrm>
            <a:off x="693898"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小红书</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grpSp>
        <p:nvGrpSpPr>
          <p:cNvPr id="35" name="组合 34">
            <a:extLst>
              <a:ext uri="{FF2B5EF4-FFF2-40B4-BE49-F238E27FC236}">
                <a16:creationId xmlns:a16="http://schemas.microsoft.com/office/drawing/2014/main" id="{B383A3BE-9AE6-DC13-77D6-D4415A95C8D8}"/>
              </a:ext>
            </a:extLst>
          </p:cNvPr>
          <p:cNvGrpSpPr/>
          <p:nvPr/>
        </p:nvGrpSpPr>
        <p:grpSpPr>
          <a:xfrm>
            <a:off x="2567653" y="3254342"/>
            <a:ext cx="1368001" cy="1368000"/>
            <a:chOff x="2739339" y="3229459"/>
            <a:chExt cx="1509223" cy="1509222"/>
          </a:xfrm>
        </p:grpSpPr>
        <p:sp>
          <p:nvSpPr>
            <p:cNvPr id="31" name="矩形: 圆角 30">
              <a:extLst>
                <a:ext uri="{FF2B5EF4-FFF2-40B4-BE49-F238E27FC236}">
                  <a16:creationId xmlns:a16="http://schemas.microsoft.com/office/drawing/2014/main" id="{BD946598-62CE-BC2A-E787-8C4868E8DF45}"/>
                </a:ext>
              </a:extLst>
            </p:cNvPr>
            <p:cNvSpPr/>
            <p:nvPr/>
          </p:nvSpPr>
          <p:spPr>
            <a:xfrm>
              <a:off x="2739339" y="3229459"/>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1CE37304-ACA3-F579-875F-25F9F81CD7B4}"/>
                </a:ext>
              </a:extLst>
            </p:cNvPr>
            <p:cNvGrpSpPr/>
            <p:nvPr/>
          </p:nvGrpSpPr>
          <p:grpSpPr>
            <a:xfrm>
              <a:off x="2802496" y="3294739"/>
              <a:ext cx="1389534" cy="1389535"/>
              <a:chOff x="2878177" y="3312010"/>
              <a:chExt cx="1389534" cy="1389535"/>
            </a:xfrm>
          </p:grpSpPr>
          <p:pic>
            <p:nvPicPr>
              <p:cNvPr id="1028" name="Picture 4">
                <a:extLst>
                  <a:ext uri="{FF2B5EF4-FFF2-40B4-BE49-F238E27FC236}">
                    <a16:creationId xmlns:a16="http://schemas.microsoft.com/office/drawing/2014/main" id="{91044262-320B-75C3-C123-09C6DA2F96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78177" y="3312010"/>
                <a:ext cx="1389534" cy="138953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5">
                <a:extLst>
                  <a:ext uri="{FF2B5EF4-FFF2-40B4-BE49-F238E27FC236}">
                    <a16:creationId xmlns:a16="http://schemas.microsoft.com/office/drawing/2014/main" id="{E119DACB-B049-0B56-5447-59DCBED0DB21}"/>
                  </a:ext>
                </a:extLst>
              </p:cNvPr>
              <p:cNvGrpSpPr/>
              <p:nvPr/>
            </p:nvGrpSpPr>
            <p:grpSpPr>
              <a:xfrm>
                <a:off x="3425344" y="3859736"/>
                <a:ext cx="295200" cy="294083"/>
                <a:chOff x="3415340" y="3859736"/>
                <a:chExt cx="295200" cy="294083"/>
              </a:xfrm>
            </p:grpSpPr>
            <p:sp>
              <p:nvSpPr>
                <p:cNvPr id="43" name="矩形: 圆角 42">
                  <a:extLst>
                    <a:ext uri="{FF2B5EF4-FFF2-40B4-BE49-F238E27FC236}">
                      <a16:creationId xmlns:a16="http://schemas.microsoft.com/office/drawing/2014/main" id="{31DC748E-87B9-1FFE-1DF6-243607BBEC87}"/>
                    </a:ext>
                  </a:extLst>
                </p:cNvPr>
                <p:cNvSpPr/>
                <p:nvPr/>
              </p:nvSpPr>
              <p:spPr>
                <a:xfrm>
                  <a:off x="3415340" y="3859736"/>
                  <a:ext cx="295200" cy="294083"/>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 name="组合 18">
                  <a:extLst>
                    <a:ext uri="{FF2B5EF4-FFF2-40B4-BE49-F238E27FC236}">
                      <a16:creationId xmlns:a16="http://schemas.microsoft.com/office/drawing/2014/main" id="{FEFCB14B-B9B9-7B0B-207B-13F14530A7AB}"/>
                    </a:ext>
                  </a:extLst>
                </p:cNvPr>
                <p:cNvGrpSpPr/>
                <p:nvPr/>
              </p:nvGrpSpPr>
              <p:grpSpPr>
                <a:xfrm>
                  <a:off x="3427370" y="3896955"/>
                  <a:ext cx="271140" cy="219645"/>
                  <a:chOff x="2062162" y="2200292"/>
                  <a:chExt cx="3033693" cy="2457527"/>
                </a:xfrm>
              </p:grpSpPr>
              <p:sp>
                <p:nvSpPr>
                  <p:cNvPr id="38" name="任意多边形 538">
                    <a:extLst>
                      <a:ext uri="{FF2B5EF4-FFF2-40B4-BE49-F238E27FC236}">
                        <a16:creationId xmlns:a16="http://schemas.microsoft.com/office/drawing/2014/main" id="{60FCD814-95F1-09B3-D634-AB372830E867}"/>
                      </a:ext>
                    </a:extLst>
                  </p:cNvPr>
                  <p:cNvSpPr/>
                  <p:nvPr/>
                </p:nvSpPr>
                <p:spPr>
                  <a:xfrm>
                    <a:off x="2285237" y="3250596"/>
                    <a:ext cx="2054828" cy="1279588"/>
                  </a:xfrm>
                  <a:custGeom>
                    <a:avLst/>
                    <a:gdLst>
                      <a:gd name="connsiteX0" fmla="*/ 0 w 2054828"/>
                      <a:gd name="connsiteY0" fmla="*/ 639794 h 1279588"/>
                      <a:gd name="connsiteX1" fmla="*/ 1027462 w 2054828"/>
                      <a:gd name="connsiteY1" fmla="*/ 1279589 h 1279588"/>
                      <a:gd name="connsiteX2" fmla="*/ 2054828 w 2054828"/>
                      <a:gd name="connsiteY2" fmla="*/ 639794 h 1279588"/>
                      <a:gd name="connsiteX3" fmla="*/ 1027462 w 2054828"/>
                      <a:gd name="connsiteY3" fmla="*/ 0 h 1279588"/>
                      <a:gd name="connsiteX4" fmla="*/ 0 w 2054828"/>
                      <a:gd name="connsiteY4" fmla="*/ 639794 h 127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828" h="1279588">
                        <a:moveTo>
                          <a:pt x="0" y="639794"/>
                        </a:moveTo>
                        <a:cubicBezTo>
                          <a:pt x="0" y="993077"/>
                          <a:pt x="459962" y="1279589"/>
                          <a:pt x="1027462" y="1279589"/>
                        </a:cubicBezTo>
                        <a:cubicBezTo>
                          <a:pt x="1594866" y="1279589"/>
                          <a:pt x="2054828" y="993077"/>
                          <a:pt x="2054828" y="639794"/>
                        </a:cubicBezTo>
                        <a:cubicBezTo>
                          <a:pt x="2054828" y="286417"/>
                          <a:pt x="1594866" y="0"/>
                          <a:pt x="1027462" y="0"/>
                        </a:cubicBezTo>
                        <a:cubicBezTo>
                          <a:pt x="459962" y="0"/>
                          <a:pt x="0" y="286417"/>
                          <a:pt x="0" y="639794"/>
                        </a:cubicBezTo>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39" name="任意多边形 539">
                    <a:extLst>
                      <a:ext uri="{FF2B5EF4-FFF2-40B4-BE49-F238E27FC236}">
                        <a16:creationId xmlns:a16="http://schemas.microsoft.com/office/drawing/2014/main" id="{C211156A-F263-1023-1064-44039BC6F3C7}"/>
                      </a:ext>
                    </a:extLst>
                  </p:cNvPr>
                  <p:cNvSpPr/>
                  <p:nvPr/>
                </p:nvSpPr>
                <p:spPr>
                  <a:xfrm>
                    <a:off x="2062162" y="2547155"/>
                    <a:ext cx="2646616" cy="2110664"/>
                  </a:xfrm>
                  <a:custGeom>
                    <a:avLst/>
                    <a:gdLst>
                      <a:gd name="connsiteX0" fmla="*/ 2278952 w 2646616"/>
                      <a:gd name="connsiteY0" fmla="*/ 836315 h 2110664"/>
                      <a:gd name="connsiteX1" fmla="*/ 2229326 w 2646616"/>
                      <a:gd name="connsiteY1" fmla="*/ 758686 h 2110664"/>
                      <a:gd name="connsiteX2" fmla="*/ 2230279 w 2646616"/>
                      <a:gd name="connsiteY2" fmla="*/ 456648 h 2110664"/>
                      <a:gd name="connsiteX3" fmla="*/ 1553528 w 2646616"/>
                      <a:gd name="connsiteY3" fmla="*/ 452838 h 2110664"/>
                      <a:gd name="connsiteX4" fmla="*/ 1481328 w 2646616"/>
                      <a:gd name="connsiteY4" fmla="*/ 418358 h 2110664"/>
                      <a:gd name="connsiteX5" fmla="*/ 1447800 w 2646616"/>
                      <a:gd name="connsiteY5" fmla="*/ 63837 h 2110664"/>
                      <a:gd name="connsiteX6" fmla="*/ 452533 w 2646616"/>
                      <a:gd name="connsiteY6" fmla="*/ 452171 h 2110664"/>
                      <a:gd name="connsiteX7" fmla="*/ 0 w 2646616"/>
                      <a:gd name="connsiteY7" fmla="*/ 1303992 h 2110664"/>
                      <a:gd name="connsiteX8" fmla="*/ 1272731 w 2646616"/>
                      <a:gd name="connsiteY8" fmla="*/ 2110665 h 2110664"/>
                      <a:gd name="connsiteX9" fmla="*/ 2646616 w 2646616"/>
                      <a:gd name="connsiteY9" fmla="*/ 1250652 h 2110664"/>
                      <a:gd name="connsiteX10" fmla="*/ 2278952 w 2646616"/>
                      <a:gd name="connsiteY10" fmla="*/ 836315 h 2110664"/>
                      <a:gd name="connsiteX11" fmla="*/ 1274445 w 2646616"/>
                      <a:gd name="connsiteY11" fmla="*/ 1930833 h 2110664"/>
                      <a:gd name="connsiteX12" fmla="*/ 306038 w 2646616"/>
                      <a:gd name="connsiteY12" fmla="*/ 1423626 h 2110664"/>
                      <a:gd name="connsiteX13" fmla="*/ 1156430 w 2646616"/>
                      <a:gd name="connsiteY13" fmla="*/ 736778 h 2110664"/>
                      <a:gd name="connsiteX14" fmla="*/ 2124837 w 2646616"/>
                      <a:gd name="connsiteY14" fmla="*/ 1243699 h 2110664"/>
                      <a:gd name="connsiteX15" fmla="*/ 1274445 w 2646616"/>
                      <a:gd name="connsiteY15" fmla="*/ 1930833 h 2110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46616" h="2110664">
                        <a:moveTo>
                          <a:pt x="2278952" y="836315"/>
                        </a:moveTo>
                        <a:cubicBezTo>
                          <a:pt x="2236184" y="823456"/>
                          <a:pt x="2206943" y="814788"/>
                          <a:pt x="2229326" y="758686"/>
                        </a:cubicBezTo>
                        <a:cubicBezTo>
                          <a:pt x="2277809" y="636861"/>
                          <a:pt x="2282762" y="531705"/>
                          <a:pt x="2230279" y="456648"/>
                        </a:cubicBezTo>
                        <a:cubicBezTo>
                          <a:pt x="2131790" y="315964"/>
                          <a:pt x="1862328" y="323584"/>
                          <a:pt x="1553528" y="452838"/>
                        </a:cubicBezTo>
                        <a:cubicBezTo>
                          <a:pt x="1553528" y="452648"/>
                          <a:pt x="1456563" y="495320"/>
                          <a:pt x="1481328" y="418358"/>
                        </a:cubicBezTo>
                        <a:cubicBezTo>
                          <a:pt x="1528858" y="265672"/>
                          <a:pt x="1521714" y="137656"/>
                          <a:pt x="1447800" y="63837"/>
                        </a:cubicBezTo>
                        <a:cubicBezTo>
                          <a:pt x="1280255" y="-103803"/>
                          <a:pt x="834581" y="70124"/>
                          <a:pt x="452533" y="452171"/>
                        </a:cubicBezTo>
                        <a:cubicBezTo>
                          <a:pt x="166211" y="738398"/>
                          <a:pt x="0" y="1041674"/>
                          <a:pt x="0" y="1303992"/>
                        </a:cubicBezTo>
                        <a:cubicBezTo>
                          <a:pt x="0" y="1805674"/>
                          <a:pt x="643319" y="2110665"/>
                          <a:pt x="1272731" y="2110665"/>
                        </a:cubicBezTo>
                        <a:cubicBezTo>
                          <a:pt x="2097786" y="2110665"/>
                          <a:pt x="2646616" y="1631271"/>
                          <a:pt x="2646616" y="1250652"/>
                        </a:cubicBezTo>
                        <a:cubicBezTo>
                          <a:pt x="2646616" y="1020719"/>
                          <a:pt x="2452973" y="890226"/>
                          <a:pt x="2278952" y="836315"/>
                        </a:cubicBezTo>
                        <a:close/>
                        <a:moveTo>
                          <a:pt x="1274445" y="1930833"/>
                        </a:moveTo>
                        <a:cubicBezTo>
                          <a:pt x="772192" y="1980363"/>
                          <a:pt x="338709" y="1753382"/>
                          <a:pt x="306038" y="1423626"/>
                        </a:cubicBezTo>
                        <a:cubicBezTo>
                          <a:pt x="273463" y="1093966"/>
                          <a:pt x="654272" y="786499"/>
                          <a:pt x="1156430" y="736778"/>
                        </a:cubicBezTo>
                        <a:cubicBezTo>
                          <a:pt x="1658684" y="687153"/>
                          <a:pt x="2092262" y="914134"/>
                          <a:pt x="2124837" y="1243699"/>
                        </a:cubicBezTo>
                        <a:cubicBezTo>
                          <a:pt x="2157317" y="1573645"/>
                          <a:pt x="1776698" y="1881112"/>
                          <a:pt x="1274445" y="1930833"/>
                        </a:cubicBezTo>
                        <a:close/>
                      </a:path>
                    </a:pathLst>
                  </a:custGeom>
                  <a:solidFill>
                    <a:srgbClr val="D52B2A"/>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0" name="任意多边形 540">
                    <a:extLst>
                      <a:ext uri="{FF2B5EF4-FFF2-40B4-BE49-F238E27FC236}">
                        <a16:creationId xmlns:a16="http://schemas.microsoft.com/office/drawing/2014/main" id="{2BF6317C-3C4E-D672-8A71-1CAC3C637089}"/>
                      </a:ext>
                    </a:extLst>
                  </p:cNvPr>
                  <p:cNvSpPr/>
                  <p:nvPr/>
                </p:nvSpPr>
                <p:spPr>
                  <a:xfrm>
                    <a:off x="4032574" y="2200292"/>
                    <a:ext cx="1063281" cy="1131222"/>
                  </a:xfrm>
                  <a:custGeom>
                    <a:avLst/>
                    <a:gdLst>
                      <a:gd name="connsiteX0" fmla="*/ 856417 w 1063281"/>
                      <a:gd name="connsiteY0" fmla="*/ 265064 h 1131222"/>
                      <a:gd name="connsiteX1" fmla="*/ 92036 w 1063281"/>
                      <a:gd name="connsiteY1" fmla="*/ 17604 h 1131222"/>
                      <a:gd name="connsiteX2" fmla="*/ 91941 w 1063281"/>
                      <a:gd name="connsiteY2" fmla="*/ 17604 h 1131222"/>
                      <a:gd name="connsiteX3" fmla="*/ 2596 w 1063281"/>
                      <a:gd name="connsiteY3" fmla="*/ 155431 h 1131222"/>
                      <a:gd name="connsiteX4" fmla="*/ 140518 w 1063281"/>
                      <a:gd name="connsiteY4" fmla="*/ 244871 h 1131222"/>
                      <a:gd name="connsiteX5" fmla="*/ 684015 w 1063281"/>
                      <a:gd name="connsiteY5" fmla="*/ 420797 h 1131222"/>
                      <a:gd name="connsiteX6" fmla="*/ 803363 w 1063281"/>
                      <a:gd name="connsiteY6" fmla="*/ 979343 h 1131222"/>
                      <a:gd name="connsiteX7" fmla="*/ 803363 w 1063281"/>
                      <a:gd name="connsiteY7" fmla="*/ 979343 h 1131222"/>
                      <a:gd name="connsiteX8" fmla="*/ 878229 w 1063281"/>
                      <a:gd name="connsiteY8" fmla="*/ 1125552 h 1131222"/>
                      <a:gd name="connsiteX9" fmla="*/ 1024438 w 1063281"/>
                      <a:gd name="connsiteY9" fmla="*/ 1050971 h 1131222"/>
                      <a:gd name="connsiteX10" fmla="*/ 1024438 w 1063281"/>
                      <a:gd name="connsiteY10" fmla="*/ 1050495 h 1131222"/>
                      <a:gd name="connsiteX11" fmla="*/ 856417 w 1063281"/>
                      <a:gd name="connsiteY11" fmla="*/ 265064 h 11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3281" h="1131222">
                        <a:moveTo>
                          <a:pt x="856417" y="265064"/>
                        </a:moveTo>
                        <a:cubicBezTo>
                          <a:pt x="657154" y="44179"/>
                          <a:pt x="363308" y="-40022"/>
                          <a:pt x="92036" y="17604"/>
                        </a:cubicBezTo>
                        <a:lnTo>
                          <a:pt x="91941" y="17604"/>
                        </a:lnTo>
                        <a:cubicBezTo>
                          <a:pt x="29171" y="31034"/>
                          <a:pt x="-10834" y="92756"/>
                          <a:pt x="2596" y="155431"/>
                        </a:cubicBezTo>
                        <a:cubicBezTo>
                          <a:pt x="15931" y="218105"/>
                          <a:pt x="77748" y="258206"/>
                          <a:pt x="140518" y="244871"/>
                        </a:cubicBezTo>
                        <a:cubicBezTo>
                          <a:pt x="333495" y="203913"/>
                          <a:pt x="542378" y="263825"/>
                          <a:pt x="684015" y="420797"/>
                        </a:cubicBezTo>
                        <a:cubicBezTo>
                          <a:pt x="825556" y="577674"/>
                          <a:pt x="863942" y="791701"/>
                          <a:pt x="803363" y="979343"/>
                        </a:cubicBezTo>
                        <a:lnTo>
                          <a:pt x="803363" y="979343"/>
                        </a:lnTo>
                        <a:cubicBezTo>
                          <a:pt x="783646" y="1040494"/>
                          <a:pt x="817079" y="1105835"/>
                          <a:pt x="878229" y="1125552"/>
                        </a:cubicBezTo>
                        <a:cubicBezTo>
                          <a:pt x="939189" y="1145269"/>
                          <a:pt x="1004721" y="1111931"/>
                          <a:pt x="1024438" y="1050971"/>
                        </a:cubicBezTo>
                        <a:cubicBezTo>
                          <a:pt x="1024438" y="1050876"/>
                          <a:pt x="1024438" y="1050590"/>
                          <a:pt x="1024438" y="1050495"/>
                        </a:cubicBezTo>
                        <a:cubicBezTo>
                          <a:pt x="1109401" y="786557"/>
                          <a:pt x="1055680" y="485758"/>
                          <a:pt x="856417" y="26506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1" name="任意多边形 541">
                    <a:extLst>
                      <a:ext uri="{FF2B5EF4-FFF2-40B4-BE49-F238E27FC236}">
                        <a16:creationId xmlns:a16="http://schemas.microsoft.com/office/drawing/2014/main" id="{6A12430C-F657-41EF-B67C-5576494E5733}"/>
                      </a:ext>
                    </a:extLst>
                  </p:cNvPr>
                  <p:cNvSpPr/>
                  <p:nvPr/>
                </p:nvSpPr>
                <p:spPr>
                  <a:xfrm>
                    <a:off x="4131596" y="2612531"/>
                    <a:ext cx="552131" cy="580885"/>
                  </a:xfrm>
                  <a:custGeom>
                    <a:avLst/>
                    <a:gdLst>
                      <a:gd name="connsiteX0" fmla="*/ 451452 w 552131"/>
                      <a:gd name="connsiteY0" fmla="*/ 128954 h 580885"/>
                      <a:gd name="connsiteX1" fmla="*/ 79120 w 552131"/>
                      <a:gd name="connsiteY1" fmla="*/ 8653 h 580885"/>
                      <a:gd name="connsiteX2" fmla="*/ 2253 w 552131"/>
                      <a:gd name="connsiteY2" fmla="*/ 127430 h 580885"/>
                      <a:gd name="connsiteX3" fmla="*/ 120839 w 552131"/>
                      <a:gd name="connsiteY3" fmla="*/ 204106 h 580885"/>
                      <a:gd name="connsiteX4" fmla="*/ 120839 w 552131"/>
                      <a:gd name="connsiteY4" fmla="*/ 204201 h 580885"/>
                      <a:gd name="connsiteX5" fmla="*/ 302958 w 552131"/>
                      <a:gd name="connsiteY5" fmla="*/ 262970 h 580885"/>
                      <a:gd name="connsiteX6" fmla="*/ 342772 w 552131"/>
                      <a:gd name="connsiteY6" fmla="*/ 450137 h 580885"/>
                      <a:gd name="connsiteX7" fmla="*/ 342867 w 552131"/>
                      <a:gd name="connsiteY7" fmla="*/ 450137 h 580885"/>
                      <a:gd name="connsiteX8" fmla="*/ 407161 w 552131"/>
                      <a:gd name="connsiteY8" fmla="*/ 576057 h 580885"/>
                      <a:gd name="connsiteX9" fmla="*/ 533082 w 552131"/>
                      <a:gd name="connsiteY9" fmla="*/ 511573 h 580885"/>
                      <a:gd name="connsiteX10" fmla="*/ 451452 w 552131"/>
                      <a:gd name="connsiteY10" fmla="*/ 128954 h 580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2131" h="580885">
                        <a:moveTo>
                          <a:pt x="451452" y="128954"/>
                        </a:moveTo>
                        <a:cubicBezTo>
                          <a:pt x="354488" y="21321"/>
                          <a:pt x="211327" y="-19541"/>
                          <a:pt x="79120" y="8653"/>
                        </a:cubicBezTo>
                        <a:cubicBezTo>
                          <a:pt x="25113" y="20178"/>
                          <a:pt x="-9367" y="73328"/>
                          <a:pt x="2253" y="127430"/>
                        </a:cubicBezTo>
                        <a:cubicBezTo>
                          <a:pt x="13779" y="181246"/>
                          <a:pt x="66928" y="215917"/>
                          <a:pt x="120839" y="204106"/>
                        </a:cubicBezTo>
                        <a:lnTo>
                          <a:pt x="120839" y="204201"/>
                        </a:lnTo>
                        <a:cubicBezTo>
                          <a:pt x="185419" y="190580"/>
                          <a:pt x="255523" y="210487"/>
                          <a:pt x="302958" y="262970"/>
                        </a:cubicBezTo>
                        <a:cubicBezTo>
                          <a:pt x="350392" y="315548"/>
                          <a:pt x="363155" y="387272"/>
                          <a:pt x="342772" y="450137"/>
                        </a:cubicBezTo>
                        <a:lnTo>
                          <a:pt x="342867" y="450137"/>
                        </a:lnTo>
                        <a:cubicBezTo>
                          <a:pt x="325913" y="502619"/>
                          <a:pt x="354678" y="559103"/>
                          <a:pt x="407161" y="576057"/>
                        </a:cubicBezTo>
                        <a:cubicBezTo>
                          <a:pt x="459739" y="592916"/>
                          <a:pt x="516127" y="564246"/>
                          <a:pt x="533082" y="511573"/>
                        </a:cubicBezTo>
                        <a:cubicBezTo>
                          <a:pt x="574610" y="383081"/>
                          <a:pt x="548607" y="236491"/>
                          <a:pt x="451452" y="12895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2" name="任意多边形 542">
                    <a:extLst>
                      <a:ext uri="{FF2B5EF4-FFF2-40B4-BE49-F238E27FC236}">
                        <a16:creationId xmlns:a16="http://schemas.microsoft.com/office/drawing/2014/main" id="{9A7AA684-C16D-0062-B912-DC566C41FAAD}"/>
                      </a:ext>
                    </a:extLst>
                  </p:cNvPr>
                  <p:cNvSpPr/>
                  <p:nvPr/>
                </p:nvSpPr>
                <p:spPr>
                  <a:xfrm>
                    <a:off x="2732248" y="3521291"/>
                    <a:ext cx="961899" cy="839749"/>
                  </a:xfrm>
                  <a:custGeom>
                    <a:avLst/>
                    <a:gdLst>
                      <a:gd name="connsiteX0" fmla="*/ 654460 w 961899"/>
                      <a:gd name="connsiteY0" fmla="*/ 16484 h 839749"/>
                      <a:gd name="connsiteX1" fmla="*/ 41526 w 961899"/>
                      <a:gd name="connsiteY1" fmla="*/ 283946 h 839749"/>
                      <a:gd name="connsiteX2" fmla="*/ 279461 w 961899"/>
                      <a:gd name="connsiteY2" fmla="*/ 815060 h 839749"/>
                      <a:gd name="connsiteX3" fmla="*/ 926875 w 961899"/>
                      <a:gd name="connsiteY3" fmla="*/ 540264 h 839749"/>
                      <a:gd name="connsiteX4" fmla="*/ 654460 w 961899"/>
                      <a:gd name="connsiteY4" fmla="*/ 16484 h 839749"/>
                      <a:gd name="connsiteX5" fmla="*/ 472056 w 961899"/>
                      <a:gd name="connsiteY5" fmla="*/ 564934 h 839749"/>
                      <a:gd name="connsiteX6" fmla="*/ 241075 w 961899"/>
                      <a:gd name="connsiteY6" fmla="*/ 640658 h 839749"/>
                      <a:gd name="connsiteX7" fmla="*/ 189640 w 961899"/>
                      <a:gd name="connsiteY7" fmla="*/ 439871 h 839749"/>
                      <a:gd name="connsiteX8" fmla="*/ 415954 w 961899"/>
                      <a:gd name="connsiteY8" fmla="*/ 363671 h 839749"/>
                      <a:gd name="connsiteX9" fmla="*/ 472056 w 961899"/>
                      <a:gd name="connsiteY9" fmla="*/ 564934 h 839749"/>
                      <a:gd name="connsiteX10" fmla="*/ 632076 w 961899"/>
                      <a:gd name="connsiteY10" fmla="*/ 359575 h 839749"/>
                      <a:gd name="connsiteX11" fmla="*/ 545303 w 961899"/>
                      <a:gd name="connsiteY11" fmla="*/ 391484 h 839749"/>
                      <a:gd name="connsiteX12" fmla="*/ 523015 w 961899"/>
                      <a:gd name="connsiteY12" fmla="*/ 316046 h 839749"/>
                      <a:gd name="connsiteX13" fmla="*/ 607692 w 961899"/>
                      <a:gd name="connsiteY13" fmla="*/ 284232 h 839749"/>
                      <a:gd name="connsiteX14" fmla="*/ 632076 w 961899"/>
                      <a:gd name="connsiteY14" fmla="*/ 359575 h 839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1899" h="839749">
                        <a:moveTo>
                          <a:pt x="654460" y="16484"/>
                        </a:moveTo>
                        <a:cubicBezTo>
                          <a:pt x="415478" y="-45714"/>
                          <a:pt x="145349" y="73444"/>
                          <a:pt x="41526" y="283946"/>
                        </a:cubicBezTo>
                        <a:cubicBezTo>
                          <a:pt x="-64201" y="498735"/>
                          <a:pt x="38002" y="737146"/>
                          <a:pt x="279461" y="815060"/>
                        </a:cubicBezTo>
                        <a:cubicBezTo>
                          <a:pt x="529587" y="895737"/>
                          <a:pt x="824386" y="772103"/>
                          <a:pt x="926875" y="540264"/>
                        </a:cubicBezTo>
                        <a:cubicBezTo>
                          <a:pt x="1028030" y="313664"/>
                          <a:pt x="901824" y="80397"/>
                          <a:pt x="654460" y="16484"/>
                        </a:cubicBezTo>
                        <a:close/>
                        <a:moveTo>
                          <a:pt x="472056" y="564934"/>
                        </a:moveTo>
                        <a:cubicBezTo>
                          <a:pt x="423479" y="642467"/>
                          <a:pt x="319466" y="676376"/>
                          <a:pt x="241075" y="640658"/>
                        </a:cubicBezTo>
                        <a:cubicBezTo>
                          <a:pt x="163827" y="605510"/>
                          <a:pt x="141062" y="515499"/>
                          <a:pt x="189640" y="439871"/>
                        </a:cubicBezTo>
                        <a:cubicBezTo>
                          <a:pt x="237646" y="364623"/>
                          <a:pt x="338135" y="331095"/>
                          <a:pt x="415954" y="363671"/>
                        </a:cubicBezTo>
                        <a:cubicBezTo>
                          <a:pt x="494630" y="397199"/>
                          <a:pt x="519681" y="486638"/>
                          <a:pt x="472056" y="564934"/>
                        </a:cubicBezTo>
                        <a:close/>
                        <a:moveTo>
                          <a:pt x="632076" y="359575"/>
                        </a:moveTo>
                        <a:cubicBezTo>
                          <a:pt x="614550" y="389579"/>
                          <a:pt x="575688" y="404057"/>
                          <a:pt x="545303" y="391484"/>
                        </a:cubicBezTo>
                        <a:cubicBezTo>
                          <a:pt x="515395" y="379196"/>
                          <a:pt x="506060" y="345573"/>
                          <a:pt x="523015" y="316046"/>
                        </a:cubicBezTo>
                        <a:cubicBezTo>
                          <a:pt x="540541" y="286709"/>
                          <a:pt x="577784" y="272326"/>
                          <a:pt x="607692" y="284232"/>
                        </a:cubicBezTo>
                        <a:cubicBezTo>
                          <a:pt x="637886" y="295281"/>
                          <a:pt x="648840" y="329285"/>
                          <a:pt x="632076" y="359575"/>
                        </a:cubicBezTo>
                        <a:close/>
                      </a:path>
                    </a:pathLst>
                  </a:custGeom>
                  <a:solidFill>
                    <a:srgbClr val="040000"/>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grpSp>
      <p:grpSp>
        <p:nvGrpSpPr>
          <p:cNvPr id="2" name="组合 1">
            <a:extLst>
              <a:ext uri="{FF2B5EF4-FFF2-40B4-BE49-F238E27FC236}">
                <a16:creationId xmlns:a16="http://schemas.microsoft.com/office/drawing/2014/main" id="{230BF9C2-4094-4E53-8F06-44C3D6154D74}"/>
              </a:ext>
            </a:extLst>
          </p:cNvPr>
          <p:cNvGrpSpPr/>
          <p:nvPr/>
        </p:nvGrpSpPr>
        <p:grpSpPr>
          <a:xfrm>
            <a:off x="6423649" y="3254342"/>
            <a:ext cx="1368000" cy="1368000"/>
            <a:chOff x="6425148" y="3254342"/>
            <a:chExt cx="1368000" cy="1368000"/>
          </a:xfrm>
        </p:grpSpPr>
        <p:sp>
          <p:nvSpPr>
            <p:cNvPr id="44" name="矩形: 圆角 43">
              <a:extLst>
                <a:ext uri="{FF2B5EF4-FFF2-40B4-BE49-F238E27FC236}">
                  <a16:creationId xmlns:a16="http://schemas.microsoft.com/office/drawing/2014/main" id="{FD6CE19C-3D96-2D88-E2BE-6DB3A16FEFEA}"/>
                </a:ext>
              </a:extLst>
            </p:cNvPr>
            <p:cNvSpPr/>
            <p:nvPr/>
          </p:nvSpPr>
          <p:spPr>
            <a:xfrm>
              <a:off x="6425148" y="3254342"/>
              <a:ext cx="1368000"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2" name="Picture 8">
              <a:hlinkClick r:id="rId9"/>
              <a:extLst>
                <a:ext uri="{FF2B5EF4-FFF2-40B4-BE49-F238E27FC236}">
                  <a16:creationId xmlns:a16="http://schemas.microsoft.com/office/drawing/2014/main" id="{A79B0CD7-506F-45B2-4B0F-72D4A514DD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82386" y="3313512"/>
              <a:ext cx="1259513" cy="1259515"/>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组合 24">
              <a:extLst>
                <a:ext uri="{FF2B5EF4-FFF2-40B4-BE49-F238E27FC236}">
                  <a16:creationId xmlns:a16="http://schemas.microsoft.com/office/drawing/2014/main" id="{45275ADB-1441-0456-C0B0-F0DEFAE0548B}"/>
                </a:ext>
              </a:extLst>
            </p:cNvPr>
            <p:cNvGrpSpPr/>
            <p:nvPr/>
          </p:nvGrpSpPr>
          <p:grpSpPr>
            <a:xfrm>
              <a:off x="6978354" y="3809481"/>
              <a:ext cx="267577" cy="267577"/>
              <a:chOff x="7829470" y="3878223"/>
              <a:chExt cx="257036" cy="257015"/>
            </a:xfrm>
          </p:grpSpPr>
          <p:sp>
            <p:nvSpPr>
              <p:cNvPr id="21" name="任意多边形: 形状 20">
                <a:extLst>
                  <a:ext uri="{FF2B5EF4-FFF2-40B4-BE49-F238E27FC236}">
                    <a16:creationId xmlns:a16="http://schemas.microsoft.com/office/drawing/2014/main" id="{9CFFB2E8-8D6B-1C3D-612C-AD8F6DCB2A21}"/>
                  </a:ext>
                </a:extLst>
              </p:cNvPr>
              <p:cNvSpPr/>
              <p:nvPr/>
            </p:nvSpPr>
            <p:spPr>
              <a:xfrm>
                <a:off x="7829470" y="3878223"/>
                <a:ext cx="257036" cy="257015"/>
              </a:xfrm>
              <a:custGeom>
                <a:avLst/>
                <a:gdLst>
                  <a:gd name="connsiteX0" fmla="*/ 51374 w 257036"/>
                  <a:gd name="connsiteY0" fmla="*/ 75 h 257015"/>
                  <a:gd name="connsiteX1" fmla="*/ 205566 w 257036"/>
                  <a:gd name="connsiteY1" fmla="*/ 75 h 257015"/>
                  <a:gd name="connsiteX2" fmla="*/ 256988 w 257036"/>
                  <a:gd name="connsiteY2" fmla="*/ 51476 h 257015"/>
                  <a:gd name="connsiteX3" fmla="*/ 256988 w 257036"/>
                  <a:gd name="connsiteY3" fmla="*/ 205688 h 257015"/>
                  <a:gd name="connsiteX4" fmla="*/ 205566 w 257036"/>
                  <a:gd name="connsiteY4" fmla="*/ 257090 h 257015"/>
                  <a:gd name="connsiteX5" fmla="*/ 51374 w 257036"/>
                  <a:gd name="connsiteY5" fmla="*/ 257090 h 257015"/>
                  <a:gd name="connsiteX6" fmla="*/ -48 w 257036"/>
                  <a:gd name="connsiteY6" fmla="*/ 205688 h 257015"/>
                  <a:gd name="connsiteX7" fmla="*/ -48 w 257036"/>
                  <a:gd name="connsiteY7" fmla="*/ 51476 h 257015"/>
                  <a:gd name="connsiteX8" fmla="*/ 51374 w 257036"/>
                  <a:gd name="connsiteY8" fmla="*/ 75 h 25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036" h="257015">
                    <a:moveTo>
                      <a:pt x="51374" y="75"/>
                    </a:moveTo>
                    <a:lnTo>
                      <a:pt x="205566" y="75"/>
                    </a:lnTo>
                    <a:cubicBezTo>
                      <a:pt x="239847" y="75"/>
                      <a:pt x="256988" y="17209"/>
                      <a:pt x="256988" y="51476"/>
                    </a:cubicBezTo>
                    <a:lnTo>
                      <a:pt x="256988" y="205688"/>
                    </a:lnTo>
                    <a:cubicBezTo>
                      <a:pt x="256988" y="239956"/>
                      <a:pt x="239847" y="257090"/>
                      <a:pt x="205566" y="257090"/>
                    </a:cubicBezTo>
                    <a:lnTo>
                      <a:pt x="51374" y="257090"/>
                    </a:lnTo>
                    <a:cubicBezTo>
                      <a:pt x="17093" y="257090"/>
                      <a:pt x="-48" y="239956"/>
                      <a:pt x="-48" y="205688"/>
                    </a:cubicBezTo>
                    <a:lnTo>
                      <a:pt x="-48" y="51476"/>
                    </a:lnTo>
                    <a:cubicBezTo>
                      <a:pt x="-48" y="17206"/>
                      <a:pt x="17093" y="72"/>
                      <a:pt x="51374" y="75"/>
                    </a:cubicBezTo>
                    <a:close/>
                  </a:path>
                </a:pathLst>
              </a:custGeom>
              <a:solidFill>
                <a:srgbClr val="FFFFFF"/>
              </a:solidFill>
              <a:ln w="12700" cap="flat">
                <a:solidFill>
                  <a:schemeClr val="bg1"/>
                </a:solid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6A4F007D-B4D0-2DFA-D984-3A7E5E5E6758}"/>
                  </a:ext>
                </a:extLst>
              </p:cNvPr>
              <p:cNvSpPr/>
              <p:nvPr/>
            </p:nvSpPr>
            <p:spPr>
              <a:xfrm>
                <a:off x="7829470" y="3925346"/>
                <a:ext cx="257018" cy="169196"/>
              </a:xfrm>
              <a:custGeom>
                <a:avLst/>
                <a:gdLst>
                  <a:gd name="connsiteX0" fmla="*/ 256971 w 257018"/>
                  <a:gd name="connsiteY0" fmla="*/ 154287 h 169196"/>
                  <a:gd name="connsiteX1" fmla="*/ -48 w 257018"/>
                  <a:gd name="connsiteY1" fmla="*/ 169272 h 169196"/>
                  <a:gd name="connsiteX2" fmla="*/ -48 w 257018"/>
                  <a:gd name="connsiteY2" fmla="*/ 15060 h 169196"/>
                  <a:gd name="connsiteX3" fmla="*/ 256971 w 257018"/>
                  <a:gd name="connsiteY3" fmla="*/ 75 h 169196"/>
                </a:gdLst>
                <a:ahLst/>
                <a:cxnLst>
                  <a:cxn ang="0">
                    <a:pos x="connsiteX0" y="connsiteY0"/>
                  </a:cxn>
                  <a:cxn ang="0">
                    <a:pos x="connsiteX1" y="connsiteY1"/>
                  </a:cxn>
                  <a:cxn ang="0">
                    <a:pos x="connsiteX2" y="connsiteY2"/>
                  </a:cxn>
                  <a:cxn ang="0">
                    <a:pos x="connsiteX3" y="connsiteY3"/>
                  </a:cxn>
                </a:cxnLst>
                <a:rect l="l" t="t" r="r" b="b"/>
                <a:pathLst>
                  <a:path w="257018" h="169196">
                    <a:moveTo>
                      <a:pt x="256971" y="154287"/>
                    </a:moveTo>
                    <a:lnTo>
                      <a:pt x="-48" y="169272"/>
                    </a:lnTo>
                    <a:lnTo>
                      <a:pt x="-48" y="15060"/>
                    </a:lnTo>
                    <a:lnTo>
                      <a:pt x="256971" y="75"/>
                    </a:lnTo>
                    <a:close/>
                  </a:path>
                </a:pathLst>
              </a:custGeom>
              <a:solidFill>
                <a:srgbClr val="FF3434"/>
              </a:solidFill>
              <a:ln w="332"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6905C7DD-40CD-CFBE-BECC-D77EFB6CCE2A}"/>
                  </a:ext>
                </a:extLst>
              </p:cNvPr>
              <p:cNvSpPr/>
              <p:nvPr/>
            </p:nvSpPr>
            <p:spPr>
              <a:xfrm>
                <a:off x="7864168" y="3951696"/>
                <a:ext cx="196851" cy="111796"/>
              </a:xfrm>
              <a:custGeom>
                <a:avLst/>
                <a:gdLst>
                  <a:gd name="connsiteX0" fmla="*/ 15796 w 196851"/>
                  <a:gd name="connsiteY0" fmla="*/ 29627 h 111796"/>
                  <a:gd name="connsiteX1" fmla="*/ 1018 w 196851"/>
                  <a:gd name="connsiteY1" fmla="*/ 28343 h 111796"/>
                  <a:gd name="connsiteX2" fmla="*/ 348 w 196851"/>
                  <a:gd name="connsiteY2" fmla="*/ 27377 h 111796"/>
                  <a:gd name="connsiteX3" fmla="*/ 376 w 196851"/>
                  <a:gd name="connsiteY3" fmla="*/ 27263 h 111796"/>
                  <a:gd name="connsiteX4" fmla="*/ 376 w 196851"/>
                  <a:gd name="connsiteY4" fmla="*/ 12702 h 111796"/>
                  <a:gd name="connsiteX5" fmla="*/ 490 w 196851"/>
                  <a:gd name="connsiteY5" fmla="*/ 12485 h 111796"/>
                  <a:gd name="connsiteX6" fmla="*/ 594 w 196851"/>
                  <a:gd name="connsiteY6" fmla="*/ 12278 h 111796"/>
                  <a:gd name="connsiteX7" fmla="*/ 7013 w 196851"/>
                  <a:gd name="connsiteY7" fmla="*/ 12920 h 111796"/>
                  <a:gd name="connsiteX8" fmla="*/ 21532 w 196851"/>
                  <a:gd name="connsiteY8" fmla="*/ 14335 h 111796"/>
                  <a:gd name="connsiteX9" fmla="*/ 22654 w 196851"/>
                  <a:gd name="connsiteY9" fmla="*/ 14411 h 111796"/>
                  <a:gd name="connsiteX10" fmla="*/ 28521 w 196851"/>
                  <a:gd name="connsiteY10" fmla="*/ 14953 h 111796"/>
                  <a:gd name="connsiteX11" fmla="*/ 34405 w 196851"/>
                  <a:gd name="connsiteY11" fmla="*/ 15491 h 111796"/>
                  <a:gd name="connsiteX12" fmla="*/ 35485 w 196851"/>
                  <a:gd name="connsiteY12" fmla="*/ 16340 h 111796"/>
                  <a:gd name="connsiteX13" fmla="*/ 35485 w 196851"/>
                  <a:gd name="connsiteY13" fmla="*/ 30911 h 111796"/>
                  <a:gd name="connsiteX14" fmla="*/ 35268 w 196851"/>
                  <a:gd name="connsiteY14" fmla="*/ 31335 h 111796"/>
                  <a:gd name="connsiteX15" fmla="*/ 28200 w 196851"/>
                  <a:gd name="connsiteY15" fmla="*/ 30693 h 111796"/>
                  <a:gd name="connsiteX16" fmla="*/ 15776 w 196851"/>
                  <a:gd name="connsiteY16" fmla="*/ 29627 h 111796"/>
                  <a:gd name="connsiteX17" fmla="*/ 27158 w 196851"/>
                  <a:gd name="connsiteY17" fmla="*/ 41192 h 111796"/>
                  <a:gd name="connsiteX18" fmla="*/ 34226 w 196851"/>
                  <a:gd name="connsiteY18" fmla="*/ 41834 h 111796"/>
                  <a:gd name="connsiteX19" fmla="*/ 35292 w 196851"/>
                  <a:gd name="connsiteY19" fmla="*/ 42683 h 111796"/>
                  <a:gd name="connsiteX20" fmla="*/ 35292 w 196851"/>
                  <a:gd name="connsiteY20" fmla="*/ 57036 h 111796"/>
                  <a:gd name="connsiteX21" fmla="*/ 35188 w 196851"/>
                  <a:gd name="connsiteY21" fmla="*/ 57357 h 111796"/>
                  <a:gd name="connsiteX22" fmla="*/ 35071 w 196851"/>
                  <a:gd name="connsiteY22" fmla="*/ 57681 h 111796"/>
                  <a:gd name="connsiteX23" fmla="*/ -48 w 196851"/>
                  <a:gd name="connsiteY23" fmla="*/ 54468 h 111796"/>
                  <a:gd name="connsiteX24" fmla="*/ -48 w 196851"/>
                  <a:gd name="connsiteY24" fmla="*/ 38828 h 111796"/>
                  <a:gd name="connsiteX25" fmla="*/ 3586 w 196851"/>
                  <a:gd name="connsiteY25" fmla="*/ 39045 h 111796"/>
                  <a:gd name="connsiteX26" fmla="*/ 15372 w 196851"/>
                  <a:gd name="connsiteY26" fmla="*/ 40115 h 111796"/>
                  <a:gd name="connsiteX27" fmla="*/ 27158 w 196851"/>
                  <a:gd name="connsiteY27" fmla="*/ 41192 h 111796"/>
                  <a:gd name="connsiteX28" fmla="*/ 111973 w 196851"/>
                  <a:gd name="connsiteY28" fmla="*/ 86171 h 111796"/>
                  <a:gd name="connsiteX29" fmla="*/ 113464 w 196851"/>
                  <a:gd name="connsiteY29" fmla="*/ 85091 h 111796"/>
                  <a:gd name="connsiteX30" fmla="*/ 119676 w 196851"/>
                  <a:gd name="connsiteY30" fmla="*/ 84821 h 111796"/>
                  <a:gd name="connsiteX31" fmla="*/ 130803 w 196851"/>
                  <a:gd name="connsiteY31" fmla="*/ 84449 h 111796"/>
                  <a:gd name="connsiteX32" fmla="*/ 131448 w 196851"/>
                  <a:gd name="connsiteY32" fmla="*/ 84449 h 111796"/>
                  <a:gd name="connsiteX33" fmla="*/ 131024 w 196851"/>
                  <a:gd name="connsiteY33" fmla="*/ 85349 h 111796"/>
                  <a:gd name="connsiteX34" fmla="*/ 130803 w 196851"/>
                  <a:gd name="connsiteY34" fmla="*/ 85733 h 111796"/>
                  <a:gd name="connsiteX35" fmla="*/ 123852 w 196851"/>
                  <a:gd name="connsiteY35" fmla="*/ 97297 h 111796"/>
                  <a:gd name="connsiteX36" fmla="*/ 116888 w 196851"/>
                  <a:gd name="connsiteY36" fmla="*/ 108866 h 111796"/>
                  <a:gd name="connsiteX37" fmla="*/ 114959 w 196851"/>
                  <a:gd name="connsiteY37" fmla="*/ 109946 h 111796"/>
                  <a:gd name="connsiteX38" fmla="*/ 106710 w 196851"/>
                  <a:gd name="connsiteY38" fmla="*/ 110370 h 111796"/>
                  <a:gd name="connsiteX39" fmla="*/ 98472 w 196851"/>
                  <a:gd name="connsiteY39" fmla="*/ 110792 h 111796"/>
                  <a:gd name="connsiteX40" fmla="*/ 97192 w 196851"/>
                  <a:gd name="connsiteY40" fmla="*/ 110792 h 111796"/>
                  <a:gd name="connsiteX41" fmla="*/ 97620 w 196851"/>
                  <a:gd name="connsiteY41" fmla="*/ 109894 h 111796"/>
                  <a:gd name="connsiteX42" fmla="*/ 111973 w 196851"/>
                  <a:gd name="connsiteY42" fmla="*/ 86171 h 111796"/>
                  <a:gd name="connsiteX43" fmla="*/ 74062 w 196851"/>
                  <a:gd name="connsiteY43" fmla="*/ 87237 h 111796"/>
                  <a:gd name="connsiteX44" fmla="*/ 75553 w 196851"/>
                  <a:gd name="connsiteY44" fmla="*/ 88097 h 111796"/>
                  <a:gd name="connsiteX45" fmla="*/ 89907 w 196851"/>
                  <a:gd name="connsiteY45" fmla="*/ 109946 h 111796"/>
                  <a:gd name="connsiteX46" fmla="*/ 90166 w 196851"/>
                  <a:gd name="connsiteY46" fmla="*/ 110395 h 111796"/>
                  <a:gd name="connsiteX47" fmla="*/ 90331 w 196851"/>
                  <a:gd name="connsiteY47" fmla="*/ 110792 h 111796"/>
                  <a:gd name="connsiteX48" fmla="*/ 89689 w 196851"/>
                  <a:gd name="connsiteY48" fmla="*/ 110909 h 111796"/>
                  <a:gd name="connsiteX49" fmla="*/ 89047 w 196851"/>
                  <a:gd name="connsiteY49" fmla="*/ 111012 h 111796"/>
                  <a:gd name="connsiteX50" fmla="*/ 72340 w 196851"/>
                  <a:gd name="connsiteY50" fmla="*/ 111872 h 111796"/>
                  <a:gd name="connsiteX51" fmla="*/ 70849 w 196851"/>
                  <a:gd name="connsiteY51" fmla="*/ 111230 h 111796"/>
                  <a:gd name="connsiteX52" fmla="*/ 66635 w 196851"/>
                  <a:gd name="connsiteY52" fmla="*/ 104855 h 111796"/>
                  <a:gd name="connsiteX53" fmla="*/ 56282 w 196851"/>
                  <a:gd name="connsiteY53" fmla="*/ 88946 h 111796"/>
                  <a:gd name="connsiteX54" fmla="*/ 56023 w 196851"/>
                  <a:gd name="connsiteY54" fmla="*/ 88511 h 111796"/>
                  <a:gd name="connsiteX55" fmla="*/ 55857 w 196851"/>
                  <a:gd name="connsiteY55" fmla="*/ 88097 h 111796"/>
                  <a:gd name="connsiteX56" fmla="*/ 62070 w 196851"/>
                  <a:gd name="connsiteY56" fmla="*/ 87662 h 111796"/>
                  <a:gd name="connsiteX57" fmla="*/ 73483 w 196851"/>
                  <a:gd name="connsiteY57" fmla="*/ 87275 h 111796"/>
                  <a:gd name="connsiteX58" fmla="*/ 180724 w 196851"/>
                  <a:gd name="connsiteY58" fmla="*/ 81674 h 111796"/>
                  <a:gd name="connsiteX59" fmla="*/ 181791 w 196851"/>
                  <a:gd name="connsiteY59" fmla="*/ 82316 h 111796"/>
                  <a:gd name="connsiteX60" fmla="*/ 196351 w 196851"/>
                  <a:gd name="connsiteY60" fmla="*/ 104804 h 111796"/>
                  <a:gd name="connsiteX61" fmla="*/ 196568 w 196851"/>
                  <a:gd name="connsiteY61" fmla="*/ 105446 h 111796"/>
                  <a:gd name="connsiteX62" fmla="*/ 188217 w 196851"/>
                  <a:gd name="connsiteY62" fmla="*/ 105870 h 111796"/>
                  <a:gd name="connsiteX63" fmla="*/ 178578 w 196851"/>
                  <a:gd name="connsiteY63" fmla="*/ 106295 h 111796"/>
                  <a:gd name="connsiteX64" fmla="*/ 177076 w 196851"/>
                  <a:gd name="connsiteY64" fmla="*/ 105653 h 111796"/>
                  <a:gd name="connsiteX65" fmla="*/ 169801 w 196851"/>
                  <a:gd name="connsiteY65" fmla="*/ 94409 h 111796"/>
                  <a:gd name="connsiteX66" fmla="*/ 162516 w 196851"/>
                  <a:gd name="connsiteY66" fmla="*/ 83165 h 111796"/>
                  <a:gd name="connsiteX67" fmla="*/ 162516 w 196851"/>
                  <a:gd name="connsiteY67" fmla="*/ 83010 h 111796"/>
                  <a:gd name="connsiteX68" fmla="*/ 162298 w 196851"/>
                  <a:gd name="connsiteY68" fmla="*/ 82520 h 111796"/>
                  <a:gd name="connsiteX69" fmla="*/ 164814 w 196851"/>
                  <a:gd name="connsiteY69" fmla="*/ 82419 h 111796"/>
                  <a:gd name="connsiteX70" fmla="*/ 167013 w 196851"/>
                  <a:gd name="connsiteY70" fmla="*/ 82316 h 111796"/>
                  <a:gd name="connsiteX71" fmla="*/ 97206 w 196851"/>
                  <a:gd name="connsiteY71" fmla="*/ 60470 h 111796"/>
                  <a:gd name="connsiteX72" fmla="*/ 97206 w 196851"/>
                  <a:gd name="connsiteY72" fmla="*/ 57257 h 111796"/>
                  <a:gd name="connsiteX73" fmla="*/ 96567 w 196851"/>
                  <a:gd name="connsiteY73" fmla="*/ 47400 h 111796"/>
                  <a:gd name="connsiteX74" fmla="*/ 98055 w 196851"/>
                  <a:gd name="connsiteY74" fmla="*/ 45692 h 111796"/>
                  <a:gd name="connsiteX75" fmla="*/ 123117 w 196851"/>
                  <a:gd name="connsiteY75" fmla="*/ 39266 h 111796"/>
                  <a:gd name="connsiteX76" fmla="*/ 123669 w 196851"/>
                  <a:gd name="connsiteY76" fmla="*/ 39073 h 111796"/>
                  <a:gd name="connsiteX77" fmla="*/ 124180 w 196851"/>
                  <a:gd name="connsiteY77" fmla="*/ 38828 h 111796"/>
                  <a:gd name="connsiteX78" fmla="*/ 111549 w 196851"/>
                  <a:gd name="connsiteY78" fmla="*/ 31553 h 111796"/>
                  <a:gd name="connsiteX79" fmla="*/ 103363 w 196851"/>
                  <a:gd name="connsiteY79" fmla="*/ 26031 h 111796"/>
                  <a:gd name="connsiteX80" fmla="*/ 99342 w 196851"/>
                  <a:gd name="connsiteY80" fmla="*/ 23204 h 111796"/>
                  <a:gd name="connsiteX81" fmla="*/ 99984 w 196851"/>
                  <a:gd name="connsiteY81" fmla="*/ 22124 h 111796"/>
                  <a:gd name="connsiteX82" fmla="*/ 106731 w 196851"/>
                  <a:gd name="connsiteY82" fmla="*/ 11639 h 111796"/>
                  <a:gd name="connsiteX83" fmla="*/ 113478 w 196851"/>
                  <a:gd name="connsiteY83" fmla="*/ 1141 h 111796"/>
                  <a:gd name="connsiteX84" fmla="*/ 115842 w 196851"/>
                  <a:gd name="connsiteY84" fmla="*/ 278 h 111796"/>
                  <a:gd name="connsiteX85" fmla="*/ 122151 w 196851"/>
                  <a:gd name="connsiteY85" fmla="*/ 2849 h 111796"/>
                  <a:gd name="connsiteX86" fmla="*/ 128473 w 196851"/>
                  <a:gd name="connsiteY86" fmla="*/ 5420 h 111796"/>
                  <a:gd name="connsiteX87" fmla="*/ 130403 w 196851"/>
                  <a:gd name="connsiteY87" fmla="*/ 5855 h 111796"/>
                  <a:gd name="connsiteX88" fmla="*/ 145719 w 196851"/>
                  <a:gd name="connsiteY88" fmla="*/ 4996 h 111796"/>
                  <a:gd name="connsiteX89" fmla="*/ 161025 w 196851"/>
                  <a:gd name="connsiteY89" fmla="*/ 4133 h 111796"/>
                  <a:gd name="connsiteX90" fmla="*/ 169932 w 196851"/>
                  <a:gd name="connsiteY90" fmla="*/ 3698 h 111796"/>
                  <a:gd name="connsiteX91" fmla="*/ 178157 w 196851"/>
                  <a:gd name="connsiteY91" fmla="*/ 3284 h 111796"/>
                  <a:gd name="connsiteX92" fmla="*/ 189514 w 196851"/>
                  <a:gd name="connsiteY92" fmla="*/ 2642 h 111796"/>
                  <a:gd name="connsiteX93" fmla="*/ 191019 w 196851"/>
                  <a:gd name="connsiteY93" fmla="*/ 3930 h 111796"/>
                  <a:gd name="connsiteX94" fmla="*/ 191019 w 196851"/>
                  <a:gd name="connsiteY94" fmla="*/ 17617 h 111796"/>
                  <a:gd name="connsiteX95" fmla="*/ 190160 w 196851"/>
                  <a:gd name="connsiteY95" fmla="*/ 19763 h 111796"/>
                  <a:gd name="connsiteX96" fmla="*/ 169598 w 196851"/>
                  <a:gd name="connsiteY96" fmla="*/ 35183 h 111796"/>
                  <a:gd name="connsiteX97" fmla="*/ 168093 w 196851"/>
                  <a:gd name="connsiteY97" fmla="*/ 36046 h 111796"/>
                  <a:gd name="connsiteX98" fmla="*/ 173004 w 196851"/>
                  <a:gd name="connsiteY98" fmla="*/ 36919 h 111796"/>
                  <a:gd name="connsiteX99" fmla="*/ 176241 w 196851"/>
                  <a:gd name="connsiteY99" fmla="*/ 37537 h 111796"/>
                  <a:gd name="connsiteX100" fmla="*/ 178270 w 196851"/>
                  <a:gd name="connsiteY100" fmla="*/ 37806 h 111796"/>
                  <a:gd name="connsiteX101" fmla="*/ 195723 w 196851"/>
                  <a:gd name="connsiteY101" fmla="*/ 40326 h 111796"/>
                  <a:gd name="connsiteX102" fmla="*/ 196803 w 196851"/>
                  <a:gd name="connsiteY102" fmla="*/ 41185 h 111796"/>
                  <a:gd name="connsiteX103" fmla="*/ 196803 w 196851"/>
                  <a:gd name="connsiteY103" fmla="*/ 55103 h 111796"/>
                  <a:gd name="connsiteX104" fmla="*/ 196582 w 196851"/>
                  <a:gd name="connsiteY104" fmla="*/ 55321 h 111796"/>
                  <a:gd name="connsiteX105" fmla="*/ 193590 w 196851"/>
                  <a:gd name="connsiteY105" fmla="*/ 55103 h 111796"/>
                  <a:gd name="connsiteX106" fmla="*/ 158250 w 196851"/>
                  <a:gd name="connsiteY106" fmla="*/ 49102 h 111796"/>
                  <a:gd name="connsiteX107" fmla="*/ 152891 w 196851"/>
                  <a:gd name="connsiteY107" fmla="*/ 47721 h 111796"/>
                  <a:gd name="connsiteX108" fmla="*/ 147531 w 196851"/>
                  <a:gd name="connsiteY108" fmla="*/ 46341 h 111796"/>
                  <a:gd name="connsiteX109" fmla="*/ 145605 w 196851"/>
                  <a:gd name="connsiteY109" fmla="*/ 46548 h 111796"/>
                  <a:gd name="connsiteX110" fmla="*/ 98493 w 196851"/>
                  <a:gd name="connsiteY110" fmla="*/ 60260 h 111796"/>
                  <a:gd name="connsiteX111" fmla="*/ 97206 w 196851"/>
                  <a:gd name="connsiteY111" fmla="*/ 60480 h 111796"/>
                  <a:gd name="connsiteX112" fmla="*/ 123500 w 196851"/>
                  <a:gd name="connsiteY112" fmla="*/ 20412 h 111796"/>
                  <a:gd name="connsiteX113" fmla="*/ 123756 w 196851"/>
                  <a:gd name="connsiteY113" fmla="*/ 20619 h 111796"/>
                  <a:gd name="connsiteX114" fmla="*/ 146668 w 196851"/>
                  <a:gd name="connsiteY114" fmla="*/ 30462 h 111796"/>
                  <a:gd name="connsiteX115" fmla="*/ 148159 w 196851"/>
                  <a:gd name="connsiteY115" fmla="*/ 30255 h 111796"/>
                  <a:gd name="connsiteX116" fmla="*/ 151707 w 196851"/>
                  <a:gd name="connsiteY116" fmla="*/ 28495 h 111796"/>
                  <a:gd name="connsiteX117" fmla="*/ 162516 w 196851"/>
                  <a:gd name="connsiteY117" fmla="*/ 22973 h 111796"/>
                  <a:gd name="connsiteX118" fmla="*/ 170226 w 196851"/>
                  <a:gd name="connsiteY118" fmla="*/ 18259 h 111796"/>
                  <a:gd name="connsiteX119" fmla="*/ 170032 w 196851"/>
                  <a:gd name="connsiteY119" fmla="*/ 18024 h 111796"/>
                  <a:gd name="connsiteX120" fmla="*/ 170005 w 196851"/>
                  <a:gd name="connsiteY120" fmla="*/ 17834 h 111796"/>
                  <a:gd name="connsiteX121" fmla="*/ 125633 w 196851"/>
                  <a:gd name="connsiteY121" fmla="*/ 20057 h 111796"/>
                  <a:gd name="connsiteX122" fmla="*/ 123321 w 196851"/>
                  <a:gd name="connsiteY122" fmla="*/ 20185 h 111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96851" h="111796">
                    <a:moveTo>
                      <a:pt x="15796" y="29627"/>
                    </a:moveTo>
                    <a:lnTo>
                      <a:pt x="1018" y="28343"/>
                    </a:lnTo>
                    <a:cubicBezTo>
                      <a:pt x="566" y="28262"/>
                      <a:pt x="266" y="27829"/>
                      <a:pt x="348" y="27377"/>
                    </a:cubicBezTo>
                    <a:cubicBezTo>
                      <a:pt x="354" y="27338"/>
                      <a:pt x="364" y="27300"/>
                      <a:pt x="376" y="27263"/>
                    </a:cubicBezTo>
                    <a:lnTo>
                      <a:pt x="376" y="12702"/>
                    </a:lnTo>
                    <a:cubicBezTo>
                      <a:pt x="382" y="12617"/>
                      <a:pt x="423" y="12538"/>
                      <a:pt x="490" y="12485"/>
                    </a:cubicBezTo>
                    <a:cubicBezTo>
                      <a:pt x="554" y="12435"/>
                      <a:pt x="593" y="12359"/>
                      <a:pt x="594" y="12278"/>
                    </a:cubicBezTo>
                    <a:lnTo>
                      <a:pt x="7013" y="12920"/>
                    </a:lnTo>
                    <a:cubicBezTo>
                      <a:pt x="11793" y="13510"/>
                      <a:pt x="16742" y="13921"/>
                      <a:pt x="21532" y="14335"/>
                    </a:cubicBezTo>
                    <a:lnTo>
                      <a:pt x="22654" y="14411"/>
                    </a:lnTo>
                    <a:cubicBezTo>
                      <a:pt x="24580" y="14632"/>
                      <a:pt x="26561" y="14797"/>
                      <a:pt x="28521" y="14953"/>
                    </a:cubicBezTo>
                    <a:cubicBezTo>
                      <a:pt x="30481" y="15108"/>
                      <a:pt x="32479" y="15270"/>
                      <a:pt x="34405" y="15491"/>
                    </a:cubicBezTo>
                    <a:cubicBezTo>
                      <a:pt x="35047" y="15491"/>
                      <a:pt x="35485" y="15491"/>
                      <a:pt x="35485" y="16340"/>
                    </a:cubicBezTo>
                    <a:lnTo>
                      <a:pt x="35485" y="30911"/>
                    </a:lnTo>
                    <a:cubicBezTo>
                      <a:pt x="35367" y="31023"/>
                      <a:pt x="35290" y="31173"/>
                      <a:pt x="35268" y="31335"/>
                    </a:cubicBezTo>
                    <a:lnTo>
                      <a:pt x="28200" y="30693"/>
                    </a:lnTo>
                    <a:cubicBezTo>
                      <a:pt x="24124" y="30476"/>
                      <a:pt x="19845" y="30051"/>
                      <a:pt x="15776" y="29627"/>
                    </a:cubicBezTo>
                    <a:close/>
                    <a:moveTo>
                      <a:pt x="27158" y="41192"/>
                    </a:moveTo>
                    <a:lnTo>
                      <a:pt x="34226" y="41834"/>
                    </a:lnTo>
                    <a:cubicBezTo>
                      <a:pt x="34867" y="41834"/>
                      <a:pt x="35509" y="42041"/>
                      <a:pt x="35292" y="42683"/>
                    </a:cubicBezTo>
                    <a:lnTo>
                      <a:pt x="35292" y="57036"/>
                    </a:lnTo>
                    <a:cubicBezTo>
                      <a:pt x="35282" y="57150"/>
                      <a:pt x="35247" y="57259"/>
                      <a:pt x="35188" y="57357"/>
                    </a:cubicBezTo>
                    <a:cubicBezTo>
                      <a:pt x="35128" y="57456"/>
                      <a:pt x="35088" y="57567"/>
                      <a:pt x="35071" y="57681"/>
                    </a:cubicBezTo>
                    <a:cubicBezTo>
                      <a:pt x="23365" y="56619"/>
                      <a:pt x="11658" y="55548"/>
                      <a:pt x="-48" y="54468"/>
                    </a:cubicBezTo>
                    <a:lnTo>
                      <a:pt x="-48" y="38828"/>
                    </a:lnTo>
                    <a:cubicBezTo>
                      <a:pt x="1168" y="38792"/>
                      <a:pt x="2384" y="38865"/>
                      <a:pt x="3586" y="39045"/>
                    </a:cubicBezTo>
                    <a:cubicBezTo>
                      <a:pt x="7558" y="39370"/>
                      <a:pt x="11465" y="39735"/>
                      <a:pt x="15372" y="40115"/>
                    </a:cubicBezTo>
                    <a:cubicBezTo>
                      <a:pt x="19279" y="40495"/>
                      <a:pt x="23185" y="40871"/>
                      <a:pt x="27158" y="41192"/>
                    </a:cubicBezTo>
                    <a:close/>
                    <a:moveTo>
                      <a:pt x="111973" y="86171"/>
                    </a:moveTo>
                    <a:cubicBezTo>
                      <a:pt x="112177" y="85733"/>
                      <a:pt x="113040" y="85091"/>
                      <a:pt x="113464" y="85091"/>
                    </a:cubicBezTo>
                    <a:cubicBezTo>
                      <a:pt x="115570" y="85029"/>
                      <a:pt x="117640" y="84925"/>
                      <a:pt x="119676" y="84821"/>
                    </a:cubicBezTo>
                    <a:cubicBezTo>
                      <a:pt x="123473" y="84628"/>
                      <a:pt x="127193" y="84449"/>
                      <a:pt x="130803" y="84449"/>
                    </a:cubicBezTo>
                    <a:lnTo>
                      <a:pt x="131448" y="84449"/>
                    </a:lnTo>
                    <a:cubicBezTo>
                      <a:pt x="131353" y="84769"/>
                      <a:pt x="131210" y="85072"/>
                      <a:pt x="131024" y="85349"/>
                    </a:cubicBezTo>
                    <a:lnTo>
                      <a:pt x="130803" y="85733"/>
                    </a:lnTo>
                    <a:cubicBezTo>
                      <a:pt x="128453" y="89588"/>
                      <a:pt x="126154" y="93446"/>
                      <a:pt x="123852" y="97297"/>
                    </a:cubicBezTo>
                    <a:cubicBezTo>
                      <a:pt x="121550" y="101149"/>
                      <a:pt x="119238" y="105011"/>
                      <a:pt x="116888" y="108866"/>
                    </a:cubicBezTo>
                    <a:cubicBezTo>
                      <a:pt x="116478" y="109538"/>
                      <a:pt x="115746" y="109948"/>
                      <a:pt x="114959" y="109946"/>
                    </a:cubicBezTo>
                    <a:cubicBezTo>
                      <a:pt x="112170" y="110049"/>
                      <a:pt x="109437" y="110201"/>
                      <a:pt x="106710" y="110370"/>
                    </a:cubicBezTo>
                    <a:cubicBezTo>
                      <a:pt x="103984" y="110540"/>
                      <a:pt x="101247" y="110691"/>
                      <a:pt x="98472" y="110792"/>
                    </a:cubicBezTo>
                    <a:lnTo>
                      <a:pt x="97192" y="110792"/>
                    </a:lnTo>
                    <a:cubicBezTo>
                      <a:pt x="97291" y="110473"/>
                      <a:pt x="97435" y="110171"/>
                      <a:pt x="97620" y="109894"/>
                    </a:cubicBezTo>
                    <a:cubicBezTo>
                      <a:pt x="102353" y="101957"/>
                      <a:pt x="107137" y="94049"/>
                      <a:pt x="111973" y="86171"/>
                    </a:cubicBezTo>
                    <a:close/>
                    <a:moveTo>
                      <a:pt x="74062" y="87237"/>
                    </a:moveTo>
                    <a:cubicBezTo>
                      <a:pt x="74487" y="87237"/>
                      <a:pt x="75129" y="87662"/>
                      <a:pt x="75553" y="88097"/>
                    </a:cubicBezTo>
                    <a:cubicBezTo>
                      <a:pt x="80271" y="95372"/>
                      <a:pt x="84985" y="102657"/>
                      <a:pt x="89907" y="109946"/>
                    </a:cubicBezTo>
                    <a:cubicBezTo>
                      <a:pt x="90026" y="110074"/>
                      <a:pt x="90114" y="110228"/>
                      <a:pt x="90166" y="110395"/>
                    </a:cubicBezTo>
                    <a:lnTo>
                      <a:pt x="90331" y="110792"/>
                    </a:lnTo>
                    <a:cubicBezTo>
                      <a:pt x="90113" y="110806"/>
                      <a:pt x="89898" y="110846"/>
                      <a:pt x="89689" y="110909"/>
                    </a:cubicBezTo>
                    <a:cubicBezTo>
                      <a:pt x="89480" y="110969"/>
                      <a:pt x="89265" y="111004"/>
                      <a:pt x="89047" y="111012"/>
                    </a:cubicBezTo>
                    <a:cubicBezTo>
                      <a:pt x="83481" y="111437"/>
                      <a:pt x="77917" y="111654"/>
                      <a:pt x="72340" y="111872"/>
                    </a:cubicBezTo>
                    <a:cubicBezTo>
                      <a:pt x="71916" y="111872"/>
                      <a:pt x="71056" y="111654"/>
                      <a:pt x="70849" y="111230"/>
                    </a:cubicBezTo>
                    <a:lnTo>
                      <a:pt x="66635" y="104855"/>
                    </a:lnTo>
                    <a:cubicBezTo>
                      <a:pt x="63126" y="99561"/>
                      <a:pt x="59657" y="94319"/>
                      <a:pt x="56282" y="88946"/>
                    </a:cubicBezTo>
                    <a:cubicBezTo>
                      <a:pt x="56165" y="88821"/>
                      <a:pt x="56077" y="88673"/>
                      <a:pt x="56023" y="88511"/>
                    </a:cubicBezTo>
                    <a:cubicBezTo>
                      <a:pt x="55980" y="88368"/>
                      <a:pt x="55925" y="88229"/>
                      <a:pt x="55857" y="88097"/>
                    </a:cubicBezTo>
                    <a:cubicBezTo>
                      <a:pt x="58001" y="87879"/>
                      <a:pt x="60137" y="87662"/>
                      <a:pt x="62070" y="87662"/>
                    </a:cubicBezTo>
                    <a:cubicBezTo>
                      <a:pt x="65952" y="87662"/>
                      <a:pt x="69628" y="87469"/>
                      <a:pt x="73483" y="87275"/>
                    </a:cubicBezTo>
                    <a:close/>
                    <a:moveTo>
                      <a:pt x="180724" y="81674"/>
                    </a:moveTo>
                    <a:cubicBezTo>
                      <a:pt x="181149" y="81674"/>
                      <a:pt x="181573" y="82095"/>
                      <a:pt x="181791" y="82316"/>
                    </a:cubicBezTo>
                    <a:cubicBezTo>
                      <a:pt x="186712" y="89808"/>
                      <a:pt x="191647" y="97297"/>
                      <a:pt x="196351" y="104804"/>
                    </a:cubicBezTo>
                    <a:cubicBezTo>
                      <a:pt x="196323" y="105039"/>
                      <a:pt x="196403" y="105276"/>
                      <a:pt x="196568" y="105446"/>
                    </a:cubicBezTo>
                    <a:cubicBezTo>
                      <a:pt x="193782" y="105480"/>
                      <a:pt x="190998" y="105622"/>
                      <a:pt x="188217" y="105870"/>
                    </a:cubicBezTo>
                    <a:cubicBezTo>
                      <a:pt x="185004" y="106091"/>
                      <a:pt x="181791" y="106295"/>
                      <a:pt x="178578" y="106295"/>
                    </a:cubicBezTo>
                    <a:cubicBezTo>
                      <a:pt x="178157" y="106295"/>
                      <a:pt x="177294" y="106091"/>
                      <a:pt x="177076" y="105653"/>
                    </a:cubicBezTo>
                    <a:cubicBezTo>
                      <a:pt x="174624" y="101912"/>
                      <a:pt x="172199" y="98164"/>
                      <a:pt x="169801" y="94409"/>
                    </a:cubicBezTo>
                    <a:cubicBezTo>
                      <a:pt x="167385" y="90668"/>
                      <a:pt x="164970" y="86916"/>
                      <a:pt x="162516" y="83165"/>
                    </a:cubicBezTo>
                    <a:lnTo>
                      <a:pt x="162516" y="83010"/>
                    </a:lnTo>
                    <a:cubicBezTo>
                      <a:pt x="162464" y="82838"/>
                      <a:pt x="162391" y="82673"/>
                      <a:pt x="162298" y="82520"/>
                    </a:cubicBezTo>
                    <a:cubicBezTo>
                      <a:pt x="163196" y="82520"/>
                      <a:pt x="164024" y="82471"/>
                      <a:pt x="164814" y="82419"/>
                    </a:cubicBezTo>
                    <a:cubicBezTo>
                      <a:pt x="165560" y="82354"/>
                      <a:pt x="166295" y="82316"/>
                      <a:pt x="167013" y="82316"/>
                    </a:cubicBezTo>
                    <a:close/>
                    <a:moveTo>
                      <a:pt x="97206" y="60470"/>
                    </a:moveTo>
                    <a:lnTo>
                      <a:pt x="97206" y="57257"/>
                    </a:lnTo>
                    <a:cubicBezTo>
                      <a:pt x="97206" y="53827"/>
                      <a:pt x="97206" y="50393"/>
                      <a:pt x="96567" y="47400"/>
                    </a:cubicBezTo>
                    <a:cubicBezTo>
                      <a:pt x="96567" y="46331"/>
                      <a:pt x="96988" y="45896"/>
                      <a:pt x="98055" y="45692"/>
                    </a:cubicBezTo>
                    <a:lnTo>
                      <a:pt x="123117" y="39266"/>
                    </a:lnTo>
                    <a:cubicBezTo>
                      <a:pt x="123294" y="39183"/>
                      <a:pt x="123479" y="39118"/>
                      <a:pt x="123669" y="39073"/>
                    </a:cubicBezTo>
                    <a:cubicBezTo>
                      <a:pt x="123857" y="39032"/>
                      <a:pt x="124031" y="38949"/>
                      <a:pt x="124180" y="38828"/>
                    </a:cubicBezTo>
                    <a:cubicBezTo>
                      <a:pt x="119904" y="36478"/>
                      <a:pt x="115621" y="34124"/>
                      <a:pt x="111549" y="31553"/>
                    </a:cubicBezTo>
                    <a:cubicBezTo>
                      <a:pt x="108747" y="29825"/>
                      <a:pt x="106018" y="27984"/>
                      <a:pt x="103363" y="26031"/>
                    </a:cubicBezTo>
                    <a:cubicBezTo>
                      <a:pt x="102038" y="25082"/>
                      <a:pt x="100702" y="24129"/>
                      <a:pt x="99342" y="23204"/>
                    </a:cubicBezTo>
                    <a:cubicBezTo>
                      <a:pt x="99512" y="22820"/>
                      <a:pt x="99727" y="22457"/>
                      <a:pt x="99984" y="22124"/>
                    </a:cubicBezTo>
                    <a:cubicBezTo>
                      <a:pt x="102231" y="18590"/>
                      <a:pt x="104471" y="15122"/>
                      <a:pt x="106731" y="11639"/>
                    </a:cubicBezTo>
                    <a:cubicBezTo>
                      <a:pt x="108992" y="8157"/>
                      <a:pt x="111218" y="4675"/>
                      <a:pt x="113478" y="1141"/>
                    </a:cubicBezTo>
                    <a:cubicBezTo>
                      <a:pt x="114120" y="71"/>
                      <a:pt x="114555" y="-146"/>
                      <a:pt x="115842" y="278"/>
                    </a:cubicBezTo>
                    <a:lnTo>
                      <a:pt x="122151" y="2849"/>
                    </a:lnTo>
                    <a:cubicBezTo>
                      <a:pt x="124246" y="3709"/>
                      <a:pt x="126327" y="4575"/>
                      <a:pt x="128473" y="5420"/>
                    </a:cubicBezTo>
                    <a:cubicBezTo>
                      <a:pt x="129089" y="5668"/>
                      <a:pt x="129740" y="5815"/>
                      <a:pt x="130403" y="5855"/>
                    </a:cubicBezTo>
                    <a:cubicBezTo>
                      <a:pt x="135541" y="5534"/>
                      <a:pt x="140632" y="5265"/>
                      <a:pt x="145719" y="4996"/>
                    </a:cubicBezTo>
                    <a:cubicBezTo>
                      <a:pt x="150806" y="4727"/>
                      <a:pt x="155886" y="4454"/>
                      <a:pt x="161025" y="4133"/>
                    </a:cubicBezTo>
                    <a:cubicBezTo>
                      <a:pt x="164007" y="4030"/>
                      <a:pt x="166975" y="3864"/>
                      <a:pt x="169932" y="3698"/>
                    </a:cubicBezTo>
                    <a:cubicBezTo>
                      <a:pt x="172693" y="3543"/>
                      <a:pt x="175454" y="3388"/>
                      <a:pt x="178157" y="3284"/>
                    </a:cubicBezTo>
                    <a:lnTo>
                      <a:pt x="189514" y="2642"/>
                    </a:lnTo>
                    <a:cubicBezTo>
                      <a:pt x="190802" y="2425"/>
                      <a:pt x="191019" y="2849"/>
                      <a:pt x="191019" y="3930"/>
                    </a:cubicBezTo>
                    <a:lnTo>
                      <a:pt x="191019" y="17617"/>
                    </a:lnTo>
                    <a:cubicBezTo>
                      <a:pt x="191060" y="18424"/>
                      <a:pt x="190746" y="19208"/>
                      <a:pt x="190160" y="19763"/>
                    </a:cubicBezTo>
                    <a:cubicBezTo>
                      <a:pt x="183975" y="25740"/>
                      <a:pt x="177067" y="30920"/>
                      <a:pt x="169598" y="35183"/>
                    </a:cubicBezTo>
                    <a:cubicBezTo>
                      <a:pt x="169076" y="35435"/>
                      <a:pt x="168574" y="35723"/>
                      <a:pt x="168093" y="36046"/>
                    </a:cubicBezTo>
                    <a:cubicBezTo>
                      <a:pt x="169853" y="36301"/>
                      <a:pt x="171447" y="36612"/>
                      <a:pt x="173004" y="36919"/>
                    </a:cubicBezTo>
                    <a:cubicBezTo>
                      <a:pt x="174094" y="37150"/>
                      <a:pt x="175161" y="37358"/>
                      <a:pt x="176241" y="37537"/>
                    </a:cubicBezTo>
                    <a:lnTo>
                      <a:pt x="178270" y="37806"/>
                    </a:lnTo>
                    <a:cubicBezTo>
                      <a:pt x="184055" y="38576"/>
                      <a:pt x="189966" y="39363"/>
                      <a:pt x="195723" y="40326"/>
                    </a:cubicBezTo>
                    <a:cubicBezTo>
                      <a:pt x="196161" y="40326"/>
                      <a:pt x="196803" y="40967"/>
                      <a:pt x="196803" y="41185"/>
                    </a:cubicBezTo>
                    <a:lnTo>
                      <a:pt x="196803" y="55103"/>
                    </a:lnTo>
                    <a:lnTo>
                      <a:pt x="196582" y="55321"/>
                    </a:lnTo>
                    <a:cubicBezTo>
                      <a:pt x="195580" y="55357"/>
                      <a:pt x="194577" y="55284"/>
                      <a:pt x="193590" y="55103"/>
                    </a:cubicBezTo>
                    <a:cubicBezTo>
                      <a:pt x="181587" y="53599"/>
                      <a:pt x="169815" y="51890"/>
                      <a:pt x="158250" y="49102"/>
                    </a:cubicBezTo>
                    <a:cubicBezTo>
                      <a:pt x="156425" y="48677"/>
                      <a:pt x="154651" y="48201"/>
                      <a:pt x="152891" y="47721"/>
                    </a:cubicBezTo>
                    <a:cubicBezTo>
                      <a:pt x="151130" y="47242"/>
                      <a:pt x="149325" y="46762"/>
                      <a:pt x="147531" y="46341"/>
                    </a:cubicBezTo>
                    <a:cubicBezTo>
                      <a:pt x="146882" y="46307"/>
                      <a:pt x="146232" y="46377"/>
                      <a:pt x="145605" y="46548"/>
                    </a:cubicBezTo>
                    <a:cubicBezTo>
                      <a:pt x="130420" y="52332"/>
                      <a:pt x="114545" y="56622"/>
                      <a:pt x="98493" y="60260"/>
                    </a:cubicBezTo>
                    <a:cubicBezTo>
                      <a:pt x="98089" y="60439"/>
                      <a:pt x="97647" y="60515"/>
                      <a:pt x="97206" y="60480"/>
                    </a:cubicBezTo>
                    <a:close/>
                    <a:moveTo>
                      <a:pt x="123500" y="20412"/>
                    </a:moveTo>
                    <a:cubicBezTo>
                      <a:pt x="123562" y="20540"/>
                      <a:pt x="123614" y="20619"/>
                      <a:pt x="123756" y="20619"/>
                    </a:cubicBezTo>
                    <a:cubicBezTo>
                      <a:pt x="131036" y="24676"/>
                      <a:pt x="138714" y="27973"/>
                      <a:pt x="146668" y="30462"/>
                    </a:cubicBezTo>
                    <a:cubicBezTo>
                      <a:pt x="147096" y="30680"/>
                      <a:pt x="147738" y="30462"/>
                      <a:pt x="148159" y="30255"/>
                    </a:cubicBezTo>
                    <a:lnTo>
                      <a:pt x="151707" y="28495"/>
                    </a:lnTo>
                    <a:cubicBezTo>
                      <a:pt x="155306" y="26711"/>
                      <a:pt x="158982" y="24899"/>
                      <a:pt x="162516" y="22973"/>
                    </a:cubicBezTo>
                    <a:cubicBezTo>
                      <a:pt x="165087" y="21689"/>
                      <a:pt x="167655" y="19977"/>
                      <a:pt x="170226" y="18259"/>
                    </a:cubicBezTo>
                    <a:cubicBezTo>
                      <a:pt x="170098" y="18128"/>
                      <a:pt x="170046" y="18090"/>
                      <a:pt x="170032" y="18024"/>
                    </a:cubicBezTo>
                    <a:cubicBezTo>
                      <a:pt x="170007" y="17964"/>
                      <a:pt x="169997" y="17899"/>
                      <a:pt x="170005" y="17834"/>
                    </a:cubicBezTo>
                    <a:cubicBezTo>
                      <a:pt x="155165" y="18449"/>
                      <a:pt x="140477" y="19246"/>
                      <a:pt x="125633" y="20057"/>
                    </a:cubicBezTo>
                    <a:lnTo>
                      <a:pt x="123321" y="20185"/>
                    </a:lnTo>
                    <a:close/>
                  </a:path>
                </a:pathLst>
              </a:custGeom>
              <a:solidFill>
                <a:srgbClr val="FFFFFF"/>
              </a:solidFill>
              <a:ln w="332"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7CAC22E5-71FB-3BEF-9C6F-661E13EBE44C}"/>
                  </a:ext>
                </a:extLst>
              </p:cNvPr>
              <p:cNvSpPr/>
              <p:nvPr/>
            </p:nvSpPr>
            <p:spPr>
              <a:xfrm>
                <a:off x="7855415" y="3957473"/>
                <a:ext cx="205589" cy="110102"/>
              </a:xfrm>
              <a:custGeom>
                <a:avLst/>
                <a:gdLst>
                  <a:gd name="connsiteX0" fmla="*/ 95025 w 205589"/>
                  <a:gd name="connsiteY0" fmla="*/ 73961 h 110102"/>
                  <a:gd name="connsiteX1" fmla="*/ 91166 w 205589"/>
                  <a:gd name="connsiteY1" fmla="*/ 74168 h 110102"/>
                  <a:gd name="connsiteX2" fmla="*/ 69745 w 205589"/>
                  <a:gd name="connsiteY2" fmla="*/ 75245 h 110102"/>
                  <a:gd name="connsiteX3" fmla="*/ 61521 w 205589"/>
                  <a:gd name="connsiteY3" fmla="*/ 75631 h 110102"/>
                  <a:gd name="connsiteX4" fmla="*/ 60976 w 205589"/>
                  <a:gd name="connsiteY4" fmla="*/ 75686 h 110102"/>
                  <a:gd name="connsiteX5" fmla="*/ 59895 w 205589"/>
                  <a:gd name="connsiteY5" fmla="*/ 76328 h 110102"/>
                  <a:gd name="connsiteX6" fmla="*/ 35696 w 205589"/>
                  <a:gd name="connsiteY6" fmla="*/ 102902 h 110102"/>
                  <a:gd name="connsiteX7" fmla="*/ 29694 w 205589"/>
                  <a:gd name="connsiteY7" fmla="*/ 108248 h 110102"/>
                  <a:gd name="connsiteX8" fmla="*/ 29349 w 205589"/>
                  <a:gd name="connsiteY8" fmla="*/ 108428 h 110102"/>
                  <a:gd name="connsiteX9" fmla="*/ 28193 w 205589"/>
                  <a:gd name="connsiteY9" fmla="*/ 108890 h 110102"/>
                  <a:gd name="connsiteX10" fmla="*/ 5702 w 205589"/>
                  <a:gd name="connsiteY10" fmla="*/ 110177 h 110102"/>
                  <a:gd name="connsiteX11" fmla="*/ 3776 w 205589"/>
                  <a:gd name="connsiteY11" fmla="*/ 110177 h 110102"/>
                  <a:gd name="connsiteX12" fmla="*/ 13929 w 205589"/>
                  <a:gd name="connsiteY12" fmla="*/ 101284 h 110102"/>
                  <a:gd name="connsiteX13" fmla="*/ 39758 w 205589"/>
                  <a:gd name="connsiteY13" fmla="*/ 77201 h 110102"/>
                  <a:gd name="connsiteX14" fmla="*/ 36127 w 205589"/>
                  <a:gd name="connsiteY14" fmla="*/ 77201 h 110102"/>
                  <a:gd name="connsiteX15" fmla="*/ 5412 w 205589"/>
                  <a:gd name="connsiteY15" fmla="*/ 78910 h 110102"/>
                  <a:gd name="connsiteX16" fmla="*/ 798 w 205589"/>
                  <a:gd name="connsiteY16" fmla="*/ 79131 h 110102"/>
                  <a:gd name="connsiteX17" fmla="*/ -48 w 205589"/>
                  <a:gd name="connsiteY17" fmla="*/ 78268 h 110102"/>
                  <a:gd name="connsiteX18" fmla="*/ -48 w 205589"/>
                  <a:gd name="connsiteY18" fmla="*/ 65398 h 110102"/>
                  <a:gd name="connsiteX19" fmla="*/ 156 w 205589"/>
                  <a:gd name="connsiteY19" fmla="*/ 64970 h 110102"/>
                  <a:gd name="connsiteX20" fmla="*/ 3486 w 205589"/>
                  <a:gd name="connsiteY20" fmla="*/ 64753 h 110102"/>
                  <a:gd name="connsiteX21" fmla="*/ 6799 w 205589"/>
                  <a:gd name="connsiteY21" fmla="*/ 64536 h 110102"/>
                  <a:gd name="connsiteX22" fmla="*/ 17722 w 205589"/>
                  <a:gd name="connsiteY22" fmla="*/ 64008 h 110102"/>
                  <a:gd name="connsiteX23" fmla="*/ 28645 w 205589"/>
                  <a:gd name="connsiteY23" fmla="*/ 63469 h 110102"/>
                  <a:gd name="connsiteX24" fmla="*/ 48141 w 205589"/>
                  <a:gd name="connsiteY24" fmla="*/ 62403 h 110102"/>
                  <a:gd name="connsiteX25" fmla="*/ 50070 w 205589"/>
                  <a:gd name="connsiteY25" fmla="*/ 61116 h 110102"/>
                  <a:gd name="connsiteX26" fmla="*/ 53707 w 205589"/>
                  <a:gd name="connsiteY26" fmla="*/ 45903 h 110102"/>
                  <a:gd name="connsiteX27" fmla="*/ 55416 w 205589"/>
                  <a:gd name="connsiteY27" fmla="*/ 17206 h 110102"/>
                  <a:gd name="connsiteX28" fmla="*/ 55530 w 205589"/>
                  <a:gd name="connsiteY28" fmla="*/ 9714 h 110102"/>
                  <a:gd name="connsiteX29" fmla="*/ 55633 w 205589"/>
                  <a:gd name="connsiteY29" fmla="*/ 2208 h 110102"/>
                  <a:gd name="connsiteX30" fmla="*/ 57138 w 205589"/>
                  <a:gd name="connsiteY30" fmla="*/ 720 h 110102"/>
                  <a:gd name="connsiteX31" fmla="*/ 63664 w 205589"/>
                  <a:gd name="connsiteY31" fmla="*/ 396 h 110102"/>
                  <a:gd name="connsiteX32" fmla="*/ 70194 w 205589"/>
                  <a:gd name="connsiteY32" fmla="*/ 75 h 110102"/>
                  <a:gd name="connsiteX33" fmla="*/ 71505 w 205589"/>
                  <a:gd name="connsiteY33" fmla="*/ 254 h 110102"/>
                  <a:gd name="connsiteX34" fmla="*/ 71698 w 205589"/>
                  <a:gd name="connsiteY34" fmla="*/ 1566 h 110102"/>
                  <a:gd name="connsiteX35" fmla="*/ 70836 w 205589"/>
                  <a:gd name="connsiteY35" fmla="*/ 30276 h 110102"/>
                  <a:gd name="connsiteX36" fmla="*/ 67623 w 205589"/>
                  <a:gd name="connsiteY36" fmla="*/ 56619 h 110102"/>
                  <a:gd name="connsiteX37" fmla="*/ 66339 w 205589"/>
                  <a:gd name="connsiteY37" fmla="*/ 61323 h 110102"/>
                  <a:gd name="connsiteX38" fmla="*/ 82597 w 205589"/>
                  <a:gd name="connsiteY38" fmla="*/ 60474 h 110102"/>
                  <a:gd name="connsiteX39" fmla="*/ 98876 w 205589"/>
                  <a:gd name="connsiteY39" fmla="*/ 59614 h 110102"/>
                  <a:gd name="connsiteX40" fmla="*/ 98876 w 205589"/>
                  <a:gd name="connsiteY40" fmla="*/ 73764 h 110102"/>
                  <a:gd name="connsiteX41" fmla="*/ 95025 w 205589"/>
                  <a:gd name="connsiteY41" fmla="*/ 73981 h 110102"/>
                  <a:gd name="connsiteX42" fmla="*/ 205542 w 205589"/>
                  <a:gd name="connsiteY42" fmla="*/ 67100 h 110102"/>
                  <a:gd name="connsiteX43" fmla="*/ 204254 w 205589"/>
                  <a:gd name="connsiteY43" fmla="*/ 68384 h 110102"/>
                  <a:gd name="connsiteX44" fmla="*/ 188513 w 205589"/>
                  <a:gd name="connsiteY44" fmla="*/ 69143 h 110102"/>
                  <a:gd name="connsiteX45" fmla="*/ 172769 w 205589"/>
                  <a:gd name="connsiteY45" fmla="*/ 69888 h 110102"/>
                  <a:gd name="connsiteX46" fmla="*/ 168918 w 205589"/>
                  <a:gd name="connsiteY46" fmla="*/ 69988 h 110102"/>
                  <a:gd name="connsiteX47" fmla="*/ 165059 w 205589"/>
                  <a:gd name="connsiteY47" fmla="*/ 70106 h 110102"/>
                  <a:gd name="connsiteX48" fmla="*/ 163558 w 205589"/>
                  <a:gd name="connsiteY48" fmla="*/ 71597 h 110102"/>
                  <a:gd name="connsiteX49" fmla="*/ 163558 w 205589"/>
                  <a:gd name="connsiteY49" fmla="*/ 100086 h 110102"/>
                  <a:gd name="connsiteX50" fmla="*/ 163337 w 205589"/>
                  <a:gd name="connsiteY50" fmla="*/ 101591 h 110102"/>
                  <a:gd name="connsiteX51" fmla="*/ 161846 w 205589"/>
                  <a:gd name="connsiteY51" fmla="*/ 101794 h 110102"/>
                  <a:gd name="connsiteX52" fmla="*/ 150281 w 205589"/>
                  <a:gd name="connsiteY52" fmla="*/ 102440 h 110102"/>
                  <a:gd name="connsiteX53" fmla="*/ 147275 w 205589"/>
                  <a:gd name="connsiteY53" fmla="*/ 102440 h 110102"/>
                  <a:gd name="connsiteX54" fmla="*/ 147275 w 205589"/>
                  <a:gd name="connsiteY54" fmla="*/ 71172 h 110102"/>
                  <a:gd name="connsiteX55" fmla="*/ 125982 w 205589"/>
                  <a:gd name="connsiteY55" fmla="*/ 72277 h 110102"/>
                  <a:gd name="connsiteX56" fmla="*/ 105934 w 205589"/>
                  <a:gd name="connsiteY56" fmla="*/ 73312 h 110102"/>
                  <a:gd name="connsiteX57" fmla="*/ 105727 w 205589"/>
                  <a:gd name="connsiteY57" fmla="*/ 72246 h 110102"/>
                  <a:gd name="connsiteX58" fmla="*/ 105727 w 205589"/>
                  <a:gd name="connsiteY58" fmla="*/ 60256 h 110102"/>
                  <a:gd name="connsiteX59" fmla="*/ 107011 w 205589"/>
                  <a:gd name="connsiteY59" fmla="*/ 58969 h 110102"/>
                  <a:gd name="connsiteX60" fmla="*/ 115262 w 205589"/>
                  <a:gd name="connsiteY60" fmla="*/ 58548 h 110102"/>
                  <a:gd name="connsiteX61" fmla="*/ 123500 w 205589"/>
                  <a:gd name="connsiteY61" fmla="*/ 58110 h 110102"/>
                  <a:gd name="connsiteX62" fmla="*/ 131393 w 205589"/>
                  <a:gd name="connsiteY62" fmla="*/ 57685 h 110102"/>
                  <a:gd name="connsiteX63" fmla="*/ 147269 w 205589"/>
                  <a:gd name="connsiteY63" fmla="*/ 56826 h 110102"/>
                  <a:gd name="connsiteX64" fmla="*/ 147269 w 205589"/>
                  <a:gd name="connsiteY64" fmla="*/ 50838 h 110102"/>
                  <a:gd name="connsiteX65" fmla="*/ 147344 w 205589"/>
                  <a:gd name="connsiteY65" fmla="*/ 49247 h 110102"/>
                  <a:gd name="connsiteX66" fmla="*/ 149194 w 205589"/>
                  <a:gd name="connsiteY66" fmla="*/ 48902 h 110102"/>
                  <a:gd name="connsiteX67" fmla="*/ 162046 w 205589"/>
                  <a:gd name="connsiteY67" fmla="*/ 48260 h 110102"/>
                  <a:gd name="connsiteX68" fmla="*/ 163551 w 205589"/>
                  <a:gd name="connsiteY68" fmla="*/ 48284 h 110102"/>
                  <a:gd name="connsiteX69" fmla="*/ 163769 w 205589"/>
                  <a:gd name="connsiteY69" fmla="*/ 49751 h 110102"/>
                  <a:gd name="connsiteX70" fmla="*/ 163769 w 205589"/>
                  <a:gd name="connsiteY70" fmla="*/ 55117 h 110102"/>
                  <a:gd name="connsiteX71" fmla="*/ 164835 w 205589"/>
                  <a:gd name="connsiteY71" fmla="*/ 56184 h 110102"/>
                  <a:gd name="connsiteX72" fmla="*/ 174088 w 205589"/>
                  <a:gd name="connsiteY72" fmla="*/ 55670 h 110102"/>
                  <a:gd name="connsiteX73" fmla="*/ 183689 w 205589"/>
                  <a:gd name="connsiteY73" fmla="*/ 55117 h 110102"/>
                  <a:gd name="connsiteX74" fmla="*/ 193324 w 205589"/>
                  <a:gd name="connsiteY74" fmla="*/ 54693 h 110102"/>
                  <a:gd name="connsiteX75" fmla="*/ 204247 w 205589"/>
                  <a:gd name="connsiteY75" fmla="*/ 54051 h 110102"/>
                  <a:gd name="connsiteX76" fmla="*/ 205535 w 205589"/>
                  <a:gd name="connsiteY76" fmla="*/ 55335 h 110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05589" h="110102">
                    <a:moveTo>
                      <a:pt x="95025" y="73961"/>
                    </a:moveTo>
                    <a:cubicBezTo>
                      <a:pt x="93737" y="74013"/>
                      <a:pt x="92454" y="74064"/>
                      <a:pt x="91166" y="74168"/>
                    </a:cubicBezTo>
                    <a:cubicBezTo>
                      <a:pt x="83881" y="74603"/>
                      <a:pt x="76596" y="75027"/>
                      <a:pt x="69745" y="75245"/>
                    </a:cubicBezTo>
                    <a:cubicBezTo>
                      <a:pt x="66932" y="75245"/>
                      <a:pt x="64309" y="75428"/>
                      <a:pt x="61521" y="75631"/>
                    </a:cubicBezTo>
                    <a:lnTo>
                      <a:pt x="60976" y="75686"/>
                    </a:lnTo>
                    <a:cubicBezTo>
                      <a:pt x="60537" y="75686"/>
                      <a:pt x="60113" y="76111"/>
                      <a:pt x="59895" y="76328"/>
                    </a:cubicBezTo>
                    <a:cubicBezTo>
                      <a:pt x="53266" y="86609"/>
                      <a:pt x="44476" y="94744"/>
                      <a:pt x="35696" y="102902"/>
                    </a:cubicBezTo>
                    <a:cubicBezTo>
                      <a:pt x="33690" y="104679"/>
                      <a:pt x="31689" y="106460"/>
                      <a:pt x="29694" y="108248"/>
                    </a:cubicBezTo>
                    <a:lnTo>
                      <a:pt x="29349" y="108428"/>
                    </a:lnTo>
                    <a:cubicBezTo>
                      <a:pt x="29002" y="108664"/>
                      <a:pt x="28607" y="108822"/>
                      <a:pt x="28193" y="108890"/>
                    </a:cubicBezTo>
                    <a:lnTo>
                      <a:pt x="5702" y="110177"/>
                    </a:lnTo>
                    <a:lnTo>
                      <a:pt x="3776" y="110177"/>
                    </a:lnTo>
                    <a:cubicBezTo>
                      <a:pt x="7141" y="107171"/>
                      <a:pt x="10533" y="104228"/>
                      <a:pt x="13929" y="101284"/>
                    </a:cubicBezTo>
                    <a:cubicBezTo>
                      <a:pt x="22833" y="93574"/>
                      <a:pt x="31685" y="85888"/>
                      <a:pt x="39758" y="77201"/>
                    </a:cubicBezTo>
                    <a:lnTo>
                      <a:pt x="36127" y="77201"/>
                    </a:lnTo>
                    <a:cubicBezTo>
                      <a:pt x="25895" y="77919"/>
                      <a:pt x="15657" y="78489"/>
                      <a:pt x="5412" y="78910"/>
                    </a:cubicBezTo>
                    <a:cubicBezTo>
                      <a:pt x="3859" y="78962"/>
                      <a:pt x="2306" y="79013"/>
                      <a:pt x="798" y="79131"/>
                    </a:cubicBezTo>
                    <a:cubicBezTo>
                      <a:pt x="156" y="79131"/>
                      <a:pt x="-48" y="78910"/>
                      <a:pt x="-48" y="78268"/>
                    </a:cubicBezTo>
                    <a:lnTo>
                      <a:pt x="-48" y="65398"/>
                    </a:lnTo>
                    <a:cubicBezTo>
                      <a:pt x="62" y="65280"/>
                      <a:pt x="133" y="65131"/>
                      <a:pt x="156" y="64970"/>
                    </a:cubicBezTo>
                    <a:cubicBezTo>
                      <a:pt x="1236" y="64857"/>
                      <a:pt x="2354" y="64805"/>
                      <a:pt x="3486" y="64753"/>
                    </a:cubicBezTo>
                    <a:cubicBezTo>
                      <a:pt x="4618" y="64701"/>
                      <a:pt x="5733" y="64653"/>
                      <a:pt x="6799" y="64536"/>
                    </a:cubicBezTo>
                    <a:cubicBezTo>
                      <a:pt x="10437" y="64332"/>
                      <a:pt x="14088" y="64163"/>
                      <a:pt x="17722" y="64008"/>
                    </a:cubicBezTo>
                    <a:cubicBezTo>
                      <a:pt x="21356" y="63852"/>
                      <a:pt x="25007" y="63687"/>
                      <a:pt x="28645" y="63469"/>
                    </a:cubicBezTo>
                    <a:cubicBezTo>
                      <a:pt x="35071" y="63045"/>
                      <a:pt x="41715" y="62606"/>
                      <a:pt x="48141" y="62403"/>
                    </a:cubicBezTo>
                    <a:cubicBezTo>
                      <a:pt x="49207" y="62403"/>
                      <a:pt x="49632" y="61965"/>
                      <a:pt x="50070" y="61116"/>
                    </a:cubicBezTo>
                    <a:cubicBezTo>
                      <a:pt x="51805" y="56184"/>
                      <a:pt x="53024" y="51086"/>
                      <a:pt x="53707" y="45903"/>
                    </a:cubicBezTo>
                    <a:cubicBezTo>
                      <a:pt x="54991" y="36481"/>
                      <a:pt x="55209" y="26842"/>
                      <a:pt x="55416" y="17206"/>
                    </a:cubicBezTo>
                    <a:cubicBezTo>
                      <a:pt x="55416" y="14739"/>
                      <a:pt x="55478" y="12233"/>
                      <a:pt x="55530" y="9714"/>
                    </a:cubicBezTo>
                    <a:cubicBezTo>
                      <a:pt x="55581" y="7194"/>
                      <a:pt x="55633" y="4675"/>
                      <a:pt x="55633" y="2208"/>
                    </a:cubicBezTo>
                    <a:cubicBezTo>
                      <a:pt x="55633" y="1141"/>
                      <a:pt x="56058" y="720"/>
                      <a:pt x="57138" y="720"/>
                    </a:cubicBezTo>
                    <a:lnTo>
                      <a:pt x="63664" y="396"/>
                    </a:lnTo>
                    <a:lnTo>
                      <a:pt x="70194" y="75"/>
                    </a:lnTo>
                    <a:cubicBezTo>
                      <a:pt x="70953" y="75"/>
                      <a:pt x="71326" y="75"/>
                      <a:pt x="71505" y="254"/>
                    </a:cubicBezTo>
                    <a:cubicBezTo>
                      <a:pt x="71685" y="434"/>
                      <a:pt x="71698" y="820"/>
                      <a:pt x="71698" y="1566"/>
                    </a:cubicBezTo>
                    <a:cubicBezTo>
                      <a:pt x="71477" y="11205"/>
                      <a:pt x="71274" y="20637"/>
                      <a:pt x="70836" y="30276"/>
                    </a:cubicBezTo>
                    <a:cubicBezTo>
                      <a:pt x="70411" y="39052"/>
                      <a:pt x="69769" y="47829"/>
                      <a:pt x="67623" y="56619"/>
                    </a:cubicBezTo>
                    <a:cubicBezTo>
                      <a:pt x="67198" y="58110"/>
                      <a:pt x="66774" y="59614"/>
                      <a:pt x="66339" y="61323"/>
                    </a:cubicBezTo>
                    <a:cubicBezTo>
                      <a:pt x="71736" y="61005"/>
                      <a:pt x="77156" y="60722"/>
                      <a:pt x="82597" y="60474"/>
                    </a:cubicBezTo>
                    <a:cubicBezTo>
                      <a:pt x="87995" y="60204"/>
                      <a:pt x="93417" y="59935"/>
                      <a:pt x="98876" y="59614"/>
                    </a:cubicBezTo>
                    <a:lnTo>
                      <a:pt x="98876" y="73764"/>
                    </a:lnTo>
                    <a:cubicBezTo>
                      <a:pt x="97592" y="73868"/>
                      <a:pt x="96309" y="73916"/>
                      <a:pt x="95025" y="73981"/>
                    </a:cubicBezTo>
                    <a:close/>
                    <a:moveTo>
                      <a:pt x="205542" y="67100"/>
                    </a:moveTo>
                    <a:cubicBezTo>
                      <a:pt x="205542" y="68177"/>
                      <a:pt x="205103" y="68384"/>
                      <a:pt x="204254" y="68384"/>
                    </a:cubicBezTo>
                    <a:cubicBezTo>
                      <a:pt x="198998" y="68601"/>
                      <a:pt x="193756" y="68874"/>
                      <a:pt x="188513" y="69143"/>
                    </a:cubicBezTo>
                    <a:cubicBezTo>
                      <a:pt x="183271" y="69412"/>
                      <a:pt x="178015" y="69668"/>
                      <a:pt x="172769" y="69888"/>
                    </a:cubicBezTo>
                    <a:cubicBezTo>
                      <a:pt x="171485" y="69888"/>
                      <a:pt x="170202" y="69940"/>
                      <a:pt x="168918" y="69988"/>
                    </a:cubicBezTo>
                    <a:cubicBezTo>
                      <a:pt x="167634" y="70037"/>
                      <a:pt x="166347" y="70106"/>
                      <a:pt x="165059" y="70106"/>
                    </a:cubicBezTo>
                    <a:cubicBezTo>
                      <a:pt x="163983" y="70106"/>
                      <a:pt x="163558" y="70530"/>
                      <a:pt x="163558" y="71597"/>
                    </a:cubicBezTo>
                    <a:lnTo>
                      <a:pt x="163558" y="100086"/>
                    </a:lnTo>
                    <a:cubicBezTo>
                      <a:pt x="163558" y="100949"/>
                      <a:pt x="163558" y="101373"/>
                      <a:pt x="163337" y="101591"/>
                    </a:cubicBezTo>
                    <a:cubicBezTo>
                      <a:pt x="163116" y="101808"/>
                      <a:pt x="162695" y="101794"/>
                      <a:pt x="161846" y="101794"/>
                    </a:cubicBezTo>
                    <a:lnTo>
                      <a:pt x="150281" y="102440"/>
                    </a:lnTo>
                    <a:lnTo>
                      <a:pt x="147275" y="102440"/>
                    </a:lnTo>
                    <a:lnTo>
                      <a:pt x="147275" y="71172"/>
                    </a:lnTo>
                    <a:cubicBezTo>
                      <a:pt x="140128" y="71517"/>
                      <a:pt x="133050" y="71894"/>
                      <a:pt x="125982" y="72277"/>
                    </a:cubicBezTo>
                    <a:cubicBezTo>
                      <a:pt x="119286" y="72639"/>
                      <a:pt x="112615" y="72998"/>
                      <a:pt x="105934" y="73312"/>
                    </a:cubicBezTo>
                    <a:cubicBezTo>
                      <a:pt x="105783" y="72978"/>
                      <a:pt x="105712" y="72612"/>
                      <a:pt x="105727" y="72246"/>
                    </a:cubicBezTo>
                    <a:lnTo>
                      <a:pt x="105727" y="60256"/>
                    </a:lnTo>
                    <a:cubicBezTo>
                      <a:pt x="105727" y="59393"/>
                      <a:pt x="106151" y="58969"/>
                      <a:pt x="107011" y="58969"/>
                    </a:cubicBezTo>
                    <a:cubicBezTo>
                      <a:pt x="109803" y="58869"/>
                      <a:pt x="112533" y="58714"/>
                      <a:pt x="115262" y="58548"/>
                    </a:cubicBezTo>
                    <a:cubicBezTo>
                      <a:pt x="117992" y="58382"/>
                      <a:pt x="120726" y="58227"/>
                      <a:pt x="123500" y="58110"/>
                    </a:cubicBezTo>
                    <a:cubicBezTo>
                      <a:pt x="126147" y="57982"/>
                      <a:pt x="128770" y="57827"/>
                      <a:pt x="131393" y="57685"/>
                    </a:cubicBezTo>
                    <a:lnTo>
                      <a:pt x="147269" y="56826"/>
                    </a:lnTo>
                    <a:lnTo>
                      <a:pt x="147269" y="50838"/>
                    </a:lnTo>
                    <a:cubicBezTo>
                      <a:pt x="147269" y="49889"/>
                      <a:pt x="147165" y="49457"/>
                      <a:pt x="147344" y="49247"/>
                    </a:cubicBezTo>
                    <a:cubicBezTo>
                      <a:pt x="147524" y="49036"/>
                      <a:pt x="147986" y="49016"/>
                      <a:pt x="149194" y="48902"/>
                    </a:cubicBezTo>
                    <a:lnTo>
                      <a:pt x="162046" y="48260"/>
                    </a:lnTo>
                    <a:cubicBezTo>
                      <a:pt x="162909" y="48143"/>
                      <a:pt x="163330" y="48091"/>
                      <a:pt x="163551" y="48284"/>
                    </a:cubicBezTo>
                    <a:cubicBezTo>
                      <a:pt x="163772" y="48477"/>
                      <a:pt x="163769" y="48902"/>
                      <a:pt x="163769" y="49751"/>
                    </a:cubicBezTo>
                    <a:lnTo>
                      <a:pt x="163769" y="55117"/>
                    </a:lnTo>
                    <a:cubicBezTo>
                      <a:pt x="163769" y="55977"/>
                      <a:pt x="163976" y="56184"/>
                      <a:pt x="164835" y="56184"/>
                    </a:cubicBezTo>
                    <a:cubicBezTo>
                      <a:pt x="167941" y="55977"/>
                      <a:pt x="171047" y="55821"/>
                      <a:pt x="174088" y="55670"/>
                    </a:cubicBezTo>
                    <a:cubicBezTo>
                      <a:pt x="177301" y="55500"/>
                      <a:pt x="180500" y="55324"/>
                      <a:pt x="183689" y="55117"/>
                    </a:cubicBezTo>
                    <a:cubicBezTo>
                      <a:pt x="186902" y="55117"/>
                      <a:pt x="190111" y="54897"/>
                      <a:pt x="193324" y="54693"/>
                    </a:cubicBezTo>
                    <a:lnTo>
                      <a:pt x="204247" y="54051"/>
                    </a:lnTo>
                    <a:cubicBezTo>
                      <a:pt x="205314" y="54051"/>
                      <a:pt x="205535" y="54472"/>
                      <a:pt x="205535" y="55335"/>
                    </a:cubicBezTo>
                    <a:close/>
                  </a:path>
                </a:pathLst>
              </a:custGeom>
              <a:solidFill>
                <a:srgbClr val="FFFFFF"/>
              </a:solidFill>
              <a:ln w="332" cap="flat">
                <a:noFill/>
                <a:prstDash val="solid"/>
                <a:miter/>
              </a:ln>
            </p:spPr>
            <p:txBody>
              <a:bodyPr rtlCol="0" anchor="ctr"/>
              <a:lstStyle/>
              <a:p>
                <a:endParaRPr lang="zh-CN" altLang="en-US"/>
              </a:p>
            </p:txBody>
          </p:sp>
        </p:grpSp>
      </p:grpSp>
      <p:grpSp>
        <p:nvGrpSpPr>
          <p:cNvPr id="37" name="组合 36">
            <a:extLst>
              <a:ext uri="{FF2B5EF4-FFF2-40B4-BE49-F238E27FC236}">
                <a16:creationId xmlns:a16="http://schemas.microsoft.com/office/drawing/2014/main" id="{90549284-4DD9-6296-179A-00214DB79B27}"/>
              </a:ext>
            </a:extLst>
          </p:cNvPr>
          <p:cNvGrpSpPr/>
          <p:nvPr/>
        </p:nvGrpSpPr>
        <p:grpSpPr>
          <a:xfrm>
            <a:off x="4495651" y="3254342"/>
            <a:ext cx="1368000" cy="1368000"/>
            <a:chOff x="5050952" y="3219662"/>
            <a:chExt cx="1509223" cy="1509222"/>
          </a:xfrm>
        </p:grpSpPr>
        <p:sp>
          <p:nvSpPr>
            <p:cNvPr id="34" name="矩形: 圆角 33">
              <a:extLst>
                <a:ext uri="{FF2B5EF4-FFF2-40B4-BE49-F238E27FC236}">
                  <a16:creationId xmlns:a16="http://schemas.microsoft.com/office/drawing/2014/main" id="{A9B35EC6-336E-6B9A-DD1B-7D97CC384B60}"/>
                </a:ext>
              </a:extLst>
            </p:cNvPr>
            <p:cNvSpPr/>
            <p:nvPr/>
          </p:nvSpPr>
          <p:spPr>
            <a:xfrm>
              <a:off x="5050952" y="3219662"/>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a:extLst>
                <a:ext uri="{FF2B5EF4-FFF2-40B4-BE49-F238E27FC236}">
                  <a16:creationId xmlns:a16="http://schemas.microsoft.com/office/drawing/2014/main" id="{39D250B7-DD83-E1D2-4E5C-811B7244EDED}"/>
                </a:ext>
              </a:extLst>
            </p:cNvPr>
            <p:cNvGrpSpPr/>
            <p:nvPr/>
          </p:nvGrpSpPr>
          <p:grpSpPr>
            <a:xfrm>
              <a:off x="5114101" y="3284941"/>
              <a:ext cx="1389535" cy="1389536"/>
              <a:chOff x="5070027" y="3312010"/>
              <a:chExt cx="1389535" cy="1389536"/>
            </a:xfrm>
          </p:grpSpPr>
          <p:pic>
            <p:nvPicPr>
              <p:cNvPr id="1030" name="Picture 6">
                <a:extLst>
                  <a:ext uri="{FF2B5EF4-FFF2-40B4-BE49-F238E27FC236}">
                    <a16:creationId xmlns:a16="http://schemas.microsoft.com/office/drawing/2014/main" id="{C630B8D8-6416-B311-6D39-6261D48D7C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70027" y="3312010"/>
                <a:ext cx="1389535" cy="1389536"/>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组合 12">
                <a:extLst>
                  <a:ext uri="{FF2B5EF4-FFF2-40B4-BE49-F238E27FC236}">
                    <a16:creationId xmlns:a16="http://schemas.microsoft.com/office/drawing/2014/main" id="{1BD4347D-9C84-AB27-CAC2-E70960D955FD}"/>
                  </a:ext>
                </a:extLst>
              </p:cNvPr>
              <p:cNvGrpSpPr/>
              <p:nvPr/>
            </p:nvGrpSpPr>
            <p:grpSpPr>
              <a:xfrm>
                <a:off x="5617194" y="3859178"/>
                <a:ext cx="295200" cy="295200"/>
                <a:chOff x="5638852" y="3880835"/>
                <a:chExt cx="295200" cy="295200"/>
              </a:xfrm>
            </p:grpSpPr>
            <p:sp>
              <p:nvSpPr>
                <p:cNvPr id="53" name="任意多边形: 形状 52">
                  <a:extLst>
                    <a:ext uri="{FF2B5EF4-FFF2-40B4-BE49-F238E27FC236}">
                      <a16:creationId xmlns:a16="http://schemas.microsoft.com/office/drawing/2014/main" id="{C73A9DAE-4636-3402-9D80-82A247E0BB6F}"/>
                    </a:ext>
                  </a:extLst>
                </p:cNvPr>
                <p:cNvSpPr/>
                <p:nvPr/>
              </p:nvSpPr>
              <p:spPr>
                <a:xfrm>
                  <a:off x="5638852" y="3880835"/>
                  <a:ext cx="295200" cy="295200"/>
                </a:xfrm>
                <a:custGeom>
                  <a:avLst/>
                  <a:gdLst>
                    <a:gd name="connsiteX0" fmla="*/ 292103 w 1622810"/>
                    <a:gd name="connsiteY0" fmla="*/ 111 h 1622810"/>
                    <a:gd name="connsiteX1" fmla="*/ 1330686 w 1622810"/>
                    <a:gd name="connsiteY1" fmla="*/ 111 h 1622810"/>
                    <a:gd name="connsiteX2" fmla="*/ 1622799 w 1622810"/>
                    <a:gd name="connsiteY2" fmla="*/ 292205 h 1622810"/>
                    <a:gd name="connsiteX3" fmla="*/ 1622799 w 1622810"/>
                    <a:gd name="connsiteY3" fmla="*/ 1330808 h 1622810"/>
                    <a:gd name="connsiteX4" fmla="*/ 1330686 w 1622810"/>
                    <a:gd name="connsiteY4" fmla="*/ 1622921 h 1622810"/>
                    <a:gd name="connsiteX5" fmla="*/ 292103 w 1622810"/>
                    <a:gd name="connsiteY5" fmla="*/ 1622921 h 1622810"/>
                    <a:gd name="connsiteX6" fmla="*/ -11 w 1622810"/>
                    <a:gd name="connsiteY6" fmla="*/ 1330808 h 1622810"/>
                    <a:gd name="connsiteX7" fmla="*/ -11 w 1622810"/>
                    <a:gd name="connsiteY7" fmla="*/ 292205 h 1622810"/>
                    <a:gd name="connsiteX8" fmla="*/ 292103 w 1622810"/>
                    <a:gd name="connsiteY8" fmla="*/ 111 h 162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2810" h="1622810">
                      <a:moveTo>
                        <a:pt x="292103" y="111"/>
                      </a:moveTo>
                      <a:lnTo>
                        <a:pt x="1330686" y="111"/>
                      </a:lnTo>
                      <a:cubicBezTo>
                        <a:pt x="1525429" y="111"/>
                        <a:pt x="1622799" y="97476"/>
                        <a:pt x="1622799" y="292205"/>
                      </a:cubicBezTo>
                      <a:lnTo>
                        <a:pt x="1622799" y="1330808"/>
                      </a:lnTo>
                      <a:cubicBezTo>
                        <a:pt x="1622799" y="1525551"/>
                        <a:pt x="1525429" y="1622921"/>
                        <a:pt x="1330686" y="1622921"/>
                      </a:cubicBezTo>
                      <a:lnTo>
                        <a:pt x="292103" y="1622921"/>
                      </a:lnTo>
                      <a:cubicBezTo>
                        <a:pt x="97360" y="1622921"/>
                        <a:pt x="-11" y="1525551"/>
                        <a:pt x="-11" y="1330808"/>
                      </a:cubicBezTo>
                      <a:lnTo>
                        <a:pt x="-11" y="292205"/>
                      </a:lnTo>
                      <a:cubicBezTo>
                        <a:pt x="-11" y="97476"/>
                        <a:pt x="97360" y="111"/>
                        <a:pt x="292103" y="111"/>
                      </a:cubicBezTo>
                      <a:close/>
                    </a:path>
                  </a:pathLst>
                </a:custGeom>
                <a:solidFill>
                  <a:srgbClr val="111111"/>
                </a:solidFill>
                <a:ln w="12700" cap="flat">
                  <a:solidFill>
                    <a:srgbClr val="FFFFFF"/>
                  </a:solidFill>
                  <a:prstDash val="solid"/>
                  <a:miter/>
                </a:ln>
              </p:spPr>
              <p:txBody>
                <a:bodyPr rtlCol="0" anchor="ctr"/>
                <a:lstStyle/>
                <a:p>
                  <a:endParaRPr lang="zh-CN" altLang="en-US"/>
                </a:p>
              </p:txBody>
            </p:sp>
            <p:grpSp>
              <p:nvGrpSpPr>
                <p:cNvPr id="10" name="组合 9">
                  <a:extLst>
                    <a:ext uri="{FF2B5EF4-FFF2-40B4-BE49-F238E27FC236}">
                      <a16:creationId xmlns:a16="http://schemas.microsoft.com/office/drawing/2014/main" id="{E57A8968-DFBE-04AC-7EE6-E7B454498D74}"/>
                    </a:ext>
                  </a:extLst>
                </p:cNvPr>
                <p:cNvGrpSpPr/>
                <p:nvPr/>
              </p:nvGrpSpPr>
              <p:grpSpPr>
                <a:xfrm>
                  <a:off x="5705964" y="3927149"/>
                  <a:ext cx="160977" cy="202573"/>
                  <a:chOff x="5679421" y="3904200"/>
                  <a:chExt cx="160977" cy="202573"/>
                </a:xfrm>
              </p:grpSpPr>
              <p:sp>
                <p:nvSpPr>
                  <p:cNvPr id="54" name="任意多边形: 形状 53">
                    <a:extLst>
                      <a:ext uri="{FF2B5EF4-FFF2-40B4-BE49-F238E27FC236}">
                        <a16:creationId xmlns:a16="http://schemas.microsoft.com/office/drawing/2014/main" id="{2041520E-72A6-C128-C242-267D2AC8F1D0}"/>
                      </a:ext>
                    </a:extLst>
                  </p:cNvPr>
                  <p:cNvSpPr/>
                  <p:nvPr/>
                </p:nvSpPr>
                <p:spPr>
                  <a:xfrm>
                    <a:off x="5689100" y="3913883"/>
                    <a:ext cx="151298" cy="192890"/>
                  </a:xfrm>
                  <a:custGeom>
                    <a:avLst/>
                    <a:gdLst>
                      <a:gd name="connsiteX0" fmla="*/ -11 w 974755"/>
                      <a:gd name="connsiteY0" fmla="*/ 849927 h 1242721"/>
                      <a:gd name="connsiteX1" fmla="*/ 389804 w 974755"/>
                      <a:gd name="connsiteY1" fmla="*/ 460112 h 1242721"/>
                      <a:gd name="connsiteX2" fmla="*/ 389804 w 974755"/>
                      <a:gd name="connsiteY2" fmla="*/ 694005 h 1242721"/>
                      <a:gd name="connsiteX3" fmla="*/ 233882 w 974755"/>
                      <a:gd name="connsiteY3" fmla="*/ 849908 h 1242721"/>
                      <a:gd name="connsiteX4" fmla="*/ 366290 w 974755"/>
                      <a:gd name="connsiteY4" fmla="*/ 1008960 h 1242721"/>
                      <a:gd name="connsiteX5" fmla="*/ 514566 w 974755"/>
                      <a:gd name="connsiteY5" fmla="*/ 886615 h 1242721"/>
                      <a:gd name="connsiteX6" fmla="*/ 514566 w 974755"/>
                      <a:gd name="connsiteY6" fmla="*/ 111 h 1242721"/>
                      <a:gd name="connsiteX7" fmla="*/ 763792 w 974755"/>
                      <a:gd name="connsiteY7" fmla="*/ 111 h 1242721"/>
                      <a:gd name="connsiteX8" fmla="*/ 974745 w 974755"/>
                      <a:gd name="connsiteY8" fmla="*/ 210886 h 1242721"/>
                      <a:gd name="connsiteX9" fmla="*/ 974547 w 974755"/>
                      <a:gd name="connsiteY9" fmla="*/ 444344 h 1242721"/>
                      <a:gd name="connsiteX10" fmla="*/ 748518 w 974755"/>
                      <a:gd name="connsiteY10" fmla="*/ 382676 h 1242721"/>
                      <a:gd name="connsiteX11" fmla="*/ 748518 w 974755"/>
                      <a:gd name="connsiteY11" fmla="*/ 886615 h 1242721"/>
                      <a:gd name="connsiteX12" fmla="*/ 366369 w 974755"/>
                      <a:gd name="connsiteY12" fmla="*/ 1242833 h 1242721"/>
                      <a:gd name="connsiteX13" fmla="*/ 88 w 974755"/>
                      <a:gd name="connsiteY13" fmla="*/ 849927 h 1242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721">
                        <a:moveTo>
                          <a:pt x="-11" y="849927"/>
                        </a:moveTo>
                        <a:cubicBezTo>
                          <a:pt x="227" y="634754"/>
                          <a:pt x="174612" y="460370"/>
                          <a:pt x="389804" y="460112"/>
                        </a:cubicBezTo>
                        <a:lnTo>
                          <a:pt x="389804" y="694005"/>
                        </a:lnTo>
                        <a:cubicBezTo>
                          <a:pt x="303735" y="694092"/>
                          <a:pt x="233981" y="763838"/>
                          <a:pt x="233882" y="849908"/>
                        </a:cubicBezTo>
                        <a:cubicBezTo>
                          <a:pt x="233882" y="926531"/>
                          <a:pt x="275324" y="1008960"/>
                          <a:pt x="366290" y="1008960"/>
                        </a:cubicBezTo>
                        <a:cubicBezTo>
                          <a:pt x="372352" y="1008960"/>
                          <a:pt x="514566" y="1007553"/>
                          <a:pt x="514566" y="886615"/>
                        </a:cubicBezTo>
                        <a:lnTo>
                          <a:pt x="514566" y="111"/>
                        </a:lnTo>
                        <a:lnTo>
                          <a:pt x="763792" y="111"/>
                        </a:lnTo>
                        <a:cubicBezTo>
                          <a:pt x="764053" y="116480"/>
                          <a:pt x="858377" y="210724"/>
                          <a:pt x="974745" y="210886"/>
                        </a:cubicBezTo>
                        <a:lnTo>
                          <a:pt x="974547" y="444344"/>
                        </a:lnTo>
                        <a:cubicBezTo>
                          <a:pt x="894967" y="444958"/>
                          <a:pt x="816759" y="423621"/>
                          <a:pt x="748518" y="382676"/>
                        </a:cubicBezTo>
                        <a:lnTo>
                          <a:pt x="748518" y="886615"/>
                        </a:lnTo>
                        <a:cubicBezTo>
                          <a:pt x="748518" y="1117992"/>
                          <a:pt x="551630" y="1242833"/>
                          <a:pt x="366369" y="1242833"/>
                        </a:cubicBezTo>
                        <a:cubicBezTo>
                          <a:pt x="157575" y="1242833"/>
                          <a:pt x="88" y="1073935"/>
                          <a:pt x="88" y="849927"/>
                        </a:cubicBezTo>
                        <a:close/>
                      </a:path>
                    </a:pathLst>
                  </a:custGeom>
                  <a:solidFill>
                    <a:srgbClr val="FF4040"/>
                  </a:solidFill>
                  <a:ln w="1977"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D276CF54-134A-E352-E39D-84B736282288}"/>
                      </a:ext>
                    </a:extLst>
                  </p:cNvPr>
                  <p:cNvSpPr/>
                  <p:nvPr/>
                </p:nvSpPr>
                <p:spPr>
                  <a:xfrm>
                    <a:off x="5679421" y="3904200"/>
                    <a:ext cx="151298" cy="192878"/>
                  </a:xfrm>
                  <a:custGeom>
                    <a:avLst/>
                    <a:gdLst>
                      <a:gd name="connsiteX0" fmla="*/ -11 w 974755"/>
                      <a:gd name="connsiteY0" fmla="*/ 849927 h 1242642"/>
                      <a:gd name="connsiteX1" fmla="*/ 389804 w 974755"/>
                      <a:gd name="connsiteY1" fmla="*/ 460112 h 1242642"/>
                      <a:gd name="connsiteX2" fmla="*/ 389804 w 974755"/>
                      <a:gd name="connsiteY2" fmla="*/ 694005 h 1242642"/>
                      <a:gd name="connsiteX3" fmla="*/ 233882 w 974755"/>
                      <a:gd name="connsiteY3" fmla="*/ 849927 h 1242642"/>
                      <a:gd name="connsiteX4" fmla="*/ 366290 w 974755"/>
                      <a:gd name="connsiteY4" fmla="*/ 1008960 h 1242642"/>
                      <a:gd name="connsiteX5" fmla="*/ 514546 w 974755"/>
                      <a:gd name="connsiteY5" fmla="*/ 886615 h 1242642"/>
                      <a:gd name="connsiteX6" fmla="*/ 514546 w 974755"/>
                      <a:gd name="connsiteY6" fmla="*/ 111 h 1242642"/>
                      <a:gd name="connsiteX7" fmla="*/ 763772 w 974755"/>
                      <a:gd name="connsiteY7" fmla="*/ 111 h 1242642"/>
                      <a:gd name="connsiteX8" fmla="*/ 974745 w 974755"/>
                      <a:gd name="connsiteY8" fmla="*/ 210886 h 1242642"/>
                      <a:gd name="connsiteX9" fmla="*/ 974547 w 974755"/>
                      <a:gd name="connsiteY9" fmla="*/ 444264 h 1242642"/>
                      <a:gd name="connsiteX10" fmla="*/ 748518 w 974755"/>
                      <a:gd name="connsiteY10" fmla="*/ 382597 h 1242642"/>
                      <a:gd name="connsiteX11" fmla="*/ 748518 w 974755"/>
                      <a:gd name="connsiteY11" fmla="*/ 886536 h 1242642"/>
                      <a:gd name="connsiteX12" fmla="*/ 366350 w 974755"/>
                      <a:gd name="connsiteY12" fmla="*/ 1242754 h 1242642"/>
                      <a:gd name="connsiteX13" fmla="*/ 88 w 974755"/>
                      <a:gd name="connsiteY13" fmla="*/ 849848 h 1242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642">
                        <a:moveTo>
                          <a:pt x="-11" y="849927"/>
                        </a:moveTo>
                        <a:cubicBezTo>
                          <a:pt x="227" y="634735"/>
                          <a:pt x="174671" y="460350"/>
                          <a:pt x="389804" y="460112"/>
                        </a:cubicBezTo>
                        <a:lnTo>
                          <a:pt x="389804" y="694005"/>
                        </a:lnTo>
                        <a:cubicBezTo>
                          <a:pt x="303731" y="694104"/>
                          <a:pt x="233981" y="763854"/>
                          <a:pt x="233882" y="849927"/>
                        </a:cubicBezTo>
                        <a:cubicBezTo>
                          <a:pt x="233882" y="926531"/>
                          <a:pt x="275324" y="1008960"/>
                          <a:pt x="366290" y="1008960"/>
                        </a:cubicBezTo>
                        <a:cubicBezTo>
                          <a:pt x="372352" y="1008960"/>
                          <a:pt x="514546" y="1007553"/>
                          <a:pt x="514546" y="886615"/>
                        </a:cubicBezTo>
                        <a:lnTo>
                          <a:pt x="514546" y="111"/>
                        </a:lnTo>
                        <a:lnTo>
                          <a:pt x="763772" y="111"/>
                        </a:lnTo>
                        <a:cubicBezTo>
                          <a:pt x="764067" y="116474"/>
                          <a:pt x="858381" y="210701"/>
                          <a:pt x="974745" y="210886"/>
                        </a:cubicBezTo>
                        <a:lnTo>
                          <a:pt x="974547" y="444264"/>
                        </a:lnTo>
                        <a:cubicBezTo>
                          <a:pt x="894967" y="444880"/>
                          <a:pt x="816759" y="423543"/>
                          <a:pt x="748518" y="382597"/>
                        </a:cubicBezTo>
                        <a:lnTo>
                          <a:pt x="748518" y="886536"/>
                        </a:lnTo>
                        <a:cubicBezTo>
                          <a:pt x="748518" y="1117913"/>
                          <a:pt x="551630" y="1242754"/>
                          <a:pt x="366350" y="1242754"/>
                        </a:cubicBezTo>
                        <a:cubicBezTo>
                          <a:pt x="157555" y="1242754"/>
                          <a:pt x="88" y="1073876"/>
                          <a:pt x="88" y="849848"/>
                        </a:cubicBezTo>
                        <a:close/>
                      </a:path>
                    </a:pathLst>
                  </a:custGeom>
                  <a:solidFill>
                    <a:srgbClr val="00F5FF"/>
                  </a:solidFill>
                  <a:ln w="1977"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3C463A80-E8A3-BD9B-AE33-8B53F77616D2}"/>
                      </a:ext>
                    </a:extLst>
                  </p:cNvPr>
                  <p:cNvSpPr/>
                  <p:nvPr/>
                </p:nvSpPr>
                <p:spPr>
                  <a:xfrm>
                    <a:off x="5688676" y="3913797"/>
                    <a:ext cx="142094" cy="183326"/>
                  </a:xfrm>
                  <a:custGeom>
                    <a:avLst/>
                    <a:gdLst>
                      <a:gd name="connsiteX0" fmla="*/ 330195 w 915463"/>
                      <a:gd name="connsiteY0" fmla="*/ 465362 h 1181103"/>
                      <a:gd name="connsiteX1" fmla="*/ 85961 w 915463"/>
                      <a:gd name="connsiteY1" fmla="*/ 1107196 h 1181103"/>
                      <a:gd name="connsiteX2" fmla="*/ 689285 w 915463"/>
                      <a:gd name="connsiteY2" fmla="*/ 834852 h 1181103"/>
                      <a:gd name="connsiteX3" fmla="*/ 689008 w 915463"/>
                      <a:gd name="connsiteY3" fmla="*/ 321147 h 1181103"/>
                      <a:gd name="connsiteX4" fmla="*/ 915453 w 915463"/>
                      <a:gd name="connsiteY4" fmla="*/ 382438 h 1181103"/>
                      <a:gd name="connsiteX5" fmla="*/ 915453 w 915463"/>
                      <a:gd name="connsiteY5" fmla="*/ 201714 h 1181103"/>
                      <a:gd name="connsiteX6" fmla="*/ 800081 w 915463"/>
                      <a:gd name="connsiteY6" fmla="*/ 114829 h 1181103"/>
                      <a:gd name="connsiteX7" fmla="*/ 713394 w 915463"/>
                      <a:gd name="connsiteY7" fmla="*/ 111 h 1181103"/>
                      <a:gd name="connsiteX8" fmla="*/ 517396 w 915463"/>
                      <a:gd name="connsiteY8" fmla="*/ 111 h 1181103"/>
                      <a:gd name="connsiteX9" fmla="*/ 517179 w 915463"/>
                      <a:gd name="connsiteY9" fmla="*/ 889725 h 1181103"/>
                      <a:gd name="connsiteX10" fmla="*/ 256998 w 915463"/>
                      <a:gd name="connsiteY10" fmla="*/ 937684 h 1181103"/>
                      <a:gd name="connsiteX11" fmla="*/ 330393 w 915463"/>
                      <a:gd name="connsiteY11" fmla="*/ 632496 h 118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5463" h="1181103">
                        <a:moveTo>
                          <a:pt x="330195" y="465362"/>
                        </a:moveTo>
                        <a:cubicBezTo>
                          <a:pt x="78493" y="497335"/>
                          <a:pt x="-120595" y="818252"/>
                          <a:pt x="85961" y="1107196"/>
                        </a:cubicBezTo>
                        <a:cubicBezTo>
                          <a:pt x="276768" y="1263257"/>
                          <a:pt x="678271" y="1172568"/>
                          <a:pt x="689285" y="834852"/>
                        </a:cubicBezTo>
                        <a:lnTo>
                          <a:pt x="689008" y="321147"/>
                        </a:lnTo>
                        <a:cubicBezTo>
                          <a:pt x="757649" y="361464"/>
                          <a:pt x="835847" y="382630"/>
                          <a:pt x="915453" y="382438"/>
                        </a:cubicBezTo>
                        <a:lnTo>
                          <a:pt x="915453" y="201714"/>
                        </a:lnTo>
                        <a:cubicBezTo>
                          <a:pt x="868656" y="185905"/>
                          <a:pt x="828201" y="155438"/>
                          <a:pt x="800081" y="114829"/>
                        </a:cubicBezTo>
                        <a:cubicBezTo>
                          <a:pt x="758837" y="87713"/>
                          <a:pt x="728217" y="47192"/>
                          <a:pt x="713394" y="111"/>
                        </a:cubicBezTo>
                        <a:lnTo>
                          <a:pt x="517396" y="111"/>
                        </a:lnTo>
                        <a:lnTo>
                          <a:pt x="517179" y="889725"/>
                        </a:lnTo>
                        <a:cubicBezTo>
                          <a:pt x="517000" y="1014090"/>
                          <a:pt x="309632" y="1058365"/>
                          <a:pt x="256998" y="937684"/>
                        </a:cubicBezTo>
                        <a:cubicBezTo>
                          <a:pt x="125145" y="874650"/>
                          <a:pt x="154958" y="635111"/>
                          <a:pt x="330393" y="632496"/>
                        </a:cubicBezTo>
                        <a:close/>
                      </a:path>
                    </a:pathLst>
                  </a:custGeom>
                  <a:solidFill>
                    <a:srgbClr val="FFFFFF"/>
                  </a:solidFill>
                  <a:ln w="1977" cap="flat">
                    <a:noFill/>
                    <a:prstDash val="solid"/>
                    <a:miter/>
                  </a:ln>
                </p:spPr>
                <p:txBody>
                  <a:bodyPr rtlCol="0" anchor="ctr"/>
                  <a:lstStyle/>
                  <a:p>
                    <a:endParaRPr lang="zh-CN" altLang="en-US"/>
                  </a:p>
                </p:txBody>
              </p:sp>
            </p:grpSp>
          </p:grpSp>
        </p:grpSp>
      </p:grpSp>
      <p:grpSp>
        <p:nvGrpSpPr>
          <p:cNvPr id="20" name="组合 19">
            <a:extLst>
              <a:ext uri="{FF2B5EF4-FFF2-40B4-BE49-F238E27FC236}">
                <a16:creationId xmlns:a16="http://schemas.microsoft.com/office/drawing/2014/main" id="{DD9EA821-F984-4669-EA0C-BE1806415DE3}"/>
              </a:ext>
            </a:extLst>
          </p:cNvPr>
          <p:cNvGrpSpPr/>
          <p:nvPr/>
        </p:nvGrpSpPr>
        <p:grpSpPr>
          <a:xfrm>
            <a:off x="639654" y="3254342"/>
            <a:ext cx="1368001" cy="1368000"/>
            <a:chOff x="645646" y="3254342"/>
            <a:chExt cx="1368001" cy="1368000"/>
          </a:xfrm>
        </p:grpSpPr>
        <p:sp>
          <p:nvSpPr>
            <p:cNvPr id="26" name="矩形: 圆角 25">
              <a:extLst>
                <a:ext uri="{FF2B5EF4-FFF2-40B4-BE49-F238E27FC236}">
                  <a16:creationId xmlns:a16="http://schemas.microsoft.com/office/drawing/2014/main" id="{E3A05637-B374-1042-609C-6B6857B12A76}"/>
                </a:ext>
              </a:extLst>
            </p:cNvPr>
            <p:cNvSpPr/>
            <p:nvPr/>
          </p:nvSpPr>
          <p:spPr>
            <a:xfrm>
              <a:off x="645646" y="3254342"/>
              <a:ext cx="1368001"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a:extLst>
                <a:ext uri="{FF2B5EF4-FFF2-40B4-BE49-F238E27FC236}">
                  <a16:creationId xmlns:a16="http://schemas.microsoft.com/office/drawing/2014/main" id="{E4162175-CEA8-54AC-1BF5-DCC85F38B8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2894" y="3313513"/>
              <a:ext cx="1259512" cy="1259512"/>
            </a:xfrm>
            <a:prstGeom prst="rect">
              <a:avLst/>
            </a:prstGeom>
            <a:noFill/>
            <a:extLst>
              <a:ext uri="{909E8E84-426E-40DD-AFC4-6F175D3DCCD1}">
                <a14:hiddenFill xmlns:a14="http://schemas.microsoft.com/office/drawing/2010/main">
                  <a:solidFill>
                    <a:srgbClr val="FFFFFF"/>
                  </a:solidFill>
                </a14:hiddenFill>
              </a:ext>
            </a:extLst>
          </p:spPr>
        </p:pic>
        <p:pic>
          <p:nvPicPr>
            <p:cNvPr id="63" name="图片 62" descr="图形用户界面, 应用程序&#10;&#10;描述已自动生成">
              <a:extLst>
                <a:ext uri="{FF2B5EF4-FFF2-40B4-BE49-F238E27FC236}">
                  <a16:creationId xmlns:a16="http://schemas.microsoft.com/office/drawing/2014/main" id="{949BD465-CFA4-24C1-D1DF-B9F42E85D6AA}"/>
                </a:ext>
              </a:extLst>
            </p:cNvPr>
            <p:cNvPicPr>
              <a:picLocks noChangeAspect="1"/>
            </p:cNvPicPr>
            <p:nvPr/>
          </p:nvPicPr>
          <p:blipFill rotWithShape="1">
            <a:blip r:embed="rId13">
              <a:extLst>
                <a:ext uri="{28A0092B-C50C-407E-A947-70E740481C1C}">
                  <a14:useLocalDpi xmlns:a14="http://schemas.microsoft.com/office/drawing/2010/main" val="0"/>
                </a:ext>
              </a:extLst>
            </a:blip>
            <a:srcRect l="32153" t="31600" r="31817" b="31457"/>
            <a:stretch/>
          </p:blipFill>
          <p:spPr>
            <a:xfrm>
              <a:off x="1198861" y="3806090"/>
              <a:ext cx="267577" cy="274357"/>
            </a:xfrm>
            <a:prstGeom prst="rect">
              <a:avLst/>
            </a:prstGeom>
            <a:solidFill>
              <a:srgbClr val="FFFFFF"/>
            </a:solidFill>
            <a:ln>
              <a:solidFill>
                <a:srgbClr val="FFFFFF"/>
              </a:solidFill>
            </a:ln>
          </p:spPr>
        </p:pic>
      </p:grpSp>
      <p:grpSp>
        <p:nvGrpSpPr>
          <p:cNvPr id="1027" name="组合 1026">
            <a:extLst>
              <a:ext uri="{FF2B5EF4-FFF2-40B4-BE49-F238E27FC236}">
                <a16:creationId xmlns:a16="http://schemas.microsoft.com/office/drawing/2014/main" id="{57655527-BA24-D53F-DE51-917C7CA056F9}"/>
              </a:ext>
            </a:extLst>
          </p:cNvPr>
          <p:cNvGrpSpPr/>
          <p:nvPr/>
        </p:nvGrpSpPr>
        <p:grpSpPr>
          <a:xfrm>
            <a:off x="8351646" y="3254342"/>
            <a:ext cx="1368001" cy="1368000"/>
            <a:chOff x="9361300" y="3213004"/>
            <a:chExt cx="1509223" cy="1509222"/>
          </a:xfrm>
        </p:grpSpPr>
        <p:sp>
          <p:nvSpPr>
            <p:cNvPr id="58" name="矩形: 圆角 57">
              <a:extLst>
                <a:ext uri="{FF2B5EF4-FFF2-40B4-BE49-F238E27FC236}">
                  <a16:creationId xmlns:a16="http://schemas.microsoft.com/office/drawing/2014/main" id="{73FE04D0-A350-450C-509C-104CBD24D54C}"/>
                </a:ext>
              </a:extLst>
            </p:cNvPr>
            <p:cNvSpPr/>
            <p:nvPr/>
          </p:nvSpPr>
          <p:spPr>
            <a:xfrm>
              <a:off x="9361300" y="3213004"/>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25" name="组合 1024">
              <a:extLst>
                <a:ext uri="{FF2B5EF4-FFF2-40B4-BE49-F238E27FC236}">
                  <a16:creationId xmlns:a16="http://schemas.microsoft.com/office/drawing/2014/main" id="{ABAAB98A-71B9-93DF-CF2A-9596C011D744}"/>
                </a:ext>
              </a:extLst>
            </p:cNvPr>
            <p:cNvGrpSpPr/>
            <p:nvPr/>
          </p:nvGrpSpPr>
          <p:grpSpPr>
            <a:xfrm>
              <a:off x="9450123" y="3310337"/>
              <a:ext cx="1331575" cy="1314557"/>
              <a:chOff x="9454554" y="3310337"/>
              <a:chExt cx="1331575" cy="1314557"/>
            </a:xfrm>
          </p:grpSpPr>
          <p:pic>
            <p:nvPicPr>
              <p:cNvPr id="135" name="图片 134" descr="QR 代码&#10;&#10;描述已自动生成">
                <a:extLst>
                  <a:ext uri="{FF2B5EF4-FFF2-40B4-BE49-F238E27FC236}">
                    <a16:creationId xmlns:a16="http://schemas.microsoft.com/office/drawing/2014/main" id="{36C3624D-62BD-8533-DE90-A3FC9D1E4D5D}"/>
                  </a:ext>
                </a:extLst>
              </p:cNvPr>
              <p:cNvPicPr>
                <a:picLocks noChangeAspect="1"/>
              </p:cNvPicPr>
              <p:nvPr/>
            </p:nvPicPr>
            <p:blipFill rotWithShape="1">
              <a:blip r:embed="rId14">
                <a:extLst>
                  <a:ext uri="{28A0092B-C50C-407E-A947-70E740481C1C}">
                    <a14:useLocalDpi xmlns:a14="http://schemas.microsoft.com/office/drawing/2010/main" val="0"/>
                  </a:ext>
                </a:extLst>
              </a:blip>
              <a:srcRect l="15848" t="26200" r="15159" b="19595"/>
              <a:stretch/>
            </p:blipFill>
            <p:spPr>
              <a:xfrm>
                <a:off x="9454554" y="3310337"/>
                <a:ext cx="1331575" cy="1314557"/>
              </a:xfrm>
              <a:prstGeom prst="rect">
                <a:avLst/>
              </a:prstGeom>
            </p:spPr>
          </p:pic>
          <p:grpSp>
            <p:nvGrpSpPr>
              <p:cNvPr id="143" name="组合 142">
                <a:extLst>
                  <a:ext uri="{FF2B5EF4-FFF2-40B4-BE49-F238E27FC236}">
                    <a16:creationId xmlns:a16="http://schemas.microsoft.com/office/drawing/2014/main" id="{ED82649F-D61F-61F9-8FA0-367AC89C1099}"/>
                  </a:ext>
                </a:extLst>
              </p:cNvPr>
              <p:cNvGrpSpPr/>
              <p:nvPr/>
            </p:nvGrpSpPr>
            <p:grpSpPr>
              <a:xfrm>
                <a:off x="9959600" y="3820016"/>
                <a:ext cx="321483" cy="295200"/>
                <a:chOff x="9736169" y="3796703"/>
                <a:chExt cx="319521" cy="273735"/>
              </a:xfrm>
            </p:grpSpPr>
            <p:sp>
              <p:nvSpPr>
                <p:cNvPr id="137" name="矩形: 圆角 136">
                  <a:extLst>
                    <a:ext uri="{FF2B5EF4-FFF2-40B4-BE49-F238E27FC236}">
                      <a16:creationId xmlns:a16="http://schemas.microsoft.com/office/drawing/2014/main" id="{2C785318-74EA-0CAC-83B4-B040FD311C3B}"/>
                    </a:ext>
                  </a:extLst>
                </p:cNvPr>
                <p:cNvSpPr/>
                <p:nvPr/>
              </p:nvSpPr>
              <p:spPr>
                <a:xfrm>
                  <a:off x="9736169" y="3796703"/>
                  <a:ext cx="319521" cy="273735"/>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图形 45">
                  <a:extLst>
                    <a:ext uri="{FF2B5EF4-FFF2-40B4-BE49-F238E27FC236}">
                      <a16:creationId xmlns:a16="http://schemas.microsoft.com/office/drawing/2014/main" id="{C27A176A-8F8D-527D-1B2F-0EAF88C2A520}"/>
                    </a:ext>
                  </a:extLst>
                </p:cNvPr>
                <p:cNvSpPr/>
                <p:nvPr/>
              </p:nvSpPr>
              <p:spPr>
                <a:xfrm>
                  <a:off x="9794219" y="3844061"/>
                  <a:ext cx="203420" cy="179017"/>
                </a:xfrm>
                <a:custGeom>
                  <a:avLst/>
                  <a:gdLst>
                    <a:gd name="connsiteX0" fmla="*/ 41698 w 348174"/>
                    <a:gd name="connsiteY0" fmla="*/ 7060 h 306405"/>
                    <a:gd name="connsiteX1" fmla="*/ 119653 w 348174"/>
                    <a:gd name="connsiteY1" fmla="*/ 85014 h 306405"/>
                    <a:gd name="connsiteX2" fmla="*/ 181448 w 348174"/>
                    <a:gd name="connsiteY2" fmla="*/ 188894 h 306405"/>
                    <a:gd name="connsiteX3" fmla="*/ 231169 w 348174"/>
                    <a:gd name="connsiteY3" fmla="*/ 265428 h 306405"/>
                    <a:gd name="connsiteX4" fmla="*/ 274496 w 348174"/>
                    <a:gd name="connsiteY4" fmla="*/ 305915 h 306405"/>
                    <a:gd name="connsiteX5" fmla="*/ 340731 w 348174"/>
                    <a:gd name="connsiteY5" fmla="*/ 154090 h 306405"/>
                    <a:gd name="connsiteX6" fmla="*/ 344993 w 348174"/>
                    <a:gd name="connsiteY6" fmla="*/ 124968 h 306405"/>
                    <a:gd name="connsiteX7" fmla="*/ 328123 w 348174"/>
                    <a:gd name="connsiteY7" fmla="*/ 667 h 306405"/>
                    <a:gd name="connsiteX8" fmla="*/ 292609 w 348174"/>
                    <a:gd name="connsiteY8" fmla="*/ 14696 h 306405"/>
                    <a:gd name="connsiteX9" fmla="*/ 148597 w 348174"/>
                    <a:gd name="connsiteY9" fmla="*/ 220680 h 306405"/>
                    <a:gd name="connsiteX10" fmla="*/ 69400 w 348174"/>
                    <a:gd name="connsiteY10" fmla="*/ 302896 h 306405"/>
                    <a:gd name="connsiteX11" fmla="*/ 21278 w 348174"/>
                    <a:gd name="connsiteY11" fmla="*/ 221213 h 306405"/>
                    <a:gd name="connsiteX12" fmla="*/ 857 w 348174"/>
                    <a:gd name="connsiteY12" fmla="*/ 56248 h 306405"/>
                    <a:gd name="connsiteX13" fmla="*/ 18614 w 348174"/>
                    <a:gd name="connsiteY13" fmla="*/ -43 h 306405"/>
                    <a:gd name="connsiteX14" fmla="*/ 41698 w 348174"/>
                    <a:gd name="connsiteY14" fmla="*/ 7060 h 306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8174" h="306405">
                      <a:moveTo>
                        <a:pt x="41698" y="7060"/>
                      </a:moveTo>
                      <a:cubicBezTo>
                        <a:pt x="71184" y="29292"/>
                        <a:pt x="97423" y="55520"/>
                        <a:pt x="119653" y="85014"/>
                      </a:cubicBezTo>
                      <a:cubicBezTo>
                        <a:pt x="142562" y="118220"/>
                        <a:pt x="163206" y="152918"/>
                        <a:pt x="181448" y="188894"/>
                      </a:cubicBezTo>
                      <a:cubicBezTo>
                        <a:pt x="195759" y="215814"/>
                        <a:pt x="212396" y="241420"/>
                        <a:pt x="231169" y="265428"/>
                      </a:cubicBezTo>
                      <a:cubicBezTo>
                        <a:pt x="252833" y="292774"/>
                        <a:pt x="263842" y="306447"/>
                        <a:pt x="274496" y="305915"/>
                      </a:cubicBezTo>
                      <a:cubicBezTo>
                        <a:pt x="313385" y="303606"/>
                        <a:pt x="337357" y="172025"/>
                        <a:pt x="340731" y="154090"/>
                      </a:cubicBezTo>
                      <a:cubicBezTo>
                        <a:pt x="343217" y="139884"/>
                        <a:pt x="344460" y="129940"/>
                        <a:pt x="344993" y="124968"/>
                      </a:cubicBezTo>
                      <a:cubicBezTo>
                        <a:pt x="346413" y="111473"/>
                        <a:pt x="357245" y="12209"/>
                        <a:pt x="328123" y="667"/>
                      </a:cubicBezTo>
                      <a:cubicBezTo>
                        <a:pt x="317469" y="-3594"/>
                        <a:pt x="304329" y="5284"/>
                        <a:pt x="292609" y="14696"/>
                      </a:cubicBezTo>
                      <a:cubicBezTo>
                        <a:pt x="227440" y="66369"/>
                        <a:pt x="205598" y="132249"/>
                        <a:pt x="148597" y="220680"/>
                      </a:cubicBezTo>
                      <a:cubicBezTo>
                        <a:pt x="96568" y="301120"/>
                        <a:pt x="78634" y="304317"/>
                        <a:pt x="69400" y="302896"/>
                      </a:cubicBezTo>
                      <a:cubicBezTo>
                        <a:pt x="48624" y="299877"/>
                        <a:pt x="38147" y="269512"/>
                        <a:pt x="21278" y="221213"/>
                      </a:cubicBezTo>
                      <a:cubicBezTo>
                        <a:pt x="4239" y="167976"/>
                        <a:pt x="-2686" y="112023"/>
                        <a:pt x="857" y="56248"/>
                      </a:cubicBezTo>
                      <a:cubicBezTo>
                        <a:pt x="2810" y="23396"/>
                        <a:pt x="7604" y="2976"/>
                        <a:pt x="18614" y="-43"/>
                      </a:cubicBezTo>
                      <a:cubicBezTo>
                        <a:pt x="27008" y="-1588"/>
                        <a:pt x="35627" y="1058"/>
                        <a:pt x="41698" y="7060"/>
                      </a:cubicBezTo>
                      <a:close/>
                    </a:path>
                  </a:pathLst>
                </a:custGeom>
                <a:noFill/>
                <a:ln w="15875" cap="flat">
                  <a:solidFill>
                    <a:srgbClr val="F4A470"/>
                  </a:solidFill>
                  <a:prstDash val="solid"/>
                  <a:miter/>
                </a:ln>
              </p:spPr>
              <p:txBody>
                <a:bodyPr rtlCol="0" anchor="ctr"/>
                <a:lstStyle/>
                <a:p>
                  <a:endParaRPr lang="zh-CN" altLang="en-US" dirty="0"/>
                </a:p>
              </p:txBody>
            </p:sp>
          </p:grpSp>
        </p:grpSp>
      </p:grpSp>
      <p:sp>
        <p:nvSpPr>
          <p:cNvPr id="142" name="矩形 190">
            <a:extLst>
              <a:ext uri="{FF2B5EF4-FFF2-40B4-BE49-F238E27FC236}">
                <a16:creationId xmlns:a16="http://schemas.microsoft.com/office/drawing/2014/main" id="{2E6569E9-320F-390C-3205-EF77B9DBC45D}"/>
              </a:ext>
            </a:extLst>
          </p:cNvPr>
          <p:cNvSpPr/>
          <p:nvPr/>
        </p:nvSpPr>
        <p:spPr>
          <a:xfrm>
            <a:off x="8405890"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微信视频号</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287316794"/>
      </p:ext>
    </p:extLst>
  </p:cSld>
  <p:clrMapOvr>
    <a:masterClrMapping/>
  </p:clrMapOvr>
</p:sld>
</file>

<file path=ppt/slides/slide13.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BE95CA9-458F-B3CC-8303-14563A213154}"/>
              </a:ext>
            </a:extLst>
          </p:cNvPr>
          <p:cNvGrpSpPr/>
          <p:nvPr/>
        </p:nvGrpSpPr>
        <p:grpSpPr>
          <a:xfrm>
            <a:off x="5252647" y="0"/>
            <a:ext cx="6939359" cy="6858000"/>
            <a:chOff x="5252643" y="0"/>
            <a:chExt cx="6939358" cy="6858000"/>
          </a:xfrm>
          <a:solidFill>
            <a:schemeClr val="tx2">
              <a:alpha val="20000"/>
            </a:schemeClr>
          </a:solidFill>
        </p:grpSpPr>
        <p:sp>
          <p:nvSpPr>
            <p:cNvPr id="11" name="任意多边形: 形状 10">
              <a:extLst>
                <a:ext uri="{FF2B5EF4-FFF2-40B4-BE49-F238E27FC236}">
                  <a16:creationId xmlns:a16="http://schemas.microsoft.com/office/drawing/2014/main" id="{30DFF5BB-C0F5-38FE-12DA-6B156C73D714}"/>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2" name="任意多边形: 形状 11">
              <a:extLst>
                <a:ext uri="{FF2B5EF4-FFF2-40B4-BE49-F238E27FC236}">
                  <a16:creationId xmlns:a16="http://schemas.microsoft.com/office/drawing/2014/main" id="{C36B23CC-44CF-5A26-16A4-B517D7647186}"/>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3" name="任意多边形: 形状 12">
              <a:extLst>
                <a:ext uri="{FF2B5EF4-FFF2-40B4-BE49-F238E27FC236}">
                  <a16:creationId xmlns:a16="http://schemas.microsoft.com/office/drawing/2014/main" id="{D6312AB6-0552-36C2-2C80-B5E3E6F86949}"/>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2" name="矩形 189">
            <a:extLst>
              <a:ext uri="{FF2B5EF4-FFF2-40B4-BE49-F238E27FC236}">
                <a16:creationId xmlns:a16="http://schemas.microsoft.com/office/drawing/2014/main" id="{1DF5F10D-FA28-EF46-5024-681143D90CB4}"/>
              </a:ext>
            </a:extLst>
          </p:cNvPr>
          <p:cNvSpPr/>
          <p:nvPr/>
        </p:nvSpPr>
        <p:spPr>
          <a:xfrm>
            <a:off x="660400" y="4310626"/>
            <a:ext cx="2620128" cy="335156"/>
          </a:xfrm>
          <a:prstGeom prst="rect">
            <a:avLst/>
          </a:prstGeom>
          <a:noFill/>
          <a:ln>
            <a:noFill/>
          </a:ln>
        </p:spPr>
        <p:txBody>
          <a:bodyPr wrap="square" anchor="ctr">
            <a:spAutoFit/>
          </a:bodyPr>
          <a:lstStyle/>
          <a:p>
            <a:pPr defTabSz="914332">
              <a:lnSpc>
                <a:spcPct val="150000"/>
              </a:lnSpc>
              <a:defRPr/>
            </a:pPr>
            <a:r>
              <a:rPr lang="en-US" altLang="zh-CN" sz="12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2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 name="组合 3">
            <a:extLst>
              <a:ext uri="{FF2B5EF4-FFF2-40B4-BE49-F238E27FC236}">
                <a16:creationId xmlns:a16="http://schemas.microsoft.com/office/drawing/2014/main" id="{589332AF-9241-F3C4-8C4F-05F9BE664A9B}"/>
              </a:ext>
            </a:extLst>
          </p:cNvPr>
          <p:cNvGrpSpPr/>
          <p:nvPr/>
        </p:nvGrpSpPr>
        <p:grpSpPr>
          <a:xfrm>
            <a:off x="3550920" y="1208291"/>
            <a:ext cx="7967981" cy="5027408"/>
            <a:chOff x="3898800" y="2171140"/>
            <a:chExt cx="7619676" cy="4778460"/>
          </a:xfrm>
        </p:grpSpPr>
        <p:sp>
          <p:nvSpPr>
            <p:cNvPr id="5" name="矩形 4">
              <a:extLst>
                <a:ext uri="{FF2B5EF4-FFF2-40B4-BE49-F238E27FC236}">
                  <a16:creationId xmlns:a16="http://schemas.microsoft.com/office/drawing/2014/main" id="{D13BBE83-7819-57D2-1F1E-8270C438199B}"/>
                </a:ext>
              </a:extLst>
            </p:cNvPr>
            <p:cNvSpPr/>
            <p:nvPr/>
          </p:nvSpPr>
          <p:spPr>
            <a:xfrm>
              <a:off x="3898800" y="2482990"/>
              <a:ext cx="7619676" cy="2025830"/>
            </a:xfrm>
            <a:prstGeom prst="rect">
              <a:avLst/>
            </a:prstGeom>
            <a:ln w="3175">
              <a:noFill/>
            </a:ln>
          </p:spPr>
          <p:txBody>
            <a:bodyPr wrap="square">
              <a:noAutofit/>
            </a:bodyPr>
            <a:lstStyle/>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文件由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提供</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尊重知识产权并注重保护用户及原始权利人享有的各项合法权利。</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郑重提醒您：</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文件中提供的任何信息内容（包括但不限于设计、版式、图形、图标、字体等元素）的所有权、知识产权或其他合法权利归其原始权利人或权利受让人所有，您免费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付费获得的是信息内容的使用权，您应用于非商业用途。您的使用行为应当遵循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官方网站（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zh-CN" altLang="en-US" sz="700" dirty="0">
                  <a:latin typeface="Arial" panose="020B0604020202020204" pitchFamily="34" charset="0"/>
                  <a:ea typeface="微软雅黑" panose="020B0503020204020204" pitchFamily="34" charset="-122"/>
                  <a:sym typeface="Arial" panose="020B0604020202020204" pitchFamily="34" charset="0"/>
                </a:rPr>
                <a:t>）的“版权声明”、“用户协议”“会员协议”等条款的约束。</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a:t>
              </a:r>
              <a:r>
                <a:rPr lang="zh-CN" altLang="en-US" sz="800" b="1" dirty="0">
                  <a:latin typeface="Arial" panose="020B0604020202020204" pitchFamily="34" charset="0"/>
                  <a:ea typeface="微软雅黑" panose="020B0503020204020204" pitchFamily="34" charset="-122"/>
                  <a:sym typeface="Arial" panose="020B0604020202020204" pitchFamily="34" charset="0"/>
                </a:rPr>
                <a:t>郑重提醒您：</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您不可对免费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付费获得而使用的</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文件主张所有权或知识产权。</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您不可将信息内容的全部或部分用于出售、出租、出借、发布等方式供他人使用。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您对</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文件自行添加或修改的原创内容，其相关权利归您所有，但您不得主张关于本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文件本身的权利，亦不得将创作的衍生文件进行出售、出租、出借、发布等方式供他人使用。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您不可在接入互联网或移动互联网的任何网站、平台、应用或程序上以任何方式为他人提供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工具 </a:t>
              </a:r>
              <a:r>
                <a:rPr lang="en-US" altLang="zh-CN" sz="700" dirty="0">
                  <a:latin typeface="Arial" panose="020B0604020202020204" pitchFamily="34" charset="0"/>
                  <a:ea typeface="微软雅黑" panose="020B0503020204020204" pitchFamily="34" charset="-122"/>
                  <a:sym typeface="Arial" panose="020B0604020202020204" pitchFamily="34" charset="0"/>
                </a:rPr>
                <a:t>/ </a:t>
              </a:r>
              <a:r>
                <a:rPr lang="zh-CN" altLang="en-US" sz="700" dirty="0">
                  <a:latin typeface="Arial" panose="020B0604020202020204" pitchFamily="34" charset="0"/>
                  <a:ea typeface="微软雅黑" panose="020B0503020204020204" pitchFamily="34" charset="-122"/>
                  <a:sym typeface="Arial" panose="020B0604020202020204" pitchFamily="34" charset="0"/>
                </a:rPr>
                <a:t>平台中的资源内容下载。</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您违反本提示或相关协议或违反相关法律法规所引发的任何纠纷、索赔、损失或法律责任，均由您自行承担。如因此给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或任何原始权利人、权利受让人造成损失的，您应承担相应赔偿责任。</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p:txBody>
        </p:sp>
        <p:sp>
          <p:nvSpPr>
            <p:cNvPr id="6" name="矩形 5">
              <a:extLst>
                <a:ext uri="{FF2B5EF4-FFF2-40B4-BE49-F238E27FC236}">
                  <a16:creationId xmlns:a16="http://schemas.microsoft.com/office/drawing/2014/main" id="{53F3BAB7-D034-9082-BA74-8DBA71D54D3C}"/>
                </a:ext>
              </a:extLst>
            </p:cNvPr>
            <p:cNvSpPr/>
            <p:nvPr/>
          </p:nvSpPr>
          <p:spPr>
            <a:xfrm>
              <a:off x="3898800" y="2171140"/>
              <a:ext cx="7619676" cy="292536"/>
            </a:xfrm>
            <a:prstGeom prst="rect">
              <a:avLst/>
            </a:prstGeom>
          </p:spPr>
          <p:txBody>
            <a:bodyPr wrap="none">
              <a:spAutoFit/>
            </a:bodyPr>
            <a:lstStyle/>
            <a:p>
              <a:r>
                <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重要提示 </a:t>
              </a:r>
              <a:r>
                <a:rPr lang="en-US" altLang="zh-CN"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IMPORTANT NOTE:</a:t>
              </a:r>
              <a:endPar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矩形 18">
              <a:extLst>
                <a:ext uri="{FF2B5EF4-FFF2-40B4-BE49-F238E27FC236}">
                  <a16:creationId xmlns:a16="http://schemas.microsoft.com/office/drawing/2014/main" id="{69A3C81C-6B0E-8F93-0B84-1AC3A5076E59}"/>
                </a:ext>
              </a:extLst>
            </p:cNvPr>
            <p:cNvSpPr/>
            <p:nvPr/>
          </p:nvSpPr>
          <p:spPr>
            <a:xfrm>
              <a:off x="3898800" y="4581837"/>
              <a:ext cx="7619676" cy="2367763"/>
            </a:xfrm>
            <a:prstGeom prst="rect">
              <a:avLst/>
            </a:prstGeom>
            <a:ln w="3175">
              <a:noFill/>
            </a:ln>
          </p:spPr>
          <p:txBody>
            <a:bodyPr wrap="square">
              <a:noAutofit/>
            </a:bodyPr>
            <a:lstStyle/>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IMPORTANT NOTE</a:t>
              </a:r>
              <a:r>
                <a:rPr lang="zh-CN" altLang="en-US" sz="800" b="1" dirty="0">
                  <a:latin typeface="Arial" panose="020B0604020202020204" pitchFamily="34" charset="0"/>
                  <a:ea typeface="微软雅黑" panose="020B0503020204020204" pitchFamily="34" charset="-122"/>
                  <a:sym typeface="Arial" panose="020B0604020202020204" pitchFamily="34" charset="0"/>
                </a:rPr>
                <a:t>：</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700" dirty="0">
                  <a:latin typeface="Arial" panose="020B0604020202020204" pitchFamily="34" charset="0"/>
                  <a:ea typeface="微软雅黑" panose="020B0503020204020204" pitchFamily="34" charset="-122"/>
                  <a:sym typeface="Arial" panose="020B0604020202020204" pitchFamily="34" charset="0"/>
                </a:rPr>
                <a:t>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is provided by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iSlide.iSlide</a:t>
              </a:r>
              <a:r>
                <a:rPr lang="en-US" altLang="zh-CN" sz="700" dirty="0">
                  <a:latin typeface="Arial" panose="020B0604020202020204" pitchFamily="34" charset="0"/>
                  <a:ea typeface="微软雅黑" panose="020B0503020204020204" pitchFamily="34" charset="-122"/>
                  <a:sym typeface="Arial" panose="020B0604020202020204" pitchFamily="34" charset="0"/>
                </a:rPr>
                <a:t> respects intellectual property rights and is committed to protecting the lawful rights and interests of users and original rights </a:t>
              </a:r>
              <a:r>
                <a:rPr lang="en-US" altLang="zh-CN" sz="700" dirty="0" err="1">
                  <a:latin typeface="Arial" panose="020B0604020202020204" pitchFamily="34" charset="0"/>
                  <a:ea typeface="微软雅黑" panose="020B0503020204020204" pitchFamily="34" charset="-122"/>
                  <a:sym typeface="Arial" panose="020B0604020202020204" pitchFamily="34" charset="0"/>
                </a:rPr>
                <a:t>holders.All</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contained 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 including but not limited to design, layout, graphics, icons, fonts, and other elements — is the property of the original rights holders or their assignees. By obtaining this file (whether for free or via purchase), you are granted the right to use the content, solely for non-commercial purposes. Your use of this file is subject to the terms outlined 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official website statements, including the Copyright Notice, User Agreement, and Membership Agreement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en-US" altLang="zh-CN" sz="700" dirty="0">
                  <a:latin typeface="Arial" panose="020B0604020202020204" pitchFamily="34" charset="0"/>
                  <a:ea typeface="微软雅黑" panose="020B0503020204020204" pitchFamily="34" charset="-122"/>
                  <a:sym typeface="Arial" panose="020B0604020202020204" pitchFamily="34" charset="0"/>
                </a:rPr>
                <a:t>).</a:t>
              </a: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hereby reminds you:</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claim ownership or intellectual property rights over any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acquired (free or paid) from iSlide.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sell, rent, lend, or distribute this file, in whole or in part, to any third party.</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original content you add or modify within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belongs to you. However, you may not claim rights over the base file itself or commercially distribute any derivative works created from it.</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provide access to download or obtain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resources on any internet or mobile platform, application, or website.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disputes, claims, losses, or legal liabilities arising from violation of this notice, relevant agreements, or applicable laws and regulations shall be solely borne by you. If your actions result in losses to iSlide or any original rights holder or assignee, you shall be held liable for corresponding compensation.</a:t>
              </a:r>
            </a:p>
          </p:txBody>
        </p:sp>
      </p:grpSp>
      <p:pic>
        <p:nvPicPr>
          <p:cNvPr id="7" name="图片 6">
            <a:extLst>
              <a:ext uri="{FF2B5EF4-FFF2-40B4-BE49-F238E27FC236}">
                <a16:creationId xmlns:a16="http://schemas.microsoft.com/office/drawing/2014/main" id="{42107D6E-414B-6410-6F6E-BC9A105C44C9}"/>
              </a:ext>
            </a:extLst>
          </p:cNvPr>
          <p:cNvPicPr>
            <a:picLocks/>
          </p:cNvPicPr>
          <p:nvPr/>
        </p:nvPicPr>
        <p:blipFill>
          <a:blip r:embed="rId5">
            <a:extLst>
              <a:ext uri="{28A0092B-C50C-407E-A947-70E740481C1C}">
                <a14:useLocalDpi xmlns:a14="http://schemas.microsoft.com/office/drawing/2010/main" val="0"/>
              </a:ext>
            </a:extLst>
          </a:blip>
          <a:srcRect/>
          <a:stretch/>
        </p:blipFill>
        <p:spPr>
          <a:xfrm>
            <a:off x="660400" y="5031395"/>
            <a:ext cx="1048192" cy="1048192"/>
          </a:xfrm>
          <a:prstGeom prst="rect">
            <a:avLst/>
          </a:prstGeom>
        </p:spPr>
      </p:pic>
      <p:grpSp>
        <p:nvGrpSpPr>
          <p:cNvPr id="20" name="组合 19">
            <a:extLst>
              <a:ext uri="{FF2B5EF4-FFF2-40B4-BE49-F238E27FC236}">
                <a16:creationId xmlns:a16="http://schemas.microsoft.com/office/drawing/2014/main" id="{1D5D3C75-2090-058E-6C6D-78603FF65CFD}"/>
              </a:ext>
            </a:extLst>
          </p:cNvPr>
          <p:cNvGrpSpPr/>
          <p:nvPr/>
        </p:nvGrpSpPr>
        <p:grpSpPr>
          <a:xfrm>
            <a:off x="660400" y="2513431"/>
            <a:ext cx="2620129" cy="1615994"/>
            <a:chOff x="660400" y="2513431"/>
            <a:chExt cx="2620129" cy="1615994"/>
          </a:xfrm>
        </p:grpSpPr>
        <p:sp>
          <p:nvSpPr>
            <p:cNvPr id="3" name="矩形 190">
              <a:extLst>
                <a:ext uri="{FF2B5EF4-FFF2-40B4-BE49-F238E27FC236}">
                  <a16:creationId xmlns:a16="http://schemas.microsoft.com/office/drawing/2014/main" id="{8BD58EB1-E9DD-1914-42DA-A386E06FC943}"/>
                </a:ext>
              </a:extLst>
            </p:cNvPr>
            <p:cNvSpPr>
              <a:spLocks/>
            </p:cNvSpPr>
            <p:nvPr/>
          </p:nvSpPr>
          <p:spPr>
            <a:xfrm>
              <a:off x="660400" y="2513431"/>
              <a:ext cx="2620129" cy="244169"/>
            </a:xfrm>
            <a:prstGeom prst="rect">
              <a:avLst/>
            </a:prstGeom>
            <a:noFill/>
            <a:ln>
              <a:noFill/>
            </a:ln>
          </p:spPr>
          <p:txBody>
            <a:bodyPr wrap="square" anchor="t">
              <a:normAutofit/>
            </a:bodyPr>
            <a:lstStyle/>
            <a:p>
              <a:pPr defTabSz="914332">
                <a:lnSpc>
                  <a:spcPct val="120000"/>
                </a:lnSpc>
                <a:defRPr/>
              </a:pPr>
              <a:r>
                <a:rPr lang="zh-CN" altLang="en-US" sz="900" dirty="0">
                  <a:latin typeface="Arial" panose="020B0604020202020204" pitchFamily="34" charset="0"/>
                  <a:ea typeface="微软雅黑" panose="020B0503020204020204" pitchFamily="34" charset="-122"/>
                  <a:sym typeface="Arial" panose="020B0604020202020204" pitchFamily="34" charset="0"/>
                </a:rPr>
                <a:t>海量</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r>
                <a:rPr lang="zh-CN" altLang="en-US" sz="900" dirty="0">
                  <a:latin typeface="Arial" panose="020B0604020202020204" pitchFamily="34" charset="0"/>
                  <a:ea typeface="微软雅黑" panose="020B0503020204020204" pitchFamily="34" charset="-122"/>
                  <a:sym typeface="Arial" panose="020B0604020202020204" pitchFamily="34" charset="0"/>
                </a:rPr>
                <a:t>资源 </a:t>
              </a:r>
              <a:r>
                <a:rPr lang="en-US" altLang="zh-CN" sz="900" dirty="0">
                  <a:latin typeface="Arial" panose="020B0604020202020204" pitchFamily="34" charset="0"/>
                  <a:ea typeface="微软雅黑" panose="020B0503020204020204" pitchFamily="34" charset="-122"/>
                  <a:sym typeface="Arial" panose="020B0604020202020204" pitchFamily="34" charset="0"/>
                </a:rPr>
                <a:t>+ </a:t>
              </a:r>
              <a:r>
                <a:rPr lang="zh-CN" altLang="en-US" sz="900" dirty="0">
                  <a:latin typeface="Arial" panose="020B0604020202020204" pitchFamily="34" charset="0"/>
                  <a:ea typeface="微软雅黑" panose="020B0503020204020204" pitchFamily="34" charset="-122"/>
                  <a:sym typeface="Arial" panose="020B0604020202020204" pitchFamily="34" charset="0"/>
                </a:rPr>
                <a:t>一键优化排版 </a:t>
              </a:r>
              <a:r>
                <a:rPr lang="en-US" altLang="zh-CN" sz="900" dirty="0">
                  <a:latin typeface="Arial" panose="020B0604020202020204" pitchFamily="34" charset="0"/>
                  <a:ea typeface="微软雅黑" panose="020B0503020204020204" pitchFamily="34" charset="-122"/>
                  <a:sym typeface="Arial" panose="020B0604020202020204" pitchFamily="34" charset="0"/>
                </a:rPr>
                <a:t>+ AI</a:t>
              </a:r>
              <a:r>
                <a:rPr lang="zh-CN" altLang="en-US" sz="900" dirty="0">
                  <a:latin typeface="Arial" panose="020B0604020202020204" pitchFamily="34" charset="0"/>
                  <a:ea typeface="微软雅黑" panose="020B0503020204020204" pitchFamily="34" charset="-122"/>
                  <a:sym typeface="Arial" panose="020B0604020202020204" pitchFamily="34" charset="0"/>
                </a:rPr>
                <a:t>智能生成</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p>
          </p:txBody>
        </p:sp>
        <p:sp>
          <p:nvSpPr>
            <p:cNvPr id="8" name="矩形 190">
              <a:extLst>
                <a:ext uri="{FF2B5EF4-FFF2-40B4-BE49-F238E27FC236}">
                  <a16:creationId xmlns:a16="http://schemas.microsoft.com/office/drawing/2014/main" id="{6307B696-98F5-3DE8-A9C9-EB3731B4DF01}"/>
                </a:ext>
              </a:extLst>
            </p:cNvPr>
            <p:cNvSpPr>
              <a:spLocks/>
            </p:cNvSpPr>
            <p:nvPr/>
          </p:nvSpPr>
          <p:spPr>
            <a:xfrm>
              <a:off x="660400" y="2807122"/>
              <a:ext cx="2620129" cy="294824"/>
            </a:xfrm>
            <a:prstGeom prst="rect">
              <a:avLst/>
            </a:prstGeom>
            <a:noFill/>
            <a:ln>
              <a:noFill/>
            </a:ln>
          </p:spPr>
          <p:txBody>
            <a:bodyPr wrap="square" anchor="t">
              <a:spAutoFit/>
            </a:bodyPr>
            <a:lstStyle/>
            <a:p>
              <a:pPr defTabSz="914332">
                <a:lnSpc>
                  <a:spcPct val="120000"/>
                </a:lnSpc>
                <a:defRPr/>
              </a:pPr>
              <a:r>
                <a:rPr lang="en-US" altLang="zh-CN" sz="1200" b="1"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b="1" dirty="0">
                  <a:latin typeface="Arial" panose="020B0604020202020204" pitchFamily="34" charset="0"/>
                  <a:ea typeface="微软雅黑" panose="020B0503020204020204" pitchFamily="34" charset="-122"/>
                  <a:sym typeface="Arial" panose="020B0604020202020204" pitchFamily="34" charset="0"/>
                </a:rPr>
                <a:t>，让 </a:t>
              </a:r>
              <a:r>
                <a:rPr lang="en-US" altLang="zh-CN" sz="1200" b="1" dirty="0">
                  <a:latin typeface="Arial" panose="020B0604020202020204" pitchFamily="34" charset="0"/>
                  <a:ea typeface="微软雅黑" panose="020B0503020204020204" pitchFamily="34" charset="-122"/>
                  <a:sym typeface="Arial" panose="020B0604020202020204" pitchFamily="34" charset="0"/>
                </a:rPr>
                <a:t>PPT </a:t>
              </a:r>
              <a:r>
                <a:rPr lang="zh-CN" altLang="en-US" sz="1200" b="1" dirty="0">
                  <a:latin typeface="Arial" panose="020B0604020202020204" pitchFamily="34" charset="0"/>
                  <a:ea typeface="微软雅黑" panose="020B0503020204020204" pitchFamily="34" charset="-122"/>
                  <a:sym typeface="Arial" panose="020B0604020202020204" pitchFamily="34" charset="0"/>
                </a:rPr>
                <a:t>设计简单起来！</a:t>
              </a:r>
              <a:endParaRPr lang="en-US" altLang="zh-CN" sz="900" b="1"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extLst>
                <a:ext uri="{FF2B5EF4-FFF2-40B4-BE49-F238E27FC236}">
                  <a16:creationId xmlns:a16="http://schemas.microsoft.com/office/drawing/2014/main" id="{20B32F7E-7C3A-5D94-853E-297AB8D2E0F4}"/>
                </a:ext>
              </a:extLst>
            </p:cNvPr>
            <p:cNvSpPr>
              <a:spLocks/>
            </p:cNvSpPr>
            <p:nvPr/>
          </p:nvSpPr>
          <p:spPr>
            <a:xfrm>
              <a:off x="660400" y="3206095"/>
              <a:ext cx="2620128" cy="923330"/>
            </a:xfrm>
            <a:prstGeom prst="rect">
              <a:avLst/>
            </a:prstGeom>
            <a:noFill/>
            <a:ln>
              <a:noFill/>
            </a:ln>
          </p:spPr>
          <p:txBody>
            <a:bodyPr wrap="square" anchor="t">
              <a:spAutoFit/>
            </a:bodyPr>
            <a:lstStyle/>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Access thousands of presentation resources + one-click layout optimization + AI-powered slide generation.</a:t>
              </a:r>
            </a:p>
            <a:p>
              <a:pPr defTabSz="914332">
                <a:defRPr/>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With iSlide, creating beautiful presentations has never been easier!</a:t>
              </a:r>
              <a:endParaRPr lang="zh-CN" altLang="en-US" sz="9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4" name="组合 13">
            <a:extLst>
              <a:ext uri="{FF2B5EF4-FFF2-40B4-BE49-F238E27FC236}">
                <a16:creationId xmlns:a16="http://schemas.microsoft.com/office/drawing/2014/main" id="{EC05B91A-374B-5337-A07A-D0D5911BB8C7}"/>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E85D6916-7357-35DA-25B5-DC99E38927E3}"/>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F1744EC7-D7E5-E176-9BA3-B1BB466AD93D}"/>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BC56B6A7-94F1-DAD9-EA03-62CFD3334A1C}"/>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2CD737D-FE38-2624-8EED-6C59EF9C7EF5}"/>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39079551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thm15="http://schemas.microsoft.com/office/thememl/2012/main" xmlns:a="http://schemas.openxmlformats.org/drawingml/2006/main" name="Designed by iSlide">
  <a:themeElements>
    <a:clrScheme name="新主题色">
      <a:dk1>
        <a:srgbClr val="000000"/>
      </a:dk1>
      <a:lt1>
        <a:srgbClr val="FFFFFF"/>
      </a:lt1>
      <a:dk2>
        <a:srgbClr val="778495"/>
      </a:dk2>
      <a:lt2>
        <a:srgbClr val="F0F0F0"/>
      </a:lt2>
      <a:accent1>
        <a:srgbClr val="3690F9"/>
      </a:accent1>
      <a:accent2>
        <a:srgbClr val="2EC36B"/>
      </a:accent2>
      <a:accent3>
        <a:srgbClr val="0CB7E1"/>
      </a:accent3>
      <a:accent4>
        <a:srgbClr val="6F71F3"/>
      </a:accent4>
      <a:accent5>
        <a:srgbClr val="9FAFB9"/>
      </a:accent5>
      <a:accent6>
        <a:srgbClr val="B4BEC7"/>
      </a:accent6>
      <a:hlink>
        <a:srgbClr val="564EF8"/>
      </a:hlink>
      <a:folHlink>
        <a:srgbClr val="BFBFBF"/>
      </a:folHlink>
    </a:clrScheme>
    <a:fontScheme name="iSlide">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lid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iSlide Presentation Template</Template>
  <TotalTime>489</TotalTime>
  <Words>777</Words>
  <Application>Microsoft Office PowerPoint</Application>
  <PresentationFormat>宽屏</PresentationFormat>
  <Paragraphs>118</Paragraphs>
  <Slides>11</Slides>
  <Notes>8</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11</vt:i4>
      </vt:variant>
    </vt:vector>
  </HeadingPairs>
  <TitlesOfParts>
    <vt:vector size="15" baseType="lpstr">
      <vt:lpstr>Nunito Sans Normal</vt:lpstr>
      <vt:lpstr>等线</vt:lpstr>
      <vt:lpstr>Arial</vt:lpstr>
      <vt:lpstr>Designed by iSlide</vt:lpstr>
      <vt:lpstr>蓝色简约风分析与方案</vt:lpstr>
      <vt:lpstr>目录</vt:lpstr>
      <vt:lpstr>单击此处 添加章节标题</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谢谢观看</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iSlide</dc:creator>
  <cp:lastModifiedBy>mc</cp:lastModifiedBy>
  <cp:revision>132</cp:revision>
  <cp:lastPrinted>2025-05-23T00:00:00Z</cp:lastPrinted>
  <dcterms:created xsi:type="dcterms:W3CDTF">2025-05-23T00:00:00Z</dcterms:created>
  <dcterms:modified xsi:type="dcterms:W3CDTF">2026-06-10T04:56:44Z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8da5d54c-8099-496d-baf7-4f02a6040b7d</vt:lpwstr>
  </property>
</Properties>
</file>